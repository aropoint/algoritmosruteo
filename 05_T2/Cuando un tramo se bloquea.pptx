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 · sin aviso</c:v>
                </c:pt>
              </c:strCache>
            </c:strRef>
          </c:tx>
          <c:spPr>
            <a:solidFill>
              <a:srgbClr val="2D607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B56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p_det = 1</c:v>
                  </c:pt>
                  <c:pt idx="1">
                    <c:v>p_det = 0,5</c:v>
                  </c:pt>
                  <c:pt idx="2">
                    <c:v>p_det = 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0.9467</c:v>
                </c:pt>
                <c:pt idx="1">
                  <c:v>0.6667</c:v>
                </c:pt>
                <c:pt idx="2">
                  <c:v>0.5733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D_A · aviso + Dijkstra</c:v>
                </c:pt>
              </c:strCache>
            </c:strRef>
          </c:tx>
          <c:spPr>
            <a:solidFill>
              <a:srgbClr val="AB432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B56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p_det = 1</c:v>
                  </c:pt>
                  <c:pt idx="1">
                    <c:v>p_det = 0,5</c:v>
                  </c:pt>
                  <c:pt idx="2">
                    <c:v>p_det = 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</c:v>
                </c:pt>
                <c:pt idx="1">
                  <c:v>0.8067</c:v>
                </c:pt>
                <c:pt idx="2">
                  <c:v>0.72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C_A · aviso + propuesta</c:v>
                </c:pt>
              </c:strCache>
            </c:strRef>
          </c:tx>
          <c:spPr>
            <a:solidFill>
              <a:srgbClr val="88621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4B565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p_det = 1</c:v>
                  </c:pt>
                  <c:pt idx="1">
                    <c:v>p_det = 0,5</c:v>
                  </c:pt>
                  <c:pt idx="2">
                    <c:v>p_det = 0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0.9667</c:v>
                </c:pt>
                <c:pt idx="1">
                  <c:v>0.8567</c:v>
                </c:pt>
                <c:pt idx="2">
                  <c:v>0.74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750" u="none">
                  <a:solidFill>
                    <a:srgbClr val="4B565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A9A9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02722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EDAD1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B565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50">
              <a:solidFill>
                <a:srgbClr val="2027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construida sobre la malla del simulador. La ciudad es una referencia cartográfica provisional; la geometría de la red y la misión son sintéticas.
El trabajo ya incluye la segunda etapa: una flota de 3 a 5 UAV que comparte el aviso de interferencia y replanifica en vuelo.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Tarea 1 estudia comunicación UAV cuando se degrada el espectro. Aquí cambia la unidad de análisis: se recorren segmentos físicos entre nodos de navegación.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contexto humanitario motiva la pregunta de movilidad, pero no valida la malla ni ubica en ella un incidente real. Los valores son estimaciones de planificación de UNHCR para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conteos corresponden a la malla documentada en la primera ejecución; no son métricas de desempeño.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corre con docker compose up desde la raíz; el equipo solo necesita Docker.
El servicio db aloja PostgreSQL 17 + PostGIS 3.5 + pgRouting 3.8 (volumen db_data) y solo es accesible en la red interna.
El servicio main ejecuta el main.py de la raíz: primero el pipeline (esquema, descarga y carga de las seis fuentes, pesos, rutas de ejemplo y diagrama) y después, en el mismo contenedor, el sitio FastAPI + Leaflet en localhost:8000.
SIN_DESCARGA=1 reutiliza los JSON ya descargados; SOLO_SITIO=1 solo levanta el sitio. Pruebas: docker compose run --rm pruebas.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probabilidad 0,5 la falla se centra cerca de un foco (gaussiana, σ = 0,5 km); si no, al azar en el área.
Defecto pendiente (informe §IV): en la ruta que usa la base de datos y el sitio, los 15 incendios del período de evaluación quedan fuera de la caja de la malla (a 1,95–5,12 km de la red). El muestreo recorta la posición y el 100 % de las fallas con origen foco queda pegado al borde. No afecta a resultados/, que usa focos sintéticos dentro de la malla.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Auditoría del 22-oct-2026 (informe §IX): 83 tramos excluidos; 79 necesitan la altura del edificio y solo 4 se explican por el relieve. Un dato ausente no bloquea.
Viento: se compara la mediana de la ventana (6,43 m/s a la altura de vuelo) con el umbral de 12 m/s, así que nunca se activa; la ráfaga máxima (19,1 m/s a 10 m) sí lo superaría.
Zona restringida: el campo existe y el simulador lo evalúa, pero es falso en los 618 tramos. No es una restricción evaluada.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componente GNSS viene de GPSJam. El área (~44 km²) cabe entera en una celda H3 de ~1 775 km², así que los 618 tramos reciben 0,3333. Como el riesgo se agrega con 1 − ∏(1 − rᵢ), que es monótona, no cambia el orden de ningún tramo; solo sube el riesgo medio de ~0,18 a 0,4511.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Conjunto de ajuste (semillas 0–99), 5 fallas, β = 0,60 (informe, Tabla III): A completa 87 de 100 misiones, D 96 y C 97.
C − A = +10 pp (McNemar p = 0,013). C − D = +1 pp (p = 1): la ventaja frente a A se explica sobre todo por replanificar, no por la selección del par.
Con presupuesto ajustado (β = 0,10), C queda 7 pp por debajo de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corrección del 19-oct sigue en pie: focos_bd busca en la misma ventana (AOI + 5 km) que las descargas, y ya no se usan focos históricos.
Pero el 22-oct se detectó un efecto no previsto: los 15 incendios del período de evaluación están todos fuera de la caja de la malla (a 1,95–5,12 km de la red). El muestreo recorta la posición a la caja y las fallas con origen foco quedan pegadas al borde. Arreglo propuesto: volver a sortear el foco que cae fuera, o muestrear en AOI + buffer y conservar solo los discos que tocan algún tramo.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 auténtica de SitioWeb con la API interceptada: origen y destino elegidos, preferencias visibles, no se pulsa Calcular rutas, no se lee ni persiste en la BD fuente. La captura conserva la atribución de OSM.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Reemplaza la captura de la «evaluación 8» del sitio: no se puede reproducir y usaba focos que caen fuera de la malla.
Cifras del simulador (informe, Tabla III): 5 fallas, β = 0,60, 100 escenarios. R_misión: A 0,87, C 0,97, D 0,96. R_par: A 0,9075, C 0,94.
Ejemplo de la base de datos (nodos 15 → 181), verificado el 22-oct: R_par 0,91 (Dijkstra) y 0,90 (propuesta); R_misión A 0,91, D 1,00, C 1,00; ΔR = 9 pp (p = 0,0039). Describe un par origen–destino, no la misión con los tres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Implementado en ruteo/flota.py (36/36 pruebas). Reloj común en km a velocidad de crucero; con N = 1 reproduce exactamente la misión individual.
Aviso por detección: el UAV que advierte la zona (con probabilidad p_det) difunde los tramos afectados; se retransmite entre UAV a ≤ 3 km y por la estación en A.
Aviso por silencio: quien deja de oír 3 beacons (6 s) marca como zona a evitar los tramos a ≤ ρ de la última posición; si eso deja sin ruta, se ignora.
No se modelan pérdida de paquetes ni latencia: se evalúa el efecto del aviso sobre el ruteo físico, no un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Barrido de ajuste (informe, Tabla IV), métrica R_seguidores.
D_A − D (valor del aviso): +10 pp con 4 UAV y 3 fallas; entre +11,5 y +17 pp con p_det = 0,5 y entre +13,5 y +16,2 con p_det = 0; con p_det = 1, apenas +0,2 a +0,5 pp.
C_A − D_A (selección resiliente sobre el aviso), con p_det = 0,5: +3 a +6,5 pp, pero solo es significativo con 3 fallas (p = 0,006) y con 5 UAV (p = 0,003); con 3 y 4 UAV no (p = 0,42 y 0,058).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Barrido de la flota en el conjunto de ajuste (Tabla IV del informe): 5 fallas, probabilidad de foco 0,5, β = 0,60, 100 escenarios por celda.
Con 4 UAV: p_det = 1 → D 94,7 %, D_A 95,0 %, C_A 96,7 %; p_det = 0,5 → 66,7 %, 80,7 %, 85,7 %; p_det = 0 → 57,3 %, 72,0 %, 74,0 %.
El aporte del aviso (D_A − D) va de +11,5 a +17 pp con p_det = 0,5 y de +13,5 a +16,2 pp con p_det = 0; crece con el número de UAV. Con p_det = 1 queda entre +0,2 y +0,5 pp.
En ninguna celda un seguidor completa sin aviso y pierde con aviso (por ejemplo, 68 contra 0 con 5 UAV y p_det = 0,5).
El UAV que se pierde no se salva: el beneficio es para los que vienen detrás. Resultados de ajuste; la evaluación reservada sigue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Auditoría del 22 de octubre de 2026 sobre la base cargada (informe, sección IX; PROPUESTA_TECNICA §11.1). Se recalculó con la corrida completa desde cero del mismo día y coincide.
OpenStreetMap se edita continuamente: la descarga del 19-oct traía 33 593 edificios (1 022 con altura); la del 22-oct, 33 630 (1 019). Las exclusiones no cambian.
Como el riesgo agregado es 1 − ∏(1 − rᵢ), monótono en cada componente, la constante de GPSJam no reordena los tramos: solo desplaza y comprime la escala.
La ráfaga máxima de la ventana (19,1 m/s a 10 m) sí superaría el umbral; por eso se propone usar p95 o ráfaga.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Pendientes del informe y de PROPUESTA_TECNICA §12, ordenados por dependencia.
La corrida de evaluación (run_experimentos.py y run_flota.py con --conjunto evaluacion) se hace una sola vez y solo cuando el grupo congele los parámetros: 4 UAV, p_det = 0,5 y 3 fallas por defecto.
Defensa antiaérea: lo pidió el profesor y no está. Se declara como trabajo futuro, sin datos de sistemas reales; el modelo solo representa zonas abstractas de indisponibilidad.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287/mnsc.17.11.71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287/mnsc.17.11.712" TargetMode="External"/><Relationship Id="rId2" Type="http://schemas.openxmlformats.org/officeDocument/2006/relationships/hyperlink" Target="https://doi.org/10.1016/j.adhoc.2024.103702" TargetMode="External"/><Relationship Id="rId3" Type="http://schemas.openxmlformats.org/officeDocument/2006/relationships/hyperlink" Target="https://doi.org/10.1002/rob.22342" TargetMode="External"/><Relationship Id="rId4" Type="http://schemas.openxmlformats.org/officeDocument/2006/relationships/hyperlink" Target="https://wiki.openstreetmap.org/wiki/Overpass_API" TargetMode="External"/><Relationship Id="rId5" Type="http://schemas.openxmlformats.org/officeDocument/2006/relationships/hyperlink" Target="https://open-meteo.com/en/docs/elevation-api" TargetMode="External"/><Relationship Id="rId6" Type="http://schemas.openxmlformats.org/officeDocument/2006/relationships/hyperlink" Target="https://open-meteo.com/en/docs/historical-weather-api" TargetMode="External"/><Relationship Id="rId7" Type="http://schemas.openxmlformats.org/officeDocument/2006/relationships/hyperlink" Target="https://gpsjam.org/faq" TargetMode="External"/><Relationship Id="rId8" Type="http://schemas.openxmlformats.org/officeDocument/2006/relationships/hyperlink" Target="https://github.com/TheEconomist/the-economist-war-fire-model" TargetMode="External"/><Relationship Id="rId9" Type="http://schemas.openxmlformats.org/officeDocument/2006/relationships/hyperlink" Target="https://github.com/TheEconomist/the-economist-war-fire-model" TargetMode="External"/><Relationship Id="rId10" Type="http://schemas.openxmlformats.org/officeDocument/2006/relationships/hyperlink" Target="https://data.humdata.org/dataset/ucdp-data-for-ukraine" TargetMode="External"/><Relationship Id="rId11" Type="http://schemas.openxmlformats.org/officeDocument/2006/relationships/hyperlink" Target="https://www.unhcr.org/ua/en/news/briefing-notes/after-brutal-winter-millions-ukrainians-face-deepening-displacement-and" TargetMode="External"/><Relationship Id="rId12" Type="http://schemas.openxmlformats.org/officeDocument/2006/relationships/hyperlink" Target="https://www.unhcr.org/ua/en/news/briefing-notes/after-brutal-winter-millions-ukrainians-face-deepening-displacement-and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4987" y="819942"/>
            <a:ext cx="2494575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38" kern="0" dirty="0">
                <a:solidFill>
                  <a:srgbClr val="EEE7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Diego Portales</a:t>
            </a:r>
            <a:endParaRPr lang="en-US" sz="1322" dirty="0"/>
          </a:p>
        </p:txBody>
      </p:sp>
      <p:sp>
        <p:nvSpPr>
          <p:cNvPr id="3" name="Text 1"/>
          <p:cNvSpPr txBox="1"/>
          <p:nvPr/>
        </p:nvSpPr>
        <p:spPr>
          <a:xfrm>
            <a:off x="764987" y="1192652"/>
            <a:ext cx="4293931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spc="139" kern="0" dirty="0">
                <a:solidFill>
                  <a:srgbClr val="BA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DE RUTEO Y REDES RESILIENTES</a:t>
            </a:r>
            <a:endParaRPr lang="en-US" sz="1028" dirty="0"/>
          </a:p>
        </p:txBody>
      </p:sp>
      <p:sp>
        <p:nvSpPr>
          <p:cNvPr id="4" name="Text 2"/>
          <p:cNvSpPr txBox="1"/>
          <p:nvPr/>
        </p:nvSpPr>
        <p:spPr>
          <a:xfrm>
            <a:off x="737006" y="1453622"/>
            <a:ext cx="5419649" cy="165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77"/>
              </a:lnSpc>
              <a:buNone/>
            </a:pPr>
            <a:r>
              <a:rPr lang="en-US" sz="4407" b="1" spc="-144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Cuando un tramo</a:t>
            </a:r>
            <a:endParaRPr lang="en-US" sz="4407" dirty="0"/>
          </a:p>
          <a:p>
            <a:pPr algn="l" indent="0" marL="0">
              <a:lnSpc>
                <a:spcPts val="5877"/>
              </a:lnSpc>
              <a:buNone/>
            </a:pPr>
            <a:r>
              <a:rPr lang="en-US" sz="4407" b="1" spc="-139" kern="0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bloquea</a:t>
            </a:r>
            <a:endParaRPr lang="en-US" sz="4407" dirty="0"/>
          </a:p>
        </p:txBody>
      </p:sp>
      <p:sp>
        <p:nvSpPr>
          <p:cNvPr id="5" name="Text 3"/>
          <p:cNvSpPr txBox="1"/>
          <p:nvPr/>
        </p:nvSpPr>
        <p:spPr>
          <a:xfrm>
            <a:off x="764987" y="4137203"/>
            <a:ext cx="1718981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FFF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 Pérez Carrasco</a:t>
            </a:r>
            <a:endParaRPr lang="en-US" sz="1175" dirty="0"/>
          </a:p>
        </p:txBody>
      </p:sp>
      <p:sp>
        <p:nvSpPr>
          <p:cNvPr id="6" name="Text 4"/>
          <p:cNvSpPr txBox="1"/>
          <p:nvPr/>
        </p:nvSpPr>
        <p:spPr>
          <a:xfrm>
            <a:off x="2410724" y="4137203"/>
            <a:ext cx="130302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C4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75" dirty="0"/>
          </a:p>
        </p:txBody>
      </p:sp>
      <p:sp>
        <p:nvSpPr>
          <p:cNvPr id="7" name="Text 5"/>
          <p:cNvSpPr txBox="1"/>
          <p:nvPr/>
        </p:nvSpPr>
        <p:spPr>
          <a:xfrm>
            <a:off x="2637678" y="4137203"/>
            <a:ext cx="173772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FFF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Marambio Leyton</a:t>
            </a:r>
            <a:endParaRPr lang="en-US" sz="1175" dirty="0"/>
          </a:p>
        </p:txBody>
      </p:sp>
      <p:sp>
        <p:nvSpPr>
          <p:cNvPr id="8" name="Text 6"/>
          <p:cNvSpPr txBox="1"/>
          <p:nvPr/>
        </p:nvSpPr>
        <p:spPr>
          <a:xfrm>
            <a:off x="4299966" y="4137203"/>
            <a:ext cx="130302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C4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175" dirty="0"/>
          </a:p>
        </p:txBody>
      </p:sp>
      <p:sp>
        <p:nvSpPr>
          <p:cNvPr id="9" name="Text 7"/>
          <p:cNvSpPr txBox="1"/>
          <p:nvPr/>
        </p:nvSpPr>
        <p:spPr>
          <a:xfrm>
            <a:off x="4526920" y="4137203"/>
            <a:ext cx="1617025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FFF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Aaron Pozas Oyarce</a:t>
            </a:r>
            <a:endParaRPr lang="en-US" sz="1175" dirty="0"/>
          </a:p>
        </p:txBody>
      </p:sp>
      <p:sp>
        <p:nvSpPr>
          <p:cNvPr id="10" name="Text 8"/>
          <p:cNvSpPr txBox="1"/>
          <p:nvPr/>
        </p:nvSpPr>
        <p:spPr>
          <a:xfrm>
            <a:off x="764987" y="2903494"/>
            <a:ext cx="4261470" cy="62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77"/>
              </a:lnSpc>
              <a:buNone/>
            </a:pPr>
            <a:r>
              <a:rPr lang="en-US" sz="1685" dirty="0">
                <a:solidFill>
                  <a:srgbClr val="8084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Ruteo físico y flota con aviso compartido</a:t>
            </a:r>
            <a:endParaRPr lang="en-US" sz="1685" dirty="0"/>
          </a:p>
          <a:p>
            <a:pPr algn="l" indent="0" marL="0">
              <a:lnSpc>
                <a:spcPts val="2277"/>
              </a:lnSpc>
              <a:buNone/>
            </a:pPr>
            <a:r>
              <a:rPr lang="en-US" sz="1685" dirty="0">
                <a:solidFill>
                  <a:srgbClr val="8084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bajo fallas simuladas</a:t>
            </a:r>
            <a:endParaRPr lang="en-US" sz="1685" dirty="0"/>
          </a:p>
        </p:txBody>
      </p:sp>
      <p:sp>
        <p:nvSpPr>
          <p:cNvPr id="11" name="Text 9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F9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35</a:t>
            </a:r>
            <a:endParaRPr lang="en-US" sz="88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"/>
          <p:cNvSpPr/>
          <p:nvPr/>
        </p:nvSpPr>
        <p:spPr>
          <a:xfrm>
            <a:off x="0" y="0"/>
            <a:ext cx="9142537" cy="3475634"/>
          </a:xfrm>
          <a:custGeom>
            <a:avLst/>
            <a:gdLst/>
            <a:ahLst/>
            <a:cxnLst/>
            <a:rect l="l" t="t" r="r" b="b"/>
            <a:pathLst>
              <a:path w="9142537" h="3475634">
                <a:moveTo>
                  <a:pt x="0" y="0"/>
                </a:moveTo>
                <a:lnTo>
                  <a:pt x="9142537" y="0"/>
                </a:lnTo>
                <a:lnTo>
                  <a:pt x="9142537" y="3475634"/>
                </a:lnTo>
                <a:lnTo>
                  <a:pt x="0" y="3475634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3" name="Forma 2"/>
          <p:cNvSpPr/>
          <p:nvPr/>
        </p:nvSpPr>
        <p:spPr>
          <a:xfrm>
            <a:off x="0" y="0"/>
            <a:ext cx="9142537" cy="5143500"/>
          </a:xfrm>
          <a:custGeom>
            <a:avLst/>
            <a:gdLst/>
            <a:ahLst/>
            <a:cxnLst/>
            <a:rect l="l" t="t" r="r" b="b"/>
            <a:pathLst>
              <a:path w="9142537" h="5143500">
                <a:moveTo>
                  <a:pt x="0" y="0"/>
                </a:moveTo>
                <a:lnTo>
                  <a:pt x="9142537" y="0"/>
                </a:lnTo>
                <a:lnTo>
                  <a:pt x="914253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4" name="Forma 3"/>
          <p:cNvSpPr/>
          <p:nvPr/>
        </p:nvSpPr>
        <p:spPr>
          <a:xfrm>
            <a:off x="0" y="0"/>
            <a:ext cx="9142537" cy="5143500"/>
          </a:xfrm>
          <a:custGeom>
            <a:avLst/>
            <a:gdLst/>
            <a:ahLst/>
            <a:cxnLst/>
            <a:rect l="l" t="t" r="r" b="b"/>
            <a:pathLst>
              <a:path w="9142537" h="5143500">
                <a:moveTo>
                  <a:pt x="0" y="0"/>
                </a:moveTo>
                <a:lnTo>
                  <a:pt x="9142537" y="0"/>
                </a:lnTo>
                <a:lnTo>
                  <a:pt x="914253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121212"/>
          </a:solidFill>
          <a:ln/>
        </p:spPr>
      </p:sp>
      <p:sp>
        <p:nvSpPr>
          <p:cNvPr id="5" name="Forma 4"/>
          <p:cNvSpPr/>
          <p:nvPr/>
        </p:nvSpPr>
        <p:spPr>
          <a:xfrm>
            <a:off x="0" y="0"/>
            <a:ext cx="9142537" cy="5143500"/>
          </a:xfrm>
          <a:custGeom>
            <a:avLst/>
            <a:gdLst/>
            <a:ahLst/>
            <a:cxnLst/>
            <a:rect l="l" t="t" r="r" b="b"/>
            <a:pathLst>
              <a:path w="9142537" h="5143500">
                <a:moveTo>
                  <a:pt x="0" y="0"/>
                </a:moveTo>
                <a:lnTo>
                  <a:pt x="9142537" y="0"/>
                </a:lnTo>
                <a:lnTo>
                  <a:pt x="914253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1EEE5"/>
          </a:solidFill>
          <a:ln/>
        </p:spPr>
      </p:sp>
      <p:sp>
        <p:nvSpPr>
          <p:cNvPr id="6" name="Forma 5"/>
          <p:cNvSpPr/>
          <p:nvPr/>
        </p:nvSpPr>
        <p:spPr>
          <a:xfrm>
            <a:off x="0" y="0"/>
            <a:ext cx="9142537" cy="5143500"/>
          </a:xfrm>
          <a:custGeom>
            <a:avLst/>
            <a:gdLst/>
            <a:ahLst/>
            <a:cxnLst/>
            <a:rect l="l" t="t" r="r" b="b"/>
            <a:pathLst>
              <a:path w="9142537" h="5143500">
                <a:moveTo>
                  <a:pt x="0" y="0"/>
                </a:moveTo>
                <a:lnTo>
                  <a:pt x="9142537" y="0"/>
                </a:lnTo>
                <a:lnTo>
                  <a:pt x="914253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1EEE5"/>
          </a:solidFill>
          <a:ln/>
        </p:spPr>
      </p:sp>
      <p:sp>
        <p:nvSpPr>
          <p:cNvPr id="7" name="Forma 6"/>
          <p:cNvSpPr/>
          <p:nvPr/>
        </p:nvSpPr>
        <p:spPr>
          <a:xfrm>
            <a:off x="690372" y="1080912"/>
            <a:ext cx="3545037" cy="3615355"/>
          </a:xfrm>
          <a:custGeom>
            <a:avLst/>
            <a:gdLst/>
            <a:ahLst/>
            <a:cxnLst/>
            <a:rect l="l" t="t" r="r" b="b"/>
            <a:pathLst>
              <a:path w="3545037" h="3615355">
                <a:moveTo>
                  <a:pt x="0" y="0"/>
                </a:moveTo>
                <a:lnTo>
                  <a:pt x="3545037" y="0"/>
                </a:lnTo>
                <a:lnTo>
                  <a:pt x="3545037" y="3615355"/>
                </a:lnTo>
                <a:lnTo>
                  <a:pt x="0" y="3615355"/>
                </a:lnTo>
                <a:close/>
              </a:path>
            </a:pathLst>
          </a:custGeom>
          <a:solidFill>
            <a:srgbClr val="E4E1D8"/>
          </a:solidFill>
          <a:ln/>
        </p:spPr>
      </p:sp>
      <p:sp>
        <p:nvSpPr>
          <p:cNvPr id="8" name="Forma 7"/>
          <p:cNvSpPr/>
          <p:nvPr/>
        </p:nvSpPr>
        <p:spPr>
          <a:xfrm>
            <a:off x="1252637" y="2096262"/>
            <a:ext cx="2365370" cy="1483523"/>
          </a:xfrm>
          <a:custGeom>
            <a:avLst/>
            <a:gdLst/>
            <a:ahLst/>
            <a:cxnLst/>
            <a:rect l="l" t="t" r="r" b="b"/>
            <a:pathLst>
              <a:path w="2365370" h="1483523">
                <a:moveTo>
                  <a:pt x="0" y="741761"/>
                </a:moveTo>
                <a:lnTo>
                  <a:pt x="660105" y="27432"/>
                </a:lnTo>
                <a:lnTo>
                  <a:pt x="1347734" y="631850"/>
                </a:lnTo>
                <a:lnTo>
                  <a:pt x="2310414" y="0"/>
                </a:lnTo>
                <a:moveTo>
                  <a:pt x="0" y="741761"/>
                </a:moveTo>
                <a:lnTo>
                  <a:pt x="742584" y="1483523"/>
                </a:lnTo>
                <a:lnTo>
                  <a:pt x="1347734" y="631850"/>
                </a:lnTo>
                <a:lnTo>
                  <a:pt x="2365370" y="1428567"/>
                </a:lnTo>
                <a:moveTo>
                  <a:pt x="660105" y="27432"/>
                </a:moveTo>
                <a:lnTo>
                  <a:pt x="2365370" y="1428567"/>
                </a:lnTo>
                <a:moveTo>
                  <a:pt x="742584" y="1483523"/>
                </a:moveTo>
                <a:lnTo>
                  <a:pt x="2310414" y="0"/>
                </a:lnTo>
              </a:path>
            </a:pathLst>
          </a:custGeom>
          <a:ln w="16497">
            <a:solidFill>
              <a:srgbClr val="9EA5A0"/>
            </a:solidFill>
            <a:prstDash val="solid"/>
          </a:ln>
        </p:spPr>
      </p:sp>
      <p:sp>
        <p:nvSpPr>
          <p:cNvPr id="9" name="Forma 8"/>
          <p:cNvSpPr/>
          <p:nvPr/>
        </p:nvSpPr>
        <p:spPr>
          <a:xfrm>
            <a:off x="1159185" y="2002902"/>
            <a:ext cx="2552456" cy="1670243"/>
          </a:xfrm>
          <a:custGeom>
            <a:avLst/>
            <a:gdLst/>
            <a:ahLst/>
            <a:cxnLst/>
            <a:rect l="l" t="t" r="r" b="b"/>
            <a:pathLst>
              <a:path w="2552456" h="1670243">
                <a:moveTo>
                  <a:pt x="186995" y="835122"/>
                </a:moveTo>
                <a:cubicBezTo>
                  <a:pt x="186995" y="841248"/>
                  <a:pt x="186446" y="847374"/>
                  <a:pt x="185257" y="853410"/>
                </a:cubicBezTo>
                <a:cubicBezTo>
                  <a:pt x="184069" y="859353"/>
                  <a:pt x="182240" y="865205"/>
                  <a:pt x="179954" y="870875"/>
                </a:cubicBezTo>
                <a:cubicBezTo>
                  <a:pt x="177576" y="876544"/>
                  <a:pt x="174650" y="881939"/>
                  <a:pt x="171267" y="887059"/>
                </a:cubicBezTo>
                <a:cubicBezTo>
                  <a:pt x="167884" y="892180"/>
                  <a:pt x="163952" y="896844"/>
                  <a:pt x="159654" y="901233"/>
                </a:cubicBezTo>
                <a:cubicBezTo>
                  <a:pt x="155265" y="905530"/>
                  <a:pt x="150602" y="909371"/>
                  <a:pt x="145481" y="912846"/>
                </a:cubicBezTo>
                <a:cubicBezTo>
                  <a:pt x="140360" y="916229"/>
                  <a:pt x="134965" y="919063"/>
                  <a:pt x="129296" y="921441"/>
                </a:cubicBezTo>
                <a:cubicBezTo>
                  <a:pt x="123627" y="923818"/>
                  <a:pt x="117775" y="925556"/>
                  <a:pt x="111740" y="926744"/>
                </a:cubicBezTo>
                <a:cubicBezTo>
                  <a:pt x="105705" y="927933"/>
                  <a:pt x="99670" y="928573"/>
                  <a:pt x="93543" y="928573"/>
                </a:cubicBezTo>
                <a:cubicBezTo>
                  <a:pt x="87417" y="928573"/>
                  <a:pt x="81290" y="927933"/>
                  <a:pt x="75255" y="926744"/>
                </a:cubicBezTo>
                <a:cubicBezTo>
                  <a:pt x="69220" y="925556"/>
                  <a:pt x="63368" y="923818"/>
                  <a:pt x="57699" y="921441"/>
                </a:cubicBezTo>
                <a:cubicBezTo>
                  <a:pt x="52029" y="919063"/>
                  <a:pt x="46634" y="916229"/>
                  <a:pt x="41605" y="912846"/>
                </a:cubicBezTo>
                <a:cubicBezTo>
                  <a:pt x="36485" y="909371"/>
                  <a:pt x="31730" y="905530"/>
                  <a:pt x="27432" y="901233"/>
                </a:cubicBezTo>
                <a:cubicBezTo>
                  <a:pt x="23043" y="896844"/>
                  <a:pt x="19202" y="892180"/>
                  <a:pt x="15728" y="887059"/>
                </a:cubicBezTo>
                <a:cubicBezTo>
                  <a:pt x="12344" y="881939"/>
                  <a:pt x="9510" y="876544"/>
                  <a:pt x="7132" y="870875"/>
                </a:cubicBezTo>
                <a:cubicBezTo>
                  <a:pt x="4755" y="865205"/>
                  <a:pt x="3018" y="859353"/>
                  <a:pt x="1829" y="853410"/>
                </a:cubicBezTo>
                <a:cubicBezTo>
                  <a:pt x="640" y="847374"/>
                  <a:pt x="0" y="841248"/>
                  <a:pt x="0" y="835122"/>
                </a:cubicBezTo>
                <a:cubicBezTo>
                  <a:pt x="0" y="828995"/>
                  <a:pt x="640" y="822960"/>
                  <a:pt x="1829" y="816925"/>
                </a:cubicBezTo>
                <a:cubicBezTo>
                  <a:pt x="3018" y="810890"/>
                  <a:pt x="4755" y="805038"/>
                  <a:pt x="7132" y="799368"/>
                </a:cubicBezTo>
                <a:cubicBezTo>
                  <a:pt x="9510" y="793699"/>
                  <a:pt x="12344" y="788396"/>
                  <a:pt x="15728" y="783275"/>
                </a:cubicBezTo>
                <a:cubicBezTo>
                  <a:pt x="19202" y="778154"/>
                  <a:pt x="23043" y="773400"/>
                  <a:pt x="27432" y="769102"/>
                </a:cubicBezTo>
                <a:cubicBezTo>
                  <a:pt x="31730" y="764804"/>
                  <a:pt x="36485" y="760872"/>
                  <a:pt x="41605" y="757489"/>
                </a:cubicBezTo>
                <a:cubicBezTo>
                  <a:pt x="46634" y="754106"/>
                  <a:pt x="52029" y="751180"/>
                  <a:pt x="57699" y="748894"/>
                </a:cubicBezTo>
                <a:cubicBezTo>
                  <a:pt x="63368" y="746516"/>
                  <a:pt x="69220" y="744687"/>
                  <a:pt x="75255" y="743499"/>
                </a:cubicBezTo>
                <a:cubicBezTo>
                  <a:pt x="81290" y="742310"/>
                  <a:pt x="87417" y="741761"/>
                  <a:pt x="93543" y="741761"/>
                </a:cubicBezTo>
                <a:cubicBezTo>
                  <a:pt x="99670" y="741761"/>
                  <a:pt x="105705" y="742310"/>
                  <a:pt x="111740" y="743499"/>
                </a:cubicBezTo>
                <a:cubicBezTo>
                  <a:pt x="117775" y="744687"/>
                  <a:pt x="123627" y="746516"/>
                  <a:pt x="129296" y="748894"/>
                </a:cubicBezTo>
                <a:cubicBezTo>
                  <a:pt x="134965" y="751180"/>
                  <a:pt x="140360" y="754106"/>
                  <a:pt x="145481" y="757489"/>
                </a:cubicBezTo>
                <a:cubicBezTo>
                  <a:pt x="150602" y="760872"/>
                  <a:pt x="155265" y="764804"/>
                  <a:pt x="159654" y="769102"/>
                </a:cubicBezTo>
                <a:cubicBezTo>
                  <a:pt x="163952" y="773400"/>
                  <a:pt x="167884" y="778154"/>
                  <a:pt x="171267" y="783275"/>
                </a:cubicBezTo>
                <a:cubicBezTo>
                  <a:pt x="174650" y="788396"/>
                  <a:pt x="177576" y="793699"/>
                  <a:pt x="179954" y="799368"/>
                </a:cubicBezTo>
                <a:cubicBezTo>
                  <a:pt x="182240" y="805038"/>
                  <a:pt x="184069" y="810890"/>
                  <a:pt x="185257" y="816925"/>
                </a:cubicBezTo>
                <a:cubicBezTo>
                  <a:pt x="186446" y="822960"/>
                  <a:pt x="186995" y="828995"/>
                  <a:pt x="186995" y="835122"/>
                </a:cubicBezTo>
              </a:path>
              <a:path w="2552456" h="1670243">
                <a:moveTo>
                  <a:pt x="847100" y="120884"/>
                </a:moveTo>
                <a:cubicBezTo>
                  <a:pt x="847100" y="127010"/>
                  <a:pt x="846552" y="133045"/>
                  <a:pt x="845363" y="139080"/>
                </a:cubicBezTo>
                <a:cubicBezTo>
                  <a:pt x="844174" y="145115"/>
                  <a:pt x="842345" y="150967"/>
                  <a:pt x="840059" y="156637"/>
                </a:cubicBezTo>
                <a:cubicBezTo>
                  <a:pt x="837682" y="162306"/>
                  <a:pt x="834756" y="167701"/>
                  <a:pt x="831372" y="172730"/>
                </a:cubicBezTo>
                <a:cubicBezTo>
                  <a:pt x="827989" y="177851"/>
                  <a:pt x="824057" y="182606"/>
                  <a:pt x="819760" y="186903"/>
                </a:cubicBezTo>
                <a:cubicBezTo>
                  <a:pt x="815370" y="191292"/>
                  <a:pt x="810707" y="195133"/>
                  <a:pt x="805586" y="198516"/>
                </a:cubicBezTo>
                <a:cubicBezTo>
                  <a:pt x="800466" y="201991"/>
                  <a:pt x="795071" y="204826"/>
                  <a:pt x="789402" y="207203"/>
                </a:cubicBezTo>
                <a:cubicBezTo>
                  <a:pt x="783732" y="209489"/>
                  <a:pt x="777880" y="211318"/>
                  <a:pt x="771845" y="212507"/>
                </a:cubicBezTo>
                <a:cubicBezTo>
                  <a:pt x="765810" y="213695"/>
                  <a:pt x="759775" y="214244"/>
                  <a:pt x="753648" y="214244"/>
                </a:cubicBezTo>
                <a:cubicBezTo>
                  <a:pt x="747522" y="214244"/>
                  <a:pt x="741396" y="213695"/>
                  <a:pt x="735360" y="212507"/>
                </a:cubicBezTo>
                <a:cubicBezTo>
                  <a:pt x="729325" y="211318"/>
                  <a:pt x="723473" y="209489"/>
                  <a:pt x="717804" y="207203"/>
                </a:cubicBezTo>
                <a:cubicBezTo>
                  <a:pt x="712135" y="204826"/>
                  <a:pt x="706740" y="201991"/>
                  <a:pt x="701711" y="198516"/>
                </a:cubicBezTo>
                <a:cubicBezTo>
                  <a:pt x="696590" y="195133"/>
                  <a:pt x="691835" y="191292"/>
                  <a:pt x="687537" y="186903"/>
                </a:cubicBezTo>
                <a:cubicBezTo>
                  <a:pt x="683148" y="182606"/>
                  <a:pt x="679308" y="177851"/>
                  <a:pt x="675833" y="172730"/>
                </a:cubicBezTo>
                <a:cubicBezTo>
                  <a:pt x="672450" y="167701"/>
                  <a:pt x="669615" y="162306"/>
                  <a:pt x="667238" y="156637"/>
                </a:cubicBezTo>
                <a:cubicBezTo>
                  <a:pt x="664860" y="150967"/>
                  <a:pt x="663123" y="145115"/>
                  <a:pt x="661934" y="139080"/>
                </a:cubicBezTo>
                <a:cubicBezTo>
                  <a:pt x="660745" y="133045"/>
                  <a:pt x="660105" y="127010"/>
                  <a:pt x="660105" y="120884"/>
                </a:cubicBezTo>
                <a:cubicBezTo>
                  <a:pt x="660105" y="114757"/>
                  <a:pt x="660745" y="108631"/>
                  <a:pt x="661934" y="102687"/>
                </a:cubicBezTo>
                <a:cubicBezTo>
                  <a:pt x="663123" y="96652"/>
                  <a:pt x="664860" y="90800"/>
                  <a:pt x="667238" y="85131"/>
                </a:cubicBezTo>
                <a:cubicBezTo>
                  <a:pt x="669615" y="79461"/>
                  <a:pt x="672450" y="74066"/>
                  <a:pt x="675833" y="68946"/>
                </a:cubicBezTo>
                <a:cubicBezTo>
                  <a:pt x="679308" y="63917"/>
                  <a:pt x="683148" y="59162"/>
                  <a:pt x="687537" y="54864"/>
                </a:cubicBezTo>
                <a:cubicBezTo>
                  <a:pt x="691835" y="50475"/>
                  <a:pt x="696590" y="46634"/>
                  <a:pt x="701711" y="43251"/>
                </a:cubicBezTo>
                <a:cubicBezTo>
                  <a:pt x="706740" y="39776"/>
                  <a:pt x="712135" y="36942"/>
                  <a:pt x="717804" y="34564"/>
                </a:cubicBezTo>
                <a:cubicBezTo>
                  <a:pt x="723473" y="32278"/>
                  <a:pt x="729325" y="30450"/>
                  <a:pt x="735360" y="29261"/>
                </a:cubicBezTo>
                <a:cubicBezTo>
                  <a:pt x="741396" y="28072"/>
                  <a:pt x="747522" y="27432"/>
                  <a:pt x="753648" y="27432"/>
                </a:cubicBezTo>
                <a:cubicBezTo>
                  <a:pt x="759775" y="27432"/>
                  <a:pt x="765810" y="28072"/>
                  <a:pt x="771845" y="29261"/>
                </a:cubicBezTo>
                <a:cubicBezTo>
                  <a:pt x="777880" y="30450"/>
                  <a:pt x="783732" y="32278"/>
                  <a:pt x="789402" y="34564"/>
                </a:cubicBezTo>
                <a:cubicBezTo>
                  <a:pt x="795071" y="36942"/>
                  <a:pt x="800466" y="39776"/>
                  <a:pt x="805586" y="43251"/>
                </a:cubicBezTo>
                <a:cubicBezTo>
                  <a:pt x="810707" y="46634"/>
                  <a:pt x="815370" y="50475"/>
                  <a:pt x="819760" y="54864"/>
                </a:cubicBezTo>
                <a:cubicBezTo>
                  <a:pt x="824057" y="59162"/>
                  <a:pt x="827989" y="63917"/>
                  <a:pt x="831372" y="68946"/>
                </a:cubicBezTo>
                <a:cubicBezTo>
                  <a:pt x="834756" y="74066"/>
                  <a:pt x="837682" y="79461"/>
                  <a:pt x="840059" y="85131"/>
                </a:cubicBezTo>
                <a:cubicBezTo>
                  <a:pt x="842345" y="90800"/>
                  <a:pt x="844174" y="96652"/>
                  <a:pt x="845363" y="102687"/>
                </a:cubicBezTo>
                <a:cubicBezTo>
                  <a:pt x="846552" y="108631"/>
                  <a:pt x="847100" y="114757"/>
                  <a:pt x="847100" y="120884"/>
                </a:cubicBezTo>
              </a:path>
              <a:path w="2552456" h="1670243">
                <a:moveTo>
                  <a:pt x="1534729" y="725302"/>
                </a:moveTo>
                <a:cubicBezTo>
                  <a:pt x="1534729" y="731429"/>
                  <a:pt x="1534180" y="737464"/>
                  <a:pt x="1532992" y="743499"/>
                </a:cubicBezTo>
                <a:cubicBezTo>
                  <a:pt x="1531803" y="749534"/>
                  <a:pt x="1529974" y="755294"/>
                  <a:pt x="1527688" y="760964"/>
                </a:cubicBezTo>
                <a:cubicBezTo>
                  <a:pt x="1525311" y="766633"/>
                  <a:pt x="1522385" y="772028"/>
                  <a:pt x="1519001" y="777149"/>
                </a:cubicBezTo>
                <a:cubicBezTo>
                  <a:pt x="1515618" y="782269"/>
                  <a:pt x="1511686" y="786933"/>
                  <a:pt x="1507388" y="791322"/>
                </a:cubicBezTo>
                <a:cubicBezTo>
                  <a:pt x="1502999" y="795619"/>
                  <a:pt x="1498336" y="799551"/>
                  <a:pt x="1493215" y="802935"/>
                </a:cubicBezTo>
                <a:cubicBezTo>
                  <a:pt x="1488095" y="806318"/>
                  <a:pt x="1482700" y="809244"/>
                  <a:pt x="1477030" y="811530"/>
                </a:cubicBezTo>
                <a:cubicBezTo>
                  <a:pt x="1471361" y="813907"/>
                  <a:pt x="1465509" y="815645"/>
                  <a:pt x="1459474" y="816834"/>
                </a:cubicBezTo>
                <a:cubicBezTo>
                  <a:pt x="1453439" y="818022"/>
                  <a:pt x="1447404" y="818662"/>
                  <a:pt x="1441277" y="818662"/>
                </a:cubicBezTo>
                <a:cubicBezTo>
                  <a:pt x="1435151" y="818662"/>
                  <a:pt x="1429024" y="818022"/>
                  <a:pt x="1422989" y="816834"/>
                </a:cubicBezTo>
                <a:cubicBezTo>
                  <a:pt x="1416954" y="815645"/>
                  <a:pt x="1411102" y="813907"/>
                  <a:pt x="1405433" y="811530"/>
                </a:cubicBezTo>
                <a:cubicBezTo>
                  <a:pt x="1399764" y="809244"/>
                  <a:pt x="1394369" y="806318"/>
                  <a:pt x="1389248" y="802935"/>
                </a:cubicBezTo>
                <a:cubicBezTo>
                  <a:pt x="1384219" y="799551"/>
                  <a:pt x="1379464" y="795619"/>
                  <a:pt x="1375166" y="791322"/>
                </a:cubicBezTo>
                <a:cubicBezTo>
                  <a:pt x="1370777" y="786933"/>
                  <a:pt x="1366937" y="782269"/>
                  <a:pt x="1363462" y="777149"/>
                </a:cubicBezTo>
                <a:cubicBezTo>
                  <a:pt x="1360079" y="772028"/>
                  <a:pt x="1357244" y="766633"/>
                  <a:pt x="1354866" y="760964"/>
                </a:cubicBezTo>
                <a:cubicBezTo>
                  <a:pt x="1352489" y="755294"/>
                  <a:pt x="1350752" y="749534"/>
                  <a:pt x="1349563" y="743499"/>
                </a:cubicBezTo>
                <a:cubicBezTo>
                  <a:pt x="1348374" y="737464"/>
                  <a:pt x="1347734" y="731429"/>
                  <a:pt x="1347734" y="725302"/>
                </a:cubicBezTo>
                <a:cubicBezTo>
                  <a:pt x="1347734" y="719084"/>
                  <a:pt x="1348374" y="713049"/>
                  <a:pt x="1349563" y="707014"/>
                </a:cubicBezTo>
                <a:cubicBezTo>
                  <a:pt x="1350752" y="700979"/>
                  <a:pt x="1352489" y="695218"/>
                  <a:pt x="1354866" y="689549"/>
                </a:cubicBezTo>
                <a:cubicBezTo>
                  <a:pt x="1357244" y="683880"/>
                  <a:pt x="1360079" y="678485"/>
                  <a:pt x="1363462" y="673364"/>
                </a:cubicBezTo>
                <a:cubicBezTo>
                  <a:pt x="1366937" y="668244"/>
                  <a:pt x="1370777" y="663580"/>
                  <a:pt x="1375166" y="659191"/>
                </a:cubicBezTo>
                <a:cubicBezTo>
                  <a:pt x="1379464" y="654893"/>
                  <a:pt x="1384219" y="650961"/>
                  <a:pt x="1389248" y="647578"/>
                </a:cubicBezTo>
                <a:cubicBezTo>
                  <a:pt x="1394369" y="644195"/>
                  <a:pt x="1399764" y="641269"/>
                  <a:pt x="1405433" y="638983"/>
                </a:cubicBezTo>
                <a:cubicBezTo>
                  <a:pt x="1411102" y="636605"/>
                  <a:pt x="1416954" y="634868"/>
                  <a:pt x="1422989" y="633679"/>
                </a:cubicBezTo>
                <a:cubicBezTo>
                  <a:pt x="1429024" y="632490"/>
                  <a:pt x="1435151" y="631850"/>
                  <a:pt x="1441277" y="631850"/>
                </a:cubicBezTo>
                <a:cubicBezTo>
                  <a:pt x="1447404" y="631850"/>
                  <a:pt x="1453439" y="632490"/>
                  <a:pt x="1459474" y="633679"/>
                </a:cubicBezTo>
                <a:cubicBezTo>
                  <a:pt x="1465509" y="634868"/>
                  <a:pt x="1471361" y="636605"/>
                  <a:pt x="1477030" y="638983"/>
                </a:cubicBezTo>
                <a:cubicBezTo>
                  <a:pt x="1482700" y="641269"/>
                  <a:pt x="1488095" y="644195"/>
                  <a:pt x="1493215" y="647578"/>
                </a:cubicBezTo>
                <a:cubicBezTo>
                  <a:pt x="1498336" y="650961"/>
                  <a:pt x="1502999" y="654893"/>
                  <a:pt x="1507388" y="659191"/>
                </a:cubicBezTo>
                <a:cubicBezTo>
                  <a:pt x="1511686" y="663580"/>
                  <a:pt x="1515618" y="668244"/>
                  <a:pt x="1519001" y="673364"/>
                </a:cubicBezTo>
                <a:cubicBezTo>
                  <a:pt x="1522385" y="678485"/>
                  <a:pt x="1525311" y="683880"/>
                  <a:pt x="1527688" y="689549"/>
                </a:cubicBezTo>
                <a:cubicBezTo>
                  <a:pt x="1529974" y="695218"/>
                  <a:pt x="1531803" y="700979"/>
                  <a:pt x="1532992" y="707014"/>
                </a:cubicBezTo>
                <a:cubicBezTo>
                  <a:pt x="1534180" y="713049"/>
                  <a:pt x="1534729" y="719084"/>
                  <a:pt x="1534729" y="725302"/>
                </a:cubicBezTo>
              </a:path>
              <a:path w="2552456" h="1670243">
                <a:moveTo>
                  <a:pt x="2497409" y="93360"/>
                </a:moveTo>
                <a:cubicBezTo>
                  <a:pt x="2497409" y="99578"/>
                  <a:pt x="2496861" y="105613"/>
                  <a:pt x="2495672" y="111648"/>
                </a:cubicBezTo>
                <a:cubicBezTo>
                  <a:pt x="2494392" y="117683"/>
                  <a:pt x="2492654" y="123444"/>
                  <a:pt x="2490277" y="129113"/>
                </a:cubicBezTo>
                <a:cubicBezTo>
                  <a:pt x="2487991" y="134783"/>
                  <a:pt x="2485065" y="140178"/>
                  <a:pt x="2481682" y="145298"/>
                </a:cubicBezTo>
                <a:cubicBezTo>
                  <a:pt x="2478298" y="150419"/>
                  <a:pt x="2474366" y="155082"/>
                  <a:pt x="2470069" y="159471"/>
                </a:cubicBezTo>
                <a:cubicBezTo>
                  <a:pt x="2465680" y="163769"/>
                  <a:pt x="2461016" y="167701"/>
                  <a:pt x="2455896" y="171084"/>
                </a:cubicBezTo>
                <a:cubicBezTo>
                  <a:pt x="2450775" y="174468"/>
                  <a:pt x="2445380" y="177394"/>
                  <a:pt x="2439711" y="179680"/>
                </a:cubicBezTo>
                <a:cubicBezTo>
                  <a:pt x="2434041" y="182057"/>
                  <a:pt x="2428189" y="183794"/>
                  <a:pt x="2422154" y="184983"/>
                </a:cubicBezTo>
                <a:cubicBezTo>
                  <a:pt x="2416119" y="186172"/>
                  <a:pt x="2410084" y="186812"/>
                  <a:pt x="2403958" y="186812"/>
                </a:cubicBezTo>
                <a:cubicBezTo>
                  <a:pt x="2397740" y="186812"/>
                  <a:pt x="2391705" y="186172"/>
                  <a:pt x="2385670" y="184983"/>
                </a:cubicBezTo>
                <a:cubicBezTo>
                  <a:pt x="2379635" y="183794"/>
                  <a:pt x="2373782" y="182057"/>
                  <a:pt x="2368113" y="179680"/>
                </a:cubicBezTo>
                <a:cubicBezTo>
                  <a:pt x="2362444" y="177394"/>
                  <a:pt x="2357049" y="174468"/>
                  <a:pt x="2351928" y="171084"/>
                </a:cubicBezTo>
                <a:cubicBezTo>
                  <a:pt x="2346808" y="167701"/>
                  <a:pt x="2342144" y="163769"/>
                  <a:pt x="2337755" y="159471"/>
                </a:cubicBezTo>
                <a:cubicBezTo>
                  <a:pt x="2333457" y="155082"/>
                  <a:pt x="2329525" y="150419"/>
                  <a:pt x="2326142" y="145298"/>
                </a:cubicBezTo>
                <a:cubicBezTo>
                  <a:pt x="2322759" y="140178"/>
                  <a:pt x="2319833" y="134783"/>
                  <a:pt x="2317547" y="129113"/>
                </a:cubicBezTo>
                <a:cubicBezTo>
                  <a:pt x="2315169" y="123444"/>
                  <a:pt x="2313432" y="117683"/>
                  <a:pt x="2312152" y="111648"/>
                </a:cubicBezTo>
                <a:cubicBezTo>
                  <a:pt x="2310963" y="105613"/>
                  <a:pt x="2310414" y="99578"/>
                  <a:pt x="2310414" y="93360"/>
                </a:cubicBezTo>
                <a:cubicBezTo>
                  <a:pt x="2310414" y="87234"/>
                  <a:pt x="2310963" y="81199"/>
                  <a:pt x="2312152" y="75164"/>
                </a:cubicBezTo>
                <a:cubicBezTo>
                  <a:pt x="2313432" y="69129"/>
                  <a:pt x="2315169" y="63368"/>
                  <a:pt x="2317547" y="57699"/>
                </a:cubicBezTo>
                <a:cubicBezTo>
                  <a:pt x="2319833" y="52029"/>
                  <a:pt x="2322759" y="46634"/>
                  <a:pt x="2326142" y="41514"/>
                </a:cubicBezTo>
                <a:cubicBezTo>
                  <a:pt x="2329525" y="36393"/>
                  <a:pt x="2333457" y="31730"/>
                  <a:pt x="2337755" y="27341"/>
                </a:cubicBezTo>
                <a:cubicBezTo>
                  <a:pt x="2342144" y="23043"/>
                  <a:pt x="2346808" y="19111"/>
                  <a:pt x="2351928" y="15728"/>
                </a:cubicBezTo>
                <a:cubicBezTo>
                  <a:pt x="2357049" y="12344"/>
                  <a:pt x="2362444" y="9418"/>
                  <a:pt x="2368113" y="7132"/>
                </a:cubicBezTo>
                <a:cubicBezTo>
                  <a:pt x="2373782" y="4755"/>
                  <a:pt x="2379635" y="3018"/>
                  <a:pt x="2385670" y="1829"/>
                </a:cubicBezTo>
                <a:cubicBezTo>
                  <a:pt x="2391705" y="640"/>
                  <a:pt x="2397740" y="0"/>
                  <a:pt x="2403958" y="0"/>
                </a:cubicBezTo>
                <a:cubicBezTo>
                  <a:pt x="2410084" y="0"/>
                  <a:pt x="2416119" y="640"/>
                  <a:pt x="2422154" y="1829"/>
                </a:cubicBezTo>
                <a:cubicBezTo>
                  <a:pt x="2428189" y="3018"/>
                  <a:pt x="2434041" y="4755"/>
                  <a:pt x="2439711" y="7132"/>
                </a:cubicBezTo>
                <a:cubicBezTo>
                  <a:pt x="2445380" y="9418"/>
                  <a:pt x="2450775" y="12344"/>
                  <a:pt x="2455896" y="15728"/>
                </a:cubicBezTo>
                <a:cubicBezTo>
                  <a:pt x="2461016" y="19111"/>
                  <a:pt x="2465680" y="23043"/>
                  <a:pt x="2470069" y="27341"/>
                </a:cubicBezTo>
                <a:cubicBezTo>
                  <a:pt x="2474366" y="31730"/>
                  <a:pt x="2478298" y="36393"/>
                  <a:pt x="2481682" y="41514"/>
                </a:cubicBezTo>
                <a:cubicBezTo>
                  <a:pt x="2485065" y="46634"/>
                  <a:pt x="2487991" y="52029"/>
                  <a:pt x="2490277" y="57699"/>
                </a:cubicBezTo>
                <a:cubicBezTo>
                  <a:pt x="2492654" y="63368"/>
                  <a:pt x="2494392" y="69129"/>
                  <a:pt x="2495672" y="75164"/>
                </a:cubicBezTo>
                <a:cubicBezTo>
                  <a:pt x="2496861" y="81199"/>
                  <a:pt x="2497409" y="87234"/>
                  <a:pt x="2497409" y="93360"/>
                </a:cubicBezTo>
              </a:path>
              <a:path w="2552456" h="1670243">
                <a:moveTo>
                  <a:pt x="929670" y="1576883"/>
                </a:moveTo>
                <a:cubicBezTo>
                  <a:pt x="929670" y="1583009"/>
                  <a:pt x="929030" y="1589136"/>
                  <a:pt x="927842" y="1595079"/>
                </a:cubicBezTo>
                <a:cubicBezTo>
                  <a:pt x="926653" y="1601114"/>
                  <a:pt x="924916" y="1606967"/>
                  <a:pt x="922538" y="1612636"/>
                </a:cubicBezTo>
                <a:cubicBezTo>
                  <a:pt x="920161" y="1618305"/>
                  <a:pt x="917326" y="1623700"/>
                  <a:pt x="913943" y="1628821"/>
                </a:cubicBezTo>
                <a:cubicBezTo>
                  <a:pt x="910468" y="1633850"/>
                  <a:pt x="906628" y="1638605"/>
                  <a:pt x="902238" y="1642902"/>
                </a:cubicBezTo>
                <a:cubicBezTo>
                  <a:pt x="897941" y="1647292"/>
                  <a:pt x="893186" y="1651132"/>
                  <a:pt x="888065" y="1654515"/>
                </a:cubicBezTo>
                <a:cubicBezTo>
                  <a:pt x="883036" y="1657990"/>
                  <a:pt x="877641" y="1660825"/>
                  <a:pt x="871972" y="1663202"/>
                </a:cubicBezTo>
                <a:cubicBezTo>
                  <a:pt x="866303" y="1665488"/>
                  <a:pt x="860450" y="1667317"/>
                  <a:pt x="854415" y="1668506"/>
                </a:cubicBezTo>
                <a:cubicBezTo>
                  <a:pt x="848380" y="1669694"/>
                  <a:pt x="842254" y="1670243"/>
                  <a:pt x="836127" y="1670243"/>
                </a:cubicBezTo>
                <a:cubicBezTo>
                  <a:pt x="830001" y="1670243"/>
                  <a:pt x="823966" y="1669694"/>
                  <a:pt x="817931" y="1668506"/>
                </a:cubicBezTo>
                <a:cubicBezTo>
                  <a:pt x="811896" y="1667317"/>
                  <a:pt x="806044" y="1665488"/>
                  <a:pt x="800374" y="1663202"/>
                </a:cubicBezTo>
                <a:cubicBezTo>
                  <a:pt x="794705" y="1660825"/>
                  <a:pt x="789310" y="1657990"/>
                  <a:pt x="784189" y="1654515"/>
                </a:cubicBezTo>
                <a:cubicBezTo>
                  <a:pt x="779069" y="1651132"/>
                  <a:pt x="774405" y="1647292"/>
                  <a:pt x="770016" y="1642902"/>
                </a:cubicBezTo>
                <a:cubicBezTo>
                  <a:pt x="765719" y="1638605"/>
                  <a:pt x="761787" y="1633850"/>
                  <a:pt x="758403" y="1628821"/>
                </a:cubicBezTo>
                <a:cubicBezTo>
                  <a:pt x="755020" y="1623700"/>
                  <a:pt x="752094" y="1618305"/>
                  <a:pt x="749717" y="1612636"/>
                </a:cubicBezTo>
                <a:cubicBezTo>
                  <a:pt x="747431" y="1606967"/>
                  <a:pt x="745602" y="1601114"/>
                  <a:pt x="744413" y="1595079"/>
                </a:cubicBezTo>
                <a:cubicBezTo>
                  <a:pt x="743224" y="1589136"/>
                  <a:pt x="742584" y="1583009"/>
                  <a:pt x="742584" y="1576883"/>
                </a:cubicBezTo>
                <a:cubicBezTo>
                  <a:pt x="742584" y="1570756"/>
                  <a:pt x="743224" y="1564721"/>
                  <a:pt x="744413" y="1558686"/>
                </a:cubicBezTo>
                <a:cubicBezTo>
                  <a:pt x="745602" y="1552651"/>
                  <a:pt x="747431" y="1546799"/>
                  <a:pt x="749717" y="1541130"/>
                </a:cubicBezTo>
                <a:cubicBezTo>
                  <a:pt x="752094" y="1535460"/>
                  <a:pt x="755020" y="1530066"/>
                  <a:pt x="758403" y="1525036"/>
                </a:cubicBezTo>
                <a:cubicBezTo>
                  <a:pt x="761787" y="1519916"/>
                  <a:pt x="765719" y="1515161"/>
                  <a:pt x="770016" y="1510863"/>
                </a:cubicBezTo>
                <a:cubicBezTo>
                  <a:pt x="774405" y="1506474"/>
                  <a:pt x="779069" y="1502634"/>
                  <a:pt x="784189" y="1499250"/>
                </a:cubicBezTo>
                <a:cubicBezTo>
                  <a:pt x="789310" y="1495776"/>
                  <a:pt x="794705" y="1492941"/>
                  <a:pt x="800374" y="1490563"/>
                </a:cubicBezTo>
                <a:cubicBezTo>
                  <a:pt x="806044" y="1488277"/>
                  <a:pt x="811896" y="1486449"/>
                  <a:pt x="817931" y="1485260"/>
                </a:cubicBezTo>
                <a:cubicBezTo>
                  <a:pt x="823966" y="1484071"/>
                  <a:pt x="830001" y="1483523"/>
                  <a:pt x="836127" y="1483523"/>
                </a:cubicBezTo>
                <a:cubicBezTo>
                  <a:pt x="842254" y="1483523"/>
                  <a:pt x="848380" y="1484071"/>
                  <a:pt x="854415" y="1485260"/>
                </a:cubicBezTo>
                <a:cubicBezTo>
                  <a:pt x="860450" y="1486449"/>
                  <a:pt x="866303" y="1488277"/>
                  <a:pt x="871972" y="1490563"/>
                </a:cubicBezTo>
                <a:cubicBezTo>
                  <a:pt x="877641" y="1492941"/>
                  <a:pt x="883036" y="1495776"/>
                  <a:pt x="888065" y="1499250"/>
                </a:cubicBezTo>
                <a:cubicBezTo>
                  <a:pt x="893186" y="1502634"/>
                  <a:pt x="897941" y="1506474"/>
                  <a:pt x="902238" y="1510863"/>
                </a:cubicBezTo>
                <a:cubicBezTo>
                  <a:pt x="906628" y="1515161"/>
                  <a:pt x="910468" y="1519916"/>
                  <a:pt x="913943" y="1525036"/>
                </a:cubicBezTo>
                <a:cubicBezTo>
                  <a:pt x="917326" y="1530066"/>
                  <a:pt x="920161" y="1535460"/>
                  <a:pt x="922538" y="1541130"/>
                </a:cubicBezTo>
                <a:cubicBezTo>
                  <a:pt x="924916" y="1546799"/>
                  <a:pt x="926653" y="1552651"/>
                  <a:pt x="927842" y="1558686"/>
                </a:cubicBezTo>
                <a:cubicBezTo>
                  <a:pt x="929030" y="1564721"/>
                  <a:pt x="929670" y="1570756"/>
                  <a:pt x="929670" y="1576883"/>
                </a:cubicBezTo>
              </a:path>
              <a:path w="2552456" h="1670243">
                <a:moveTo>
                  <a:pt x="2552456" y="1521927"/>
                </a:moveTo>
                <a:cubicBezTo>
                  <a:pt x="2552456" y="1528054"/>
                  <a:pt x="2551816" y="1534180"/>
                  <a:pt x="2550627" y="1540124"/>
                </a:cubicBezTo>
                <a:cubicBezTo>
                  <a:pt x="2549439" y="1546159"/>
                  <a:pt x="2547701" y="1552011"/>
                  <a:pt x="2545324" y="1557680"/>
                </a:cubicBezTo>
                <a:cubicBezTo>
                  <a:pt x="2542946" y="1563350"/>
                  <a:pt x="2540112" y="1568745"/>
                  <a:pt x="2536637" y="1573865"/>
                </a:cubicBezTo>
                <a:cubicBezTo>
                  <a:pt x="2533254" y="1578894"/>
                  <a:pt x="2529413" y="1583649"/>
                  <a:pt x="2525024" y="1587947"/>
                </a:cubicBezTo>
                <a:cubicBezTo>
                  <a:pt x="2520726" y="1592336"/>
                  <a:pt x="2515972" y="1596177"/>
                  <a:pt x="2510851" y="1599560"/>
                </a:cubicBezTo>
                <a:cubicBezTo>
                  <a:pt x="2505730" y="1603035"/>
                  <a:pt x="2500427" y="1605869"/>
                  <a:pt x="2494666" y="1608247"/>
                </a:cubicBezTo>
                <a:cubicBezTo>
                  <a:pt x="2488997" y="1610624"/>
                  <a:pt x="2483145" y="1612362"/>
                  <a:pt x="2477201" y="1613550"/>
                </a:cubicBezTo>
                <a:cubicBezTo>
                  <a:pt x="2471166" y="1614739"/>
                  <a:pt x="2465040" y="1615379"/>
                  <a:pt x="2458913" y="1615379"/>
                </a:cubicBezTo>
                <a:cubicBezTo>
                  <a:pt x="2452787" y="1615379"/>
                  <a:pt x="2446660" y="1614739"/>
                  <a:pt x="2440716" y="1613550"/>
                </a:cubicBezTo>
                <a:cubicBezTo>
                  <a:pt x="2434681" y="1612362"/>
                  <a:pt x="2428829" y="1610624"/>
                  <a:pt x="2423160" y="1608247"/>
                </a:cubicBezTo>
                <a:cubicBezTo>
                  <a:pt x="2417491" y="1605869"/>
                  <a:pt x="2412096" y="1603035"/>
                  <a:pt x="2406975" y="1599560"/>
                </a:cubicBezTo>
                <a:cubicBezTo>
                  <a:pt x="2401854" y="1596177"/>
                  <a:pt x="2397100" y="1592336"/>
                  <a:pt x="2392802" y="1587947"/>
                </a:cubicBezTo>
                <a:cubicBezTo>
                  <a:pt x="2388413" y="1583649"/>
                  <a:pt x="2384572" y="1578894"/>
                  <a:pt x="2381189" y="1573865"/>
                </a:cubicBezTo>
                <a:cubicBezTo>
                  <a:pt x="2377714" y="1568745"/>
                  <a:pt x="2374880" y="1563350"/>
                  <a:pt x="2372502" y="1557680"/>
                </a:cubicBezTo>
                <a:cubicBezTo>
                  <a:pt x="2370216" y="1552011"/>
                  <a:pt x="2368387" y="1546159"/>
                  <a:pt x="2367199" y="1540124"/>
                </a:cubicBezTo>
                <a:cubicBezTo>
                  <a:pt x="2366010" y="1534180"/>
                  <a:pt x="2365370" y="1528054"/>
                  <a:pt x="2365370" y="1521927"/>
                </a:cubicBezTo>
                <a:cubicBezTo>
                  <a:pt x="2365370" y="1515801"/>
                  <a:pt x="2366010" y="1509766"/>
                  <a:pt x="2367199" y="1503731"/>
                </a:cubicBezTo>
                <a:cubicBezTo>
                  <a:pt x="2368387" y="1497696"/>
                  <a:pt x="2370216" y="1491844"/>
                  <a:pt x="2372502" y="1486174"/>
                </a:cubicBezTo>
                <a:cubicBezTo>
                  <a:pt x="2374880" y="1480505"/>
                  <a:pt x="2377714" y="1475110"/>
                  <a:pt x="2381189" y="1470081"/>
                </a:cubicBezTo>
                <a:cubicBezTo>
                  <a:pt x="2384572" y="1464960"/>
                  <a:pt x="2388413" y="1460205"/>
                  <a:pt x="2392802" y="1455908"/>
                </a:cubicBezTo>
                <a:cubicBezTo>
                  <a:pt x="2397100" y="1451519"/>
                  <a:pt x="2401854" y="1447678"/>
                  <a:pt x="2406975" y="1444295"/>
                </a:cubicBezTo>
                <a:cubicBezTo>
                  <a:pt x="2412096" y="1440912"/>
                  <a:pt x="2417491" y="1437985"/>
                  <a:pt x="2423160" y="1435608"/>
                </a:cubicBezTo>
                <a:cubicBezTo>
                  <a:pt x="2428829" y="1433322"/>
                  <a:pt x="2434681" y="1431493"/>
                  <a:pt x="2440716" y="1430304"/>
                </a:cubicBezTo>
                <a:cubicBezTo>
                  <a:pt x="2446660" y="1429116"/>
                  <a:pt x="2452787" y="1428567"/>
                  <a:pt x="2458913" y="1428567"/>
                </a:cubicBezTo>
                <a:cubicBezTo>
                  <a:pt x="2465040" y="1428567"/>
                  <a:pt x="2471166" y="1429116"/>
                  <a:pt x="2477201" y="1430304"/>
                </a:cubicBezTo>
                <a:cubicBezTo>
                  <a:pt x="2483145" y="1431493"/>
                  <a:pt x="2488997" y="1433322"/>
                  <a:pt x="2494666" y="1435608"/>
                </a:cubicBezTo>
                <a:cubicBezTo>
                  <a:pt x="2500427" y="1437985"/>
                  <a:pt x="2505730" y="1440912"/>
                  <a:pt x="2510851" y="1444295"/>
                </a:cubicBezTo>
                <a:cubicBezTo>
                  <a:pt x="2515972" y="1447678"/>
                  <a:pt x="2520726" y="1451519"/>
                  <a:pt x="2525024" y="1455908"/>
                </a:cubicBezTo>
                <a:cubicBezTo>
                  <a:pt x="2529413" y="1460205"/>
                  <a:pt x="2533254" y="1464960"/>
                  <a:pt x="2536637" y="1470081"/>
                </a:cubicBezTo>
                <a:cubicBezTo>
                  <a:pt x="2540112" y="1475110"/>
                  <a:pt x="2542946" y="1480505"/>
                  <a:pt x="2545324" y="1486174"/>
                </a:cubicBezTo>
                <a:cubicBezTo>
                  <a:pt x="2547701" y="1491844"/>
                  <a:pt x="2549439" y="1497696"/>
                  <a:pt x="2550627" y="1503731"/>
                </a:cubicBezTo>
                <a:cubicBezTo>
                  <a:pt x="2551816" y="1509766"/>
                  <a:pt x="2552456" y="1515801"/>
                  <a:pt x="2552456" y="1521927"/>
                </a:cubicBezTo>
              </a:path>
            </a:pathLst>
          </a:custGeom>
          <a:solidFill>
            <a:srgbClr val="FBFAF6"/>
          </a:solidFill>
          <a:ln w="16497">
            <a:solidFill>
              <a:srgbClr val="2D6075"/>
            </a:solidFill>
            <a:prstDash val="solid"/>
          </a:ln>
        </p:spPr>
      </p:sp>
      <p:sp>
        <p:nvSpPr>
          <p:cNvPr id="10" name="Forma 9"/>
          <p:cNvSpPr/>
          <p:nvPr/>
        </p:nvSpPr>
        <p:spPr>
          <a:xfrm>
            <a:off x="4907128" y="1080912"/>
            <a:ext cx="3545037" cy="3615355"/>
          </a:xfrm>
          <a:custGeom>
            <a:avLst/>
            <a:gdLst/>
            <a:ahLst/>
            <a:cxnLst/>
            <a:rect l="l" t="t" r="r" b="b"/>
            <a:pathLst>
              <a:path w="3545037" h="3615355">
                <a:moveTo>
                  <a:pt x="0" y="0"/>
                </a:moveTo>
                <a:lnTo>
                  <a:pt x="3545037" y="0"/>
                </a:lnTo>
                <a:lnTo>
                  <a:pt x="3545037" y="3615355"/>
                </a:lnTo>
                <a:lnTo>
                  <a:pt x="0" y="3615355"/>
                </a:lnTo>
                <a:close/>
              </a:path>
            </a:pathLst>
          </a:custGeom>
          <a:solidFill>
            <a:srgbClr val="F8F6EE"/>
          </a:solidFill>
          <a:ln/>
        </p:spPr>
      </p:sp>
      <p:sp>
        <p:nvSpPr>
          <p:cNvPr id="11" name="Forma 10"/>
          <p:cNvSpPr/>
          <p:nvPr/>
        </p:nvSpPr>
        <p:spPr>
          <a:xfrm>
            <a:off x="5106924" y="1352032"/>
            <a:ext cx="3079608" cy="3073024"/>
          </a:xfrm>
          <a:custGeom>
            <a:avLst/>
            <a:gdLst/>
            <a:ahLst/>
            <a:cxnLst/>
            <a:rect l="l" t="t" r="r" b="b"/>
            <a:pathLst>
              <a:path w="3079608" h="3073024">
                <a:moveTo>
                  <a:pt x="0" y="3073024"/>
                </a:moveTo>
                <a:lnTo>
                  <a:pt x="250180" y="3073024"/>
                </a:lnTo>
                <a:moveTo>
                  <a:pt x="0" y="3073024"/>
                </a:moveTo>
                <a:lnTo>
                  <a:pt x="0" y="2831531"/>
                </a:lnTo>
                <a:moveTo>
                  <a:pt x="0" y="3073024"/>
                </a:moveTo>
                <a:lnTo>
                  <a:pt x="248717" y="2855763"/>
                </a:lnTo>
                <a:moveTo>
                  <a:pt x="250180" y="3073024"/>
                </a:moveTo>
                <a:lnTo>
                  <a:pt x="469362" y="3073024"/>
                </a:lnTo>
                <a:moveTo>
                  <a:pt x="250180" y="3073024"/>
                </a:moveTo>
                <a:lnTo>
                  <a:pt x="470733" y="2891699"/>
                </a:lnTo>
                <a:moveTo>
                  <a:pt x="250180" y="3073024"/>
                </a:moveTo>
                <a:lnTo>
                  <a:pt x="0" y="2831531"/>
                </a:lnTo>
                <a:moveTo>
                  <a:pt x="469362" y="3073024"/>
                </a:moveTo>
                <a:lnTo>
                  <a:pt x="646389" y="3072201"/>
                </a:lnTo>
                <a:moveTo>
                  <a:pt x="469362" y="3073024"/>
                </a:moveTo>
                <a:lnTo>
                  <a:pt x="470733" y="2891699"/>
                </a:lnTo>
                <a:moveTo>
                  <a:pt x="469362" y="3073024"/>
                </a:moveTo>
                <a:lnTo>
                  <a:pt x="646572" y="2875056"/>
                </a:lnTo>
                <a:moveTo>
                  <a:pt x="469362" y="3073024"/>
                </a:moveTo>
                <a:lnTo>
                  <a:pt x="248717" y="2855763"/>
                </a:lnTo>
                <a:moveTo>
                  <a:pt x="646389" y="3072201"/>
                </a:moveTo>
                <a:lnTo>
                  <a:pt x="876544" y="3073024"/>
                </a:lnTo>
                <a:moveTo>
                  <a:pt x="646389" y="3072201"/>
                </a:moveTo>
                <a:lnTo>
                  <a:pt x="646572" y="2875056"/>
                </a:lnTo>
                <a:moveTo>
                  <a:pt x="646389" y="3072201"/>
                </a:moveTo>
                <a:lnTo>
                  <a:pt x="951342" y="2849362"/>
                </a:lnTo>
                <a:moveTo>
                  <a:pt x="646389" y="3072201"/>
                </a:moveTo>
                <a:lnTo>
                  <a:pt x="470733" y="2891699"/>
                </a:lnTo>
                <a:moveTo>
                  <a:pt x="876544" y="3073024"/>
                </a:moveTo>
                <a:lnTo>
                  <a:pt x="1112916" y="3073024"/>
                </a:lnTo>
                <a:moveTo>
                  <a:pt x="876544" y="3073024"/>
                </a:moveTo>
                <a:lnTo>
                  <a:pt x="951342" y="2849362"/>
                </a:lnTo>
                <a:moveTo>
                  <a:pt x="876544" y="3073024"/>
                </a:moveTo>
                <a:lnTo>
                  <a:pt x="1141354" y="2830982"/>
                </a:lnTo>
                <a:moveTo>
                  <a:pt x="1112916" y="3073024"/>
                </a:moveTo>
                <a:lnTo>
                  <a:pt x="1386779" y="3035168"/>
                </a:lnTo>
                <a:moveTo>
                  <a:pt x="1112916" y="3073024"/>
                </a:moveTo>
                <a:lnTo>
                  <a:pt x="1141354" y="2830982"/>
                </a:lnTo>
                <a:moveTo>
                  <a:pt x="1112916" y="3073024"/>
                </a:moveTo>
                <a:lnTo>
                  <a:pt x="951342" y="2849362"/>
                </a:lnTo>
                <a:moveTo>
                  <a:pt x="1386779" y="3035168"/>
                </a:moveTo>
                <a:lnTo>
                  <a:pt x="1584472" y="3073024"/>
                </a:lnTo>
                <a:moveTo>
                  <a:pt x="1386779" y="3035168"/>
                </a:moveTo>
                <a:lnTo>
                  <a:pt x="1390162" y="2864175"/>
                </a:lnTo>
                <a:moveTo>
                  <a:pt x="1386779" y="3035168"/>
                </a:moveTo>
                <a:lnTo>
                  <a:pt x="1662379" y="2817815"/>
                </a:lnTo>
                <a:moveTo>
                  <a:pt x="1386779" y="3035168"/>
                </a:moveTo>
                <a:lnTo>
                  <a:pt x="1141354" y="2830982"/>
                </a:lnTo>
                <a:moveTo>
                  <a:pt x="1584472" y="3073024"/>
                </a:moveTo>
                <a:lnTo>
                  <a:pt x="1875526" y="3021086"/>
                </a:lnTo>
                <a:moveTo>
                  <a:pt x="1584472" y="3073024"/>
                </a:moveTo>
                <a:lnTo>
                  <a:pt x="1662379" y="2817815"/>
                </a:lnTo>
                <a:moveTo>
                  <a:pt x="1584472" y="3073024"/>
                </a:moveTo>
                <a:lnTo>
                  <a:pt x="1830995" y="2832354"/>
                </a:lnTo>
                <a:moveTo>
                  <a:pt x="1584472" y="3073024"/>
                </a:moveTo>
                <a:lnTo>
                  <a:pt x="1390162" y="2864175"/>
                </a:lnTo>
                <a:moveTo>
                  <a:pt x="1875526" y="3021086"/>
                </a:moveTo>
                <a:lnTo>
                  <a:pt x="2102297" y="3073024"/>
                </a:lnTo>
                <a:moveTo>
                  <a:pt x="1875526" y="3021086"/>
                </a:moveTo>
                <a:lnTo>
                  <a:pt x="1830995" y="2832354"/>
                </a:lnTo>
                <a:moveTo>
                  <a:pt x="1875526" y="3021086"/>
                </a:moveTo>
                <a:lnTo>
                  <a:pt x="2096353" y="2797424"/>
                </a:lnTo>
                <a:moveTo>
                  <a:pt x="1875526" y="3021086"/>
                </a:moveTo>
                <a:lnTo>
                  <a:pt x="1662379" y="2817815"/>
                </a:lnTo>
                <a:moveTo>
                  <a:pt x="2102297" y="3073024"/>
                </a:moveTo>
                <a:lnTo>
                  <a:pt x="2381372" y="3073024"/>
                </a:lnTo>
                <a:moveTo>
                  <a:pt x="2102297" y="3073024"/>
                </a:moveTo>
                <a:lnTo>
                  <a:pt x="2096353" y="2797424"/>
                </a:lnTo>
                <a:moveTo>
                  <a:pt x="2102297" y="3073024"/>
                </a:moveTo>
                <a:lnTo>
                  <a:pt x="2352568" y="2865547"/>
                </a:lnTo>
                <a:moveTo>
                  <a:pt x="2102297" y="3073024"/>
                </a:moveTo>
                <a:lnTo>
                  <a:pt x="1830995" y="2832354"/>
                </a:lnTo>
                <a:moveTo>
                  <a:pt x="2381372" y="3073024"/>
                </a:moveTo>
                <a:lnTo>
                  <a:pt x="2600188" y="3073024"/>
                </a:lnTo>
                <a:moveTo>
                  <a:pt x="2381372" y="3073024"/>
                </a:moveTo>
                <a:lnTo>
                  <a:pt x="2352568" y="2865547"/>
                </a:lnTo>
                <a:moveTo>
                  <a:pt x="2381372" y="3073024"/>
                </a:moveTo>
                <a:lnTo>
                  <a:pt x="2614361" y="2885298"/>
                </a:lnTo>
                <a:moveTo>
                  <a:pt x="2381372" y="3073024"/>
                </a:moveTo>
                <a:lnTo>
                  <a:pt x="2096353" y="2797424"/>
                </a:lnTo>
                <a:moveTo>
                  <a:pt x="2600188" y="3073024"/>
                </a:moveTo>
                <a:lnTo>
                  <a:pt x="2749784" y="3073024"/>
                </a:lnTo>
                <a:moveTo>
                  <a:pt x="2600188" y="3073024"/>
                </a:moveTo>
                <a:lnTo>
                  <a:pt x="2614361" y="2885298"/>
                </a:lnTo>
                <a:moveTo>
                  <a:pt x="2600188" y="3073024"/>
                </a:moveTo>
                <a:lnTo>
                  <a:pt x="2352568" y="2865547"/>
                </a:lnTo>
                <a:moveTo>
                  <a:pt x="2749784" y="3073024"/>
                </a:moveTo>
                <a:lnTo>
                  <a:pt x="3001427" y="3036357"/>
                </a:lnTo>
                <a:moveTo>
                  <a:pt x="2749784" y="3073024"/>
                </a:moveTo>
                <a:lnTo>
                  <a:pt x="2781605" y="2811140"/>
                </a:lnTo>
                <a:moveTo>
                  <a:pt x="2749784" y="3073024"/>
                </a:moveTo>
                <a:lnTo>
                  <a:pt x="2983230" y="2842230"/>
                </a:lnTo>
                <a:moveTo>
                  <a:pt x="2749784" y="3073024"/>
                </a:moveTo>
                <a:lnTo>
                  <a:pt x="2614361" y="2885298"/>
                </a:lnTo>
                <a:moveTo>
                  <a:pt x="3001427" y="3036357"/>
                </a:moveTo>
                <a:lnTo>
                  <a:pt x="2983230" y="2842230"/>
                </a:lnTo>
                <a:moveTo>
                  <a:pt x="3001427" y="3036357"/>
                </a:moveTo>
                <a:lnTo>
                  <a:pt x="2781605" y="2811140"/>
                </a:lnTo>
                <a:moveTo>
                  <a:pt x="0" y="2831531"/>
                </a:moveTo>
                <a:lnTo>
                  <a:pt x="248717" y="2855763"/>
                </a:lnTo>
                <a:moveTo>
                  <a:pt x="0" y="2831531"/>
                </a:moveTo>
                <a:lnTo>
                  <a:pt x="0" y="2589398"/>
                </a:lnTo>
                <a:moveTo>
                  <a:pt x="0" y="2831531"/>
                </a:moveTo>
                <a:lnTo>
                  <a:pt x="263347" y="2600462"/>
                </a:lnTo>
                <a:moveTo>
                  <a:pt x="248717" y="2855763"/>
                </a:moveTo>
                <a:lnTo>
                  <a:pt x="470733" y="2891699"/>
                </a:lnTo>
                <a:moveTo>
                  <a:pt x="248717" y="2855763"/>
                </a:moveTo>
                <a:lnTo>
                  <a:pt x="263347" y="2600462"/>
                </a:lnTo>
                <a:moveTo>
                  <a:pt x="248717" y="2855763"/>
                </a:moveTo>
                <a:lnTo>
                  <a:pt x="508864" y="2630546"/>
                </a:lnTo>
                <a:moveTo>
                  <a:pt x="248717" y="2855763"/>
                </a:moveTo>
                <a:lnTo>
                  <a:pt x="0" y="2589398"/>
                </a:lnTo>
                <a:moveTo>
                  <a:pt x="470733" y="2891699"/>
                </a:moveTo>
                <a:lnTo>
                  <a:pt x="646572" y="2875056"/>
                </a:lnTo>
                <a:moveTo>
                  <a:pt x="470733" y="2891699"/>
                </a:moveTo>
                <a:lnTo>
                  <a:pt x="508864" y="2630546"/>
                </a:lnTo>
                <a:moveTo>
                  <a:pt x="470733" y="2891699"/>
                </a:moveTo>
                <a:lnTo>
                  <a:pt x="720456" y="2597902"/>
                </a:lnTo>
                <a:moveTo>
                  <a:pt x="470733" y="2891699"/>
                </a:moveTo>
                <a:lnTo>
                  <a:pt x="263347" y="2600462"/>
                </a:lnTo>
                <a:moveTo>
                  <a:pt x="646572" y="2875056"/>
                </a:moveTo>
                <a:lnTo>
                  <a:pt x="951342" y="2849362"/>
                </a:lnTo>
                <a:moveTo>
                  <a:pt x="646572" y="2875056"/>
                </a:moveTo>
                <a:lnTo>
                  <a:pt x="720456" y="2597902"/>
                </a:lnTo>
                <a:moveTo>
                  <a:pt x="646572" y="2875056"/>
                </a:moveTo>
                <a:lnTo>
                  <a:pt x="508864" y="2630546"/>
                </a:lnTo>
                <a:moveTo>
                  <a:pt x="951342" y="2849362"/>
                </a:moveTo>
                <a:lnTo>
                  <a:pt x="1141354" y="2830982"/>
                </a:lnTo>
                <a:moveTo>
                  <a:pt x="951342" y="2849362"/>
                </a:moveTo>
                <a:lnTo>
                  <a:pt x="939729" y="2613904"/>
                </a:lnTo>
                <a:moveTo>
                  <a:pt x="951342" y="2849362"/>
                </a:moveTo>
                <a:lnTo>
                  <a:pt x="1202527" y="2557211"/>
                </a:lnTo>
                <a:moveTo>
                  <a:pt x="951342" y="2849362"/>
                </a:moveTo>
                <a:lnTo>
                  <a:pt x="720456" y="2597902"/>
                </a:lnTo>
                <a:moveTo>
                  <a:pt x="1141354" y="2830982"/>
                </a:moveTo>
                <a:lnTo>
                  <a:pt x="1390162" y="2864175"/>
                </a:lnTo>
                <a:moveTo>
                  <a:pt x="1141354" y="2830982"/>
                </a:moveTo>
                <a:lnTo>
                  <a:pt x="1392540" y="2589855"/>
                </a:lnTo>
                <a:moveTo>
                  <a:pt x="1390162" y="2864175"/>
                </a:moveTo>
                <a:lnTo>
                  <a:pt x="1662379" y="2817815"/>
                </a:lnTo>
                <a:moveTo>
                  <a:pt x="1390162" y="2864175"/>
                </a:moveTo>
                <a:lnTo>
                  <a:pt x="1392540" y="2589855"/>
                </a:lnTo>
                <a:moveTo>
                  <a:pt x="1390162" y="2864175"/>
                </a:moveTo>
                <a:lnTo>
                  <a:pt x="1577066" y="2585557"/>
                </a:lnTo>
                <a:moveTo>
                  <a:pt x="1390162" y="2864175"/>
                </a:moveTo>
                <a:lnTo>
                  <a:pt x="1202527" y="2557211"/>
                </a:lnTo>
                <a:moveTo>
                  <a:pt x="1662379" y="2817815"/>
                </a:moveTo>
                <a:lnTo>
                  <a:pt x="1830995" y="2832354"/>
                </a:lnTo>
                <a:moveTo>
                  <a:pt x="1662379" y="2817815"/>
                </a:moveTo>
                <a:lnTo>
                  <a:pt x="1577066" y="2585557"/>
                </a:lnTo>
                <a:moveTo>
                  <a:pt x="1662379" y="2817815"/>
                </a:moveTo>
                <a:lnTo>
                  <a:pt x="1877903" y="2551633"/>
                </a:lnTo>
                <a:moveTo>
                  <a:pt x="1662379" y="2817815"/>
                </a:moveTo>
                <a:lnTo>
                  <a:pt x="1392540" y="2589855"/>
                </a:lnTo>
                <a:moveTo>
                  <a:pt x="1830995" y="2832354"/>
                </a:moveTo>
                <a:lnTo>
                  <a:pt x="2096353" y="2797424"/>
                </a:lnTo>
                <a:moveTo>
                  <a:pt x="1830995" y="2832354"/>
                </a:moveTo>
                <a:lnTo>
                  <a:pt x="1877903" y="2551633"/>
                </a:lnTo>
                <a:moveTo>
                  <a:pt x="1830995" y="2832354"/>
                </a:moveTo>
                <a:lnTo>
                  <a:pt x="2130826" y="2633838"/>
                </a:lnTo>
                <a:moveTo>
                  <a:pt x="1830995" y="2832354"/>
                </a:moveTo>
                <a:lnTo>
                  <a:pt x="1577066" y="2585557"/>
                </a:lnTo>
                <a:moveTo>
                  <a:pt x="2096353" y="2797424"/>
                </a:moveTo>
                <a:lnTo>
                  <a:pt x="2130826" y="2633838"/>
                </a:lnTo>
                <a:moveTo>
                  <a:pt x="2096353" y="2797424"/>
                </a:moveTo>
                <a:lnTo>
                  <a:pt x="2312700" y="2589306"/>
                </a:lnTo>
                <a:moveTo>
                  <a:pt x="2096353" y="2797424"/>
                </a:moveTo>
                <a:lnTo>
                  <a:pt x="1877903" y="2551633"/>
                </a:lnTo>
                <a:moveTo>
                  <a:pt x="2352568" y="2865547"/>
                </a:moveTo>
                <a:lnTo>
                  <a:pt x="2614361" y="2885298"/>
                </a:lnTo>
                <a:moveTo>
                  <a:pt x="2352568" y="2865547"/>
                </a:moveTo>
                <a:lnTo>
                  <a:pt x="2312700" y="2589306"/>
                </a:lnTo>
                <a:moveTo>
                  <a:pt x="2352568" y="2865547"/>
                </a:moveTo>
                <a:lnTo>
                  <a:pt x="2502987" y="2613355"/>
                </a:lnTo>
                <a:moveTo>
                  <a:pt x="2352568" y="2865547"/>
                </a:moveTo>
                <a:lnTo>
                  <a:pt x="2130826" y="2633838"/>
                </a:lnTo>
                <a:moveTo>
                  <a:pt x="2614361" y="2885298"/>
                </a:moveTo>
                <a:lnTo>
                  <a:pt x="2781605" y="2811140"/>
                </a:lnTo>
                <a:moveTo>
                  <a:pt x="2614361" y="2885298"/>
                </a:moveTo>
                <a:lnTo>
                  <a:pt x="2502987" y="2613355"/>
                </a:lnTo>
                <a:moveTo>
                  <a:pt x="2614361" y="2885298"/>
                </a:moveTo>
                <a:lnTo>
                  <a:pt x="2752527" y="2653314"/>
                </a:lnTo>
                <a:moveTo>
                  <a:pt x="2614361" y="2885298"/>
                </a:moveTo>
                <a:lnTo>
                  <a:pt x="2312700" y="2589306"/>
                </a:lnTo>
                <a:moveTo>
                  <a:pt x="2781605" y="2811140"/>
                </a:moveTo>
                <a:lnTo>
                  <a:pt x="2983230" y="2842230"/>
                </a:lnTo>
                <a:moveTo>
                  <a:pt x="2781605" y="2811140"/>
                </a:moveTo>
                <a:lnTo>
                  <a:pt x="2752527" y="2653314"/>
                </a:lnTo>
                <a:moveTo>
                  <a:pt x="2781605" y="2811140"/>
                </a:moveTo>
                <a:lnTo>
                  <a:pt x="2972440" y="2577694"/>
                </a:lnTo>
                <a:moveTo>
                  <a:pt x="2781605" y="2811140"/>
                </a:moveTo>
                <a:lnTo>
                  <a:pt x="2502987" y="2613355"/>
                </a:lnTo>
                <a:moveTo>
                  <a:pt x="2983230" y="2842230"/>
                </a:moveTo>
                <a:lnTo>
                  <a:pt x="2972440" y="2577694"/>
                </a:lnTo>
                <a:moveTo>
                  <a:pt x="2983230" y="2842230"/>
                </a:moveTo>
                <a:lnTo>
                  <a:pt x="2752527" y="2653314"/>
                </a:lnTo>
                <a:moveTo>
                  <a:pt x="0" y="2589398"/>
                </a:moveTo>
                <a:lnTo>
                  <a:pt x="263347" y="2600462"/>
                </a:lnTo>
                <a:moveTo>
                  <a:pt x="0" y="2589398"/>
                </a:moveTo>
                <a:lnTo>
                  <a:pt x="0" y="2406152"/>
                </a:lnTo>
                <a:moveTo>
                  <a:pt x="263347" y="2600462"/>
                </a:moveTo>
                <a:lnTo>
                  <a:pt x="508864" y="2630546"/>
                </a:lnTo>
                <a:moveTo>
                  <a:pt x="263347" y="2600462"/>
                </a:moveTo>
                <a:lnTo>
                  <a:pt x="219913" y="2333732"/>
                </a:lnTo>
                <a:moveTo>
                  <a:pt x="263347" y="2600462"/>
                </a:moveTo>
                <a:lnTo>
                  <a:pt x="0" y="2406152"/>
                </a:lnTo>
                <a:moveTo>
                  <a:pt x="508864" y="2630546"/>
                </a:moveTo>
                <a:lnTo>
                  <a:pt x="720456" y="2597902"/>
                </a:lnTo>
                <a:moveTo>
                  <a:pt x="508864" y="2630546"/>
                </a:moveTo>
                <a:lnTo>
                  <a:pt x="416418" y="2382652"/>
                </a:lnTo>
                <a:moveTo>
                  <a:pt x="508864" y="2630546"/>
                </a:moveTo>
                <a:lnTo>
                  <a:pt x="703539" y="2332269"/>
                </a:lnTo>
                <a:moveTo>
                  <a:pt x="508864" y="2630546"/>
                </a:moveTo>
                <a:lnTo>
                  <a:pt x="219913" y="2333732"/>
                </a:lnTo>
                <a:moveTo>
                  <a:pt x="720456" y="2597902"/>
                </a:moveTo>
                <a:lnTo>
                  <a:pt x="939729" y="2613904"/>
                </a:lnTo>
                <a:moveTo>
                  <a:pt x="720456" y="2597902"/>
                </a:moveTo>
                <a:lnTo>
                  <a:pt x="703539" y="2332269"/>
                </a:lnTo>
                <a:moveTo>
                  <a:pt x="720456" y="2597902"/>
                </a:moveTo>
                <a:lnTo>
                  <a:pt x="967527" y="2334555"/>
                </a:lnTo>
                <a:moveTo>
                  <a:pt x="720456" y="2597902"/>
                </a:moveTo>
                <a:lnTo>
                  <a:pt x="416418" y="2382652"/>
                </a:lnTo>
                <a:moveTo>
                  <a:pt x="939729" y="2613904"/>
                </a:moveTo>
                <a:lnTo>
                  <a:pt x="1202527" y="2557211"/>
                </a:lnTo>
                <a:moveTo>
                  <a:pt x="939729" y="2613904"/>
                </a:moveTo>
                <a:lnTo>
                  <a:pt x="967527" y="2334555"/>
                </a:lnTo>
                <a:moveTo>
                  <a:pt x="939729" y="2613904"/>
                </a:moveTo>
                <a:lnTo>
                  <a:pt x="1137239" y="2386584"/>
                </a:lnTo>
                <a:moveTo>
                  <a:pt x="939729" y="2613904"/>
                </a:moveTo>
                <a:lnTo>
                  <a:pt x="703539" y="2332269"/>
                </a:lnTo>
                <a:moveTo>
                  <a:pt x="1202527" y="2557211"/>
                </a:moveTo>
                <a:lnTo>
                  <a:pt x="1137239" y="2386584"/>
                </a:lnTo>
                <a:moveTo>
                  <a:pt x="1202527" y="2557211"/>
                </a:moveTo>
                <a:lnTo>
                  <a:pt x="1379190" y="2332177"/>
                </a:lnTo>
                <a:moveTo>
                  <a:pt x="1202527" y="2557211"/>
                </a:moveTo>
                <a:lnTo>
                  <a:pt x="967527" y="2334555"/>
                </a:lnTo>
                <a:moveTo>
                  <a:pt x="1392540" y="2589855"/>
                </a:moveTo>
                <a:lnTo>
                  <a:pt x="1577066" y="2585557"/>
                </a:lnTo>
                <a:moveTo>
                  <a:pt x="1392540" y="2589855"/>
                </a:moveTo>
                <a:lnTo>
                  <a:pt x="1379190" y="2332177"/>
                </a:lnTo>
                <a:moveTo>
                  <a:pt x="1392540" y="2589855"/>
                </a:moveTo>
                <a:lnTo>
                  <a:pt x="1681399" y="2417308"/>
                </a:lnTo>
                <a:moveTo>
                  <a:pt x="1392540" y="2589855"/>
                </a:moveTo>
                <a:lnTo>
                  <a:pt x="1137239" y="2386584"/>
                </a:lnTo>
                <a:moveTo>
                  <a:pt x="1577066" y="2585557"/>
                </a:moveTo>
                <a:lnTo>
                  <a:pt x="1877903" y="2551633"/>
                </a:lnTo>
                <a:moveTo>
                  <a:pt x="1577066" y="2585557"/>
                </a:moveTo>
                <a:lnTo>
                  <a:pt x="1681399" y="2417308"/>
                </a:lnTo>
                <a:moveTo>
                  <a:pt x="1577066" y="2585557"/>
                </a:moveTo>
                <a:lnTo>
                  <a:pt x="1823131" y="2407890"/>
                </a:lnTo>
                <a:moveTo>
                  <a:pt x="1577066" y="2585557"/>
                </a:moveTo>
                <a:lnTo>
                  <a:pt x="1379190" y="2332177"/>
                </a:lnTo>
                <a:moveTo>
                  <a:pt x="1877903" y="2551633"/>
                </a:moveTo>
                <a:lnTo>
                  <a:pt x="1823131" y="2407890"/>
                </a:lnTo>
                <a:moveTo>
                  <a:pt x="1877903" y="2551633"/>
                </a:moveTo>
                <a:lnTo>
                  <a:pt x="1681399" y="2417308"/>
                </a:lnTo>
                <a:moveTo>
                  <a:pt x="2130826" y="2633838"/>
                </a:moveTo>
                <a:lnTo>
                  <a:pt x="2062338" y="2378537"/>
                </a:lnTo>
                <a:moveTo>
                  <a:pt x="2130826" y="2633838"/>
                </a:moveTo>
                <a:lnTo>
                  <a:pt x="2336292" y="2404323"/>
                </a:lnTo>
                <a:moveTo>
                  <a:pt x="2130826" y="2633838"/>
                </a:moveTo>
                <a:lnTo>
                  <a:pt x="1823131" y="2407890"/>
                </a:lnTo>
                <a:moveTo>
                  <a:pt x="2312700" y="2589306"/>
                </a:moveTo>
                <a:lnTo>
                  <a:pt x="2502987" y="2613355"/>
                </a:lnTo>
                <a:moveTo>
                  <a:pt x="2312700" y="2589306"/>
                </a:moveTo>
                <a:lnTo>
                  <a:pt x="2336292" y="2404323"/>
                </a:lnTo>
                <a:moveTo>
                  <a:pt x="2312700" y="2589306"/>
                </a:moveTo>
                <a:lnTo>
                  <a:pt x="2500884" y="2386127"/>
                </a:lnTo>
                <a:moveTo>
                  <a:pt x="2312700" y="2589306"/>
                </a:moveTo>
                <a:lnTo>
                  <a:pt x="2062338" y="2378537"/>
                </a:lnTo>
                <a:moveTo>
                  <a:pt x="2502987" y="2613355"/>
                </a:moveTo>
                <a:lnTo>
                  <a:pt x="2752527" y="2653314"/>
                </a:lnTo>
                <a:moveTo>
                  <a:pt x="2502987" y="2613355"/>
                </a:moveTo>
                <a:lnTo>
                  <a:pt x="2500884" y="2386127"/>
                </a:lnTo>
                <a:moveTo>
                  <a:pt x="2502987" y="2613355"/>
                </a:moveTo>
                <a:lnTo>
                  <a:pt x="2775936" y="2369119"/>
                </a:lnTo>
                <a:moveTo>
                  <a:pt x="2502987" y="2613355"/>
                </a:moveTo>
                <a:lnTo>
                  <a:pt x="2336292" y="2404323"/>
                </a:lnTo>
                <a:moveTo>
                  <a:pt x="2752527" y="2653314"/>
                </a:moveTo>
                <a:lnTo>
                  <a:pt x="2972440" y="2577694"/>
                </a:lnTo>
                <a:moveTo>
                  <a:pt x="2752527" y="2653314"/>
                </a:moveTo>
                <a:lnTo>
                  <a:pt x="2775936" y="2369119"/>
                </a:lnTo>
                <a:moveTo>
                  <a:pt x="2752527" y="2653314"/>
                </a:moveTo>
                <a:lnTo>
                  <a:pt x="3076407" y="2354671"/>
                </a:lnTo>
                <a:moveTo>
                  <a:pt x="2972440" y="2577694"/>
                </a:moveTo>
                <a:lnTo>
                  <a:pt x="3076407" y="2354671"/>
                </a:lnTo>
                <a:moveTo>
                  <a:pt x="2972440" y="2577694"/>
                </a:moveTo>
                <a:lnTo>
                  <a:pt x="2775936" y="2369119"/>
                </a:lnTo>
                <a:moveTo>
                  <a:pt x="0" y="2406152"/>
                </a:moveTo>
                <a:lnTo>
                  <a:pt x="219913" y="2333732"/>
                </a:lnTo>
                <a:moveTo>
                  <a:pt x="0" y="2406152"/>
                </a:moveTo>
                <a:lnTo>
                  <a:pt x="1829" y="2131009"/>
                </a:lnTo>
                <a:moveTo>
                  <a:pt x="0" y="2406152"/>
                </a:moveTo>
                <a:lnTo>
                  <a:pt x="253106" y="2196389"/>
                </a:lnTo>
                <a:moveTo>
                  <a:pt x="219913" y="2333732"/>
                </a:moveTo>
                <a:lnTo>
                  <a:pt x="416418" y="2382652"/>
                </a:lnTo>
                <a:moveTo>
                  <a:pt x="219913" y="2333732"/>
                </a:moveTo>
                <a:lnTo>
                  <a:pt x="253106" y="2196389"/>
                </a:lnTo>
                <a:moveTo>
                  <a:pt x="219913" y="2333732"/>
                </a:moveTo>
                <a:lnTo>
                  <a:pt x="1829" y="2131009"/>
                </a:lnTo>
                <a:moveTo>
                  <a:pt x="416418" y="2382652"/>
                </a:moveTo>
                <a:lnTo>
                  <a:pt x="511607" y="2112173"/>
                </a:lnTo>
                <a:moveTo>
                  <a:pt x="416418" y="2382652"/>
                </a:moveTo>
                <a:lnTo>
                  <a:pt x="253106" y="2196389"/>
                </a:lnTo>
                <a:moveTo>
                  <a:pt x="703539" y="2332269"/>
                </a:moveTo>
                <a:lnTo>
                  <a:pt x="967527" y="2334555"/>
                </a:lnTo>
                <a:moveTo>
                  <a:pt x="703539" y="2332269"/>
                </a:moveTo>
                <a:lnTo>
                  <a:pt x="741396" y="2110161"/>
                </a:lnTo>
                <a:moveTo>
                  <a:pt x="703539" y="2332269"/>
                </a:moveTo>
                <a:lnTo>
                  <a:pt x="917875" y="2156430"/>
                </a:lnTo>
                <a:moveTo>
                  <a:pt x="703539" y="2332269"/>
                </a:moveTo>
                <a:lnTo>
                  <a:pt x="511607" y="2112173"/>
                </a:lnTo>
                <a:moveTo>
                  <a:pt x="967527" y="2334555"/>
                </a:moveTo>
                <a:lnTo>
                  <a:pt x="1137239" y="2386584"/>
                </a:lnTo>
                <a:moveTo>
                  <a:pt x="967527" y="2334555"/>
                </a:moveTo>
                <a:lnTo>
                  <a:pt x="917875" y="2156430"/>
                </a:lnTo>
                <a:moveTo>
                  <a:pt x="967527" y="2334555"/>
                </a:moveTo>
                <a:lnTo>
                  <a:pt x="741396" y="2110161"/>
                </a:lnTo>
                <a:moveTo>
                  <a:pt x="1137239" y="2386584"/>
                </a:moveTo>
                <a:lnTo>
                  <a:pt x="1379190" y="2332177"/>
                </a:lnTo>
                <a:moveTo>
                  <a:pt x="1137239" y="2386584"/>
                </a:moveTo>
                <a:lnTo>
                  <a:pt x="1116848" y="2129089"/>
                </a:lnTo>
                <a:moveTo>
                  <a:pt x="1137239" y="2386584"/>
                </a:moveTo>
                <a:lnTo>
                  <a:pt x="1344717" y="2194926"/>
                </a:lnTo>
                <a:moveTo>
                  <a:pt x="1137239" y="2386584"/>
                </a:moveTo>
                <a:lnTo>
                  <a:pt x="917875" y="2156430"/>
                </a:lnTo>
                <a:moveTo>
                  <a:pt x="1379190" y="2332177"/>
                </a:moveTo>
                <a:lnTo>
                  <a:pt x="1681399" y="2417308"/>
                </a:lnTo>
                <a:moveTo>
                  <a:pt x="1379190" y="2332177"/>
                </a:moveTo>
                <a:lnTo>
                  <a:pt x="1594256" y="2183953"/>
                </a:lnTo>
                <a:moveTo>
                  <a:pt x="1379190" y="2332177"/>
                </a:moveTo>
                <a:lnTo>
                  <a:pt x="1116848" y="2129089"/>
                </a:lnTo>
                <a:moveTo>
                  <a:pt x="1681399" y="2417308"/>
                </a:moveTo>
                <a:lnTo>
                  <a:pt x="1594256" y="2183953"/>
                </a:lnTo>
                <a:moveTo>
                  <a:pt x="1681399" y="2417308"/>
                </a:moveTo>
                <a:lnTo>
                  <a:pt x="1842150" y="2196663"/>
                </a:lnTo>
                <a:moveTo>
                  <a:pt x="1681399" y="2417308"/>
                </a:moveTo>
                <a:lnTo>
                  <a:pt x="1344717" y="2194926"/>
                </a:lnTo>
                <a:moveTo>
                  <a:pt x="1823131" y="2407890"/>
                </a:moveTo>
                <a:lnTo>
                  <a:pt x="2062338" y="2378537"/>
                </a:lnTo>
                <a:moveTo>
                  <a:pt x="1823131" y="2407890"/>
                </a:moveTo>
                <a:lnTo>
                  <a:pt x="1842150" y="2196663"/>
                </a:lnTo>
                <a:moveTo>
                  <a:pt x="1823131" y="2407890"/>
                </a:moveTo>
                <a:lnTo>
                  <a:pt x="2035180" y="2185142"/>
                </a:lnTo>
                <a:moveTo>
                  <a:pt x="1823131" y="2407890"/>
                </a:moveTo>
                <a:lnTo>
                  <a:pt x="1594256" y="2183953"/>
                </a:lnTo>
                <a:moveTo>
                  <a:pt x="2062338" y="2378537"/>
                </a:moveTo>
                <a:lnTo>
                  <a:pt x="2336292" y="2404323"/>
                </a:lnTo>
                <a:moveTo>
                  <a:pt x="2062338" y="2378537"/>
                </a:moveTo>
                <a:lnTo>
                  <a:pt x="2279599" y="2160544"/>
                </a:lnTo>
                <a:moveTo>
                  <a:pt x="2062338" y="2378537"/>
                </a:moveTo>
                <a:lnTo>
                  <a:pt x="1842150" y="2196663"/>
                </a:lnTo>
                <a:moveTo>
                  <a:pt x="2336292" y="2404323"/>
                </a:moveTo>
                <a:lnTo>
                  <a:pt x="2500884" y="2386127"/>
                </a:lnTo>
                <a:moveTo>
                  <a:pt x="2336292" y="2404323"/>
                </a:moveTo>
                <a:lnTo>
                  <a:pt x="2279599" y="2160544"/>
                </a:lnTo>
                <a:moveTo>
                  <a:pt x="2336292" y="2404323"/>
                </a:moveTo>
                <a:lnTo>
                  <a:pt x="2503353" y="2101291"/>
                </a:lnTo>
                <a:moveTo>
                  <a:pt x="2336292" y="2404323"/>
                </a:moveTo>
                <a:lnTo>
                  <a:pt x="2035180" y="2185142"/>
                </a:lnTo>
                <a:moveTo>
                  <a:pt x="2500884" y="2386127"/>
                </a:moveTo>
                <a:lnTo>
                  <a:pt x="2775936" y="2369119"/>
                </a:lnTo>
                <a:moveTo>
                  <a:pt x="2500884" y="2386127"/>
                </a:moveTo>
                <a:lnTo>
                  <a:pt x="2503353" y="2101291"/>
                </a:lnTo>
                <a:moveTo>
                  <a:pt x="2500884" y="2386127"/>
                </a:moveTo>
                <a:lnTo>
                  <a:pt x="2804373" y="2185507"/>
                </a:lnTo>
                <a:moveTo>
                  <a:pt x="2500884" y="2386127"/>
                </a:moveTo>
                <a:lnTo>
                  <a:pt x="2279599" y="2160544"/>
                </a:lnTo>
                <a:moveTo>
                  <a:pt x="2775936" y="2369119"/>
                </a:moveTo>
                <a:lnTo>
                  <a:pt x="3076407" y="2354671"/>
                </a:lnTo>
                <a:moveTo>
                  <a:pt x="2775936" y="2369119"/>
                </a:moveTo>
                <a:lnTo>
                  <a:pt x="2804373" y="2185507"/>
                </a:lnTo>
                <a:moveTo>
                  <a:pt x="2775936" y="2369119"/>
                </a:moveTo>
                <a:lnTo>
                  <a:pt x="2503353" y="2101291"/>
                </a:lnTo>
                <a:moveTo>
                  <a:pt x="3076407" y="2354671"/>
                </a:moveTo>
                <a:lnTo>
                  <a:pt x="2994934" y="2162465"/>
                </a:lnTo>
                <a:moveTo>
                  <a:pt x="3076407" y="2354671"/>
                </a:moveTo>
                <a:lnTo>
                  <a:pt x="2804373" y="2185507"/>
                </a:lnTo>
                <a:moveTo>
                  <a:pt x="1829" y="2131009"/>
                </a:moveTo>
                <a:lnTo>
                  <a:pt x="253106" y="2196389"/>
                </a:lnTo>
                <a:moveTo>
                  <a:pt x="1829" y="2131009"/>
                </a:moveTo>
                <a:lnTo>
                  <a:pt x="0" y="1956359"/>
                </a:lnTo>
                <a:moveTo>
                  <a:pt x="1829" y="2131009"/>
                </a:moveTo>
                <a:lnTo>
                  <a:pt x="273131" y="1855409"/>
                </a:lnTo>
                <a:moveTo>
                  <a:pt x="253106" y="2196389"/>
                </a:moveTo>
                <a:lnTo>
                  <a:pt x="511607" y="2112173"/>
                </a:lnTo>
                <a:moveTo>
                  <a:pt x="253106" y="2196389"/>
                </a:moveTo>
                <a:lnTo>
                  <a:pt x="273131" y="1855409"/>
                </a:lnTo>
                <a:moveTo>
                  <a:pt x="253106" y="2196389"/>
                </a:moveTo>
                <a:lnTo>
                  <a:pt x="461223" y="1914479"/>
                </a:lnTo>
                <a:moveTo>
                  <a:pt x="253106" y="2196389"/>
                </a:moveTo>
                <a:lnTo>
                  <a:pt x="0" y="1956359"/>
                </a:lnTo>
                <a:moveTo>
                  <a:pt x="511607" y="2112173"/>
                </a:moveTo>
                <a:lnTo>
                  <a:pt x="741396" y="2110161"/>
                </a:lnTo>
                <a:moveTo>
                  <a:pt x="511607" y="2112173"/>
                </a:moveTo>
                <a:lnTo>
                  <a:pt x="649590" y="1958736"/>
                </a:lnTo>
                <a:moveTo>
                  <a:pt x="511607" y="2112173"/>
                </a:moveTo>
                <a:lnTo>
                  <a:pt x="273131" y="1855409"/>
                </a:lnTo>
                <a:moveTo>
                  <a:pt x="741396" y="2110161"/>
                </a:moveTo>
                <a:lnTo>
                  <a:pt x="917875" y="2156430"/>
                </a:lnTo>
                <a:moveTo>
                  <a:pt x="741396" y="2110161"/>
                </a:moveTo>
                <a:lnTo>
                  <a:pt x="649590" y="1958736"/>
                </a:lnTo>
                <a:moveTo>
                  <a:pt x="741396" y="2110161"/>
                </a:moveTo>
                <a:lnTo>
                  <a:pt x="461223" y="1914479"/>
                </a:lnTo>
                <a:moveTo>
                  <a:pt x="917875" y="2156430"/>
                </a:moveTo>
                <a:lnTo>
                  <a:pt x="1116848" y="2129089"/>
                </a:lnTo>
                <a:moveTo>
                  <a:pt x="917875" y="2156430"/>
                </a:moveTo>
                <a:lnTo>
                  <a:pt x="912023" y="1939900"/>
                </a:lnTo>
                <a:moveTo>
                  <a:pt x="917875" y="2156430"/>
                </a:moveTo>
                <a:lnTo>
                  <a:pt x="1201247" y="1951878"/>
                </a:lnTo>
                <a:moveTo>
                  <a:pt x="917875" y="2156430"/>
                </a:moveTo>
                <a:lnTo>
                  <a:pt x="649590" y="1958736"/>
                </a:lnTo>
                <a:moveTo>
                  <a:pt x="1116848" y="2129089"/>
                </a:moveTo>
                <a:lnTo>
                  <a:pt x="1344717" y="2194926"/>
                </a:lnTo>
                <a:moveTo>
                  <a:pt x="1116848" y="2129089"/>
                </a:moveTo>
                <a:lnTo>
                  <a:pt x="1201247" y="1951878"/>
                </a:lnTo>
                <a:moveTo>
                  <a:pt x="1116848" y="2129089"/>
                </a:moveTo>
                <a:lnTo>
                  <a:pt x="912023" y="1939900"/>
                </a:lnTo>
                <a:moveTo>
                  <a:pt x="1344717" y="2194926"/>
                </a:moveTo>
                <a:lnTo>
                  <a:pt x="1594256" y="2183953"/>
                </a:lnTo>
                <a:moveTo>
                  <a:pt x="1344717" y="2194926"/>
                </a:moveTo>
                <a:lnTo>
                  <a:pt x="1340145" y="1860255"/>
                </a:lnTo>
                <a:moveTo>
                  <a:pt x="1344717" y="2194926"/>
                </a:moveTo>
                <a:lnTo>
                  <a:pt x="1201247" y="1951878"/>
                </a:lnTo>
                <a:moveTo>
                  <a:pt x="1594256" y="2183953"/>
                </a:moveTo>
                <a:lnTo>
                  <a:pt x="1842150" y="2196663"/>
                </a:lnTo>
                <a:moveTo>
                  <a:pt x="1594256" y="2183953"/>
                </a:moveTo>
                <a:lnTo>
                  <a:pt x="1631472" y="1953616"/>
                </a:lnTo>
                <a:moveTo>
                  <a:pt x="1594256" y="2183953"/>
                </a:moveTo>
                <a:lnTo>
                  <a:pt x="1865742" y="1967514"/>
                </a:lnTo>
                <a:moveTo>
                  <a:pt x="1594256" y="2183953"/>
                </a:moveTo>
                <a:lnTo>
                  <a:pt x="1340145" y="1860255"/>
                </a:lnTo>
                <a:moveTo>
                  <a:pt x="1842150" y="2196663"/>
                </a:moveTo>
                <a:lnTo>
                  <a:pt x="2035180" y="2185142"/>
                </a:lnTo>
                <a:moveTo>
                  <a:pt x="1842150" y="2196663"/>
                </a:moveTo>
                <a:lnTo>
                  <a:pt x="1865742" y="1967514"/>
                </a:lnTo>
                <a:moveTo>
                  <a:pt x="1842150" y="2196663"/>
                </a:moveTo>
                <a:lnTo>
                  <a:pt x="2096628" y="1857055"/>
                </a:lnTo>
                <a:moveTo>
                  <a:pt x="1842150" y="2196663"/>
                </a:moveTo>
                <a:lnTo>
                  <a:pt x="1631472" y="1953616"/>
                </a:lnTo>
                <a:moveTo>
                  <a:pt x="2035180" y="2185142"/>
                </a:moveTo>
                <a:lnTo>
                  <a:pt x="2279599" y="2160544"/>
                </a:lnTo>
                <a:moveTo>
                  <a:pt x="2035180" y="2185142"/>
                </a:moveTo>
                <a:lnTo>
                  <a:pt x="2096628" y="1857055"/>
                </a:lnTo>
                <a:moveTo>
                  <a:pt x="2035180" y="2185142"/>
                </a:moveTo>
                <a:lnTo>
                  <a:pt x="2368205" y="1889882"/>
                </a:lnTo>
                <a:moveTo>
                  <a:pt x="2035180" y="2185142"/>
                </a:moveTo>
                <a:lnTo>
                  <a:pt x="1865742" y="1967514"/>
                </a:lnTo>
                <a:moveTo>
                  <a:pt x="2279599" y="2160544"/>
                </a:moveTo>
                <a:lnTo>
                  <a:pt x="2503353" y="2101291"/>
                </a:lnTo>
                <a:moveTo>
                  <a:pt x="2279599" y="2160544"/>
                </a:moveTo>
                <a:lnTo>
                  <a:pt x="2368205" y="1889882"/>
                </a:lnTo>
                <a:moveTo>
                  <a:pt x="2279599" y="2160544"/>
                </a:moveTo>
                <a:lnTo>
                  <a:pt x="2530785" y="1928104"/>
                </a:lnTo>
                <a:moveTo>
                  <a:pt x="2279599" y="2160544"/>
                </a:moveTo>
                <a:lnTo>
                  <a:pt x="2096628" y="1857055"/>
                </a:lnTo>
                <a:moveTo>
                  <a:pt x="2503353" y="2101291"/>
                </a:moveTo>
                <a:lnTo>
                  <a:pt x="2804373" y="2185507"/>
                </a:lnTo>
                <a:moveTo>
                  <a:pt x="2503353" y="2101291"/>
                </a:moveTo>
                <a:lnTo>
                  <a:pt x="2530785" y="1928104"/>
                </a:lnTo>
                <a:moveTo>
                  <a:pt x="2503353" y="2101291"/>
                </a:moveTo>
                <a:lnTo>
                  <a:pt x="2752435" y="1881104"/>
                </a:lnTo>
                <a:moveTo>
                  <a:pt x="2503353" y="2101291"/>
                </a:moveTo>
                <a:lnTo>
                  <a:pt x="2368205" y="1889882"/>
                </a:lnTo>
                <a:moveTo>
                  <a:pt x="2804373" y="2185507"/>
                </a:moveTo>
                <a:lnTo>
                  <a:pt x="2994934" y="2162465"/>
                </a:lnTo>
                <a:moveTo>
                  <a:pt x="2804373" y="2185507"/>
                </a:moveTo>
                <a:lnTo>
                  <a:pt x="2752435" y="1881104"/>
                </a:lnTo>
                <a:moveTo>
                  <a:pt x="2804373" y="2185507"/>
                </a:moveTo>
                <a:lnTo>
                  <a:pt x="3027578" y="1880281"/>
                </a:lnTo>
                <a:moveTo>
                  <a:pt x="2804373" y="2185507"/>
                </a:moveTo>
                <a:lnTo>
                  <a:pt x="2530785" y="1928104"/>
                </a:lnTo>
                <a:moveTo>
                  <a:pt x="2994934" y="2162465"/>
                </a:moveTo>
                <a:lnTo>
                  <a:pt x="3027578" y="1880281"/>
                </a:lnTo>
                <a:moveTo>
                  <a:pt x="0" y="1956359"/>
                </a:moveTo>
                <a:lnTo>
                  <a:pt x="268834" y="1624249"/>
                </a:lnTo>
                <a:moveTo>
                  <a:pt x="273131" y="1855409"/>
                </a:moveTo>
                <a:lnTo>
                  <a:pt x="461223" y="1914479"/>
                </a:lnTo>
                <a:moveTo>
                  <a:pt x="273131" y="1855409"/>
                </a:moveTo>
                <a:lnTo>
                  <a:pt x="268834" y="1624249"/>
                </a:lnTo>
                <a:moveTo>
                  <a:pt x="273131" y="1855409"/>
                </a:moveTo>
                <a:lnTo>
                  <a:pt x="506212" y="1645006"/>
                </a:lnTo>
                <a:moveTo>
                  <a:pt x="273131" y="1855409"/>
                </a:moveTo>
                <a:lnTo>
                  <a:pt x="0" y="1712671"/>
                </a:lnTo>
                <a:moveTo>
                  <a:pt x="461223" y="1914479"/>
                </a:moveTo>
                <a:lnTo>
                  <a:pt x="506212" y="1645006"/>
                </a:lnTo>
                <a:moveTo>
                  <a:pt x="461223" y="1914479"/>
                </a:moveTo>
                <a:lnTo>
                  <a:pt x="734812" y="1652687"/>
                </a:lnTo>
                <a:moveTo>
                  <a:pt x="461223" y="1914479"/>
                </a:moveTo>
                <a:lnTo>
                  <a:pt x="268834" y="1624249"/>
                </a:lnTo>
                <a:moveTo>
                  <a:pt x="649590" y="1958736"/>
                </a:moveTo>
                <a:lnTo>
                  <a:pt x="912023" y="1939900"/>
                </a:lnTo>
                <a:moveTo>
                  <a:pt x="912023" y="1939900"/>
                </a:moveTo>
                <a:lnTo>
                  <a:pt x="1201247" y="1951878"/>
                </a:lnTo>
                <a:moveTo>
                  <a:pt x="912023" y="1939900"/>
                </a:moveTo>
                <a:lnTo>
                  <a:pt x="898581" y="1678564"/>
                </a:lnTo>
                <a:moveTo>
                  <a:pt x="912023" y="1939900"/>
                </a:moveTo>
                <a:lnTo>
                  <a:pt x="1146200" y="1735165"/>
                </a:lnTo>
                <a:moveTo>
                  <a:pt x="912023" y="1939900"/>
                </a:moveTo>
                <a:lnTo>
                  <a:pt x="734812" y="1652687"/>
                </a:lnTo>
                <a:moveTo>
                  <a:pt x="1201247" y="1951878"/>
                </a:moveTo>
                <a:lnTo>
                  <a:pt x="1340145" y="1860255"/>
                </a:lnTo>
                <a:moveTo>
                  <a:pt x="1201247" y="1951878"/>
                </a:moveTo>
                <a:lnTo>
                  <a:pt x="1146200" y="1735165"/>
                </a:lnTo>
                <a:moveTo>
                  <a:pt x="1201247" y="1951878"/>
                </a:moveTo>
                <a:lnTo>
                  <a:pt x="1340693" y="1706179"/>
                </a:lnTo>
                <a:moveTo>
                  <a:pt x="1201247" y="1951878"/>
                </a:moveTo>
                <a:lnTo>
                  <a:pt x="898581" y="1678564"/>
                </a:lnTo>
                <a:moveTo>
                  <a:pt x="1340145" y="1860255"/>
                </a:moveTo>
                <a:lnTo>
                  <a:pt x="1631472" y="1953616"/>
                </a:lnTo>
                <a:moveTo>
                  <a:pt x="1340145" y="1860255"/>
                </a:moveTo>
                <a:lnTo>
                  <a:pt x="1340693" y="1706179"/>
                </a:lnTo>
                <a:moveTo>
                  <a:pt x="1340145" y="1860255"/>
                </a:moveTo>
                <a:lnTo>
                  <a:pt x="1600200" y="1658264"/>
                </a:lnTo>
                <a:moveTo>
                  <a:pt x="1340145" y="1860255"/>
                </a:moveTo>
                <a:lnTo>
                  <a:pt x="1146200" y="1735165"/>
                </a:lnTo>
                <a:moveTo>
                  <a:pt x="1631472" y="1953616"/>
                </a:moveTo>
                <a:lnTo>
                  <a:pt x="1865742" y="1967514"/>
                </a:lnTo>
                <a:moveTo>
                  <a:pt x="1631472" y="1953616"/>
                </a:moveTo>
                <a:lnTo>
                  <a:pt x="1600200" y="1658264"/>
                </a:lnTo>
                <a:moveTo>
                  <a:pt x="1631472" y="1953616"/>
                </a:moveTo>
                <a:lnTo>
                  <a:pt x="1913839" y="1686611"/>
                </a:lnTo>
                <a:moveTo>
                  <a:pt x="1631472" y="1953616"/>
                </a:moveTo>
                <a:lnTo>
                  <a:pt x="1340693" y="1706179"/>
                </a:lnTo>
                <a:moveTo>
                  <a:pt x="1865742" y="1967514"/>
                </a:moveTo>
                <a:lnTo>
                  <a:pt x="2096628" y="1857055"/>
                </a:lnTo>
                <a:moveTo>
                  <a:pt x="1865742" y="1967514"/>
                </a:moveTo>
                <a:lnTo>
                  <a:pt x="1913839" y="1686611"/>
                </a:lnTo>
                <a:moveTo>
                  <a:pt x="1865742" y="1967514"/>
                </a:moveTo>
                <a:lnTo>
                  <a:pt x="2144177" y="1623883"/>
                </a:lnTo>
                <a:moveTo>
                  <a:pt x="2096628" y="1857055"/>
                </a:moveTo>
                <a:lnTo>
                  <a:pt x="2368205" y="1889882"/>
                </a:lnTo>
                <a:moveTo>
                  <a:pt x="2096628" y="1857055"/>
                </a:moveTo>
                <a:lnTo>
                  <a:pt x="2144177" y="1623883"/>
                </a:lnTo>
                <a:moveTo>
                  <a:pt x="2096628" y="1857055"/>
                </a:moveTo>
                <a:lnTo>
                  <a:pt x="1913839" y="1686611"/>
                </a:lnTo>
                <a:moveTo>
                  <a:pt x="2368205" y="1889882"/>
                </a:moveTo>
                <a:lnTo>
                  <a:pt x="2526030" y="1712305"/>
                </a:lnTo>
                <a:moveTo>
                  <a:pt x="2368205" y="1889882"/>
                </a:moveTo>
                <a:lnTo>
                  <a:pt x="2144177" y="1623883"/>
                </a:lnTo>
                <a:moveTo>
                  <a:pt x="2530785" y="1928104"/>
                </a:moveTo>
                <a:lnTo>
                  <a:pt x="2526030" y="1712305"/>
                </a:lnTo>
                <a:moveTo>
                  <a:pt x="2530785" y="1928104"/>
                </a:moveTo>
                <a:lnTo>
                  <a:pt x="2755819" y="1714866"/>
                </a:lnTo>
                <a:moveTo>
                  <a:pt x="2530785" y="1928104"/>
                </a:moveTo>
                <a:lnTo>
                  <a:pt x="2378903" y="1696212"/>
                </a:lnTo>
                <a:moveTo>
                  <a:pt x="2752435" y="1881104"/>
                </a:moveTo>
                <a:lnTo>
                  <a:pt x="3027578" y="1880281"/>
                </a:lnTo>
                <a:moveTo>
                  <a:pt x="2752435" y="1881104"/>
                </a:moveTo>
                <a:lnTo>
                  <a:pt x="3038185" y="1634124"/>
                </a:lnTo>
                <a:moveTo>
                  <a:pt x="2752435" y="1881104"/>
                </a:moveTo>
                <a:lnTo>
                  <a:pt x="2526030" y="1712305"/>
                </a:lnTo>
                <a:moveTo>
                  <a:pt x="3027578" y="1880281"/>
                </a:moveTo>
                <a:lnTo>
                  <a:pt x="3038185" y="1634124"/>
                </a:lnTo>
                <a:moveTo>
                  <a:pt x="3027578" y="1880281"/>
                </a:moveTo>
                <a:lnTo>
                  <a:pt x="2755819" y="1714866"/>
                </a:lnTo>
                <a:moveTo>
                  <a:pt x="0" y="1712671"/>
                </a:moveTo>
                <a:lnTo>
                  <a:pt x="268834" y="1624249"/>
                </a:lnTo>
                <a:moveTo>
                  <a:pt x="0" y="1712671"/>
                </a:moveTo>
                <a:lnTo>
                  <a:pt x="39594" y="1450878"/>
                </a:lnTo>
                <a:moveTo>
                  <a:pt x="0" y="1712671"/>
                </a:moveTo>
                <a:lnTo>
                  <a:pt x="250363" y="1413662"/>
                </a:lnTo>
                <a:moveTo>
                  <a:pt x="268834" y="1624249"/>
                </a:moveTo>
                <a:lnTo>
                  <a:pt x="506212" y="1645006"/>
                </a:lnTo>
                <a:moveTo>
                  <a:pt x="268834" y="1624249"/>
                </a:moveTo>
                <a:lnTo>
                  <a:pt x="250363" y="1413662"/>
                </a:lnTo>
                <a:moveTo>
                  <a:pt x="268834" y="1624249"/>
                </a:moveTo>
                <a:lnTo>
                  <a:pt x="416875" y="1429847"/>
                </a:lnTo>
                <a:moveTo>
                  <a:pt x="268834" y="1624249"/>
                </a:moveTo>
                <a:lnTo>
                  <a:pt x="39594" y="1450878"/>
                </a:lnTo>
                <a:moveTo>
                  <a:pt x="506212" y="1645006"/>
                </a:moveTo>
                <a:lnTo>
                  <a:pt x="734812" y="1652687"/>
                </a:lnTo>
                <a:moveTo>
                  <a:pt x="506212" y="1645006"/>
                </a:moveTo>
                <a:lnTo>
                  <a:pt x="250363" y="1413662"/>
                </a:lnTo>
                <a:moveTo>
                  <a:pt x="734812" y="1652687"/>
                </a:moveTo>
                <a:lnTo>
                  <a:pt x="898581" y="1678564"/>
                </a:lnTo>
                <a:moveTo>
                  <a:pt x="734812" y="1652687"/>
                </a:moveTo>
                <a:lnTo>
                  <a:pt x="745419" y="1415674"/>
                </a:lnTo>
                <a:moveTo>
                  <a:pt x="734812" y="1652687"/>
                </a:moveTo>
                <a:lnTo>
                  <a:pt x="959480" y="1450970"/>
                </a:lnTo>
                <a:moveTo>
                  <a:pt x="734812" y="1652687"/>
                </a:moveTo>
                <a:lnTo>
                  <a:pt x="416875" y="1429847"/>
                </a:lnTo>
                <a:moveTo>
                  <a:pt x="898581" y="1678564"/>
                </a:moveTo>
                <a:lnTo>
                  <a:pt x="1146200" y="1735165"/>
                </a:lnTo>
                <a:moveTo>
                  <a:pt x="898581" y="1678564"/>
                </a:moveTo>
                <a:lnTo>
                  <a:pt x="959480" y="1450970"/>
                </a:lnTo>
                <a:moveTo>
                  <a:pt x="898581" y="1678564"/>
                </a:moveTo>
                <a:lnTo>
                  <a:pt x="1125535" y="1414943"/>
                </a:lnTo>
                <a:moveTo>
                  <a:pt x="898581" y="1678564"/>
                </a:moveTo>
                <a:lnTo>
                  <a:pt x="745419" y="1415674"/>
                </a:lnTo>
                <a:moveTo>
                  <a:pt x="1146200" y="1735165"/>
                </a:moveTo>
                <a:lnTo>
                  <a:pt x="1340693" y="1706179"/>
                </a:lnTo>
                <a:moveTo>
                  <a:pt x="1146200" y="1735165"/>
                </a:moveTo>
                <a:lnTo>
                  <a:pt x="1125535" y="1414943"/>
                </a:lnTo>
                <a:moveTo>
                  <a:pt x="1146200" y="1735165"/>
                </a:moveTo>
                <a:lnTo>
                  <a:pt x="1376081" y="1413571"/>
                </a:lnTo>
                <a:moveTo>
                  <a:pt x="1146200" y="1735165"/>
                </a:moveTo>
                <a:lnTo>
                  <a:pt x="959480" y="1450970"/>
                </a:lnTo>
                <a:moveTo>
                  <a:pt x="1340693" y="1706179"/>
                </a:moveTo>
                <a:lnTo>
                  <a:pt x="1600200" y="1658264"/>
                </a:lnTo>
                <a:moveTo>
                  <a:pt x="1340693" y="1706179"/>
                </a:moveTo>
                <a:lnTo>
                  <a:pt x="1376081" y="1413571"/>
                </a:lnTo>
                <a:moveTo>
                  <a:pt x="1340693" y="1706179"/>
                </a:moveTo>
                <a:lnTo>
                  <a:pt x="1683045" y="1460571"/>
                </a:lnTo>
                <a:moveTo>
                  <a:pt x="1340693" y="1706179"/>
                </a:moveTo>
                <a:lnTo>
                  <a:pt x="1125535" y="1414943"/>
                </a:lnTo>
                <a:moveTo>
                  <a:pt x="1600200" y="1658264"/>
                </a:moveTo>
                <a:lnTo>
                  <a:pt x="1913839" y="1686611"/>
                </a:lnTo>
                <a:moveTo>
                  <a:pt x="1600200" y="1658264"/>
                </a:moveTo>
                <a:lnTo>
                  <a:pt x="1683045" y="1460571"/>
                </a:lnTo>
                <a:moveTo>
                  <a:pt x="1600200" y="1658264"/>
                </a:moveTo>
                <a:lnTo>
                  <a:pt x="1849283" y="1396563"/>
                </a:lnTo>
                <a:moveTo>
                  <a:pt x="1600200" y="1658264"/>
                </a:moveTo>
                <a:lnTo>
                  <a:pt x="1376081" y="1413571"/>
                </a:lnTo>
                <a:moveTo>
                  <a:pt x="1913839" y="1686611"/>
                </a:moveTo>
                <a:lnTo>
                  <a:pt x="1849283" y="1396563"/>
                </a:lnTo>
                <a:moveTo>
                  <a:pt x="1913839" y="1686611"/>
                </a:moveTo>
                <a:lnTo>
                  <a:pt x="2119488" y="1486723"/>
                </a:lnTo>
                <a:moveTo>
                  <a:pt x="1913839" y="1686611"/>
                </a:moveTo>
                <a:lnTo>
                  <a:pt x="1683045" y="1460571"/>
                </a:lnTo>
                <a:moveTo>
                  <a:pt x="2144177" y="1623883"/>
                </a:moveTo>
                <a:lnTo>
                  <a:pt x="2378903" y="1696212"/>
                </a:lnTo>
                <a:moveTo>
                  <a:pt x="2144177" y="1623883"/>
                </a:moveTo>
                <a:lnTo>
                  <a:pt x="2119488" y="1486723"/>
                </a:lnTo>
                <a:moveTo>
                  <a:pt x="2144177" y="1623883"/>
                </a:moveTo>
                <a:lnTo>
                  <a:pt x="2282525" y="1488918"/>
                </a:lnTo>
                <a:moveTo>
                  <a:pt x="2378903" y="1696212"/>
                </a:moveTo>
                <a:lnTo>
                  <a:pt x="2526030" y="1712305"/>
                </a:lnTo>
                <a:moveTo>
                  <a:pt x="2378903" y="1696212"/>
                </a:moveTo>
                <a:lnTo>
                  <a:pt x="2282525" y="1488918"/>
                </a:lnTo>
                <a:moveTo>
                  <a:pt x="2378903" y="1696212"/>
                </a:moveTo>
                <a:lnTo>
                  <a:pt x="2605674" y="1412931"/>
                </a:lnTo>
                <a:moveTo>
                  <a:pt x="2378903" y="1696212"/>
                </a:moveTo>
                <a:lnTo>
                  <a:pt x="2119488" y="1486723"/>
                </a:lnTo>
                <a:moveTo>
                  <a:pt x="2526030" y="1712305"/>
                </a:moveTo>
                <a:lnTo>
                  <a:pt x="2755819" y="1714866"/>
                </a:lnTo>
                <a:moveTo>
                  <a:pt x="2526030" y="1712305"/>
                </a:moveTo>
                <a:lnTo>
                  <a:pt x="2605674" y="1412931"/>
                </a:lnTo>
                <a:moveTo>
                  <a:pt x="2526030" y="1712305"/>
                </a:moveTo>
                <a:lnTo>
                  <a:pt x="2749967" y="1410553"/>
                </a:lnTo>
                <a:moveTo>
                  <a:pt x="2526030" y="1712305"/>
                </a:moveTo>
                <a:lnTo>
                  <a:pt x="2282525" y="1488918"/>
                </a:lnTo>
                <a:moveTo>
                  <a:pt x="2755819" y="1714866"/>
                </a:moveTo>
                <a:lnTo>
                  <a:pt x="3038185" y="1634124"/>
                </a:lnTo>
                <a:moveTo>
                  <a:pt x="2755819" y="1714866"/>
                </a:moveTo>
                <a:lnTo>
                  <a:pt x="2749967" y="1410553"/>
                </a:lnTo>
                <a:moveTo>
                  <a:pt x="2755819" y="1714866"/>
                </a:moveTo>
                <a:lnTo>
                  <a:pt x="3079608" y="1430213"/>
                </a:lnTo>
                <a:moveTo>
                  <a:pt x="2755819" y="1714866"/>
                </a:moveTo>
                <a:lnTo>
                  <a:pt x="2605674" y="1412931"/>
                </a:lnTo>
                <a:moveTo>
                  <a:pt x="3038185" y="1634124"/>
                </a:moveTo>
                <a:lnTo>
                  <a:pt x="3079608" y="1430213"/>
                </a:lnTo>
                <a:moveTo>
                  <a:pt x="3038185" y="1634124"/>
                </a:moveTo>
                <a:lnTo>
                  <a:pt x="2749967" y="1410553"/>
                </a:lnTo>
                <a:moveTo>
                  <a:pt x="39594" y="1450878"/>
                </a:moveTo>
                <a:lnTo>
                  <a:pt x="250363" y="1413662"/>
                </a:lnTo>
                <a:moveTo>
                  <a:pt x="39594" y="1450878"/>
                </a:moveTo>
                <a:lnTo>
                  <a:pt x="0" y="1210757"/>
                </a:lnTo>
                <a:moveTo>
                  <a:pt x="39594" y="1450878"/>
                </a:moveTo>
                <a:lnTo>
                  <a:pt x="189647" y="1272753"/>
                </a:lnTo>
                <a:moveTo>
                  <a:pt x="250363" y="1413662"/>
                </a:moveTo>
                <a:lnTo>
                  <a:pt x="416875" y="1429847"/>
                </a:lnTo>
                <a:moveTo>
                  <a:pt x="250363" y="1413662"/>
                </a:moveTo>
                <a:lnTo>
                  <a:pt x="189647" y="1272753"/>
                </a:lnTo>
                <a:moveTo>
                  <a:pt x="250363" y="1413662"/>
                </a:moveTo>
                <a:lnTo>
                  <a:pt x="519928" y="1199053"/>
                </a:lnTo>
                <a:moveTo>
                  <a:pt x="250363" y="1413662"/>
                </a:moveTo>
                <a:lnTo>
                  <a:pt x="0" y="1210757"/>
                </a:lnTo>
                <a:moveTo>
                  <a:pt x="416875" y="1429847"/>
                </a:moveTo>
                <a:lnTo>
                  <a:pt x="745419" y="1415674"/>
                </a:lnTo>
                <a:moveTo>
                  <a:pt x="416875" y="1429847"/>
                </a:moveTo>
                <a:lnTo>
                  <a:pt x="519928" y="1199053"/>
                </a:lnTo>
                <a:moveTo>
                  <a:pt x="416875" y="1429847"/>
                </a:moveTo>
                <a:lnTo>
                  <a:pt x="700888" y="1166043"/>
                </a:lnTo>
                <a:moveTo>
                  <a:pt x="416875" y="1429847"/>
                </a:moveTo>
                <a:lnTo>
                  <a:pt x="189647" y="1272753"/>
                </a:lnTo>
                <a:moveTo>
                  <a:pt x="745419" y="1415674"/>
                </a:moveTo>
                <a:lnTo>
                  <a:pt x="959480" y="1450970"/>
                </a:lnTo>
                <a:moveTo>
                  <a:pt x="745419" y="1415674"/>
                </a:moveTo>
                <a:lnTo>
                  <a:pt x="700888" y="1166043"/>
                </a:lnTo>
                <a:moveTo>
                  <a:pt x="745419" y="1415674"/>
                </a:moveTo>
                <a:lnTo>
                  <a:pt x="922721" y="1173267"/>
                </a:lnTo>
                <a:moveTo>
                  <a:pt x="745419" y="1415674"/>
                </a:moveTo>
                <a:lnTo>
                  <a:pt x="519928" y="1199053"/>
                </a:lnTo>
                <a:moveTo>
                  <a:pt x="959480" y="1450970"/>
                </a:moveTo>
                <a:lnTo>
                  <a:pt x="1125535" y="1414943"/>
                </a:lnTo>
                <a:moveTo>
                  <a:pt x="959480" y="1450970"/>
                </a:moveTo>
                <a:lnTo>
                  <a:pt x="922721" y="1173267"/>
                </a:lnTo>
                <a:moveTo>
                  <a:pt x="959480" y="1450970"/>
                </a:moveTo>
                <a:lnTo>
                  <a:pt x="1200882" y="1249893"/>
                </a:lnTo>
                <a:moveTo>
                  <a:pt x="959480" y="1450970"/>
                </a:moveTo>
                <a:lnTo>
                  <a:pt x="700888" y="1166043"/>
                </a:lnTo>
                <a:moveTo>
                  <a:pt x="1125535" y="1414943"/>
                </a:moveTo>
                <a:lnTo>
                  <a:pt x="1376081" y="1413571"/>
                </a:lnTo>
                <a:moveTo>
                  <a:pt x="1125535" y="1414943"/>
                </a:moveTo>
                <a:lnTo>
                  <a:pt x="1200882" y="1249893"/>
                </a:lnTo>
                <a:moveTo>
                  <a:pt x="1125535" y="1414943"/>
                </a:moveTo>
                <a:lnTo>
                  <a:pt x="1366662" y="1240384"/>
                </a:lnTo>
                <a:moveTo>
                  <a:pt x="1125535" y="1414943"/>
                </a:moveTo>
                <a:lnTo>
                  <a:pt x="922721" y="1173267"/>
                </a:lnTo>
                <a:moveTo>
                  <a:pt x="1376081" y="1413571"/>
                </a:moveTo>
                <a:lnTo>
                  <a:pt x="1366662" y="1240384"/>
                </a:lnTo>
                <a:moveTo>
                  <a:pt x="1376081" y="1413571"/>
                </a:moveTo>
                <a:lnTo>
                  <a:pt x="1598005" y="1206368"/>
                </a:lnTo>
                <a:moveTo>
                  <a:pt x="1683045" y="1460571"/>
                </a:moveTo>
                <a:lnTo>
                  <a:pt x="1849283" y="1396563"/>
                </a:lnTo>
                <a:moveTo>
                  <a:pt x="1683045" y="1460571"/>
                </a:moveTo>
                <a:lnTo>
                  <a:pt x="1598005" y="1206368"/>
                </a:lnTo>
                <a:moveTo>
                  <a:pt x="1683045" y="1460571"/>
                </a:moveTo>
                <a:lnTo>
                  <a:pt x="1366662" y="1240384"/>
                </a:lnTo>
                <a:moveTo>
                  <a:pt x="1849283" y="1396563"/>
                </a:moveTo>
                <a:lnTo>
                  <a:pt x="2119488" y="1486723"/>
                </a:lnTo>
                <a:moveTo>
                  <a:pt x="1849283" y="1396563"/>
                </a:moveTo>
                <a:lnTo>
                  <a:pt x="1832732" y="1225753"/>
                </a:lnTo>
                <a:moveTo>
                  <a:pt x="1849283" y="1396563"/>
                </a:moveTo>
                <a:lnTo>
                  <a:pt x="2050451" y="1168786"/>
                </a:lnTo>
                <a:moveTo>
                  <a:pt x="1849283" y="1396563"/>
                </a:moveTo>
                <a:lnTo>
                  <a:pt x="1598005" y="1206368"/>
                </a:lnTo>
                <a:moveTo>
                  <a:pt x="2119488" y="1486723"/>
                </a:moveTo>
                <a:lnTo>
                  <a:pt x="2282525" y="1488918"/>
                </a:lnTo>
                <a:moveTo>
                  <a:pt x="2119488" y="1486723"/>
                </a:moveTo>
                <a:lnTo>
                  <a:pt x="2308951" y="1221273"/>
                </a:lnTo>
                <a:moveTo>
                  <a:pt x="2119488" y="1486723"/>
                </a:moveTo>
                <a:lnTo>
                  <a:pt x="1832732" y="1225753"/>
                </a:lnTo>
                <a:moveTo>
                  <a:pt x="2282525" y="1488918"/>
                </a:moveTo>
                <a:lnTo>
                  <a:pt x="2605674" y="1412931"/>
                </a:lnTo>
                <a:moveTo>
                  <a:pt x="2282525" y="1488918"/>
                </a:moveTo>
                <a:lnTo>
                  <a:pt x="2050451" y="1168786"/>
                </a:lnTo>
                <a:moveTo>
                  <a:pt x="2605674" y="1412931"/>
                </a:moveTo>
                <a:lnTo>
                  <a:pt x="2749967" y="1410553"/>
                </a:lnTo>
                <a:moveTo>
                  <a:pt x="2605674" y="1412931"/>
                </a:moveTo>
                <a:lnTo>
                  <a:pt x="2568275" y="1169426"/>
                </a:lnTo>
                <a:moveTo>
                  <a:pt x="2605674" y="1412931"/>
                </a:moveTo>
                <a:lnTo>
                  <a:pt x="2781879" y="1167872"/>
                </a:lnTo>
                <a:moveTo>
                  <a:pt x="2605674" y="1412931"/>
                </a:moveTo>
                <a:lnTo>
                  <a:pt x="2308951" y="1221273"/>
                </a:lnTo>
                <a:moveTo>
                  <a:pt x="2749967" y="1410553"/>
                </a:moveTo>
                <a:lnTo>
                  <a:pt x="3079608" y="1430213"/>
                </a:lnTo>
                <a:moveTo>
                  <a:pt x="2749967" y="1410553"/>
                </a:moveTo>
                <a:lnTo>
                  <a:pt x="2781879" y="1167872"/>
                </a:lnTo>
                <a:moveTo>
                  <a:pt x="2749967" y="1410553"/>
                </a:moveTo>
                <a:lnTo>
                  <a:pt x="3023921" y="1212677"/>
                </a:lnTo>
                <a:moveTo>
                  <a:pt x="3079608" y="1430213"/>
                </a:moveTo>
                <a:lnTo>
                  <a:pt x="3023921" y="1212677"/>
                </a:lnTo>
                <a:moveTo>
                  <a:pt x="3079608" y="1430213"/>
                </a:moveTo>
                <a:lnTo>
                  <a:pt x="2781879" y="1167872"/>
                </a:lnTo>
                <a:moveTo>
                  <a:pt x="0" y="1210757"/>
                </a:moveTo>
                <a:lnTo>
                  <a:pt x="225674" y="1021110"/>
                </a:lnTo>
                <a:moveTo>
                  <a:pt x="189647" y="1272753"/>
                </a:moveTo>
                <a:lnTo>
                  <a:pt x="519928" y="1199053"/>
                </a:lnTo>
                <a:moveTo>
                  <a:pt x="189647" y="1272753"/>
                </a:moveTo>
                <a:lnTo>
                  <a:pt x="225674" y="1021110"/>
                </a:lnTo>
                <a:moveTo>
                  <a:pt x="189647" y="1272753"/>
                </a:moveTo>
                <a:lnTo>
                  <a:pt x="407548" y="949604"/>
                </a:lnTo>
                <a:moveTo>
                  <a:pt x="189647" y="1272753"/>
                </a:moveTo>
                <a:lnTo>
                  <a:pt x="2743" y="1040130"/>
                </a:lnTo>
                <a:moveTo>
                  <a:pt x="519928" y="1199053"/>
                </a:moveTo>
                <a:lnTo>
                  <a:pt x="700888" y="1166043"/>
                </a:lnTo>
                <a:moveTo>
                  <a:pt x="519928" y="1199053"/>
                </a:moveTo>
                <a:lnTo>
                  <a:pt x="407548" y="949604"/>
                </a:lnTo>
                <a:moveTo>
                  <a:pt x="519928" y="1199053"/>
                </a:moveTo>
                <a:lnTo>
                  <a:pt x="659648" y="987369"/>
                </a:lnTo>
                <a:moveTo>
                  <a:pt x="519928" y="1199053"/>
                </a:moveTo>
                <a:lnTo>
                  <a:pt x="225674" y="1021110"/>
                </a:lnTo>
                <a:moveTo>
                  <a:pt x="700888" y="1166043"/>
                </a:moveTo>
                <a:lnTo>
                  <a:pt x="922721" y="1173267"/>
                </a:lnTo>
                <a:moveTo>
                  <a:pt x="700888" y="1166043"/>
                </a:moveTo>
                <a:lnTo>
                  <a:pt x="956554" y="977768"/>
                </a:lnTo>
                <a:moveTo>
                  <a:pt x="700888" y="1166043"/>
                </a:moveTo>
                <a:lnTo>
                  <a:pt x="407548" y="949604"/>
                </a:lnTo>
                <a:moveTo>
                  <a:pt x="922721" y="1173267"/>
                </a:moveTo>
                <a:lnTo>
                  <a:pt x="1200882" y="1249893"/>
                </a:lnTo>
                <a:moveTo>
                  <a:pt x="922721" y="1173267"/>
                </a:moveTo>
                <a:lnTo>
                  <a:pt x="1142726" y="982157"/>
                </a:lnTo>
                <a:moveTo>
                  <a:pt x="922721" y="1173267"/>
                </a:moveTo>
                <a:lnTo>
                  <a:pt x="659648" y="987369"/>
                </a:lnTo>
                <a:moveTo>
                  <a:pt x="1200882" y="1249893"/>
                </a:moveTo>
                <a:lnTo>
                  <a:pt x="1366662" y="1240384"/>
                </a:lnTo>
                <a:moveTo>
                  <a:pt x="1200882" y="1249893"/>
                </a:moveTo>
                <a:lnTo>
                  <a:pt x="1142726" y="982157"/>
                </a:lnTo>
                <a:moveTo>
                  <a:pt x="1200882" y="1249893"/>
                </a:moveTo>
                <a:lnTo>
                  <a:pt x="1402050" y="951250"/>
                </a:lnTo>
                <a:moveTo>
                  <a:pt x="1366662" y="1240384"/>
                </a:moveTo>
                <a:lnTo>
                  <a:pt x="1598005" y="1206368"/>
                </a:lnTo>
                <a:moveTo>
                  <a:pt x="1366662" y="1240384"/>
                </a:moveTo>
                <a:lnTo>
                  <a:pt x="1402050" y="951250"/>
                </a:lnTo>
                <a:moveTo>
                  <a:pt x="1366662" y="1240384"/>
                </a:moveTo>
                <a:lnTo>
                  <a:pt x="1582278" y="977311"/>
                </a:lnTo>
                <a:moveTo>
                  <a:pt x="1366662" y="1240384"/>
                </a:moveTo>
                <a:lnTo>
                  <a:pt x="1142726" y="982157"/>
                </a:lnTo>
                <a:moveTo>
                  <a:pt x="1598005" y="1206368"/>
                </a:moveTo>
                <a:lnTo>
                  <a:pt x="1832732" y="1225753"/>
                </a:lnTo>
                <a:moveTo>
                  <a:pt x="1598005" y="1206368"/>
                </a:moveTo>
                <a:lnTo>
                  <a:pt x="1582278" y="977311"/>
                </a:lnTo>
                <a:moveTo>
                  <a:pt x="1598005" y="1206368"/>
                </a:moveTo>
                <a:lnTo>
                  <a:pt x="1831543" y="1010229"/>
                </a:lnTo>
                <a:moveTo>
                  <a:pt x="1598005" y="1206368"/>
                </a:moveTo>
                <a:lnTo>
                  <a:pt x="1402050" y="951250"/>
                </a:lnTo>
                <a:moveTo>
                  <a:pt x="1832732" y="1225753"/>
                </a:moveTo>
                <a:lnTo>
                  <a:pt x="2050451" y="1168786"/>
                </a:lnTo>
                <a:moveTo>
                  <a:pt x="1832732" y="1225753"/>
                </a:moveTo>
                <a:lnTo>
                  <a:pt x="1831543" y="1010229"/>
                </a:lnTo>
                <a:moveTo>
                  <a:pt x="1832732" y="1225753"/>
                </a:moveTo>
                <a:lnTo>
                  <a:pt x="2124974" y="983346"/>
                </a:lnTo>
                <a:moveTo>
                  <a:pt x="1832732" y="1225753"/>
                </a:moveTo>
                <a:lnTo>
                  <a:pt x="1582278" y="977311"/>
                </a:lnTo>
                <a:moveTo>
                  <a:pt x="2050451" y="1168786"/>
                </a:moveTo>
                <a:lnTo>
                  <a:pt x="2124974" y="983346"/>
                </a:lnTo>
                <a:moveTo>
                  <a:pt x="2050451" y="1168786"/>
                </a:moveTo>
                <a:lnTo>
                  <a:pt x="2333092" y="954085"/>
                </a:lnTo>
                <a:moveTo>
                  <a:pt x="2050451" y="1168786"/>
                </a:moveTo>
                <a:lnTo>
                  <a:pt x="1831543" y="1010229"/>
                </a:lnTo>
                <a:moveTo>
                  <a:pt x="2308951" y="1221273"/>
                </a:moveTo>
                <a:lnTo>
                  <a:pt x="2568275" y="1169426"/>
                </a:lnTo>
                <a:moveTo>
                  <a:pt x="2308951" y="1221273"/>
                </a:moveTo>
                <a:lnTo>
                  <a:pt x="2333092" y="954085"/>
                </a:lnTo>
                <a:moveTo>
                  <a:pt x="2308951" y="1221273"/>
                </a:moveTo>
                <a:lnTo>
                  <a:pt x="2606497" y="990844"/>
                </a:lnTo>
                <a:moveTo>
                  <a:pt x="2308951" y="1221273"/>
                </a:moveTo>
                <a:lnTo>
                  <a:pt x="2124974" y="983346"/>
                </a:lnTo>
                <a:moveTo>
                  <a:pt x="2568275" y="1169426"/>
                </a:moveTo>
                <a:lnTo>
                  <a:pt x="2781879" y="1167872"/>
                </a:lnTo>
                <a:moveTo>
                  <a:pt x="2568275" y="1169426"/>
                </a:moveTo>
                <a:lnTo>
                  <a:pt x="2606497" y="990844"/>
                </a:lnTo>
                <a:moveTo>
                  <a:pt x="2568275" y="1169426"/>
                </a:moveTo>
                <a:lnTo>
                  <a:pt x="2804190" y="983620"/>
                </a:lnTo>
                <a:moveTo>
                  <a:pt x="2568275" y="1169426"/>
                </a:moveTo>
                <a:lnTo>
                  <a:pt x="2333092" y="954085"/>
                </a:lnTo>
                <a:moveTo>
                  <a:pt x="2781879" y="1167872"/>
                </a:moveTo>
                <a:lnTo>
                  <a:pt x="3023921" y="1212677"/>
                </a:lnTo>
                <a:moveTo>
                  <a:pt x="2781879" y="1167872"/>
                </a:moveTo>
                <a:lnTo>
                  <a:pt x="2804190" y="983620"/>
                </a:lnTo>
                <a:moveTo>
                  <a:pt x="2781879" y="1167872"/>
                </a:moveTo>
                <a:lnTo>
                  <a:pt x="3025201" y="961949"/>
                </a:lnTo>
                <a:moveTo>
                  <a:pt x="2781879" y="1167872"/>
                </a:moveTo>
                <a:lnTo>
                  <a:pt x="2606497" y="990844"/>
                </a:lnTo>
                <a:moveTo>
                  <a:pt x="3023921" y="1212677"/>
                </a:moveTo>
                <a:lnTo>
                  <a:pt x="3025201" y="961949"/>
                </a:lnTo>
                <a:moveTo>
                  <a:pt x="3023921" y="1212677"/>
                </a:moveTo>
                <a:lnTo>
                  <a:pt x="2804190" y="983620"/>
                </a:lnTo>
                <a:moveTo>
                  <a:pt x="2743" y="1040130"/>
                </a:moveTo>
                <a:lnTo>
                  <a:pt x="225674" y="1021110"/>
                </a:lnTo>
                <a:moveTo>
                  <a:pt x="2743" y="1040130"/>
                </a:moveTo>
                <a:lnTo>
                  <a:pt x="0" y="748345"/>
                </a:lnTo>
                <a:moveTo>
                  <a:pt x="2743" y="1040130"/>
                </a:moveTo>
                <a:lnTo>
                  <a:pt x="230063" y="700979"/>
                </a:lnTo>
                <a:moveTo>
                  <a:pt x="225674" y="1021110"/>
                </a:moveTo>
                <a:lnTo>
                  <a:pt x="407548" y="949604"/>
                </a:lnTo>
                <a:moveTo>
                  <a:pt x="225674" y="1021110"/>
                </a:moveTo>
                <a:lnTo>
                  <a:pt x="230063" y="700979"/>
                </a:lnTo>
                <a:moveTo>
                  <a:pt x="225674" y="1021110"/>
                </a:moveTo>
                <a:lnTo>
                  <a:pt x="488381" y="708477"/>
                </a:lnTo>
                <a:moveTo>
                  <a:pt x="407548" y="949604"/>
                </a:moveTo>
                <a:lnTo>
                  <a:pt x="659648" y="987369"/>
                </a:lnTo>
                <a:moveTo>
                  <a:pt x="407548" y="949604"/>
                </a:moveTo>
                <a:lnTo>
                  <a:pt x="488381" y="708477"/>
                </a:lnTo>
                <a:moveTo>
                  <a:pt x="407548" y="949604"/>
                </a:moveTo>
                <a:lnTo>
                  <a:pt x="749168" y="780075"/>
                </a:lnTo>
                <a:moveTo>
                  <a:pt x="659648" y="987369"/>
                </a:moveTo>
                <a:lnTo>
                  <a:pt x="956554" y="977768"/>
                </a:lnTo>
                <a:moveTo>
                  <a:pt x="659648" y="987369"/>
                </a:moveTo>
                <a:lnTo>
                  <a:pt x="749168" y="780075"/>
                </a:lnTo>
                <a:moveTo>
                  <a:pt x="659648" y="987369"/>
                </a:moveTo>
                <a:lnTo>
                  <a:pt x="937351" y="700796"/>
                </a:lnTo>
                <a:moveTo>
                  <a:pt x="659648" y="987369"/>
                </a:moveTo>
                <a:lnTo>
                  <a:pt x="488381" y="708477"/>
                </a:lnTo>
                <a:moveTo>
                  <a:pt x="956554" y="977768"/>
                </a:moveTo>
                <a:lnTo>
                  <a:pt x="937351" y="700796"/>
                </a:lnTo>
                <a:moveTo>
                  <a:pt x="956554" y="977768"/>
                </a:moveTo>
                <a:lnTo>
                  <a:pt x="1202527" y="794339"/>
                </a:lnTo>
                <a:moveTo>
                  <a:pt x="956554" y="977768"/>
                </a:moveTo>
                <a:lnTo>
                  <a:pt x="749168" y="780075"/>
                </a:lnTo>
                <a:moveTo>
                  <a:pt x="1142726" y="982157"/>
                </a:moveTo>
                <a:lnTo>
                  <a:pt x="1402050" y="951250"/>
                </a:lnTo>
                <a:moveTo>
                  <a:pt x="1142726" y="982157"/>
                </a:moveTo>
                <a:lnTo>
                  <a:pt x="1202527" y="794339"/>
                </a:lnTo>
                <a:moveTo>
                  <a:pt x="1402050" y="951250"/>
                </a:moveTo>
                <a:lnTo>
                  <a:pt x="1351575" y="758952"/>
                </a:lnTo>
                <a:moveTo>
                  <a:pt x="1402050" y="951250"/>
                </a:moveTo>
                <a:lnTo>
                  <a:pt x="1578437" y="782361"/>
                </a:lnTo>
                <a:moveTo>
                  <a:pt x="1402050" y="951250"/>
                </a:moveTo>
                <a:lnTo>
                  <a:pt x="1202527" y="794339"/>
                </a:lnTo>
                <a:moveTo>
                  <a:pt x="1582278" y="977311"/>
                </a:moveTo>
                <a:lnTo>
                  <a:pt x="1831543" y="1010229"/>
                </a:lnTo>
                <a:moveTo>
                  <a:pt x="1582278" y="977311"/>
                </a:moveTo>
                <a:lnTo>
                  <a:pt x="1578437" y="782361"/>
                </a:lnTo>
                <a:moveTo>
                  <a:pt x="1582278" y="977311"/>
                </a:moveTo>
                <a:lnTo>
                  <a:pt x="1811152" y="732526"/>
                </a:lnTo>
                <a:moveTo>
                  <a:pt x="1582278" y="977311"/>
                </a:moveTo>
                <a:lnTo>
                  <a:pt x="1351575" y="758952"/>
                </a:lnTo>
                <a:moveTo>
                  <a:pt x="1831543" y="1010229"/>
                </a:moveTo>
                <a:lnTo>
                  <a:pt x="2124974" y="983346"/>
                </a:lnTo>
                <a:moveTo>
                  <a:pt x="1831543" y="1010229"/>
                </a:moveTo>
                <a:lnTo>
                  <a:pt x="1811152" y="732526"/>
                </a:lnTo>
                <a:moveTo>
                  <a:pt x="1831543" y="1010229"/>
                </a:moveTo>
                <a:lnTo>
                  <a:pt x="2126346" y="706100"/>
                </a:lnTo>
                <a:moveTo>
                  <a:pt x="1831543" y="1010229"/>
                </a:moveTo>
                <a:lnTo>
                  <a:pt x="1578437" y="782361"/>
                </a:lnTo>
                <a:moveTo>
                  <a:pt x="2124974" y="983346"/>
                </a:moveTo>
                <a:lnTo>
                  <a:pt x="2333092" y="954085"/>
                </a:lnTo>
                <a:moveTo>
                  <a:pt x="2124974" y="983346"/>
                </a:moveTo>
                <a:lnTo>
                  <a:pt x="2285726" y="727131"/>
                </a:lnTo>
                <a:moveTo>
                  <a:pt x="2124974" y="983346"/>
                </a:moveTo>
                <a:lnTo>
                  <a:pt x="1811152" y="732526"/>
                </a:lnTo>
                <a:moveTo>
                  <a:pt x="2333092" y="954085"/>
                </a:moveTo>
                <a:lnTo>
                  <a:pt x="2606497" y="990844"/>
                </a:lnTo>
                <a:moveTo>
                  <a:pt x="2333092" y="954085"/>
                </a:moveTo>
                <a:lnTo>
                  <a:pt x="2285726" y="727131"/>
                </a:lnTo>
                <a:moveTo>
                  <a:pt x="2333092" y="954085"/>
                </a:moveTo>
                <a:lnTo>
                  <a:pt x="2577145" y="793699"/>
                </a:lnTo>
                <a:moveTo>
                  <a:pt x="2333092" y="954085"/>
                </a:moveTo>
                <a:lnTo>
                  <a:pt x="2126346" y="706100"/>
                </a:lnTo>
                <a:moveTo>
                  <a:pt x="2606497" y="990844"/>
                </a:moveTo>
                <a:lnTo>
                  <a:pt x="2804190" y="983620"/>
                </a:lnTo>
                <a:moveTo>
                  <a:pt x="2606497" y="990844"/>
                </a:moveTo>
                <a:lnTo>
                  <a:pt x="2835646" y="697962"/>
                </a:lnTo>
                <a:moveTo>
                  <a:pt x="2606497" y="990844"/>
                </a:moveTo>
                <a:lnTo>
                  <a:pt x="2285726" y="727131"/>
                </a:lnTo>
                <a:moveTo>
                  <a:pt x="2804190" y="983620"/>
                </a:moveTo>
                <a:lnTo>
                  <a:pt x="3025201" y="961949"/>
                </a:lnTo>
                <a:moveTo>
                  <a:pt x="2804190" y="983620"/>
                </a:moveTo>
                <a:lnTo>
                  <a:pt x="2835646" y="697962"/>
                </a:lnTo>
                <a:moveTo>
                  <a:pt x="2804190" y="983620"/>
                </a:moveTo>
                <a:lnTo>
                  <a:pt x="2577145" y="793699"/>
                </a:lnTo>
                <a:moveTo>
                  <a:pt x="3025201" y="961949"/>
                </a:moveTo>
                <a:lnTo>
                  <a:pt x="2991094" y="699699"/>
                </a:lnTo>
                <a:moveTo>
                  <a:pt x="3025201" y="961949"/>
                </a:moveTo>
                <a:lnTo>
                  <a:pt x="2835646" y="697962"/>
                </a:lnTo>
                <a:moveTo>
                  <a:pt x="0" y="748345"/>
                </a:moveTo>
                <a:lnTo>
                  <a:pt x="230063" y="700979"/>
                </a:lnTo>
                <a:moveTo>
                  <a:pt x="0" y="748345"/>
                </a:moveTo>
                <a:lnTo>
                  <a:pt x="0" y="521574"/>
                </a:lnTo>
                <a:moveTo>
                  <a:pt x="230063" y="700979"/>
                </a:moveTo>
                <a:lnTo>
                  <a:pt x="488381" y="708477"/>
                </a:lnTo>
                <a:moveTo>
                  <a:pt x="230063" y="700979"/>
                </a:moveTo>
                <a:lnTo>
                  <a:pt x="425836" y="528066"/>
                </a:lnTo>
                <a:moveTo>
                  <a:pt x="230063" y="700979"/>
                </a:moveTo>
                <a:lnTo>
                  <a:pt x="0" y="521574"/>
                </a:lnTo>
                <a:moveTo>
                  <a:pt x="488381" y="708477"/>
                </a:moveTo>
                <a:lnTo>
                  <a:pt x="749168" y="780075"/>
                </a:lnTo>
                <a:moveTo>
                  <a:pt x="488381" y="708477"/>
                </a:moveTo>
                <a:lnTo>
                  <a:pt x="425836" y="528066"/>
                </a:lnTo>
                <a:moveTo>
                  <a:pt x="488381" y="708477"/>
                </a:moveTo>
                <a:lnTo>
                  <a:pt x="699607" y="538764"/>
                </a:lnTo>
                <a:moveTo>
                  <a:pt x="749168" y="780075"/>
                </a:moveTo>
                <a:lnTo>
                  <a:pt x="937351" y="700796"/>
                </a:lnTo>
                <a:moveTo>
                  <a:pt x="749168" y="780075"/>
                </a:moveTo>
                <a:lnTo>
                  <a:pt x="699607" y="538764"/>
                </a:lnTo>
                <a:moveTo>
                  <a:pt x="749168" y="780075"/>
                </a:moveTo>
                <a:lnTo>
                  <a:pt x="895015" y="541142"/>
                </a:lnTo>
                <a:moveTo>
                  <a:pt x="749168" y="780075"/>
                </a:moveTo>
                <a:lnTo>
                  <a:pt x="425836" y="528066"/>
                </a:lnTo>
                <a:moveTo>
                  <a:pt x="937351" y="700796"/>
                </a:moveTo>
                <a:lnTo>
                  <a:pt x="1202527" y="794339"/>
                </a:lnTo>
                <a:moveTo>
                  <a:pt x="937351" y="700796"/>
                </a:moveTo>
                <a:lnTo>
                  <a:pt x="895015" y="541142"/>
                </a:lnTo>
                <a:moveTo>
                  <a:pt x="937351" y="700796"/>
                </a:moveTo>
                <a:lnTo>
                  <a:pt x="1188811" y="575889"/>
                </a:lnTo>
                <a:moveTo>
                  <a:pt x="937351" y="700796"/>
                </a:moveTo>
                <a:lnTo>
                  <a:pt x="699607" y="538764"/>
                </a:lnTo>
                <a:moveTo>
                  <a:pt x="1202527" y="794339"/>
                </a:moveTo>
                <a:lnTo>
                  <a:pt x="1188811" y="575889"/>
                </a:lnTo>
                <a:moveTo>
                  <a:pt x="1202527" y="794339"/>
                </a:moveTo>
                <a:lnTo>
                  <a:pt x="1401867" y="527060"/>
                </a:lnTo>
                <a:moveTo>
                  <a:pt x="1202527" y="794339"/>
                </a:moveTo>
                <a:lnTo>
                  <a:pt x="895015" y="541142"/>
                </a:lnTo>
                <a:moveTo>
                  <a:pt x="1351575" y="758952"/>
                </a:moveTo>
                <a:lnTo>
                  <a:pt x="1578437" y="782361"/>
                </a:lnTo>
                <a:moveTo>
                  <a:pt x="1351575" y="758952"/>
                </a:moveTo>
                <a:lnTo>
                  <a:pt x="1401867" y="527060"/>
                </a:lnTo>
                <a:moveTo>
                  <a:pt x="1351575" y="758952"/>
                </a:moveTo>
                <a:lnTo>
                  <a:pt x="1188811" y="575889"/>
                </a:lnTo>
                <a:moveTo>
                  <a:pt x="1578437" y="782361"/>
                </a:moveTo>
                <a:lnTo>
                  <a:pt x="1811152" y="732526"/>
                </a:lnTo>
                <a:moveTo>
                  <a:pt x="1578437" y="782361"/>
                </a:moveTo>
                <a:lnTo>
                  <a:pt x="1572128" y="539679"/>
                </a:lnTo>
                <a:moveTo>
                  <a:pt x="1578437" y="782361"/>
                </a:moveTo>
                <a:lnTo>
                  <a:pt x="1875160" y="518739"/>
                </a:lnTo>
                <a:moveTo>
                  <a:pt x="1578437" y="782361"/>
                </a:moveTo>
                <a:lnTo>
                  <a:pt x="1401867" y="527060"/>
                </a:lnTo>
                <a:moveTo>
                  <a:pt x="1811152" y="732526"/>
                </a:moveTo>
                <a:lnTo>
                  <a:pt x="2126346" y="706100"/>
                </a:lnTo>
                <a:moveTo>
                  <a:pt x="1811152" y="732526"/>
                </a:moveTo>
                <a:lnTo>
                  <a:pt x="1875160" y="518739"/>
                </a:lnTo>
                <a:moveTo>
                  <a:pt x="1811152" y="732526"/>
                </a:moveTo>
                <a:lnTo>
                  <a:pt x="2042678" y="463875"/>
                </a:lnTo>
                <a:moveTo>
                  <a:pt x="1811152" y="732526"/>
                </a:moveTo>
                <a:lnTo>
                  <a:pt x="1572128" y="539679"/>
                </a:lnTo>
                <a:moveTo>
                  <a:pt x="2126346" y="706100"/>
                </a:moveTo>
                <a:lnTo>
                  <a:pt x="2042678" y="463875"/>
                </a:lnTo>
                <a:moveTo>
                  <a:pt x="2126346" y="706100"/>
                </a:moveTo>
                <a:lnTo>
                  <a:pt x="2359518" y="465338"/>
                </a:lnTo>
                <a:moveTo>
                  <a:pt x="2126346" y="706100"/>
                </a:moveTo>
                <a:lnTo>
                  <a:pt x="1875160" y="518739"/>
                </a:lnTo>
                <a:moveTo>
                  <a:pt x="2285726" y="727131"/>
                </a:moveTo>
                <a:lnTo>
                  <a:pt x="2359518" y="465338"/>
                </a:lnTo>
                <a:moveTo>
                  <a:pt x="2285726" y="727131"/>
                </a:moveTo>
                <a:lnTo>
                  <a:pt x="2512588" y="547360"/>
                </a:lnTo>
                <a:moveTo>
                  <a:pt x="2285726" y="727131"/>
                </a:moveTo>
                <a:lnTo>
                  <a:pt x="2042678" y="463875"/>
                </a:lnTo>
                <a:moveTo>
                  <a:pt x="2577145" y="793699"/>
                </a:moveTo>
                <a:lnTo>
                  <a:pt x="2512588" y="547360"/>
                </a:lnTo>
                <a:moveTo>
                  <a:pt x="2577145" y="793699"/>
                </a:moveTo>
                <a:lnTo>
                  <a:pt x="2737622" y="487741"/>
                </a:lnTo>
                <a:moveTo>
                  <a:pt x="2577145" y="793699"/>
                </a:moveTo>
                <a:lnTo>
                  <a:pt x="2359518" y="465338"/>
                </a:lnTo>
                <a:moveTo>
                  <a:pt x="2835646" y="697962"/>
                </a:moveTo>
                <a:lnTo>
                  <a:pt x="2991094" y="699699"/>
                </a:lnTo>
                <a:moveTo>
                  <a:pt x="2835646" y="697962"/>
                </a:moveTo>
                <a:lnTo>
                  <a:pt x="2737622" y="487741"/>
                </a:lnTo>
                <a:moveTo>
                  <a:pt x="2835646" y="697962"/>
                </a:moveTo>
                <a:lnTo>
                  <a:pt x="2997037" y="563088"/>
                </a:lnTo>
                <a:moveTo>
                  <a:pt x="2835646" y="697962"/>
                </a:moveTo>
                <a:lnTo>
                  <a:pt x="2512588" y="547360"/>
                </a:lnTo>
                <a:moveTo>
                  <a:pt x="2991094" y="699699"/>
                </a:moveTo>
                <a:lnTo>
                  <a:pt x="2997037" y="563088"/>
                </a:lnTo>
                <a:moveTo>
                  <a:pt x="2991094" y="699699"/>
                </a:moveTo>
                <a:lnTo>
                  <a:pt x="2737622" y="487741"/>
                </a:lnTo>
                <a:moveTo>
                  <a:pt x="0" y="521574"/>
                </a:moveTo>
                <a:lnTo>
                  <a:pt x="289590" y="481523"/>
                </a:lnTo>
                <a:moveTo>
                  <a:pt x="0" y="521574"/>
                </a:moveTo>
                <a:lnTo>
                  <a:pt x="0" y="240304"/>
                </a:lnTo>
                <a:moveTo>
                  <a:pt x="0" y="521574"/>
                </a:moveTo>
                <a:lnTo>
                  <a:pt x="269657" y="316017"/>
                </a:lnTo>
                <a:moveTo>
                  <a:pt x="289590" y="481523"/>
                </a:moveTo>
                <a:lnTo>
                  <a:pt x="425836" y="528066"/>
                </a:lnTo>
                <a:moveTo>
                  <a:pt x="289590" y="481523"/>
                </a:moveTo>
                <a:lnTo>
                  <a:pt x="269657" y="316017"/>
                </a:lnTo>
                <a:moveTo>
                  <a:pt x="289590" y="481523"/>
                </a:moveTo>
                <a:lnTo>
                  <a:pt x="424464" y="239390"/>
                </a:lnTo>
                <a:moveTo>
                  <a:pt x="425836" y="528066"/>
                </a:moveTo>
                <a:lnTo>
                  <a:pt x="699607" y="538764"/>
                </a:lnTo>
                <a:moveTo>
                  <a:pt x="425836" y="528066"/>
                </a:moveTo>
                <a:lnTo>
                  <a:pt x="424464" y="239390"/>
                </a:lnTo>
                <a:moveTo>
                  <a:pt x="425836" y="528066"/>
                </a:moveTo>
                <a:lnTo>
                  <a:pt x="269657" y="316017"/>
                </a:lnTo>
                <a:moveTo>
                  <a:pt x="699607" y="538764"/>
                </a:moveTo>
                <a:lnTo>
                  <a:pt x="895015" y="541142"/>
                </a:lnTo>
                <a:moveTo>
                  <a:pt x="699607" y="538764"/>
                </a:moveTo>
                <a:lnTo>
                  <a:pt x="882579" y="339425"/>
                </a:lnTo>
                <a:moveTo>
                  <a:pt x="699607" y="538764"/>
                </a:moveTo>
                <a:lnTo>
                  <a:pt x="424464" y="239390"/>
                </a:lnTo>
                <a:moveTo>
                  <a:pt x="895015" y="541142"/>
                </a:moveTo>
                <a:lnTo>
                  <a:pt x="1188811" y="575889"/>
                </a:lnTo>
                <a:moveTo>
                  <a:pt x="895015" y="541142"/>
                </a:moveTo>
                <a:lnTo>
                  <a:pt x="882579" y="339425"/>
                </a:lnTo>
                <a:moveTo>
                  <a:pt x="895015" y="541142"/>
                </a:moveTo>
                <a:lnTo>
                  <a:pt x="1184880" y="296723"/>
                </a:lnTo>
                <a:moveTo>
                  <a:pt x="895015" y="541142"/>
                </a:moveTo>
                <a:lnTo>
                  <a:pt x="706008" y="264810"/>
                </a:lnTo>
                <a:moveTo>
                  <a:pt x="1188811" y="575889"/>
                </a:moveTo>
                <a:lnTo>
                  <a:pt x="1401867" y="527060"/>
                </a:lnTo>
                <a:moveTo>
                  <a:pt x="1188811" y="575889"/>
                </a:moveTo>
                <a:lnTo>
                  <a:pt x="1184880" y="296723"/>
                </a:lnTo>
                <a:moveTo>
                  <a:pt x="1188811" y="575889"/>
                </a:moveTo>
                <a:lnTo>
                  <a:pt x="1345814" y="237195"/>
                </a:lnTo>
                <a:moveTo>
                  <a:pt x="1188811" y="575889"/>
                </a:moveTo>
                <a:lnTo>
                  <a:pt x="882579" y="339425"/>
                </a:lnTo>
                <a:moveTo>
                  <a:pt x="1401867" y="527060"/>
                </a:moveTo>
                <a:lnTo>
                  <a:pt x="1345814" y="237195"/>
                </a:lnTo>
                <a:moveTo>
                  <a:pt x="1401867" y="527060"/>
                </a:moveTo>
                <a:lnTo>
                  <a:pt x="1643817" y="253106"/>
                </a:lnTo>
                <a:moveTo>
                  <a:pt x="1401867" y="527060"/>
                </a:moveTo>
                <a:lnTo>
                  <a:pt x="1184880" y="296723"/>
                </a:lnTo>
                <a:moveTo>
                  <a:pt x="1572128" y="539679"/>
                </a:moveTo>
                <a:lnTo>
                  <a:pt x="1875160" y="518739"/>
                </a:lnTo>
                <a:moveTo>
                  <a:pt x="1572128" y="539679"/>
                </a:moveTo>
                <a:lnTo>
                  <a:pt x="1643817" y="253106"/>
                </a:lnTo>
                <a:moveTo>
                  <a:pt x="1572128" y="539679"/>
                </a:moveTo>
                <a:lnTo>
                  <a:pt x="1812341" y="246705"/>
                </a:lnTo>
                <a:moveTo>
                  <a:pt x="1572128" y="539679"/>
                </a:moveTo>
                <a:lnTo>
                  <a:pt x="1345814" y="237195"/>
                </a:lnTo>
                <a:moveTo>
                  <a:pt x="1875160" y="518739"/>
                </a:moveTo>
                <a:lnTo>
                  <a:pt x="2042678" y="463875"/>
                </a:lnTo>
                <a:moveTo>
                  <a:pt x="1875160" y="518739"/>
                </a:moveTo>
                <a:lnTo>
                  <a:pt x="1812341" y="246705"/>
                </a:lnTo>
                <a:moveTo>
                  <a:pt x="1875160" y="518739"/>
                </a:moveTo>
                <a:lnTo>
                  <a:pt x="2042952" y="245974"/>
                </a:lnTo>
                <a:moveTo>
                  <a:pt x="1875160" y="518739"/>
                </a:moveTo>
                <a:lnTo>
                  <a:pt x="1643817" y="253106"/>
                </a:lnTo>
                <a:moveTo>
                  <a:pt x="2042678" y="463875"/>
                </a:moveTo>
                <a:lnTo>
                  <a:pt x="2359518" y="465338"/>
                </a:lnTo>
                <a:moveTo>
                  <a:pt x="2042678" y="463875"/>
                </a:moveTo>
                <a:lnTo>
                  <a:pt x="2042952" y="245974"/>
                </a:lnTo>
                <a:moveTo>
                  <a:pt x="2042678" y="463875"/>
                </a:moveTo>
                <a:lnTo>
                  <a:pt x="2320564" y="306690"/>
                </a:lnTo>
                <a:moveTo>
                  <a:pt x="2042678" y="463875"/>
                </a:moveTo>
                <a:lnTo>
                  <a:pt x="1812341" y="246705"/>
                </a:lnTo>
                <a:moveTo>
                  <a:pt x="2359518" y="465338"/>
                </a:moveTo>
                <a:lnTo>
                  <a:pt x="2512588" y="547360"/>
                </a:lnTo>
                <a:moveTo>
                  <a:pt x="2359518" y="465338"/>
                </a:moveTo>
                <a:lnTo>
                  <a:pt x="2320564" y="306690"/>
                </a:lnTo>
                <a:moveTo>
                  <a:pt x="2359518" y="465338"/>
                </a:moveTo>
                <a:lnTo>
                  <a:pt x="2564709" y="238476"/>
                </a:lnTo>
                <a:moveTo>
                  <a:pt x="2359518" y="465338"/>
                </a:moveTo>
                <a:lnTo>
                  <a:pt x="2042952" y="245974"/>
                </a:lnTo>
                <a:moveTo>
                  <a:pt x="2512588" y="547360"/>
                </a:moveTo>
                <a:lnTo>
                  <a:pt x="2564709" y="238476"/>
                </a:lnTo>
                <a:moveTo>
                  <a:pt x="2512588" y="547360"/>
                </a:moveTo>
                <a:lnTo>
                  <a:pt x="2764140" y="331013"/>
                </a:lnTo>
                <a:moveTo>
                  <a:pt x="2512588" y="547360"/>
                </a:moveTo>
                <a:lnTo>
                  <a:pt x="2320564" y="306690"/>
                </a:lnTo>
                <a:moveTo>
                  <a:pt x="2737622" y="487741"/>
                </a:moveTo>
                <a:lnTo>
                  <a:pt x="2997037" y="563088"/>
                </a:lnTo>
                <a:moveTo>
                  <a:pt x="2737622" y="487741"/>
                </a:moveTo>
                <a:lnTo>
                  <a:pt x="2764140" y="331013"/>
                </a:lnTo>
                <a:moveTo>
                  <a:pt x="2737622" y="487741"/>
                </a:moveTo>
                <a:lnTo>
                  <a:pt x="3026847" y="318394"/>
                </a:lnTo>
                <a:moveTo>
                  <a:pt x="2737622" y="487741"/>
                </a:moveTo>
                <a:lnTo>
                  <a:pt x="2564709" y="238476"/>
                </a:lnTo>
                <a:moveTo>
                  <a:pt x="2997037" y="563088"/>
                </a:moveTo>
                <a:lnTo>
                  <a:pt x="2764140" y="331013"/>
                </a:lnTo>
                <a:moveTo>
                  <a:pt x="0" y="240304"/>
                </a:moveTo>
                <a:lnTo>
                  <a:pt x="269657" y="316017"/>
                </a:lnTo>
                <a:moveTo>
                  <a:pt x="0" y="240304"/>
                </a:moveTo>
                <a:lnTo>
                  <a:pt x="0" y="95189"/>
                </a:lnTo>
                <a:moveTo>
                  <a:pt x="0" y="240304"/>
                </a:moveTo>
                <a:lnTo>
                  <a:pt x="180320" y="90617"/>
                </a:lnTo>
                <a:moveTo>
                  <a:pt x="269657" y="316017"/>
                </a:moveTo>
                <a:lnTo>
                  <a:pt x="424464" y="239390"/>
                </a:lnTo>
                <a:moveTo>
                  <a:pt x="269657" y="316017"/>
                </a:moveTo>
                <a:lnTo>
                  <a:pt x="180320" y="90617"/>
                </a:lnTo>
                <a:moveTo>
                  <a:pt x="269657" y="316017"/>
                </a:moveTo>
                <a:lnTo>
                  <a:pt x="443393" y="78547"/>
                </a:lnTo>
                <a:moveTo>
                  <a:pt x="269657" y="316017"/>
                </a:moveTo>
                <a:lnTo>
                  <a:pt x="0" y="95189"/>
                </a:lnTo>
                <a:moveTo>
                  <a:pt x="424464" y="239390"/>
                </a:moveTo>
                <a:lnTo>
                  <a:pt x="706008" y="264810"/>
                </a:lnTo>
                <a:moveTo>
                  <a:pt x="424464" y="239390"/>
                </a:moveTo>
                <a:lnTo>
                  <a:pt x="443393" y="78547"/>
                </a:lnTo>
                <a:moveTo>
                  <a:pt x="424464" y="239390"/>
                </a:moveTo>
                <a:lnTo>
                  <a:pt x="727954" y="80284"/>
                </a:lnTo>
                <a:moveTo>
                  <a:pt x="706008" y="264810"/>
                </a:moveTo>
                <a:lnTo>
                  <a:pt x="882579" y="339425"/>
                </a:lnTo>
                <a:moveTo>
                  <a:pt x="706008" y="264810"/>
                </a:moveTo>
                <a:lnTo>
                  <a:pt x="727954" y="80284"/>
                </a:lnTo>
                <a:moveTo>
                  <a:pt x="706008" y="264810"/>
                </a:moveTo>
                <a:lnTo>
                  <a:pt x="930402" y="93269"/>
                </a:lnTo>
                <a:moveTo>
                  <a:pt x="706008" y="264810"/>
                </a:moveTo>
                <a:lnTo>
                  <a:pt x="443393" y="78547"/>
                </a:lnTo>
                <a:moveTo>
                  <a:pt x="882579" y="339425"/>
                </a:moveTo>
                <a:lnTo>
                  <a:pt x="1184880" y="296723"/>
                </a:lnTo>
                <a:moveTo>
                  <a:pt x="882579" y="339425"/>
                </a:moveTo>
                <a:lnTo>
                  <a:pt x="930402" y="93269"/>
                </a:lnTo>
                <a:moveTo>
                  <a:pt x="882579" y="339425"/>
                </a:moveTo>
                <a:lnTo>
                  <a:pt x="727954" y="80284"/>
                </a:lnTo>
                <a:moveTo>
                  <a:pt x="1184880" y="296723"/>
                </a:moveTo>
                <a:lnTo>
                  <a:pt x="1345814" y="237195"/>
                </a:lnTo>
                <a:moveTo>
                  <a:pt x="1184880" y="296723"/>
                </a:moveTo>
                <a:lnTo>
                  <a:pt x="1145195" y="111831"/>
                </a:lnTo>
                <a:moveTo>
                  <a:pt x="1184880" y="296723"/>
                </a:moveTo>
                <a:lnTo>
                  <a:pt x="1366571" y="112197"/>
                </a:lnTo>
                <a:moveTo>
                  <a:pt x="1345814" y="237195"/>
                </a:moveTo>
                <a:lnTo>
                  <a:pt x="1643817" y="253106"/>
                </a:lnTo>
                <a:moveTo>
                  <a:pt x="1345814" y="237195"/>
                </a:moveTo>
                <a:lnTo>
                  <a:pt x="1366571" y="112197"/>
                </a:lnTo>
                <a:moveTo>
                  <a:pt x="1345814" y="237195"/>
                </a:moveTo>
                <a:lnTo>
                  <a:pt x="1655247" y="50018"/>
                </a:lnTo>
                <a:moveTo>
                  <a:pt x="1345814" y="237195"/>
                </a:moveTo>
                <a:lnTo>
                  <a:pt x="1145195" y="111831"/>
                </a:lnTo>
                <a:moveTo>
                  <a:pt x="1643817" y="253106"/>
                </a:moveTo>
                <a:lnTo>
                  <a:pt x="1812341" y="246705"/>
                </a:lnTo>
                <a:moveTo>
                  <a:pt x="1643817" y="253106"/>
                </a:moveTo>
                <a:lnTo>
                  <a:pt x="1655247" y="50018"/>
                </a:lnTo>
                <a:moveTo>
                  <a:pt x="1643817" y="253106"/>
                </a:moveTo>
                <a:lnTo>
                  <a:pt x="1824594" y="58887"/>
                </a:lnTo>
                <a:moveTo>
                  <a:pt x="1643817" y="253106"/>
                </a:moveTo>
                <a:lnTo>
                  <a:pt x="1366571" y="112197"/>
                </a:lnTo>
                <a:moveTo>
                  <a:pt x="1812341" y="246705"/>
                </a:moveTo>
                <a:lnTo>
                  <a:pt x="2042952" y="245974"/>
                </a:lnTo>
                <a:moveTo>
                  <a:pt x="1812341" y="246705"/>
                </a:moveTo>
                <a:lnTo>
                  <a:pt x="1824594" y="58887"/>
                </a:lnTo>
                <a:moveTo>
                  <a:pt x="1812341" y="246705"/>
                </a:moveTo>
                <a:lnTo>
                  <a:pt x="2143902" y="101590"/>
                </a:lnTo>
                <a:moveTo>
                  <a:pt x="1812341" y="246705"/>
                </a:moveTo>
                <a:lnTo>
                  <a:pt x="1655247" y="50018"/>
                </a:lnTo>
                <a:moveTo>
                  <a:pt x="2042952" y="245974"/>
                </a:moveTo>
                <a:lnTo>
                  <a:pt x="2320564" y="306690"/>
                </a:lnTo>
                <a:moveTo>
                  <a:pt x="2042952" y="245974"/>
                </a:moveTo>
                <a:lnTo>
                  <a:pt x="2143902" y="101590"/>
                </a:lnTo>
                <a:moveTo>
                  <a:pt x="2042952" y="245974"/>
                </a:moveTo>
                <a:lnTo>
                  <a:pt x="2362992" y="63825"/>
                </a:lnTo>
                <a:moveTo>
                  <a:pt x="2042952" y="245974"/>
                </a:moveTo>
                <a:lnTo>
                  <a:pt x="1824594" y="58887"/>
                </a:lnTo>
                <a:moveTo>
                  <a:pt x="2320564" y="306690"/>
                </a:moveTo>
                <a:lnTo>
                  <a:pt x="2564709" y="238476"/>
                </a:lnTo>
                <a:moveTo>
                  <a:pt x="2320564" y="306690"/>
                </a:moveTo>
                <a:lnTo>
                  <a:pt x="2362992" y="63825"/>
                </a:lnTo>
                <a:moveTo>
                  <a:pt x="2320564" y="306690"/>
                </a:moveTo>
                <a:lnTo>
                  <a:pt x="2557943" y="17099"/>
                </a:lnTo>
                <a:moveTo>
                  <a:pt x="2320564" y="306690"/>
                </a:moveTo>
                <a:lnTo>
                  <a:pt x="2143902" y="101590"/>
                </a:lnTo>
                <a:moveTo>
                  <a:pt x="2564709" y="238476"/>
                </a:moveTo>
                <a:lnTo>
                  <a:pt x="2764140" y="331013"/>
                </a:lnTo>
                <a:moveTo>
                  <a:pt x="2564709" y="238476"/>
                </a:moveTo>
                <a:lnTo>
                  <a:pt x="2557943" y="17099"/>
                </a:lnTo>
                <a:moveTo>
                  <a:pt x="2564709" y="238476"/>
                </a:moveTo>
                <a:lnTo>
                  <a:pt x="2778679" y="55230"/>
                </a:lnTo>
                <a:moveTo>
                  <a:pt x="2564709" y="238476"/>
                </a:moveTo>
                <a:lnTo>
                  <a:pt x="2362992" y="63825"/>
                </a:lnTo>
                <a:moveTo>
                  <a:pt x="2764140" y="331013"/>
                </a:moveTo>
                <a:lnTo>
                  <a:pt x="3026847" y="318394"/>
                </a:lnTo>
                <a:moveTo>
                  <a:pt x="2764140" y="331013"/>
                </a:moveTo>
                <a:lnTo>
                  <a:pt x="2778679" y="55230"/>
                </a:lnTo>
                <a:moveTo>
                  <a:pt x="2764140" y="331013"/>
                </a:moveTo>
                <a:lnTo>
                  <a:pt x="3045592" y="0"/>
                </a:lnTo>
                <a:moveTo>
                  <a:pt x="2764140" y="331013"/>
                </a:moveTo>
                <a:lnTo>
                  <a:pt x="2557943" y="17099"/>
                </a:lnTo>
                <a:moveTo>
                  <a:pt x="3026847" y="318394"/>
                </a:moveTo>
                <a:lnTo>
                  <a:pt x="3045592" y="0"/>
                </a:lnTo>
                <a:moveTo>
                  <a:pt x="3026847" y="318394"/>
                </a:moveTo>
                <a:lnTo>
                  <a:pt x="2778679" y="55230"/>
                </a:lnTo>
                <a:moveTo>
                  <a:pt x="0" y="95189"/>
                </a:moveTo>
                <a:lnTo>
                  <a:pt x="180320" y="90617"/>
                </a:lnTo>
                <a:moveTo>
                  <a:pt x="180320" y="90617"/>
                </a:moveTo>
                <a:lnTo>
                  <a:pt x="443393" y="78547"/>
                </a:lnTo>
                <a:moveTo>
                  <a:pt x="443393" y="78547"/>
                </a:moveTo>
                <a:lnTo>
                  <a:pt x="727954" y="80284"/>
                </a:lnTo>
                <a:moveTo>
                  <a:pt x="727954" y="80284"/>
                </a:moveTo>
                <a:lnTo>
                  <a:pt x="930402" y="93269"/>
                </a:lnTo>
                <a:moveTo>
                  <a:pt x="930402" y="93269"/>
                </a:moveTo>
                <a:lnTo>
                  <a:pt x="1145195" y="111831"/>
                </a:lnTo>
                <a:moveTo>
                  <a:pt x="1145195" y="111831"/>
                </a:moveTo>
                <a:lnTo>
                  <a:pt x="1366571" y="112197"/>
                </a:lnTo>
                <a:moveTo>
                  <a:pt x="1366571" y="112197"/>
                </a:moveTo>
                <a:lnTo>
                  <a:pt x="1655247" y="50018"/>
                </a:lnTo>
                <a:moveTo>
                  <a:pt x="1655247" y="50018"/>
                </a:moveTo>
                <a:lnTo>
                  <a:pt x="1824594" y="58887"/>
                </a:lnTo>
                <a:moveTo>
                  <a:pt x="2143902" y="101590"/>
                </a:moveTo>
                <a:lnTo>
                  <a:pt x="2362992" y="63825"/>
                </a:lnTo>
                <a:moveTo>
                  <a:pt x="2362992" y="63825"/>
                </a:moveTo>
                <a:lnTo>
                  <a:pt x="2557943" y="17099"/>
                </a:lnTo>
                <a:moveTo>
                  <a:pt x="2557943" y="17099"/>
                </a:moveTo>
                <a:lnTo>
                  <a:pt x="2778679" y="55230"/>
                </a:lnTo>
                <a:moveTo>
                  <a:pt x="2778679" y="55230"/>
                </a:moveTo>
                <a:lnTo>
                  <a:pt x="3045592" y="0"/>
                </a:lnTo>
              </a:path>
            </a:pathLst>
          </a:custGeom>
          <a:ln w="6795" cap="rnd">
            <a:solidFill>
              <a:srgbClr val="BDB9AE"/>
            </a:solidFill>
            <a:prstDash val="solid"/>
            <a:round/>
          </a:ln>
        </p:spPr>
      </p:sp>
      <p:sp>
        <p:nvSpPr>
          <p:cNvPr id="12" name="Forma 11"/>
          <p:cNvSpPr/>
          <p:nvPr/>
        </p:nvSpPr>
        <p:spPr>
          <a:xfrm>
            <a:off x="5093391" y="4170030"/>
            <a:ext cx="3028584" cy="268651"/>
          </a:xfrm>
          <a:custGeom>
            <a:avLst/>
            <a:gdLst/>
            <a:ahLst/>
            <a:cxnLst/>
            <a:rect l="l" t="t" r="r" b="b"/>
            <a:pathLst>
              <a:path w="3028584" h="268651">
                <a:moveTo>
                  <a:pt x="27158" y="255118"/>
                </a:moveTo>
                <a:cubicBezTo>
                  <a:pt x="27158" y="256855"/>
                  <a:pt x="26792" y="258592"/>
                  <a:pt x="26152" y="260238"/>
                </a:cubicBezTo>
                <a:cubicBezTo>
                  <a:pt x="25420" y="261976"/>
                  <a:pt x="24506" y="263439"/>
                  <a:pt x="23226" y="264627"/>
                </a:cubicBezTo>
                <a:cubicBezTo>
                  <a:pt x="21946" y="265908"/>
                  <a:pt x="20483" y="266913"/>
                  <a:pt x="18745" y="267645"/>
                </a:cubicBezTo>
                <a:cubicBezTo>
                  <a:pt x="17099" y="268285"/>
                  <a:pt x="15362" y="268651"/>
                  <a:pt x="13625" y="268651"/>
                </a:cubicBezTo>
                <a:cubicBezTo>
                  <a:pt x="11796" y="268651"/>
                  <a:pt x="10058" y="268285"/>
                  <a:pt x="8412" y="267645"/>
                </a:cubicBezTo>
                <a:cubicBezTo>
                  <a:pt x="6767" y="266913"/>
                  <a:pt x="5212" y="265908"/>
                  <a:pt x="4023" y="264627"/>
                </a:cubicBezTo>
                <a:cubicBezTo>
                  <a:pt x="2743" y="263439"/>
                  <a:pt x="1737" y="261976"/>
                  <a:pt x="1006" y="260238"/>
                </a:cubicBezTo>
                <a:cubicBezTo>
                  <a:pt x="366" y="258592"/>
                  <a:pt x="0" y="256855"/>
                  <a:pt x="0" y="255118"/>
                </a:cubicBezTo>
                <a:cubicBezTo>
                  <a:pt x="0" y="253289"/>
                  <a:pt x="366" y="251551"/>
                  <a:pt x="1006" y="249906"/>
                </a:cubicBezTo>
                <a:cubicBezTo>
                  <a:pt x="1737" y="248260"/>
                  <a:pt x="2743" y="246797"/>
                  <a:pt x="4023" y="245516"/>
                </a:cubicBezTo>
                <a:cubicBezTo>
                  <a:pt x="5212" y="244236"/>
                  <a:pt x="6767" y="243230"/>
                  <a:pt x="8412" y="242590"/>
                </a:cubicBezTo>
                <a:cubicBezTo>
                  <a:pt x="10058" y="241859"/>
                  <a:pt x="11796" y="241493"/>
                  <a:pt x="13625" y="241493"/>
                </a:cubicBezTo>
                <a:cubicBezTo>
                  <a:pt x="15362" y="241493"/>
                  <a:pt x="17099" y="241859"/>
                  <a:pt x="18745" y="242590"/>
                </a:cubicBezTo>
                <a:cubicBezTo>
                  <a:pt x="20483" y="243230"/>
                  <a:pt x="21946" y="244236"/>
                  <a:pt x="23226" y="245516"/>
                </a:cubicBezTo>
                <a:cubicBezTo>
                  <a:pt x="24506" y="246797"/>
                  <a:pt x="25420" y="248260"/>
                  <a:pt x="26152" y="249906"/>
                </a:cubicBezTo>
                <a:cubicBezTo>
                  <a:pt x="26792" y="251551"/>
                  <a:pt x="27158" y="253289"/>
                  <a:pt x="27158" y="255118"/>
                </a:cubicBezTo>
              </a:path>
              <a:path w="3028584" h="268651">
                <a:moveTo>
                  <a:pt x="277338" y="255118"/>
                </a:moveTo>
                <a:cubicBezTo>
                  <a:pt x="277338" y="256855"/>
                  <a:pt x="276972" y="258592"/>
                  <a:pt x="276332" y="260238"/>
                </a:cubicBezTo>
                <a:cubicBezTo>
                  <a:pt x="275600" y="261976"/>
                  <a:pt x="274594" y="263439"/>
                  <a:pt x="273314" y="264627"/>
                </a:cubicBezTo>
                <a:cubicBezTo>
                  <a:pt x="272034" y="265908"/>
                  <a:pt x="270571" y="266913"/>
                  <a:pt x="268925" y="267645"/>
                </a:cubicBezTo>
                <a:cubicBezTo>
                  <a:pt x="267279" y="268285"/>
                  <a:pt x="265542" y="268651"/>
                  <a:pt x="263713" y="268651"/>
                </a:cubicBezTo>
                <a:cubicBezTo>
                  <a:pt x="261976" y="268651"/>
                  <a:pt x="260238" y="268285"/>
                  <a:pt x="258501" y="267645"/>
                </a:cubicBezTo>
                <a:cubicBezTo>
                  <a:pt x="256855" y="266913"/>
                  <a:pt x="255392" y="265908"/>
                  <a:pt x="254112" y="264627"/>
                </a:cubicBezTo>
                <a:cubicBezTo>
                  <a:pt x="252832" y="263439"/>
                  <a:pt x="251917" y="261976"/>
                  <a:pt x="251186" y="260238"/>
                </a:cubicBezTo>
                <a:cubicBezTo>
                  <a:pt x="250546" y="258592"/>
                  <a:pt x="250180" y="256855"/>
                  <a:pt x="250180" y="255118"/>
                </a:cubicBezTo>
                <a:cubicBezTo>
                  <a:pt x="250180" y="253289"/>
                  <a:pt x="250546" y="251551"/>
                  <a:pt x="251186" y="249906"/>
                </a:cubicBezTo>
                <a:cubicBezTo>
                  <a:pt x="251917" y="248260"/>
                  <a:pt x="252832" y="246797"/>
                  <a:pt x="254112" y="245516"/>
                </a:cubicBezTo>
                <a:cubicBezTo>
                  <a:pt x="255392" y="244236"/>
                  <a:pt x="256855" y="243230"/>
                  <a:pt x="258501" y="242590"/>
                </a:cubicBezTo>
                <a:cubicBezTo>
                  <a:pt x="260238" y="241859"/>
                  <a:pt x="261976" y="241493"/>
                  <a:pt x="263713" y="241493"/>
                </a:cubicBezTo>
                <a:cubicBezTo>
                  <a:pt x="265542" y="241493"/>
                  <a:pt x="267279" y="241859"/>
                  <a:pt x="268925" y="242590"/>
                </a:cubicBezTo>
                <a:cubicBezTo>
                  <a:pt x="270571" y="243230"/>
                  <a:pt x="272034" y="244236"/>
                  <a:pt x="273314" y="245516"/>
                </a:cubicBezTo>
                <a:cubicBezTo>
                  <a:pt x="274594" y="246797"/>
                  <a:pt x="275600" y="248260"/>
                  <a:pt x="276332" y="249906"/>
                </a:cubicBezTo>
                <a:cubicBezTo>
                  <a:pt x="276972" y="251551"/>
                  <a:pt x="277338" y="253289"/>
                  <a:pt x="277338" y="255118"/>
                </a:cubicBezTo>
              </a:path>
              <a:path w="3028584" h="268651">
                <a:moveTo>
                  <a:pt x="496519" y="255118"/>
                </a:moveTo>
                <a:cubicBezTo>
                  <a:pt x="496519" y="256855"/>
                  <a:pt x="496153" y="258592"/>
                  <a:pt x="495513" y="260238"/>
                </a:cubicBezTo>
                <a:cubicBezTo>
                  <a:pt x="494782" y="261976"/>
                  <a:pt x="493867" y="263439"/>
                  <a:pt x="492587" y="264627"/>
                </a:cubicBezTo>
                <a:cubicBezTo>
                  <a:pt x="491307" y="265908"/>
                  <a:pt x="489844" y="266913"/>
                  <a:pt x="488107" y="267645"/>
                </a:cubicBezTo>
                <a:cubicBezTo>
                  <a:pt x="486461" y="268285"/>
                  <a:pt x="484723" y="268651"/>
                  <a:pt x="482986" y="268651"/>
                </a:cubicBezTo>
                <a:cubicBezTo>
                  <a:pt x="481157" y="268651"/>
                  <a:pt x="479420" y="268285"/>
                  <a:pt x="477774" y="267645"/>
                </a:cubicBezTo>
                <a:cubicBezTo>
                  <a:pt x="476128" y="266913"/>
                  <a:pt x="474574" y="265908"/>
                  <a:pt x="473385" y="264627"/>
                </a:cubicBezTo>
                <a:cubicBezTo>
                  <a:pt x="472105" y="263439"/>
                  <a:pt x="471099" y="261976"/>
                  <a:pt x="470367" y="260238"/>
                </a:cubicBezTo>
                <a:cubicBezTo>
                  <a:pt x="469727" y="258592"/>
                  <a:pt x="469362" y="256855"/>
                  <a:pt x="469362" y="255118"/>
                </a:cubicBezTo>
                <a:cubicBezTo>
                  <a:pt x="469362" y="253289"/>
                  <a:pt x="469727" y="251551"/>
                  <a:pt x="470367" y="249906"/>
                </a:cubicBezTo>
                <a:cubicBezTo>
                  <a:pt x="471099" y="248260"/>
                  <a:pt x="472105" y="246797"/>
                  <a:pt x="473385" y="245516"/>
                </a:cubicBezTo>
                <a:cubicBezTo>
                  <a:pt x="474574" y="244236"/>
                  <a:pt x="476128" y="243230"/>
                  <a:pt x="477774" y="242590"/>
                </a:cubicBezTo>
                <a:cubicBezTo>
                  <a:pt x="479420" y="241859"/>
                  <a:pt x="481157" y="241493"/>
                  <a:pt x="482986" y="241493"/>
                </a:cubicBezTo>
                <a:cubicBezTo>
                  <a:pt x="484723" y="241493"/>
                  <a:pt x="486461" y="241859"/>
                  <a:pt x="488107" y="242590"/>
                </a:cubicBezTo>
                <a:cubicBezTo>
                  <a:pt x="489844" y="243230"/>
                  <a:pt x="491307" y="244236"/>
                  <a:pt x="492587" y="245516"/>
                </a:cubicBezTo>
                <a:cubicBezTo>
                  <a:pt x="493867" y="246797"/>
                  <a:pt x="494782" y="248260"/>
                  <a:pt x="495513" y="249906"/>
                </a:cubicBezTo>
                <a:cubicBezTo>
                  <a:pt x="496153" y="251551"/>
                  <a:pt x="496519" y="253289"/>
                  <a:pt x="496519" y="255118"/>
                </a:cubicBezTo>
              </a:path>
              <a:path w="3028584" h="268651">
                <a:moveTo>
                  <a:pt x="673547" y="254203"/>
                </a:moveTo>
                <a:cubicBezTo>
                  <a:pt x="673547" y="256032"/>
                  <a:pt x="673181" y="257769"/>
                  <a:pt x="672450" y="259415"/>
                </a:cubicBezTo>
                <a:cubicBezTo>
                  <a:pt x="671810" y="261061"/>
                  <a:pt x="670804" y="262524"/>
                  <a:pt x="669524" y="263804"/>
                </a:cubicBezTo>
                <a:cubicBezTo>
                  <a:pt x="668244" y="265085"/>
                  <a:pt x="666780" y="266090"/>
                  <a:pt x="665135" y="266730"/>
                </a:cubicBezTo>
                <a:cubicBezTo>
                  <a:pt x="663489" y="267462"/>
                  <a:pt x="661751" y="267828"/>
                  <a:pt x="659922" y="267828"/>
                </a:cubicBezTo>
                <a:cubicBezTo>
                  <a:pt x="658094" y="267828"/>
                  <a:pt x="656448" y="267462"/>
                  <a:pt x="654710" y="266730"/>
                </a:cubicBezTo>
                <a:cubicBezTo>
                  <a:pt x="653064" y="266090"/>
                  <a:pt x="651601" y="265085"/>
                  <a:pt x="650321" y="263804"/>
                </a:cubicBezTo>
                <a:cubicBezTo>
                  <a:pt x="649041" y="262524"/>
                  <a:pt x="648035" y="261061"/>
                  <a:pt x="647395" y="259415"/>
                </a:cubicBezTo>
                <a:cubicBezTo>
                  <a:pt x="646664" y="257769"/>
                  <a:pt x="646389" y="256032"/>
                  <a:pt x="646389" y="254203"/>
                </a:cubicBezTo>
                <a:cubicBezTo>
                  <a:pt x="646389" y="252466"/>
                  <a:pt x="646664" y="250728"/>
                  <a:pt x="647395" y="249083"/>
                </a:cubicBezTo>
                <a:cubicBezTo>
                  <a:pt x="648035" y="247345"/>
                  <a:pt x="649041" y="245882"/>
                  <a:pt x="650321" y="244602"/>
                </a:cubicBezTo>
                <a:cubicBezTo>
                  <a:pt x="651601" y="243413"/>
                  <a:pt x="653064" y="242407"/>
                  <a:pt x="654710" y="241676"/>
                </a:cubicBezTo>
                <a:cubicBezTo>
                  <a:pt x="656448" y="241036"/>
                  <a:pt x="658094" y="240670"/>
                  <a:pt x="659922" y="240670"/>
                </a:cubicBezTo>
                <a:cubicBezTo>
                  <a:pt x="661751" y="240670"/>
                  <a:pt x="663489" y="241036"/>
                  <a:pt x="665135" y="241676"/>
                </a:cubicBezTo>
                <a:cubicBezTo>
                  <a:pt x="666780" y="242407"/>
                  <a:pt x="668244" y="243413"/>
                  <a:pt x="669524" y="244602"/>
                </a:cubicBezTo>
                <a:cubicBezTo>
                  <a:pt x="670804" y="245882"/>
                  <a:pt x="671810" y="247345"/>
                  <a:pt x="672450" y="249083"/>
                </a:cubicBezTo>
                <a:cubicBezTo>
                  <a:pt x="673181" y="250728"/>
                  <a:pt x="673547" y="252466"/>
                  <a:pt x="673547" y="254203"/>
                </a:cubicBezTo>
              </a:path>
              <a:path w="3028584" h="268651">
                <a:moveTo>
                  <a:pt x="903793" y="255118"/>
                </a:moveTo>
                <a:cubicBezTo>
                  <a:pt x="903793" y="256855"/>
                  <a:pt x="903427" y="258592"/>
                  <a:pt x="902696" y="260238"/>
                </a:cubicBezTo>
                <a:cubicBezTo>
                  <a:pt x="902056" y="261976"/>
                  <a:pt x="901050" y="263439"/>
                  <a:pt x="899770" y="264627"/>
                </a:cubicBezTo>
                <a:cubicBezTo>
                  <a:pt x="898489" y="265908"/>
                  <a:pt x="897026" y="266913"/>
                  <a:pt x="895380" y="267645"/>
                </a:cubicBezTo>
                <a:cubicBezTo>
                  <a:pt x="893735" y="268285"/>
                  <a:pt x="891997" y="268651"/>
                  <a:pt x="890168" y="268651"/>
                </a:cubicBezTo>
                <a:cubicBezTo>
                  <a:pt x="888340" y="268651"/>
                  <a:pt x="886602" y="268285"/>
                  <a:pt x="884956" y="267645"/>
                </a:cubicBezTo>
                <a:cubicBezTo>
                  <a:pt x="883310" y="266913"/>
                  <a:pt x="881847" y="265908"/>
                  <a:pt x="880567" y="264627"/>
                </a:cubicBezTo>
                <a:cubicBezTo>
                  <a:pt x="879287" y="263439"/>
                  <a:pt x="878281" y="261976"/>
                  <a:pt x="877641" y="260238"/>
                </a:cubicBezTo>
                <a:cubicBezTo>
                  <a:pt x="876910" y="258592"/>
                  <a:pt x="876544" y="256855"/>
                  <a:pt x="876544" y="255118"/>
                </a:cubicBezTo>
                <a:cubicBezTo>
                  <a:pt x="876544" y="253289"/>
                  <a:pt x="876910" y="251551"/>
                  <a:pt x="877641" y="249906"/>
                </a:cubicBezTo>
                <a:cubicBezTo>
                  <a:pt x="878281" y="248260"/>
                  <a:pt x="879287" y="246797"/>
                  <a:pt x="880567" y="245516"/>
                </a:cubicBezTo>
                <a:cubicBezTo>
                  <a:pt x="881847" y="244236"/>
                  <a:pt x="883310" y="243230"/>
                  <a:pt x="884956" y="242590"/>
                </a:cubicBezTo>
                <a:cubicBezTo>
                  <a:pt x="886602" y="241859"/>
                  <a:pt x="888340" y="241493"/>
                  <a:pt x="890168" y="241493"/>
                </a:cubicBezTo>
                <a:cubicBezTo>
                  <a:pt x="891997" y="241493"/>
                  <a:pt x="893735" y="241859"/>
                  <a:pt x="895380" y="242590"/>
                </a:cubicBezTo>
                <a:cubicBezTo>
                  <a:pt x="897026" y="243230"/>
                  <a:pt x="898489" y="244236"/>
                  <a:pt x="899770" y="245516"/>
                </a:cubicBezTo>
                <a:cubicBezTo>
                  <a:pt x="901050" y="246797"/>
                  <a:pt x="902056" y="248260"/>
                  <a:pt x="902696" y="249906"/>
                </a:cubicBezTo>
                <a:cubicBezTo>
                  <a:pt x="903427" y="251551"/>
                  <a:pt x="903793" y="253289"/>
                  <a:pt x="903793" y="255118"/>
                </a:cubicBezTo>
              </a:path>
              <a:path w="3028584" h="268651">
                <a:moveTo>
                  <a:pt x="1140165" y="255118"/>
                </a:moveTo>
                <a:cubicBezTo>
                  <a:pt x="1140165" y="256855"/>
                  <a:pt x="1139800" y="258592"/>
                  <a:pt x="1139068" y="260238"/>
                </a:cubicBezTo>
                <a:cubicBezTo>
                  <a:pt x="1138428" y="261976"/>
                  <a:pt x="1137422" y="263439"/>
                  <a:pt x="1136142" y="264627"/>
                </a:cubicBezTo>
                <a:cubicBezTo>
                  <a:pt x="1134862" y="265908"/>
                  <a:pt x="1133399" y="266913"/>
                  <a:pt x="1131753" y="267645"/>
                </a:cubicBezTo>
                <a:cubicBezTo>
                  <a:pt x="1130107" y="268285"/>
                  <a:pt x="1128370" y="268651"/>
                  <a:pt x="1126541" y="268651"/>
                </a:cubicBezTo>
                <a:cubicBezTo>
                  <a:pt x="1124712" y="268651"/>
                  <a:pt x="1122975" y="268285"/>
                  <a:pt x="1121329" y="267645"/>
                </a:cubicBezTo>
                <a:cubicBezTo>
                  <a:pt x="1119683" y="266913"/>
                  <a:pt x="1118220" y="265908"/>
                  <a:pt x="1116940" y="264627"/>
                </a:cubicBezTo>
                <a:cubicBezTo>
                  <a:pt x="1115659" y="263439"/>
                  <a:pt x="1114654" y="261976"/>
                  <a:pt x="1114014" y="260238"/>
                </a:cubicBezTo>
                <a:cubicBezTo>
                  <a:pt x="1113282" y="258592"/>
                  <a:pt x="1112916" y="256855"/>
                  <a:pt x="1112916" y="255118"/>
                </a:cubicBezTo>
                <a:cubicBezTo>
                  <a:pt x="1112916" y="253289"/>
                  <a:pt x="1113282" y="251551"/>
                  <a:pt x="1114014" y="249906"/>
                </a:cubicBezTo>
                <a:cubicBezTo>
                  <a:pt x="1114654" y="248260"/>
                  <a:pt x="1115659" y="246797"/>
                  <a:pt x="1116940" y="245516"/>
                </a:cubicBezTo>
                <a:cubicBezTo>
                  <a:pt x="1118220" y="244236"/>
                  <a:pt x="1119683" y="243230"/>
                  <a:pt x="1121329" y="242590"/>
                </a:cubicBezTo>
                <a:cubicBezTo>
                  <a:pt x="1122975" y="241859"/>
                  <a:pt x="1124712" y="241493"/>
                  <a:pt x="1126541" y="241493"/>
                </a:cubicBezTo>
                <a:cubicBezTo>
                  <a:pt x="1128370" y="241493"/>
                  <a:pt x="1130107" y="241859"/>
                  <a:pt x="1131753" y="242590"/>
                </a:cubicBezTo>
                <a:cubicBezTo>
                  <a:pt x="1133399" y="243230"/>
                  <a:pt x="1134862" y="244236"/>
                  <a:pt x="1136142" y="245516"/>
                </a:cubicBezTo>
                <a:cubicBezTo>
                  <a:pt x="1137422" y="246797"/>
                  <a:pt x="1138428" y="248260"/>
                  <a:pt x="1139068" y="249906"/>
                </a:cubicBezTo>
                <a:cubicBezTo>
                  <a:pt x="1139800" y="251551"/>
                  <a:pt x="1140165" y="253289"/>
                  <a:pt x="1140165" y="255118"/>
                </a:cubicBezTo>
              </a:path>
              <a:path w="3028584" h="268651">
                <a:moveTo>
                  <a:pt x="1413937" y="217170"/>
                </a:moveTo>
                <a:cubicBezTo>
                  <a:pt x="1413937" y="218999"/>
                  <a:pt x="1413571" y="220736"/>
                  <a:pt x="1412931" y="222382"/>
                </a:cubicBezTo>
                <a:cubicBezTo>
                  <a:pt x="1412199" y="224028"/>
                  <a:pt x="1411194" y="225491"/>
                  <a:pt x="1409913" y="226771"/>
                </a:cubicBezTo>
                <a:cubicBezTo>
                  <a:pt x="1408633" y="228051"/>
                  <a:pt x="1407170" y="228966"/>
                  <a:pt x="1405524" y="229697"/>
                </a:cubicBezTo>
                <a:cubicBezTo>
                  <a:pt x="1403878" y="230429"/>
                  <a:pt x="1402141" y="230703"/>
                  <a:pt x="1400312" y="230703"/>
                </a:cubicBezTo>
                <a:cubicBezTo>
                  <a:pt x="1398575" y="230703"/>
                  <a:pt x="1396837" y="230429"/>
                  <a:pt x="1395100" y="229697"/>
                </a:cubicBezTo>
                <a:cubicBezTo>
                  <a:pt x="1393454" y="228966"/>
                  <a:pt x="1391991" y="228051"/>
                  <a:pt x="1390711" y="226771"/>
                </a:cubicBezTo>
                <a:cubicBezTo>
                  <a:pt x="1389431" y="225491"/>
                  <a:pt x="1388516" y="224028"/>
                  <a:pt x="1387785" y="222382"/>
                </a:cubicBezTo>
                <a:cubicBezTo>
                  <a:pt x="1387145" y="220736"/>
                  <a:pt x="1386779" y="218999"/>
                  <a:pt x="1386779" y="217170"/>
                </a:cubicBezTo>
                <a:cubicBezTo>
                  <a:pt x="1386779" y="215341"/>
                  <a:pt x="1387145" y="213604"/>
                  <a:pt x="1387785" y="211958"/>
                </a:cubicBezTo>
                <a:cubicBezTo>
                  <a:pt x="1388516" y="210312"/>
                  <a:pt x="1389431" y="208849"/>
                  <a:pt x="1390711" y="207569"/>
                </a:cubicBezTo>
                <a:cubicBezTo>
                  <a:pt x="1391991" y="206289"/>
                  <a:pt x="1393454" y="205374"/>
                  <a:pt x="1395100" y="204643"/>
                </a:cubicBezTo>
                <a:cubicBezTo>
                  <a:pt x="1396837" y="204003"/>
                  <a:pt x="1398575" y="203637"/>
                  <a:pt x="1400312" y="203637"/>
                </a:cubicBezTo>
                <a:cubicBezTo>
                  <a:pt x="1402141" y="203637"/>
                  <a:pt x="1403878" y="204003"/>
                  <a:pt x="1405524" y="204643"/>
                </a:cubicBezTo>
                <a:cubicBezTo>
                  <a:pt x="1407170" y="205374"/>
                  <a:pt x="1408633" y="206289"/>
                  <a:pt x="1409913" y="207569"/>
                </a:cubicBezTo>
                <a:cubicBezTo>
                  <a:pt x="1411194" y="208849"/>
                  <a:pt x="1412199" y="210312"/>
                  <a:pt x="1412931" y="211958"/>
                </a:cubicBezTo>
                <a:cubicBezTo>
                  <a:pt x="1413571" y="213604"/>
                  <a:pt x="1413937" y="215341"/>
                  <a:pt x="1413937" y="217170"/>
                </a:cubicBezTo>
              </a:path>
              <a:path w="3028584" h="268651">
                <a:moveTo>
                  <a:pt x="1611630" y="255118"/>
                </a:moveTo>
                <a:cubicBezTo>
                  <a:pt x="1611630" y="256855"/>
                  <a:pt x="1611264" y="258592"/>
                  <a:pt x="1610533" y="260238"/>
                </a:cubicBezTo>
                <a:cubicBezTo>
                  <a:pt x="1609893" y="261976"/>
                  <a:pt x="1608887" y="263439"/>
                  <a:pt x="1607607" y="264627"/>
                </a:cubicBezTo>
                <a:cubicBezTo>
                  <a:pt x="1606326" y="265908"/>
                  <a:pt x="1604863" y="266913"/>
                  <a:pt x="1603218" y="267645"/>
                </a:cubicBezTo>
                <a:cubicBezTo>
                  <a:pt x="1601572" y="268285"/>
                  <a:pt x="1599834" y="268651"/>
                  <a:pt x="1598005" y="268651"/>
                </a:cubicBezTo>
                <a:cubicBezTo>
                  <a:pt x="1596177" y="268651"/>
                  <a:pt x="1594439" y="268285"/>
                  <a:pt x="1592793" y="267645"/>
                </a:cubicBezTo>
                <a:cubicBezTo>
                  <a:pt x="1591147" y="266913"/>
                  <a:pt x="1589684" y="265908"/>
                  <a:pt x="1588404" y="264627"/>
                </a:cubicBezTo>
                <a:cubicBezTo>
                  <a:pt x="1587124" y="263439"/>
                  <a:pt x="1586118" y="261976"/>
                  <a:pt x="1585478" y="260238"/>
                </a:cubicBezTo>
                <a:cubicBezTo>
                  <a:pt x="1584747" y="258592"/>
                  <a:pt x="1584472" y="256855"/>
                  <a:pt x="1584472" y="255118"/>
                </a:cubicBezTo>
                <a:cubicBezTo>
                  <a:pt x="1584472" y="253289"/>
                  <a:pt x="1584747" y="251551"/>
                  <a:pt x="1585478" y="249906"/>
                </a:cubicBezTo>
                <a:cubicBezTo>
                  <a:pt x="1586118" y="248260"/>
                  <a:pt x="1587124" y="246797"/>
                  <a:pt x="1588404" y="245516"/>
                </a:cubicBezTo>
                <a:cubicBezTo>
                  <a:pt x="1589684" y="244236"/>
                  <a:pt x="1591147" y="243230"/>
                  <a:pt x="1592793" y="242590"/>
                </a:cubicBezTo>
                <a:cubicBezTo>
                  <a:pt x="1594439" y="241859"/>
                  <a:pt x="1596177" y="241493"/>
                  <a:pt x="1598005" y="241493"/>
                </a:cubicBezTo>
                <a:cubicBezTo>
                  <a:pt x="1599834" y="241493"/>
                  <a:pt x="1601572" y="241859"/>
                  <a:pt x="1603218" y="242590"/>
                </a:cubicBezTo>
                <a:cubicBezTo>
                  <a:pt x="1604863" y="243230"/>
                  <a:pt x="1606326" y="244236"/>
                  <a:pt x="1607607" y="245516"/>
                </a:cubicBezTo>
                <a:cubicBezTo>
                  <a:pt x="1608887" y="246797"/>
                  <a:pt x="1609893" y="248260"/>
                  <a:pt x="1610533" y="249906"/>
                </a:cubicBezTo>
                <a:cubicBezTo>
                  <a:pt x="1611264" y="251551"/>
                  <a:pt x="1611630" y="253289"/>
                  <a:pt x="1611630" y="255118"/>
                </a:cubicBezTo>
              </a:path>
              <a:path w="3028584" h="268651">
                <a:moveTo>
                  <a:pt x="1902684" y="203088"/>
                </a:moveTo>
                <a:cubicBezTo>
                  <a:pt x="1902684" y="204917"/>
                  <a:pt x="1902409" y="206654"/>
                  <a:pt x="1901678" y="208300"/>
                </a:cubicBezTo>
                <a:cubicBezTo>
                  <a:pt x="1901038" y="209946"/>
                  <a:pt x="1900032" y="211409"/>
                  <a:pt x="1898752" y="212689"/>
                </a:cubicBezTo>
                <a:cubicBezTo>
                  <a:pt x="1897471" y="213970"/>
                  <a:pt x="1896008" y="214975"/>
                  <a:pt x="1894362" y="215616"/>
                </a:cubicBezTo>
                <a:cubicBezTo>
                  <a:pt x="1892625" y="216347"/>
                  <a:pt x="1890979" y="216713"/>
                  <a:pt x="1889150" y="216713"/>
                </a:cubicBezTo>
                <a:cubicBezTo>
                  <a:pt x="1887322" y="216713"/>
                  <a:pt x="1885584" y="216347"/>
                  <a:pt x="1883938" y="215616"/>
                </a:cubicBezTo>
                <a:cubicBezTo>
                  <a:pt x="1882292" y="214975"/>
                  <a:pt x="1880829" y="213970"/>
                  <a:pt x="1879549" y="212689"/>
                </a:cubicBezTo>
                <a:cubicBezTo>
                  <a:pt x="1878269" y="211409"/>
                  <a:pt x="1877263" y="209946"/>
                  <a:pt x="1876623" y="208300"/>
                </a:cubicBezTo>
                <a:cubicBezTo>
                  <a:pt x="1875892" y="206654"/>
                  <a:pt x="1875526" y="204917"/>
                  <a:pt x="1875526" y="203088"/>
                </a:cubicBezTo>
                <a:cubicBezTo>
                  <a:pt x="1875526" y="201351"/>
                  <a:pt x="1875892" y="199614"/>
                  <a:pt x="1876623" y="197968"/>
                </a:cubicBezTo>
                <a:cubicBezTo>
                  <a:pt x="1877263" y="196230"/>
                  <a:pt x="1878269" y="194767"/>
                  <a:pt x="1879549" y="193487"/>
                </a:cubicBezTo>
                <a:cubicBezTo>
                  <a:pt x="1880829" y="192298"/>
                  <a:pt x="1882292" y="191292"/>
                  <a:pt x="1883938" y="190561"/>
                </a:cubicBezTo>
                <a:cubicBezTo>
                  <a:pt x="1885584" y="189921"/>
                  <a:pt x="1887322" y="189555"/>
                  <a:pt x="1889150" y="189555"/>
                </a:cubicBezTo>
                <a:cubicBezTo>
                  <a:pt x="1890979" y="189555"/>
                  <a:pt x="1892625" y="189921"/>
                  <a:pt x="1894362" y="190561"/>
                </a:cubicBezTo>
                <a:cubicBezTo>
                  <a:pt x="1896008" y="191292"/>
                  <a:pt x="1897471" y="192298"/>
                  <a:pt x="1898752" y="193487"/>
                </a:cubicBezTo>
                <a:cubicBezTo>
                  <a:pt x="1900032" y="194767"/>
                  <a:pt x="1901038" y="196230"/>
                  <a:pt x="1901678" y="197968"/>
                </a:cubicBezTo>
                <a:cubicBezTo>
                  <a:pt x="1902409" y="199614"/>
                  <a:pt x="1902684" y="201351"/>
                  <a:pt x="1902684" y="203088"/>
                </a:cubicBezTo>
              </a:path>
              <a:path w="3028584" h="268651">
                <a:moveTo>
                  <a:pt x="2129455" y="255118"/>
                </a:moveTo>
                <a:cubicBezTo>
                  <a:pt x="2129455" y="256855"/>
                  <a:pt x="2129089" y="258592"/>
                  <a:pt x="2128449" y="260238"/>
                </a:cubicBezTo>
                <a:cubicBezTo>
                  <a:pt x="2127717" y="261976"/>
                  <a:pt x="2126803" y="263439"/>
                  <a:pt x="2125523" y="264627"/>
                </a:cubicBezTo>
                <a:cubicBezTo>
                  <a:pt x="2124243" y="265908"/>
                  <a:pt x="2122780" y="266913"/>
                  <a:pt x="2121134" y="267645"/>
                </a:cubicBezTo>
                <a:cubicBezTo>
                  <a:pt x="2119396" y="268285"/>
                  <a:pt x="2117659" y="268651"/>
                  <a:pt x="2115922" y="268651"/>
                </a:cubicBezTo>
                <a:cubicBezTo>
                  <a:pt x="2114093" y="268651"/>
                  <a:pt x="2112355" y="268285"/>
                  <a:pt x="2110710" y="267645"/>
                </a:cubicBezTo>
                <a:cubicBezTo>
                  <a:pt x="2109064" y="266913"/>
                  <a:pt x="2107601" y="265908"/>
                  <a:pt x="2106320" y="264627"/>
                </a:cubicBezTo>
                <a:cubicBezTo>
                  <a:pt x="2105040" y="263439"/>
                  <a:pt x="2104034" y="261976"/>
                  <a:pt x="2103303" y="260238"/>
                </a:cubicBezTo>
                <a:cubicBezTo>
                  <a:pt x="2102663" y="258592"/>
                  <a:pt x="2102297" y="256855"/>
                  <a:pt x="2102297" y="255118"/>
                </a:cubicBezTo>
                <a:cubicBezTo>
                  <a:pt x="2102297" y="253289"/>
                  <a:pt x="2102663" y="251551"/>
                  <a:pt x="2103303" y="249906"/>
                </a:cubicBezTo>
                <a:cubicBezTo>
                  <a:pt x="2104034" y="248260"/>
                  <a:pt x="2105040" y="246797"/>
                  <a:pt x="2106320" y="245516"/>
                </a:cubicBezTo>
                <a:cubicBezTo>
                  <a:pt x="2107601" y="244236"/>
                  <a:pt x="2109064" y="243230"/>
                  <a:pt x="2110710" y="242590"/>
                </a:cubicBezTo>
                <a:cubicBezTo>
                  <a:pt x="2112355" y="241859"/>
                  <a:pt x="2114093" y="241493"/>
                  <a:pt x="2115922" y="241493"/>
                </a:cubicBezTo>
                <a:cubicBezTo>
                  <a:pt x="2117659" y="241493"/>
                  <a:pt x="2119396" y="241859"/>
                  <a:pt x="2121134" y="242590"/>
                </a:cubicBezTo>
                <a:cubicBezTo>
                  <a:pt x="2122780" y="243230"/>
                  <a:pt x="2124243" y="244236"/>
                  <a:pt x="2125523" y="245516"/>
                </a:cubicBezTo>
                <a:cubicBezTo>
                  <a:pt x="2126803" y="246797"/>
                  <a:pt x="2127717" y="248260"/>
                  <a:pt x="2128449" y="249906"/>
                </a:cubicBezTo>
                <a:cubicBezTo>
                  <a:pt x="2129089" y="251551"/>
                  <a:pt x="2129455" y="253289"/>
                  <a:pt x="2129455" y="255118"/>
                </a:cubicBezTo>
              </a:path>
              <a:path w="3028584" h="268651">
                <a:moveTo>
                  <a:pt x="2408530" y="255118"/>
                </a:moveTo>
                <a:cubicBezTo>
                  <a:pt x="2408530" y="256855"/>
                  <a:pt x="2408164" y="258592"/>
                  <a:pt x="2407524" y="260238"/>
                </a:cubicBezTo>
                <a:cubicBezTo>
                  <a:pt x="2406792" y="261976"/>
                  <a:pt x="2405786" y="263439"/>
                  <a:pt x="2404506" y="264627"/>
                </a:cubicBezTo>
                <a:cubicBezTo>
                  <a:pt x="2403226" y="265908"/>
                  <a:pt x="2401763" y="266913"/>
                  <a:pt x="2400117" y="267645"/>
                </a:cubicBezTo>
                <a:cubicBezTo>
                  <a:pt x="2398471" y="268285"/>
                  <a:pt x="2396734" y="268651"/>
                  <a:pt x="2394905" y="268651"/>
                </a:cubicBezTo>
                <a:cubicBezTo>
                  <a:pt x="2393168" y="268651"/>
                  <a:pt x="2391430" y="268285"/>
                  <a:pt x="2389693" y="267645"/>
                </a:cubicBezTo>
                <a:cubicBezTo>
                  <a:pt x="2388047" y="266913"/>
                  <a:pt x="2386584" y="265908"/>
                  <a:pt x="2385304" y="264627"/>
                </a:cubicBezTo>
                <a:cubicBezTo>
                  <a:pt x="2384024" y="263439"/>
                  <a:pt x="2383109" y="261976"/>
                  <a:pt x="2382378" y="260238"/>
                </a:cubicBezTo>
                <a:cubicBezTo>
                  <a:pt x="2381646" y="258592"/>
                  <a:pt x="2381372" y="256855"/>
                  <a:pt x="2381372" y="255118"/>
                </a:cubicBezTo>
                <a:cubicBezTo>
                  <a:pt x="2381372" y="253289"/>
                  <a:pt x="2381646" y="251551"/>
                  <a:pt x="2382378" y="249906"/>
                </a:cubicBezTo>
                <a:cubicBezTo>
                  <a:pt x="2383109" y="248260"/>
                  <a:pt x="2384024" y="246797"/>
                  <a:pt x="2385304" y="245516"/>
                </a:cubicBezTo>
                <a:cubicBezTo>
                  <a:pt x="2386584" y="244236"/>
                  <a:pt x="2388047" y="243230"/>
                  <a:pt x="2389693" y="242590"/>
                </a:cubicBezTo>
                <a:cubicBezTo>
                  <a:pt x="2391430" y="241859"/>
                  <a:pt x="2393168" y="241493"/>
                  <a:pt x="2394905" y="241493"/>
                </a:cubicBezTo>
                <a:cubicBezTo>
                  <a:pt x="2396734" y="241493"/>
                  <a:pt x="2398471" y="241859"/>
                  <a:pt x="2400117" y="242590"/>
                </a:cubicBezTo>
                <a:cubicBezTo>
                  <a:pt x="2401763" y="243230"/>
                  <a:pt x="2403226" y="244236"/>
                  <a:pt x="2404506" y="245516"/>
                </a:cubicBezTo>
                <a:cubicBezTo>
                  <a:pt x="2405786" y="246797"/>
                  <a:pt x="2406792" y="248260"/>
                  <a:pt x="2407524" y="249906"/>
                </a:cubicBezTo>
                <a:cubicBezTo>
                  <a:pt x="2408164" y="251551"/>
                  <a:pt x="2408530" y="253289"/>
                  <a:pt x="2408530" y="255118"/>
                </a:cubicBezTo>
              </a:path>
              <a:path w="3028584" h="268651">
                <a:moveTo>
                  <a:pt x="2627346" y="255118"/>
                </a:moveTo>
                <a:cubicBezTo>
                  <a:pt x="2627346" y="256855"/>
                  <a:pt x="2627071" y="258592"/>
                  <a:pt x="2626340" y="260238"/>
                </a:cubicBezTo>
                <a:cubicBezTo>
                  <a:pt x="2625608" y="261976"/>
                  <a:pt x="2624694" y="263439"/>
                  <a:pt x="2623414" y="264627"/>
                </a:cubicBezTo>
                <a:cubicBezTo>
                  <a:pt x="2622133" y="265908"/>
                  <a:pt x="2620670" y="266913"/>
                  <a:pt x="2619024" y="267645"/>
                </a:cubicBezTo>
                <a:cubicBezTo>
                  <a:pt x="2617287" y="268285"/>
                  <a:pt x="2615550" y="268651"/>
                  <a:pt x="2613812" y="268651"/>
                </a:cubicBezTo>
                <a:cubicBezTo>
                  <a:pt x="2611984" y="268651"/>
                  <a:pt x="2610246" y="268285"/>
                  <a:pt x="2608600" y="267645"/>
                </a:cubicBezTo>
                <a:cubicBezTo>
                  <a:pt x="2606954" y="266913"/>
                  <a:pt x="2605491" y="265908"/>
                  <a:pt x="2604211" y="264627"/>
                </a:cubicBezTo>
                <a:cubicBezTo>
                  <a:pt x="2602931" y="263439"/>
                  <a:pt x="2601925" y="261976"/>
                  <a:pt x="2601194" y="260238"/>
                </a:cubicBezTo>
                <a:cubicBezTo>
                  <a:pt x="2600554" y="258592"/>
                  <a:pt x="2600188" y="256855"/>
                  <a:pt x="2600188" y="255118"/>
                </a:cubicBezTo>
                <a:cubicBezTo>
                  <a:pt x="2600188" y="253289"/>
                  <a:pt x="2600554" y="251551"/>
                  <a:pt x="2601194" y="249906"/>
                </a:cubicBezTo>
                <a:cubicBezTo>
                  <a:pt x="2601925" y="248260"/>
                  <a:pt x="2602931" y="246797"/>
                  <a:pt x="2604211" y="245516"/>
                </a:cubicBezTo>
                <a:cubicBezTo>
                  <a:pt x="2605491" y="244236"/>
                  <a:pt x="2606954" y="243230"/>
                  <a:pt x="2608600" y="242590"/>
                </a:cubicBezTo>
                <a:cubicBezTo>
                  <a:pt x="2610246" y="241859"/>
                  <a:pt x="2611984" y="241493"/>
                  <a:pt x="2613812" y="241493"/>
                </a:cubicBezTo>
                <a:cubicBezTo>
                  <a:pt x="2615550" y="241493"/>
                  <a:pt x="2617287" y="241859"/>
                  <a:pt x="2619024" y="242590"/>
                </a:cubicBezTo>
                <a:cubicBezTo>
                  <a:pt x="2620670" y="243230"/>
                  <a:pt x="2622133" y="244236"/>
                  <a:pt x="2623414" y="245516"/>
                </a:cubicBezTo>
                <a:cubicBezTo>
                  <a:pt x="2624694" y="246797"/>
                  <a:pt x="2625608" y="248260"/>
                  <a:pt x="2626340" y="249906"/>
                </a:cubicBezTo>
                <a:cubicBezTo>
                  <a:pt x="2627071" y="251551"/>
                  <a:pt x="2627346" y="253289"/>
                  <a:pt x="2627346" y="255118"/>
                </a:cubicBezTo>
              </a:path>
              <a:path w="3028584" h="268651">
                <a:moveTo>
                  <a:pt x="2776941" y="255118"/>
                </a:moveTo>
                <a:cubicBezTo>
                  <a:pt x="2776941" y="256855"/>
                  <a:pt x="2776576" y="258592"/>
                  <a:pt x="2775936" y="260238"/>
                </a:cubicBezTo>
                <a:cubicBezTo>
                  <a:pt x="2775204" y="261976"/>
                  <a:pt x="2774198" y="263439"/>
                  <a:pt x="2772918" y="264627"/>
                </a:cubicBezTo>
                <a:cubicBezTo>
                  <a:pt x="2771638" y="265908"/>
                  <a:pt x="2770175" y="266913"/>
                  <a:pt x="2768529" y="267645"/>
                </a:cubicBezTo>
                <a:cubicBezTo>
                  <a:pt x="2766883" y="268285"/>
                  <a:pt x="2765146" y="268651"/>
                  <a:pt x="2763317" y="268651"/>
                </a:cubicBezTo>
                <a:cubicBezTo>
                  <a:pt x="2761579" y="268651"/>
                  <a:pt x="2759842" y="268285"/>
                  <a:pt x="2758196" y="267645"/>
                </a:cubicBezTo>
                <a:cubicBezTo>
                  <a:pt x="2756459" y="266913"/>
                  <a:pt x="2754996" y="265908"/>
                  <a:pt x="2753716" y="264627"/>
                </a:cubicBezTo>
                <a:cubicBezTo>
                  <a:pt x="2752435" y="263439"/>
                  <a:pt x="2751521" y="261976"/>
                  <a:pt x="2750790" y="260238"/>
                </a:cubicBezTo>
                <a:cubicBezTo>
                  <a:pt x="2750149" y="258592"/>
                  <a:pt x="2749784" y="256855"/>
                  <a:pt x="2749784" y="255118"/>
                </a:cubicBezTo>
                <a:cubicBezTo>
                  <a:pt x="2749784" y="253289"/>
                  <a:pt x="2750149" y="251551"/>
                  <a:pt x="2750790" y="249906"/>
                </a:cubicBezTo>
                <a:cubicBezTo>
                  <a:pt x="2751521" y="248260"/>
                  <a:pt x="2752435" y="246797"/>
                  <a:pt x="2753716" y="245516"/>
                </a:cubicBezTo>
                <a:cubicBezTo>
                  <a:pt x="2754996" y="244236"/>
                  <a:pt x="2756459" y="243230"/>
                  <a:pt x="2758196" y="242590"/>
                </a:cubicBezTo>
                <a:cubicBezTo>
                  <a:pt x="2759842" y="241859"/>
                  <a:pt x="2761579" y="241493"/>
                  <a:pt x="2763317" y="241493"/>
                </a:cubicBezTo>
                <a:cubicBezTo>
                  <a:pt x="2765146" y="241493"/>
                  <a:pt x="2766883" y="241859"/>
                  <a:pt x="2768529" y="242590"/>
                </a:cubicBezTo>
                <a:cubicBezTo>
                  <a:pt x="2770175" y="243230"/>
                  <a:pt x="2771638" y="244236"/>
                  <a:pt x="2772918" y="245516"/>
                </a:cubicBezTo>
                <a:cubicBezTo>
                  <a:pt x="2774198" y="246797"/>
                  <a:pt x="2775204" y="248260"/>
                  <a:pt x="2775936" y="249906"/>
                </a:cubicBezTo>
                <a:cubicBezTo>
                  <a:pt x="2776576" y="251551"/>
                  <a:pt x="2776941" y="253289"/>
                  <a:pt x="2776941" y="255118"/>
                </a:cubicBezTo>
              </a:path>
              <a:path w="3028584" h="268651">
                <a:moveTo>
                  <a:pt x="3028584" y="218359"/>
                </a:moveTo>
                <a:cubicBezTo>
                  <a:pt x="3028584" y="220188"/>
                  <a:pt x="3028218" y="221925"/>
                  <a:pt x="3027578" y="223571"/>
                </a:cubicBezTo>
                <a:cubicBezTo>
                  <a:pt x="3026847" y="225217"/>
                  <a:pt x="3025932" y="226680"/>
                  <a:pt x="3024652" y="227960"/>
                </a:cubicBezTo>
                <a:cubicBezTo>
                  <a:pt x="3023372" y="229240"/>
                  <a:pt x="3021909" y="230246"/>
                  <a:pt x="3020172" y="230886"/>
                </a:cubicBezTo>
                <a:cubicBezTo>
                  <a:pt x="3018526" y="231618"/>
                  <a:pt x="3016788" y="231892"/>
                  <a:pt x="3015051" y="231892"/>
                </a:cubicBezTo>
                <a:cubicBezTo>
                  <a:pt x="3013222" y="231892"/>
                  <a:pt x="3011485" y="231618"/>
                  <a:pt x="3009839" y="230886"/>
                </a:cubicBezTo>
                <a:cubicBezTo>
                  <a:pt x="3008193" y="230246"/>
                  <a:pt x="3006639" y="229240"/>
                  <a:pt x="3005450" y="227960"/>
                </a:cubicBezTo>
                <a:cubicBezTo>
                  <a:pt x="3004170" y="226680"/>
                  <a:pt x="3003164" y="225217"/>
                  <a:pt x="3002432" y="223571"/>
                </a:cubicBezTo>
                <a:cubicBezTo>
                  <a:pt x="3001792" y="221925"/>
                  <a:pt x="3001427" y="220188"/>
                  <a:pt x="3001427" y="218359"/>
                </a:cubicBezTo>
                <a:cubicBezTo>
                  <a:pt x="3001427" y="216621"/>
                  <a:pt x="3001792" y="214884"/>
                  <a:pt x="3002432" y="213147"/>
                </a:cubicBezTo>
                <a:cubicBezTo>
                  <a:pt x="3003164" y="211501"/>
                  <a:pt x="3004170" y="210038"/>
                  <a:pt x="3005450" y="208758"/>
                </a:cubicBezTo>
                <a:cubicBezTo>
                  <a:pt x="3006639" y="207477"/>
                  <a:pt x="3008193" y="206563"/>
                  <a:pt x="3009839" y="205831"/>
                </a:cubicBezTo>
                <a:cubicBezTo>
                  <a:pt x="3011485" y="205191"/>
                  <a:pt x="3013222" y="204826"/>
                  <a:pt x="3015051" y="204826"/>
                </a:cubicBezTo>
                <a:cubicBezTo>
                  <a:pt x="3016788" y="204826"/>
                  <a:pt x="3018526" y="205191"/>
                  <a:pt x="3020172" y="205831"/>
                </a:cubicBezTo>
                <a:cubicBezTo>
                  <a:pt x="3021909" y="206563"/>
                  <a:pt x="3023372" y="207477"/>
                  <a:pt x="3024652" y="208758"/>
                </a:cubicBezTo>
                <a:cubicBezTo>
                  <a:pt x="3025932" y="210038"/>
                  <a:pt x="3026847" y="211501"/>
                  <a:pt x="3027578" y="213147"/>
                </a:cubicBezTo>
                <a:cubicBezTo>
                  <a:pt x="3028218" y="214884"/>
                  <a:pt x="3028584" y="216621"/>
                  <a:pt x="3028584" y="218359"/>
                </a:cubicBezTo>
              </a:path>
              <a:path w="3028584" h="268651">
                <a:moveTo>
                  <a:pt x="27158" y="13533"/>
                </a:moveTo>
                <a:cubicBezTo>
                  <a:pt x="27158" y="15362"/>
                  <a:pt x="26792" y="17099"/>
                  <a:pt x="26152" y="18745"/>
                </a:cubicBezTo>
                <a:cubicBezTo>
                  <a:pt x="25420" y="20391"/>
                  <a:pt x="24506" y="21854"/>
                  <a:pt x="23226" y="23134"/>
                </a:cubicBezTo>
                <a:cubicBezTo>
                  <a:pt x="21946" y="24414"/>
                  <a:pt x="20483" y="25420"/>
                  <a:pt x="18745" y="26060"/>
                </a:cubicBezTo>
                <a:cubicBezTo>
                  <a:pt x="17099" y="26792"/>
                  <a:pt x="15362" y="27158"/>
                  <a:pt x="13625" y="27158"/>
                </a:cubicBezTo>
                <a:cubicBezTo>
                  <a:pt x="11796" y="27158"/>
                  <a:pt x="10058" y="26792"/>
                  <a:pt x="8412" y="26060"/>
                </a:cubicBezTo>
                <a:cubicBezTo>
                  <a:pt x="6767" y="25420"/>
                  <a:pt x="5212" y="24414"/>
                  <a:pt x="4023" y="23134"/>
                </a:cubicBezTo>
                <a:cubicBezTo>
                  <a:pt x="2743" y="21854"/>
                  <a:pt x="1737" y="20391"/>
                  <a:pt x="1006" y="18745"/>
                </a:cubicBezTo>
                <a:cubicBezTo>
                  <a:pt x="366" y="17099"/>
                  <a:pt x="0" y="15362"/>
                  <a:pt x="0" y="13533"/>
                </a:cubicBezTo>
                <a:cubicBezTo>
                  <a:pt x="0" y="11796"/>
                  <a:pt x="366" y="10058"/>
                  <a:pt x="1006" y="8412"/>
                </a:cubicBezTo>
                <a:cubicBezTo>
                  <a:pt x="1737" y="6675"/>
                  <a:pt x="2743" y="5212"/>
                  <a:pt x="4023" y="3932"/>
                </a:cubicBezTo>
                <a:cubicBezTo>
                  <a:pt x="5212" y="2743"/>
                  <a:pt x="6767" y="1737"/>
                  <a:pt x="8412" y="1006"/>
                </a:cubicBezTo>
                <a:cubicBezTo>
                  <a:pt x="10058" y="366"/>
                  <a:pt x="11796" y="0"/>
                  <a:pt x="13625" y="0"/>
                </a:cubicBezTo>
                <a:cubicBezTo>
                  <a:pt x="15362" y="0"/>
                  <a:pt x="17099" y="366"/>
                  <a:pt x="18745" y="1006"/>
                </a:cubicBezTo>
                <a:cubicBezTo>
                  <a:pt x="20483" y="1737"/>
                  <a:pt x="21946" y="2743"/>
                  <a:pt x="23226" y="3932"/>
                </a:cubicBezTo>
                <a:cubicBezTo>
                  <a:pt x="24506" y="5212"/>
                  <a:pt x="25420" y="6675"/>
                  <a:pt x="26152" y="8412"/>
                </a:cubicBezTo>
                <a:cubicBezTo>
                  <a:pt x="26792" y="10058"/>
                  <a:pt x="27158" y="11796"/>
                  <a:pt x="27158" y="13533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13" name="Forma 12"/>
          <p:cNvSpPr/>
          <p:nvPr/>
        </p:nvSpPr>
        <p:spPr>
          <a:xfrm>
            <a:off x="5321534" y="4173687"/>
            <a:ext cx="68397" cy="68306"/>
          </a:xfrm>
          <a:custGeom>
            <a:avLst/>
            <a:gdLst/>
            <a:ahLst/>
            <a:cxnLst/>
            <a:rect l="l" t="t" r="r" b="b"/>
            <a:pathLst>
              <a:path w="68397" h="68306">
                <a:moveTo>
                  <a:pt x="68397" y="34107"/>
                </a:moveTo>
                <a:cubicBezTo>
                  <a:pt x="68397" y="38679"/>
                  <a:pt x="67574" y="43068"/>
                  <a:pt x="65837" y="47183"/>
                </a:cubicBezTo>
                <a:cubicBezTo>
                  <a:pt x="64099" y="51389"/>
                  <a:pt x="61631" y="55047"/>
                  <a:pt x="58430" y="58247"/>
                </a:cubicBezTo>
                <a:cubicBezTo>
                  <a:pt x="55230" y="61448"/>
                  <a:pt x="51481" y="63917"/>
                  <a:pt x="47274" y="65654"/>
                </a:cubicBezTo>
                <a:cubicBezTo>
                  <a:pt x="43160" y="67391"/>
                  <a:pt x="38771" y="68306"/>
                  <a:pt x="34199" y="68306"/>
                </a:cubicBezTo>
                <a:cubicBezTo>
                  <a:pt x="29718" y="68306"/>
                  <a:pt x="25329" y="67391"/>
                  <a:pt x="21123" y="65654"/>
                </a:cubicBezTo>
                <a:cubicBezTo>
                  <a:pt x="16916" y="63917"/>
                  <a:pt x="13259" y="61448"/>
                  <a:pt x="10058" y="58247"/>
                </a:cubicBezTo>
                <a:cubicBezTo>
                  <a:pt x="6858" y="55047"/>
                  <a:pt x="4298" y="51389"/>
                  <a:pt x="2560" y="47183"/>
                </a:cubicBezTo>
                <a:cubicBezTo>
                  <a:pt x="823" y="43068"/>
                  <a:pt x="0" y="38679"/>
                  <a:pt x="0" y="34107"/>
                </a:cubicBezTo>
                <a:cubicBezTo>
                  <a:pt x="0" y="29627"/>
                  <a:pt x="823" y="25237"/>
                  <a:pt x="2560" y="21123"/>
                </a:cubicBezTo>
                <a:cubicBezTo>
                  <a:pt x="4298" y="16916"/>
                  <a:pt x="6858" y="13167"/>
                  <a:pt x="10058" y="9967"/>
                </a:cubicBezTo>
                <a:cubicBezTo>
                  <a:pt x="13259" y="6767"/>
                  <a:pt x="16916" y="4298"/>
                  <a:pt x="21123" y="2560"/>
                </a:cubicBezTo>
                <a:cubicBezTo>
                  <a:pt x="25329" y="823"/>
                  <a:pt x="29718" y="0"/>
                  <a:pt x="34199" y="0"/>
                </a:cubicBezTo>
                <a:cubicBezTo>
                  <a:pt x="38771" y="0"/>
                  <a:pt x="43160" y="823"/>
                  <a:pt x="47274" y="2560"/>
                </a:cubicBezTo>
                <a:cubicBezTo>
                  <a:pt x="51481" y="4298"/>
                  <a:pt x="55230" y="6767"/>
                  <a:pt x="58430" y="9967"/>
                </a:cubicBezTo>
                <a:cubicBezTo>
                  <a:pt x="61631" y="13167"/>
                  <a:pt x="64099" y="16916"/>
                  <a:pt x="65837" y="21123"/>
                </a:cubicBezTo>
                <a:cubicBezTo>
                  <a:pt x="67574" y="25237"/>
                  <a:pt x="68397" y="29627"/>
                  <a:pt x="68397" y="34107"/>
                </a:cubicBezTo>
              </a:path>
            </a:pathLst>
          </a:custGeom>
          <a:solidFill>
            <a:srgbClr val="315D70"/>
          </a:solidFill>
          <a:ln w="11570">
            <a:solidFill>
              <a:srgbClr val="F2EFE6"/>
            </a:solidFill>
            <a:prstDash val="solid"/>
          </a:ln>
        </p:spPr>
      </p:sp>
      <p:sp>
        <p:nvSpPr>
          <p:cNvPr id="14" name="Forma 13"/>
          <p:cNvSpPr/>
          <p:nvPr/>
        </p:nvSpPr>
        <p:spPr>
          <a:xfrm>
            <a:off x="5093391" y="3448660"/>
            <a:ext cx="3103565" cy="808604"/>
          </a:xfrm>
          <a:custGeom>
            <a:avLst/>
            <a:gdLst/>
            <a:ahLst/>
            <a:cxnLst/>
            <a:rect l="l" t="t" r="r" b="b"/>
            <a:pathLst>
              <a:path w="3103565" h="808604">
                <a:moveTo>
                  <a:pt x="497891" y="795071"/>
                </a:moveTo>
                <a:cubicBezTo>
                  <a:pt x="497891" y="796900"/>
                  <a:pt x="497525" y="798637"/>
                  <a:pt x="496885" y="800283"/>
                </a:cubicBezTo>
                <a:cubicBezTo>
                  <a:pt x="496153" y="801929"/>
                  <a:pt x="495148" y="803392"/>
                  <a:pt x="493959" y="804672"/>
                </a:cubicBezTo>
                <a:cubicBezTo>
                  <a:pt x="492679" y="805952"/>
                  <a:pt x="491216" y="806867"/>
                  <a:pt x="489478" y="807598"/>
                </a:cubicBezTo>
                <a:cubicBezTo>
                  <a:pt x="487832" y="808330"/>
                  <a:pt x="486095" y="808604"/>
                  <a:pt x="484266" y="808604"/>
                </a:cubicBezTo>
                <a:cubicBezTo>
                  <a:pt x="482529" y="808604"/>
                  <a:pt x="480792" y="808330"/>
                  <a:pt x="479146" y="807598"/>
                </a:cubicBezTo>
                <a:cubicBezTo>
                  <a:pt x="477408" y="806867"/>
                  <a:pt x="475945" y="805952"/>
                  <a:pt x="474665" y="804672"/>
                </a:cubicBezTo>
                <a:cubicBezTo>
                  <a:pt x="473385" y="803392"/>
                  <a:pt x="472470" y="801929"/>
                  <a:pt x="471739" y="800283"/>
                </a:cubicBezTo>
                <a:cubicBezTo>
                  <a:pt x="471099" y="798637"/>
                  <a:pt x="470733" y="796900"/>
                  <a:pt x="470733" y="795071"/>
                </a:cubicBezTo>
                <a:cubicBezTo>
                  <a:pt x="470733" y="793242"/>
                  <a:pt x="471099" y="791505"/>
                  <a:pt x="471739" y="789859"/>
                </a:cubicBezTo>
                <a:cubicBezTo>
                  <a:pt x="472470" y="788213"/>
                  <a:pt x="473385" y="786750"/>
                  <a:pt x="474665" y="785470"/>
                </a:cubicBezTo>
                <a:cubicBezTo>
                  <a:pt x="475945" y="784189"/>
                  <a:pt x="477408" y="783275"/>
                  <a:pt x="479146" y="782544"/>
                </a:cubicBezTo>
                <a:cubicBezTo>
                  <a:pt x="480792" y="781903"/>
                  <a:pt x="482529" y="781538"/>
                  <a:pt x="484266" y="781538"/>
                </a:cubicBezTo>
                <a:cubicBezTo>
                  <a:pt x="486095" y="781538"/>
                  <a:pt x="487832" y="781903"/>
                  <a:pt x="489478" y="782544"/>
                </a:cubicBezTo>
                <a:cubicBezTo>
                  <a:pt x="491216" y="783275"/>
                  <a:pt x="492679" y="784189"/>
                  <a:pt x="493959" y="785470"/>
                </a:cubicBezTo>
                <a:cubicBezTo>
                  <a:pt x="495148" y="786750"/>
                  <a:pt x="496153" y="788213"/>
                  <a:pt x="496885" y="789859"/>
                </a:cubicBezTo>
                <a:cubicBezTo>
                  <a:pt x="497525" y="791505"/>
                  <a:pt x="497891" y="793242"/>
                  <a:pt x="497891" y="795071"/>
                </a:cubicBezTo>
              </a:path>
              <a:path w="3103565" h="808604">
                <a:moveTo>
                  <a:pt x="673730" y="778429"/>
                </a:moveTo>
                <a:cubicBezTo>
                  <a:pt x="673730" y="780258"/>
                  <a:pt x="673364" y="781995"/>
                  <a:pt x="672724" y="783641"/>
                </a:cubicBezTo>
                <a:cubicBezTo>
                  <a:pt x="671993" y="785287"/>
                  <a:pt x="670987" y="786750"/>
                  <a:pt x="669707" y="788030"/>
                </a:cubicBezTo>
                <a:cubicBezTo>
                  <a:pt x="668518" y="789310"/>
                  <a:pt x="666963" y="790316"/>
                  <a:pt x="665317" y="790956"/>
                </a:cubicBezTo>
                <a:cubicBezTo>
                  <a:pt x="663672" y="791688"/>
                  <a:pt x="661934" y="792053"/>
                  <a:pt x="660105" y="792053"/>
                </a:cubicBezTo>
                <a:cubicBezTo>
                  <a:pt x="658368" y="792053"/>
                  <a:pt x="656631" y="791688"/>
                  <a:pt x="654985" y="790956"/>
                </a:cubicBezTo>
                <a:cubicBezTo>
                  <a:pt x="653247" y="790316"/>
                  <a:pt x="651784" y="789310"/>
                  <a:pt x="650504" y="788030"/>
                </a:cubicBezTo>
                <a:cubicBezTo>
                  <a:pt x="649224" y="786750"/>
                  <a:pt x="648310" y="785287"/>
                  <a:pt x="647578" y="783641"/>
                </a:cubicBezTo>
                <a:cubicBezTo>
                  <a:pt x="646938" y="781995"/>
                  <a:pt x="646572" y="780258"/>
                  <a:pt x="646572" y="778429"/>
                </a:cubicBezTo>
                <a:cubicBezTo>
                  <a:pt x="646572" y="776691"/>
                  <a:pt x="646938" y="774954"/>
                  <a:pt x="647578" y="773308"/>
                </a:cubicBezTo>
                <a:cubicBezTo>
                  <a:pt x="648310" y="771571"/>
                  <a:pt x="649224" y="770108"/>
                  <a:pt x="650504" y="768828"/>
                </a:cubicBezTo>
                <a:cubicBezTo>
                  <a:pt x="651784" y="767639"/>
                  <a:pt x="653247" y="766633"/>
                  <a:pt x="654985" y="765901"/>
                </a:cubicBezTo>
                <a:cubicBezTo>
                  <a:pt x="656631" y="765261"/>
                  <a:pt x="658368" y="764896"/>
                  <a:pt x="660105" y="764896"/>
                </a:cubicBezTo>
                <a:cubicBezTo>
                  <a:pt x="661934" y="764896"/>
                  <a:pt x="663672" y="765261"/>
                  <a:pt x="665317" y="765901"/>
                </a:cubicBezTo>
                <a:cubicBezTo>
                  <a:pt x="666963" y="766633"/>
                  <a:pt x="668518" y="767639"/>
                  <a:pt x="669707" y="768828"/>
                </a:cubicBezTo>
                <a:cubicBezTo>
                  <a:pt x="670987" y="770108"/>
                  <a:pt x="671993" y="771571"/>
                  <a:pt x="672724" y="773308"/>
                </a:cubicBezTo>
                <a:cubicBezTo>
                  <a:pt x="673364" y="774954"/>
                  <a:pt x="673730" y="776691"/>
                  <a:pt x="673730" y="778429"/>
                </a:cubicBezTo>
              </a:path>
              <a:path w="3103565" h="808604">
                <a:moveTo>
                  <a:pt x="978499" y="752734"/>
                </a:moveTo>
                <a:cubicBezTo>
                  <a:pt x="978499" y="754563"/>
                  <a:pt x="978225" y="756300"/>
                  <a:pt x="977494" y="757946"/>
                </a:cubicBezTo>
                <a:cubicBezTo>
                  <a:pt x="976854" y="759592"/>
                  <a:pt x="975848" y="761055"/>
                  <a:pt x="974568" y="762335"/>
                </a:cubicBezTo>
                <a:cubicBezTo>
                  <a:pt x="973287" y="763615"/>
                  <a:pt x="971824" y="764621"/>
                  <a:pt x="970178" y="765261"/>
                </a:cubicBezTo>
                <a:cubicBezTo>
                  <a:pt x="968441" y="765993"/>
                  <a:pt x="966795" y="766267"/>
                  <a:pt x="964966" y="766267"/>
                </a:cubicBezTo>
                <a:cubicBezTo>
                  <a:pt x="963138" y="766267"/>
                  <a:pt x="961400" y="765993"/>
                  <a:pt x="959754" y="765261"/>
                </a:cubicBezTo>
                <a:cubicBezTo>
                  <a:pt x="958108" y="764621"/>
                  <a:pt x="956645" y="763615"/>
                  <a:pt x="955365" y="762335"/>
                </a:cubicBezTo>
                <a:cubicBezTo>
                  <a:pt x="954085" y="761055"/>
                  <a:pt x="953079" y="759592"/>
                  <a:pt x="952439" y="757946"/>
                </a:cubicBezTo>
                <a:cubicBezTo>
                  <a:pt x="951708" y="756300"/>
                  <a:pt x="951342" y="754563"/>
                  <a:pt x="951342" y="752734"/>
                </a:cubicBezTo>
                <a:cubicBezTo>
                  <a:pt x="951342" y="750905"/>
                  <a:pt x="951708" y="749259"/>
                  <a:pt x="952439" y="747522"/>
                </a:cubicBezTo>
                <a:cubicBezTo>
                  <a:pt x="953079" y="745876"/>
                  <a:pt x="954085" y="744413"/>
                  <a:pt x="955365" y="743133"/>
                </a:cubicBezTo>
                <a:cubicBezTo>
                  <a:pt x="956645" y="741853"/>
                  <a:pt x="958108" y="740938"/>
                  <a:pt x="959754" y="740207"/>
                </a:cubicBezTo>
                <a:cubicBezTo>
                  <a:pt x="961400" y="739567"/>
                  <a:pt x="963138" y="739201"/>
                  <a:pt x="964966" y="739201"/>
                </a:cubicBezTo>
                <a:cubicBezTo>
                  <a:pt x="966795" y="739201"/>
                  <a:pt x="968441" y="739567"/>
                  <a:pt x="970178" y="740207"/>
                </a:cubicBezTo>
                <a:cubicBezTo>
                  <a:pt x="971824" y="740938"/>
                  <a:pt x="973287" y="741853"/>
                  <a:pt x="974568" y="743133"/>
                </a:cubicBezTo>
                <a:cubicBezTo>
                  <a:pt x="975848" y="744413"/>
                  <a:pt x="976854" y="745876"/>
                  <a:pt x="977494" y="747522"/>
                </a:cubicBezTo>
                <a:cubicBezTo>
                  <a:pt x="978225" y="749259"/>
                  <a:pt x="978499" y="750905"/>
                  <a:pt x="978499" y="752734"/>
                </a:cubicBezTo>
              </a:path>
              <a:path w="3103565" h="808604">
                <a:moveTo>
                  <a:pt x="1168512" y="734446"/>
                </a:moveTo>
                <a:cubicBezTo>
                  <a:pt x="1168512" y="736183"/>
                  <a:pt x="1168237" y="737921"/>
                  <a:pt x="1167506" y="739567"/>
                </a:cubicBezTo>
                <a:cubicBezTo>
                  <a:pt x="1166866" y="741304"/>
                  <a:pt x="1165860" y="742767"/>
                  <a:pt x="1164580" y="744047"/>
                </a:cubicBezTo>
                <a:cubicBezTo>
                  <a:pt x="1163300" y="745236"/>
                  <a:pt x="1161837" y="746242"/>
                  <a:pt x="1160191" y="746973"/>
                </a:cubicBezTo>
                <a:cubicBezTo>
                  <a:pt x="1158545" y="747613"/>
                  <a:pt x="1156807" y="747979"/>
                  <a:pt x="1154979" y="747979"/>
                </a:cubicBezTo>
                <a:cubicBezTo>
                  <a:pt x="1153150" y="747979"/>
                  <a:pt x="1151412" y="747613"/>
                  <a:pt x="1149767" y="746973"/>
                </a:cubicBezTo>
                <a:cubicBezTo>
                  <a:pt x="1148121" y="746242"/>
                  <a:pt x="1146658" y="745236"/>
                  <a:pt x="1145377" y="744047"/>
                </a:cubicBezTo>
                <a:cubicBezTo>
                  <a:pt x="1144097" y="742767"/>
                  <a:pt x="1143091" y="741304"/>
                  <a:pt x="1142451" y="739567"/>
                </a:cubicBezTo>
                <a:cubicBezTo>
                  <a:pt x="1141720" y="737921"/>
                  <a:pt x="1141354" y="736183"/>
                  <a:pt x="1141354" y="734446"/>
                </a:cubicBezTo>
                <a:cubicBezTo>
                  <a:pt x="1141354" y="732617"/>
                  <a:pt x="1141720" y="730880"/>
                  <a:pt x="1142451" y="729234"/>
                </a:cubicBezTo>
                <a:cubicBezTo>
                  <a:pt x="1143091" y="727588"/>
                  <a:pt x="1144097" y="726125"/>
                  <a:pt x="1145377" y="724845"/>
                </a:cubicBezTo>
                <a:cubicBezTo>
                  <a:pt x="1146658" y="723565"/>
                  <a:pt x="1148121" y="722559"/>
                  <a:pt x="1149767" y="721919"/>
                </a:cubicBezTo>
                <a:cubicBezTo>
                  <a:pt x="1151412" y="721187"/>
                  <a:pt x="1153150" y="720822"/>
                  <a:pt x="1154979" y="720822"/>
                </a:cubicBezTo>
                <a:cubicBezTo>
                  <a:pt x="1156807" y="720822"/>
                  <a:pt x="1158545" y="721187"/>
                  <a:pt x="1160191" y="721919"/>
                </a:cubicBezTo>
                <a:cubicBezTo>
                  <a:pt x="1161837" y="722559"/>
                  <a:pt x="1163300" y="723565"/>
                  <a:pt x="1164580" y="724845"/>
                </a:cubicBezTo>
                <a:cubicBezTo>
                  <a:pt x="1165860" y="726125"/>
                  <a:pt x="1166866" y="727588"/>
                  <a:pt x="1167506" y="729234"/>
                </a:cubicBezTo>
                <a:cubicBezTo>
                  <a:pt x="1168237" y="730880"/>
                  <a:pt x="1168512" y="732617"/>
                  <a:pt x="1168512" y="734446"/>
                </a:cubicBezTo>
              </a:path>
              <a:path w="3103565" h="808604">
                <a:moveTo>
                  <a:pt x="1417320" y="767639"/>
                </a:moveTo>
                <a:cubicBezTo>
                  <a:pt x="1417320" y="769376"/>
                  <a:pt x="1416954" y="771114"/>
                  <a:pt x="1416314" y="772759"/>
                </a:cubicBezTo>
                <a:cubicBezTo>
                  <a:pt x="1415583" y="774497"/>
                  <a:pt x="1414577" y="775960"/>
                  <a:pt x="1413297" y="777149"/>
                </a:cubicBezTo>
                <a:cubicBezTo>
                  <a:pt x="1412016" y="778429"/>
                  <a:pt x="1410553" y="779435"/>
                  <a:pt x="1408908" y="780166"/>
                </a:cubicBezTo>
                <a:cubicBezTo>
                  <a:pt x="1407262" y="780806"/>
                  <a:pt x="1405524" y="781172"/>
                  <a:pt x="1403695" y="781172"/>
                </a:cubicBezTo>
                <a:cubicBezTo>
                  <a:pt x="1401958" y="781172"/>
                  <a:pt x="1400221" y="780806"/>
                  <a:pt x="1398483" y="780166"/>
                </a:cubicBezTo>
                <a:cubicBezTo>
                  <a:pt x="1396837" y="779435"/>
                  <a:pt x="1395374" y="778429"/>
                  <a:pt x="1394094" y="777149"/>
                </a:cubicBezTo>
                <a:cubicBezTo>
                  <a:pt x="1392814" y="775960"/>
                  <a:pt x="1391808" y="774497"/>
                  <a:pt x="1391168" y="772759"/>
                </a:cubicBezTo>
                <a:cubicBezTo>
                  <a:pt x="1390437" y="771114"/>
                  <a:pt x="1390162" y="769376"/>
                  <a:pt x="1390162" y="767639"/>
                </a:cubicBezTo>
                <a:cubicBezTo>
                  <a:pt x="1390162" y="765810"/>
                  <a:pt x="1390437" y="764073"/>
                  <a:pt x="1391168" y="762427"/>
                </a:cubicBezTo>
                <a:cubicBezTo>
                  <a:pt x="1391808" y="760781"/>
                  <a:pt x="1392814" y="759318"/>
                  <a:pt x="1394094" y="758038"/>
                </a:cubicBezTo>
                <a:cubicBezTo>
                  <a:pt x="1395374" y="756757"/>
                  <a:pt x="1396837" y="755752"/>
                  <a:pt x="1398483" y="755112"/>
                </a:cubicBezTo>
                <a:cubicBezTo>
                  <a:pt x="1400221" y="754380"/>
                  <a:pt x="1401958" y="754014"/>
                  <a:pt x="1403695" y="754014"/>
                </a:cubicBezTo>
                <a:cubicBezTo>
                  <a:pt x="1405524" y="754014"/>
                  <a:pt x="1407262" y="754380"/>
                  <a:pt x="1408908" y="755112"/>
                </a:cubicBezTo>
                <a:cubicBezTo>
                  <a:pt x="1410553" y="755752"/>
                  <a:pt x="1412016" y="756757"/>
                  <a:pt x="1413297" y="758038"/>
                </a:cubicBezTo>
                <a:cubicBezTo>
                  <a:pt x="1414577" y="759318"/>
                  <a:pt x="1415583" y="760781"/>
                  <a:pt x="1416314" y="762427"/>
                </a:cubicBezTo>
                <a:cubicBezTo>
                  <a:pt x="1416954" y="764073"/>
                  <a:pt x="1417320" y="765810"/>
                  <a:pt x="1417320" y="767639"/>
                </a:cubicBezTo>
              </a:path>
              <a:path w="3103565" h="808604">
                <a:moveTo>
                  <a:pt x="1689537" y="721279"/>
                </a:moveTo>
                <a:cubicBezTo>
                  <a:pt x="1689537" y="723016"/>
                  <a:pt x="1689171" y="724753"/>
                  <a:pt x="1688531" y="726491"/>
                </a:cubicBezTo>
                <a:cubicBezTo>
                  <a:pt x="1687800" y="728137"/>
                  <a:pt x="1686885" y="729600"/>
                  <a:pt x="1685605" y="730880"/>
                </a:cubicBezTo>
                <a:cubicBezTo>
                  <a:pt x="1684325" y="732160"/>
                  <a:pt x="1682862" y="733074"/>
                  <a:pt x="1681124" y="733806"/>
                </a:cubicBezTo>
                <a:cubicBezTo>
                  <a:pt x="1679478" y="734446"/>
                  <a:pt x="1677741" y="734812"/>
                  <a:pt x="1676004" y="734812"/>
                </a:cubicBezTo>
                <a:cubicBezTo>
                  <a:pt x="1674175" y="734812"/>
                  <a:pt x="1672438" y="734446"/>
                  <a:pt x="1670792" y="733806"/>
                </a:cubicBezTo>
                <a:cubicBezTo>
                  <a:pt x="1669146" y="733074"/>
                  <a:pt x="1667591" y="732160"/>
                  <a:pt x="1666403" y="730880"/>
                </a:cubicBezTo>
                <a:cubicBezTo>
                  <a:pt x="1665122" y="729600"/>
                  <a:pt x="1664117" y="728137"/>
                  <a:pt x="1663385" y="726491"/>
                </a:cubicBezTo>
                <a:cubicBezTo>
                  <a:pt x="1662745" y="724753"/>
                  <a:pt x="1662379" y="723016"/>
                  <a:pt x="1662379" y="721279"/>
                </a:cubicBezTo>
                <a:cubicBezTo>
                  <a:pt x="1662379" y="719450"/>
                  <a:pt x="1662745" y="717713"/>
                  <a:pt x="1663385" y="716067"/>
                </a:cubicBezTo>
                <a:cubicBezTo>
                  <a:pt x="1664117" y="714421"/>
                  <a:pt x="1665122" y="712958"/>
                  <a:pt x="1666403" y="711678"/>
                </a:cubicBezTo>
                <a:cubicBezTo>
                  <a:pt x="1667591" y="710397"/>
                  <a:pt x="1669146" y="709392"/>
                  <a:pt x="1670792" y="708751"/>
                </a:cubicBezTo>
                <a:cubicBezTo>
                  <a:pt x="1672438" y="708020"/>
                  <a:pt x="1674175" y="707746"/>
                  <a:pt x="1676004" y="707746"/>
                </a:cubicBezTo>
                <a:cubicBezTo>
                  <a:pt x="1677741" y="707746"/>
                  <a:pt x="1679478" y="708020"/>
                  <a:pt x="1681124" y="708751"/>
                </a:cubicBezTo>
                <a:cubicBezTo>
                  <a:pt x="1682862" y="709392"/>
                  <a:pt x="1684325" y="710397"/>
                  <a:pt x="1685605" y="711678"/>
                </a:cubicBezTo>
                <a:cubicBezTo>
                  <a:pt x="1686885" y="712958"/>
                  <a:pt x="1687800" y="714421"/>
                  <a:pt x="1688531" y="716067"/>
                </a:cubicBezTo>
                <a:cubicBezTo>
                  <a:pt x="1689171" y="717713"/>
                  <a:pt x="1689537" y="719450"/>
                  <a:pt x="1689537" y="721279"/>
                </a:cubicBezTo>
              </a:path>
              <a:path w="3103565" h="808604">
                <a:moveTo>
                  <a:pt x="1858152" y="735726"/>
                </a:moveTo>
                <a:cubicBezTo>
                  <a:pt x="1858152" y="737555"/>
                  <a:pt x="1857786" y="739292"/>
                  <a:pt x="1857146" y="740938"/>
                </a:cubicBezTo>
                <a:cubicBezTo>
                  <a:pt x="1856415" y="742584"/>
                  <a:pt x="1855409" y="744047"/>
                  <a:pt x="1854129" y="745327"/>
                </a:cubicBezTo>
                <a:cubicBezTo>
                  <a:pt x="1852849" y="746608"/>
                  <a:pt x="1851386" y="747522"/>
                  <a:pt x="1849740" y="748254"/>
                </a:cubicBezTo>
                <a:cubicBezTo>
                  <a:pt x="1848094" y="748894"/>
                  <a:pt x="1846356" y="749259"/>
                  <a:pt x="1844528" y="749259"/>
                </a:cubicBezTo>
                <a:cubicBezTo>
                  <a:pt x="1842790" y="749259"/>
                  <a:pt x="1841053" y="748894"/>
                  <a:pt x="1839316" y="748254"/>
                </a:cubicBezTo>
                <a:cubicBezTo>
                  <a:pt x="1837670" y="747522"/>
                  <a:pt x="1836207" y="746608"/>
                  <a:pt x="1834926" y="745327"/>
                </a:cubicBezTo>
                <a:cubicBezTo>
                  <a:pt x="1833646" y="744047"/>
                  <a:pt x="1832640" y="742584"/>
                  <a:pt x="1832000" y="740938"/>
                </a:cubicBezTo>
                <a:cubicBezTo>
                  <a:pt x="1831269" y="739292"/>
                  <a:pt x="1830995" y="737555"/>
                  <a:pt x="1830995" y="735726"/>
                </a:cubicBezTo>
                <a:cubicBezTo>
                  <a:pt x="1830995" y="733897"/>
                  <a:pt x="1831269" y="732160"/>
                  <a:pt x="1832000" y="730514"/>
                </a:cubicBezTo>
                <a:cubicBezTo>
                  <a:pt x="1832640" y="728868"/>
                  <a:pt x="1833646" y="727405"/>
                  <a:pt x="1834926" y="726125"/>
                </a:cubicBezTo>
                <a:cubicBezTo>
                  <a:pt x="1836207" y="724845"/>
                  <a:pt x="1837670" y="723839"/>
                  <a:pt x="1839316" y="723199"/>
                </a:cubicBezTo>
                <a:cubicBezTo>
                  <a:pt x="1841053" y="722467"/>
                  <a:pt x="1842790" y="722193"/>
                  <a:pt x="1844528" y="722193"/>
                </a:cubicBezTo>
                <a:cubicBezTo>
                  <a:pt x="1846356" y="722193"/>
                  <a:pt x="1848094" y="722467"/>
                  <a:pt x="1849740" y="723199"/>
                </a:cubicBezTo>
                <a:cubicBezTo>
                  <a:pt x="1851386" y="723839"/>
                  <a:pt x="1852849" y="724845"/>
                  <a:pt x="1854129" y="726125"/>
                </a:cubicBezTo>
                <a:cubicBezTo>
                  <a:pt x="1855409" y="727405"/>
                  <a:pt x="1856415" y="728868"/>
                  <a:pt x="1857146" y="730514"/>
                </a:cubicBezTo>
                <a:cubicBezTo>
                  <a:pt x="1857786" y="732160"/>
                  <a:pt x="1858152" y="733897"/>
                  <a:pt x="1858152" y="735726"/>
                </a:cubicBezTo>
              </a:path>
              <a:path w="3103565" h="808604">
                <a:moveTo>
                  <a:pt x="2123511" y="700796"/>
                </a:moveTo>
                <a:cubicBezTo>
                  <a:pt x="2123511" y="702625"/>
                  <a:pt x="2123145" y="704362"/>
                  <a:pt x="2122414" y="706008"/>
                </a:cubicBezTo>
                <a:cubicBezTo>
                  <a:pt x="2121774" y="707654"/>
                  <a:pt x="2120768" y="709117"/>
                  <a:pt x="2119488" y="710397"/>
                </a:cubicBezTo>
                <a:cubicBezTo>
                  <a:pt x="2118208" y="711678"/>
                  <a:pt x="2116745" y="712683"/>
                  <a:pt x="2115099" y="713323"/>
                </a:cubicBezTo>
                <a:cubicBezTo>
                  <a:pt x="2113453" y="714055"/>
                  <a:pt x="2111715" y="714421"/>
                  <a:pt x="2109887" y="714421"/>
                </a:cubicBezTo>
                <a:cubicBezTo>
                  <a:pt x="2108058" y="714421"/>
                  <a:pt x="2106412" y="714055"/>
                  <a:pt x="2104674" y="713323"/>
                </a:cubicBezTo>
                <a:cubicBezTo>
                  <a:pt x="2103029" y="712683"/>
                  <a:pt x="2101566" y="711678"/>
                  <a:pt x="2100285" y="710397"/>
                </a:cubicBezTo>
                <a:cubicBezTo>
                  <a:pt x="2099005" y="709117"/>
                  <a:pt x="2097999" y="707654"/>
                  <a:pt x="2097359" y="706008"/>
                </a:cubicBezTo>
                <a:cubicBezTo>
                  <a:pt x="2096628" y="704362"/>
                  <a:pt x="2096353" y="702625"/>
                  <a:pt x="2096353" y="700796"/>
                </a:cubicBezTo>
                <a:cubicBezTo>
                  <a:pt x="2096353" y="699059"/>
                  <a:pt x="2096628" y="697321"/>
                  <a:pt x="2097359" y="695676"/>
                </a:cubicBezTo>
                <a:cubicBezTo>
                  <a:pt x="2097999" y="693938"/>
                  <a:pt x="2099005" y="692475"/>
                  <a:pt x="2100285" y="691195"/>
                </a:cubicBezTo>
                <a:cubicBezTo>
                  <a:pt x="2101566" y="690006"/>
                  <a:pt x="2103029" y="689000"/>
                  <a:pt x="2104674" y="688269"/>
                </a:cubicBezTo>
                <a:cubicBezTo>
                  <a:pt x="2106412" y="687629"/>
                  <a:pt x="2108058" y="687263"/>
                  <a:pt x="2109887" y="687263"/>
                </a:cubicBezTo>
                <a:cubicBezTo>
                  <a:pt x="2111715" y="687263"/>
                  <a:pt x="2113453" y="687629"/>
                  <a:pt x="2115099" y="688269"/>
                </a:cubicBezTo>
                <a:cubicBezTo>
                  <a:pt x="2116745" y="689000"/>
                  <a:pt x="2118208" y="690006"/>
                  <a:pt x="2119488" y="691195"/>
                </a:cubicBezTo>
                <a:cubicBezTo>
                  <a:pt x="2120768" y="692475"/>
                  <a:pt x="2121774" y="693938"/>
                  <a:pt x="2122414" y="695676"/>
                </a:cubicBezTo>
                <a:cubicBezTo>
                  <a:pt x="2123145" y="697321"/>
                  <a:pt x="2123511" y="699059"/>
                  <a:pt x="2123511" y="700796"/>
                </a:cubicBezTo>
              </a:path>
              <a:path w="3103565" h="808604">
                <a:moveTo>
                  <a:pt x="2379817" y="768919"/>
                </a:moveTo>
                <a:cubicBezTo>
                  <a:pt x="2379817" y="770748"/>
                  <a:pt x="2379452" y="772485"/>
                  <a:pt x="2378720" y="774131"/>
                </a:cubicBezTo>
                <a:cubicBezTo>
                  <a:pt x="2378080" y="775777"/>
                  <a:pt x="2377074" y="777240"/>
                  <a:pt x="2375794" y="778520"/>
                </a:cubicBezTo>
                <a:cubicBezTo>
                  <a:pt x="2374514" y="779800"/>
                  <a:pt x="2373051" y="780806"/>
                  <a:pt x="2371405" y="781446"/>
                </a:cubicBezTo>
                <a:cubicBezTo>
                  <a:pt x="2369759" y="782178"/>
                  <a:pt x="2368022" y="782544"/>
                  <a:pt x="2366193" y="782544"/>
                </a:cubicBezTo>
                <a:cubicBezTo>
                  <a:pt x="2364364" y="782544"/>
                  <a:pt x="2362627" y="782178"/>
                  <a:pt x="2360981" y="781446"/>
                </a:cubicBezTo>
                <a:cubicBezTo>
                  <a:pt x="2359335" y="780806"/>
                  <a:pt x="2357872" y="779800"/>
                  <a:pt x="2356592" y="778520"/>
                </a:cubicBezTo>
                <a:cubicBezTo>
                  <a:pt x="2355312" y="777240"/>
                  <a:pt x="2354306" y="775777"/>
                  <a:pt x="2353666" y="774131"/>
                </a:cubicBezTo>
                <a:cubicBezTo>
                  <a:pt x="2352934" y="772485"/>
                  <a:pt x="2352568" y="770748"/>
                  <a:pt x="2352568" y="768919"/>
                </a:cubicBezTo>
                <a:cubicBezTo>
                  <a:pt x="2352568" y="767182"/>
                  <a:pt x="2352934" y="765444"/>
                  <a:pt x="2353666" y="763798"/>
                </a:cubicBezTo>
                <a:cubicBezTo>
                  <a:pt x="2354306" y="762152"/>
                  <a:pt x="2355312" y="760689"/>
                  <a:pt x="2356592" y="759409"/>
                </a:cubicBezTo>
                <a:cubicBezTo>
                  <a:pt x="2357872" y="758129"/>
                  <a:pt x="2359335" y="757123"/>
                  <a:pt x="2360981" y="756392"/>
                </a:cubicBezTo>
                <a:cubicBezTo>
                  <a:pt x="2362627" y="755752"/>
                  <a:pt x="2364364" y="755386"/>
                  <a:pt x="2366193" y="755386"/>
                </a:cubicBezTo>
                <a:cubicBezTo>
                  <a:pt x="2368022" y="755386"/>
                  <a:pt x="2369759" y="755752"/>
                  <a:pt x="2371405" y="756392"/>
                </a:cubicBezTo>
                <a:cubicBezTo>
                  <a:pt x="2373051" y="757123"/>
                  <a:pt x="2374514" y="758129"/>
                  <a:pt x="2375794" y="759409"/>
                </a:cubicBezTo>
                <a:cubicBezTo>
                  <a:pt x="2377074" y="760689"/>
                  <a:pt x="2378080" y="762152"/>
                  <a:pt x="2378720" y="763798"/>
                </a:cubicBezTo>
                <a:cubicBezTo>
                  <a:pt x="2379452" y="765444"/>
                  <a:pt x="2379817" y="767182"/>
                  <a:pt x="2379817" y="768919"/>
                </a:cubicBezTo>
              </a:path>
              <a:path w="3103565" h="808604">
                <a:moveTo>
                  <a:pt x="2641610" y="788670"/>
                </a:moveTo>
                <a:cubicBezTo>
                  <a:pt x="2641610" y="790499"/>
                  <a:pt x="2641244" y="792236"/>
                  <a:pt x="2640513" y="793882"/>
                </a:cubicBezTo>
                <a:cubicBezTo>
                  <a:pt x="2639873" y="795528"/>
                  <a:pt x="2638867" y="796991"/>
                  <a:pt x="2637587" y="798271"/>
                </a:cubicBezTo>
                <a:cubicBezTo>
                  <a:pt x="2636307" y="799551"/>
                  <a:pt x="2634844" y="800557"/>
                  <a:pt x="2633198" y="801197"/>
                </a:cubicBezTo>
                <a:cubicBezTo>
                  <a:pt x="2631552" y="801929"/>
                  <a:pt x="2629814" y="802295"/>
                  <a:pt x="2627986" y="802295"/>
                </a:cubicBezTo>
                <a:cubicBezTo>
                  <a:pt x="2626157" y="802295"/>
                  <a:pt x="2624419" y="801929"/>
                  <a:pt x="2622774" y="801197"/>
                </a:cubicBezTo>
                <a:cubicBezTo>
                  <a:pt x="2621128" y="800557"/>
                  <a:pt x="2619665" y="799551"/>
                  <a:pt x="2618384" y="798271"/>
                </a:cubicBezTo>
                <a:cubicBezTo>
                  <a:pt x="2617104" y="796991"/>
                  <a:pt x="2616098" y="795528"/>
                  <a:pt x="2615458" y="793882"/>
                </a:cubicBezTo>
                <a:cubicBezTo>
                  <a:pt x="2614727" y="792236"/>
                  <a:pt x="2614361" y="790499"/>
                  <a:pt x="2614361" y="788670"/>
                </a:cubicBezTo>
                <a:cubicBezTo>
                  <a:pt x="2614361" y="786933"/>
                  <a:pt x="2614727" y="785195"/>
                  <a:pt x="2615458" y="783549"/>
                </a:cubicBezTo>
                <a:cubicBezTo>
                  <a:pt x="2616098" y="781812"/>
                  <a:pt x="2617104" y="780349"/>
                  <a:pt x="2618384" y="779069"/>
                </a:cubicBezTo>
                <a:cubicBezTo>
                  <a:pt x="2619665" y="777880"/>
                  <a:pt x="2621128" y="776874"/>
                  <a:pt x="2622774" y="776143"/>
                </a:cubicBezTo>
                <a:cubicBezTo>
                  <a:pt x="2624419" y="775503"/>
                  <a:pt x="2626157" y="775137"/>
                  <a:pt x="2627986" y="775137"/>
                </a:cubicBezTo>
                <a:cubicBezTo>
                  <a:pt x="2629814" y="775137"/>
                  <a:pt x="2631552" y="775503"/>
                  <a:pt x="2633198" y="776143"/>
                </a:cubicBezTo>
                <a:cubicBezTo>
                  <a:pt x="2634844" y="776874"/>
                  <a:pt x="2636307" y="777880"/>
                  <a:pt x="2637587" y="779069"/>
                </a:cubicBezTo>
                <a:cubicBezTo>
                  <a:pt x="2638867" y="780349"/>
                  <a:pt x="2639873" y="781812"/>
                  <a:pt x="2640513" y="783549"/>
                </a:cubicBezTo>
                <a:cubicBezTo>
                  <a:pt x="2641244" y="785195"/>
                  <a:pt x="2641610" y="786933"/>
                  <a:pt x="2641610" y="788670"/>
                </a:cubicBezTo>
              </a:path>
              <a:path w="3103565" h="808604">
                <a:moveTo>
                  <a:pt x="2808762" y="714512"/>
                </a:moveTo>
                <a:cubicBezTo>
                  <a:pt x="2808762" y="716341"/>
                  <a:pt x="2808488" y="718078"/>
                  <a:pt x="2807757" y="719724"/>
                </a:cubicBezTo>
                <a:cubicBezTo>
                  <a:pt x="2807025" y="721370"/>
                  <a:pt x="2806111" y="722833"/>
                  <a:pt x="2804831" y="724113"/>
                </a:cubicBezTo>
                <a:cubicBezTo>
                  <a:pt x="2803550" y="725394"/>
                  <a:pt x="2802087" y="726399"/>
                  <a:pt x="2800441" y="727039"/>
                </a:cubicBezTo>
                <a:cubicBezTo>
                  <a:pt x="2798704" y="727771"/>
                  <a:pt x="2796967" y="728045"/>
                  <a:pt x="2795229" y="728045"/>
                </a:cubicBezTo>
                <a:cubicBezTo>
                  <a:pt x="2793401" y="728045"/>
                  <a:pt x="2791663" y="727771"/>
                  <a:pt x="2790017" y="727039"/>
                </a:cubicBezTo>
                <a:cubicBezTo>
                  <a:pt x="2788371" y="726399"/>
                  <a:pt x="2786908" y="725394"/>
                  <a:pt x="2785628" y="724113"/>
                </a:cubicBezTo>
                <a:cubicBezTo>
                  <a:pt x="2784348" y="722833"/>
                  <a:pt x="2783342" y="721370"/>
                  <a:pt x="2782611" y="719724"/>
                </a:cubicBezTo>
                <a:cubicBezTo>
                  <a:pt x="2781971" y="718078"/>
                  <a:pt x="2781605" y="716341"/>
                  <a:pt x="2781605" y="714512"/>
                </a:cubicBezTo>
                <a:cubicBezTo>
                  <a:pt x="2781605" y="712775"/>
                  <a:pt x="2781971" y="711037"/>
                  <a:pt x="2782611" y="709300"/>
                </a:cubicBezTo>
                <a:cubicBezTo>
                  <a:pt x="2783342" y="707654"/>
                  <a:pt x="2784348" y="706191"/>
                  <a:pt x="2785628" y="704911"/>
                </a:cubicBezTo>
                <a:cubicBezTo>
                  <a:pt x="2786908" y="703631"/>
                  <a:pt x="2788371" y="702716"/>
                  <a:pt x="2790017" y="701985"/>
                </a:cubicBezTo>
                <a:cubicBezTo>
                  <a:pt x="2791663" y="701345"/>
                  <a:pt x="2793401" y="700979"/>
                  <a:pt x="2795229" y="700979"/>
                </a:cubicBezTo>
                <a:cubicBezTo>
                  <a:pt x="2796967" y="700979"/>
                  <a:pt x="2798704" y="701345"/>
                  <a:pt x="2800441" y="701985"/>
                </a:cubicBezTo>
                <a:cubicBezTo>
                  <a:pt x="2802087" y="702716"/>
                  <a:pt x="2803550" y="703631"/>
                  <a:pt x="2804831" y="704911"/>
                </a:cubicBezTo>
                <a:cubicBezTo>
                  <a:pt x="2806111" y="706191"/>
                  <a:pt x="2807025" y="707654"/>
                  <a:pt x="2807757" y="709300"/>
                </a:cubicBezTo>
                <a:cubicBezTo>
                  <a:pt x="2808488" y="711037"/>
                  <a:pt x="2808762" y="712775"/>
                  <a:pt x="2808762" y="714512"/>
                </a:cubicBezTo>
              </a:path>
              <a:path w="3103565" h="808604">
                <a:moveTo>
                  <a:pt x="3010479" y="745602"/>
                </a:moveTo>
                <a:cubicBezTo>
                  <a:pt x="3010479" y="747431"/>
                  <a:pt x="3010113" y="749168"/>
                  <a:pt x="3009382" y="750814"/>
                </a:cubicBezTo>
                <a:cubicBezTo>
                  <a:pt x="3008742" y="752460"/>
                  <a:pt x="3007736" y="753923"/>
                  <a:pt x="3006456" y="755203"/>
                </a:cubicBezTo>
                <a:cubicBezTo>
                  <a:pt x="3005176" y="756483"/>
                  <a:pt x="3003713" y="757489"/>
                  <a:pt x="3002067" y="758129"/>
                </a:cubicBezTo>
                <a:cubicBezTo>
                  <a:pt x="3000421" y="758861"/>
                  <a:pt x="2998683" y="759135"/>
                  <a:pt x="2996855" y="759135"/>
                </a:cubicBezTo>
                <a:cubicBezTo>
                  <a:pt x="2995026" y="759135"/>
                  <a:pt x="2993288" y="758861"/>
                  <a:pt x="2991642" y="758129"/>
                </a:cubicBezTo>
                <a:cubicBezTo>
                  <a:pt x="2989997" y="757489"/>
                  <a:pt x="2988534" y="756483"/>
                  <a:pt x="2987253" y="755203"/>
                </a:cubicBezTo>
                <a:cubicBezTo>
                  <a:pt x="2985973" y="753923"/>
                  <a:pt x="2984967" y="752460"/>
                  <a:pt x="2984327" y="750814"/>
                </a:cubicBezTo>
                <a:cubicBezTo>
                  <a:pt x="2983596" y="749168"/>
                  <a:pt x="2983230" y="747431"/>
                  <a:pt x="2983230" y="745602"/>
                </a:cubicBezTo>
                <a:cubicBezTo>
                  <a:pt x="2983230" y="743773"/>
                  <a:pt x="2983596" y="742127"/>
                  <a:pt x="2984327" y="740390"/>
                </a:cubicBezTo>
                <a:cubicBezTo>
                  <a:pt x="2984967" y="738744"/>
                  <a:pt x="2985973" y="737281"/>
                  <a:pt x="2987253" y="736001"/>
                </a:cubicBezTo>
                <a:cubicBezTo>
                  <a:pt x="2988534" y="734720"/>
                  <a:pt x="2989997" y="733806"/>
                  <a:pt x="2991642" y="733074"/>
                </a:cubicBezTo>
                <a:cubicBezTo>
                  <a:pt x="2993288" y="732434"/>
                  <a:pt x="2995026" y="732069"/>
                  <a:pt x="2996855" y="732069"/>
                </a:cubicBezTo>
                <a:cubicBezTo>
                  <a:pt x="2998683" y="732069"/>
                  <a:pt x="3000421" y="732434"/>
                  <a:pt x="3002067" y="733074"/>
                </a:cubicBezTo>
                <a:cubicBezTo>
                  <a:pt x="3003713" y="733806"/>
                  <a:pt x="3005176" y="734720"/>
                  <a:pt x="3006456" y="736001"/>
                </a:cubicBezTo>
                <a:cubicBezTo>
                  <a:pt x="3007736" y="737281"/>
                  <a:pt x="3008742" y="738744"/>
                  <a:pt x="3009382" y="740390"/>
                </a:cubicBezTo>
                <a:cubicBezTo>
                  <a:pt x="3010113" y="742127"/>
                  <a:pt x="3010479" y="743773"/>
                  <a:pt x="3010479" y="745602"/>
                </a:cubicBezTo>
              </a:path>
              <a:path w="3103565" h="808604">
                <a:moveTo>
                  <a:pt x="27158" y="492770"/>
                </a:moveTo>
                <a:cubicBezTo>
                  <a:pt x="27158" y="494599"/>
                  <a:pt x="26792" y="496336"/>
                  <a:pt x="26152" y="497982"/>
                </a:cubicBezTo>
                <a:cubicBezTo>
                  <a:pt x="25420" y="499628"/>
                  <a:pt x="24506" y="501091"/>
                  <a:pt x="23226" y="502371"/>
                </a:cubicBezTo>
                <a:cubicBezTo>
                  <a:pt x="21946" y="503652"/>
                  <a:pt x="20483" y="504657"/>
                  <a:pt x="18745" y="505297"/>
                </a:cubicBezTo>
                <a:cubicBezTo>
                  <a:pt x="17099" y="506029"/>
                  <a:pt x="15362" y="506303"/>
                  <a:pt x="13625" y="506303"/>
                </a:cubicBezTo>
                <a:cubicBezTo>
                  <a:pt x="11796" y="506303"/>
                  <a:pt x="10058" y="506029"/>
                  <a:pt x="8412" y="505297"/>
                </a:cubicBezTo>
                <a:cubicBezTo>
                  <a:pt x="6767" y="504657"/>
                  <a:pt x="5212" y="503652"/>
                  <a:pt x="4023" y="502371"/>
                </a:cubicBezTo>
                <a:cubicBezTo>
                  <a:pt x="2743" y="501091"/>
                  <a:pt x="1737" y="499628"/>
                  <a:pt x="1006" y="497982"/>
                </a:cubicBezTo>
                <a:cubicBezTo>
                  <a:pt x="366" y="496336"/>
                  <a:pt x="0" y="494599"/>
                  <a:pt x="0" y="492770"/>
                </a:cubicBezTo>
                <a:cubicBezTo>
                  <a:pt x="0" y="491033"/>
                  <a:pt x="366" y="489295"/>
                  <a:pt x="1006" y="487558"/>
                </a:cubicBezTo>
                <a:cubicBezTo>
                  <a:pt x="1737" y="485912"/>
                  <a:pt x="2743" y="484449"/>
                  <a:pt x="4023" y="483169"/>
                </a:cubicBezTo>
                <a:cubicBezTo>
                  <a:pt x="5212" y="481889"/>
                  <a:pt x="6767" y="480974"/>
                  <a:pt x="8412" y="480243"/>
                </a:cubicBezTo>
                <a:cubicBezTo>
                  <a:pt x="10058" y="479603"/>
                  <a:pt x="11796" y="479237"/>
                  <a:pt x="13625" y="479237"/>
                </a:cubicBezTo>
                <a:cubicBezTo>
                  <a:pt x="15362" y="479237"/>
                  <a:pt x="17099" y="479603"/>
                  <a:pt x="18745" y="480243"/>
                </a:cubicBezTo>
                <a:cubicBezTo>
                  <a:pt x="20483" y="480974"/>
                  <a:pt x="21946" y="481889"/>
                  <a:pt x="23226" y="483169"/>
                </a:cubicBezTo>
                <a:cubicBezTo>
                  <a:pt x="24506" y="484449"/>
                  <a:pt x="25420" y="485912"/>
                  <a:pt x="26152" y="487558"/>
                </a:cubicBezTo>
                <a:cubicBezTo>
                  <a:pt x="26792" y="489295"/>
                  <a:pt x="27158" y="491033"/>
                  <a:pt x="27158" y="492770"/>
                </a:cubicBezTo>
              </a:path>
              <a:path w="3103565" h="808604">
                <a:moveTo>
                  <a:pt x="290505" y="503834"/>
                </a:moveTo>
                <a:cubicBezTo>
                  <a:pt x="290505" y="505663"/>
                  <a:pt x="290139" y="507401"/>
                  <a:pt x="289499" y="509046"/>
                </a:cubicBezTo>
                <a:cubicBezTo>
                  <a:pt x="288768" y="510692"/>
                  <a:pt x="287853" y="512155"/>
                  <a:pt x="286573" y="513436"/>
                </a:cubicBezTo>
                <a:cubicBezTo>
                  <a:pt x="285293" y="514716"/>
                  <a:pt x="283830" y="515630"/>
                  <a:pt x="282092" y="516362"/>
                </a:cubicBezTo>
                <a:cubicBezTo>
                  <a:pt x="280446" y="517093"/>
                  <a:pt x="278709" y="517368"/>
                  <a:pt x="276972" y="517368"/>
                </a:cubicBezTo>
                <a:cubicBezTo>
                  <a:pt x="275143" y="517368"/>
                  <a:pt x="273406" y="517093"/>
                  <a:pt x="271760" y="516362"/>
                </a:cubicBezTo>
                <a:cubicBezTo>
                  <a:pt x="270022" y="515630"/>
                  <a:pt x="268559" y="514716"/>
                  <a:pt x="267279" y="513436"/>
                </a:cubicBezTo>
                <a:cubicBezTo>
                  <a:pt x="266090" y="512155"/>
                  <a:pt x="265085" y="510692"/>
                  <a:pt x="264353" y="509046"/>
                </a:cubicBezTo>
                <a:cubicBezTo>
                  <a:pt x="263713" y="507401"/>
                  <a:pt x="263347" y="505663"/>
                  <a:pt x="263347" y="503834"/>
                </a:cubicBezTo>
                <a:cubicBezTo>
                  <a:pt x="263347" y="502006"/>
                  <a:pt x="263713" y="500268"/>
                  <a:pt x="264353" y="498622"/>
                </a:cubicBezTo>
                <a:cubicBezTo>
                  <a:pt x="265085" y="496976"/>
                  <a:pt x="266090" y="495513"/>
                  <a:pt x="267279" y="494233"/>
                </a:cubicBezTo>
                <a:cubicBezTo>
                  <a:pt x="268559" y="492953"/>
                  <a:pt x="270022" y="492039"/>
                  <a:pt x="271760" y="491307"/>
                </a:cubicBezTo>
                <a:cubicBezTo>
                  <a:pt x="273406" y="490667"/>
                  <a:pt x="275143" y="490301"/>
                  <a:pt x="276972" y="490301"/>
                </a:cubicBezTo>
                <a:cubicBezTo>
                  <a:pt x="278709" y="490301"/>
                  <a:pt x="280446" y="490667"/>
                  <a:pt x="282092" y="491307"/>
                </a:cubicBezTo>
                <a:cubicBezTo>
                  <a:pt x="283830" y="492039"/>
                  <a:pt x="285293" y="492953"/>
                  <a:pt x="286573" y="494233"/>
                </a:cubicBezTo>
                <a:cubicBezTo>
                  <a:pt x="287853" y="495513"/>
                  <a:pt x="288768" y="496976"/>
                  <a:pt x="289499" y="498622"/>
                </a:cubicBezTo>
                <a:cubicBezTo>
                  <a:pt x="290139" y="500268"/>
                  <a:pt x="290505" y="502006"/>
                  <a:pt x="290505" y="503834"/>
                </a:cubicBezTo>
              </a:path>
              <a:path w="3103565" h="808604">
                <a:moveTo>
                  <a:pt x="536021" y="533918"/>
                </a:moveTo>
                <a:cubicBezTo>
                  <a:pt x="536021" y="535747"/>
                  <a:pt x="535656" y="537484"/>
                  <a:pt x="535015" y="539130"/>
                </a:cubicBezTo>
                <a:cubicBezTo>
                  <a:pt x="534284" y="540776"/>
                  <a:pt x="533370" y="542239"/>
                  <a:pt x="532089" y="543519"/>
                </a:cubicBezTo>
                <a:cubicBezTo>
                  <a:pt x="530809" y="544800"/>
                  <a:pt x="529346" y="545714"/>
                  <a:pt x="527700" y="546445"/>
                </a:cubicBezTo>
                <a:cubicBezTo>
                  <a:pt x="525963" y="547086"/>
                  <a:pt x="524226" y="547451"/>
                  <a:pt x="522488" y="547451"/>
                </a:cubicBezTo>
                <a:cubicBezTo>
                  <a:pt x="520659" y="547451"/>
                  <a:pt x="518922" y="547086"/>
                  <a:pt x="517276" y="546445"/>
                </a:cubicBezTo>
                <a:cubicBezTo>
                  <a:pt x="515630" y="545714"/>
                  <a:pt x="514167" y="544800"/>
                  <a:pt x="512887" y="543519"/>
                </a:cubicBezTo>
                <a:cubicBezTo>
                  <a:pt x="511607" y="542239"/>
                  <a:pt x="510601" y="540776"/>
                  <a:pt x="509869" y="539130"/>
                </a:cubicBezTo>
                <a:cubicBezTo>
                  <a:pt x="509229" y="537484"/>
                  <a:pt x="508864" y="535747"/>
                  <a:pt x="508864" y="533918"/>
                </a:cubicBezTo>
                <a:cubicBezTo>
                  <a:pt x="508864" y="532089"/>
                  <a:pt x="509229" y="530352"/>
                  <a:pt x="509869" y="528706"/>
                </a:cubicBezTo>
                <a:cubicBezTo>
                  <a:pt x="510601" y="527060"/>
                  <a:pt x="511607" y="525597"/>
                  <a:pt x="512887" y="524317"/>
                </a:cubicBezTo>
                <a:cubicBezTo>
                  <a:pt x="514167" y="523037"/>
                  <a:pt x="515630" y="522122"/>
                  <a:pt x="517276" y="521391"/>
                </a:cubicBezTo>
                <a:cubicBezTo>
                  <a:pt x="518922" y="520659"/>
                  <a:pt x="520659" y="520385"/>
                  <a:pt x="522488" y="520385"/>
                </a:cubicBezTo>
                <a:cubicBezTo>
                  <a:pt x="524226" y="520385"/>
                  <a:pt x="525963" y="520659"/>
                  <a:pt x="527700" y="521391"/>
                </a:cubicBezTo>
                <a:cubicBezTo>
                  <a:pt x="529346" y="522122"/>
                  <a:pt x="530809" y="523037"/>
                  <a:pt x="532089" y="524317"/>
                </a:cubicBezTo>
                <a:cubicBezTo>
                  <a:pt x="533370" y="525597"/>
                  <a:pt x="534284" y="527060"/>
                  <a:pt x="535015" y="528706"/>
                </a:cubicBezTo>
                <a:cubicBezTo>
                  <a:pt x="535656" y="530352"/>
                  <a:pt x="536021" y="532089"/>
                  <a:pt x="536021" y="533918"/>
                </a:cubicBezTo>
              </a:path>
              <a:path w="3103565" h="808604">
                <a:moveTo>
                  <a:pt x="747613" y="501366"/>
                </a:moveTo>
                <a:cubicBezTo>
                  <a:pt x="747613" y="503103"/>
                  <a:pt x="747339" y="504840"/>
                  <a:pt x="746608" y="506486"/>
                </a:cubicBezTo>
                <a:cubicBezTo>
                  <a:pt x="745968" y="508132"/>
                  <a:pt x="744962" y="509687"/>
                  <a:pt x="743682" y="510875"/>
                </a:cubicBezTo>
                <a:cubicBezTo>
                  <a:pt x="742401" y="512155"/>
                  <a:pt x="740938" y="513161"/>
                  <a:pt x="739292" y="513893"/>
                </a:cubicBezTo>
                <a:cubicBezTo>
                  <a:pt x="737555" y="514533"/>
                  <a:pt x="735909" y="514899"/>
                  <a:pt x="734080" y="514899"/>
                </a:cubicBezTo>
                <a:cubicBezTo>
                  <a:pt x="732252" y="514899"/>
                  <a:pt x="730514" y="514533"/>
                  <a:pt x="728868" y="513893"/>
                </a:cubicBezTo>
                <a:cubicBezTo>
                  <a:pt x="727222" y="513161"/>
                  <a:pt x="725759" y="512155"/>
                  <a:pt x="724479" y="510875"/>
                </a:cubicBezTo>
                <a:cubicBezTo>
                  <a:pt x="723199" y="509687"/>
                  <a:pt x="722193" y="508132"/>
                  <a:pt x="721553" y="506486"/>
                </a:cubicBezTo>
                <a:cubicBezTo>
                  <a:pt x="720822" y="504840"/>
                  <a:pt x="720456" y="503103"/>
                  <a:pt x="720456" y="501366"/>
                </a:cubicBezTo>
                <a:cubicBezTo>
                  <a:pt x="720456" y="499537"/>
                  <a:pt x="720822" y="497799"/>
                  <a:pt x="721553" y="496153"/>
                </a:cubicBezTo>
                <a:cubicBezTo>
                  <a:pt x="722193" y="494508"/>
                  <a:pt x="723199" y="493044"/>
                  <a:pt x="724479" y="491764"/>
                </a:cubicBezTo>
                <a:cubicBezTo>
                  <a:pt x="725759" y="490484"/>
                  <a:pt x="727222" y="489478"/>
                  <a:pt x="728868" y="488838"/>
                </a:cubicBezTo>
                <a:cubicBezTo>
                  <a:pt x="730514" y="488107"/>
                  <a:pt x="732252" y="487741"/>
                  <a:pt x="734080" y="487741"/>
                </a:cubicBezTo>
                <a:cubicBezTo>
                  <a:pt x="735909" y="487741"/>
                  <a:pt x="737555" y="488107"/>
                  <a:pt x="739292" y="488838"/>
                </a:cubicBezTo>
                <a:cubicBezTo>
                  <a:pt x="740938" y="489478"/>
                  <a:pt x="742401" y="490484"/>
                  <a:pt x="743682" y="491764"/>
                </a:cubicBezTo>
                <a:cubicBezTo>
                  <a:pt x="744962" y="493044"/>
                  <a:pt x="745968" y="494508"/>
                  <a:pt x="746608" y="496153"/>
                </a:cubicBezTo>
                <a:cubicBezTo>
                  <a:pt x="747339" y="497799"/>
                  <a:pt x="747613" y="499537"/>
                  <a:pt x="747613" y="501366"/>
                </a:cubicBezTo>
              </a:path>
              <a:path w="3103565" h="808604">
                <a:moveTo>
                  <a:pt x="966887" y="517368"/>
                </a:moveTo>
                <a:cubicBezTo>
                  <a:pt x="966887" y="519105"/>
                  <a:pt x="966521" y="520842"/>
                  <a:pt x="965789" y="522488"/>
                </a:cubicBezTo>
                <a:cubicBezTo>
                  <a:pt x="965149" y="524226"/>
                  <a:pt x="964143" y="525689"/>
                  <a:pt x="962863" y="526969"/>
                </a:cubicBezTo>
                <a:cubicBezTo>
                  <a:pt x="961583" y="528157"/>
                  <a:pt x="960120" y="529163"/>
                  <a:pt x="958474" y="529895"/>
                </a:cubicBezTo>
                <a:cubicBezTo>
                  <a:pt x="956828" y="530535"/>
                  <a:pt x="955091" y="530901"/>
                  <a:pt x="953262" y="530901"/>
                </a:cubicBezTo>
                <a:cubicBezTo>
                  <a:pt x="951433" y="530901"/>
                  <a:pt x="949696" y="530535"/>
                  <a:pt x="948050" y="529895"/>
                </a:cubicBezTo>
                <a:cubicBezTo>
                  <a:pt x="946404" y="529163"/>
                  <a:pt x="944941" y="528157"/>
                  <a:pt x="943661" y="526969"/>
                </a:cubicBezTo>
                <a:cubicBezTo>
                  <a:pt x="942381" y="525689"/>
                  <a:pt x="941375" y="524226"/>
                  <a:pt x="940735" y="522488"/>
                </a:cubicBezTo>
                <a:cubicBezTo>
                  <a:pt x="940003" y="520842"/>
                  <a:pt x="939729" y="519105"/>
                  <a:pt x="939729" y="517368"/>
                </a:cubicBezTo>
                <a:cubicBezTo>
                  <a:pt x="939729" y="515539"/>
                  <a:pt x="940003" y="513801"/>
                  <a:pt x="940735" y="512155"/>
                </a:cubicBezTo>
                <a:cubicBezTo>
                  <a:pt x="941375" y="510510"/>
                  <a:pt x="942381" y="509046"/>
                  <a:pt x="943661" y="507766"/>
                </a:cubicBezTo>
                <a:cubicBezTo>
                  <a:pt x="944941" y="506486"/>
                  <a:pt x="946404" y="505480"/>
                  <a:pt x="948050" y="504840"/>
                </a:cubicBezTo>
                <a:cubicBezTo>
                  <a:pt x="949696" y="504109"/>
                  <a:pt x="951433" y="503743"/>
                  <a:pt x="953262" y="503743"/>
                </a:cubicBezTo>
                <a:cubicBezTo>
                  <a:pt x="955091" y="503743"/>
                  <a:pt x="956828" y="504109"/>
                  <a:pt x="958474" y="504840"/>
                </a:cubicBezTo>
                <a:cubicBezTo>
                  <a:pt x="960120" y="505480"/>
                  <a:pt x="961583" y="506486"/>
                  <a:pt x="962863" y="507766"/>
                </a:cubicBezTo>
                <a:cubicBezTo>
                  <a:pt x="964143" y="509046"/>
                  <a:pt x="965149" y="510510"/>
                  <a:pt x="965789" y="512155"/>
                </a:cubicBezTo>
                <a:cubicBezTo>
                  <a:pt x="966521" y="513801"/>
                  <a:pt x="966887" y="515539"/>
                  <a:pt x="966887" y="517368"/>
                </a:cubicBezTo>
              </a:path>
              <a:path w="3103565" h="808604">
                <a:moveTo>
                  <a:pt x="1229685" y="460675"/>
                </a:moveTo>
                <a:cubicBezTo>
                  <a:pt x="1229685" y="462412"/>
                  <a:pt x="1229319" y="464149"/>
                  <a:pt x="1228679" y="465887"/>
                </a:cubicBezTo>
                <a:cubicBezTo>
                  <a:pt x="1227948" y="467533"/>
                  <a:pt x="1227033" y="468996"/>
                  <a:pt x="1225753" y="470276"/>
                </a:cubicBezTo>
                <a:cubicBezTo>
                  <a:pt x="1224473" y="471556"/>
                  <a:pt x="1223010" y="472470"/>
                  <a:pt x="1221273" y="473202"/>
                </a:cubicBezTo>
                <a:cubicBezTo>
                  <a:pt x="1219627" y="473842"/>
                  <a:pt x="1217889" y="474208"/>
                  <a:pt x="1216152" y="474208"/>
                </a:cubicBezTo>
                <a:cubicBezTo>
                  <a:pt x="1214323" y="474208"/>
                  <a:pt x="1212586" y="473842"/>
                  <a:pt x="1210940" y="473202"/>
                </a:cubicBezTo>
                <a:cubicBezTo>
                  <a:pt x="1209203" y="472470"/>
                  <a:pt x="1207740" y="471556"/>
                  <a:pt x="1206459" y="470276"/>
                </a:cubicBezTo>
                <a:cubicBezTo>
                  <a:pt x="1205271" y="468996"/>
                  <a:pt x="1204265" y="467533"/>
                  <a:pt x="1203533" y="465887"/>
                </a:cubicBezTo>
                <a:cubicBezTo>
                  <a:pt x="1202893" y="464149"/>
                  <a:pt x="1202527" y="462412"/>
                  <a:pt x="1202527" y="460675"/>
                </a:cubicBezTo>
                <a:cubicBezTo>
                  <a:pt x="1202527" y="458846"/>
                  <a:pt x="1202893" y="457109"/>
                  <a:pt x="1203533" y="455463"/>
                </a:cubicBezTo>
                <a:cubicBezTo>
                  <a:pt x="1204265" y="453817"/>
                  <a:pt x="1205271" y="452354"/>
                  <a:pt x="1206459" y="451074"/>
                </a:cubicBezTo>
                <a:cubicBezTo>
                  <a:pt x="1207740" y="449793"/>
                  <a:pt x="1209203" y="448788"/>
                  <a:pt x="1210940" y="448147"/>
                </a:cubicBezTo>
                <a:cubicBezTo>
                  <a:pt x="1212586" y="447416"/>
                  <a:pt x="1214323" y="447142"/>
                  <a:pt x="1216152" y="447142"/>
                </a:cubicBezTo>
                <a:cubicBezTo>
                  <a:pt x="1217889" y="447142"/>
                  <a:pt x="1219627" y="447416"/>
                  <a:pt x="1221273" y="448147"/>
                </a:cubicBezTo>
                <a:cubicBezTo>
                  <a:pt x="1223010" y="448788"/>
                  <a:pt x="1224473" y="449793"/>
                  <a:pt x="1225753" y="451074"/>
                </a:cubicBezTo>
                <a:cubicBezTo>
                  <a:pt x="1227033" y="452354"/>
                  <a:pt x="1227948" y="453817"/>
                  <a:pt x="1228679" y="455463"/>
                </a:cubicBezTo>
                <a:cubicBezTo>
                  <a:pt x="1229319" y="457109"/>
                  <a:pt x="1229685" y="458846"/>
                  <a:pt x="1229685" y="460675"/>
                </a:cubicBezTo>
              </a:path>
              <a:path w="3103565" h="808604">
                <a:moveTo>
                  <a:pt x="1419697" y="493227"/>
                </a:moveTo>
                <a:cubicBezTo>
                  <a:pt x="1419697" y="495056"/>
                  <a:pt x="1419332" y="496794"/>
                  <a:pt x="1418692" y="498439"/>
                </a:cubicBezTo>
                <a:cubicBezTo>
                  <a:pt x="1417960" y="500085"/>
                  <a:pt x="1417046" y="501548"/>
                  <a:pt x="1415766" y="502829"/>
                </a:cubicBezTo>
                <a:cubicBezTo>
                  <a:pt x="1414485" y="504109"/>
                  <a:pt x="1413022" y="505115"/>
                  <a:pt x="1411376" y="505755"/>
                </a:cubicBezTo>
                <a:cubicBezTo>
                  <a:pt x="1409639" y="506486"/>
                  <a:pt x="1407902" y="506760"/>
                  <a:pt x="1406164" y="506760"/>
                </a:cubicBezTo>
                <a:cubicBezTo>
                  <a:pt x="1404336" y="506760"/>
                  <a:pt x="1402598" y="506486"/>
                  <a:pt x="1400952" y="505755"/>
                </a:cubicBezTo>
                <a:cubicBezTo>
                  <a:pt x="1399306" y="505115"/>
                  <a:pt x="1397843" y="504109"/>
                  <a:pt x="1396563" y="502829"/>
                </a:cubicBezTo>
                <a:cubicBezTo>
                  <a:pt x="1395283" y="501548"/>
                  <a:pt x="1394277" y="500085"/>
                  <a:pt x="1393546" y="498439"/>
                </a:cubicBezTo>
                <a:cubicBezTo>
                  <a:pt x="1392906" y="496794"/>
                  <a:pt x="1392540" y="495056"/>
                  <a:pt x="1392540" y="493227"/>
                </a:cubicBezTo>
                <a:cubicBezTo>
                  <a:pt x="1392540" y="491490"/>
                  <a:pt x="1392906" y="489753"/>
                  <a:pt x="1393546" y="488015"/>
                </a:cubicBezTo>
                <a:cubicBezTo>
                  <a:pt x="1394277" y="486369"/>
                  <a:pt x="1395283" y="484906"/>
                  <a:pt x="1396563" y="483626"/>
                </a:cubicBezTo>
                <a:cubicBezTo>
                  <a:pt x="1397843" y="482346"/>
                  <a:pt x="1399306" y="481432"/>
                  <a:pt x="1400952" y="480700"/>
                </a:cubicBezTo>
                <a:cubicBezTo>
                  <a:pt x="1402598" y="480060"/>
                  <a:pt x="1404336" y="479694"/>
                  <a:pt x="1406164" y="479694"/>
                </a:cubicBezTo>
                <a:cubicBezTo>
                  <a:pt x="1407902" y="479694"/>
                  <a:pt x="1409639" y="480060"/>
                  <a:pt x="1411376" y="480700"/>
                </a:cubicBezTo>
                <a:cubicBezTo>
                  <a:pt x="1413022" y="481432"/>
                  <a:pt x="1414485" y="482346"/>
                  <a:pt x="1415766" y="483626"/>
                </a:cubicBezTo>
                <a:cubicBezTo>
                  <a:pt x="1417046" y="484906"/>
                  <a:pt x="1417960" y="486369"/>
                  <a:pt x="1418692" y="488015"/>
                </a:cubicBezTo>
                <a:cubicBezTo>
                  <a:pt x="1419332" y="489753"/>
                  <a:pt x="1419697" y="491490"/>
                  <a:pt x="1419697" y="493227"/>
                </a:cubicBezTo>
              </a:path>
              <a:path w="3103565" h="808604">
                <a:moveTo>
                  <a:pt x="1604223" y="488930"/>
                </a:moveTo>
                <a:cubicBezTo>
                  <a:pt x="1604223" y="490758"/>
                  <a:pt x="1603949" y="492496"/>
                  <a:pt x="1603218" y="494142"/>
                </a:cubicBezTo>
                <a:cubicBezTo>
                  <a:pt x="1602486" y="495788"/>
                  <a:pt x="1601572" y="497251"/>
                  <a:pt x="1600291" y="498531"/>
                </a:cubicBezTo>
                <a:cubicBezTo>
                  <a:pt x="1599011" y="499811"/>
                  <a:pt x="1597548" y="500725"/>
                  <a:pt x="1595902" y="501457"/>
                </a:cubicBezTo>
                <a:cubicBezTo>
                  <a:pt x="1594165" y="502097"/>
                  <a:pt x="1592428" y="502463"/>
                  <a:pt x="1590690" y="502463"/>
                </a:cubicBezTo>
                <a:cubicBezTo>
                  <a:pt x="1588861" y="502463"/>
                  <a:pt x="1587124" y="502097"/>
                  <a:pt x="1585478" y="501457"/>
                </a:cubicBezTo>
                <a:cubicBezTo>
                  <a:pt x="1583832" y="500725"/>
                  <a:pt x="1582369" y="499811"/>
                  <a:pt x="1581089" y="498531"/>
                </a:cubicBezTo>
                <a:cubicBezTo>
                  <a:pt x="1579809" y="497251"/>
                  <a:pt x="1578803" y="495788"/>
                  <a:pt x="1578072" y="494142"/>
                </a:cubicBezTo>
                <a:cubicBezTo>
                  <a:pt x="1577431" y="492496"/>
                  <a:pt x="1577066" y="490758"/>
                  <a:pt x="1577066" y="488930"/>
                </a:cubicBezTo>
                <a:cubicBezTo>
                  <a:pt x="1577066" y="487101"/>
                  <a:pt x="1577431" y="485364"/>
                  <a:pt x="1578072" y="483718"/>
                </a:cubicBezTo>
                <a:cubicBezTo>
                  <a:pt x="1578803" y="482072"/>
                  <a:pt x="1579809" y="480609"/>
                  <a:pt x="1581089" y="479328"/>
                </a:cubicBezTo>
                <a:cubicBezTo>
                  <a:pt x="1582369" y="478048"/>
                  <a:pt x="1583832" y="477042"/>
                  <a:pt x="1585478" y="476402"/>
                </a:cubicBezTo>
                <a:cubicBezTo>
                  <a:pt x="1587124" y="475671"/>
                  <a:pt x="1588861" y="475397"/>
                  <a:pt x="1590690" y="475397"/>
                </a:cubicBezTo>
                <a:cubicBezTo>
                  <a:pt x="1592428" y="475397"/>
                  <a:pt x="1594165" y="475671"/>
                  <a:pt x="1595902" y="476402"/>
                </a:cubicBezTo>
                <a:cubicBezTo>
                  <a:pt x="1597548" y="477042"/>
                  <a:pt x="1599011" y="478048"/>
                  <a:pt x="1600291" y="479328"/>
                </a:cubicBezTo>
                <a:cubicBezTo>
                  <a:pt x="1601572" y="480609"/>
                  <a:pt x="1602486" y="482072"/>
                  <a:pt x="1603218" y="483718"/>
                </a:cubicBezTo>
                <a:cubicBezTo>
                  <a:pt x="1603949" y="485364"/>
                  <a:pt x="1604223" y="487101"/>
                  <a:pt x="1604223" y="488930"/>
                </a:cubicBezTo>
              </a:path>
              <a:path w="3103565" h="808604">
                <a:moveTo>
                  <a:pt x="1905061" y="455005"/>
                </a:moveTo>
                <a:cubicBezTo>
                  <a:pt x="1905061" y="456834"/>
                  <a:pt x="1904695" y="458572"/>
                  <a:pt x="1903964" y="460218"/>
                </a:cubicBezTo>
                <a:cubicBezTo>
                  <a:pt x="1903324" y="461863"/>
                  <a:pt x="1902318" y="463326"/>
                  <a:pt x="1901038" y="464607"/>
                </a:cubicBezTo>
                <a:cubicBezTo>
                  <a:pt x="1899757" y="465887"/>
                  <a:pt x="1898294" y="466893"/>
                  <a:pt x="1896648" y="467533"/>
                </a:cubicBezTo>
                <a:cubicBezTo>
                  <a:pt x="1895003" y="468264"/>
                  <a:pt x="1893265" y="468630"/>
                  <a:pt x="1891436" y="468630"/>
                </a:cubicBezTo>
                <a:cubicBezTo>
                  <a:pt x="1889608" y="468630"/>
                  <a:pt x="1887870" y="468264"/>
                  <a:pt x="1886224" y="467533"/>
                </a:cubicBezTo>
                <a:cubicBezTo>
                  <a:pt x="1884578" y="466893"/>
                  <a:pt x="1883115" y="465887"/>
                  <a:pt x="1881835" y="464607"/>
                </a:cubicBezTo>
                <a:cubicBezTo>
                  <a:pt x="1880555" y="463326"/>
                  <a:pt x="1879549" y="461863"/>
                  <a:pt x="1878909" y="460218"/>
                </a:cubicBezTo>
                <a:cubicBezTo>
                  <a:pt x="1878178" y="458572"/>
                  <a:pt x="1877903" y="456834"/>
                  <a:pt x="1877903" y="455005"/>
                </a:cubicBezTo>
                <a:cubicBezTo>
                  <a:pt x="1877903" y="453268"/>
                  <a:pt x="1878178" y="451531"/>
                  <a:pt x="1878909" y="449885"/>
                </a:cubicBezTo>
                <a:cubicBezTo>
                  <a:pt x="1879549" y="448147"/>
                  <a:pt x="1880555" y="446684"/>
                  <a:pt x="1881835" y="445404"/>
                </a:cubicBezTo>
                <a:cubicBezTo>
                  <a:pt x="1883115" y="444216"/>
                  <a:pt x="1884578" y="443210"/>
                  <a:pt x="1886224" y="442478"/>
                </a:cubicBezTo>
                <a:cubicBezTo>
                  <a:pt x="1887870" y="441838"/>
                  <a:pt x="1889608" y="441472"/>
                  <a:pt x="1891436" y="441472"/>
                </a:cubicBezTo>
                <a:cubicBezTo>
                  <a:pt x="1893265" y="441472"/>
                  <a:pt x="1895003" y="441838"/>
                  <a:pt x="1896648" y="442478"/>
                </a:cubicBezTo>
                <a:cubicBezTo>
                  <a:pt x="1898294" y="443210"/>
                  <a:pt x="1899757" y="444216"/>
                  <a:pt x="1901038" y="445404"/>
                </a:cubicBezTo>
                <a:cubicBezTo>
                  <a:pt x="1902318" y="446684"/>
                  <a:pt x="1903324" y="448147"/>
                  <a:pt x="1903964" y="449885"/>
                </a:cubicBezTo>
                <a:cubicBezTo>
                  <a:pt x="1904695" y="451531"/>
                  <a:pt x="1905061" y="453268"/>
                  <a:pt x="1905061" y="455005"/>
                </a:cubicBezTo>
              </a:path>
              <a:path w="3103565" h="808604">
                <a:moveTo>
                  <a:pt x="2157984" y="537301"/>
                </a:moveTo>
                <a:cubicBezTo>
                  <a:pt x="2157984" y="539039"/>
                  <a:pt x="2157618" y="540776"/>
                  <a:pt x="2156887" y="542422"/>
                </a:cubicBezTo>
                <a:cubicBezTo>
                  <a:pt x="2156247" y="544159"/>
                  <a:pt x="2155241" y="545622"/>
                  <a:pt x="2153961" y="546903"/>
                </a:cubicBezTo>
                <a:cubicBezTo>
                  <a:pt x="2152680" y="548091"/>
                  <a:pt x="2151217" y="549097"/>
                  <a:pt x="2149572" y="549829"/>
                </a:cubicBezTo>
                <a:cubicBezTo>
                  <a:pt x="2147926" y="550469"/>
                  <a:pt x="2146188" y="550835"/>
                  <a:pt x="2144359" y="550835"/>
                </a:cubicBezTo>
                <a:cubicBezTo>
                  <a:pt x="2142531" y="550835"/>
                  <a:pt x="2140793" y="550469"/>
                  <a:pt x="2139147" y="549829"/>
                </a:cubicBezTo>
                <a:cubicBezTo>
                  <a:pt x="2137501" y="549097"/>
                  <a:pt x="2136038" y="548091"/>
                  <a:pt x="2134758" y="546903"/>
                </a:cubicBezTo>
                <a:cubicBezTo>
                  <a:pt x="2133478" y="545622"/>
                  <a:pt x="2132472" y="544159"/>
                  <a:pt x="2131832" y="542422"/>
                </a:cubicBezTo>
                <a:cubicBezTo>
                  <a:pt x="2131101" y="540776"/>
                  <a:pt x="2130826" y="539039"/>
                  <a:pt x="2130826" y="537301"/>
                </a:cubicBezTo>
                <a:cubicBezTo>
                  <a:pt x="2130826" y="535473"/>
                  <a:pt x="2131101" y="533735"/>
                  <a:pt x="2131832" y="532089"/>
                </a:cubicBezTo>
                <a:cubicBezTo>
                  <a:pt x="2132472" y="530443"/>
                  <a:pt x="2133478" y="528980"/>
                  <a:pt x="2134758" y="527700"/>
                </a:cubicBezTo>
                <a:cubicBezTo>
                  <a:pt x="2136038" y="526420"/>
                  <a:pt x="2137501" y="525414"/>
                  <a:pt x="2139147" y="524774"/>
                </a:cubicBezTo>
                <a:cubicBezTo>
                  <a:pt x="2140793" y="524043"/>
                  <a:pt x="2142531" y="523677"/>
                  <a:pt x="2144359" y="523677"/>
                </a:cubicBezTo>
                <a:cubicBezTo>
                  <a:pt x="2146188" y="523677"/>
                  <a:pt x="2147926" y="524043"/>
                  <a:pt x="2149572" y="524774"/>
                </a:cubicBezTo>
                <a:cubicBezTo>
                  <a:pt x="2151217" y="525414"/>
                  <a:pt x="2152680" y="526420"/>
                  <a:pt x="2153961" y="527700"/>
                </a:cubicBezTo>
                <a:cubicBezTo>
                  <a:pt x="2155241" y="528980"/>
                  <a:pt x="2156247" y="530443"/>
                  <a:pt x="2156887" y="532089"/>
                </a:cubicBezTo>
                <a:cubicBezTo>
                  <a:pt x="2157618" y="533735"/>
                  <a:pt x="2157984" y="535473"/>
                  <a:pt x="2157984" y="537301"/>
                </a:cubicBezTo>
              </a:path>
              <a:path w="3103565" h="808604">
                <a:moveTo>
                  <a:pt x="2339858" y="492770"/>
                </a:moveTo>
                <a:cubicBezTo>
                  <a:pt x="2339858" y="494508"/>
                  <a:pt x="2339492" y="496245"/>
                  <a:pt x="2338852" y="497891"/>
                </a:cubicBezTo>
                <a:cubicBezTo>
                  <a:pt x="2338121" y="499628"/>
                  <a:pt x="2337206" y="501091"/>
                  <a:pt x="2335926" y="502371"/>
                </a:cubicBezTo>
                <a:cubicBezTo>
                  <a:pt x="2334646" y="503560"/>
                  <a:pt x="2333183" y="504566"/>
                  <a:pt x="2331537" y="505297"/>
                </a:cubicBezTo>
                <a:cubicBezTo>
                  <a:pt x="2329800" y="505938"/>
                  <a:pt x="2328062" y="506303"/>
                  <a:pt x="2326325" y="506303"/>
                </a:cubicBezTo>
                <a:cubicBezTo>
                  <a:pt x="2324496" y="506303"/>
                  <a:pt x="2322759" y="505938"/>
                  <a:pt x="2321113" y="505297"/>
                </a:cubicBezTo>
                <a:cubicBezTo>
                  <a:pt x="2319467" y="504566"/>
                  <a:pt x="2318004" y="503560"/>
                  <a:pt x="2316724" y="502371"/>
                </a:cubicBezTo>
                <a:cubicBezTo>
                  <a:pt x="2315444" y="501091"/>
                  <a:pt x="2314438" y="499628"/>
                  <a:pt x="2313706" y="497891"/>
                </a:cubicBezTo>
                <a:cubicBezTo>
                  <a:pt x="2313066" y="496245"/>
                  <a:pt x="2312700" y="494508"/>
                  <a:pt x="2312700" y="492770"/>
                </a:cubicBezTo>
                <a:cubicBezTo>
                  <a:pt x="2312700" y="490941"/>
                  <a:pt x="2313066" y="489204"/>
                  <a:pt x="2313706" y="487558"/>
                </a:cubicBezTo>
                <a:cubicBezTo>
                  <a:pt x="2314438" y="485912"/>
                  <a:pt x="2315444" y="484449"/>
                  <a:pt x="2316724" y="483169"/>
                </a:cubicBezTo>
                <a:cubicBezTo>
                  <a:pt x="2318004" y="481889"/>
                  <a:pt x="2319467" y="480883"/>
                  <a:pt x="2321113" y="480243"/>
                </a:cubicBezTo>
                <a:cubicBezTo>
                  <a:pt x="2322759" y="479511"/>
                  <a:pt x="2324496" y="479146"/>
                  <a:pt x="2326325" y="479146"/>
                </a:cubicBezTo>
                <a:cubicBezTo>
                  <a:pt x="2328062" y="479146"/>
                  <a:pt x="2329800" y="479511"/>
                  <a:pt x="2331537" y="480243"/>
                </a:cubicBezTo>
                <a:cubicBezTo>
                  <a:pt x="2333183" y="480883"/>
                  <a:pt x="2334646" y="481889"/>
                  <a:pt x="2335926" y="483169"/>
                </a:cubicBezTo>
                <a:cubicBezTo>
                  <a:pt x="2337206" y="484449"/>
                  <a:pt x="2338121" y="485912"/>
                  <a:pt x="2338852" y="487558"/>
                </a:cubicBezTo>
                <a:cubicBezTo>
                  <a:pt x="2339492" y="489204"/>
                  <a:pt x="2339858" y="490941"/>
                  <a:pt x="2339858" y="492770"/>
                </a:cubicBezTo>
              </a:path>
              <a:path w="3103565" h="808604">
                <a:moveTo>
                  <a:pt x="2530236" y="516727"/>
                </a:moveTo>
                <a:cubicBezTo>
                  <a:pt x="2530236" y="518556"/>
                  <a:pt x="2529870" y="520294"/>
                  <a:pt x="2529139" y="521940"/>
                </a:cubicBezTo>
                <a:cubicBezTo>
                  <a:pt x="2528499" y="523585"/>
                  <a:pt x="2527493" y="525048"/>
                  <a:pt x="2526213" y="526329"/>
                </a:cubicBezTo>
                <a:cubicBezTo>
                  <a:pt x="2524933" y="527609"/>
                  <a:pt x="2523470" y="528615"/>
                  <a:pt x="2521824" y="529255"/>
                </a:cubicBezTo>
                <a:cubicBezTo>
                  <a:pt x="2520178" y="529986"/>
                  <a:pt x="2518440" y="530261"/>
                  <a:pt x="2516612" y="530261"/>
                </a:cubicBezTo>
                <a:cubicBezTo>
                  <a:pt x="2514783" y="530261"/>
                  <a:pt x="2513046" y="529986"/>
                  <a:pt x="2511400" y="529255"/>
                </a:cubicBezTo>
                <a:cubicBezTo>
                  <a:pt x="2509754" y="528615"/>
                  <a:pt x="2508291" y="527609"/>
                  <a:pt x="2507010" y="526329"/>
                </a:cubicBezTo>
                <a:cubicBezTo>
                  <a:pt x="2505730" y="525048"/>
                  <a:pt x="2504724" y="523585"/>
                  <a:pt x="2504084" y="521940"/>
                </a:cubicBezTo>
                <a:cubicBezTo>
                  <a:pt x="2503353" y="520294"/>
                  <a:pt x="2502987" y="518556"/>
                  <a:pt x="2502987" y="516727"/>
                </a:cubicBezTo>
                <a:cubicBezTo>
                  <a:pt x="2502987" y="514899"/>
                  <a:pt x="2503353" y="513253"/>
                  <a:pt x="2504084" y="511515"/>
                </a:cubicBezTo>
                <a:cubicBezTo>
                  <a:pt x="2504724" y="509869"/>
                  <a:pt x="2505730" y="508406"/>
                  <a:pt x="2507010" y="507126"/>
                </a:cubicBezTo>
                <a:cubicBezTo>
                  <a:pt x="2508291" y="505846"/>
                  <a:pt x="2509754" y="504932"/>
                  <a:pt x="2511400" y="504200"/>
                </a:cubicBezTo>
                <a:cubicBezTo>
                  <a:pt x="2513046" y="503560"/>
                  <a:pt x="2514783" y="503194"/>
                  <a:pt x="2516612" y="503194"/>
                </a:cubicBezTo>
                <a:cubicBezTo>
                  <a:pt x="2518440" y="503194"/>
                  <a:pt x="2520178" y="503560"/>
                  <a:pt x="2521824" y="504200"/>
                </a:cubicBezTo>
                <a:cubicBezTo>
                  <a:pt x="2523470" y="504932"/>
                  <a:pt x="2524933" y="505846"/>
                  <a:pt x="2526213" y="507126"/>
                </a:cubicBezTo>
                <a:cubicBezTo>
                  <a:pt x="2527493" y="508406"/>
                  <a:pt x="2528499" y="509869"/>
                  <a:pt x="2529139" y="511515"/>
                </a:cubicBezTo>
                <a:cubicBezTo>
                  <a:pt x="2529870" y="513253"/>
                  <a:pt x="2530236" y="514899"/>
                  <a:pt x="2530236" y="516727"/>
                </a:cubicBezTo>
              </a:path>
              <a:path w="3103565" h="808604">
                <a:moveTo>
                  <a:pt x="2779685" y="556687"/>
                </a:moveTo>
                <a:cubicBezTo>
                  <a:pt x="2779685" y="558516"/>
                  <a:pt x="2779319" y="560253"/>
                  <a:pt x="2778679" y="561899"/>
                </a:cubicBezTo>
                <a:cubicBezTo>
                  <a:pt x="2777947" y="563545"/>
                  <a:pt x="2777033" y="565008"/>
                  <a:pt x="2775753" y="566288"/>
                </a:cubicBezTo>
                <a:cubicBezTo>
                  <a:pt x="2774472" y="567568"/>
                  <a:pt x="2773009" y="568574"/>
                  <a:pt x="2771272" y="569214"/>
                </a:cubicBezTo>
                <a:cubicBezTo>
                  <a:pt x="2769626" y="569946"/>
                  <a:pt x="2767889" y="570311"/>
                  <a:pt x="2766151" y="570311"/>
                </a:cubicBezTo>
                <a:cubicBezTo>
                  <a:pt x="2764323" y="570311"/>
                  <a:pt x="2762585" y="569946"/>
                  <a:pt x="2760939" y="569214"/>
                </a:cubicBezTo>
                <a:cubicBezTo>
                  <a:pt x="2759293" y="568574"/>
                  <a:pt x="2757739" y="567568"/>
                  <a:pt x="2756550" y="566288"/>
                </a:cubicBezTo>
                <a:cubicBezTo>
                  <a:pt x="2755270" y="565008"/>
                  <a:pt x="2754264" y="563545"/>
                  <a:pt x="2753533" y="561899"/>
                </a:cubicBezTo>
                <a:cubicBezTo>
                  <a:pt x="2752893" y="560253"/>
                  <a:pt x="2752527" y="558516"/>
                  <a:pt x="2752527" y="556687"/>
                </a:cubicBezTo>
                <a:cubicBezTo>
                  <a:pt x="2752527" y="554949"/>
                  <a:pt x="2752893" y="553212"/>
                  <a:pt x="2753533" y="551566"/>
                </a:cubicBezTo>
                <a:cubicBezTo>
                  <a:pt x="2754264" y="549829"/>
                  <a:pt x="2755270" y="548366"/>
                  <a:pt x="2756550" y="547086"/>
                </a:cubicBezTo>
                <a:cubicBezTo>
                  <a:pt x="2757739" y="545897"/>
                  <a:pt x="2759293" y="544891"/>
                  <a:pt x="2760939" y="544159"/>
                </a:cubicBezTo>
                <a:cubicBezTo>
                  <a:pt x="2762585" y="543519"/>
                  <a:pt x="2764323" y="543154"/>
                  <a:pt x="2766151" y="543154"/>
                </a:cubicBezTo>
                <a:cubicBezTo>
                  <a:pt x="2767889" y="543154"/>
                  <a:pt x="2769626" y="543519"/>
                  <a:pt x="2771272" y="544159"/>
                </a:cubicBezTo>
                <a:cubicBezTo>
                  <a:pt x="2773009" y="544891"/>
                  <a:pt x="2774472" y="545897"/>
                  <a:pt x="2775753" y="547086"/>
                </a:cubicBezTo>
                <a:cubicBezTo>
                  <a:pt x="2777033" y="548366"/>
                  <a:pt x="2777947" y="549829"/>
                  <a:pt x="2778679" y="551566"/>
                </a:cubicBezTo>
                <a:cubicBezTo>
                  <a:pt x="2779319" y="553212"/>
                  <a:pt x="2779685" y="554949"/>
                  <a:pt x="2779685" y="556687"/>
                </a:cubicBezTo>
              </a:path>
              <a:path w="3103565" h="808604">
                <a:moveTo>
                  <a:pt x="2999598" y="481157"/>
                </a:moveTo>
                <a:cubicBezTo>
                  <a:pt x="2999598" y="482895"/>
                  <a:pt x="2999232" y="484632"/>
                  <a:pt x="2998592" y="486369"/>
                </a:cubicBezTo>
                <a:cubicBezTo>
                  <a:pt x="2997860" y="488015"/>
                  <a:pt x="2996946" y="489478"/>
                  <a:pt x="2995666" y="490758"/>
                </a:cubicBezTo>
                <a:cubicBezTo>
                  <a:pt x="2994386" y="492039"/>
                  <a:pt x="2992923" y="492953"/>
                  <a:pt x="2991185" y="493685"/>
                </a:cubicBezTo>
                <a:cubicBezTo>
                  <a:pt x="2989539" y="494325"/>
                  <a:pt x="2987802" y="494690"/>
                  <a:pt x="2986065" y="494690"/>
                </a:cubicBezTo>
                <a:cubicBezTo>
                  <a:pt x="2984236" y="494690"/>
                  <a:pt x="2982498" y="494325"/>
                  <a:pt x="2980853" y="493685"/>
                </a:cubicBezTo>
                <a:cubicBezTo>
                  <a:pt x="2979207" y="492953"/>
                  <a:pt x="2977652" y="492039"/>
                  <a:pt x="2976463" y="490758"/>
                </a:cubicBezTo>
                <a:cubicBezTo>
                  <a:pt x="2975183" y="489478"/>
                  <a:pt x="2974177" y="488015"/>
                  <a:pt x="2973446" y="486369"/>
                </a:cubicBezTo>
                <a:cubicBezTo>
                  <a:pt x="2972806" y="484632"/>
                  <a:pt x="2972440" y="482895"/>
                  <a:pt x="2972440" y="481157"/>
                </a:cubicBezTo>
                <a:cubicBezTo>
                  <a:pt x="2972440" y="479328"/>
                  <a:pt x="2972806" y="477591"/>
                  <a:pt x="2973446" y="475945"/>
                </a:cubicBezTo>
                <a:cubicBezTo>
                  <a:pt x="2974177" y="474299"/>
                  <a:pt x="2975183" y="472836"/>
                  <a:pt x="2976463" y="471556"/>
                </a:cubicBezTo>
                <a:cubicBezTo>
                  <a:pt x="2977652" y="470276"/>
                  <a:pt x="2979207" y="469270"/>
                  <a:pt x="2980853" y="468630"/>
                </a:cubicBezTo>
                <a:cubicBezTo>
                  <a:pt x="2982498" y="467898"/>
                  <a:pt x="2984236" y="467624"/>
                  <a:pt x="2986065" y="467624"/>
                </a:cubicBezTo>
                <a:cubicBezTo>
                  <a:pt x="2987802" y="467624"/>
                  <a:pt x="2989539" y="467898"/>
                  <a:pt x="2991185" y="468630"/>
                </a:cubicBezTo>
                <a:cubicBezTo>
                  <a:pt x="2992923" y="469270"/>
                  <a:pt x="2994386" y="470276"/>
                  <a:pt x="2995666" y="471556"/>
                </a:cubicBezTo>
                <a:cubicBezTo>
                  <a:pt x="2996946" y="472836"/>
                  <a:pt x="2997860" y="474299"/>
                  <a:pt x="2998592" y="475945"/>
                </a:cubicBezTo>
                <a:cubicBezTo>
                  <a:pt x="2999232" y="477591"/>
                  <a:pt x="2999598" y="479328"/>
                  <a:pt x="2999598" y="481157"/>
                </a:cubicBezTo>
              </a:path>
              <a:path w="3103565" h="808604">
                <a:moveTo>
                  <a:pt x="27158" y="309524"/>
                </a:moveTo>
                <a:cubicBezTo>
                  <a:pt x="27158" y="311353"/>
                  <a:pt x="26792" y="312999"/>
                  <a:pt x="26152" y="314736"/>
                </a:cubicBezTo>
                <a:cubicBezTo>
                  <a:pt x="25420" y="316382"/>
                  <a:pt x="24506" y="317845"/>
                  <a:pt x="23226" y="319126"/>
                </a:cubicBezTo>
                <a:cubicBezTo>
                  <a:pt x="21946" y="320406"/>
                  <a:pt x="20483" y="321320"/>
                  <a:pt x="18745" y="322052"/>
                </a:cubicBezTo>
                <a:cubicBezTo>
                  <a:pt x="17099" y="322692"/>
                  <a:pt x="15362" y="323058"/>
                  <a:pt x="13625" y="323058"/>
                </a:cubicBezTo>
                <a:cubicBezTo>
                  <a:pt x="11796" y="323058"/>
                  <a:pt x="10058" y="322692"/>
                  <a:pt x="8412" y="322052"/>
                </a:cubicBezTo>
                <a:cubicBezTo>
                  <a:pt x="6767" y="321320"/>
                  <a:pt x="5212" y="320406"/>
                  <a:pt x="4023" y="319126"/>
                </a:cubicBezTo>
                <a:cubicBezTo>
                  <a:pt x="2743" y="317845"/>
                  <a:pt x="1737" y="316382"/>
                  <a:pt x="1006" y="314736"/>
                </a:cubicBezTo>
                <a:cubicBezTo>
                  <a:pt x="366" y="312999"/>
                  <a:pt x="0" y="311353"/>
                  <a:pt x="0" y="309524"/>
                </a:cubicBezTo>
                <a:cubicBezTo>
                  <a:pt x="0" y="307696"/>
                  <a:pt x="366" y="305958"/>
                  <a:pt x="1006" y="304312"/>
                </a:cubicBezTo>
                <a:cubicBezTo>
                  <a:pt x="1737" y="302666"/>
                  <a:pt x="2743" y="301203"/>
                  <a:pt x="4023" y="299923"/>
                </a:cubicBezTo>
                <a:cubicBezTo>
                  <a:pt x="5212" y="298643"/>
                  <a:pt x="6767" y="297637"/>
                  <a:pt x="8412" y="296997"/>
                </a:cubicBezTo>
                <a:cubicBezTo>
                  <a:pt x="10058" y="296266"/>
                  <a:pt x="11796" y="295991"/>
                  <a:pt x="13625" y="295991"/>
                </a:cubicBezTo>
                <a:cubicBezTo>
                  <a:pt x="15362" y="295991"/>
                  <a:pt x="17099" y="296266"/>
                  <a:pt x="18745" y="296997"/>
                </a:cubicBezTo>
                <a:cubicBezTo>
                  <a:pt x="20483" y="297637"/>
                  <a:pt x="21946" y="298643"/>
                  <a:pt x="23226" y="299923"/>
                </a:cubicBezTo>
                <a:cubicBezTo>
                  <a:pt x="24506" y="301203"/>
                  <a:pt x="25420" y="302666"/>
                  <a:pt x="26152" y="304312"/>
                </a:cubicBezTo>
                <a:cubicBezTo>
                  <a:pt x="26792" y="305958"/>
                  <a:pt x="27158" y="307696"/>
                  <a:pt x="27158" y="309524"/>
                </a:cubicBezTo>
              </a:path>
              <a:path w="3103565" h="808604">
                <a:moveTo>
                  <a:pt x="247071" y="237104"/>
                </a:moveTo>
                <a:cubicBezTo>
                  <a:pt x="247071" y="238933"/>
                  <a:pt x="246705" y="240670"/>
                  <a:pt x="246065" y="242316"/>
                </a:cubicBezTo>
                <a:cubicBezTo>
                  <a:pt x="245334" y="243962"/>
                  <a:pt x="244419" y="245425"/>
                  <a:pt x="243139" y="246705"/>
                </a:cubicBezTo>
                <a:cubicBezTo>
                  <a:pt x="241859" y="247985"/>
                  <a:pt x="240396" y="248900"/>
                  <a:pt x="238658" y="249631"/>
                </a:cubicBezTo>
                <a:cubicBezTo>
                  <a:pt x="237012" y="250363"/>
                  <a:pt x="235275" y="250637"/>
                  <a:pt x="233538" y="250637"/>
                </a:cubicBezTo>
                <a:cubicBezTo>
                  <a:pt x="231709" y="250637"/>
                  <a:pt x="229972" y="250363"/>
                  <a:pt x="228326" y="249631"/>
                </a:cubicBezTo>
                <a:cubicBezTo>
                  <a:pt x="226680" y="248900"/>
                  <a:pt x="225125" y="247985"/>
                  <a:pt x="223937" y="246705"/>
                </a:cubicBezTo>
                <a:cubicBezTo>
                  <a:pt x="222656" y="245425"/>
                  <a:pt x="221651" y="243962"/>
                  <a:pt x="220919" y="242316"/>
                </a:cubicBezTo>
                <a:cubicBezTo>
                  <a:pt x="220279" y="240670"/>
                  <a:pt x="219913" y="238933"/>
                  <a:pt x="219913" y="237104"/>
                </a:cubicBezTo>
                <a:cubicBezTo>
                  <a:pt x="219913" y="235275"/>
                  <a:pt x="220279" y="233538"/>
                  <a:pt x="220919" y="231892"/>
                </a:cubicBezTo>
                <a:cubicBezTo>
                  <a:pt x="221651" y="230246"/>
                  <a:pt x="222656" y="228783"/>
                  <a:pt x="223937" y="227503"/>
                </a:cubicBezTo>
                <a:cubicBezTo>
                  <a:pt x="225125" y="226223"/>
                  <a:pt x="226680" y="225308"/>
                  <a:pt x="228326" y="224577"/>
                </a:cubicBezTo>
                <a:cubicBezTo>
                  <a:pt x="229972" y="223937"/>
                  <a:pt x="231709" y="223571"/>
                  <a:pt x="233538" y="223571"/>
                </a:cubicBezTo>
                <a:cubicBezTo>
                  <a:pt x="235275" y="223571"/>
                  <a:pt x="237012" y="223937"/>
                  <a:pt x="238658" y="224577"/>
                </a:cubicBezTo>
                <a:cubicBezTo>
                  <a:pt x="240396" y="225308"/>
                  <a:pt x="241859" y="226223"/>
                  <a:pt x="243139" y="227503"/>
                </a:cubicBezTo>
                <a:cubicBezTo>
                  <a:pt x="244419" y="228783"/>
                  <a:pt x="245334" y="230246"/>
                  <a:pt x="246065" y="231892"/>
                </a:cubicBezTo>
                <a:cubicBezTo>
                  <a:pt x="246705" y="233538"/>
                  <a:pt x="247071" y="235275"/>
                  <a:pt x="247071" y="237104"/>
                </a:cubicBezTo>
              </a:path>
              <a:path w="3103565" h="808604">
                <a:moveTo>
                  <a:pt x="443575" y="286024"/>
                </a:moveTo>
                <a:cubicBezTo>
                  <a:pt x="443575" y="287853"/>
                  <a:pt x="443210" y="289590"/>
                  <a:pt x="442478" y="291236"/>
                </a:cubicBezTo>
                <a:cubicBezTo>
                  <a:pt x="441838" y="292882"/>
                  <a:pt x="440832" y="294345"/>
                  <a:pt x="439552" y="295626"/>
                </a:cubicBezTo>
                <a:cubicBezTo>
                  <a:pt x="438272" y="296906"/>
                  <a:pt x="436809" y="297912"/>
                  <a:pt x="435163" y="298552"/>
                </a:cubicBezTo>
                <a:cubicBezTo>
                  <a:pt x="433517" y="299283"/>
                  <a:pt x="431780" y="299649"/>
                  <a:pt x="429951" y="299649"/>
                </a:cubicBezTo>
                <a:cubicBezTo>
                  <a:pt x="428122" y="299649"/>
                  <a:pt x="426385" y="299283"/>
                  <a:pt x="424739" y="298552"/>
                </a:cubicBezTo>
                <a:cubicBezTo>
                  <a:pt x="423093" y="297912"/>
                  <a:pt x="421630" y="296906"/>
                  <a:pt x="420350" y="295626"/>
                </a:cubicBezTo>
                <a:cubicBezTo>
                  <a:pt x="419070" y="294345"/>
                  <a:pt x="418064" y="292882"/>
                  <a:pt x="417424" y="291236"/>
                </a:cubicBezTo>
                <a:cubicBezTo>
                  <a:pt x="416692" y="289590"/>
                  <a:pt x="416418" y="287853"/>
                  <a:pt x="416418" y="286024"/>
                </a:cubicBezTo>
                <a:cubicBezTo>
                  <a:pt x="416418" y="284287"/>
                  <a:pt x="416692" y="282550"/>
                  <a:pt x="417424" y="280904"/>
                </a:cubicBezTo>
                <a:cubicBezTo>
                  <a:pt x="418064" y="279258"/>
                  <a:pt x="419070" y="277703"/>
                  <a:pt x="420350" y="276515"/>
                </a:cubicBezTo>
                <a:cubicBezTo>
                  <a:pt x="421630" y="275234"/>
                  <a:pt x="423093" y="274229"/>
                  <a:pt x="424739" y="273497"/>
                </a:cubicBezTo>
                <a:cubicBezTo>
                  <a:pt x="426385" y="272857"/>
                  <a:pt x="428122" y="272491"/>
                  <a:pt x="429951" y="272491"/>
                </a:cubicBezTo>
                <a:cubicBezTo>
                  <a:pt x="431780" y="272491"/>
                  <a:pt x="433517" y="272857"/>
                  <a:pt x="435163" y="273497"/>
                </a:cubicBezTo>
                <a:cubicBezTo>
                  <a:pt x="436809" y="274229"/>
                  <a:pt x="438272" y="275234"/>
                  <a:pt x="439552" y="276515"/>
                </a:cubicBezTo>
                <a:cubicBezTo>
                  <a:pt x="440832" y="277703"/>
                  <a:pt x="441838" y="279258"/>
                  <a:pt x="442478" y="280904"/>
                </a:cubicBezTo>
                <a:cubicBezTo>
                  <a:pt x="443210" y="282550"/>
                  <a:pt x="443575" y="284287"/>
                  <a:pt x="443575" y="286024"/>
                </a:cubicBezTo>
              </a:path>
              <a:path w="3103565" h="808604">
                <a:moveTo>
                  <a:pt x="730697" y="235732"/>
                </a:moveTo>
                <a:cubicBezTo>
                  <a:pt x="730697" y="237470"/>
                  <a:pt x="730331" y="239207"/>
                  <a:pt x="729691" y="240853"/>
                </a:cubicBezTo>
                <a:cubicBezTo>
                  <a:pt x="728960" y="242590"/>
                  <a:pt x="727954" y="244053"/>
                  <a:pt x="726674" y="245242"/>
                </a:cubicBezTo>
                <a:cubicBezTo>
                  <a:pt x="725485" y="246522"/>
                  <a:pt x="723930" y="247528"/>
                  <a:pt x="722285" y="248260"/>
                </a:cubicBezTo>
                <a:cubicBezTo>
                  <a:pt x="720639" y="248900"/>
                  <a:pt x="718901" y="249265"/>
                  <a:pt x="717072" y="249265"/>
                </a:cubicBezTo>
                <a:cubicBezTo>
                  <a:pt x="715335" y="249265"/>
                  <a:pt x="713598" y="248900"/>
                  <a:pt x="711952" y="248260"/>
                </a:cubicBezTo>
                <a:cubicBezTo>
                  <a:pt x="710214" y="247528"/>
                  <a:pt x="708751" y="246522"/>
                  <a:pt x="707471" y="245242"/>
                </a:cubicBezTo>
                <a:cubicBezTo>
                  <a:pt x="706191" y="244053"/>
                  <a:pt x="705277" y="242590"/>
                  <a:pt x="704545" y="240853"/>
                </a:cubicBezTo>
                <a:cubicBezTo>
                  <a:pt x="703905" y="239207"/>
                  <a:pt x="703539" y="237470"/>
                  <a:pt x="703539" y="235732"/>
                </a:cubicBezTo>
                <a:cubicBezTo>
                  <a:pt x="703539" y="233904"/>
                  <a:pt x="703905" y="232166"/>
                  <a:pt x="704545" y="230520"/>
                </a:cubicBezTo>
                <a:cubicBezTo>
                  <a:pt x="705277" y="228874"/>
                  <a:pt x="706191" y="227411"/>
                  <a:pt x="707471" y="226131"/>
                </a:cubicBezTo>
                <a:cubicBezTo>
                  <a:pt x="708751" y="224851"/>
                  <a:pt x="710214" y="223845"/>
                  <a:pt x="711952" y="223205"/>
                </a:cubicBezTo>
                <a:cubicBezTo>
                  <a:pt x="713598" y="222474"/>
                  <a:pt x="715335" y="222108"/>
                  <a:pt x="717072" y="222108"/>
                </a:cubicBezTo>
                <a:cubicBezTo>
                  <a:pt x="718901" y="222108"/>
                  <a:pt x="720639" y="222474"/>
                  <a:pt x="722285" y="223205"/>
                </a:cubicBezTo>
                <a:cubicBezTo>
                  <a:pt x="723930" y="223845"/>
                  <a:pt x="725485" y="224851"/>
                  <a:pt x="726674" y="226131"/>
                </a:cubicBezTo>
                <a:cubicBezTo>
                  <a:pt x="727954" y="227411"/>
                  <a:pt x="728960" y="228874"/>
                  <a:pt x="729691" y="230520"/>
                </a:cubicBezTo>
                <a:cubicBezTo>
                  <a:pt x="730331" y="232166"/>
                  <a:pt x="730697" y="233904"/>
                  <a:pt x="730697" y="235732"/>
                </a:cubicBezTo>
              </a:path>
              <a:path w="3103565" h="808604">
                <a:moveTo>
                  <a:pt x="994684" y="237927"/>
                </a:moveTo>
                <a:cubicBezTo>
                  <a:pt x="994684" y="239756"/>
                  <a:pt x="994319" y="241493"/>
                  <a:pt x="993678" y="243139"/>
                </a:cubicBezTo>
                <a:cubicBezTo>
                  <a:pt x="992947" y="244785"/>
                  <a:pt x="991941" y="246248"/>
                  <a:pt x="990752" y="247528"/>
                </a:cubicBezTo>
                <a:cubicBezTo>
                  <a:pt x="989472" y="248808"/>
                  <a:pt x="988009" y="249814"/>
                  <a:pt x="986272" y="250454"/>
                </a:cubicBezTo>
                <a:cubicBezTo>
                  <a:pt x="984626" y="251186"/>
                  <a:pt x="982889" y="251551"/>
                  <a:pt x="981060" y="251551"/>
                </a:cubicBezTo>
                <a:cubicBezTo>
                  <a:pt x="979322" y="251551"/>
                  <a:pt x="977585" y="251186"/>
                  <a:pt x="975939" y="250454"/>
                </a:cubicBezTo>
                <a:cubicBezTo>
                  <a:pt x="974202" y="249814"/>
                  <a:pt x="972739" y="248808"/>
                  <a:pt x="971459" y="247528"/>
                </a:cubicBezTo>
                <a:cubicBezTo>
                  <a:pt x="970178" y="246248"/>
                  <a:pt x="969264" y="244785"/>
                  <a:pt x="968532" y="243139"/>
                </a:cubicBezTo>
                <a:cubicBezTo>
                  <a:pt x="967892" y="241493"/>
                  <a:pt x="967527" y="239756"/>
                  <a:pt x="967527" y="237927"/>
                </a:cubicBezTo>
                <a:cubicBezTo>
                  <a:pt x="967527" y="236190"/>
                  <a:pt x="967892" y="234452"/>
                  <a:pt x="968532" y="232806"/>
                </a:cubicBezTo>
                <a:cubicBezTo>
                  <a:pt x="969264" y="231069"/>
                  <a:pt x="970178" y="229606"/>
                  <a:pt x="971459" y="228417"/>
                </a:cubicBezTo>
                <a:cubicBezTo>
                  <a:pt x="972739" y="227137"/>
                  <a:pt x="974202" y="226131"/>
                  <a:pt x="975939" y="225400"/>
                </a:cubicBezTo>
                <a:cubicBezTo>
                  <a:pt x="977585" y="224760"/>
                  <a:pt x="979322" y="224394"/>
                  <a:pt x="981060" y="224394"/>
                </a:cubicBezTo>
                <a:cubicBezTo>
                  <a:pt x="982889" y="224394"/>
                  <a:pt x="984626" y="224760"/>
                  <a:pt x="986272" y="225400"/>
                </a:cubicBezTo>
                <a:cubicBezTo>
                  <a:pt x="988009" y="226131"/>
                  <a:pt x="989472" y="227137"/>
                  <a:pt x="990752" y="228417"/>
                </a:cubicBezTo>
                <a:cubicBezTo>
                  <a:pt x="991941" y="229606"/>
                  <a:pt x="992947" y="231069"/>
                  <a:pt x="993678" y="232806"/>
                </a:cubicBezTo>
                <a:cubicBezTo>
                  <a:pt x="994319" y="234452"/>
                  <a:pt x="994684" y="236190"/>
                  <a:pt x="994684" y="237927"/>
                </a:cubicBezTo>
              </a:path>
              <a:path w="3103565" h="808604">
                <a:moveTo>
                  <a:pt x="1164397" y="290048"/>
                </a:moveTo>
                <a:cubicBezTo>
                  <a:pt x="1164397" y="291785"/>
                  <a:pt x="1164031" y="293522"/>
                  <a:pt x="1163300" y="295260"/>
                </a:cubicBezTo>
                <a:cubicBezTo>
                  <a:pt x="1162660" y="296906"/>
                  <a:pt x="1161654" y="298369"/>
                  <a:pt x="1160374" y="299649"/>
                </a:cubicBezTo>
                <a:cubicBezTo>
                  <a:pt x="1159093" y="300929"/>
                  <a:pt x="1157630" y="301843"/>
                  <a:pt x="1155984" y="302575"/>
                </a:cubicBezTo>
                <a:cubicBezTo>
                  <a:pt x="1154339" y="303215"/>
                  <a:pt x="1152601" y="303581"/>
                  <a:pt x="1150772" y="303581"/>
                </a:cubicBezTo>
                <a:cubicBezTo>
                  <a:pt x="1149035" y="303581"/>
                  <a:pt x="1147298" y="303215"/>
                  <a:pt x="1145560" y="302575"/>
                </a:cubicBezTo>
                <a:cubicBezTo>
                  <a:pt x="1143914" y="301843"/>
                  <a:pt x="1142451" y="300929"/>
                  <a:pt x="1141171" y="299649"/>
                </a:cubicBezTo>
                <a:cubicBezTo>
                  <a:pt x="1139891" y="298369"/>
                  <a:pt x="1138885" y="296906"/>
                  <a:pt x="1138245" y="295260"/>
                </a:cubicBezTo>
                <a:cubicBezTo>
                  <a:pt x="1137514" y="293522"/>
                  <a:pt x="1137239" y="291785"/>
                  <a:pt x="1137239" y="290048"/>
                </a:cubicBezTo>
                <a:cubicBezTo>
                  <a:pt x="1137239" y="288219"/>
                  <a:pt x="1137514" y="286482"/>
                  <a:pt x="1138245" y="284836"/>
                </a:cubicBezTo>
                <a:cubicBezTo>
                  <a:pt x="1138885" y="283190"/>
                  <a:pt x="1139891" y="281727"/>
                  <a:pt x="1141171" y="280446"/>
                </a:cubicBezTo>
                <a:cubicBezTo>
                  <a:pt x="1142451" y="279166"/>
                  <a:pt x="1143914" y="278160"/>
                  <a:pt x="1145560" y="277520"/>
                </a:cubicBezTo>
                <a:cubicBezTo>
                  <a:pt x="1147298" y="276789"/>
                  <a:pt x="1149035" y="276515"/>
                  <a:pt x="1150772" y="276515"/>
                </a:cubicBezTo>
                <a:cubicBezTo>
                  <a:pt x="1152601" y="276515"/>
                  <a:pt x="1154339" y="276789"/>
                  <a:pt x="1155984" y="277520"/>
                </a:cubicBezTo>
                <a:cubicBezTo>
                  <a:pt x="1157630" y="278160"/>
                  <a:pt x="1159093" y="279166"/>
                  <a:pt x="1160374" y="280446"/>
                </a:cubicBezTo>
                <a:cubicBezTo>
                  <a:pt x="1161654" y="281727"/>
                  <a:pt x="1162660" y="283190"/>
                  <a:pt x="1163300" y="284836"/>
                </a:cubicBezTo>
                <a:cubicBezTo>
                  <a:pt x="1164031" y="286482"/>
                  <a:pt x="1164397" y="288219"/>
                  <a:pt x="1164397" y="290048"/>
                </a:cubicBezTo>
              </a:path>
              <a:path w="3103565" h="808604">
                <a:moveTo>
                  <a:pt x="1406347" y="235641"/>
                </a:moveTo>
                <a:cubicBezTo>
                  <a:pt x="1406347" y="237378"/>
                  <a:pt x="1405981" y="239116"/>
                  <a:pt x="1405341" y="240762"/>
                </a:cubicBezTo>
                <a:cubicBezTo>
                  <a:pt x="1404610" y="242407"/>
                  <a:pt x="1403604" y="243870"/>
                  <a:pt x="1402324" y="245151"/>
                </a:cubicBezTo>
                <a:cubicBezTo>
                  <a:pt x="1401044" y="246431"/>
                  <a:pt x="1399581" y="247437"/>
                  <a:pt x="1397935" y="248168"/>
                </a:cubicBezTo>
                <a:cubicBezTo>
                  <a:pt x="1396289" y="248808"/>
                  <a:pt x="1394551" y="249174"/>
                  <a:pt x="1392723" y="249174"/>
                </a:cubicBezTo>
                <a:cubicBezTo>
                  <a:pt x="1390985" y="249174"/>
                  <a:pt x="1389248" y="248808"/>
                  <a:pt x="1387511" y="248168"/>
                </a:cubicBezTo>
                <a:cubicBezTo>
                  <a:pt x="1385865" y="247437"/>
                  <a:pt x="1384402" y="246431"/>
                  <a:pt x="1383121" y="245151"/>
                </a:cubicBezTo>
                <a:cubicBezTo>
                  <a:pt x="1381841" y="243870"/>
                  <a:pt x="1380927" y="242407"/>
                  <a:pt x="1380195" y="240762"/>
                </a:cubicBezTo>
                <a:cubicBezTo>
                  <a:pt x="1379464" y="239116"/>
                  <a:pt x="1379190" y="237378"/>
                  <a:pt x="1379190" y="235641"/>
                </a:cubicBezTo>
                <a:cubicBezTo>
                  <a:pt x="1379190" y="233812"/>
                  <a:pt x="1379464" y="232075"/>
                  <a:pt x="1380195" y="230429"/>
                </a:cubicBezTo>
                <a:cubicBezTo>
                  <a:pt x="1380927" y="228783"/>
                  <a:pt x="1381841" y="227320"/>
                  <a:pt x="1383121" y="226040"/>
                </a:cubicBezTo>
                <a:cubicBezTo>
                  <a:pt x="1384402" y="224760"/>
                  <a:pt x="1385865" y="223754"/>
                  <a:pt x="1387511" y="223114"/>
                </a:cubicBezTo>
                <a:cubicBezTo>
                  <a:pt x="1389248" y="222382"/>
                  <a:pt x="1390985" y="222016"/>
                  <a:pt x="1392723" y="222016"/>
                </a:cubicBezTo>
                <a:cubicBezTo>
                  <a:pt x="1394551" y="222016"/>
                  <a:pt x="1396289" y="222382"/>
                  <a:pt x="1397935" y="223114"/>
                </a:cubicBezTo>
                <a:cubicBezTo>
                  <a:pt x="1399581" y="223754"/>
                  <a:pt x="1401044" y="224760"/>
                  <a:pt x="1402324" y="226040"/>
                </a:cubicBezTo>
                <a:cubicBezTo>
                  <a:pt x="1403604" y="227320"/>
                  <a:pt x="1404610" y="228783"/>
                  <a:pt x="1405341" y="230429"/>
                </a:cubicBezTo>
                <a:cubicBezTo>
                  <a:pt x="1405981" y="232075"/>
                  <a:pt x="1406347" y="233812"/>
                  <a:pt x="1406347" y="235641"/>
                </a:cubicBezTo>
              </a:path>
              <a:path w="3103565" h="808604">
                <a:moveTo>
                  <a:pt x="1708556" y="320680"/>
                </a:moveTo>
                <a:cubicBezTo>
                  <a:pt x="1708556" y="322509"/>
                  <a:pt x="1708191" y="324246"/>
                  <a:pt x="1707551" y="325892"/>
                </a:cubicBezTo>
                <a:cubicBezTo>
                  <a:pt x="1706819" y="327538"/>
                  <a:pt x="1705905" y="329001"/>
                  <a:pt x="1704624" y="330281"/>
                </a:cubicBezTo>
                <a:cubicBezTo>
                  <a:pt x="1703344" y="331561"/>
                  <a:pt x="1701881" y="332567"/>
                  <a:pt x="1700144" y="333207"/>
                </a:cubicBezTo>
                <a:cubicBezTo>
                  <a:pt x="1698498" y="333939"/>
                  <a:pt x="1696761" y="334305"/>
                  <a:pt x="1695023" y="334305"/>
                </a:cubicBezTo>
                <a:cubicBezTo>
                  <a:pt x="1693194" y="334305"/>
                  <a:pt x="1691457" y="333939"/>
                  <a:pt x="1689811" y="333207"/>
                </a:cubicBezTo>
                <a:cubicBezTo>
                  <a:pt x="1688165" y="332567"/>
                  <a:pt x="1686611" y="331561"/>
                  <a:pt x="1685422" y="330281"/>
                </a:cubicBezTo>
                <a:cubicBezTo>
                  <a:pt x="1684142" y="329001"/>
                  <a:pt x="1683136" y="327538"/>
                  <a:pt x="1682405" y="325892"/>
                </a:cubicBezTo>
                <a:cubicBezTo>
                  <a:pt x="1681764" y="324246"/>
                  <a:pt x="1681399" y="322509"/>
                  <a:pt x="1681399" y="320680"/>
                </a:cubicBezTo>
                <a:cubicBezTo>
                  <a:pt x="1681399" y="318943"/>
                  <a:pt x="1681764" y="317205"/>
                  <a:pt x="1682405" y="315559"/>
                </a:cubicBezTo>
                <a:cubicBezTo>
                  <a:pt x="1683136" y="313822"/>
                  <a:pt x="1684142" y="312359"/>
                  <a:pt x="1685422" y="311079"/>
                </a:cubicBezTo>
                <a:cubicBezTo>
                  <a:pt x="1686611" y="309890"/>
                  <a:pt x="1688165" y="308884"/>
                  <a:pt x="1689811" y="308153"/>
                </a:cubicBezTo>
                <a:cubicBezTo>
                  <a:pt x="1691457" y="307513"/>
                  <a:pt x="1693194" y="307147"/>
                  <a:pt x="1695023" y="307147"/>
                </a:cubicBezTo>
                <a:cubicBezTo>
                  <a:pt x="1696761" y="307147"/>
                  <a:pt x="1698498" y="307513"/>
                  <a:pt x="1700144" y="308153"/>
                </a:cubicBezTo>
                <a:cubicBezTo>
                  <a:pt x="1701881" y="308884"/>
                  <a:pt x="1703344" y="309890"/>
                  <a:pt x="1704624" y="311079"/>
                </a:cubicBezTo>
                <a:cubicBezTo>
                  <a:pt x="1705905" y="312359"/>
                  <a:pt x="1706819" y="313822"/>
                  <a:pt x="1707551" y="315559"/>
                </a:cubicBezTo>
                <a:cubicBezTo>
                  <a:pt x="1708191" y="317205"/>
                  <a:pt x="1708556" y="318943"/>
                  <a:pt x="1708556" y="320680"/>
                </a:cubicBezTo>
              </a:path>
              <a:path w="3103565" h="808604">
                <a:moveTo>
                  <a:pt x="1850288" y="311353"/>
                </a:moveTo>
                <a:cubicBezTo>
                  <a:pt x="1850288" y="313091"/>
                  <a:pt x="1849923" y="314828"/>
                  <a:pt x="1849283" y="316474"/>
                </a:cubicBezTo>
                <a:cubicBezTo>
                  <a:pt x="1848551" y="318211"/>
                  <a:pt x="1847545" y="319674"/>
                  <a:pt x="1846265" y="320863"/>
                </a:cubicBezTo>
                <a:cubicBezTo>
                  <a:pt x="1845076" y="322143"/>
                  <a:pt x="1843522" y="323149"/>
                  <a:pt x="1841876" y="323880"/>
                </a:cubicBezTo>
                <a:cubicBezTo>
                  <a:pt x="1840230" y="324521"/>
                  <a:pt x="1838493" y="324886"/>
                  <a:pt x="1836664" y="324886"/>
                </a:cubicBezTo>
                <a:cubicBezTo>
                  <a:pt x="1834926" y="324886"/>
                  <a:pt x="1833189" y="324521"/>
                  <a:pt x="1831543" y="323880"/>
                </a:cubicBezTo>
                <a:cubicBezTo>
                  <a:pt x="1829806" y="323149"/>
                  <a:pt x="1828343" y="322143"/>
                  <a:pt x="1827063" y="320863"/>
                </a:cubicBezTo>
                <a:cubicBezTo>
                  <a:pt x="1825782" y="319674"/>
                  <a:pt x="1824868" y="318211"/>
                  <a:pt x="1824137" y="316474"/>
                </a:cubicBezTo>
                <a:cubicBezTo>
                  <a:pt x="1823496" y="314828"/>
                  <a:pt x="1823131" y="313091"/>
                  <a:pt x="1823131" y="311353"/>
                </a:cubicBezTo>
                <a:cubicBezTo>
                  <a:pt x="1823131" y="309524"/>
                  <a:pt x="1823496" y="307787"/>
                  <a:pt x="1824137" y="306141"/>
                </a:cubicBezTo>
                <a:cubicBezTo>
                  <a:pt x="1824868" y="304495"/>
                  <a:pt x="1825782" y="303032"/>
                  <a:pt x="1827063" y="301752"/>
                </a:cubicBezTo>
                <a:cubicBezTo>
                  <a:pt x="1828343" y="300472"/>
                  <a:pt x="1829806" y="299466"/>
                  <a:pt x="1831543" y="298826"/>
                </a:cubicBezTo>
                <a:cubicBezTo>
                  <a:pt x="1833189" y="298094"/>
                  <a:pt x="1834926" y="297729"/>
                  <a:pt x="1836664" y="297729"/>
                </a:cubicBezTo>
                <a:cubicBezTo>
                  <a:pt x="1838493" y="297729"/>
                  <a:pt x="1840230" y="298094"/>
                  <a:pt x="1841876" y="298826"/>
                </a:cubicBezTo>
                <a:cubicBezTo>
                  <a:pt x="1843522" y="299466"/>
                  <a:pt x="1845076" y="300472"/>
                  <a:pt x="1846265" y="301752"/>
                </a:cubicBezTo>
                <a:cubicBezTo>
                  <a:pt x="1847545" y="303032"/>
                  <a:pt x="1848551" y="304495"/>
                  <a:pt x="1849283" y="306141"/>
                </a:cubicBezTo>
                <a:cubicBezTo>
                  <a:pt x="1849923" y="307787"/>
                  <a:pt x="1850288" y="309524"/>
                  <a:pt x="1850288" y="311353"/>
                </a:cubicBezTo>
              </a:path>
              <a:path w="3103565" h="808604">
                <a:moveTo>
                  <a:pt x="2089495" y="281910"/>
                </a:moveTo>
                <a:cubicBezTo>
                  <a:pt x="2089495" y="283738"/>
                  <a:pt x="2089221" y="285476"/>
                  <a:pt x="2088490" y="287122"/>
                </a:cubicBezTo>
                <a:cubicBezTo>
                  <a:pt x="2087758" y="288768"/>
                  <a:pt x="2086844" y="290231"/>
                  <a:pt x="2085564" y="291511"/>
                </a:cubicBezTo>
                <a:cubicBezTo>
                  <a:pt x="2084283" y="292791"/>
                  <a:pt x="2082820" y="293797"/>
                  <a:pt x="2081174" y="294437"/>
                </a:cubicBezTo>
                <a:cubicBezTo>
                  <a:pt x="2079437" y="295168"/>
                  <a:pt x="2077700" y="295534"/>
                  <a:pt x="2075962" y="295534"/>
                </a:cubicBezTo>
                <a:cubicBezTo>
                  <a:pt x="2074134" y="295534"/>
                  <a:pt x="2072396" y="295168"/>
                  <a:pt x="2070750" y="294437"/>
                </a:cubicBezTo>
                <a:cubicBezTo>
                  <a:pt x="2069104" y="293797"/>
                  <a:pt x="2067641" y="292791"/>
                  <a:pt x="2066361" y="291511"/>
                </a:cubicBezTo>
                <a:cubicBezTo>
                  <a:pt x="2065081" y="290231"/>
                  <a:pt x="2064075" y="288768"/>
                  <a:pt x="2063344" y="287122"/>
                </a:cubicBezTo>
                <a:cubicBezTo>
                  <a:pt x="2062704" y="285476"/>
                  <a:pt x="2062338" y="283738"/>
                  <a:pt x="2062338" y="281910"/>
                </a:cubicBezTo>
                <a:cubicBezTo>
                  <a:pt x="2062338" y="280172"/>
                  <a:pt x="2062704" y="278435"/>
                  <a:pt x="2063344" y="276789"/>
                </a:cubicBezTo>
                <a:cubicBezTo>
                  <a:pt x="2064075" y="275052"/>
                  <a:pt x="2065081" y="273588"/>
                  <a:pt x="2066361" y="272400"/>
                </a:cubicBezTo>
                <a:cubicBezTo>
                  <a:pt x="2067641" y="271120"/>
                  <a:pt x="2069104" y="270114"/>
                  <a:pt x="2070750" y="269382"/>
                </a:cubicBezTo>
                <a:cubicBezTo>
                  <a:pt x="2072396" y="268742"/>
                  <a:pt x="2074134" y="268376"/>
                  <a:pt x="2075962" y="268376"/>
                </a:cubicBezTo>
                <a:cubicBezTo>
                  <a:pt x="2077700" y="268376"/>
                  <a:pt x="2079437" y="268742"/>
                  <a:pt x="2081174" y="269382"/>
                </a:cubicBezTo>
                <a:cubicBezTo>
                  <a:pt x="2082820" y="270114"/>
                  <a:pt x="2084283" y="271120"/>
                  <a:pt x="2085564" y="272400"/>
                </a:cubicBezTo>
                <a:cubicBezTo>
                  <a:pt x="2086844" y="273588"/>
                  <a:pt x="2087758" y="275052"/>
                  <a:pt x="2088490" y="276789"/>
                </a:cubicBezTo>
                <a:cubicBezTo>
                  <a:pt x="2089221" y="278435"/>
                  <a:pt x="2089495" y="280172"/>
                  <a:pt x="2089495" y="281910"/>
                </a:cubicBezTo>
              </a:path>
              <a:path w="3103565" h="808604">
                <a:moveTo>
                  <a:pt x="2363450" y="307787"/>
                </a:moveTo>
                <a:cubicBezTo>
                  <a:pt x="2363450" y="309524"/>
                  <a:pt x="2363175" y="311262"/>
                  <a:pt x="2362444" y="312908"/>
                </a:cubicBezTo>
                <a:cubicBezTo>
                  <a:pt x="2361712" y="314645"/>
                  <a:pt x="2360798" y="316108"/>
                  <a:pt x="2359518" y="317297"/>
                </a:cubicBezTo>
                <a:cubicBezTo>
                  <a:pt x="2358238" y="318577"/>
                  <a:pt x="2356775" y="319583"/>
                  <a:pt x="2355129" y="320314"/>
                </a:cubicBezTo>
                <a:cubicBezTo>
                  <a:pt x="2353391" y="320954"/>
                  <a:pt x="2351654" y="321320"/>
                  <a:pt x="2349917" y="321320"/>
                </a:cubicBezTo>
                <a:cubicBezTo>
                  <a:pt x="2348088" y="321320"/>
                  <a:pt x="2346350" y="320954"/>
                  <a:pt x="2344704" y="320314"/>
                </a:cubicBezTo>
                <a:cubicBezTo>
                  <a:pt x="2343059" y="319583"/>
                  <a:pt x="2341596" y="318577"/>
                  <a:pt x="2340315" y="317297"/>
                </a:cubicBezTo>
                <a:cubicBezTo>
                  <a:pt x="2339035" y="316108"/>
                  <a:pt x="2338029" y="314645"/>
                  <a:pt x="2337298" y="312908"/>
                </a:cubicBezTo>
                <a:cubicBezTo>
                  <a:pt x="2336658" y="311262"/>
                  <a:pt x="2336292" y="309524"/>
                  <a:pt x="2336292" y="307787"/>
                </a:cubicBezTo>
                <a:cubicBezTo>
                  <a:pt x="2336292" y="305958"/>
                  <a:pt x="2336658" y="304221"/>
                  <a:pt x="2337298" y="302575"/>
                </a:cubicBezTo>
                <a:cubicBezTo>
                  <a:pt x="2338029" y="300929"/>
                  <a:pt x="2339035" y="299466"/>
                  <a:pt x="2340315" y="298186"/>
                </a:cubicBezTo>
                <a:cubicBezTo>
                  <a:pt x="2341596" y="296906"/>
                  <a:pt x="2343059" y="295900"/>
                  <a:pt x="2344704" y="295260"/>
                </a:cubicBezTo>
                <a:cubicBezTo>
                  <a:pt x="2346350" y="294528"/>
                  <a:pt x="2348088" y="294162"/>
                  <a:pt x="2349917" y="294162"/>
                </a:cubicBezTo>
                <a:cubicBezTo>
                  <a:pt x="2351654" y="294162"/>
                  <a:pt x="2353391" y="294528"/>
                  <a:pt x="2355129" y="295260"/>
                </a:cubicBezTo>
                <a:cubicBezTo>
                  <a:pt x="2356775" y="295900"/>
                  <a:pt x="2358238" y="296906"/>
                  <a:pt x="2359518" y="298186"/>
                </a:cubicBezTo>
                <a:cubicBezTo>
                  <a:pt x="2360798" y="299466"/>
                  <a:pt x="2361712" y="300929"/>
                  <a:pt x="2362444" y="302575"/>
                </a:cubicBezTo>
                <a:cubicBezTo>
                  <a:pt x="2363175" y="304221"/>
                  <a:pt x="2363450" y="305958"/>
                  <a:pt x="2363450" y="307787"/>
                </a:cubicBezTo>
              </a:path>
              <a:path w="3103565" h="808604">
                <a:moveTo>
                  <a:pt x="2528042" y="289590"/>
                </a:moveTo>
                <a:cubicBezTo>
                  <a:pt x="2528042" y="291419"/>
                  <a:pt x="2527676" y="293065"/>
                  <a:pt x="2527036" y="294803"/>
                </a:cubicBezTo>
                <a:cubicBezTo>
                  <a:pt x="2526304" y="296448"/>
                  <a:pt x="2525298" y="297912"/>
                  <a:pt x="2524018" y="299192"/>
                </a:cubicBezTo>
                <a:cubicBezTo>
                  <a:pt x="2522830" y="300472"/>
                  <a:pt x="2521275" y="301386"/>
                  <a:pt x="2519629" y="302118"/>
                </a:cubicBezTo>
                <a:cubicBezTo>
                  <a:pt x="2517983" y="302758"/>
                  <a:pt x="2516246" y="303124"/>
                  <a:pt x="2514417" y="303124"/>
                </a:cubicBezTo>
                <a:cubicBezTo>
                  <a:pt x="2512680" y="303124"/>
                  <a:pt x="2510942" y="302758"/>
                  <a:pt x="2509296" y="302118"/>
                </a:cubicBezTo>
                <a:cubicBezTo>
                  <a:pt x="2507559" y="301386"/>
                  <a:pt x="2506096" y="300472"/>
                  <a:pt x="2504816" y="299192"/>
                </a:cubicBezTo>
                <a:cubicBezTo>
                  <a:pt x="2503536" y="297912"/>
                  <a:pt x="2502621" y="296448"/>
                  <a:pt x="2501890" y="294803"/>
                </a:cubicBezTo>
                <a:cubicBezTo>
                  <a:pt x="2501250" y="293065"/>
                  <a:pt x="2500884" y="291419"/>
                  <a:pt x="2500884" y="289590"/>
                </a:cubicBezTo>
                <a:cubicBezTo>
                  <a:pt x="2500884" y="287762"/>
                  <a:pt x="2501250" y="286024"/>
                  <a:pt x="2501890" y="284378"/>
                </a:cubicBezTo>
                <a:cubicBezTo>
                  <a:pt x="2502621" y="282732"/>
                  <a:pt x="2503536" y="281269"/>
                  <a:pt x="2504816" y="279989"/>
                </a:cubicBezTo>
                <a:cubicBezTo>
                  <a:pt x="2506096" y="278709"/>
                  <a:pt x="2507559" y="277703"/>
                  <a:pt x="2509296" y="277063"/>
                </a:cubicBezTo>
                <a:cubicBezTo>
                  <a:pt x="2510942" y="276332"/>
                  <a:pt x="2512680" y="276057"/>
                  <a:pt x="2514417" y="276057"/>
                </a:cubicBezTo>
                <a:cubicBezTo>
                  <a:pt x="2516246" y="276057"/>
                  <a:pt x="2517983" y="276332"/>
                  <a:pt x="2519629" y="277063"/>
                </a:cubicBezTo>
                <a:cubicBezTo>
                  <a:pt x="2521275" y="277703"/>
                  <a:pt x="2522830" y="278709"/>
                  <a:pt x="2524018" y="279989"/>
                </a:cubicBezTo>
                <a:cubicBezTo>
                  <a:pt x="2525298" y="281269"/>
                  <a:pt x="2526304" y="282732"/>
                  <a:pt x="2527036" y="284378"/>
                </a:cubicBezTo>
                <a:cubicBezTo>
                  <a:pt x="2527676" y="286024"/>
                  <a:pt x="2528042" y="287762"/>
                  <a:pt x="2528042" y="289590"/>
                </a:cubicBezTo>
              </a:path>
              <a:path w="3103565" h="808604">
                <a:moveTo>
                  <a:pt x="2803093" y="272491"/>
                </a:moveTo>
                <a:cubicBezTo>
                  <a:pt x="2803093" y="274320"/>
                  <a:pt x="2802727" y="276057"/>
                  <a:pt x="2802087" y="277703"/>
                </a:cubicBezTo>
                <a:cubicBezTo>
                  <a:pt x="2801356" y="279349"/>
                  <a:pt x="2800441" y="280812"/>
                  <a:pt x="2799161" y="282092"/>
                </a:cubicBezTo>
                <a:cubicBezTo>
                  <a:pt x="2797881" y="283373"/>
                  <a:pt x="2796418" y="284378"/>
                  <a:pt x="2794681" y="285018"/>
                </a:cubicBezTo>
                <a:cubicBezTo>
                  <a:pt x="2793035" y="285750"/>
                  <a:pt x="2791297" y="286024"/>
                  <a:pt x="2789560" y="286024"/>
                </a:cubicBezTo>
                <a:cubicBezTo>
                  <a:pt x="2787731" y="286024"/>
                  <a:pt x="2785994" y="285750"/>
                  <a:pt x="2784348" y="285018"/>
                </a:cubicBezTo>
                <a:cubicBezTo>
                  <a:pt x="2782611" y="284378"/>
                  <a:pt x="2781148" y="283373"/>
                  <a:pt x="2779867" y="282092"/>
                </a:cubicBezTo>
                <a:cubicBezTo>
                  <a:pt x="2778679" y="280812"/>
                  <a:pt x="2777673" y="279349"/>
                  <a:pt x="2776941" y="277703"/>
                </a:cubicBezTo>
                <a:cubicBezTo>
                  <a:pt x="2776301" y="276057"/>
                  <a:pt x="2775936" y="274320"/>
                  <a:pt x="2775936" y="272491"/>
                </a:cubicBezTo>
                <a:cubicBezTo>
                  <a:pt x="2775936" y="270754"/>
                  <a:pt x="2776301" y="269016"/>
                  <a:pt x="2776941" y="267279"/>
                </a:cubicBezTo>
                <a:cubicBezTo>
                  <a:pt x="2777673" y="265633"/>
                  <a:pt x="2778679" y="264170"/>
                  <a:pt x="2779867" y="262890"/>
                </a:cubicBezTo>
                <a:cubicBezTo>
                  <a:pt x="2781148" y="261610"/>
                  <a:pt x="2782611" y="260695"/>
                  <a:pt x="2784348" y="259964"/>
                </a:cubicBezTo>
                <a:cubicBezTo>
                  <a:pt x="2785994" y="259324"/>
                  <a:pt x="2787731" y="258958"/>
                  <a:pt x="2789560" y="258958"/>
                </a:cubicBezTo>
                <a:cubicBezTo>
                  <a:pt x="2791297" y="258958"/>
                  <a:pt x="2793035" y="259324"/>
                  <a:pt x="2794681" y="259964"/>
                </a:cubicBezTo>
                <a:cubicBezTo>
                  <a:pt x="2796418" y="260695"/>
                  <a:pt x="2797881" y="261610"/>
                  <a:pt x="2799161" y="262890"/>
                </a:cubicBezTo>
                <a:cubicBezTo>
                  <a:pt x="2800441" y="264170"/>
                  <a:pt x="2801356" y="265633"/>
                  <a:pt x="2802087" y="267279"/>
                </a:cubicBezTo>
                <a:cubicBezTo>
                  <a:pt x="2802727" y="269016"/>
                  <a:pt x="2803093" y="270754"/>
                  <a:pt x="2803093" y="272491"/>
                </a:cubicBezTo>
              </a:path>
              <a:path w="3103565" h="808604">
                <a:moveTo>
                  <a:pt x="3103565" y="258135"/>
                </a:moveTo>
                <a:cubicBezTo>
                  <a:pt x="3103565" y="259872"/>
                  <a:pt x="3103199" y="261610"/>
                  <a:pt x="3102559" y="263256"/>
                </a:cubicBezTo>
                <a:cubicBezTo>
                  <a:pt x="3101828" y="264902"/>
                  <a:pt x="3100913" y="266365"/>
                  <a:pt x="3099633" y="267645"/>
                </a:cubicBezTo>
                <a:cubicBezTo>
                  <a:pt x="3098353" y="268925"/>
                  <a:pt x="3096890" y="269931"/>
                  <a:pt x="3095153" y="270662"/>
                </a:cubicBezTo>
                <a:cubicBezTo>
                  <a:pt x="3093507" y="271302"/>
                  <a:pt x="3091769" y="271668"/>
                  <a:pt x="3090032" y="271668"/>
                </a:cubicBezTo>
                <a:cubicBezTo>
                  <a:pt x="3088203" y="271668"/>
                  <a:pt x="3086466" y="271302"/>
                  <a:pt x="3084820" y="270662"/>
                </a:cubicBezTo>
                <a:cubicBezTo>
                  <a:pt x="3083174" y="269931"/>
                  <a:pt x="3081619" y="268925"/>
                  <a:pt x="3080431" y="267645"/>
                </a:cubicBezTo>
                <a:cubicBezTo>
                  <a:pt x="3079151" y="266365"/>
                  <a:pt x="3078145" y="264902"/>
                  <a:pt x="3077413" y="263256"/>
                </a:cubicBezTo>
                <a:cubicBezTo>
                  <a:pt x="3076773" y="261610"/>
                  <a:pt x="3076407" y="259872"/>
                  <a:pt x="3076407" y="258135"/>
                </a:cubicBezTo>
                <a:cubicBezTo>
                  <a:pt x="3076407" y="256306"/>
                  <a:pt x="3076773" y="254569"/>
                  <a:pt x="3077413" y="252923"/>
                </a:cubicBezTo>
                <a:cubicBezTo>
                  <a:pt x="3078145" y="251277"/>
                  <a:pt x="3079151" y="249814"/>
                  <a:pt x="3080431" y="248534"/>
                </a:cubicBezTo>
                <a:cubicBezTo>
                  <a:pt x="3081619" y="247254"/>
                  <a:pt x="3083174" y="246248"/>
                  <a:pt x="3084820" y="245608"/>
                </a:cubicBezTo>
                <a:cubicBezTo>
                  <a:pt x="3086466" y="244876"/>
                  <a:pt x="3088203" y="244511"/>
                  <a:pt x="3090032" y="244511"/>
                </a:cubicBezTo>
                <a:cubicBezTo>
                  <a:pt x="3091769" y="244511"/>
                  <a:pt x="3093507" y="244876"/>
                  <a:pt x="3095153" y="245608"/>
                </a:cubicBezTo>
                <a:cubicBezTo>
                  <a:pt x="3096890" y="246248"/>
                  <a:pt x="3098353" y="247254"/>
                  <a:pt x="3099633" y="248534"/>
                </a:cubicBezTo>
                <a:cubicBezTo>
                  <a:pt x="3100913" y="249814"/>
                  <a:pt x="3101828" y="251277"/>
                  <a:pt x="3102559" y="252923"/>
                </a:cubicBezTo>
                <a:cubicBezTo>
                  <a:pt x="3103199" y="254569"/>
                  <a:pt x="3103565" y="256306"/>
                  <a:pt x="3103565" y="258135"/>
                </a:cubicBezTo>
              </a:path>
              <a:path w="3103565" h="808604">
                <a:moveTo>
                  <a:pt x="28986" y="34473"/>
                </a:moveTo>
                <a:cubicBezTo>
                  <a:pt x="28986" y="36210"/>
                  <a:pt x="28621" y="37948"/>
                  <a:pt x="27981" y="39594"/>
                </a:cubicBezTo>
                <a:cubicBezTo>
                  <a:pt x="27249" y="41331"/>
                  <a:pt x="26243" y="42794"/>
                  <a:pt x="24963" y="44074"/>
                </a:cubicBezTo>
                <a:cubicBezTo>
                  <a:pt x="23774" y="45263"/>
                  <a:pt x="22220" y="46269"/>
                  <a:pt x="20574" y="47000"/>
                </a:cubicBezTo>
                <a:cubicBezTo>
                  <a:pt x="18928" y="47640"/>
                  <a:pt x="17191" y="48006"/>
                  <a:pt x="15362" y="48006"/>
                </a:cubicBezTo>
                <a:cubicBezTo>
                  <a:pt x="13625" y="48006"/>
                  <a:pt x="11887" y="47640"/>
                  <a:pt x="10241" y="47000"/>
                </a:cubicBezTo>
                <a:cubicBezTo>
                  <a:pt x="8504" y="46269"/>
                  <a:pt x="7041" y="45263"/>
                  <a:pt x="5761" y="44074"/>
                </a:cubicBezTo>
                <a:cubicBezTo>
                  <a:pt x="4481" y="42794"/>
                  <a:pt x="3566" y="41331"/>
                  <a:pt x="2835" y="39594"/>
                </a:cubicBezTo>
                <a:cubicBezTo>
                  <a:pt x="2195" y="37948"/>
                  <a:pt x="1829" y="36210"/>
                  <a:pt x="1829" y="34473"/>
                </a:cubicBezTo>
                <a:cubicBezTo>
                  <a:pt x="1829" y="32644"/>
                  <a:pt x="2195" y="30907"/>
                  <a:pt x="2835" y="29261"/>
                </a:cubicBezTo>
                <a:cubicBezTo>
                  <a:pt x="3566" y="27615"/>
                  <a:pt x="4481" y="26152"/>
                  <a:pt x="5761" y="24872"/>
                </a:cubicBezTo>
                <a:cubicBezTo>
                  <a:pt x="7041" y="23592"/>
                  <a:pt x="8504" y="22586"/>
                  <a:pt x="10241" y="21946"/>
                </a:cubicBezTo>
                <a:cubicBezTo>
                  <a:pt x="11887" y="21214"/>
                  <a:pt x="13625" y="20848"/>
                  <a:pt x="15362" y="20848"/>
                </a:cubicBezTo>
                <a:cubicBezTo>
                  <a:pt x="17191" y="20848"/>
                  <a:pt x="18928" y="21214"/>
                  <a:pt x="20574" y="21946"/>
                </a:cubicBezTo>
                <a:cubicBezTo>
                  <a:pt x="22220" y="22586"/>
                  <a:pt x="23774" y="23592"/>
                  <a:pt x="24963" y="24872"/>
                </a:cubicBezTo>
                <a:cubicBezTo>
                  <a:pt x="26243" y="26152"/>
                  <a:pt x="27249" y="27615"/>
                  <a:pt x="27981" y="29261"/>
                </a:cubicBezTo>
                <a:cubicBezTo>
                  <a:pt x="28621" y="30907"/>
                  <a:pt x="28986" y="32644"/>
                  <a:pt x="28986" y="34473"/>
                </a:cubicBezTo>
              </a:path>
              <a:path w="3103565" h="808604">
                <a:moveTo>
                  <a:pt x="280264" y="99852"/>
                </a:moveTo>
                <a:cubicBezTo>
                  <a:pt x="280264" y="101590"/>
                  <a:pt x="279898" y="103327"/>
                  <a:pt x="279258" y="104973"/>
                </a:cubicBezTo>
                <a:cubicBezTo>
                  <a:pt x="278526" y="106710"/>
                  <a:pt x="277520" y="108174"/>
                  <a:pt x="276240" y="109454"/>
                </a:cubicBezTo>
                <a:cubicBezTo>
                  <a:pt x="274960" y="110642"/>
                  <a:pt x="273497" y="111648"/>
                  <a:pt x="271851" y="112380"/>
                </a:cubicBezTo>
                <a:cubicBezTo>
                  <a:pt x="270205" y="113020"/>
                  <a:pt x="268468" y="113386"/>
                  <a:pt x="266639" y="113386"/>
                </a:cubicBezTo>
                <a:cubicBezTo>
                  <a:pt x="264902" y="113386"/>
                  <a:pt x="263164" y="113020"/>
                  <a:pt x="261427" y="112380"/>
                </a:cubicBezTo>
                <a:cubicBezTo>
                  <a:pt x="259781" y="111648"/>
                  <a:pt x="258318" y="110642"/>
                  <a:pt x="257038" y="109454"/>
                </a:cubicBezTo>
                <a:cubicBezTo>
                  <a:pt x="255758" y="108174"/>
                  <a:pt x="254843" y="106710"/>
                  <a:pt x="254112" y="104973"/>
                </a:cubicBezTo>
                <a:cubicBezTo>
                  <a:pt x="253380" y="103327"/>
                  <a:pt x="253106" y="101590"/>
                  <a:pt x="253106" y="99852"/>
                </a:cubicBezTo>
                <a:cubicBezTo>
                  <a:pt x="253106" y="98024"/>
                  <a:pt x="253380" y="96286"/>
                  <a:pt x="254112" y="94640"/>
                </a:cubicBezTo>
                <a:cubicBezTo>
                  <a:pt x="254843" y="92994"/>
                  <a:pt x="255758" y="91531"/>
                  <a:pt x="257038" y="90251"/>
                </a:cubicBezTo>
                <a:cubicBezTo>
                  <a:pt x="258318" y="88971"/>
                  <a:pt x="259781" y="87965"/>
                  <a:pt x="261427" y="87325"/>
                </a:cubicBezTo>
                <a:cubicBezTo>
                  <a:pt x="263164" y="86594"/>
                  <a:pt x="264902" y="86228"/>
                  <a:pt x="266639" y="86228"/>
                </a:cubicBezTo>
                <a:cubicBezTo>
                  <a:pt x="268468" y="86228"/>
                  <a:pt x="270205" y="86594"/>
                  <a:pt x="271851" y="87325"/>
                </a:cubicBezTo>
                <a:cubicBezTo>
                  <a:pt x="273497" y="87965"/>
                  <a:pt x="274960" y="88971"/>
                  <a:pt x="276240" y="90251"/>
                </a:cubicBezTo>
                <a:cubicBezTo>
                  <a:pt x="277520" y="91531"/>
                  <a:pt x="278526" y="92994"/>
                  <a:pt x="279258" y="94640"/>
                </a:cubicBezTo>
                <a:cubicBezTo>
                  <a:pt x="279898" y="96286"/>
                  <a:pt x="280264" y="98024"/>
                  <a:pt x="280264" y="99852"/>
                </a:cubicBezTo>
              </a:path>
              <a:path w="3103565" h="808604">
                <a:moveTo>
                  <a:pt x="538856" y="15636"/>
                </a:moveTo>
                <a:cubicBezTo>
                  <a:pt x="538856" y="17374"/>
                  <a:pt x="538490" y="19111"/>
                  <a:pt x="537759" y="20848"/>
                </a:cubicBezTo>
                <a:cubicBezTo>
                  <a:pt x="537119" y="22494"/>
                  <a:pt x="536113" y="23957"/>
                  <a:pt x="534833" y="25237"/>
                </a:cubicBezTo>
                <a:cubicBezTo>
                  <a:pt x="533552" y="26518"/>
                  <a:pt x="532089" y="27432"/>
                  <a:pt x="530443" y="28164"/>
                </a:cubicBezTo>
                <a:cubicBezTo>
                  <a:pt x="528798" y="28804"/>
                  <a:pt x="527060" y="29169"/>
                  <a:pt x="525231" y="29169"/>
                </a:cubicBezTo>
                <a:cubicBezTo>
                  <a:pt x="523403" y="29169"/>
                  <a:pt x="521665" y="28804"/>
                  <a:pt x="520019" y="28164"/>
                </a:cubicBezTo>
                <a:cubicBezTo>
                  <a:pt x="518373" y="27432"/>
                  <a:pt x="516910" y="26518"/>
                  <a:pt x="515630" y="25237"/>
                </a:cubicBezTo>
                <a:cubicBezTo>
                  <a:pt x="514350" y="23957"/>
                  <a:pt x="513344" y="22494"/>
                  <a:pt x="512704" y="20848"/>
                </a:cubicBezTo>
                <a:cubicBezTo>
                  <a:pt x="511973" y="19111"/>
                  <a:pt x="511607" y="17374"/>
                  <a:pt x="511607" y="15636"/>
                </a:cubicBezTo>
                <a:cubicBezTo>
                  <a:pt x="511607" y="13807"/>
                  <a:pt x="511973" y="12070"/>
                  <a:pt x="512704" y="10424"/>
                </a:cubicBezTo>
                <a:cubicBezTo>
                  <a:pt x="513344" y="8778"/>
                  <a:pt x="514350" y="7315"/>
                  <a:pt x="515630" y="6035"/>
                </a:cubicBezTo>
                <a:cubicBezTo>
                  <a:pt x="516910" y="4755"/>
                  <a:pt x="518373" y="3749"/>
                  <a:pt x="520019" y="3109"/>
                </a:cubicBezTo>
                <a:cubicBezTo>
                  <a:pt x="521665" y="2377"/>
                  <a:pt x="523403" y="2103"/>
                  <a:pt x="525231" y="2103"/>
                </a:cubicBezTo>
                <a:cubicBezTo>
                  <a:pt x="527060" y="2103"/>
                  <a:pt x="528798" y="2377"/>
                  <a:pt x="530443" y="3109"/>
                </a:cubicBezTo>
                <a:cubicBezTo>
                  <a:pt x="532089" y="3749"/>
                  <a:pt x="533552" y="4755"/>
                  <a:pt x="534833" y="6035"/>
                </a:cubicBezTo>
                <a:cubicBezTo>
                  <a:pt x="536113" y="7315"/>
                  <a:pt x="537119" y="8778"/>
                  <a:pt x="537759" y="10424"/>
                </a:cubicBezTo>
                <a:cubicBezTo>
                  <a:pt x="538490" y="12070"/>
                  <a:pt x="538856" y="13807"/>
                  <a:pt x="538856" y="15636"/>
                </a:cubicBezTo>
              </a:path>
              <a:path w="3103565" h="808604">
                <a:moveTo>
                  <a:pt x="768553" y="13533"/>
                </a:moveTo>
                <a:cubicBezTo>
                  <a:pt x="768553" y="15362"/>
                  <a:pt x="768187" y="17099"/>
                  <a:pt x="767547" y="18745"/>
                </a:cubicBezTo>
                <a:cubicBezTo>
                  <a:pt x="766816" y="20391"/>
                  <a:pt x="765810" y="21854"/>
                  <a:pt x="764530" y="23134"/>
                </a:cubicBezTo>
                <a:cubicBezTo>
                  <a:pt x="763250" y="24414"/>
                  <a:pt x="761787" y="25420"/>
                  <a:pt x="760141" y="26060"/>
                </a:cubicBezTo>
                <a:cubicBezTo>
                  <a:pt x="758495" y="26792"/>
                  <a:pt x="756757" y="27158"/>
                  <a:pt x="754929" y="27158"/>
                </a:cubicBezTo>
                <a:cubicBezTo>
                  <a:pt x="753191" y="27158"/>
                  <a:pt x="751454" y="26792"/>
                  <a:pt x="749717" y="26060"/>
                </a:cubicBezTo>
                <a:cubicBezTo>
                  <a:pt x="748071" y="25420"/>
                  <a:pt x="746608" y="24414"/>
                  <a:pt x="745327" y="23134"/>
                </a:cubicBezTo>
                <a:cubicBezTo>
                  <a:pt x="744047" y="21854"/>
                  <a:pt x="743041" y="20391"/>
                  <a:pt x="742401" y="18745"/>
                </a:cubicBezTo>
                <a:cubicBezTo>
                  <a:pt x="741670" y="17099"/>
                  <a:pt x="741396" y="15362"/>
                  <a:pt x="741396" y="13533"/>
                </a:cubicBezTo>
                <a:cubicBezTo>
                  <a:pt x="741396" y="11796"/>
                  <a:pt x="741670" y="10058"/>
                  <a:pt x="742401" y="8412"/>
                </a:cubicBezTo>
                <a:cubicBezTo>
                  <a:pt x="743041" y="6675"/>
                  <a:pt x="744047" y="5212"/>
                  <a:pt x="745327" y="3932"/>
                </a:cubicBezTo>
                <a:cubicBezTo>
                  <a:pt x="746608" y="2743"/>
                  <a:pt x="748071" y="1737"/>
                  <a:pt x="749717" y="1006"/>
                </a:cubicBezTo>
                <a:cubicBezTo>
                  <a:pt x="751454" y="366"/>
                  <a:pt x="753191" y="0"/>
                  <a:pt x="754929" y="0"/>
                </a:cubicBezTo>
                <a:cubicBezTo>
                  <a:pt x="756757" y="0"/>
                  <a:pt x="758495" y="366"/>
                  <a:pt x="760141" y="1006"/>
                </a:cubicBezTo>
                <a:cubicBezTo>
                  <a:pt x="761787" y="1737"/>
                  <a:pt x="763250" y="2743"/>
                  <a:pt x="764530" y="3932"/>
                </a:cubicBezTo>
                <a:cubicBezTo>
                  <a:pt x="765810" y="5212"/>
                  <a:pt x="766816" y="6675"/>
                  <a:pt x="767547" y="8412"/>
                </a:cubicBezTo>
                <a:cubicBezTo>
                  <a:pt x="768187" y="10058"/>
                  <a:pt x="768553" y="11796"/>
                  <a:pt x="768553" y="13533"/>
                </a:cubicBezTo>
              </a:path>
              <a:path w="3103565" h="808604">
                <a:moveTo>
                  <a:pt x="945032" y="59893"/>
                </a:moveTo>
                <a:cubicBezTo>
                  <a:pt x="945032" y="61631"/>
                  <a:pt x="944667" y="63368"/>
                  <a:pt x="944027" y="65014"/>
                </a:cubicBezTo>
                <a:cubicBezTo>
                  <a:pt x="943295" y="66660"/>
                  <a:pt x="942289" y="68214"/>
                  <a:pt x="941009" y="69403"/>
                </a:cubicBezTo>
                <a:cubicBezTo>
                  <a:pt x="939729" y="70683"/>
                  <a:pt x="938266" y="71689"/>
                  <a:pt x="936620" y="72420"/>
                </a:cubicBezTo>
                <a:cubicBezTo>
                  <a:pt x="934974" y="73061"/>
                  <a:pt x="933237" y="73426"/>
                  <a:pt x="931408" y="73426"/>
                </a:cubicBezTo>
                <a:cubicBezTo>
                  <a:pt x="929670" y="73426"/>
                  <a:pt x="927933" y="73061"/>
                  <a:pt x="926196" y="72420"/>
                </a:cubicBezTo>
                <a:cubicBezTo>
                  <a:pt x="924550" y="71689"/>
                  <a:pt x="923087" y="70683"/>
                  <a:pt x="921807" y="69403"/>
                </a:cubicBezTo>
                <a:cubicBezTo>
                  <a:pt x="920526" y="68214"/>
                  <a:pt x="919612" y="66660"/>
                  <a:pt x="918881" y="65014"/>
                </a:cubicBezTo>
                <a:cubicBezTo>
                  <a:pt x="918149" y="63368"/>
                  <a:pt x="917875" y="61631"/>
                  <a:pt x="917875" y="59893"/>
                </a:cubicBezTo>
                <a:cubicBezTo>
                  <a:pt x="917875" y="58064"/>
                  <a:pt x="918149" y="56327"/>
                  <a:pt x="918881" y="54681"/>
                </a:cubicBezTo>
                <a:cubicBezTo>
                  <a:pt x="919612" y="53035"/>
                  <a:pt x="920526" y="51572"/>
                  <a:pt x="921807" y="50292"/>
                </a:cubicBezTo>
                <a:cubicBezTo>
                  <a:pt x="923087" y="49012"/>
                  <a:pt x="924550" y="48006"/>
                  <a:pt x="926196" y="47366"/>
                </a:cubicBezTo>
                <a:cubicBezTo>
                  <a:pt x="927933" y="46634"/>
                  <a:pt x="929670" y="46269"/>
                  <a:pt x="931408" y="46269"/>
                </a:cubicBezTo>
                <a:cubicBezTo>
                  <a:pt x="933237" y="46269"/>
                  <a:pt x="934974" y="46634"/>
                  <a:pt x="936620" y="47366"/>
                </a:cubicBezTo>
                <a:cubicBezTo>
                  <a:pt x="938266" y="48006"/>
                  <a:pt x="939729" y="49012"/>
                  <a:pt x="941009" y="50292"/>
                </a:cubicBezTo>
                <a:cubicBezTo>
                  <a:pt x="942289" y="51572"/>
                  <a:pt x="943295" y="53035"/>
                  <a:pt x="944027" y="54681"/>
                </a:cubicBezTo>
                <a:cubicBezTo>
                  <a:pt x="944667" y="56327"/>
                  <a:pt x="945032" y="58064"/>
                  <a:pt x="945032" y="59893"/>
                </a:cubicBezTo>
              </a:path>
              <a:path w="3103565" h="808604">
                <a:moveTo>
                  <a:pt x="1144006" y="32553"/>
                </a:moveTo>
                <a:cubicBezTo>
                  <a:pt x="1144006" y="34290"/>
                  <a:pt x="1143732" y="36027"/>
                  <a:pt x="1143000" y="37765"/>
                </a:cubicBezTo>
                <a:cubicBezTo>
                  <a:pt x="1142360" y="39411"/>
                  <a:pt x="1141354" y="40874"/>
                  <a:pt x="1140074" y="42154"/>
                </a:cubicBezTo>
                <a:cubicBezTo>
                  <a:pt x="1138794" y="43434"/>
                  <a:pt x="1137331" y="44348"/>
                  <a:pt x="1135685" y="45080"/>
                </a:cubicBezTo>
                <a:cubicBezTo>
                  <a:pt x="1134039" y="45720"/>
                  <a:pt x="1132302" y="46086"/>
                  <a:pt x="1130473" y="46086"/>
                </a:cubicBezTo>
                <a:cubicBezTo>
                  <a:pt x="1128644" y="46086"/>
                  <a:pt x="1126907" y="45720"/>
                  <a:pt x="1125261" y="45080"/>
                </a:cubicBezTo>
                <a:cubicBezTo>
                  <a:pt x="1123615" y="44348"/>
                  <a:pt x="1122152" y="43434"/>
                  <a:pt x="1120872" y="42154"/>
                </a:cubicBezTo>
                <a:cubicBezTo>
                  <a:pt x="1119591" y="40874"/>
                  <a:pt x="1118586" y="39411"/>
                  <a:pt x="1117945" y="37765"/>
                </a:cubicBezTo>
                <a:cubicBezTo>
                  <a:pt x="1117214" y="36027"/>
                  <a:pt x="1116848" y="34290"/>
                  <a:pt x="1116848" y="32553"/>
                </a:cubicBezTo>
                <a:cubicBezTo>
                  <a:pt x="1116848" y="30724"/>
                  <a:pt x="1117214" y="28986"/>
                  <a:pt x="1117945" y="27341"/>
                </a:cubicBezTo>
                <a:cubicBezTo>
                  <a:pt x="1118586" y="25695"/>
                  <a:pt x="1119591" y="24232"/>
                  <a:pt x="1120872" y="22951"/>
                </a:cubicBezTo>
                <a:cubicBezTo>
                  <a:pt x="1122152" y="21671"/>
                  <a:pt x="1123615" y="20665"/>
                  <a:pt x="1125261" y="20025"/>
                </a:cubicBezTo>
                <a:cubicBezTo>
                  <a:pt x="1126907" y="19294"/>
                  <a:pt x="1128644" y="19020"/>
                  <a:pt x="1130473" y="19020"/>
                </a:cubicBezTo>
                <a:cubicBezTo>
                  <a:pt x="1132302" y="19020"/>
                  <a:pt x="1134039" y="19294"/>
                  <a:pt x="1135685" y="20025"/>
                </a:cubicBezTo>
                <a:cubicBezTo>
                  <a:pt x="1137331" y="20665"/>
                  <a:pt x="1138794" y="21671"/>
                  <a:pt x="1140074" y="22951"/>
                </a:cubicBezTo>
                <a:cubicBezTo>
                  <a:pt x="1141354" y="24232"/>
                  <a:pt x="1142360" y="25695"/>
                  <a:pt x="1143000" y="27341"/>
                </a:cubicBezTo>
                <a:cubicBezTo>
                  <a:pt x="1143732" y="28986"/>
                  <a:pt x="1144006" y="30724"/>
                  <a:pt x="1144006" y="32553"/>
                </a:cubicBezTo>
              </a:path>
              <a:path w="3103565" h="808604">
                <a:moveTo>
                  <a:pt x="1371874" y="98298"/>
                </a:moveTo>
                <a:cubicBezTo>
                  <a:pt x="1371874" y="100127"/>
                  <a:pt x="1371509" y="101864"/>
                  <a:pt x="1370868" y="103510"/>
                </a:cubicBezTo>
                <a:cubicBezTo>
                  <a:pt x="1370137" y="105156"/>
                  <a:pt x="1369131" y="106619"/>
                  <a:pt x="1367851" y="107899"/>
                </a:cubicBezTo>
                <a:cubicBezTo>
                  <a:pt x="1366571" y="109179"/>
                  <a:pt x="1365108" y="110185"/>
                  <a:pt x="1363462" y="110825"/>
                </a:cubicBezTo>
                <a:cubicBezTo>
                  <a:pt x="1361816" y="111557"/>
                  <a:pt x="1360079" y="111831"/>
                  <a:pt x="1358250" y="111831"/>
                </a:cubicBezTo>
                <a:cubicBezTo>
                  <a:pt x="1356512" y="111831"/>
                  <a:pt x="1354775" y="111557"/>
                  <a:pt x="1353038" y="110825"/>
                </a:cubicBezTo>
                <a:cubicBezTo>
                  <a:pt x="1351392" y="110185"/>
                  <a:pt x="1349929" y="109179"/>
                  <a:pt x="1348649" y="107899"/>
                </a:cubicBezTo>
                <a:cubicBezTo>
                  <a:pt x="1347368" y="106619"/>
                  <a:pt x="1346454" y="105156"/>
                  <a:pt x="1345722" y="103510"/>
                </a:cubicBezTo>
                <a:cubicBezTo>
                  <a:pt x="1344991" y="101864"/>
                  <a:pt x="1344717" y="100127"/>
                  <a:pt x="1344717" y="98298"/>
                </a:cubicBezTo>
                <a:cubicBezTo>
                  <a:pt x="1344717" y="96561"/>
                  <a:pt x="1344991" y="94823"/>
                  <a:pt x="1345722" y="93086"/>
                </a:cubicBezTo>
                <a:cubicBezTo>
                  <a:pt x="1346454" y="91440"/>
                  <a:pt x="1347368" y="89977"/>
                  <a:pt x="1348649" y="88697"/>
                </a:cubicBezTo>
                <a:cubicBezTo>
                  <a:pt x="1349929" y="87417"/>
                  <a:pt x="1351392" y="86502"/>
                  <a:pt x="1353038" y="85771"/>
                </a:cubicBezTo>
                <a:cubicBezTo>
                  <a:pt x="1354775" y="85131"/>
                  <a:pt x="1356512" y="84765"/>
                  <a:pt x="1358250" y="84765"/>
                </a:cubicBezTo>
                <a:cubicBezTo>
                  <a:pt x="1360079" y="84765"/>
                  <a:pt x="1361816" y="85131"/>
                  <a:pt x="1363462" y="85771"/>
                </a:cubicBezTo>
                <a:cubicBezTo>
                  <a:pt x="1365108" y="86502"/>
                  <a:pt x="1366571" y="87417"/>
                  <a:pt x="1367851" y="88697"/>
                </a:cubicBezTo>
                <a:cubicBezTo>
                  <a:pt x="1369131" y="89977"/>
                  <a:pt x="1370137" y="91440"/>
                  <a:pt x="1370868" y="93086"/>
                </a:cubicBezTo>
                <a:cubicBezTo>
                  <a:pt x="1371509" y="94823"/>
                  <a:pt x="1371874" y="96561"/>
                  <a:pt x="1371874" y="98298"/>
                </a:cubicBezTo>
              </a:path>
              <a:path w="3103565" h="808604">
                <a:moveTo>
                  <a:pt x="1621506" y="87325"/>
                </a:moveTo>
                <a:cubicBezTo>
                  <a:pt x="1621506" y="89154"/>
                  <a:pt x="1621140" y="90891"/>
                  <a:pt x="1620408" y="92537"/>
                </a:cubicBezTo>
                <a:cubicBezTo>
                  <a:pt x="1619768" y="94183"/>
                  <a:pt x="1618762" y="95646"/>
                  <a:pt x="1617482" y="96926"/>
                </a:cubicBezTo>
                <a:cubicBezTo>
                  <a:pt x="1616202" y="98207"/>
                  <a:pt x="1614739" y="99121"/>
                  <a:pt x="1613093" y="99852"/>
                </a:cubicBezTo>
                <a:cubicBezTo>
                  <a:pt x="1611447" y="100493"/>
                  <a:pt x="1609710" y="100858"/>
                  <a:pt x="1607881" y="100858"/>
                </a:cubicBezTo>
                <a:cubicBezTo>
                  <a:pt x="1606052" y="100858"/>
                  <a:pt x="1604315" y="100493"/>
                  <a:pt x="1602669" y="99852"/>
                </a:cubicBezTo>
                <a:cubicBezTo>
                  <a:pt x="1601023" y="99121"/>
                  <a:pt x="1599560" y="98207"/>
                  <a:pt x="1598280" y="96926"/>
                </a:cubicBezTo>
                <a:cubicBezTo>
                  <a:pt x="1597000" y="95646"/>
                  <a:pt x="1595994" y="94183"/>
                  <a:pt x="1595354" y="92537"/>
                </a:cubicBezTo>
                <a:cubicBezTo>
                  <a:pt x="1594622" y="90891"/>
                  <a:pt x="1594256" y="89154"/>
                  <a:pt x="1594256" y="87325"/>
                </a:cubicBezTo>
                <a:cubicBezTo>
                  <a:pt x="1594256" y="85496"/>
                  <a:pt x="1594622" y="83759"/>
                  <a:pt x="1595354" y="82113"/>
                </a:cubicBezTo>
                <a:cubicBezTo>
                  <a:pt x="1595994" y="80467"/>
                  <a:pt x="1597000" y="79004"/>
                  <a:pt x="1598280" y="77724"/>
                </a:cubicBezTo>
                <a:cubicBezTo>
                  <a:pt x="1599560" y="76444"/>
                  <a:pt x="1601023" y="75438"/>
                  <a:pt x="1602669" y="74798"/>
                </a:cubicBezTo>
                <a:cubicBezTo>
                  <a:pt x="1604315" y="74066"/>
                  <a:pt x="1606052" y="73792"/>
                  <a:pt x="1607881" y="73792"/>
                </a:cubicBezTo>
                <a:cubicBezTo>
                  <a:pt x="1609710" y="73792"/>
                  <a:pt x="1611447" y="74066"/>
                  <a:pt x="1613093" y="74798"/>
                </a:cubicBezTo>
                <a:cubicBezTo>
                  <a:pt x="1614739" y="75438"/>
                  <a:pt x="1616202" y="76444"/>
                  <a:pt x="1617482" y="77724"/>
                </a:cubicBezTo>
                <a:cubicBezTo>
                  <a:pt x="1618762" y="79004"/>
                  <a:pt x="1619768" y="80467"/>
                  <a:pt x="1620408" y="82113"/>
                </a:cubicBezTo>
                <a:cubicBezTo>
                  <a:pt x="1621140" y="83759"/>
                  <a:pt x="1621506" y="85496"/>
                  <a:pt x="1621506" y="87325"/>
                </a:cubicBezTo>
              </a:path>
              <a:path w="3103565" h="808604">
                <a:moveTo>
                  <a:pt x="1869308" y="100035"/>
                </a:moveTo>
                <a:cubicBezTo>
                  <a:pt x="1869308" y="101864"/>
                  <a:pt x="1868942" y="103602"/>
                  <a:pt x="1868302" y="105247"/>
                </a:cubicBezTo>
                <a:cubicBezTo>
                  <a:pt x="1867571" y="106893"/>
                  <a:pt x="1866565" y="108356"/>
                  <a:pt x="1865285" y="109637"/>
                </a:cubicBezTo>
                <a:cubicBezTo>
                  <a:pt x="1864096" y="110917"/>
                  <a:pt x="1862541" y="111923"/>
                  <a:pt x="1860895" y="112563"/>
                </a:cubicBezTo>
                <a:cubicBezTo>
                  <a:pt x="1859250" y="113294"/>
                  <a:pt x="1857512" y="113660"/>
                  <a:pt x="1855683" y="113660"/>
                </a:cubicBezTo>
                <a:cubicBezTo>
                  <a:pt x="1853946" y="113660"/>
                  <a:pt x="1852209" y="113294"/>
                  <a:pt x="1850563" y="112563"/>
                </a:cubicBezTo>
                <a:cubicBezTo>
                  <a:pt x="1848825" y="111923"/>
                  <a:pt x="1847362" y="110917"/>
                  <a:pt x="1846082" y="109637"/>
                </a:cubicBezTo>
                <a:cubicBezTo>
                  <a:pt x="1844802" y="108356"/>
                  <a:pt x="1843888" y="106893"/>
                  <a:pt x="1843156" y="105247"/>
                </a:cubicBezTo>
                <a:cubicBezTo>
                  <a:pt x="1842516" y="103602"/>
                  <a:pt x="1842150" y="101864"/>
                  <a:pt x="1842150" y="100035"/>
                </a:cubicBezTo>
                <a:cubicBezTo>
                  <a:pt x="1842150" y="98298"/>
                  <a:pt x="1842516" y="96561"/>
                  <a:pt x="1843156" y="94915"/>
                </a:cubicBezTo>
                <a:cubicBezTo>
                  <a:pt x="1843888" y="93269"/>
                  <a:pt x="1844802" y="91714"/>
                  <a:pt x="1846082" y="90526"/>
                </a:cubicBezTo>
                <a:cubicBezTo>
                  <a:pt x="1847362" y="89245"/>
                  <a:pt x="1848825" y="88240"/>
                  <a:pt x="1850563" y="87508"/>
                </a:cubicBezTo>
                <a:cubicBezTo>
                  <a:pt x="1852209" y="86868"/>
                  <a:pt x="1853946" y="86502"/>
                  <a:pt x="1855683" y="86502"/>
                </a:cubicBezTo>
                <a:cubicBezTo>
                  <a:pt x="1857512" y="86502"/>
                  <a:pt x="1859250" y="86868"/>
                  <a:pt x="1860895" y="87508"/>
                </a:cubicBezTo>
                <a:cubicBezTo>
                  <a:pt x="1862541" y="88240"/>
                  <a:pt x="1864096" y="89245"/>
                  <a:pt x="1865285" y="90526"/>
                </a:cubicBezTo>
                <a:cubicBezTo>
                  <a:pt x="1866565" y="91714"/>
                  <a:pt x="1867571" y="93269"/>
                  <a:pt x="1868302" y="94915"/>
                </a:cubicBezTo>
                <a:cubicBezTo>
                  <a:pt x="1868942" y="96561"/>
                  <a:pt x="1869308" y="98298"/>
                  <a:pt x="1869308" y="100035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15" name="Forma 14"/>
          <p:cNvSpPr/>
          <p:nvPr/>
        </p:nvSpPr>
        <p:spPr>
          <a:xfrm>
            <a:off x="7107997" y="3503066"/>
            <a:ext cx="68397" cy="68306"/>
          </a:xfrm>
          <a:custGeom>
            <a:avLst/>
            <a:gdLst/>
            <a:ahLst/>
            <a:cxnLst/>
            <a:rect l="l" t="t" r="r" b="b"/>
            <a:pathLst>
              <a:path w="68397" h="68306">
                <a:moveTo>
                  <a:pt x="68397" y="34107"/>
                </a:moveTo>
                <a:cubicBezTo>
                  <a:pt x="68397" y="38679"/>
                  <a:pt x="67574" y="43068"/>
                  <a:pt x="65837" y="47183"/>
                </a:cubicBezTo>
                <a:cubicBezTo>
                  <a:pt x="64099" y="51389"/>
                  <a:pt x="61631" y="55047"/>
                  <a:pt x="58430" y="58247"/>
                </a:cubicBezTo>
                <a:cubicBezTo>
                  <a:pt x="55230" y="61448"/>
                  <a:pt x="51481" y="63917"/>
                  <a:pt x="47274" y="65654"/>
                </a:cubicBezTo>
                <a:cubicBezTo>
                  <a:pt x="43160" y="67391"/>
                  <a:pt x="38771" y="68306"/>
                  <a:pt x="34199" y="68306"/>
                </a:cubicBezTo>
                <a:cubicBezTo>
                  <a:pt x="29718" y="68306"/>
                  <a:pt x="25329" y="67391"/>
                  <a:pt x="21123" y="65654"/>
                </a:cubicBezTo>
                <a:cubicBezTo>
                  <a:pt x="16916" y="63917"/>
                  <a:pt x="13259" y="61448"/>
                  <a:pt x="10058" y="58247"/>
                </a:cubicBezTo>
                <a:cubicBezTo>
                  <a:pt x="6858" y="55047"/>
                  <a:pt x="4298" y="51389"/>
                  <a:pt x="2560" y="47183"/>
                </a:cubicBezTo>
                <a:cubicBezTo>
                  <a:pt x="823" y="43068"/>
                  <a:pt x="0" y="38679"/>
                  <a:pt x="0" y="34107"/>
                </a:cubicBezTo>
                <a:cubicBezTo>
                  <a:pt x="0" y="29627"/>
                  <a:pt x="823" y="25237"/>
                  <a:pt x="2560" y="21123"/>
                </a:cubicBezTo>
                <a:cubicBezTo>
                  <a:pt x="4298" y="16916"/>
                  <a:pt x="6858" y="13167"/>
                  <a:pt x="10058" y="9967"/>
                </a:cubicBezTo>
                <a:cubicBezTo>
                  <a:pt x="13259" y="6767"/>
                  <a:pt x="16916" y="4298"/>
                  <a:pt x="21123" y="2560"/>
                </a:cubicBezTo>
                <a:cubicBezTo>
                  <a:pt x="25329" y="823"/>
                  <a:pt x="29718" y="0"/>
                  <a:pt x="34199" y="0"/>
                </a:cubicBezTo>
                <a:cubicBezTo>
                  <a:pt x="38771" y="0"/>
                  <a:pt x="43160" y="823"/>
                  <a:pt x="47274" y="2560"/>
                </a:cubicBezTo>
                <a:cubicBezTo>
                  <a:pt x="51481" y="4298"/>
                  <a:pt x="55230" y="6767"/>
                  <a:pt x="58430" y="9967"/>
                </a:cubicBezTo>
                <a:cubicBezTo>
                  <a:pt x="61631" y="13167"/>
                  <a:pt x="64099" y="16916"/>
                  <a:pt x="65837" y="21123"/>
                </a:cubicBezTo>
                <a:cubicBezTo>
                  <a:pt x="67574" y="25237"/>
                  <a:pt x="68397" y="29627"/>
                  <a:pt x="68397" y="34107"/>
                </a:cubicBezTo>
              </a:path>
            </a:pathLst>
          </a:custGeom>
          <a:solidFill>
            <a:srgbClr val="C64B35"/>
          </a:solidFill>
          <a:ln w="11570">
            <a:solidFill>
              <a:srgbClr val="F2EFE6"/>
            </a:solidFill>
            <a:prstDash val="solid"/>
          </a:ln>
        </p:spPr>
      </p:sp>
      <p:sp>
        <p:nvSpPr>
          <p:cNvPr id="16" name="Forma 15"/>
          <p:cNvSpPr/>
          <p:nvPr/>
        </p:nvSpPr>
        <p:spPr>
          <a:xfrm>
            <a:off x="5093391" y="2288103"/>
            <a:ext cx="3106765" cy="1263061"/>
          </a:xfrm>
          <a:custGeom>
            <a:avLst/>
            <a:gdLst/>
            <a:ahLst/>
            <a:cxnLst/>
            <a:rect l="l" t="t" r="r" b="b"/>
            <a:pathLst>
              <a:path w="3106765" h="1263061">
                <a:moveTo>
                  <a:pt x="2306757" y="1224473"/>
                </a:moveTo>
                <a:cubicBezTo>
                  <a:pt x="2306757" y="1226302"/>
                  <a:pt x="2306391" y="1228039"/>
                  <a:pt x="2305751" y="1229685"/>
                </a:cubicBezTo>
                <a:cubicBezTo>
                  <a:pt x="2305020" y="1231331"/>
                  <a:pt x="2304105" y="1232794"/>
                  <a:pt x="2302825" y="1234074"/>
                </a:cubicBezTo>
                <a:cubicBezTo>
                  <a:pt x="2301545" y="1235354"/>
                  <a:pt x="2300082" y="1236360"/>
                  <a:pt x="2298344" y="1237000"/>
                </a:cubicBezTo>
                <a:cubicBezTo>
                  <a:pt x="2296698" y="1237732"/>
                  <a:pt x="2294961" y="1238006"/>
                  <a:pt x="2293224" y="1238006"/>
                </a:cubicBezTo>
                <a:cubicBezTo>
                  <a:pt x="2291395" y="1238006"/>
                  <a:pt x="2289658" y="1237732"/>
                  <a:pt x="2288012" y="1237000"/>
                </a:cubicBezTo>
                <a:cubicBezTo>
                  <a:pt x="2286274" y="1236360"/>
                  <a:pt x="2284811" y="1235354"/>
                  <a:pt x="2283531" y="1234074"/>
                </a:cubicBezTo>
                <a:cubicBezTo>
                  <a:pt x="2282342" y="1232794"/>
                  <a:pt x="2281337" y="1231331"/>
                  <a:pt x="2280605" y="1229685"/>
                </a:cubicBezTo>
                <a:cubicBezTo>
                  <a:pt x="2279965" y="1228039"/>
                  <a:pt x="2279599" y="1226302"/>
                  <a:pt x="2279599" y="1224473"/>
                </a:cubicBezTo>
                <a:cubicBezTo>
                  <a:pt x="2279599" y="1222736"/>
                  <a:pt x="2279965" y="1220998"/>
                  <a:pt x="2280605" y="1219261"/>
                </a:cubicBezTo>
                <a:cubicBezTo>
                  <a:pt x="2281337" y="1217615"/>
                  <a:pt x="2282342" y="1216152"/>
                  <a:pt x="2283531" y="1214872"/>
                </a:cubicBezTo>
                <a:cubicBezTo>
                  <a:pt x="2284811" y="1213592"/>
                  <a:pt x="2286274" y="1212677"/>
                  <a:pt x="2288012" y="1211946"/>
                </a:cubicBezTo>
                <a:cubicBezTo>
                  <a:pt x="2289658" y="1211306"/>
                  <a:pt x="2291395" y="1210940"/>
                  <a:pt x="2293224" y="1210940"/>
                </a:cubicBezTo>
                <a:cubicBezTo>
                  <a:pt x="2294961" y="1210940"/>
                  <a:pt x="2296698" y="1211306"/>
                  <a:pt x="2298344" y="1211946"/>
                </a:cubicBezTo>
                <a:cubicBezTo>
                  <a:pt x="2300082" y="1212677"/>
                  <a:pt x="2301545" y="1213592"/>
                  <a:pt x="2302825" y="1214872"/>
                </a:cubicBezTo>
                <a:cubicBezTo>
                  <a:pt x="2304105" y="1216152"/>
                  <a:pt x="2305020" y="1217615"/>
                  <a:pt x="2305751" y="1219261"/>
                </a:cubicBezTo>
                <a:cubicBezTo>
                  <a:pt x="2306391" y="1220998"/>
                  <a:pt x="2306757" y="1222736"/>
                  <a:pt x="2306757" y="1224473"/>
                </a:cubicBezTo>
              </a:path>
              <a:path w="3106765" h="1263061">
                <a:moveTo>
                  <a:pt x="2530511" y="1165220"/>
                </a:moveTo>
                <a:cubicBezTo>
                  <a:pt x="2530511" y="1167049"/>
                  <a:pt x="2530236" y="1168786"/>
                  <a:pt x="2529505" y="1170432"/>
                </a:cubicBezTo>
                <a:cubicBezTo>
                  <a:pt x="2528865" y="1172078"/>
                  <a:pt x="2527859" y="1173541"/>
                  <a:pt x="2526579" y="1174821"/>
                </a:cubicBezTo>
                <a:cubicBezTo>
                  <a:pt x="2525298" y="1176101"/>
                  <a:pt x="2523835" y="1177107"/>
                  <a:pt x="2522190" y="1177747"/>
                </a:cubicBezTo>
                <a:cubicBezTo>
                  <a:pt x="2520544" y="1178479"/>
                  <a:pt x="2518806" y="1178844"/>
                  <a:pt x="2516977" y="1178844"/>
                </a:cubicBezTo>
                <a:cubicBezTo>
                  <a:pt x="2515149" y="1178844"/>
                  <a:pt x="2513411" y="1178479"/>
                  <a:pt x="2511765" y="1177747"/>
                </a:cubicBezTo>
                <a:cubicBezTo>
                  <a:pt x="2510119" y="1177107"/>
                  <a:pt x="2508656" y="1176101"/>
                  <a:pt x="2507376" y="1174821"/>
                </a:cubicBezTo>
                <a:cubicBezTo>
                  <a:pt x="2506096" y="1173541"/>
                  <a:pt x="2505090" y="1172078"/>
                  <a:pt x="2504450" y="1170432"/>
                </a:cubicBezTo>
                <a:cubicBezTo>
                  <a:pt x="2503719" y="1168786"/>
                  <a:pt x="2503353" y="1167049"/>
                  <a:pt x="2503353" y="1165220"/>
                </a:cubicBezTo>
                <a:cubicBezTo>
                  <a:pt x="2503353" y="1163483"/>
                  <a:pt x="2503719" y="1161745"/>
                  <a:pt x="2504450" y="1160099"/>
                </a:cubicBezTo>
                <a:cubicBezTo>
                  <a:pt x="2505090" y="1158362"/>
                  <a:pt x="2506096" y="1156899"/>
                  <a:pt x="2507376" y="1155619"/>
                </a:cubicBezTo>
                <a:cubicBezTo>
                  <a:pt x="2508656" y="1154430"/>
                  <a:pt x="2510119" y="1153424"/>
                  <a:pt x="2511765" y="1152693"/>
                </a:cubicBezTo>
                <a:cubicBezTo>
                  <a:pt x="2513411" y="1152053"/>
                  <a:pt x="2515149" y="1151687"/>
                  <a:pt x="2516977" y="1151687"/>
                </a:cubicBezTo>
                <a:cubicBezTo>
                  <a:pt x="2518806" y="1151687"/>
                  <a:pt x="2520544" y="1152053"/>
                  <a:pt x="2522190" y="1152693"/>
                </a:cubicBezTo>
                <a:cubicBezTo>
                  <a:pt x="2523835" y="1153424"/>
                  <a:pt x="2525298" y="1154430"/>
                  <a:pt x="2526579" y="1155619"/>
                </a:cubicBezTo>
                <a:cubicBezTo>
                  <a:pt x="2527859" y="1156899"/>
                  <a:pt x="2528865" y="1158362"/>
                  <a:pt x="2529505" y="1160099"/>
                </a:cubicBezTo>
                <a:cubicBezTo>
                  <a:pt x="2530236" y="1161745"/>
                  <a:pt x="2530511" y="1163483"/>
                  <a:pt x="2530511" y="1165220"/>
                </a:cubicBezTo>
              </a:path>
              <a:path w="3106765" h="1263061">
                <a:moveTo>
                  <a:pt x="2831622" y="1249528"/>
                </a:moveTo>
                <a:cubicBezTo>
                  <a:pt x="2831622" y="1251265"/>
                  <a:pt x="2831257" y="1253002"/>
                  <a:pt x="2830525" y="1254648"/>
                </a:cubicBezTo>
                <a:cubicBezTo>
                  <a:pt x="2829885" y="1256386"/>
                  <a:pt x="2828879" y="1257849"/>
                  <a:pt x="2827599" y="1259129"/>
                </a:cubicBezTo>
                <a:cubicBezTo>
                  <a:pt x="2826319" y="1260318"/>
                  <a:pt x="2824856" y="1261323"/>
                  <a:pt x="2823210" y="1262055"/>
                </a:cubicBezTo>
                <a:cubicBezTo>
                  <a:pt x="2821564" y="1262695"/>
                  <a:pt x="2819827" y="1263061"/>
                  <a:pt x="2817998" y="1263061"/>
                </a:cubicBezTo>
                <a:cubicBezTo>
                  <a:pt x="2816169" y="1263061"/>
                  <a:pt x="2814432" y="1262695"/>
                  <a:pt x="2812786" y="1262055"/>
                </a:cubicBezTo>
                <a:cubicBezTo>
                  <a:pt x="2811140" y="1261323"/>
                  <a:pt x="2809677" y="1260318"/>
                  <a:pt x="2808397" y="1259129"/>
                </a:cubicBezTo>
                <a:cubicBezTo>
                  <a:pt x="2807117" y="1257849"/>
                  <a:pt x="2806111" y="1256386"/>
                  <a:pt x="2805471" y="1254648"/>
                </a:cubicBezTo>
                <a:cubicBezTo>
                  <a:pt x="2804739" y="1253002"/>
                  <a:pt x="2804373" y="1251265"/>
                  <a:pt x="2804373" y="1249528"/>
                </a:cubicBezTo>
                <a:cubicBezTo>
                  <a:pt x="2804373" y="1247699"/>
                  <a:pt x="2804739" y="1245961"/>
                  <a:pt x="2805471" y="1244316"/>
                </a:cubicBezTo>
                <a:cubicBezTo>
                  <a:pt x="2806111" y="1242670"/>
                  <a:pt x="2807117" y="1241207"/>
                  <a:pt x="2808397" y="1239926"/>
                </a:cubicBezTo>
                <a:cubicBezTo>
                  <a:pt x="2809677" y="1238646"/>
                  <a:pt x="2811140" y="1237640"/>
                  <a:pt x="2812786" y="1237000"/>
                </a:cubicBezTo>
                <a:cubicBezTo>
                  <a:pt x="2814432" y="1236269"/>
                  <a:pt x="2816169" y="1235903"/>
                  <a:pt x="2817998" y="1235903"/>
                </a:cubicBezTo>
                <a:cubicBezTo>
                  <a:pt x="2819827" y="1235903"/>
                  <a:pt x="2821564" y="1236269"/>
                  <a:pt x="2823210" y="1237000"/>
                </a:cubicBezTo>
                <a:cubicBezTo>
                  <a:pt x="2824856" y="1237640"/>
                  <a:pt x="2826319" y="1238646"/>
                  <a:pt x="2827599" y="1239926"/>
                </a:cubicBezTo>
                <a:cubicBezTo>
                  <a:pt x="2828879" y="1241207"/>
                  <a:pt x="2829885" y="1242670"/>
                  <a:pt x="2830525" y="1244316"/>
                </a:cubicBezTo>
                <a:cubicBezTo>
                  <a:pt x="2831257" y="1245961"/>
                  <a:pt x="2831622" y="1247699"/>
                  <a:pt x="2831622" y="1249528"/>
                </a:cubicBezTo>
              </a:path>
              <a:path w="3106765" h="1263061">
                <a:moveTo>
                  <a:pt x="3022092" y="1226393"/>
                </a:moveTo>
                <a:cubicBezTo>
                  <a:pt x="3022092" y="1228222"/>
                  <a:pt x="3021726" y="1229959"/>
                  <a:pt x="3021086" y="1231605"/>
                </a:cubicBezTo>
                <a:cubicBezTo>
                  <a:pt x="3020355" y="1233251"/>
                  <a:pt x="3019440" y="1234714"/>
                  <a:pt x="3018160" y="1235994"/>
                </a:cubicBezTo>
                <a:cubicBezTo>
                  <a:pt x="3016880" y="1237275"/>
                  <a:pt x="3015417" y="1238280"/>
                  <a:pt x="3013680" y="1238921"/>
                </a:cubicBezTo>
                <a:cubicBezTo>
                  <a:pt x="3012034" y="1239652"/>
                  <a:pt x="3010296" y="1239926"/>
                  <a:pt x="3008559" y="1239926"/>
                </a:cubicBezTo>
                <a:cubicBezTo>
                  <a:pt x="3006730" y="1239926"/>
                  <a:pt x="3004993" y="1239652"/>
                  <a:pt x="3003347" y="1238921"/>
                </a:cubicBezTo>
                <a:cubicBezTo>
                  <a:pt x="3001701" y="1238280"/>
                  <a:pt x="3000146" y="1237275"/>
                  <a:pt x="2998958" y="1235994"/>
                </a:cubicBezTo>
                <a:cubicBezTo>
                  <a:pt x="2997678" y="1234714"/>
                  <a:pt x="2996672" y="1233251"/>
                  <a:pt x="2995940" y="1231605"/>
                </a:cubicBezTo>
                <a:cubicBezTo>
                  <a:pt x="2995300" y="1229959"/>
                  <a:pt x="2994934" y="1228222"/>
                  <a:pt x="2994934" y="1226393"/>
                </a:cubicBezTo>
                <a:cubicBezTo>
                  <a:pt x="2994934" y="1224564"/>
                  <a:pt x="2995300" y="1222919"/>
                  <a:pt x="2995940" y="1221181"/>
                </a:cubicBezTo>
                <a:cubicBezTo>
                  <a:pt x="2996672" y="1219535"/>
                  <a:pt x="2997678" y="1218072"/>
                  <a:pt x="2998958" y="1216792"/>
                </a:cubicBezTo>
                <a:cubicBezTo>
                  <a:pt x="3000146" y="1215512"/>
                  <a:pt x="3001701" y="1214598"/>
                  <a:pt x="3003347" y="1213866"/>
                </a:cubicBezTo>
                <a:cubicBezTo>
                  <a:pt x="3004993" y="1213226"/>
                  <a:pt x="3006730" y="1212860"/>
                  <a:pt x="3008559" y="1212860"/>
                </a:cubicBezTo>
                <a:cubicBezTo>
                  <a:pt x="3010296" y="1212860"/>
                  <a:pt x="3012034" y="1213226"/>
                  <a:pt x="3013680" y="1213866"/>
                </a:cubicBezTo>
                <a:cubicBezTo>
                  <a:pt x="3015417" y="1214598"/>
                  <a:pt x="3016880" y="1215512"/>
                  <a:pt x="3018160" y="1216792"/>
                </a:cubicBezTo>
                <a:cubicBezTo>
                  <a:pt x="3019440" y="1218072"/>
                  <a:pt x="3020355" y="1219535"/>
                  <a:pt x="3021086" y="1221181"/>
                </a:cubicBezTo>
                <a:cubicBezTo>
                  <a:pt x="3021726" y="1222919"/>
                  <a:pt x="3022092" y="1224564"/>
                  <a:pt x="3022092" y="1226393"/>
                </a:cubicBezTo>
              </a:path>
              <a:path w="3106765" h="1263061">
                <a:moveTo>
                  <a:pt x="27158" y="1020379"/>
                </a:moveTo>
                <a:cubicBezTo>
                  <a:pt x="27158" y="1022208"/>
                  <a:pt x="26792" y="1023945"/>
                  <a:pt x="26152" y="1025591"/>
                </a:cubicBezTo>
                <a:cubicBezTo>
                  <a:pt x="25420" y="1027237"/>
                  <a:pt x="24506" y="1028700"/>
                  <a:pt x="23226" y="1029980"/>
                </a:cubicBezTo>
                <a:cubicBezTo>
                  <a:pt x="21946" y="1031260"/>
                  <a:pt x="20483" y="1032175"/>
                  <a:pt x="18745" y="1032906"/>
                </a:cubicBezTo>
                <a:cubicBezTo>
                  <a:pt x="17099" y="1033546"/>
                  <a:pt x="15362" y="1033912"/>
                  <a:pt x="13625" y="1033912"/>
                </a:cubicBezTo>
                <a:cubicBezTo>
                  <a:pt x="11796" y="1033912"/>
                  <a:pt x="10058" y="1033546"/>
                  <a:pt x="8412" y="1032906"/>
                </a:cubicBezTo>
                <a:cubicBezTo>
                  <a:pt x="6767" y="1032175"/>
                  <a:pt x="5212" y="1031260"/>
                  <a:pt x="4023" y="1029980"/>
                </a:cubicBezTo>
                <a:cubicBezTo>
                  <a:pt x="2743" y="1028700"/>
                  <a:pt x="1737" y="1027237"/>
                  <a:pt x="1006" y="1025591"/>
                </a:cubicBezTo>
                <a:cubicBezTo>
                  <a:pt x="366" y="1023945"/>
                  <a:pt x="0" y="1022208"/>
                  <a:pt x="0" y="1020379"/>
                </a:cubicBezTo>
                <a:cubicBezTo>
                  <a:pt x="0" y="1018550"/>
                  <a:pt x="366" y="1016813"/>
                  <a:pt x="1006" y="1015167"/>
                </a:cubicBezTo>
                <a:cubicBezTo>
                  <a:pt x="1737" y="1013521"/>
                  <a:pt x="2743" y="1012058"/>
                  <a:pt x="4023" y="1010778"/>
                </a:cubicBezTo>
                <a:cubicBezTo>
                  <a:pt x="5212" y="1009498"/>
                  <a:pt x="6767" y="1008583"/>
                  <a:pt x="8412" y="1007852"/>
                </a:cubicBezTo>
                <a:cubicBezTo>
                  <a:pt x="10058" y="1007120"/>
                  <a:pt x="11796" y="1006846"/>
                  <a:pt x="13625" y="1006846"/>
                </a:cubicBezTo>
                <a:cubicBezTo>
                  <a:pt x="15362" y="1006846"/>
                  <a:pt x="17099" y="1007120"/>
                  <a:pt x="18745" y="1007852"/>
                </a:cubicBezTo>
                <a:cubicBezTo>
                  <a:pt x="20483" y="1008583"/>
                  <a:pt x="21946" y="1009498"/>
                  <a:pt x="23226" y="1010778"/>
                </a:cubicBezTo>
                <a:cubicBezTo>
                  <a:pt x="24506" y="1012058"/>
                  <a:pt x="25420" y="1013521"/>
                  <a:pt x="26152" y="1015167"/>
                </a:cubicBezTo>
                <a:cubicBezTo>
                  <a:pt x="26792" y="1016813"/>
                  <a:pt x="27158" y="1018550"/>
                  <a:pt x="27158" y="1020379"/>
                </a:cubicBezTo>
              </a:path>
              <a:path w="3106765" h="1263061">
                <a:moveTo>
                  <a:pt x="300289" y="919338"/>
                </a:moveTo>
                <a:cubicBezTo>
                  <a:pt x="300289" y="921167"/>
                  <a:pt x="300015" y="922904"/>
                  <a:pt x="299283" y="924550"/>
                </a:cubicBezTo>
                <a:cubicBezTo>
                  <a:pt x="298643" y="926196"/>
                  <a:pt x="297637" y="927659"/>
                  <a:pt x="296357" y="928939"/>
                </a:cubicBezTo>
                <a:cubicBezTo>
                  <a:pt x="295077" y="930219"/>
                  <a:pt x="293614" y="931225"/>
                  <a:pt x="291968" y="931865"/>
                </a:cubicBezTo>
                <a:cubicBezTo>
                  <a:pt x="290322" y="932597"/>
                  <a:pt x="288585" y="932871"/>
                  <a:pt x="286756" y="932871"/>
                </a:cubicBezTo>
                <a:cubicBezTo>
                  <a:pt x="284927" y="932871"/>
                  <a:pt x="283190" y="932597"/>
                  <a:pt x="281544" y="931865"/>
                </a:cubicBezTo>
                <a:cubicBezTo>
                  <a:pt x="279898" y="931225"/>
                  <a:pt x="278435" y="930219"/>
                  <a:pt x="277155" y="928939"/>
                </a:cubicBezTo>
                <a:cubicBezTo>
                  <a:pt x="275874" y="927659"/>
                  <a:pt x="274869" y="926196"/>
                  <a:pt x="274229" y="924550"/>
                </a:cubicBezTo>
                <a:cubicBezTo>
                  <a:pt x="273497" y="922904"/>
                  <a:pt x="273131" y="921167"/>
                  <a:pt x="273131" y="919338"/>
                </a:cubicBezTo>
                <a:cubicBezTo>
                  <a:pt x="273131" y="917509"/>
                  <a:pt x="273497" y="915863"/>
                  <a:pt x="274229" y="914126"/>
                </a:cubicBezTo>
                <a:cubicBezTo>
                  <a:pt x="274869" y="912480"/>
                  <a:pt x="275874" y="911017"/>
                  <a:pt x="277155" y="909737"/>
                </a:cubicBezTo>
                <a:cubicBezTo>
                  <a:pt x="278435" y="908456"/>
                  <a:pt x="279898" y="907542"/>
                  <a:pt x="281544" y="906810"/>
                </a:cubicBezTo>
                <a:cubicBezTo>
                  <a:pt x="283190" y="906170"/>
                  <a:pt x="284927" y="905805"/>
                  <a:pt x="286756" y="905805"/>
                </a:cubicBezTo>
                <a:cubicBezTo>
                  <a:pt x="288585" y="905805"/>
                  <a:pt x="290322" y="906170"/>
                  <a:pt x="291968" y="906810"/>
                </a:cubicBezTo>
                <a:cubicBezTo>
                  <a:pt x="293614" y="907542"/>
                  <a:pt x="295077" y="908456"/>
                  <a:pt x="296357" y="909737"/>
                </a:cubicBezTo>
                <a:cubicBezTo>
                  <a:pt x="297637" y="911017"/>
                  <a:pt x="298643" y="912480"/>
                  <a:pt x="299283" y="914126"/>
                </a:cubicBezTo>
                <a:cubicBezTo>
                  <a:pt x="300015" y="915863"/>
                  <a:pt x="300289" y="917509"/>
                  <a:pt x="300289" y="919338"/>
                </a:cubicBezTo>
              </a:path>
              <a:path w="3106765" h="1263061">
                <a:moveTo>
                  <a:pt x="488381" y="978408"/>
                </a:moveTo>
                <a:cubicBezTo>
                  <a:pt x="488381" y="980237"/>
                  <a:pt x="488015" y="981974"/>
                  <a:pt x="487375" y="983620"/>
                </a:cubicBezTo>
                <a:cubicBezTo>
                  <a:pt x="486644" y="985266"/>
                  <a:pt x="485638" y="986729"/>
                  <a:pt x="484449" y="988009"/>
                </a:cubicBezTo>
                <a:cubicBezTo>
                  <a:pt x="483169" y="989289"/>
                  <a:pt x="481706" y="990295"/>
                  <a:pt x="479969" y="990935"/>
                </a:cubicBezTo>
                <a:cubicBezTo>
                  <a:pt x="478323" y="991667"/>
                  <a:pt x="476585" y="992033"/>
                  <a:pt x="474756" y="992033"/>
                </a:cubicBezTo>
                <a:cubicBezTo>
                  <a:pt x="473019" y="992033"/>
                  <a:pt x="471282" y="991667"/>
                  <a:pt x="469636" y="990935"/>
                </a:cubicBezTo>
                <a:cubicBezTo>
                  <a:pt x="467898" y="990295"/>
                  <a:pt x="466435" y="989289"/>
                  <a:pt x="465155" y="988009"/>
                </a:cubicBezTo>
                <a:cubicBezTo>
                  <a:pt x="463875" y="986729"/>
                  <a:pt x="462961" y="985266"/>
                  <a:pt x="462229" y="983620"/>
                </a:cubicBezTo>
                <a:cubicBezTo>
                  <a:pt x="461589" y="981974"/>
                  <a:pt x="461223" y="980237"/>
                  <a:pt x="461223" y="978408"/>
                </a:cubicBezTo>
                <a:cubicBezTo>
                  <a:pt x="461223" y="976671"/>
                  <a:pt x="461589" y="974933"/>
                  <a:pt x="462229" y="973287"/>
                </a:cubicBezTo>
                <a:cubicBezTo>
                  <a:pt x="462961" y="971641"/>
                  <a:pt x="463875" y="970178"/>
                  <a:pt x="465155" y="968898"/>
                </a:cubicBezTo>
                <a:cubicBezTo>
                  <a:pt x="466435" y="967618"/>
                  <a:pt x="467898" y="966612"/>
                  <a:pt x="469636" y="965881"/>
                </a:cubicBezTo>
                <a:cubicBezTo>
                  <a:pt x="471282" y="965241"/>
                  <a:pt x="473019" y="964875"/>
                  <a:pt x="474756" y="964875"/>
                </a:cubicBezTo>
                <a:cubicBezTo>
                  <a:pt x="476585" y="964875"/>
                  <a:pt x="478323" y="965241"/>
                  <a:pt x="479969" y="965881"/>
                </a:cubicBezTo>
                <a:cubicBezTo>
                  <a:pt x="481706" y="966612"/>
                  <a:pt x="483169" y="967618"/>
                  <a:pt x="484449" y="968898"/>
                </a:cubicBezTo>
                <a:cubicBezTo>
                  <a:pt x="485638" y="970178"/>
                  <a:pt x="486644" y="971641"/>
                  <a:pt x="487375" y="973287"/>
                </a:cubicBezTo>
                <a:cubicBezTo>
                  <a:pt x="488015" y="974933"/>
                  <a:pt x="488381" y="976671"/>
                  <a:pt x="488381" y="978408"/>
                </a:cubicBezTo>
              </a:path>
              <a:path w="3106765" h="1263061">
                <a:moveTo>
                  <a:pt x="676839" y="1022756"/>
                </a:moveTo>
                <a:cubicBezTo>
                  <a:pt x="676839" y="1024494"/>
                  <a:pt x="676473" y="1026231"/>
                  <a:pt x="675742" y="1027968"/>
                </a:cubicBezTo>
                <a:cubicBezTo>
                  <a:pt x="675102" y="1029614"/>
                  <a:pt x="674096" y="1031077"/>
                  <a:pt x="672816" y="1032358"/>
                </a:cubicBezTo>
                <a:cubicBezTo>
                  <a:pt x="671535" y="1033638"/>
                  <a:pt x="670072" y="1034552"/>
                  <a:pt x="668426" y="1035284"/>
                </a:cubicBezTo>
                <a:cubicBezTo>
                  <a:pt x="666780" y="1035924"/>
                  <a:pt x="665043" y="1036290"/>
                  <a:pt x="663214" y="1036290"/>
                </a:cubicBezTo>
                <a:cubicBezTo>
                  <a:pt x="661386" y="1036290"/>
                  <a:pt x="659648" y="1035924"/>
                  <a:pt x="658002" y="1035284"/>
                </a:cubicBezTo>
                <a:cubicBezTo>
                  <a:pt x="656356" y="1034552"/>
                  <a:pt x="654893" y="1033638"/>
                  <a:pt x="653613" y="1032358"/>
                </a:cubicBezTo>
                <a:cubicBezTo>
                  <a:pt x="652333" y="1031077"/>
                  <a:pt x="651327" y="1029614"/>
                  <a:pt x="650687" y="1027968"/>
                </a:cubicBezTo>
                <a:cubicBezTo>
                  <a:pt x="649956" y="1026231"/>
                  <a:pt x="649590" y="1024494"/>
                  <a:pt x="649590" y="1022756"/>
                </a:cubicBezTo>
                <a:cubicBezTo>
                  <a:pt x="649590" y="1020928"/>
                  <a:pt x="649956" y="1019190"/>
                  <a:pt x="650687" y="1017544"/>
                </a:cubicBezTo>
                <a:cubicBezTo>
                  <a:pt x="651327" y="1015898"/>
                  <a:pt x="652333" y="1014435"/>
                  <a:pt x="653613" y="1013155"/>
                </a:cubicBezTo>
                <a:cubicBezTo>
                  <a:pt x="654893" y="1011875"/>
                  <a:pt x="656356" y="1010869"/>
                  <a:pt x="658002" y="1010229"/>
                </a:cubicBezTo>
                <a:cubicBezTo>
                  <a:pt x="659648" y="1009498"/>
                  <a:pt x="661386" y="1009223"/>
                  <a:pt x="663214" y="1009223"/>
                </a:cubicBezTo>
                <a:cubicBezTo>
                  <a:pt x="665043" y="1009223"/>
                  <a:pt x="666780" y="1009498"/>
                  <a:pt x="668426" y="1010229"/>
                </a:cubicBezTo>
                <a:cubicBezTo>
                  <a:pt x="670072" y="1010869"/>
                  <a:pt x="671535" y="1011875"/>
                  <a:pt x="672816" y="1013155"/>
                </a:cubicBezTo>
                <a:cubicBezTo>
                  <a:pt x="674096" y="1014435"/>
                  <a:pt x="675102" y="1015898"/>
                  <a:pt x="675742" y="1017544"/>
                </a:cubicBezTo>
                <a:cubicBezTo>
                  <a:pt x="676473" y="1019190"/>
                  <a:pt x="676839" y="1020928"/>
                  <a:pt x="676839" y="1022756"/>
                </a:cubicBezTo>
              </a:path>
              <a:path w="3106765" h="1263061">
                <a:moveTo>
                  <a:pt x="939272" y="1003920"/>
                </a:moveTo>
                <a:cubicBezTo>
                  <a:pt x="939272" y="1005749"/>
                  <a:pt x="938906" y="1007394"/>
                  <a:pt x="938174" y="1009132"/>
                </a:cubicBezTo>
                <a:cubicBezTo>
                  <a:pt x="937534" y="1010778"/>
                  <a:pt x="936528" y="1012241"/>
                  <a:pt x="935248" y="1013521"/>
                </a:cubicBezTo>
                <a:cubicBezTo>
                  <a:pt x="933968" y="1014801"/>
                  <a:pt x="932505" y="1015716"/>
                  <a:pt x="930859" y="1016447"/>
                </a:cubicBezTo>
                <a:cubicBezTo>
                  <a:pt x="929213" y="1017087"/>
                  <a:pt x="927476" y="1017453"/>
                  <a:pt x="925647" y="1017453"/>
                </a:cubicBezTo>
                <a:cubicBezTo>
                  <a:pt x="923818" y="1017453"/>
                  <a:pt x="922081" y="1017087"/>
                  <a:pt x="920435" y="1016447"/>
                </a:cubicBezTo>
                <a:cubicBezTo>
                  <a:pt x="918789" y="1015716"/>
                  <a:pt x="917326" y="1014801"/>
                  <a:pt x="916046" y="1013521"/>
                </a:cubicBezTo>
                <a:cubicBezTo>
                  <a:pt x="914766" y="1012241"/>
                  <a:pt x="913760" y="1010778"/>
                  <a:pt x="913120" y="1009132"/>
                </a:cubicBezTo>
                <a:cubicBezTo>
                  <a:pt x="912388" y="1007394"/>
                  <a:pt x="912023" y="1005749"/>
                  <a:pt x="912023" y="1003920"/>
                </a:cubicBezTo>
                <a:cubicBezTo>
                  <a:pt x="912023" y="1002091"/>
                  <a:pt x="912388" y="1000354"/>
                  <a:pt x="913120" y="998708"/>
                </a:cubicBezTo>
                <a:cubicBezTo>
                  <a:pt x="913760" y="997062"/>
                  <a:pt x="914766" y="995599"/>
                  <a:pt x="916046" y="994319"/>
                </a:cubicBezTo>
                <a:cubicBezTo>
                  <a:pt x="917326" y="993038"/>
                  <a:pt x="918789" y="992033"/>
                  <a:pt x="920435" y="991392"/>
                </a:cubicBezTo>
                <a:cubicBezTo>
                  <a:pt x="922081" y="990661"/>
                  <a:pt x="923818" y="990387"/>
                  <a:pt x="925647" y="990387"/>
                </a:cubicBezTo>
                <a:cubicBezTo>
                  <a:pt x="927476" y="990387"/>
                  <a:pt x="929213" y="990661"/>
                  <a:pt x="930859" y="991392"/>
                </a:cubicBezTo>
                <a:cubicBezTo>
                  <a:pt x="932505" y="992033"/>
                  <a:pt x="933968" y="993038"/>
                  <a:pt x="935248" y="994319"/>
                </a:cubicBezTo>
                <a:cubicBezTo>
                  <a:pt x="936528" y="995599"/>
                  <a:pt x="937534" y="997062"/>
                  <a:pt x="938174" y="998708"/>
                </a:cubicBezTo>
                <a:cubicBezTo>
                  <a:pt x="938906" y="1000354"/>
                  <a:pt x="939272" y="1002091"/>
                  <a:pt x="939272" y="1003920"/>
                </a:cubicBezTo>
              </a:path>
              <a:path w="3106765" h="1263061">
                <a:moveTo>
                  <a:pt x="1228405" y="1015898"/>
                </a:moveTo>
                <a:cubicBezTo>
                  <a:pt x="1228405" y="1017636"/>
                  <a:pt x="1228039" y="1019373"/>
                  <a:pt x="1227399" y="1021019"/>
                </a:cubicBezTo>
                <a:cubicBezTo>
                  <a:pt x="1226668" y="1022665"/>
                  <a:pt x="1225662" y="1024219"/>
                  <a:pt x="1224382" y="1025408"/>
                </a:cubicBezTo>
                <a:cubicBezTo>
                  <a:pt x="1223101" y="1026688"/>
                  <a:pt x="1221638" y="1027694"/>
                  <a:pt x="1219992" y="1028426"/>
                </a:cubicBezTo>
                <a:cubicBezTo>
                  <a:pt x="1218347" y="1029066"/>
                  <a:pt x="1216609" y="1029432"/>
                  <a:pt x="1214780" y="1029432"/>
                </a:cubicBezTo>
                <a:cubicBezTo>
                  <a:pt x="1213043" y="1029432"/>
                  <a:pt x="1211306" y="1029066"/>
                  <a:pt x="1209568" y="1028426"/>
                </a:cubicBezTo>
                <a:cubicBezTo>
                  <a:pt x="1207922" y="1027694"/>
                  <a:pt x="1206459" y="1026688"/>
                  <a:pt x="1205179" y="1025408"/>
                </a:cubicBezTo>
                <a:cubicBezTo>
                  <a:pt x="1203899" y="1024219"/>
                  <a:pt x="1202985" y="1022665"/>
                  <a:pt x="1202253" y="1021019"/>
                </a:cubicBezTo>
                <a:cubicBezTo>
                  <a:pt x="1201522" y="1019373"/>
                  <a:pt x="1201247" y="1017636"/>
                  <a:pt x="1201247" y="1015898"/>
                </a:cubicBezTo>
                <a:cubicBezTo>
                  <a:pt x="1201247" y="1014070"/>
                  <a:pt x="1201522" y="1012332"/>
                  <a:pt x="1202253" y="1010686"/>
                </a:cubicBezTo>
                <a:cubicBezTo>
                  <a:pt x="1202985" y="1009040"/>
                  <a:pt x="1203899" y="1007577"/>
                  <a:pt x="1205179" y="1006297"/>
                </a:cubicBezTo>
                <a:cubicBezTo>
                  <a:pt x="1206459" y="1005017"/>
                  <a:pt x="1207922" y="1004011"/>
                  <a:pt x="1209568" y="1003371"/>
                </a:cubicBezTo>
                <a:cubicBezTo>
                  <a:pt x="1211306" y="1002640"/>
                  <a:pt x="1213043" y="1002274"/>
                  <a:pt x="1214780" y="1002274"/>
                </a:cubicBezTo>
                <a:cubicBezTo>
                  <a:pt x="1216609" y="1002274"/>
                  <a:pt x="1218347" y="1002640"/>
                  <a:pt x="1219992" y="1003371"/>
                </a:cubicBezTo>
                <a:cubicBezTo>
                  <a:pt x="1221638" y="1004011"/>
                  <a:pt x="1223101" y="1005017"/>
                  <a:pt x="1224382" y="1006297"/>
                </a:cubicBezTo>
                <a:cubicBezTo>
                  <a:pt x="1225662" y="1007577"/>
                  <a:pt x="1226668" y="1009040"/>
                  <a:pt x="1227399" y="1010686"/>
                </a:cubicBezTo>
                <a:cubicBezTo>
                  <a:pt x="1228039" y="1012332"/>
                  <a:pt x="1228405" y="1014070"/>
                  <a:pt x="1228405" y="1015898"/>
                </a:cubicBezTo>
              </a:path>
              <a:path w="3106765" h="1263061">
                <a:moveTo>
                  <a:pt x="1367302" y="924276"/>
                </a:moveTo>
                <a:cubicBezTo>
                  <a:pt x="1367302" y="926104"/>
                  <a:pt x="1366937" y="927842"/>
                  <a:pt x="1366205" y="929488"/>
                </a:cubicBezTo>
                <a:cubicBezTo>
                  <a:pt x="1365565" y="931134"/>
                  <a:pt x="1364559" y="932597"/>
                  <a:pt x="1363279" y="933877"/>
                </a:cubicBezTo>
                <a:cubicBezTo>
                  <a:pt x="1361999" y="935157"/>
                  <a:pt x="1360536" y="936071"/>
                  <a:pt x="1358890" y="936803"/>
                </a:cubicBezTo>
                <a:cubicBezTo>
                  <a:pt x="1357244" y="937443"/>
                  <a:pt x="1355507" y="937809"/>
                  <a:pt x="1353678" y="937809"/>
                </a:cubicBezTo>
                <a:cubicBezTo>
                  <a:pt x="1351849" y="937809"/>
                  <a:pt x="1350203" y="937443"/>
                  <a:pt x="1348466" y="936803"/>
                </a:cubicBezTo>
                <a:cubicBezTo>
                  <a:pt x="1346820" y="936071"/>
                  <a:pt x="1345357" y="935157"/>
                  <a:pt x="1344077" y="933877"/>
                </a:cubicBezTo>
                <a:cubicBezTo>
                  <a:pt x="1342796" y="932597"/>
                  <a:pt x="1341791" y="931134"/>
                  <a:pt x="1341150" y="929488"/>
                </a:cubicBezTo>
                <a:cubicBezTo>
                  <a:pt x="1340419" y="927842"/>
                  <a:pt x="1340145" y="926104"/>
                  <a:pt x="1340145" y="924276"/>
                </a:cubicBezTo>
                <a:cubicBezTo>
                  <a:pt x="1340145" y="922447"/>
                  <a:pt x="1340419" y="920709"/>
                  <a:pt x="1341150" y="919063"/>
                </a:cubicBezTo>
                <a:cubicBezTo>
                  <a:pt x="1341791" y="917418"/>
                  <a:pt x="1342796" y="915954"/>
                  <a:pt x="1344077" y="914674"/>
                </a:cubicBezTo>
                <a:cubicBezTo>
                  <a:pt x="1345357" y="913394"/>
                  <a:pt x="1346820" y="912388"/>
                  <a:pt x="1348466" y="911748"/>
                </a:cubicBezTo>
                <a:cubicBezTo>
                  <a:pt x="1350203" y="911017"/>
                  <a:pt x="1351849" y="910742"/>
                  <a:pt x="1353678" y="910742"/>
                </a:cubicBezTo>
                <a:cubicBezTo>
                  <a:pt x="1355507" y="910742"/>
                  <a:pt x="1357244" y="911017"/>
                  <a:pt x="1358890" y="911748"/>
                </a:cubicBezTo>
                <a:cubicBezTo>
                  <a:pt x="1360536" y="912388"/>
                  <a:pt x="1361999" y="913394"/>
                  <a:pt x="1363279" y="914674"/>
                </a:cubicBezTo>
                <a:cubicBezTo>
                  <a:pt x="1364559" y="915954"/>
                  <a:pt x="1365565" y="917418"/>
                  <a:pt x="1366205" y="919063"/>
                </a:cubicBezTo>
                <a:cubicBezTo>
                  <a:pt x="1366937" y="920709"/>
                  <a:pt x="1367302" y="922447"/>
                  <a:pt x="1367302" y="924276"/>
                </a:cubicBezTo>
              </a:path>
              <a:path w="3106765" h="1263061">
                <a:moveTo>
                  <a:pt x="1658630" y="1017636"/>
                </a:moveTo>
                <a:cubicBezTo>
                  <a:pt x="1658630" y="1019373"/>
                  <a:pt x="1658264" y="1021110"/>
                  <a:pt x="1657533" y="1022848"/>
                </a:cubicBezTo>
                <a:cubicBezTo>
                  <a:pt x="1656893" y="1024494"/>
                  <a:pt x="1655887" y="1025957"/>
                  <a:pt x="1654607" y="1027237"/>
                </a:cubicBezTo>
                <a:cubicBezTo>
                  <a:pt x="1653327" y="1028517"/>
                  <a:pt x="1651864" y="1029432"/>
                  <a:pt x="1650218" y="1030163"/>
                </a:cubicBezTo>
                <a:cubicBezTo>
                  <a:pt x="1648572" y="1030803"/>
                  <a:pt x="1646834" y="1031169"/>
                  <a:pt x="1645006" y="1031169"/>
                </a:cubicBezTo>
                <a:cubicBezTo>
                  <a:pt x="1643177" y="1031169"/>
                  <a:pt x="1641439" y="1030803"/>
                  <a:pt x="1639794" y="1030163"/>
                </a:cubicBezTo>
                <a:cubicBezTo>
                  <a:pt x="1638148" y="1029432"/>
                  <a:pt x="1636685" y="1028517"/>
                  <a:pt x="1635404" y="1027237"/>
                </a:cubicBezTo>
                <a:cubicBezTo>
                  <a:pt x="1634124" y="1025957"/>
                  <a:pt x="1633118" y="1024494"/>
                  <a:pt x="1632478" y="1022848"/>
                </a:cubicBezTo>
                <a:cubicBezTo>
                  <a:pt x="1631747" y="1021110"/>
                  <a:pt x="1631472" y="1019373"/>
                  <a:pt x="1631472" y="1017636"/>
                </a:cubicBezTo>
                <a:cubicBezTo>
                  <a:pt x="1631472" y="1015807"/>
                  <a:pt x="1631747" y="1014070"/>
                  <a:pt x="1632478" y="1012424"/>
                </a:cubicBezTo>
                <a:cubicBezTo>
                  <a:pt x="1633118" y="1010778"/>
                  <a:pt x="1634124" y="1009315"/>
                  <a:pt x="1635404" y="1008035"/>
                </a:cubicBezTo>
                <a:cubicBezTo>
                  <a:pt x="1636685" y="1006754"/>
                  <a:pt x="1638148" y="1005749"/>
                  <a:pt x="1639794" y="1005108"/>
                </a:cubicBezTo>
                <a:cubicBezTo>
                  <a:pt x="1641439" y="1004377"/>
                  <a:pt x="1643177" y="1004103"/>
                  <a:pt x="1645006" y="1004103"/>
                </a:cubicBezTo>
                <a:cubicBezTo>
                  <a:pt x="1646834" y="1004103"/>
                  <a:pt x="1648572" y="1004377"/>
                  <a:pt x="1650218" y="1005108"/>
                </a:cubicBezTo>
                <a:cubicBezTo>
                  <a:pt x="1651864" y="1005749"/>
                  <a:pt x="1653327" y="1006754"/>
                  <a:pt x="1654607" y="1008035"/>
                </a:cubicBezTo>
                <a:cubicBezTo>
                  <a:pt x="1655887" y="1009315"/>
                  <a:pt x="1656893" y="1010778"/>
                  <a:pt x="1657533" y="1012424"/>
                </a:cubicBezTo>
                <a:cubicBezTo>
                  <a:pt x="1658264" y="1014070"/>
                  <a:pt x="1658630" y="1015807"/>
                  <a:pt x="1658630" y="1017636"/>
                </a:cubicBezTo>
              </a:path>
              <a:path w="3106765" h="1263061">
                <a:moveTo>
                  <a:pt x="1892991" y="1031443"/>
                </a:moveTo>
                <a:cubicBezTo>
                  <a:pt x="1892991" y="1033272"/>
                  <a:pt x="1892625" y="1035009"/>
                  <a:pt x="1891894" y="1036655"/>
                </a:cubicBezTo>
                <a:cubicBezTo>
                  <a:pt x="1891254" y="1038301"/>
                  <a:pt x="1890248" y="1039764"/>
                  <a:pt x="1888968" y="1041044"/>
                </a:cubicBezTo>
                <a:cubicBezTo>
                  <a:pt x="1887687" y="1042325"/>
                  <a:pt x="1886224" y="1043330"/>
                  <a:pt x="1884578" y="1043970"/>
                </a:cubicBezTo>
                <a:cubicBezTo>
                  <a:pt x="1882932" y="1044702"/>
                  <a:pt x="1881195" y="1045068"/>
                  <a:pt x="1879366" y="1045068"/>
                </a:cubicBezTo>
                <a:cubicBezTo>
                  <a:pt x="1877538" y="1045068"/>
                  <a:pt x="1875800" y="1044702"/>
                  <a:pt x="1874154" y="1043970"/>
                </a:cubicBezTo>
                <a:cubicBezTo>
                  <a:pt x="1872508" y="1043330"/>
                  <a:pt x="1871045" y="1042325"/>
                  <a:pt x="1869765" y="1041044"/>
                </a:cubicBezTo>
                <a:cubicBezTo>
                  <a:pt x="1868485" y="1039764"/>
                  <a:pt x="1867479" y="1038301"/>
                  <a:pt x="1866839" y="1036655"/>
                </a:cubicBezTo>
                <a:cubicBezTo>
                  <a:pt x="1866108" y="1035009"/>
                  <a:pt x="1865742" y="1033272"/>
                  <a:pt x="1865742" y="1031443"/>
                </a:cubicBezTo>
                <a:cubicBezTo>
                  <a:pt x="1865742" y="1029706"/>
                  <a:pt x="1866108" y="1027968"/>
                  <a:pt x="1866839" y="1026323"/>
                </a:cubicBezTo>
                <a:cubicBezTo>
                  <a:pt x="1867479" y="1024585"/>
                  <a:pt x="1868485" y="1023122"/>
                  <a:pt x="1869765" y="1021933"/>
                </a:cubicBezTo>
                <a:cubicBezTo>
                  <a:pt x="1871045" y="1020653"/>
                  <a:pt x="1872508" y="1019647"/>
                  <a:pt x="1874154" y="1018916"/>
                </a:cubicBezTo>
                <a:cubicBezTo>
                  <a:pt x="1875800" y="1018276"/>
                  <a:pt x="1877538" y="1017910"/>
                  <a:pt x="1879366" y="1017910"/>
                </a:cubicBezTo>
                <a:cubicBezTo>
                  <a:pt x="1881195" y="1017910"/>
                  <a:pt x="1882932" y="1018276"/>
                  <a:pt x="1884578" y="1018916"/>
                </a:cubicBezTo>
                <a:cubicBezTo>
                  <a:pt x="1886224" y="1019647"/>
                  <a:pt x="1887687" y="1020653"/>
                  <a:pt x="1888968" y="1021933"/>
                </a:cubicBezTo>
                <a:cubicBezTo>
                  <a:pt x="1890248" y="1023122"/>
                  <a:pt x="1891254" y="1024585"/>
                  <a:pt x="1891894" y="1026323"/>
                </a:cubicBezTo>
                <a:cubicBezTo>
                  <a:pt x="1892625" y="1027968"/>
                  <a:pt x="1892991" y="1029706"/>
                  <a:pt x="1892991" y="1031443"/>
                </a:cubicBezTo>
              </a:path>
              <a:path w="3106765" h="1263061">
                <a:moveTo>
                  <a:pt x="2123785" y="921075"/>
                </a:moveTo>
                <a:cubicBezTo>
                  <a:pt x="2123785" y="922812"/>
                  <a:pt x="2123420" y="924550"/>
                  <a:pt x="2122780" y="926287"/>
                </a:cubicBezTo>
                <a:cubicBezTo>
                  <a:pt x="2122048" y="927933"/>
                  <a:pt x="2121042" y="929396"/>
                  <a:pt x="2119854" y="930676"/>
                </a:cubicBezTo>
                <a:cubicBezTo>
                  <a:pt x="2118573" y="931956"/>
                  <a:pt x="2117110" y="932871"/>
                  <a:pt x="2115373" y="933602"/>
                </a:cubicBezTo>
                <a:cubicBezTo>
                  <a:pt x="2113727" y="934242"/>
                  <a:pt x="2111990" y="934608"/>
                  <a:pt x="2110161" y="934608"/>
                </a:cubicBezTo>
                <a:cubicBezTo>
                  <a:pt x="2108424" y="934608"/>
                  <a:pt x="2106686" y="934242"/>
                  <a:pt x="2105040" y="933602"/>
                </a:cubicBezTo>
                <a:cubicBezTo>
                  <a:pt x="2103303" y="932871"/>
                  <a:pt x="2101840" y="931956"/>
                  <a:pt x="2100560" y="930676"/>
                </a:cubicBezTo>
                <a:cubicBezTo>
                  <a:pt x="2099280" y="929396"/>
                  <a:pt x="2098365" y="927933"/>
                  <a:pt x="2097634" y="926287"/>
                </a:cubicBezTo>
                <a:cubicBezTo>
                  <a:pt x="2096994" y="924550"/>
                  <a:pt x="2096628" y="922812"/>
                  <a:pt x="2096628" y="921075"/>
                </a:cubicBezTo>
                <a:cubicBezTo>
                  <a:pt x="2096628" y="919246"/>
                  <a:pt x="2096994" y="917509"/>
                  <a:pt x="2097634" y="915863"/>
                </a:cubicBezTo>
                <a:cubicBezTo>
                  <a:pt x="2098365" y="914217"/>
                  <a:pt x="2099280" y="912754"/>
                  <a:pt x="2100560" y="911474"/>
                </a:cubicBezTo>
                <a:cubicBezTo>
                  <a:pt x="2101840" y="910194"/>
                  <a:pt x="2103303" y="909188"/>
                  <a:pt x="2105040" y="908548"/>
                </a:cubicBezTo>
                <a:cubicBezTo>
                  <a:pt x="2106686" y="907816"/>
                  <a:pt x="2108424" y="907542"/>
                  <a:pt x="2110161" y="907542"/>
                </a:cubicBezTo>
                <a:cubicBezTo>
                  <a:pt x="2111990" y="907542"/>
                  <a:pt x="2113727" y="907816"/>
                  <a:pt x="2115373" y="908548"/>
                </a:cubicBezTo>
                <a:cubicBezTo>
                  <a:pt x="2117110" y="909188"/>
                  <a:pt x="2118573" y="910194"/>
                  <a:pt x="2119854" y="911474"/>
                </a:cubicBezTo>
                <a:cubicBezTo>
                  <a:pt x="2121042" y="912754"/>
                  <a:pt x="2122048" y="914217"/>
                  <a:pt x="2122780" y="915863"/>
                </a:cubicBezTo>
                <a:cubicBezTo>
                  <a:pt x="2123420" y="917509"/>
                  <a:pt x="2123785" y="919246"/>
                  <a:pt x="2123785" y="921075"/>
                </a:cubicBezTo>
              </a:path>
              <a:path w="3106765" h="1263061">
                <a:moveTo>
                  <a:pt x="2395362" y="953811"/>
                </a:moveTo>
                <a:cubicBezTo>
                  <a:pt x="2395362" y="955639"/>
                  <a:pt x="2394996" y="957377"/>
                  <a:pt x="2394356" y="959023"/>
                </a:cubicBezTo>
                <a:cubicBezTo>
                  <a:pt x="2393625" y="960669"/>
                  <a:pt x="2392710" y="962132"/>
                  <a:pt x="2391430" y="963412"/>
                </a:cubicBezTo>
                <a:cubicBezTo>
                  <a:pt x="2390150" y="964692"/>
                  <a:pt x="2388687" y="965698"/>
                  <a:pt x="2387041" y="966338"/>
                </a:cubicBezTo>
                <a:cubicBezTo>
                  <a:pt x="2385304" y="967069"/>
                  <a:pt x="2383566" y="967435"/>
                  <a:pt x="2381829" y="967435"/>
                </a:cubicBezTo>
                <a:cubicBezTo>
                  <a:pt x="2380000" y="967435"/>
                  <a:pt x="2378263" y="967069"/>
                  <a:pt x="2376617" y="966338"/>
                </a:cubicBezTo>
                <a:cubicBezTo>
                  <a:pt x="2374971" y="965698"/>
                  <a:pt x="2373508" y="964692"/>
                  <a:pt x="2372228" y="963412"/>
                </a:cubicBezTo>
                <a:cubicBezTo>
                  <a:pt x="2370948" y="962132"/>
                  <a:pt x="2369942" y="960669"/>
                  <a:pt x="2369210" y="959023"/>
                </a:cubicBezTo>
                <a:cubicBezTo>
                  <a:pt x="2368570" y="957377"/>
                  <a:pt x="2368205" y="955639"/>
                  <a:pt x="2368205" y="953811"/>
                </a:cubicBezTo>
                <a:cubicBezTo>
                  <a:pt x="2368205" y="952073"/>
                  <a:pt x="2368570" y="950336"/>
                  <a:pt x="2369210" y="948690"/>
                </a:cubicBezTo>
                <a:cubicBezTo>
                  <a:pt x="2369942" y="946953"/>
                  <a:pt x="2370948" y="945490"/>
                  <a:pt x="2372228" y="944301"/>
                </a:cubicBezTo>
                <a:cubicBezTo>
                  <a:pt x="2373508" y="943021"/>
                  <a:pt x="2374971" y="942015"/>
                  <a:pt x="2376617" y="941283"/>
                </a:cubicBezTo>
                <a:cubicBezTo>
                  <a:pt x="2378263" y="940643"/>
                  <a:pt x="2380000" y="940278"/>
                  <a:pt x="2381829" y="940278"/>
                </a:cubicBezTo>
                <a:cubicBezTo>
                  <a:pt x="2383566" y="940278"/>
                  <a:pt x="2385304" y="940643"/>
                  <a:pt x="2387041" y="941283"/>
                </a:cubicBezTo>
                <a:cubicBezTo>
                  <a:pt x="2388687" y="942015"/>
                  <a:pt x="2390150" y="943021"/>
                  <a:pt x="2391430" y="944301"/>
                </a:cubicBezTo>
                <a:cubicBezTo>
                  <a:pt x="2392710" y="945490"/>
                  <a:pt x="2393625" y="946953"/>
                  <a:pt x="2394356" y="948690"/>
                </a:cubicBezTo>
                <a:cubicBezTo>
                  <a:pt x="2394996" y="950336"/>
                  <a:pt x="2395362" y="952073"/>
                  <a:pt x="2395362" y="953811"/>
                </a:cubicBezTo>
              </a:path>
              <a:path w="3106765" h="1263061">
                <a:moveTo>
                  <a:pt x="2557943" y="992124"/>
                </a:moveTo>
                <a:cubicBezTo>
                  <a:pt x="2557943" y="993861"/>
                  <a:pt x="2557577" y="995599"/>
                  <a:pt x="2556937" y="997336"/>
                </a:cubicBezTo>
                <a:cubicBezTo>
                  <a:pt x="2556205" y="998982"/>
                  <a:pt x="2555199" y="1000445"/>
                  <a:pt x="2553919" y="1001725"/>
                </a:cubicBezTo>
                <a:cubicBezTo>
                  <a:pt x="2552639" y="1003005"/>
                  <a:pt x="2551176" y="1003920"/>
                  <a:pt x="2549530" y="1004651"/>
                </a:cubicBezTo>
                <a:cubicBezTo>
                  <a:pt x="2547884" y="1005291"/>
                  <a:pt x="2546147" y="1005657"/>
                  <a:pt x="2544318" y="1005657"/>
                </a:cubicBezTo>
                <a:cubicBezTo>
                  <a:pt x="2542581" y="1005657"/>
                  <a:pt x="2540843" y="1005291"/>
                  <a:pt x="2539106" y="1004651"/>
                </a:cubicBezTo>
                <a:cubicBezTo>
                  <a:pt x="2537460" y="1003920"/>
                  <a:pt x="2535997" y="1003005"/>
                  <a:pt x="2534717" y="1001725"/>
                </a:cubicBezTo>
                <a:cubicBezTo>
                  <a:pt x="2533437" y="1000445"/>
                  <a:pt x="2532522" y="998982"/>
                  <a:pt x="2531791" y="997336"/>
                </a:cubicBezTo>
                <a:cubicBezTo>
                  <a:pt x="2531059" y="995599"/>
                  <a:pt x="2530785" y="993861"/>
                  <a:pt x="2530785" y="992124"/>
                </a:cubicBezTo>
                <a:cubicBezTo>
                  <a:pt x="2530785" y="990295"/>
                  <a:pt x="2531059" y="988558"/>
                  <a:pt x="2531791" y="986912"/>
                </a:cubicBezTo>
                <a:cubicBezTo>
                  <a:pt x="2532522" y="985266"/>
                  <a:pt x="2533437" y="983803"/>
                  <a:pt x="2534717" y="982523"/>
                </a:cubicBezTo>
                <a:cubicBezTo>
                  <a:pt x="2535997" y="981243"/>
                  <a:pt x="2537460" y="980237"/>
                  <a:pt x="2539106" y="979597"/>
                </a:cubicBezTo>
                <a:cubicBezTo>
                  <a:pt x="2540843" y="978865"/>
                  <a:pt x="2542581" y="978591"/>
                  <a:pt x="2544318" y="978591"/>
                </a:cubicBezTo>
                <a:cubicBezTo>
                  <a:pt x="2546147" y="978591"/>
                  <a:pt x="2547884" y="978865"/>
                  <a:pt x="2549530" y="979597"/>
                </a:cubicBezTo>
                <a:cubicBezTo>
                  <a:pt x="2551176" y="980237"/>
                  <a:pt x="2552639" y="981243"/>
                  <a:pt x="2553919" y="982523"/>
                </a:cubicBezTo>
                <a:cubicBezTo>
                  <a:pt x="2555199" y="983803"/>
                  <a:pt x="2556205" y="985266"/>
                  <a:pt x="2556937" y="986912"/>
                </a:cubicBezTo>
                <a:cubicBezTo>
                  <a:pt x="2557577" y="988558"/>
                  <a:pt x="2557943" y="990295"/>
                  <a:pt x="2557943" y="992124"/>
                </a:cubicBezTo>
              </a:path>
              <a:path w="3106765" h="1263061">
                <a:moveTo>
                  <a:pt x="2779593" y="945032"/>
                </a:moveTo>
                <a:cubicBezTo>
                  <a:pt x="2779593" y="946861"/>
                  <a:pt x="2779227" y="948599"/>
                  <a:pt x="2778587" y="950244"/>
                </a:cubicBezTo>
                <a:cubicBezTo>
                  <a:pt x="2777856" y="951890"/>
                  <a:pt x="2776941" y="953353"/>
                  <a:pt x="2775661" y="954634"/>
                </a:cubicBezTo>
                <a:cubicBezTo>
                  <a:pt x="2774381" y="955914"/>
                  <a:pt x="2772918" y="956920"/>
                  <a:pt x="2771181" y="957560"/>
                </a:cubicBezTo>
                <a:cubicBezTo>
                  <a:pt x="2769535" y="958291"/>
                  <a:pt x="2767797" y="958657"/>
                  <a:pt x="2766060" y="958657"/>
                </a:cubicBezTo>
                <a:cubicBezTo>
                  <a:pt x="2764231" y="958657"/>
                  <a:pt x="2762494" y="958291"/>
                  <a:pt x="2760848" y="957560"/>
                </a:cubicBezTo>
                <a:cubicBezTo>
                  <a:pt x="2759111" y="956920"/>
                  <a:pt x="2757648" y="955914"/>
                  <a:pt x="2756367" y="954634"/>
                </a:cubicBezTo>
                <a:cubicBezTo>
                  <a:pt x="2755179" y="953353"/>
                  <a:pt x="2754173" y="951890"/>
                  <a:pt x="2753441" y="950244"/>
                </a:cubicBezTo>
                <a:cubicBezTo>
                  <a:pt x="2752801" y="948599"/>
                  <a:pt x="2752435" y="946861"/>
                  <a:pt x="2752435" y="945032"/>
                </a:cubicBezTo>
                <a:cubicBezTo>
                  <a:pt x="2752435" y="943295"/>
                  <a:pt x="2752801" y="941558"/>
                  <a:pt x="2753441" y="939912"/>
                </a:cubicBezTo>
                <a:cubicBezTo>
                  <a:pt x="2754173" y="938174"/>
                  <a:pt x="2755179" y="936711"/>
                  <a:pt x="2756367" y="935431"/>
                </a:cubicBezTo>
                <a:cubicBezTo>
                  <a:pt x="2757648" y="934242"/>
                  <a:pt x="2759111" y="933237"/>
                  <a:pt x="2760848" y="932505"/>
                </a:cubicBezTo>
                <a:cubicBezTo>
                  <a:pt x="2762494" y="931865"/>
                  <a:pt x="2764231" y="931499"/>
                  <a:pt x="2766060" y="931499"/>
                </a:cubicBezTo>
                <a:cubicBezTo>
                  <a:pt x="2767797" y="931499"/>
                  <a:pt x="2769535" y="931865"/>
                  <a:pt x="2771181" y="932505"/>
                </a:cubicBezTo>
                <a:cubicBezTo>
                  <a:pt x="2772918" y="933237"/>
                  <a:pt x="2774381" y="934242"/>
                  <a:pt x="2775661" y="935431"/>
                </a:cubicBezTo>
                <a:cubicBezTo>
                  <a:pt x="2776941" y="936711"/>
                  <a:pt x="2777856" y="938174"/>
                  <a:pt x="2778587" y="939912"/>
                </a:cubicBezTo>
                <a:cubicBezTo>
                  <a:pt x="2779227" y="941558"/>
                  <a:pt x="2779593" y="943295"/>
                  <a:pt x="2779593" y="945032"/>
                </a:cubicBezTo>
              </a:path>
              <a:path w="3106765" h="1263061">
                <a:moveTo>
                  <a:pt x="3054736" y="944301"/>
                </a:moveTo>
                <a:cubicBezTo>
                  <a:pt x="3054736" y="946038"/>
                  <a:pt x="3054370" y="947776"/>
                  <a:pt x="3053730" y="949422"/>
                </a:cubicBezTo>
                <a:cubicBezTo>
                  <a:pt x="3052999" y="951067"/>
                  <a:pt x="3051993" y="952530"/>
                  <a:pt x="3050713" y="953811"/>
                </a:cubicBezTo>
                <a:cubicBezTo>
                  <a:pt x="3049433" y="955091"/>
                  <a:pt x="3047970" y="956097"/>
                  <a:pt x="3046324" y="956737"/>
                </a:cubicBezTo>
                <a:cubicBezTo>
                  <a:pt x="3044678" y="957468"/>
                  <a:pt x="3042940" y="957834"/>
                  <a:pt x="3041112" y="957834"/>
                </a:cubicBezTo>
                <a:cubicBezTo>
                  <a:pt x="3039374" y="957834"/>
                  <a:pt x="3037637" y="957468"/>
                  <a:pt x="3035899" y="956737"/>
                </a:cubicBezTo>
                <a:cubicBezTo>
                  <a:pt x="3034254" y="956097"/>
                  <a:pt x="3032790" y="955091"/>
                  <a:pt x="3031510" y="953811"/>
                </a:cubicBezTo>
                <a:cubicBezTo>
                  <a:pt x="3030230" y="952530"/>
                  <a:pt x="3029316" y="951067"/>
                  <a:pt x="3028584" y="949422"/>
                </a:cubicBezTo>
                <a:cubicBezTo>
                  <a:pt x="3027853" y="947776"/>
                  <a:pt x="3027578" y="946038"/>
                  <a:pt x="3027578" y="944301"/>
                </a:cubicBezTo>
                <a:cubicBezTo>
                  <a:pt x="3027578" y="942472"/>
                  <a:pt x="3027853" y="940735"/>
                  <a:pt x="3028584" y="939089"/>
                </a:cubicBezTo>
                <a:cubicBezTo>
                  <a:pt x="3029316" y="937443"/>
                  <a:pt x="3030230" y="935980"/>
                  <a:pt x="3031510" y="934700"/>
                </a:cubicBezTo>
                <a:cubicBezTo>
                  <a:pt x="3032790" y="933420"/>
                  <a:pt x="3034254" y="932414"/>
                  <a:pt x="3035899" y="931774"/>
                </a:cubicBezTo>
                <a:cubicBezTo>
                  <a:pt x="3037637" y="931042"/>
                  <a:pt x="3039374" y="930676"/>
                  <a:pt x="3041112" y="930676"/>
                </a:cubicBezTo>
                <a:cubicBezTo>
                  <a:pt x="3042940" y="930676"/>
                  <a:pt x="3044678" y="931042"/>
                  <a:pt x="3046324" y="931774"/>
                </a:cubicBezTo>
                <a:cubicBezTo>
                  <a:pt x="3047970" y="932414"/>
                  <a:pt x="3049433" y="933420"/>
                  <a:pt x="3050713" y="934700"/>
                </a:cubicBezTo>
                <a:cubicBezTo>
                  <a:pt x="3051993" y="935980"/>
                  <a:pt x="3052999" y="937443"/>
                  <a:pt x="3053730" y="939089"/>
                </a:cubicBezTo>
                <a:cubicBezTo>
                  <a:pt x="3054370" y="940735"/>
                  <a:pt x="3054736" y="942472"/>
                  <a:pt x="3054736" y="944301"/>
                </a:cubicBezTo>
              </a:path>
              <a:path w="3106765" h="1263061">
                <a:moveTo>
                  <a:pt x="27158" y="776600"/>
                </a:moveTo>
                <a:cubicBezTo>
                  <a:pt x="27158" y="778429"/>
                  <a:pt x="26792" y="780166"/>
                  <a:pt x="26152" y="781812"/>
                </a:cubicBezTo>
                <a:cubicBezTo>
                  <a:pt x="25420" y="783458"/>
                  <a:pt x="24506" y="784921"/>
                  <a:pt x="23226" y="786201"/>
                </a:cubicBezTo>
                <a:cubicBezTo>
                  <a:pt x="21946" y="787481"/>
                  <a:pt x="20483" y="788487"/>
                  <a:pt x="18745" y="789127"/>
                </a:cubicBezTo>
                <a:cubicBezTo>
                  <a:pt x="17099" y="789859"/>
                  <a:pt x="15362" y="790224"/>
                  <a:pt x="13625" y="790224"/>
                </a:cubicBezTo>
                <a:cubicBezTo>
                  <a:pt x="11796" y="790224"/>
                  <a:pt x="10058" y="789859"/>
                  <a:pt x="8412" y="789127"/>
                </a:cubicBezTo>
                <a:cubicBezTo>
                  <a:pt x="6767" y="788487"/>
                  <a:pt x="5212" y="787481"/>
                  <a:pt x="4023" y="786201"/>
                </a:cubicBezTo>
                <a:cubicBezTo>
                  <a:pt x="2743" y="784921"/>
                  <a:pt x="1737" y="783458"/>
                  <a:pt x="1006" y="781812"/>
                </a:cubicBezTo>
                <a:cubicBezTo>
                  <a:pt x="366" y="780166"/>
                  <a:pt x="0" y="778429"/>
                  <a:pt x="0" y="776600"/>
                </a:cubicBezTo>
                <a:cubicBezTo>
                  <a:pt x="0" y="774863"/>
                  <a:pt x="366" y="773125"/>
                  <a:pt x="1006" y="771479"/>
                </a:cubicBezTo>
                <a:cubicBezTo>
                  <a:pt x="1737" y="769833"/>
                  <a:pt x="2743" y="768370"/>
                  <a:pt x="4023" y="767090"/>
                </a:cubicBezTo>
                <a:cubicBezTo>
                  <a:pt x="5212" y="765810"/>
                  <a:pt x="6767" y="764804"/>
                  <a:pt x="8412" y="764164"/>
                </a:cubicBezTo>
                <a:cubicBezTo>
                  <a:pt x="10058" y="763433"/>
                  <a:pt x="11796" y="763067"/>
                  <a:pt x="13625" y="763067"/>
                </a:cubicBezTo>
                <a:cubicBezTo>
                  <a:pt x="15362" y="763067"/>
                  <a:pt x="17099" y="763433"/>
                  <a:pt x="18745" y="764164"/>
                </a:cubicBezTo>
                <a:cubicBezTo>
                  <a:pt x="20483" y="764804"/>
                  <a:pt x="21946" y="765810"/>
                  <a:pt x="23226" y="767090"/>
                </a:cubicBezTo>
                <a:cubicBezTo>
                  <a:pt x="24506" y="768370"/>
                  <a:pt x="25420" y="769833"/>
                  <a:pt x="26152" y="771479"/>
                </a:cubicBezTo>
                <a:cubicBezTo>
                  <a:pt x="26792" y="773125"/>
                  <a:pt x="27158" y="774863"/>
                  <a:pt x="27158" y="776600"/>
                </a:cubicBezTo>
              </a:path>
              <a:path w="3106765" h="1263061">
                <a:moveTo>
                  <a:pt x="295991" y="688177"/>
                </a:moveTo>
                <a:cubicBezTo>
                  <a:pt x="295991" y="690006"/>
                  <a:pt x="295626" y="691744"/>
                  <a:pt x="294985" y="693390"/>
                </a:cubicBezTo>
                <a:cubicBezTo>
                  <a:pt x="294254" y="695035"/>
                  <a:pt x="293340" y="696498"/>
                  <a:pt x="292059" y="697779"/>
                </a:cubicBezTo>
                <a:cubicBezTo>
                  <a:pt x="290779" y="699059"/>
                  <a:pt x="289316" y="700065"/>
                  <a:pt x="287579" y="700705"/>
                </a:cubicBezTo>
                <a:cubicBezTo>
                  <a:pt x="285933" y="701436"/>
                  <a:pt x="284196" y="701802"/>
                  <a:pt x="282458" y="701802"/>
                </a:cubicBezTo>
                <a:cubicBezTo>
                  <a:pt x="280629" y="701802"/>
                  <a:pt x="278892" y="701436"/>
                  <a:pt x="277246" y="700705"/>
                </a:cubicBezTo>
                <a:cubicBezTo>
                  <a:pt x="275509" y="700065"/>
                  <a:pt x="274046" y="699059"/>
                  <a:pt x="272766" y="697779"/>
                </a:cubicBezTo>
                <a:cubicBezTo>
                  <a:pt x="271577" y="696498"/>
                  <a:pt x="270571" y="695035"/>
                  <a:pt x="269839" y="693390"/>
                </a:cubicBezTo>
                <a:cubicBezTo>
                  <a:pt x="269199" y="691744"/>
                  <a:pt x="268834" y="690006"/>
                  <a:pt x="268834" y="688177"/>
                </a:cubicBezTo>
                <a:cubicBezTo>
                  <a:pt x="268834" y="686440"/>
                  <a:pt x="269199" y="684703"/>
                  <a:pt x="269839" y="683057"/>
                </a:cubicBezTo>
                <a:cubicBezTo>
                  <a:pt x="270571" y="681411"/>
                  <a:pt x="271577" y="679948"/>
                  <a:pt x="272766" y="678668"/>
                </a:cubicBezTo>
                <a:cubicBezTo>
                  <a:pt x="274046" y="677388"/>
                  <a:pt x="275509" y="676382"/>
                  <a:pt x="277246" y="675650"/>
                </a:cubicBezTo>
                <a:cubicBezTo>
                  <a:pt x="278892" y="675010"/>
                  <a:pt x="280629" y="674644"/>
                  <a:pt x="282458" y="674644"/>
                </a:cubicBezTo>
                <a:cubicBezTo>
                  <a:pt x="284196" y="674644"/>
                  <a:pt x="285933" y="675010"/>
                  <a:pt x="287579" y="675650"/>
                </a:cubicBezTo>
                <a:cubicBezTo>
                  <a:pt x="289316" y="676382"/>
                  <a:pt x="290779" y="677388"/>
                  <a:pt x="292059" y="678668"/>
                </a:cubicBezTo>
                <a:cubicBezTo>
                  <a:pt x="293340" y="679948"/>
                  <a:pt x="294254" y="681411"/>
                  <a:pt x="294985" y="683057"/>
                </a:cubicBezTo>
                <a:cubicBezTo>
                  <a:pt x="295626" y="684703"/>
                  <a:pt x="295991" y="686440"/>
                  <a:pt x="295991" y="688177"/>
                </a:cubicBezTo>
              </a:path>
              <a:path w="3106765" h="1263061">
                <a:moveTo>
                  <a:pt x="533370" y="709026"/>
                </a:moveTo>
                <a:cubicBezTo>
                  <a:pt x="533370" y="710763"/>
                  <a:pt x="533004" y="712500"/>
                  <a:pt x="532364" y="714238"/>
                </a:cubicBezTo>
                <a:cubicBezTo>
                  <a:pt x="531632" y="715884"/>
                  <a:pt x="530626" y="717347"/>
                  <a:pt x="529438" y="718627"/>
                </a:cubicBezTo>
                <a:cubicBezTo>
                  <a:pt x="528157" y="719907"/>
                  <a:pt x="526694" y="720822"/>
                  <a:pt x="524957" y="721553"/>
                </a:cubicBezTo>
                <a:cubicBezTo>
                  <a:pt x="523311" y="722193"/>
                  <a:pt x="521574" y="722559"/>
                  <a:pt x="519745" y="722559"/>
                </a:cubicBezTo>
                <a:cubicBezTo>
                  <a:pt x="518008" y="722559"/>
                  <a:pt x="516270" y="722193"/>
                  <a:pt x="514624" y="721553"/>
                </a:cubicBezTo>
                <a:cubicBezTo>
                  <a:pt x="512887" y="720822"/>
                  <a:pt x="511424" y="719907"/>
                  <a:pt x="510144" y="718627"/>
                </a:cubicBezTo>
                <a:cubicBezTo>
                  <a:pt x="508864" y="717347"/>
                  <a:pt x="507949" y="715884"/>
                  <a:pt x="507218" y="714238"/>
                </a:cubicBezTo>
                <a:cubicBezTo>
                  <a:pt x="506578" y="712500"/>
                  <a:pt x="506212" y="710763"/>
                  <a:pt x="506212" y="709026"/>
                </a:cubicBezTo>
                <a:cubicBezTo>
                  <a:pt x="506212" y="707197"/>
                  <a:pt x="506578" y="705460"/>
                  <a:pt x="507218" y="703814"/>
                </a:cubicBezTo>
                <a:cubicBezTo>
                  <a:pt x="507949" y="702168"/>
                  <a:pt x="508864" y="700705"/>
                  <a:pt x="510144" y="699425"/>
                </a:cubicBezTo>
                <a:cubicBezTo>
                  <a:pt x="511424" y="698144"/>
                  <a:pt x="512887" y="697139"/>
                  <a:pt x="514624" y="696498"/>
                </a:cubicBezTo>
                <a:cubicBezTo>
                  <a:pt x="516270" y="695767"/>
                  <a:pt x="518008" y="695493"/>
                  <a:pt x="519745" y="695493"/>
                </a:cubicBezTo>
                <a:cubicBezTo>
                  <a:pt x="521574" y="695493"/>
                  <a:pt x="523311" y="695767"/>
                  <a:pt x="524957" y="696498"/>
                </a:cubicBezTo>
                <a:cubicBezTo>
                  <a:pt x="526694" y="697139"/>
                  <a:pt x="528157" y="698144"/>
                  <a:pt x="529438" y="699425"/>
                </a:cubicBezTo>
                <a:cubicBezTo>
                  <a:pt x="530626" y="700705"/>
                  <a:pt x="531632" y="702168"/>
                  <a:pt x="532364" y="703814"/>
                </a:cubicBezTo>
                <a:cubicBezTo>
                  <a:pt x="533004" y="705460"/>
                  <a:pt x="533370" y="707197"/>
                  <a:pt x="533370" y="709026"/>
                </a:cubicBezTo>
              </a:path>
              <a:path w="3106765" h="1263061">
                <a:moveTo>
                  <a:pt x="761970" y="716707"/>
                </a:moveTo>
                <a:cubicBezTo>
                  <a:pt x="761970" y="718444"/>
                  <a:pt x="761695" y="720181"/>
                  <a:pt x="760964" y="721919"/>
                </a:cubicBezTo>
                <a:cubicBezTo>
                  <a:pt x="760232" y="723565"/>
                  <a:pt x="759318" y="725028"/>
                  <a:pt x="758038" y="726308"/>
                </a:cubicBezTo>
                <a:cubicBezTo>
                  <a:pt x="756757" y="727588"/>
                  <a:pt x="755294" y="728502"/>
                  <a:pt x="753648" y="729234"/>
                </a:cubicBezTo>
                <a:cubicBezTo>
                  <a:pt x="751911" y="729874"/>
                  <a:pt x="750174" y="730240"/>
                  <a:pt x="748436" y="730240"/>
                </a:cubicBezTo>
                <a:cubicBezTo>
                  <a:pt x="746608" y="730240"/>
                  <a:pt x="744870" y="729874"/>
                  <a:pt x="743224" y="729234"/>
                </a:cubicBezTo>
                <a:cubicBezTo>
                  <a:pt x="741578" y="728502"/>
                  <a:pt x="740115" y="727588"/>
                  <a:pt x="738835" y="726308"/>
                </a:cubicBezTo>
                <a:cubicBezTo>
                  <a:pt x="737555" y="725028"/>
                  <a:pt x="736549" y="723565"/>
                  <a:pt x="735818" y="721919"/>
                </a:cubicBezTo>
                <a:cubicBezTo>
                  <a:pt x="735178" y="720181"/>
                  <a:pt x="734812" y="718444"/>
                  <a:pt x="734812" y="716707"/>
                </a:cubicBezTo>
                <a:cubicBezTo>
                  <a:pt x="734812" y="714878"/>
                  <a:pt x="735178" y="713141"/>
                  <a:pt x="735818" y="711495"/>
                </a:cubicBezTo>
                <a:cubicBezTo>
                  <a:pt x="736549" y="709849"/>
                  <a:pt x="737555" y="708386"/>
                  <a:pt x="738835" y="707106"/>
                </a:cubicBezTo>
                <a:cubicBezTo>
                  <a:pt x="740115" y="705825"/>
                  <a:pt x="741578" y="704820"/>
                  <a:pt x="743224" y="704179"/>
                </a:cubicBezTo>
                <a:cubicBezTo>
                  <a:pt x="744870" y="703448"/>
                  <a:pt x="746608" y="703174"/>
                  <a:pt x="748436" y="703174"/>
                </a:cubicBezTo>
                <a:cubicBezTo>
                  <a:pt x="750174" y="703174"/>
                  <a:pt x="751911" y="703448"/>
                  <a:pt x="753648" y="704179"/>
                </a:cubicBezTo>
                <a:cubicBezTo>
                  <a:pt x="755294" y="704820"/>
                  <a:pt x="756757" y="705825"/>
                  <a:pt x="758038" y="707106"/>
                </a:cubicBezTo>
                <a:cubicBezTo>
                  <a:pt x="759318" y="708386"/>
                  <a:pt x="760232" y="709849"/>
                  <a:pt x="760964" y="711495"/>
                </a:cubicBezTo>
                <a:cubicBezTo>
                  <a:pt x="761695" y="713141"/>
                  <a:pt x="761970" y="714878"/>
                  <a:pt x="761970" y="716707"/>
                </a:cubicBezTo>
              </a:path>
              <a:path w="3106765" h="1263061">
                <a:moveTo>
                  <a:pt x="925739" y="742493"/>
                </a:moveTo>
                <a:cubicBezTo>
                  <a:pt x="925739" y="744322"/>
                  <a:pt x="925373" y="746059"/>
                  <a:pt x="924733" y="747705"/>
                </a:cubicBezTo>
                <a:cubicBezTo>
                  <a:pt x="924001" y="749351"/>
                  <a:pt x="922995" y="750814"/>
                  <a:pt x="921807" y="752094"/>
                </a:cubicBezTo>
                <a:cubicBezTo>
                  <a:pt x="920526" y="753374"/>
                  <a:pt x="919063" y="754380"/>
                  <a:pt x="917326" y="755020"/>
                </a:cubicBezTo>
                <a:cubicBezTo>
                  <a:pt x="915680" y="755752"/>
                  <a:pt x="913943" y="756026"/>
                  <a:pt x="912114" y="756026"/>
                </a:cubicBezTo>
                <a:cubicBezTo>
                  <a:pt x="910377" y="756026"/>
                  <a:pt x="908639" y="755752"/>
                  <a:pt x="906993" y="755020"/>
                </a:cubicBezTo>
                <a:cubicBezTo>
                  <a:pt x="905256" y="754380"/>
                  <a:pt x="903793" y="753374"/>
                  <a:pt x="902513" y="752094"/>
                </a:cubicBezTo>
                <a:cubicBezTo>
                  <a:pt x="901233" y="750814"/>
                  <a:pt x="900318" y="749351"/>
                  <a:pt x="899587" y="747705"/>
                </a:cubicBezTo>
                <a:cubicBezTo>
                  <a:pt x="898947" y="746059"/>
                  <a:pt x="898581" y="744322"/>
                  <a:pt x="898581" y="742493"/>
                </a:cubicBezTo>
                <a:cubicBezTo>
                  <a:pt x="898581" y="740664"/>
                  <a:pt x="898947" y="738927"/>
                  <a:pt x="899587" y="737281"/>
                </a:cubicBezTo>
                <a:cubicBezTo>
                  <a:pt x="900318" y="735635"/>
                  <a:pt x="901233" y="734172"/>
                  <a:pt x="902513" y="732892"/>
                </a:cubicBezTo>
                <a:cubicBezTo>
                  <a:pt x="903793" y="731611"/>
                  <a:pt x="905256" y="730697"/>
                  <a:pt x="906993" y="729966"/>
                </a:cubicBezTo>
                <a:cubicBezTo>
                  <a:pt x="908639" y="729325"/>
                  <a:pt x="910377" y="728960"/>
                  <a:pt x="912114" y="728960"/>
                </a:cubicBezTo>
                <a:cubicBezTo>
                  <a:pt x="913943" y="728960"/>
                  <a:pt x="915680" y="729325"/>
                  <a:pt x="917326" y="729966"/>
                </a:cubicBezTo>
                <a:cubicBezTo>
                  <a:pt x="919063" y="730697"/>
                  <a:pt x="920526" y="731611"/>
                  <a:pt x="921807" y="732892"/>
                </a:cubicBezTo>
                <a:cubicBezTo>
                  <a:pt x="922995" y="734172"/>
                  <a:pt x="924001" y="735635"/>
                  <a:pt x="924733" y="737281"/>
                </a:cubicBezTo>
                <a:cubicBezTo>
                  <a:pt x="925373" y="738927"/>
                  <a:pt x="925739" y="740664"/>
                  <a:pt x="925739" y="742493"/>
                </a:cubicBezTo>
              </a:path>
              <a:path w="3106765" h="1263061">
                <a:moveTo>
                  <a:pt x="1173358" y="799186"/>
                </a:moveTo>
                <a:cubicBezTo>
                  <a:pt x="1173358" y="800923"/>
                  <a:pt x="1172992" y="802660"/>
                  <a:pt x="1172261" y="804306"/>
                </a:cubicBezTo>
                <a:cubicBezTo>
                  <a:pt x="1171621" y="805952"/>
                  <a:pt x="1170615" y="807415"/>
                  <a:pt x="1169335" y="808695"/>
                </a:cubicBezTo>
                <a:cubicBezTo>
                  <a:pt x="1168055" y="809976"/>
                  <a:pt x="1166592" y="810981"/>
                  <a:pt x="1164946" y="811621"/>
                </a:cubicBezTo>
                <a:cubicBezTo>
                  <a:pt x="1163300" y="812353"/>
                  <a:pt x="1161562" y="812719"/>
                  <a:pt x="1159734" y="812719"/>
                </a:cubicBezTo>
                <a:cubicBezTo>
                  <a:pt x="1157905" y="812719"/>
                  <a:pt x="1156259" y="812353"/>
                  <a:pt x="1154521" y="811621"/>
                </a:cubicBezTo>
                <a:cubicBezTo>
                  <a:pt x="1152876" y="810981"/>
                  <a:pt x="1151412" y="809976"/>
                  <a:pt x="1150132" y="808695"/>
                </a:cubicBezTo>
                <a:cubicBezTo>
                  <a:pt x="1148852" y="807415"/>
                  <a:pt x="1147846" y="805952"/>
                  <a:pt x="1147206" y="804306"/>
                </a:cubicBezTo>
                <a:cubicBezTo>
                  <a:pt x="1146475" y="802660"/>
                  <a:pt x="1146200" y="800923"/>
                  <a:pt x="1146200" y="799186"/>
                </a:cubicBezTo>
                <a:cubicBezTo>
                  <a:pt x="1146200" y="797357"/>
                  <a:pt x="1146475" y="795619"/>
                  <a:pt x="1147206" y="793974"/>
                </a:cubicBezTo>
                <a:cubicBezTo>
                  <a:pt x="1147846" y="792328"/>
                  <a:pt x="1148852" y="790865"/>
                  <a:pt x="1150132" y="789584"/>
                </a:cubicBezTo>
                <a:cubicBezTo>
                  <a:pt x="1151412" y="788304"/>
                  <a:pt x="1152876" y="787298"/>
                  <a:pt x="1154521" y="786658"/>
                </a:cubicBezTo>
                <a:cubicBezTo>
                  <a:pt x="1156259" y="785927"/>
                  <a:pt x="1157905" y="785561"/>
                  <a:pt x="1159734" y="785561"/>
                </a:cubicBezTo>
                <a:cubicBezTo>
                  <a:pt x="1161562" y="785561"/>
                  <a:pt x="1163300" y="785927"/>
                  <a:pt x="1164946" y="786658"/>
                </a:cubicBezTo>
                <a:cubicBezTo>
                  <a:pt x="1166592" y="787298"/>
                  <a:pt x="1168055" y="788304"/>
                  <a:pt x="1169335" y="789584"/>
                </a:cubicBezTo>
                <a:cubicBezTo>
                  <a:pt x="1170615" y="790865"/>
                  <a:pt x="1171621" y="792328"/>
                  <a:pt x="1172261" y="793974"/>
                </a:cubicBezTo>
                <a:cubicBezTo>
                  <a:pt x="1172992" y="795619"/>
                  <a:pt x="1173358" y="797357"/>
                  <a:pt x="1173358" y="799186"/>
                </a:cubicBezTo>
              </a:path>
              <a:path w="3106765" h="1263061">
                <a:moveTo>
                  <a:pt x="1367851" y="770108"/>
                </a:moveTo>
                <a:cubicBezTo>
                  <a:pt x="1367851" y="771936"/>
                  <a:pt x="1367485" y="773674"/>
                  <a:pt x="1366845" y="775320"/>
                </a:cubicBezTo>
                <a:cubicBezTo>
                  <a:pt x="1366114" y="776966"/>
                  <a:pt x="1365108" y="778429"/>
                  <a:pt x="1363828" y="779709"/>
                </a:cubicBezTo>
                <a:cubicBezTo>
                  <a:pt x="1362547" y="780989"/>
                  <a:pt x="1361084" y="781995"/>
                  <a:pt x="1359438" y="782635"/>
                </a:cubicBezTo>
                <a:cubicBezTo>
                  <a:pt x="1357793" y="783366"/>
                  <a:pt x="1356055" y="783641"/>
                  <a:pt x="1354226" y="783641"/>
                </a:cubicBezTo>
                <a:cubicBezTo>
                  <a:pt x="1352489" y="783641"/>
                  <a:pt x="1350752" y="783366"/>
                  <a:pt x="1349014" y="782635"/>
                </a:cubicBezTo>
                <a:cubicBezTo>
                  <a:pt x="1347368" y="781995"/>
                  <a:pt x="1345905" y="780989"/>
                  <a:pt x="1344625" y="779709"/>
                </a:cubicBezTo>
                <a:cubicBezTo>
                  <a:pt x="1343345" y="778429"/>
                  <a:pt x="1342431" y="776966"/>
                  <a:pt x="1341699" y="775320"/>
                </a:cubicBezTo>
                <a:cubicBezTo>
                  <a:pt x="1340968" y="773674"/>
                  <a:pt x="1340693" y="771936"/>
                  <a:pt x="1340693" y="770108"/>
                </a:cubicBezTo>
                <a:cubicBezTo>
                  <a:pt x="1340693" y="768279"/>
                  <a:pt x="1340968" y="766633"/>
                  <a:pt x="1341699" y="764896"/>
                </a:cubicBezTo>
                <a:cubicBezTo>
                  <a:pt x="1342431" y="763250"/>
                  <a:pt x="1343345" y="761787"/>
                  <a:pt x="1344625" y="760506"/>
                </a:cubicBezTo>
                <a:cubicBezTo>
                  <a:pt x="1345905" y="759226"/>
                  <a:pt x="1347368" y="758312"/>
                  <a:pt x="1349014" y="757580"/>
                </a:cubicBezTo>
                <a:cubicBezTo>
                  <a:pt x="1350752" y="756940"/>
                  <a:pt x="1352489" y="756575"/>
                  <a:pt x="1354226" y="756575"/>
                </a:cubicBezTo>
                <a:cubicBezTo>
                  <a:pt x="1356055" y="756575"/>
                  <a:pt x="1357793" y="756940"/>
                  <a:pt x="1359438" y="757580"/>
                </a:cubicBezTo>
                <a:cubicBezTo>
                  <a:pt x="1361084" y="758312"/>
                  <a:pt x="1362547" y="759226"/>
                  <a:pt x="1363828" y="760506"/>
                </a:cubicBezTo>
                <a:cubicBezTo>
                  <a:pt x="1365108" y="761787"/>
                  <a:pt x="1366114" y="763250"/>
                  <a:pt x="1366845" y="764896"/>
                </a:cubicBezTo>
                <a:cubicBezTo>
                  <a:pt x="1367485" y="766633"/>
                  <a:pt x="1367851" y="768279"/>
                  <a:pt x="1367851" y="770108"/>
                </a:cubicBezTo>
              </a:path>
              <a:path w="3106765" h="1263061">
                <a:moveTo>
                  <a:pt x="1627358" y="722193"/>
                </a:moveTo>
                <a:cubicBezTo>
                  <a:pt x="1627358" y="724022"/>
                  <a:pt x="1626992" y="725759"/>
                  <a:pt x="1626352" y="727405"/>
                </a:cubicBezTo>
                <a:cubicBezTo>
                  <a:pt x="1625620" y="729051"/>
                  <a:pt x="1624614" y="730514"/>
                  <a:pt x="1623334" y="731794"/>
                </a:cubicBezTo>
                <a:cubicBezTo>
                  <a:pt x="1622054" y="733074"/>
                  <a:pt x="1620591" y="734080"/>
                  <a:pt x="1618945" y="734720"/>
                </a:cubicBezTo>
                <a:cubicBezTo>
                  <a:pt x="1617299" y="735452"/>
                  <a:pt x="1615562" y="735726"/>
                  <a:pt x="1613733" y="735726"/>
                </a:cubicBezTo>
                <a:cubicBezTo>
                  <a:pt x="1611996" y="735726"/>
                  <a:pt x="1610258" y="735452"/>
                  <a:pt x="1608521" y="734720"/>
                </a:cubicBezTo>
                <a:cubicBezTo>
                  <a:pt x="1606875" y="734080"/>
                  <a:pt x="1605412" y="733074"/>
                  <a:pt x="1604132" y="731794"/>
                </a:cubicBezTo>
                <a:cubicBezTo>
                  <a:pt x="1602852" y="730514"/>
                  <a:pt x="1601937" y="729051"/>
                  <a:pt x="1601206" y="727405"/>
                </a:cubicBezTo>
                <a:cubicBezTo>
                  <a:pt x="1600566" y="725759"/>
                  <a:pt x="1600200" y="724022"/>
                  <a:pt x="1600200" y="722193"/>
                </a:cubicBezTo>
                <a:cubicBezTo>
                  <a:pt x="1600200" y="720456"/>
                  <a:pt x="1600566" y="718718"/>
                  <a:pt x="1601206" y="716981"/>
                </a:cubicBezTo>
                <a:cubicBezTo>
                  <a:pt x="1601937" y="715335"/>
                  <a:pt x="1602852" y="713872"/>
                  <a:pt x="1604132" y="712592"/>
                </a:cubicBezTo>
                <a:cubicBezTo>
                  <a:pt x="1605412" y="711312"/>
                  <a:pt x="1606875" y="710397"/>
                  <a:pt x="1608521" y="709666"/>
                </a:cubicBezTo>
                <a:cubicBezTo>
                  <a:pt x="1610258" y="709026"/>
                  <a:pt x="1611996" y="708660"/>
                  <a:pt x="1613733" y="708660"/>
                </a:cubicBezTo>
                <a:cubicBezTo>
                  <a:pt x="1615562" y="708660"/>
                  <a:pt x="1617299" y="709026"/>
                  <a:pt x="1618945" y="709666"/>
                </a:cubicBezTo>
                <a:cubicBezTo>
                  <a:pt x="1620591" y="710397"/>
                  <a:pt x="1622054" y="711312"/>
                  <a:pt x="1623334" y="712592"/>
                </a:cubicBezTo>
                <a:cubicBezTo>
                  <a:pt x="1624614" y="713872"/>
                  <a:pt x="1625620" y="715335"/>
                  <a:pt x="1626352" y="716981"/>
                </a:cubicBezTo>
                <a:cubicBezTo>
                  <a:pt x="1626992" y="718718"/>
                  <a:pt x="1627358" y="720456"/>
                  <a:pt x="1627358" y="722193"/>
                </a:cubicBezTo>
              </a:path>
              <a:path w="3106765" h="1263061">
                <a:moveTo>
                  <a:pt x="1940997" y="750631"/>
                </a:moveTo>
                <a:cubicBezTo>
                  <a:pt x="1940997" y="752460"/>
                  <a:pt x="1940631" y="754197"/>
                  <a:pt x="1939991" y="755843"/>
                </a:cubicBezTo>
                <a:cubicBezTo>
                  <a:pt x="1939260" y="757489"/>
                  <a:pt x="1938345" y="758952"/>
                  <a:pt x="1937065" y="760232"/>
                </a:cubicBezTo>
                <a:cubicBezTo>
                  <a:pt x="1935785" y="761512"/>
                  <a:pt x="1934322" y="762427"/>
                  <a:pt x="1932676" y="763158"/>
                </a:cubicBezTo>
                <a:cubicBezTo>
                  <a:pt x="1930938" y="763890"/>
                  <a:pt x="1929201" y="764164"/>
                  <a:pt x="1927464" y="764164"/>
                </a:cubicBezTo>
                <a:cubicBezTo>
                  <a:pt x="1925635" y="764164"/>
                  <a:pt x="1923898" y="763890"/>
                  <a:pt x="1922252" y="763158"/>
                </a:cubicBezTo>
                <a:cubicBezTo>
                  <a:pt x="1920606" y="762427"/>
                  <a:pt x="1919051" y="761512"/>
                  <a:pt x="1917863" y="760232"/>
                </a:cubicBezTo>
                <a:cubicBezTo>
                  <a:pt x="1916582" y="758952"/>
                  <a:pt x="1915577" y="757489"/>
                  <a:pt x="1914845" y="755843"/>
                </a:cubicBezTo>
                <a:cubicBezTo>
                  <a:pt x="1914205" y="754197"/>
                  <a:pt x="1913839" y="752460"/>
                  <a:pt x="1913839" y="750631"/>
                </a:cubicBezTo>
                <a:cubicBezTo>
                  <a:pt x="1913839" y="748802"/>
                  <a:pt x="1914205" y="747065"/>
                  <a:pt x="1914845" y="745419"/>
                </a:cubicBezTo>
                <a:cubicBezTo>
                  <a:pt x="1915577" y="743773"/>
                  <a:pt x="1916582" y="742310"/>
                  <a:pt x="1917863" y="741030"/>
                </a:cubicBezTo>
                <a:cubicBezTo>
                  <a:pt x="1919051" y="739750"/>
                  <a:pt x="1920606" y="738835"/>
                  <a:pt x="1922252" y="738104"/>
                </a:cubicBezTo>
                <a:cubicBezTo>
                  <a:pt x="1923898" y="737464"/>
                  <a:pt x="1925635" y="737098"/>
                  <a:pt x="1927464" y="737098"/>
                </a:cubicBezTo>
                <a:cubicBezTo>
                  <a:pt x="1929201" y="737098"/>
                  <a:pt x="1930938" y="737464"/>
                  <a:pt x="1932676" y="738104"/>
                </a:cubicBezTo>
                <a:cubicBezTo>
                  <a:pt x="1934322" y="738835"/>
                  <a:pt x="1935785" y="739750"/>
                  <a:pt x="1937065" y="741030"/>
                </a:cubicBezTo>
                <a:cubicBezTo>
                  <a:pt x="1938345" y="742310"/>
                  <a:pt x="1939260" y="743773"/>
                  <a:pt x="1939991" y="745419"/>
                </a:cubicBezTo>
                <a:cubicBezTo>
                  <a:pt x="1940631" y="747065"/>
                  <a:pt x="1940997" y="748802"/>
                  <a:pt x="1940997" y="750631"/>
                </a:cubicBezTo>
              </a:path>
              <a:path w="3106765" h="1263061">
                <a:moveTo>
                  <a:pt x="2171334" y="687903"/>
                </a:moveTo>
                <a:cubicBezTo>
                  <a:pt x="2171334" y="689640"/>
                  <a:pt x="2170968" y="691378"/>
                  <a:pt x="2170328" y="693024"/>
                </a:cubicBezTo>
                <a:cubicBezTo>
                  <a:pt x="2169597" y="694761"/>
                  <a:pt x="2168682" y="696224"/>
                  <a:pt x="2167402" y="697413"/>
                </a:cubicBezTo>
                <a:cubicBezTo>
                  <a:pt x="2166122" y="698693"/>
                  <a:pt x="2164659" y="699699"/>
                  <a:pt x="2162922" y="700430"/>
                </a:cubicBezTo>
                <a:cubicBezTo>
                  <a:pt x="2161276" y="701070"/>
                  <a:pt x="2159538" y="701436"/>
                  <a:pt x="2157801" y="701436"/>
                </a:cubicBezTo>
                <a:cubicBezTo>
                  <a:pt x="2155972" y="701436"/>
                  <a:pt x="2154235" y="701070"/>
                  <a:pt x="2152589" y="700430"/>
                </a:cubicBezTo>
                <a:cubicBezTo>
                  <a:pt x="2150852" y="699699"/>
                  <a:pt x="2149389" y="698693"/>
                  <a:pt x="2148108" y="697413"/>
                </a:cubicBezTo>
                <a:cubicBezTo>
                  <a:pt x="2146920" y="696224"/>
                  <a:pt x="2145914" y="694761"/>
                  <a:pt x="2145182" y="693024"/>
                </a:cubicBezTo>
                <a:cubicBezTo>
                  <a:pt x="2144542" y="691378"/>
                  <a:pt x="2144177" y="689640"/>
                  <a:pt x="2144177" y="687903"/>
                </a:cubicBezTo>
                <a:cubicBezTo>
                  <a:pt x="2144177" y="686074"/>
                  <a:pt x="2144542" y="684337"/>
                  <a:pt x="2145182" y="682691"/>
                </a:cubicBezTo>
                <a:cubicBezTo>
                  <a:pt x="2145914" y="681045"/>
                  <a:pt x="2146920" y="679582"/>
                  <a:pt x="2148108" y="678302"/>
                </a:cubicBezTo>
                <a:cubicBezTo>
                  <a:pt x="2149389" y="677022"/>
                  <a:pt x="2150852" y="676016"/>
                  <a:pt x="2152589" y="675376"/>
                </a:cubicBezTo>
                <a:cubicBezTo>
                  <a:pt x="2154235" y="674644"/>
                  <a:pt x="2155972" y="674279"/>
                  <a:pt x="2157801" y="674279"/>
                </a:cubicBezTo>
                <a:cubicBezTo>
                  <a:pt x="2159538" y="674279"/>
                  <a:pt x="2161276" y="674644"/>
                  <a:pt x="2162922" y="675376"/>
                </a:cubicBezTo>
                <a:cubicBezTo>
                  <a:pt x="2164659" y="676016"/>
                  <a:pt x="2166122" y="677022"/>
                  <a:pt x="2167402" y="678302"/>
                </a:cubicBezTo>
                <a:cubicBezTo>
                  <a:pt x="2168682" y="679582"/>
                  <a:pt x="2169597" y="681045"/>
                  <a:pt x="2170328" y="682691"/>
                </a:cubicBezTo>
                <a:cubicBezTo>
                  <a:pt x="2170968" y="684337"/>
                  <a:pt x="2171334" y="686074"/>
                  <a:pt x="2171334" y="687903"/>
                </a:cubicBezTo>
              </a:path>
              <a:path w="3106765" h="1263061">
                <a:moveTo>
                  <a:pt x="2406061" y="760232"/>
                </a:moveTo>
                <a:cubicBezTo>
                  <a:pt x="2406061" y="762061"/>
                  <a:pt x="2405695" y="763707"/>
                  <a:pt x="2405055" y="765444"/>
                </a:cubicBezTo>
                <a:cubicBezTo>
                  <a:pt x="2404323" y="767090"/>
                  <a:pt x="2403318" y="768553"/>
                  <a:pt x="2402037" y="769833"/>
                </a:cubicBezTo>
                <a:cubicBezTo>
                  <a:pt x="2400757" y="771114"/>
                  <a:pt x="2399294" y="772028"/>
                  <a:pt x="2397648" y="772759"/>
                </a:cubicBezTo>
                <a:cubicBezTo>
                  <a:pt x="2396002" y="773400"/>
                  <a:pt x="2394265" y="773765"/>
                  <a:pt x="2392436" y="773765"/>
                </a:cubicBezTo>
                <a:cubicBezTo>
                  <a:pt x="2390699" y="773765"/>
                  <a:pt x="2388961" y="773400"/>
                  <a:pt x="2387224" y="772759"/>
                </a:cubicBezTo>
                <a:cubicBezTo>
                  <a:pt x="2385578" y="772028"/>
                  <a:pt x="2384115" y="771114"/>
                  <a:pt x="2382835" y="769833"/>
                </a:cubicBezTo>
                <a:cubicBezTo>
                  <a:pt x="2381555" y="768553"/>
                  <a:pt x="2380640" y="767090"/>
                  <a:pt x="2379909" y="765444"/>
                </a:cubicBezTo>
                <a:cubicBezTo>
                  <a:pt x="2379269" y="763707"/>
                  <a:pt x="2378903" y="762061"/>
                  <a:pt x="2378903" y="760232"/>
                </a:cubicBezTo>
                <a:cubicBezTo>
                  <a:pt x="2378903" y="758403"/>
                  <a:pt x="2379269" y="756666"/>
                  <a:pt x="2379909" y="755020"/>
                </a:cubicBezTo>
                <a:cubicBezTo>
                  <a:pt x="2380640" y="753374"/>
                  <a:pt x="2381555" y="751911"/>
                  <a:pt x="2382835" y="750631"/>
                </a:cubicBezTo>
                <a:cubicBezTo>
                  <a:pt x="2384115" y="749351"/>
                  <a:pt x="2385578" y="748345"/>
                  <a:pt x="2387224" y="747705"/>
                </a:cubicBezTo>
                <a:cubicBezTo>
                  <a:pt x="2388961" y="746973"/>
                  <a:pt x="2390699" y="746699"/>
                  <a:pt x="2392436" y="746699"/>
                </a:cubicBezTo>
                <a:cubicBezTo>
                  <a:pt x="2394265" y="746699"/>
                  <a:pt x="2396002" y="746973"/>
                  <a:pt x="2397648" y="747705"/>
                </a:cubicBezTo>
                <a:cubicBezTo>
                  <a:pt x="2399294" y="748345"/>
                  <a:pt x="2400757" y="749351"/>
                  <a:pt x="2402037" y="750631"/>
                </a:cubicBezTo>
                <a:cubicBezTo>
                  <a:pt x="2403318" y="751911"/>
                  <a:pt x="2404323" y="753374"/>
                  <a:pt x="2405055" y="755020"/>
                </a:cubicBezTo>
                <a:cubicBezTo>
                  <a:pt x="2405695" y="756666"/>
                  <a:pt x="2406061" y="758403"/>
                  <a:pt x="2406061" y="760232"/>
                </a:cubicBezTo>
              </a:path>
              <a:path w="3106765" h="1263061">
                <a:moveTo>
                  <a:pt x="2553188" y="776234"/>
                </a:moveTo>
                <a:cubicBezTo>
                  <a:pt x="2553188" y="778063"/>
                  <a:pt x="2552822" y="779800"/>
                  <a:pt x="2552182" y="781446"/>
                </a:cubicBezTo>
                <a:cubicBezTo>
                  <a:pt x="2551450" y="783092"/>
                  <a:pt x="2550536" y="784555"/>
                  <a:pt x="2549256" y="785835"/>
                </a:cubicBezTo>
                <a:cubicBezTo>
                  <a:pt x="2547976" y="787116"/>
                  <a:pt x="2546513" y="788121"/>
                  <a:pt x="2544775" y="788761"/>
                </a:cubicBezTo>
                <a:cubicBezTo>
                  <a:pt x="2543129" y="789493"/>
                  <a:pt x="2541392" y="789767"/>
                  <a:pt x="2539655" y="789767"/>
                </a:cubicBezTo>
                <a:cubicBezTo>
                  <a:pt x="2537826" y="789767"/>
                  <a:pt x="2536088" y="789493"/>
                  <a:pt x="2534442" y="788761"/>
                </a:cubicBezTo>
                <a:cubicBezTo>
                  <a:pt x="2532705" y="788121"/>
                  <a:pt x="2531242" y="787116"/>
                  <a:pt x="2529962" y="785835"/>
                </a:cubicBezTo>
                <a:cubicBezTo>
                  <a:pt x="2528773" y="784555"/>
                  <a:pt x="2527767" y="783092"/>
                  <a:pt x="2527036" y="781446"/>
                </a:cubicBezTo>
                <a:cubicBezTo>
                  <a:pt x="2526396" y="779800"/>
                  <a:pt x="2526030" y="778063"/>
                  <a:pt x="2526030" y="776234"/>
                </a:cubicBezTo>
                <a:cubicBezTo>
                  <a:pt x="2526030" y="774405"/>
                  <a:pt x="2526396" y="772759"/>
                  <a:pt x="2527036" y="771022"/>
                </a:cubicBezTo>
                <a:cubicBezTo>
                  <a:pt x="2527767" y="769376"/>
                  <a:pt x="2528773" y="767913"/>
                  <a:pt x="2529962" y="766633"/>
                </a:cubicBezTo>
                <a:cubicBezTo>
                  <a:pt x="2531242" y="765353"/>
                  <a:pt x="2532705" y="764438"/>
                  <a:pt x="2534442" y="763707"/>
                </a:cubicBezTo>
                <a:cubicBezTo>
                  <a:pt x="2536088" y="763067"/>
                  <a:pt x="2537826" y="762701"/>
                  <a:pt x="2539655" y="762701"/>
                </a:cubicBezTo>
                <a:cubicBezTo>
                  <a:pt x="2541392" y="762701"/>
                  <a:pt x="2543129" y="763067"/>
                  <a:pt x="2544775" y="763707"/>
                </a:cubicBezTo>
                <a:cubicBezTo>
                  <a:pt x="2546513" y="764438"/>
                  <a:pt x="2547976" y="765353"/>
                  <a:pt x="2549256" y="766633"/>
                </a:cubicBezTo>
                <a:cubicBezTo>
                  <a:pt x="2550536" y="767913"/>
                  <a:pt x="2551450" y="769376"/>
                  <a:pt x="2552182" y="771022"/>
                </a:cubicBezTo>
                <a:cubicBezTo>
                  <a:pt x="2552822" y="772759"/>
                  <a:pt x="2553188" y="774405"/>
                  <a:pt x="2553188" y="776234"/>
                </a:cubicBezTo>
              </a:path>
              <a:path w="3106765" h="1263061">
                <a:moveTo>
                  <a:pt x="2783068" y="778794"/>
                </a:moveTo>
                <a:cubicBezTo>
                  <a:pt x="2783068" y="780623"/>
                  <a:pt x="2782702" y="782361"/>
                  <a:pt x="2781971" y="784007"/>
                </a:cubicBezTo>
                <a:cubicBezTo>
                  <a:pt x="2781330" y="785652"/>
                  <a:pt x="2780325" y="787116"/>
                  <a:pt x="2779044" y="788396"/>
                </a:cubicBezTo>
                <a:cubicBezTo>
                  <a:pt x="2777764" y="789676"/>
                  <a:pt x="2776301" y="790682"/>
                  <a:pt x="2774655" y="791322"/>
                </a:cubicBezTo>
                <a:cubicBezTo>
                  <a:pt x="2773009" y="792053"/>
                  <a:pt x="2771272" y="792328"/>
                  <a:pt x="2769443" y="792328"/>
                </a:cubicBezTo>
                <a:cubicBezTo>
                  <a:pt x="2767614" y="792328"/>
                  <a:pt x="2765877" y="792053"/>
                  <a:pt x="2764231" y="791322"/>
                </a:cubicBezTo>
                <a:cubicBezTo>
                  <a:pt x="2762585" y="790682"/>
                  <a:pt x="2761122" y="789676"/>
                  <a:pt x="2759842" y="788396"/>
                </a:cubicBezTo>
                <a:cubicBezTo>
                  <a:pt x="2758562" y="787116"/>
                  <a:pt x="2757556" y="785652"/>
                  <a:pt x="2756916" y="784007"/>
                </a:cubicBezTo>
                <a:cubicBezTo>
                  <a:pt x="2756184" y="782361"/>
                  <a:pt x="2755819" y="780623"/>
                  <a:pt x="2755819" y="778794"/>
                </a:cubicBezTo>
                <a:cubicBezTo>
                  <a:pt x="2755819" y="776966"/>
                  <a:pt x="2756184" y="775320"/>
                  <a:pt x="2756916" y="773582"/>
                </a:cubicBezTo>
                <a:cubicBezTo>
                  <a:pt x="2757556" y="771936"/>
                  <a:pt x="2758562" y="770473"/>
                  <a:pt x="2759842" y="769193"/>
                </a:cubicBezTo>
                <a:cubicBezTo>
                  <a:pt x="2761122" y="767913"/>
                  <a:pt x="2762585" y="766999"/>
                  <a:pt x="2764231" y="766267"/>
                </a:cubicBezTo>
                <a:cubicBezTo>
                  <a:pt x="2765877" y="765627"/>
                  <a:pt x="2767614" y="765261"/>
                  <a:pt x="2769443" y="765261"/>
                </a:cubicBezTo>
                <a:cubicBezTo>
                  <a:pt x="2771272" y="765261"/>
                  <a:pt x="2773009" y="765627"/>
                  <a:pt x="2774655" y="766267"/>
                </a:cubicBezTo>
                <a:cubicBezTo>
                  <a:pt x="2776301" y="766999"/>
                  <a:pt x="2777764" y="767913"/>
                  <a:pt x="2779044" y="769193"/>
                </a:cubicBezTo>
                <a:cubicBezTo>
                  <a:pt x="2780325" y="770473"/>
                  <a:pt x="2781330" y="771936"/>
                  <a:pt x="2781971" y="773582"/>
                </a:cubicBezTo>
                <a:cubicBezTo>
                  <a:pt x="2782702" y="775320"/>
                  <a:pt x="2783068" y="776966"/>
                  <a:pt x="2783068" y="778794"/>
                </a:cubicBezTo>
              </a:path>
              <a:path w="3106765" h="1263061">
                <a:moveTo>
                  <a:pt x="3065343" y="698053"/>
                </a:moveTo>
                <a:cubicBezTo>
                  <a:pt x="3065343" y="699882"/>
                  <a:pt x="3064977" y="701619"/>
                  <a:pt x="3064337" y="703265"/>
                </a:cubicBezTo>
                <a:cubicBezTo>
                  <a:pt x="3063606" y="704911"/>
                  <a:pt x="3062600" y="706374"/>
                  <a:pt x="3061320" y="707654"/>
                </a:cubicBezTo>
                <a:cubicBezTo>
                  <a:pt x="3060131" y="708934"/>
                  <a:pt x="3058577" y="709940"/>
                  <a:pt x="3056931" y="710580"/>
                </a:cubicBezTo>
                <a:cubicBezTo>
                  <a:pt x="3055285" y="711312"/>
                  <a:pt x="3053547" y="711586"/>
                  <a:pt x="3051719" y="711586"/>
                </a:cubicBezTo>
                <a:cubicBezTo>
                  <a:pt x="3049981" y="711586"/>
                  <a:pt x="3048244" y="711312"/>
                  <a:pt x="3046598" y="710580"/>
                </a:cubicBezTo>
                <a:cubicBezTo>
                  <a:pt x="3044861" y="709940"/>
                  <a:pt x="3043398" y="708934"/>
                  <a:pt x="3042117" y="707654"/>
                </a:cubicBezTo>
                <a:cubicBezTo>
                  <a:pt x="3040837" y="706374"/>
                  <a:pt x="3039923" y="704911"/>
                  <a:pt x="3039191" y="703265"/>
                </a:cubicBezTo>
                <a:cubicBezTo>
                  <a:pt x="3038551" y="701619"/>
                  <a:pt x="3038185" y="699882"/>
                  <a:pt x="3038185" y="698053"/>
                </a:cubicBezTo>
                <a:cubicBezTo>
                  <a:pt x="3038185" y="696224"/>
                  <a:pt x="3038551" y="694578"/>
                  <a:pt x="3039191" y="692841"/>
                </a:cubicBezTo>
                <a:cubicBezTo>
                  <a:pt x="3039923" y="691195"/>
                  <a:pt x="3040837" y="689732"/>
                  <a:pt x="3042117" y="688452"/>
                </a:cubicBezTo>
                <a:cubicBezTo>
                  <a:pt x="3043398" y="687172"/>
                  <a:pt x="3044861" y="686257"/>
                  <a:pt x="3046598" y="685526"/>
                </a:cubicBezTo>
                <a:cubicBezTo>
                  <a:pt x="3048244" y="684886"/>
                  <a:pt x="3049981" y="684520"/>
                  <a:pt x="3051719" y="684520"/>
                </a:cubicBezTo>
                <a:cubicBezTo>
                  <a:pt x="3053547" y="684520"/>
                  <a:pt x="3055285" y="684886"/>
                  <a:pt x="3056931" y="685526"/>
                </a:cubicBezTo>
                <a:cubicBezTo>
                  <a:pt x="3058577" y="686257"/>
                  <a:pt x="3060131" y="687172"/>
                  <a:pt x="3061320" y="688452"/>
                </a:cubicBezTo>
                <a:cubicBezTo>
                  <a:pt x="3062600" y="689732"/>
                  <a:pt x="3063606" y="691195"/>
                  <a:pt x="3064337" y="692841"/>
                </a:cubicBezTo>
                <a:cubicBezTo>
                  <a:pt x="3064977" y="694578"/>
                  <a:pt x="3065343" y="696224"/>
                  <a:pt x="3065343" y="698053"/>
                </a:cubicBezTo>
              </a:path>
              <a:path w="3106765" h="1263061">
                <a:moveTo>
                  <a:pt x="66751" y="514807"/>
                </a:moveTo>
                <a:cubicBezTo>
                  <a:pt x="66751" y="516636"/>
                  <a:pt x="66477" y="518373"/>
                  <a:pt x="65745" y="520019"/>
                </a:cubicBezTo>
                <a:cubicBezTo>
                  <a:pt x="65014" y="521665"/>
                  <a:pt x="64099" y="523128"/>
                  <a:pt x="62819" y="524408"/>
                </a:cubicBezTo>
                <a:cubicBezTo>
                  <a:pt x="61539" y="525689"/>
                  <a:pt x="60076" y="526694"/>
                  <a:pt x="58430" y="527334"/>
                </a:cubicBezTo>
                <a:cubicBezTo>
                  <a:pt x="56693" y="528066"/>
                  <a:pt x="54955" y="528432"/>
                  <a:pt x="53218" y="528432"/>
                </a:cubicBezTo>
                <a:cubicBezTo>
                  <a:pt x="51389" y="528432"/>
                  <a:pt x="49652" y="528066"/>
                  <a:pt x="48006" y="527334"/>
                </a:cubicBezTo>
                <a:cubicBezTo>
                  <a:pt x="46360" y="526694"/>
                  <a:pt x="44897" y="525689"/>
                  <a:pt x="43617" y="524408"/>
                </a:cubicBezTo>
                <a:cubicBezTo>
                  <a:pt x="42337" y="523128"/>
                  <a:pt x="41331" y="521665"/>
                  <a:pt x="40599" y="520019"/>
                </a:cubicBezTo>
                <a:cubicBezTo>
                  <a:pt x="39959" y="518373"/>
                  <a:pt x="39594" y="516636"/>
                  <a:pt x="39594" y="514807"/>
                </a:cubicBezTo>
                <a:cubicBezTo>
                  <a:pt x="39594" y="513070"/>
                  <a:pt x="39959" y="511332"/>
                  <a:pt x="40599" y="509687"/>
                </a:cubicBezTo>
                <a:cubicBezTo>
                  <a:pt x="41331" y="507949"/>
                  <a:pt x="42337" y="506486"/>
                  <a:pt x="43617" y="505206"/>
                </a:cubicBezTo>
                <a:cubicBezTo>
                  <a:pt x="44897" y="504017"/>
                  <a:pt x="46360" y="503011"/>
                  <a:pt x="48006" y="502280"/>
                </a:cubicBezTo>
                <a:cubicBezTo>
                  <a:pt x="49652" y="501640"/>
                  <a:pt x="51389" y="501274"/>
                  <a:pt x="53218" y="501274"/>
                </a:cubicBezTo>
                <a:cubicBezTo>
                  <a:pt x="54955" y="501274"/>
                  <a:pt x="56693" y="501640"/>
                  <a:pt x="58430" y="502280"/>
                </a:cubicBezTo>
                <a:cubicBezTo>
                  <a:pt x="60076" y="503011"/>
                  <a:pt x="61539" y="504017"/>
                  <a:pt x="62819" y="505206"/>
                </a:cubicBezTo>
                <a:cubicBezTo>
                  <a:pt x="64099" y="506486"/>
                  <a:pt x="65014" y="507949"/>
                  <a:pt x="65745" y="509687"/>
                </a:cubicBezTo>
                <a:cubicBezTo>
                  <a:pt x="66477" y="511332"/>
                  <a:pt x="66751" y="513070"/>
                  <a:pt x="66751" y="514807"/>
                </a:cubicBezTo>
              </a:path>
              <a:path w="3106765" h="1263061">
                <a:moveTo>
                  <a:pt x="277520" y="477683"/>
                </a:moveTo>
                <a:cubicBezTo>
                  <a:pt x="277520" y="479511"/>
                  <a:pt x="277155" y="481249"/>
                  <a:pt x="276515" y="482895"/>
                </a:cubicBezTo>
                <a:cubicBezTo>
                  <a:pt x="275783" y="484541"/>
                  <a:pt x="274869" y="486004"/>
                  <a:pt x="273588" y="487284"/>
                </a:cubicBezTo>
                <a:cubicBezTo>
                  <a:pt x="272308" y="488564"/>
                  <a:pt x="270845" y="489478"/>
                  <a:pt x="269108" y="490210"/>
                </a:cubicBezTo>
                <a:cubicBezTo>
                  <a:pt x="267462" y="490850"/>
                  <a:pt x="265725" y="491216"/>
                  <a:pt x="263987" y="491216"/>
                </a:cubicBezTo>
                <a:cubicBezTo>
                  <a:pt x="262158" y="491216"/>
                  <a:pt x="260421" y="490850"/>
                  <a:pt x="258775" y="490210"/>
                </a:cubicBezTo>
                <a:cubicBezTo>
                  <a:pt x="257038" y="489478"/>
                  <a:pt x="255575" y="488564"/>
                  <a:pt x="254295" y="487284"/>
                </a:cubicBezTo>
                <a:cubicBezTo>
                  <a:pt x="253106" y="486004"/>
                  <a:pt x="252100" y="484541"/>
                  <a:pt x="251369" y="482895"/>
                </a:cubicBezTo>
                <a:cubicBezTo>
                  <a:pt x="250728" y="481249"/>
                  <a:pt x="250363" y="479511"/>
                  <a:pt x="250363" y="477683"/>
                </a:cubicBezTo>
                <a:cubicBezTo>
                  <a:pt x="250363" y="475854"/>
                  <a:pt x="250728" y="474116"/>
                  <a:pt x="251369" y="472470"/>
                </a:cubicBezTo>
                <a:cubicBezTo>
                  <a:pt x="252100" y="470825"/>
                  <a:pt x="253106" y="469362"/>
                  <a:pt x="254295" y="468081"/>
                </a:cubicBezTo>
                <a:cubicBezTo>
                  <a:pt x="255575" y="466801"/>
                  <a:pt x="257038" y="465795"/>
                  <a:pt x="258775" y="465155"/>
                </a:cubicBezTo>
                <a:cubicBezTo>
                  <a:pt x="260421" y="464424"/>
                  <a:pt x="262158" y="464149"/>
                  <a:pt x="263987" y="464149"/>
                </a:cubicBezTo>
                <a:cubicBezTo>
                  <a:pt x="265725" y="464149"/>
                  <a:pt x="267462" y="464424"/>
                  <a:pt x="269108" y="465155"/>
                </a:cubicBezTo>
                <a:cubicBezTo>
                  <a:pt x="270845" y="465795"/>
                  <a:pt x="272308" y="466801"/>
                  <a:pt x="273588" y="468081"/>
                </a:cubicBezTo>
                <a:cubicBezTo>
                  <a:pt x="274869" y="469362"/>
                  <a:pt x="275783" y="470825"/>
                  <a:pt x="276515" y="472470"/>
                </a:cubicBezTo>
                <a:cubicBezTo>
                  <a:pt x="277155" y="474116"/>
                  <a:pt x="277520" y="475854"/>
                  <a:pt x="277520" y="477683"/>
                </a:cubicBezTo>
              </a:path>
              <a:path w="3106765" h="1263061">
                <a:moveTo>
                  <a:pt x="444033" y="493776"/>
                </a:moveTo>
                <a:cubicBezTo>
                  <a:pt x="444033" y="495605"/>
                  <a:pt x="443667" y="497342"/>
                  <a:pt x="443027" y="498988"/>
                </a:cubicBezTo>
                <a:cubicBezTo>
                  <a:pt x="442295" y="500634"/>
                  <a:pt x="441381" y="502097"/>
                  <a:pt x="440101" y="503377"/>
                </a:cubicBezTo>
                <a:cubicBezTo>
                  <a:pt x="438821" y="504657"/>
                  <a:pt x="437358" y="505663"/>
                  <a:pt x="435620" y="506303"/>
                </a:cubicBezTo>
                <a:cubicBezTo>
                  <a:pt x="433974" y="507035"/>
                  <a:pt x="432237" y="507309"/>
                  <a:pt x="430500" y="507309"/>
                </a:cubicBezTo>
                <a:cubicBezTo>
                  <a:pt x="428671" y="507309"/>
                  <a:pt x="426933" y="507035"/>
                  <a:pt x="425287" y="506303"/>
                </a:cubicBezTo>
                <a:cubicBezTo>
                  <a:pt x="423642" y="505663"/>
                  <a:pt x="422087" y="504657"/>
                  <a:pt x="420898" y="503377"/>
                </a:cubicBezTo>
                <a:cubicBezTo>
                  <a:pt x="419618" y="502097"/>
                  <a:pt x="418612" y="500634"/>
                  <a:pt x="417881" y="498988"/>
                </a:cubicBezTo>
                <a:cubicBezTo>
                  <a:pt x="417241" y="497342"/>
                  <a:pt x="416875" y="495605"/>
                  <a:pt x="416875" y="493776"/>
                </a:cubicBezTo>
                <a:cubicBezTo>
                  <a:pt x="416875" y="492039"/>
                  <a:pt x="417241" y="490301"/>
                  <a:pt x="417881" y="488564"/>
                </a:cubicBezTo>
                <a:cubicBezTo>
                  <a:pt x="418612" y="486918"/>
                  <a:pt x="419618" y="485455"/>
                  <a:pt x="420898" y="484175"/>
                </a:cubicBezTo>
                <a:cubicBezTo>
                  <a:pt x="422087" y="482895"/>
                  <a:pt x="423642" y="481980"/>
                  <a:pt x="425287" y="481249"/>
                </a:cubicBezTo>
                <a:cubicBezTo>
                  <a:pt x="426933" y="480609"/>
                  <a:pt x="428671" y="480243"/>
                  <a:pt x="430500" y="480243"/>
                </a:cubicBezTo>
                <a:cubicBezTo>
                  <a:pt x="432237" y="480243"/>
                  <a:pt x="433974" y="480609"/>
                  <a:pt x="435620" y="481249"/>
                </a:cubicBezTo>
                <a:cubicBezTo>
                  <a:pt x="437358" y="481980"/>
                  <a:pt x="438821" y="482895"/>
                  <a:pt x="440101" y="484175"/>
                </a:cubicBezTo>
                <a:cubicBezTo>
                  <a:pt x="441381" y="485455"/>
                  <a:pt x="442295" y="486918"/>
                  <a:pt x="443027" y="488564"/>
                </a:cubicBezTo>
                <a:cubicBezTo>
                  <a:pt x="443667" y="490301"/>
                  <a:pt x="444033" y="492039"/>
                  <a:pt x="444033" y="493776"/>
                </a:cubicBezTo>
              </a:path>
              <a:path w="3106765" h="1263061">
                <a:moveTo>
                  <a:pt x="772577" y="479694"/>
                </a:moveTo>
                <a:cubicBezTo>
                  <a:pt x="772577" y="481523"/>
                  <a:pt x="772302" y="483169"/>
                  <a:pt x="771571" y="484906"/>
                </a:cubicBezTo>
                <a:cubicBezTo>
                  <a:pt x="770931" y="486552"/>
                  <a:pt x="769925" y="488015"/>
                  <a:pt x="768645" y="489295"/>
                </a:cubicBezTo>
                <a:cubicBezTo>
                  <a:pt x="767364" y="490576"/>
                  <a:pt x="765901" y="491490"/>
                  <a:pt x="764256" y="492222"/>
                </a:cubicBezTo>
                <a:cubicBezTo>
                  <a:pt x="762518" y="492862"/>
                  <a:pt x="760872" y="493227"/>
                  <a:pt x="759043" y="493227"/>
                </a:cubicBezTo>
                <a:cubicBezTo>
                  <a:pt x="757215" y="493227"/>
                  <a:pt x="755477" y="492862"/>
                  <a:pt x="753831" y="492222"/>
                </a:cubicBezTo>
                <a:cubicBezTo>
                  <a:pt x="752185" y="491490"/>
                  <a:pt x="750722" y="490576"/>
                  <a:pt x="749442" y="489295"/>
                </a:cubicBezTo>
                <a:cubicBezTo>
                  <a:pt x="748162" y="488015"/>
                  <a:pt x="747156" y="486552"/>
                  <a:pt x="746516" y="484906"/>
                </a:cubicBezTo>
                <a:cubicBezTo>
                  <a:pt x="745785" y="483169"/>
                  <a:pt x="745419" y="481523"/>
                  <a:pt x="745419" y="479694"/>
                </a:cubicBezTo>
                <a:cubicBezTo>
                  <a:pt x="745419" y="477865"/>
                  <a:pt x="745785" y="476128"/>
                  <a:pt x="746516" y="474482"/>
                </a:cubicBezTo>
                <a:cubicBezTo>
                  <a:pt x="747156" y="472836"/>
                  <a:pt x="748162" y="471373"/>
                  <a:pt x="749442" y="470093"/>
                </a:cubicBezTo>
                <a:cubicBezTo>
                  <a:pt x="750722" y="468813"/>
                  <a:pt x="752185" y="467807"/>
                  <a:pt x="753831" y="467167"/>
                </a:cubicBezTo>
                <a:cubicBezTo>
                  <a:pt x="755477" y="466435"/>
                  <a:pt x="757215" y="466161"/>
                  <a:pt x="759043" y="466161"/>
                </a:cubicBezTo>
                <a:cubicBezTo>
                  <a:pt x="760872" y="466161"/>
                  <a:pt x="762518" y="466435"/>
                  <a:pt x="764256" y="467167"/>
                </a:cubicBezTo>
                <a:cubicBezTo>
                  <a:pt x="765901" y="467807"/>
                  <a:pt x="767364" y="468813"/>
                  <a:pt x="768645" y="470093"/>
                </a:cubicBezTo>
                <a:cubicBezTo>
                  <a:pt x="769925" y="471373"/>
                  <a:pt x="770931" y="472836"/>
                  <a:pt x="771571" y="474482"/>
                </a:cubicBezTo>
                <a:cubicBezTo>
                  <a:pt x="772302" y="476128"/>
                  <a:pt x="772577" y="477865"/>
                  <a:pt x="772577" y="479694"/>
                </a:cubicBezTo>
              </a:path>
              <a:path w="3106765" h="1263061">
                <a:moveTo>
                  <a:pt x="986638" y="514990"/>
                </a:moveTo>
                <a:cubicBezTo>
                  <a:pt x="986638" y="516819"/>
                  <a:pt x="986272" y="518556"/>
                  <a:pt x="985632" y="520202"/>
                </a:cubicBezTo>
                <a:cubicBezTo>
                  <a:pt x="984900" y="521848"/>
                  <a:pt x="983894" y="523311"/>
                  <a:pt x="982614" y="524591"/>
                </a:cubicBezTo>
                <a:cubicBezTo>
                  <a:pt x="981426" y="525871"/>
                  <a:pt x="979871" y="526786"/>
                  <a:pt x="978225" y="527517"/>
                </a:cubicBezTo>
                <a:cubicBezTo>
                  <a:pt x="976579" y="528157"/>
                  <a:pt x="974842" y="528523"/>
                  <a:pt x="973013" y="528523"/>
                </a:cubicBezTo>
                <a:cubicBezTo>
                  <a:pt x="971276" y="528523"/>
                  <a:pt x="969538" y="528157"/>
                  <a:pt x="967892" y="527517"/>
                </a:cubicBezTo>
                <a:cubicBezTo>
                  <a:pt x="966155" y="526786"/>
                  <a:pt x="964692" y="525871"/>
                  <a:pt x="963412" y="524591"/>
                </a:cubicBezTo>
                <a:cubicBezTo>
                  <a:pt x="962132" y="523311"/>
                  <a:pt x="961217" y="521848"/>
                  <a:pt x="960486" y="520202"/>
                </a:cubicBezTo>
                <a:cubicBezTo>
                  <a:pt x="959846" y="518556"/>
                  <a:pt x="959480" y="516819"/>
                  <a:pt x="959480" y="514990"/>
                </a:cubicBezTo>
                <a:cubicBezTo>
                  <a:pt x="959480" y="513161"/>
                  <a:pt x="959846" y="511424"/>
                  <a:pt x="960486" y="509778"/>
                </a:cubicBezTo>
                <a:cubicBezTo>
                  <a:pt x="961217" y="508132"/>
                  <a:pt x="962132" y="506669"/>
                  <a:pt x="963412" y="505389"/>
                </a:cubicBezTo>
                <a:cubicBezTo>
                  <a:pt x="964692" y="504109"/>
                  <a:pt x="966155" y="503103"/>
                  <a:pt x="967892" y="502463"/>
                </a:cubicBezTo>
                <a:cubicBezTo>
                  <a:pt x="969538" y="501731"/>
                  <a:pt x="971276" y="501457"/>
                  <a:pt x="973013" y="501457"/>
                </a:cubicBezTo>
                <a:cubicBezTo>
                  <a:pt x="974842" y="501457"/>
                  <a:pt x="976579" y="501731"/>
                  <a:pt x="978225" y="502463"/>
                </a:cubicBezTo>
                <a:cubicBezTo>
                  <a:pt x="979871" y="503103"/>
                  <a:pt x="981426" y="504109"/>
                  <a:pt x="982614" y="505389"/>
                </a:cubicBezTo>
                <a:cubicBezTo>
                  <a:pt x="983894" y="506669"/>
                  <a:pt x="984900" y="508132"/>
                  <a:pt x="985632" y="509778"/>
                </a:cubicBezTo>
                <a:cubicBezTo>
                  <a:pt x="986272" y="511424"/>
                  <a:pt x="986638" y="513161"/>
                  <a:pt x="986638" y="514990"/>
                </a:cubicBezTo>
              </a:path>
              <a:path w="3106765" h="1263061">
                <a:moveTo>
                  <a:pt x="1152784" y="478871"/>
                </a:moveTo>
                <a:cubicBezTo>
                  <a:pt x="1152784" y="480700"/>
                  <a:pt x="1152418" y="482437"/>
                  <a:pt x="1151687" y="484083"/>
                </a:cubicBezTo>
                <a:cubicBezTo>
                  <a:pt x="1151047" y="485729"/>
                  <a:pt x="1150041" y="487192"/>
                  <a:pt x="1148761" y="488472"/>
                </a:cubicBezTo>
                <a:cubicBezTo>
                  <a:pt x="1147481" y="489753"/>
                  <a:pt x="1146018" y="490758"/>
                  <a:pt x="1144372" y="491399"/>
                </a:cubicBezTo>
                <a:cubicBezTo>
                  <a:pt x="1142726" y="492130"/>
                  <a:pt x="1140988" y="492404"/>
                  <a:pt x="1139160" y="492404"/>
                </a:cubicBezTo>
                <a:cubicBezTo>
                  <a:pt x="1137331" y="492404"/>
                  <a:pt x="1135593" y="492130"/>
                  <a:pt x="1133947" y="491399"/>
                </a:cubicBezTo>
                <a:cubicBezTo>
                  <a:pt x="1132302" y="490758"/>
                  <a:pt x="1130838" y="489753"/>
                  <a:pt x="1129558" y="488472"/>
                </a:cubicBezTo>
                <a:cubicBezTo>
                  <a:pt x="1128278" y="487192"/>
                  <a:pt x="1127272" y="485729"/>
                  <a:pt x="1126632" y="484083"/>
                </a:cubicBezTo>
                <a:cubicBezTo>
                  <a:pt x="1125901" y="482437"/>
                  <a:pt x="1125535" y="480700"/>
                  <a:pt x="1125535" y="478871"/>
                </a:cubicBezTo>
                <a:cubicBezTo>
                  <a:pt x="1125535" y="477042"/>
                  <a:pt x="1125901" y="475397"/>
                  <a:pt x="1126632" y="473659"/>
                </a:cubicBezTo>
                <a:cubicBezTo>
                  <a:pt x="1127272" y="472013"/>
                  <a:pt x="1128278" y="470550"/>
                  <a:pt x="1129558" y="469270"/>
                </a:cubicBezTo>
                <a:cubicBezTo>
                  <a:pt x="1130838" y="467990"/>
                  <a:pt x="1132302" y="467076"/>
                  <a:pt x="1133947" y="466344"/>
                </a:cubicBezTo>
                <a:cubicBezTo>
                  <a:pt x="1135593" y="465704"/>
                  <a:pt x="1137331" y="465338"/>
                  <a:pt x="1139160" y="465338"/>
                </a:cubicBezTo>
                <a:cubicBezTo>
                  <a:pt x="1140988" y="465338"/>
                  <a:pt x="1142726" y="465704"/>
                  <a:pt x="1144372" y="466344"/>
                </a:cubicBezTo>
                <a:cubicBezTo>
                  <a:pt x="1146018" y="467076"/>
                  <a:pt x="1147481" y="467990"/>
                  <a:pt x="1148761" y="469270"/>
                </a:cubicBezTo>
                <a:cubicBezTo>
                  <a:pt x="1150041" y="470550"/>
                  <a:pt x="1151047" y="472013"/>
                  <a:pt x="1151687" y="473659"/>
                </a:cubicBezTo>
                <a:cubicBezTo>
                  <a:pt x="1152418" y="475397"/>
                  <a:pt x="1152784" y="477042"/>
                  <a:pt x="1152784" y="478871"/>
                </a:cubicBezTo>
              </a:path>
              <a:path w="3106765" h="1263061">
                <a:moveTo>
                  <a:pt x="1403238" y="477500"/>
                </a:moveTo>
                <a:cubicBezTo>
                  <a:pt x="1403238" y="479328"/>
                  <a:pt x="1402964" y="481066"/>
                  <a:pt x="1402232" y="482712"/>
                </a:cubicBezTo>
                <a:cubicBezTo>
                  <a:pt x="1401501" y="484358"/>
                  <a:pt x="1400586" y="485821"/>
                  <a:pt x="1399306" y="487101"/>
                </a:cubicBezTo>
                <a:cubicBezTo>
                  <a:pt x="1398026" y="488381"/>
                  <a:pt x="1396563" y="489387"/>
                  <a:pt x="1394917" y="490027"/>
                </a:cubicBezTo>
                <a:cubicBezTo>
                  <a:pt x="1393180" y="490758"/>
                  <a:pt x="1391442" y="491124"/>
                  <a:pt x="1389705" y="491124"/>
                </a:cubicBezTo>
                <a:cubicBezTo>
                  <a:pt x="1387876" y="491124"/>
                  <a:pt x="1386139" y="490758"/>
                  <a:pt x="1384493" y="490027"/>
                </a:cubicBezTo>
                <a:cubicBezTo>
                  <a:pt x="1382847" y="489387"/>
                  <a:pt x="1381384" y="488381"/>
                  <a:pt x="1380104" y="487101"/>
                </a:cubicBezTo>
                <a:cubicBezTo>
                  <a:pt x="1378824" y="485821"/>
                  <a:pt x="1377818" y="484358"/>
                  <a:pt x="1377086" y="482712"/>
                </a:cubicBezTo>
                <a:cubicBezTo>
                  <a:pt x="1376446" y="481066"/>
                  <a:pt x="1376081" y="479328"/>
                  <a:pt x="1376081" y="477500"/>
                </a:cubicBezTo>
                <a:cubicBezTo>
                  <a:pt x="1376081" y="475762"/>
                  <a:pt x="1376446" y="474025"/>
                  <a:pt x="1377086" y="472379"/>
                </a:cubicBezTo>
                <a:cubicBezTo>
                  <a:pt x="1377818" y="470642"/>
                  <a:pt x="1378824" y="469179"/>
                  <a:pt x="1380104" y="467898"/>
                </a:cubicBezTo>
                <a:cubicBezTo>
                  <a:pt x="1381384" y="466710"/>
                  <a:pt x="1382847" y="465704"/>
                  <a:pt x="1384493" y="464972"/>
                </a:cubicBezTo>
                <a:cubicBezTo>
                  <a:pt x="1386139" y="464332"/>
                  <a:pt x="1387876" y="463967"/>
                  <a:pt x="1389705" y="463967"/>
                </a:cubicBezTo>
                <a:cubicBezTo>
                  <a:pt x="1391442" y="463967"/>
                  <a:pt x="1393180" y="464332"/>
                  <a:pt x="1394917" y="464972"/>
                </a:cubicBezTo>
                <a:cubicBezTo>
                  <a:pt x="1396563" y="465704"/>
                  <a:pt x="1398026" y="466710"/>
                  <a:pt x="1399306" y="467898"/>
                </a:cubicBezTo>
                <a:cubicBezTo>
                  <a:pt x="1400586" y="469179"/>
                  <a:pt x="1401501" y="470642"/>
                  <a:pt x="1402232" y="472379"/>
                </a:cubicBezTo>
                <a:cubicBezTo>
                  <a:pt x="1402964" y="474025"/>
                  <a:pt x="1403238" y="475762"/>
                  <a:pt x="1403238" y="477500"/>
                </a:cubicBezTo>
              </a:path>
              <a:path w="3106765" h="1263061">
                <a:moveTo>
                  <a:pt x="1710202" y="524500"/>
                </a:moveTo>
                <a:cubicBezTo>
                  <a:pt x="1710202" y="526329"/>
                  <a:pt x="1709837" y="528066"/>
                  <a:pt x="1709196" y="529712"/>
                </a:cubicBezTo>
                <a:cubicBezTo>
                  <a:pt x="1708465" y="531358"/>
                  <a:pt x="1707459" y="532821"/>
                  <a:pt x="1706179" y="534101"/>
                </a:cubicBezTo>
                <a:cubicBezTo>
                  <a:pt x="1704899" y="535381"/>
                  <a:pt x="1703436" y="536387"/>
                  <a:pt x="1701790" y="537027"/>
                </a:cubicBezTo>
                <a:cubicBezTo>
                  <a:pt x="1700144" y="537759"/>
                  <a:pt x="1698407" y="538124"/>
                  <a:pt x="1696578" y="538124"/>
                </a:cubicBezTo>
                <a:cubicBezTo>
                  <a:pt x="1694840" y="538124"/>
                  <a:pt x="1693103" y="537759"/>
                  <a:pt x="1691366" y="537027"/>
                </a:cubicBezTo>
                <a:cubicBezTo>
                  <a:pt x="1689720" y="536387"/>
                  <a:pt x="1688257" y="535381"/>
                  <a:pt x="1686977" y="534101"/>
                </a:cubicBezTo>
                <a:cubicBezTo>
                  <a:pt x="1685696" y="532821"/>
                  <a:pt x="1684691" y="531358"/>
                  <a:pt x="1684050" y="529712"/>
                </a:cubicBezTo>
                <a:cubicBezTo>
                  <a:pt x="1683319" y="528066"/>
                  <a:pt x="1683045" y="526329"/>
                  <a:pt x="1683045" y="524500"/>
                </a:cubicBezTo>
                <a:cubicBezTo>
                  <a:pt x="1683045" y="522762"/>
                  <a:pt x="1683319" y="521025"/>
                  <a:pt x="1684050" y="519379"/>
                </a:cubicBezTo>
                <a:cubicBezTo>
                  <a:pt x="1684691" y="517642"/>
                  <a:pt x="1685696" y="516179"/>
                  <a:pt x="1686977" y="514899"/>
                </a:cubicBezTo>
                <a:cubicBezTo>
                  <a:pt x="1688257" y="513710"/>
                  <a:pt x="1689720" y="512704"/>
                  <a:pt x="1691366" y="511973"/>
                </a:cubicBezTo>
                <a:cubicBezTo>
                  <a:pt x="1693103" y="511332"/>
                  <a:pt x="1694840" y="510967"/>
                  <a:pt x="1696578" y="510967"/>
                </a:cubicBezTo>
                <a:cubicBezTo>
                  <a:pt x="1698407" y="510967"/>
                  <a:pt x="1700144" y="511332"/>
                  <a:pt x="1701790" y="511973"/>
                </a:cubicBezTo>
                <a:cubicBezTo>
                  <a:pt x="1703436" y="512704"/>
                  <a:pt x="1704899" y="513710"/>
                  <a:pt x="1706179" y="514899"/>
                </a:cubicBezTo>
                <a:cubicBezTo>
                  <a:pt x="1707459" y="516179"/>
                  <a:pt x="1708465" y="517642"/>
                  <a:pt x="1709196" y="519379"/>
                </a:cubicBezTo>
                <a:cubicBezTo>
                  <a:pt x="1709837" y="521025"/>
                  <a:pt x="1710202" y="522762"/>
                  <a:pt x="1710202" y="524500"/>
                </a:cubicBezTo>
              </a:path>
              <a:path w="3106765" h="1263061">
                <a:moveTo>
                  <a:pt x="1876440" y="460583"/>
                </a:moveTo>
                <a:cubicBezTo>
                  <a:pt x="1876440" y="462321"/>
                  <a:pt x="1876074" y="464058"/>
                  <a:pt x="1875434" y="465704"/>
                </a:cubicBezTo>
                <a:cubicBezTo>
                  <a:pt x="1874703" y="467441"/>
                  <a:pt x="1873788" y="468904"/>
                  <a:pt x="1872508" y="470184"/>
                </a:cubicBezTo>
                <a:cubicBezTo>
                  <a:pt x="1871228" y="471373"/>
                  <a:pt x="1869765" y="472379"/>
                  <a:pt x="1868028" y="473111"/>
                </a:cubicBezTo>
                <a:cubicBezTo>
                  <a:pt x="1866382" y="473751"/>
                  <a:pt x="1864644" y="474116"/>
                  <a:pt x="1862907" y="474116"/>
                </a:cubicBezTo>
                <a:cubicBezTo>
                  <a:pt x="1861078" y="474116"/>
                  <a:pt x="1859341" y="473751"/>
                  <a:pt x="1857695" y="473111"/>
                </a:cubicBezTo>
                <a:cubicBezTo>
                  <a:pt x="1855958" y="472379"/>
                  <a:pt x="1854495" y="471373"/>
                  <a:pt x="1853214" y="470184"/>
                </a:cubicBezTo>
                <a:cubicBezTo>
                  <a:pt x="1852026" y="468904"/>
                  <a:pt x="1851020" y="467441"/>
                  <a:pt x="1850288" y="465704"/>
                </a:cubicBezTo>
                <a:cubicBezTo>
                  <a:pt x="1849648" y="464058"/>
                  <a:pt x="1849283" y="462321"/>
                  <a:pt x="1849283" y="460583"/>
                </a:cubicBezTo>
                <a:cubicBezTo>
                  <a:pt x="1849283" y="458754"/>
                  <a:pt x="1849648" y="457017"/>
                  <a:pt x="1850288" y="455371"/>
                </a:cubicBezTo>
                <a:cubicBezTo>
                  <a:pt x="1851020" y="453725"/>
                  <a:pt x="1852026" y="452262"/>
                  <a:pt x="1853214" y="450982"/>
                </a:cubicBezTo>
                <a:cubicBezTo>
                  <a:pt x="1854495" y="449702"/>
                  <a:pt x="1855958" y="448696"/>
                  <a:pt x="1857695" y="448056"/>
                </a:cubicBezTo>
                <a:cubicBezTo>
                  <a:pt x="1859341" y="447324"/>
                  <a:pt x="1861078" y="446959"/>
                  <a:pt x="1862907" y="446959"/>
                </a:cubicBezTo>
                <a:cubicBezTo>
                  <a:pt x="1864644" y="446959"/>
                  <a:pt x="1866382" y="447324"/>
                  <a:pt x="1868028" y="448056"/>
                </a:cubicBezTo>
                <a:cubicBezTo>
                  <a:pt x="1869765" y="448696"/>
                  <a:pt x="1871228" y="449702"/>
                  <a:pt x="1872508" y="450982"/>
                </a:cubicBezTo>
                <a:cubicBezTo>
                  <a:pt x="1873788" y="452262"/>
                  <a:pt x="1874703" y="453725"/>
                  <a:pt x="1875434" y="455371"/>
                </a:cubicBezTo>
                <a:cubicBezTo>
                  <a:pt x="1876074" y="457017"/>
                  <a:pt x="1876440" y="458754"/>
                  <a:pt x="1876440" y="460583"/>
                </a:cubicBezTo>
              </a:path>
              <a:path w="3106765" h="1263061">
                <a:moveTo>
                  <a:pt x="2146645" y="550743"/>
                </a:moveTo>
                <a:cubicBezTo>
                  <a:pt x="2146645" y="552572"/>
                  <a:pt x="2146280" y="554218"/>
                  <a:pt x="2145640" y="555955"/>
                </a:cubicBezTo>
                <a:cubicBezTo>
                  <a:pt x="2144908" y="557601"/>
                  <a:pt x="2143902" y="559064"/>
                  <a:pt x="2142622" y="560344"/>
                </a:cubicBezTo>
                <a:cubicBezTo>
                  <a:pt x="2141342" y="561624"/>
                  <a:pt x="2139879" y="562539"/>
                  <a:pt x="2138233" y="563270"/>
                </a:cubicBezTo>
                <a:cubicBezTo>
                  <a:pt x="2136587" y="563910"/>
                  <a:pt x="2134850" y="564276"/>
                  <a:pt x="2133021" y="564276"/>
                </a:cubicBezTo>
                <a:cubicBezTo>
                  <a:pt x="2131284" y="564276"/>
                  <a:pt x="2129546" y="563910"/>
                  <a:pt x="2127809" y="563270"/>
                </a:cubicBezTo>
                <a:cubicBezTo>
                  <a:pt x="2126163" y="562539"/>
                  <a:pt x="2124700" y="561624"/>
                  <a:pt x="2123420" y="560344"/>
                </a:cubicBezTo>
                <a:cubicBezTo>
                  <a:pt x="2122140" y="559064"/>
                  <a:pt x="2121225" y="557601"/>
                  <a:pt x="2120494" y="555955"/>
                </a:cubicBezTo>
                <a:cubicBezTo>
                  <a:pt x="2119854" y="554218"/>
                  <a:pt x="2119488" y="552572"/>
                  <a:pt x="2119488" y="550743"/>
                </a:cubicBezTo>
                <a:cubicBezTo>
                  <a:pt x="2119488" y="548914"/>
                  <a:pt x="2119854" y="547177"/>
                  <a:pt x="2120494" y="545531"/>
                </a:cubicBezTo>
                <a:cubicBezTo>
                  <a:pt x="2121225" y="543885"/>
                  <a:pt x="2122140" y="542422"/>
                  <a:pt x="2123420" y="541142"/>
                </a:cubicBezTo>
                <a:cubicBezTo>
                  <a:pt x="2124700" y="539862"/>
                  <a:pt x="2126163" y="538856"/>
                  <a:pt x="2127809" y="538216"/>
                </a:cubicBezTo>
                <a:cubicBezTo>
                  <a:pt x="2129546" y="537484"/>
                  <a:pt x="2131284" y="537210"/>
                  <a:pt x="2133021" y="537210"/>
                </a:cubicBezTo>
                <a:cubicBezTo>
                  <a:pt x="2134850" y="537210"/>
                  <a:pt x="2136587" y="537484"/>
                  <a:pt x="2138233" y="538216"/>
                </a:cubicBezTo>
                <a:cubicBezTo>
                  <a:pt x="2139879" y="538856"/>
                  <a:pt x="2141342" y="539862"/>
                  <a:pt x="2142622" y="541142"/>
                </a:cubicBezTo>
                <a:cubicBezTo>
                  <a:pt x="2143902" y="542422"/>
                  <a:pt x="2144908" y="543885"/>
                  <a:pt x="2145640" y="545531"/>
                </a:cubicBezTo>
                <a:cubicBezTo>
                  <a:pt x="2146280" y="547177"/>
                  <a:pt x="2146645" y="548914"/>
                  <a:pt x="2146645" y="550743"/>
                </a:cubicBezTo>
              </a:path>
              <a:path w="3106765" h="1263061">
                <a:moveTo>
                  <a:pt x="2309774" y="552938"/>
                </a:moveTo>
                <a:cubicBezTo>
                  <a:pt x="2309774" y="554675"/>
                  <a:pt x="2309409" y="556412"/>
                  <a:pt x="2308677" y="558058"/>
                </a:cubicBezTo>
                <a:cubicBezTo>
                  <a:pt x="2308037" y="559704"/>
                  <a:pt x="2307031" y="561167"/>
                  <a:pt x="2305751" y="562447"/>
                </a:cubicBezTo>
                <a:cubicBezTo>
                  <a:pt x="2304471" y="563728"/>
                  <a:pt x="2303008" y="564733"/>
                  <a:pt x="2301362" y="565465"/>
                </a:cubicBezTo>
                <a:cubicBezTo>
                  <a:pt x="2299716" y="566105"/>
                  <a:pt x="2297979" y="566471"/>
                  <a:pt x="2296150" y="566471"/>
                </a:cubicBezTo>
                <a:cubicBezTo>
                  <a:pt x="2294321" y="566471"/>
                  <a:pt x="2292584" y="566105"/>
                  <a:pt x="2290938" y="565465"/>
                </a:cubicBezTo>
                <a:cubicBezTo>
                  <a:pt x="2289292" y="564733"/>
                  <a:pt x="2287829" y="563728"/>
                  <a:pt x="2286549" y="562447"/>
                </a:cubicBezTo>
                <a:cubicBezTo>
                  <a:pt x="2285268" y="561167"/>
                  <a:pt x="2284263" y="559704"/>
                  <a:pt x="2283623" y="558058"/>
                </a:cubicBezTo>
                <a:cubicBezTo>
                  <a:pt x="2282891" y="556412"/>
                  <a:pt x="2282525" y="554675"/>
                  <a:pt x="2282525" y="552938"/>
                </a:cubicBezTo>
                <a:cubicBezTo>
                  <a:pt x="2282525" y="551109"/>
                  <a:pt x="2282891" y="549372"/>
                  <a:pt x="2283623" y="547726"/>
                </a:cubicBezTo>
                <a:cubicBezTo>
                  <a:pt x="2284263" y="546080"/>
                  <a:pt x="2285268" y="544617"/>
                  <a:pt x="2286549" y="543336"/>
                </a:cubicBezTo>
                <a:cubicBezTo>
                  <a:pt x="2287829" y="542056"/>
                  <a:pt x="2289292" y="541050"/>
                  <a:pt x="2290938" y="540410"/>
                </a:cubicBezTo>
                <a:cubicBezTo>
                  <a:pt x="2292584" y="539679"/>
                  <a:pt x="2294321" y="539313"/>
                  <a:pt x="2296150" y="539313"/>
                </a:cubicBezTo>
                <a:cubicBezTo>
                  <a:pt x="2297979" y="539313"/>
                  <a:pt x="2299716" y="539679"/>
                  <a:pt x="2301362" y="540410"/>
                </a:cubicBezTo>
                <a:cubicBezTo>
                  <a:pt x="2303008" y="541050"/>
                  <a:pt x="2304471" y="542056"/>
                  <a:pt x="2305751" y="543336"/>
                </a:cubicBezTo>
                <a:cubicBezTo>
                  <a:pt x="2307031" y="544617"/>
                  <a:pt x="2308037" y="546080"/>
                  <a:pt x="2308677" y="547726"/>
                </a:cubicBezTo>
                <a:cubicBezTo>
                  <a:pt x="2309409" y="549372"/>
                  <a:pt x="2309774" y="551109"/>
                  <a:pt x="2309774" y="552938"/>
                </a:cubicBezTo>
              </a:path>
              <a:path w="3106765" h="1263061">
                <a:moveTo>
                  <a:pt x="2632832" y="476860"/>
                </a:moveTo>
                <a:cubicBezTo>
                  <a:pt x="2632832" y="478688"/>
                  <a:pt x="2632466" y="480426"/>
                  <a:pt x="2631735" y="482072"/>
                </a:cubicBezTo>
                <a:cubicBezTo>
                  <a:pt x="2631095" y="483718"/>
                  <a:pt x="2630089" y="485181"/>
                  <a:pt x="2628809" y="486461"/>
                </a:cubicBezTo>
                <a:cubicBezTo>
                  <a:pt x="2627528" y="487741"/>
                  <a:pt x="2626065" y="488747"/>
                  <a:pt x="2624419" y="489387"/>
                </a:cubicBezTo>
                <a:cubicBezTo>
                  <a:pt x="2622774" y="490118"/>
                  <a:pt x="2621036" y="490393"/>
                  <a:pt x="2619207" y="490393"/>
                </a:cubicBezTo>
                <a:cubicBezTo>
                  <a:pt x="2617379" y="490393"/>
                  <a:pt x="2615733" y="490118"/>
                  <a:pt x="2613995" y="489387"/>
                </a:cubicBezTo>
                <a:cubicBezTo>
                  <a:pt x="2612349" y="488747"/>
                  <a:pt x="2610886" y="487741"/>
                  <a:pt x="2609606" y="486461"/>
                </a:cubicBezTo>
                <a:cubicBezTo>
                  <a:pt x="2608326" y="485181"/>
                  <a:pt x="2607320" y="483718"/>
                  <a:pt x="2606680" y="482072"/>
                </a:cubicBezTo>
                <a:cubicBezTo>
                  <a:pt x="2605949" y="480426"/>
                  <a:pt x="2605674" y="478688"/>
                  <a:pt x="2605674" y="476860"/>
                </a:cubicBezTo>
                <a:cubicBezTo>
                  <a:pt x="2605674" y="475031"/>
                  <a:pt x="2605949" y="473385"/>
                  <a:pt x="2606680" y="471648"/>
                </a:cubicBezTo>
                <a:cubicBezTo>
                  <a:pt x="2607320" y="470002"/>
                  <a:pt x="2608326" y="468539"/>
                  <a:pt x="2609606" y="467258"/>
                </a:cubicBezTo>
                <a:cubicBezTo>
                  <a:pt x="2610886" y="465978"/>
                  <a:pt x="2612349" y="465064"/>
                  <a:pt x="2613995" y="464332"/>
                </a:cubicBezTo>
                <a:cubicBezTo>
                  <a:pt x="2615733" y="463692"/>
                  <a:pt x="2617379" y="463326"/>
                  <a:pt x="2619207" y="463326"/>
                </a:cubicBezTo>
                <a:cubicBezTo>
                  <a:pt x="2621036" y="463326"/>
                  <a:pt x="2622774" y="463692"/>
                  <a:pt x="2624419" y="464332"/>
                </a:cubicBezTo>
                <a:cubicBezTo>
                  <a:pt x="2626065" y="465064"/>
                  <a:pt x="2627528" y="465978"/>
                  <a:pt x="2628809" y="467258"/>
                </a:cubicBezTo>
                <a:cubicBezTo>
                  <a:pt x="2630089" y="468539"/>
                  <a:pt x="2631095" y="470002"/>
                  <a:pt x="2631735" y="471648"/>
                </a:cubicBezTo>
                <a:cubicBezTo>
                  <a:pt x="2632466" y="473385"/>
                  <a:pt x="2632832" y="475031"/>
                  <a:pt x="2632832" y="476860"/>
                </a:cubicBezTo>
              </a:path>
              <a:path w="3106765" h="1263061">
                <a:moveTo>
                  <a:pt x="2777124" y="474574"/>
                </a:moveTo>
                <a:cubicBezTo>
                  <a:pt x="2777124" y="476402"/>
                  <a:pt x="2776758" y="478048"/>
                  <a:pt x="2776118" y="479786"/>
                </a:cubicBezTo>
                <a:cubicBezTo>
                  <a:pt x="2775387" y="481432"/>
                  <a:pt x="2774472" y="482895"/>
                  <a:pt x="2773192" y="484175"/>
                </a:cubicBezTo>
                <a:cubicBezTo>
                  <a:pt x="2771912" y="485455"/>
                  <a:pt x="2770449" y="486369"/>
                  <a:pt x="2768712" y="487101"/>
                </a:cubicBezTo>
                <a:cubicBezTo>
                  <a:pt x="2767066" y="487741"/>
                  <a:pt x="2765328" y="488107"/>
                  <a:pt x="2763591" y="488107"/>
                </a:cubicBezTo>
                <a:cubicBezTo>
                  <a:pt x="2761762" y="488107"/>
                  <a:pt x="2760025" y="487741"/>
                  <a:pt x="2758379" y="487101"/>
                </a:cubicBezTo>
                <a:cubicBezTo>
                  <a:pt x="2756642" y="486369"/>
                  <a:pt x="2755179" y="485455"/>
                  <a:pt x="2753898" y="484175"/>
                </a:cubicBezTo>
                <a:cubicBezTo>
                  <a:pt x="2752710" y="482895"/>
                  <a:pt x="2751704" y="481432"/>
                  <a:pt x="2750972" y="479786"/>
                </a:cubicBezTo>
                <a:cubicBezTo>
                  <a:pt x="2750332" y="478048"/>
                  <a:pt x="2749967" y="476402"/>
                  <a:pt x="2749967" y="474574"/>
                </a:cubicBezTo>
                <a:cubicBezTo>
                  <a:pt x="2749967" y="472745"/>
                  <a:pt x="2750332" y="471007"/>
                  <a:pt x="2750972" y="469362"/>
                </a:cubicBezTo>
                <a:cubicBezTo>
                  <a:pt x="2751704" y="467716"/>
                  <a:pt x="2752710" y="466253"/>
                  <a:pt x="2753898" y="464972"/>
                </a:cubicBezTo>
                <a:cubicBezTo>
                  <a:pt x="2755179" y="463692"/>
                  <a:pt x="2756642" y="462686"/>
                  <a:pt x="2758379" y="462046"/>
                </a:cubicBezTo>
                <a:cubicBezTo>
                  <a:pt x="2760025" y="461315"/>
                  <a:pt x="2761762" y="461040"/>
                  <a:pt x="2763591" y="461040"/>
                </a:cubicBezTo>
                <a:cubicBezTo>
                  <a:pt x="2765328" y="461040"/>
                  <a:pt x="2767066" y="461315"/>
                  <a:pt x="2768712" y="462046"/>
                </a:cubicBezTo>
                <a:cubicBezTo>
                  <a:pt x="2770449" y="462686"/>
                  <a:pt x="2771912" y="463692"/>
                  <a:pt x="2773192" y="464972"/>
                </a:cubicBezTo>
                <a:cubicBezTo>
                  <a:pt x="2774472" y="466253"/>
                  <a:pt x="2775387" y="467716"/>
                  <a:pt x="2776118" y="469362"/>
                </a:cubicBezTo>
                <a:cubicBezTo>
                  <a:pt x="2776758" y="471007"/>
                  <a:pt x="2777124" y="472745"/>
                  <a:pt x="2777124" y="474574"/>
                </a:cubicBezTo>
              </a:path>
              <a:path w="3106765" h="1263061">
                <a:moveTo>
                  <a:pt x="3106765" y="494233"/>
                </a:moveTo>
                <a:cubicBezTo>
                  <a:pt x="3106765" y="495971"/>
                  <a:pt x="3106400" y="497708"/>
                  <a:pt x="3105760" y="499354"/>
                </a:cubicBezTo>
                <a:cubicBezTo>
                  <a:pt x="3105028" y="501000"/>
                  <a:pt x="3104022" y="502554"/>
                  <a:pt x="3102742" y="503743"/>
                </a:cubicBezTo>
                <a:cubicBezTo>
                  <a:pt x="3101462" y="505023"/>
                  <a:pt x="3099999" y="506029"/>
                  <a:pt x="3098353" y="506760"/>
                </a:cubicBezTo>
                <a:cubicBezTo>
                  <a:pt x="3096707" y="507401"/>
                  <a:pt x="3094970" y="507766"/>
                  <a:pt x="3093141" y="507766"/>
                </a:cubicBezTo>
                <a:cubicBezTo>
                  <a:pt x="3091404" y="507766"/>
                  <a:pt x="3089666" y="507401"/>
                  <a:pt x="3087929" y="506760"/>
                </a:cubicBezTo>
                <a:cubicBezTo>
                  <a:pt x="3086283" y="506029"/>
                  <a:pt x="3084820" y="505023"/>
                  <a:pt x="3083540" y="503743"/>
                </a:cubicBezTo>
                <a:cubicBezTo>
                  <a:pt x="3082260" y="502554"/>
                  <a:pt x="3081345" y="501000"/>
                  <a:pt x="3080614" y="499354"/>
                </a:cubicBezTo>
                <a:cubicBezTo>
                  <a:pt x="3079882" y="497708"/>
                  <a:pt x="3079608" y="495971"/>
                  <a:pt x="3079608" y="494233"/>
                </a:cubicBezTo>
                <a:cubicBezTo>
                  <a:pt x="3079608" y="492404"/>
                  <a:pt x="3079882" y="490667"/>
                  <a:pt x="3080614" y="489021"/>
                </a:cubicBezTo>
                <a:cubicBezTo>
                  <a:pt x="3081345" y="487375"/>
                  <a:pt x="3082260" y="485912"/>
                  <a:pt x="3083540" y="484632"/>
                </a:cubicBezTo>
                <a:cubicBezTo>
                  <a:pt x="3084820" y="483352"/>
                  <a:pt x="3086283" y="482346"/>
                  <a:pt x="3087929" y="481706"/>
                </a:cubicBezTo>
                <a:cubicBezTo>
                  <a:pt x="3089666" y="480974"/>
                  <a:pt x="3091404" y="480609"/>
                  <a:pt x="3093141" y="480609"/>
                </a:cubicBezTo>
                <a:cubicBezTo>
                  <a:pt x="3094970" y="480609"/>
                  <a:pt x="3096707" y="480974"/>
                  <a:pt x="3098353" y="481706"/>
                </a:cubicBezTo>
                <a:cubicBezTo>
                  <a:pt x="3099999" y="482346"/>
                  <a:pt x="3101462" y="483352"/>
                  <a:pt x="3102742" y="484632"/>
                </a:cubicBezTo>
                <a:cubicBezTo>
                  <a:pt x="3104022" y="485912"/>
                  <a:pt x="3105028" y="487375"/>
                  <a:pt x="3105760" y="489021"/>
                </a:cubicBezTo>
                <a:cubicBezTo>
                  <a:pt x="3106400" y="490667"/>
                  <a:pt x="3106765" y="492404"/>
                  <a:pt x="3106765" y="494233"/>
                </a:cubicBezTo>
              </a:path>
              <a:path w="3106765" h="1263061">
                <a:moveTo>
                  <a:pt x="27158" y="274686"/>
                </a:moveTo>
                <a:cubicBezTo>
                  <a:pt x="27158" y="276515"/>
                  <a:pt x="26792" y="278252"/>
                  <a:pt x="26152" y="279898"/>
                </a:cubicBezTo>
                <a:cubicBezTo>
                  <a:pt x="25420" y="281544"/>
                  <a:pt x="24506" y="283007"/>
                  <a:pt x="23226" y="284287"/>
                </a:cubicBezTo>
                <a:cubicBezTo>
                  <a:pt x="21946" y="285567"/>
                  <a:pt x="20483" y="286573"/>
                  <a:pt x="18745" y="287213"/>
                </a:cubicBezTo>
                <a:cubicBezTo>
                  <a:pt x="17099" y="287945"/>
                  <a:pt x="15362" y="288310"/>
                  <a:pt x="13625" y="288310"/>
                </a:cubicBezTo>
                <a:cubicBezTo>
                  <a:pt x="11796" y="288310"/>
                  <a:pt x="10058" y="287945"/>
                  <a:pt x="8412" y="287213"/>
                </a:cubicBezTo>
                <a:cubicBezTo>
                  <a:pt x="6767" y="286573"/>
                  <a:pt x="5212" y="285567"/>
                  <a:pt x="4023" y="284287"/>
                </a:cubicBezTo>
                <a:cubicBezTo>
                  <a:pt x="2743" y="283007"/>
                  <a:pt x="1737" y="281544"/>
                  <a:pt x="1006" y="279898"/>
                </a:cubicBezTo>
                <a:cubicBezTo>
                  <a:pt x="366" y="278252"/>
                  <a:pt x="0" y="276515"/>
                  <a:pt x="0" y="274686"/>
                </a:cubicBezTo>
                <a:cubicBezTo>
                  <a:pt x="0" y="272948"/>
                  <a:pt x="366" y="271211"/>
                  <a:pt x="1006" y="269565"/>
                </a:cubicBezTo>
                <a:cubicBezTo>
                  <a:pt x="1737" y="267828"/>
                  <a:pt x="2743" y="266365"/>
                  <a:pt x="4023" y="265085"/>
                </a:cubicBezTo>
                <a:cubicBezTo>
                  <a:pt x="5212" y="263896"/>
                  <a:pt x="6767" y="262890"/>
                  <a:pt x="8412" y="262158"/>
                </a:cubicBezTo>
                <a:cubicBezTo>
                  <a:pt x="10058" y="261518"/>
                  <a:pt x="11796" y="261153"/>
                  <a:pt x="13625" y="261153"/>
                </a:cubicBezTo>
                <a:cubicBezTo>
                  <a:pt x="15362" y="261153"/>
                  <a:pt x="17099" y="261518"/>
                  <a:pt x="18745" y="262158"/>
                </a:cubicBezTo>
                <a:cubicBezTo>
                  <a:pt x="20483" y="262890"/>
                  <a:pt x="21946" y="263896"/>
                  <a:pt x="23226" y="265085"/>
                </a:cubicBezTo>
                <a:cubicBezTo>
                  <a:pt x="24506" y="266365"/>
                  <a:pt x="25420" y="267828"/>
                  <a:pt x="26152" y="269565"/>
                </a:cubicBezTo>
                <a:cubicBezTo>
                  <a:pt x="26792" y="271211"/>
                  <a:pt x="27158" y="272948"/>
                  <a:pt x="27158" y="274686"/>
                </a:cubicBezTo>
              </a:path>
              <a:path w="3106765" h="1263061">
                <a:moveTo>
                  <a:pt x="216804" y="336774"/>
                </a:moveTo>
                <a:cubicBezTo>
                  <a:pt x="216804" y="338511"/>
                  <a:pt x="216530" y="340248"/>
                  <a:pt x="215798" y="341894"/>
                </a:cubicBezTo>
                <a:cubicBezTo>
                  <a:pt x="215158" y="343540"/>
                  <a:pt x="214152" y="345003"/>
                  <a:pt x="212872" y="346283"/>
                </a:cubicBezTo>
                <a:cubicBezTo>
                  <a:pt x="211592" y="347563"/>
                  <a:pt x="210129" y="348569"/>
                  <a:pt x="208483" y="349209"/>
                </a:cubicBezTo>
                <a:cubicBezTo>
                  <a:pt x="206746" y="349941"/>
                  <a:pt x="205100" y="350307"/>
                  <a:pt x="203271" y="350307"/>
                </a:cubicBezTo>
                <a:cubicBezTo>
                  <a:pt x="201442" y="350307"/>
                  <a:pt x="199705" y="349941"/>
                  <a:pt x="198059" y="349209"/>
                </a:cubicBezTo>
                <a:cubicBezTo>
                  <a:pt x="196413" y="348569"/>
                  <a:pt x="194950" y="347563"/>
                  <a:pt x="193670" y="346283"/>
                </a:cubicBezTo>
                <a:cubicBezTo>
                  <a:pt x="192390" y="345003"/>
                  <a:pt x="191384" y="343540"/>
                  <a:pt x="190744" y="341894"/>
                </a:cubicBezTo>
                <a:cubicBezTo>
                  <a:pt x="190012" y="340248"/>
                  <a:pt x="189647" y="338511"/>
                  <a:pt x="189647" y="336774"/>
                </a:cubicBezTo>
                <a:cubicBezTo>
                  <a:pt x="189647" y="334945"/>
                  <a:pt x="190012" y="333207"/>
                  <a:pt x="190744" y="331561"/>
                </a:cubicBezTo>
                <a:cubicBezTo>
                  <a:pt x="191384" y="329916"/>
                  <a:pt x="192390" y="328452"/>
                  <a:pt x="193670" y="327172"/>
                </a:cubicBezTo>
                <a:cubicBezTo>
                  <a:pt x="194950" y="325892"/>
                  <a:pt x="196413" y="324886"/>
                  <a:pt x="198059" y="324246"/>
                </a:cubicBezTo>
                <a:cubicBezTo>
                  <a:pt x="199705" y="323515"/>
                  <a:pt x="201442" y="323149"/>
                  <a:pt x="203271" y="323149"/>
                </a:cubicBezTo>
                <a:cubicBezTo>
                  <a:pt x="205100" y="323149"/>
                  <a:pt x="206746" y="323515"/>
                  <a:pt x="208483" y="324246"/>
                </a:cubicBezTo>
                <a:cubicBezTo>
                  <a:pt x="210129" y="324886"/>
                  <a:pt x="211592" y="325892"/>
                  <a:pt x="212872" y="327172"/>
                </a:cubicBezTo>
                <a:cubicBezTo>
                  <a:pt x="214152" y="328452"/>
                  <a:pt x="215158" y="329916"/>
                  <a:pt x="215798" y="331561"/>
                </a:cubicBezTo>
                <a:cubicBezTo>
                  <a:pt x="216530" y="333207"/>
                  <a:pt x="216804" y="334945"/>
                  <a:pt x="216804" y="336774"/>
                </a:cubicBezTo>
              </a:path>
              <a:path w="3106765" h="1263061">
                <a:moveTo>
                  <a:pt x="547086" y="262981"/>
                </a:moveTo>
                <a:cubicBezTo>
                  <a:pt x="547086" y="264810"/>
                  <a:pt x="546811" y="266548"/>
                  <a:pt x="546080" y="268194"/>
                </a:cubicBezTo>
                <a:cubicBezTo>
                  <a:pt x="545348" y="269839"/>
                  <a:pt x="544434" y="271302"/>
                  <a:pt x="543154" y="272583"/>
                </a:cubicBezTo>
                <a:cubicBezTo>
                  <a:pt x="541873" y="273863"/>
                  <a:pt x="540410" y="274869"/>
                  <a:pt x="538764" y="275509"/>
                </a:cubicBezTo>
                <a:cubicBezTo>
                  <a:pt x="537027" y="276240"/>
                  <a:pt x="535290" y="276606"/>
                  <a:pt x="533552" y="276606"/>
                </a:cubicBezTo>
                <a:cubicBezTo>
                  <a:pt x="531724" y="276606"/>
                  <a:pt x="529986" y="276240"/>
                  <a:pt x="528340" y="275509"/>
                </a:cubicBezTo>
                <a:cubicBezTo>
                  <a:pt x="526694" y="274869"/>
                  <a:pt x="525231" y="273863"/>
                  <a:pt x="523951" y="272583"/>
                </a:cubicBezTo>
                <a:cubicBezTo>
                  <a:pt x="522671" y="271302"/>
                  <a:pt x="521665" y="269839"/>
                  <a:pt x="520934" y="268194"/>
                </a:cubicBezTo>
                <a:cubicBezTo>
                  <a:pt x="520294" y="266548"/>
                  <a:pt x="519928" y="264810"/>
                  <a:pt x="519928" y="262981"/>
                </a:cubicBezTo>
                <a:cubicBezTo>
                  <a:pt x="519928" y="261244"/>
                  <a:pt x="520294" y="259507"/>
                  <a:pt x="520934" y="257861"/>
                </a:cubicBezTo>
                <a:cubicBezTo>
                  <a:pt x="521665" y="256123"/>
                  <a:pt x="522671" y="254660"/>
                  <a:pt x="523951" y="253472"/>
                </a:cubicBezTo>
                <a:cubicBezTo>
                  <a:pt x="525231" y="252192"/>
                  <a:pt x="526694" y="251186"/>
                  <a:pt x="528340" y="250454"/>
                </a:cubicBezTo>
                <a:cubicBezTo>
                  <a:pt x="529986" y="249814"/>
                  <a:pt x="531724" y="249448"/>
                  <a:pt x="533552" y="249448"/>
                </a:cubicBezTo>
                <a:cubicBezTo>
                  <a:pt x="535290" y="249448"/>
                  <a:pt x="537027" y="249814"/>
                  <a:pt x="538764" y="250454"/>
                </a:cubicBezTo>
                <a:cubicBezTo>
                  <a:pt x="540410" y="251186"/>
                  <a:pt x="541873" y="252192"/>
                  <a:pt x="543154" y="253472"/>
                </a:cubicBezTo>
                <a:cubicBezTo>
                  <a:pt x="544434" y="254660"/>
                  <a:pt x="545348" y="256123"/>
                  <a:pt x="546080" y="257861"/>
                </a:cubicBezTo>
                <a:cubicBezTo>
                  <a:pt x="546811" y="259507"/>
                  <a:pt x="547086" y="261244"/>
                  <a:pt x="547086" y="262981"/>
                </a:cubicBezTo>
              </a:path>
              <a:path w="3106765" h="1263061">
                <a:moveTo>
                  <a:pt x="728045" y="230063"/>
                </a:moveTo>
                <a:cubicBezTo>
                  <a:pt x="728045" y="231800"/>
                  <a:pt x="727680" y="233538"/>
                  <a:pt x="726948" y="235184"/>
                </a:cubicBezTo>
                <a:cubicBezTo>
                  <a:pt x="726308" y="236830"/>
                  <a:pt x="725302" y="238384"/>
                  <a:pt x="724022" y="239573"/>
                </a:cubicBezTo>
                <a:cubicBezTo>
                  <a:pt x="722742" y="240853"/>
                  <a:pt x="721279" y="241859"/>
                  <a:pt x="719633" y="242590"/>
                </a:cubicBezTo>
                <a:cubicBezTo>
                  <a:pt x="717987" y="243230"/>
                  <a:pt x="716250" y="243596"/>
                  <a:pt x="714421" y="243596"/>
                </a:cubicBezTo>
                <a:cubicBezTo>
                  <a:pt x="712592" y="243596"/>
                  <a:pt x="710946" y="243230"/>
                  <a:pt x="709209" y="242590"/>
                </a:cubicBezTo>
                <a:cubicBezTo>
                  <a:pt x="707563" y="241859"/>
                  <a:pt x="706100" y="240853"/>
                  <a:pt x="704820" y="239573"/>
                </a:cubicBezTo>
                <a:cubicBezTo>
                  <a:pt x="703539" y="238384"/>
                  <a:pt x="702534" y="236830"/>
                  <a:pt x="701893" y="235184"/>
                </a:cubicBezTo>
                <a:cubicBezTo>
                  <a:pt x="701162" y="233538"/>
                  <a:pt x="700888" y="231800"/>
                  <a:pt x="700888" y="230063"/>
                </a:cubicBezTo>
                <a:cubicBezTo>
                  <a:pt x="700888" y="228234"/>
                  <a:pt x="701162" y="226497"/>
                  <a:pt x="701893" y="224851"/>
                </a:cubicBezTo>
                <a:cubicBezTo>
                  <a:pt x="702534" y="223205"/>
                  <a:pt x="703539" y="221742"/>
                  <a:pt x="704820" y="220462"/>
                </a:cubicBezTo>
                <a:cubicBezTo>
                  <a:pt x="706100" y="219182"/>
                  <a:pt x="707563" y="218176"/>
                  <a:pt x="709209" y="217536"/>
                </a:cubicBezTo>
                <a:cubicBezTo>
                  <a:pt x="710946" y="216804"/>
                  <a:pt x="712592" y="216438"/>
                  <a:pt x="714421" y="216438"/>
                </a:cubicBezTo>
                <a:cubicBezTo>
                  <a:pt x="716250" y="216438"/>
                  <a:pt x="717987" y="216804"/>
                  <a:pt x="719633" y="217536"/>
                </a:cubicBezTo>
                <a:cubicBezTo>
                  <a:pt x="721279" y="218176"/>
                  <a:pt x="722742" y="219182"/>
                  <a:pt x="724022" y="220462"/>
                </a:cubicBezTo>
                <a:cubicBezTo>
                  <a:pt x="725302" y="221742"/>
                  <a:pt x="726308" y="223205"/>
                  <a:pt x="726948" y="224851"/>
                </a:cubicBezTo>
                <a:cubicBezTo>
                  <a:pt x="727680" y="226497"/>
                  <a:pt x="728045" y="228234"/>
                  <a:pt x="728045" y="230063"/>
                </a:cubicBezTo>
              </a:path>
              <a:path w="3106765" h="1263061">
                <a:moveTo>
                  <a:pt x="949879" y="237195"/>
                </a:moveTo>
                <a:cubicBezTo>
                  <a:pt x="949879" y="239024"/>
                  <a:pt x="949513" y="240762"/>
                  <a:pt x="948781" y="242407"/>
                </a:cubicBezTo>
                <a:cubicBezTo>
                  <a:pt x="948141" y="244053"/>
                  <a:pt x="947136" y="245516"/>
                  <a:pt x="945855" y="246797"/>
                </a:cubicBezTo>
                <a:cubicBezTo>
                  <a:pt x="944575" y="248077"/>
                  <a:pt x="943112" y="249083"/>
                  <a:pt x="941466" y="249723"/>
                </a:cubicBezTo>
                <a:cubicBezTo>
                  <a:pt x="939820" y="250454"/>
                  <a:pt x="938083" y="250728"/>
                  <a:pt x="936254" y="250728"/>
                </a:cubicBezTo>
                <a:cubicBezTo>
                  <a:pt x="934425" y="250728"/>
                  <a:pt x="932688" y="250454"/>
                  <a:pt x="931042" y="249723"/>
                </a:cubicBezTo>
                <a:cubicBezTo>
                  <a:pt x="929396" y="249083"/>
                  <a:pt x="927933" y="248077"/>
                  <a:pt x="926653" y="246797"/>
                </a:cubicBezTo>
                <a:cubicBezTo>
                  <a:pt x="925373" y="245516"/>
                  <a:pt x="924367" y="244053"/>
                  <a:pt x="923727" y="242407"/>
                </a:cubicBezTo>
                <a:cubicBezTo>
                  <a:pt x="922995" y="240762"/>
                  <a:pt x="922721" y="239024"/>
                  <a:pt x="922721" y="237195"/>
                </a:cubicBezTo>
                <a:cubicBezTo>
                  <a:pt x="922721" y="235367"/>
                  <a:pt x="922995" y="233721"/>
                  <a:pt x="923727" y="231983"/>
                </a:cubicBezTo>
                <a:cubicBezTo>
                  <a:pt x="924367" y="230337"/>
                  <a:pt x="925373" y="228874"/>
                  <a:pt x="926653" y="227594"/>
                </a:cubicBezTo>
                <a:cubicBezTo>
                  <a:pt x="927933" y="226314"/>
                  <a:pt x="929396" y="225400"/>
                  <a:pt x="931042" y="224668"/>
                </a:cubicBezTo>
                <a:cubicBezTo>
                  <a:pt x="932688" y="224028"/>
                  <a:pt x="934425" y="223662"/>
                  <a:pt x="936254" y="223662"/>
                </a:cubicBezTo>
                <a:cubicBezTo>
                  <a:pt x="938083" y="223662"/>
                  <a:pt x="939820" y="224028"/>
                  <a:pt x="941466" y="224668"/>
                </a:cubicBezTo>
                <a:cubicBezTo>
                  <a:pt x="943112" y="225400"/>
                  <a:pt x="944575" y="226314"/>
                  <a:pt x="945855" y="227594"/>
                </a:cubicBezTo>
                <a:cubicBezTo>
                  <a:pt x="947136" y="228874"/>
                  <a:pt x="948141" y="230337"/>
                  <a:pt x="948781" y="231983"/>
                </a:cubicBezTo>
                <a:cubicBezTo>
                  <a:pt x="949513" y="233721"/>
                  <a:pt x="949879" y="235367"/>
                  <a:pt x="949879" y="237195"/>
                </a:cubicBezTo>
              </a:path>
              <a:path w="3106765" h="1263061">
                <a:moveTo>
                  <a:pt x="1228131" y="313914"/>
                </a:moveTo>
                <a:cubicBezTo>
                  <a:pt x="1228131" y="315651"/>
                  <a:pt x="1227765" y="317388"/>
                  <a:pt x="1227033" y="319034"/>
                </a:cubicBezTo>
                <a:cubicBezTo>
                  <a:pt x="1226393" y="320772"/>
                  <a:pt x="1225387" y="322235"/>
                  <a:pt x="1224107" y="323423"/>
                </a:cubicBezTo>
                <a:cubicBezTo>
                  <a:pt x="1222827" y="324703"/>
                  <a:pt x="1221364" y="325709"/>
                  <a:pt x="1219718" y="326441"/>
                </a:cubicBezTo>
                <a:cubicBezTo>
                  <a:pt x="1218072" y="327081"/>
                  <a:pt x="1216335" y="327447"/>
                  <a:pt x="1214506" y="327447"/>
                </a:cubicBezTo>
                <a:cubicBezTo>
                  <a:pt x="1212677" y="327447"/>
                  <a:pt x="1210940" y="327081"/>
                  <a:pt x="1209294" y="326441"/>
                </a:cubicBezTo>
                <a:cubicBezTo>
                  <a:pt x="1207648" y="325709"/>
                  <a:pt x="1206185" y="324703"/>
                  <a:pt x="1204905" y="323423"/>
                </a:cubicBezTo>
                <a:cubicBezTo>
                  <a:pt x="1203625" y="322235"/>
                  <a:pt x="1202619" y="320772"/>
                  <a:pt x="1201979" y="319034"/>
                </a:cubicBezTo>
                <a:cubicBezTo>
                  <a:pt x="1201247" y="317388"/>
                  <a:pt x="1200882" y="315651"/>
                  <a:pt x="1200882" y="313914"/>
                </a:cubicBezTo>
                <a:cubicBezTo>
                  <a:pt x="1200882" y="312085"/>
                  <a:pt x="1201247" y="310347"/>
                  <a:pt x="1201979" y="308701"/>
                </a:cubicBezTo>
                <a:cubicBezTo>
                  <a:pt x="1202619" y="307056"/>
                  <a:pt x="1203625" y="305592"/>
                  <a:pt x="1204905" y="304312"/>
                </a:cubicBezTo>
                <a:cubicBezTo>
                  <a:pt x="1206185" y="303032"/>
                  <a:pt x="1207648" y="302026"/>
                  <a:pt x="1209294" y="301386"/>
                </a:cubicBezTo>
                <a:cubicBezTo>
                  <a:pt x="1210940" y="300655"/>
                  <a:pt x="1212677" y="300289"/>
                  <a:pt x="1214506" y="300289"/>
                </a:cubicBezTo>
                <a:cubicBezTo>
                  <a:pt x="1216335" y="300289"/>
                  <a:pt x="1218072" y="300655"/>
                  <a:pt x="1219718" y="301386"/>
                </a:cubicBezTo>
                <a:cubicBezTo>
                  <a:pt x="1221364" y="302026"/>
                  <a:pt x="1222827" y="303032"/>
                  <a:pt x="1224107" y="304312"/>
                </a:cubicBezTo>
                <a:cubicBezTo>
                  <a:pt x="1225387" y="305592"/>
                  <a:pt x="1226393" y="307056"/>
                  <a:pt x="1227033" y="308701"/>
                </a:cubicBezTo>
                <a:cubicBezTo>
                  <a:pt x="1227765" y="310347"/>
                  <a:pt x="1228131" y="312085"/>
                  <a:pt x="1228131" y="313914"/>
                </a:cubicBezTo>
              </a:path>
              <a:path w="3106765" h="1263061">
                <a:moveTo>
                  <a:pt x="1393820" y="304404"/>
                </a:moveTo>
                <a:cubicBezTo>
                  <a:pt x="1393820" y="306233"/>
                  <a:pt x="1393546" y="307878"/>
                  <a:pt x="1392814" y="309616"/>
                </a:cubicBezTo>
                <a:cubicBezTo>
                  <a:pt x="1392174" y="311262"/>
                  <a:pt x="1391168" y="312725"/>
                  <a:pt x="1389888" y="314005"/>
                </a:cubicBezTo>
                <a:cubicBezTo>
                  <a:pt x="1388608" y="315285"/>
                  <a:pt x="1387145" y="316200"/>
                  <a:pt x="1385499" y="316931"/>
                </a:cubicBezTo>
                <a:cubicBezTo>
                  <a:pt x="1383762" y="317571"/>
                  <a:pt x="1382024" y="317937"/>
                  <a:pt x="1380287" y="317937"/>
                </a:cubicBezTo>
                <a:cubicBezTo>
                  <a:pt x="1378458" y="317937"/>
                  <a:pt x="1376721" y="317571"/>
                  <a:pt x="1375075" y="316931"/>
                </a:cubicBezTo>
                <a:cubicBezTo>
                  <a:pt x="1373429" y="316200"/>
                  <a:pt x="1371966" y="315285"/>
                  <a:pt x="1370686" y="314005"/>
                </a:cubicBezTo>
                <a:cubicBezTo>
                  <a:pt x="1369405" y="312725"/>
                  <a:pt x="1368400" y="311262"/>
                  <a:pt x="1367668" y="309616"/>
                </a:cubicBezTo>
                <a:cubicBezTo>
                  <a:pt x="1367028" y="307878"/>
                  <a:pt x="1366662" y="306233"/>
                  <a:pt x="1366662" y="304404"/>
                </a:cubicBezTo>
                <a:cubicBezTo>
                  <a:pt x="1366662" y="302575"/>
                  <a:pt x="1367028" y="300838"/>
                  <a:pt x="1367668" y="299192"/>
                </a:cubicBezTo>
                <a:cubicBezTo>
                  <a:pt x="1368400" y="297546"/>
                  <a:pt x="1369405" y="296083"/>
                  <a:pt x="1370686" y="294803"/>
                </a:cubicBezTo>
                <a:cubicBezTo>
                  <a:pt x="1371966" y="293522"/>
                  <a:pt x="1373429" y="292517"/>
                  <a:pt x="1375075" y="291876"/>
                </a:cubicBezTo>
                <a:cubicBezTo>
                  <a:pt x="1376721" y="291145"/>
                  <a:pt x="1378458" y="290871"/>
                  <a:pt x="1380287" y="290871"/>
                </a:cubicBezTo>
                <a:cubicBezTo>
                  <a:pt x="1382024" y="290871"/>
                  <a:pt x="1383762" y="291145"/>
                  <a:pt x="1385499" y="291876"/>
                </a:cubicBezTo>
                <a:cubicBezTo>
                  <a:pt x="1387145" y="292517"/>
                  <a:pt x="1388608" y="293522"/>
                  <a:pt x="1389888" y="294803"/>
                </a:cubicBezTo>
                <a:cubicBezTo>
                  <a:pt x="1391168" y="296083"/>
                  <a:pt x="1392174" y="297546"/>
                  <a:pt x="1392814" y="299192"/>
                </a:cubicBezTo>
                <a:cubicBezTo>
                  <a:pt x="1393546" y="300838"/>
                  <a:pt x="1393820" y="302575"/>
                  <a:pt x="1393820" y="304404"/>
                </a:cubicBezTo>
              </a:path>
              <a:path w="3106765" h="1263061">
                <a:moveTo>
                  <a:pt x="1625163" y="270388"/>
                </a:moveTo>
                <a:cubicBezTo>
                  <a:pt x="1625163" y="272125"/>
                  <a:pt x="1624797" y="273863"/>
                  <a:pt x="1624066" y="275509"/>
                </a:cubicBezTo>
                <a:cubicBezTo>
                  <a:pt x="1623426" y="277155"/>
                  <a:pt x="1622420" y="278618"/>
                  <a:pt x="1621140" y="279898"/>
                </a:cubicBezTo>
                <a:cubicBezTo>
                  <a:pt x="1619860" y="281178"/>
                  <a:pt x="1618397" y="282184"/>
                  <a:pt x="1616751" y="282915"/>
                </a:cubicBezTo>
                <a:cubicBezTo>
                  <a:pt x="1615105" y="283555"/>
                  <a:pt x="1613367" y="283921"/>
                  <a:pt x="1611539" y="283921"/>
                </a:cubicBezTo>
                <a:cubicBezTo>
                  <a:pt x="1609710" y="283921"/>
                  <a:pt x="1607972" y="283555"/>
                  <a:pt x="1606326" y="282915"/>
                </a:cubicBezTo>
                <a:cubicBezTo>
                  <a:pt x="1604681" y="282184"/>
                  <a:pt x="1603218" y="281178"/>
                  <a:pt x="1601937" y="279898"/>
                </a:cubicBezTo>
                <a:cubicBezTo>
                  <a:pt x="1600657" y="278618"/>
                  <a:pt x="1599651" y="277155"/>
                  <a:pt x="1599011" y="275509"/>
                </a:cubicBezTo>
                <a:cubicBezTo>
                  <a:pt x="1598280" y="273863"/>
                  <a:pt x="1598005" y="272125"/>
                  <a:pt x="1598005" y="270388"/>
                </a:cubicBezTo>
                <a:cubicBezTo>
                  <a:pt x="1598005" y="268559"/>
                  <a:pt x="1598280" y="266822"/>
                  <a:pt x="1599011" y="265176"/>
                </a:cubicBezTo>
                <a:cubicBezTo>
                  <a:pt x="1599651" y="263530"/>
                  <a:pt x="1600657" y="262067"/>
                  <a:pt x="1601937" y="260787"/>
                </a:cubicBezTo>
                <a:cubicBezTo>
                  <a:pt x="1603218" y="259507"/>
                  <a:pt x="1604681" y="258501"/>
                  <a:pt x="1606326" y="257861"/>
                </a:cubicBezTo>
                <a:cubicBezTo>
                  <a:pt x="1607972" y="257129"/>
                  <a:pt x="1609710" y="256764"/>
                  <a:pt x="1611539" y="256764"/>
                </a:cubicBezTo>
                <a:cubicBezTo>
                  <a:pt x="1613367" y="256764"/>
                  <a:pt x="1615105" y="257129"/>
                  <a:pt x="1616751" y="257861"/>
                </a:cubicBezTo>
                <a:cubicBezTo>
                  <a:pt x="1618397" y="258501"/>
                  <a:pt x="1619860" y="259507"/>
                  <a:pt x="1621140" y="260787"/>
                </a:cubicBezTo>
                <a:cubicBezTo>
                  <a:pt x="1622420" y="262067"/>
                  <a:pt x="1623426" y="263530"/>
                  <a:pt x="1624066" y="265176"/>
                </a:cubicBezTo>
                <a:cubicBezTo>
                  <a:pt x="1624797" y="266822"/>
                  <a:pt x="1625163" y="268559"/>
                  <a:pt x="1625163" y="270388"/>
                </a:cubicBezTo>
              </a:path>
              <a:path w="3106765" h="1263061">
                <a:moveTo>
                  <a:pt x="1859981" y="289773"/>
                </a:moveTo>
                <a:cubicBezTo>
                  <a:pt x="1859981" y="291511"/>
                  <a:pt x="1859615" y="293248"/>
                  <a:pt x="1858884" y="294894"/>
                </a:cubicBezTo>
                <a:cubicBezTo>
                  <a:pt x="1858244" y="296540"/>
                  <a:pt x="1857238" y="298003"/>
                  <a:pt x="1855958" y="299283"/>
                </a:cubicBezTo>
                <a:cubicBezTo>
                  <a:pt x="1854678" y="300563"/>
                  <a:pt x="1853214" y="301569"/>
                  <a:pt x="1851569" y="302209"/>
                </a:cubicBezTo>
                <a:cubicBezTo>
                  <a:pt x="1849923" y="302941"/>
                  <a:pt x="1848185" y="303306"/>
                  <a:pt x="1846356" y="303306"/>
                </a:cubicBezTo>
                <a:cubicBezTo>
                  <a:pt x="1844528" y="303306"/>
                  <a:pt x="1842790" y="302941"/>
                  <a:pt x="1841144" y="302209"/>
                </a:cubicBezTo>
                <a:cubicBezTo>
                  <a:pt x="1839498" y="301569"/>
                  <a:pt x="1838035" y="300563"/>
                  <a:pt x="1836755" y="299283"/>
                </a:cubicBezTo>
                <a:cubicBezTo>
                  <a:pt x="1835475" y="298003"/>
                  <a:pt x="1834469" y="296540"/>
                  <a:pt x="1833829" y="294894"/>
                </a:cubicBezTo>
                <a:cubicBezTo>
                  <a:pt x="1833098" y="293248"/>
                  <a:pt x="1832732" y="291511"/>
                  <a:pt x="1832732" y="289773"/>
                </a:cubicBezTo>
                <a:cubicBezTo>
                  <a:pt x="1832732" y="287945"/>
                  <a:pt x="1833098" y="286207"/>
                  <a:pt x="1833829" y="284561"/>
                </a:cubicBezTo>
                <a:cubicBezTo>
                  <a:pt x="1834469" y="282915"/>
                  <a:pt x="1835475" y="281452"/>
                  <a:pt x="1836755" y="280172"/>
                </a:cubicBezTo>
                <a:cubicBezTo>
                  <a:pt x="1838035" y="278892"/>
                  <a:pt x="1839498" y="277886"/>
                  <a:pt x="1841144" y="277246"/>
                </a:cubicBezTo>
                <a:cubicBezTo>
                  <a:pt x="1842790" y="276515"/>
                  <a:pt x="1844528" y="276149"/>
                  <a:pt x="1846356" y="276149"/>
                </a:cubicBezTo>
                <a:cubicBezTo>
                  <a:pt x="1848185" y="276149"/>
                  <a:pt x="1849923" y="276515"/>
                  <a:pt x="1851569" y="277246"/>
                </a:cubicBezTo>
                <a:cubicBezTo>
                  <a:pt x="1853214" y="277886"/>
                  <a:pt x="1854678" y="278892"/>
                  <a:pt x="1855958" y="280172"/>
                </a:cubicBezTo>
                <a:cubicBezTo>
                  <a:pt x="1857238" y="281452"/>
                  <a:pt x="1858244" y="282915"/>
                  <a:pt x="1858884" y="284561"/>
                </a:cubicBezTo>
                <a:cubicBezTo>
                  <a:pt x="1859615" y="286207"/>
                  <a:pt x="1859981" y="287945"/>
                  <a:pt x="1859981" y="289773"/>
                </a:cubicBezTo>
              </a:path>
              <a:path w="3106765" h="1263061">
                <a:moveTo>
                  <a:pt x="2077608" y="232715"/>
                </a:moveTo>
                <a:cubicBezTo>
                  <a:pt x="2077608" y="234544"/>
                  <a:pt x="2077242" y="236281"/>
                  <a:pt x="2076602" y="237927"/>
                </a:cubicBezTo>
                <a:cubicBezTo>
                  <a:pt x="2075871" y="239573"/>
                  <a:pt x="2074865" y="241036"/>
                  <a:pt x="2073585" y="242316"/>
                </a:cubicBezTo>
                <a:cubicBezTo>
                  <a:pt x="2072305" y="243596"/>
                  <a:pt x="2070842" y="244602"/>
                  <a:pt x="2069196" y="245242"/>
                </a:cubicBezTo>
                <a:cubicBezTo>
                  <a:pt x="2067550" y="245974"/>
                  <a:pt x="2065812" y="246339"/>
                  <a:pt x="2063984" y="246339"/>
                </a:cubicBezTo>
                <a:cubicBezTo>
                  <a:pt x="2062246" y="246339"/>
                  <a:pt x="2060509" y="245974"/>
                  <a:pt x="2058772" y="245242"/>
                </a:cubicBezTo>
                <a:cubicBezTo>
                  <a:pt x="2057126" y="244602"/>
                  <a:pt x="2055663" y="243596"/>
                  <a:pt x="2054382" y="242316"/>
                </a:cubicBezTo>
                <a:cubicBezTo>
                  <a:pt x="2053102" y="241036"/>
                  <a:pt x="2052188" y="239573"/>
                  <a:pt x="2051456" y="237927"/>
                </a:cubicBezTo>
                <a:cubicBezTo>
                  <a:pt x="2050725" y="236281"/>
                  <a:pt x="2050451" y="234544"/>
                  <a:pt x="2050451" y="232715"/>
                </a:cubicBezTo>
                <a:cubicBezTo>
                  <a:pt x="2050451" y="230977"/>
                  <a:pt x="2050725" y="229240"/>
                  <a:pt x="2051456" y="227594"/>
                </a:cubicBezTo>
                <a:cubicBezTo>
                  <a:pt x="2052188" y="225857"/>
                  <a:pt x="2053102" y="224394"/>
                  <a:pt x="2054382" y="223114"/>
                </a:cubicBezTo>
                <a:cubicBezTo>
                  <a:pt x="2055663" y="221833"/>
                  <a:pt x="2057126" y="220919"/>
                  <a:pt x="2058772" y="220188"/>
                </a:cubicBezTo>
                <a:cubicBezTo>
                  <a:pt x="2060509" y="219547"/>
                  <a:pt x="2062246" y="219182"/>
                  <a:pt x="2063984" y="219182"/>
                </a:cubicBezTo>
                <a:cubicBezTo>
                  <a:pt x="2065812" y="219182"/>
                  <a:pt x="2067550" y="219547"/>
                  <a:pt x="2069196" y="220188"/>
                </a:cubicBezTo>
                <a:cubicBezTo>
                  <a:pt x="2070842" y="220919"/>
                  <a:pt x="2072305" y="221833"/>
                  <a:pt x="2073585" y="223114"/>
                </a:cubicBezTo>
                <a:cubicBezTo>
                  <a:pt x="2074865" y="224394"/>
                  <a:pt x="2075871" y="225857"/>
                  <a:pt x="2076602" y="227594"/>
                </a:cubicBezTo>
                <a:cubicBezTo>
                  <a:pt x="2077242" y="229240"/>
                  <a:pt x="2077608" y="230977"/>
                  <a:pt x="2077608" y="232715"/>
                </a:cubicBezTo>
              </a:path>
              <a:path w="3106765" h="1263061">
                <a:moveTo>
                  <a:pt x="2336109" y="285201"/>
                </a:moveTo>
                <a:cubicBezTo>
                  <a:pt x="2336109" y="287030"/>
                  <a:pt x="2335743" y="288768"/>
                  <a:pt x="2335103" y="290413"/>
                </a:cubicBezTo>
                <a:cubicBezTo>
                  <a:pt x="2334372" y="292059"/>
                  <a:pt x="2333366" y="293522"/>
                  <a:pt x="2332086" y="294803"/>
                </a:cubicBezTo>
                <a:cubicBezTo>
                  <a:pt x="2330897" y="296083"/>
                  <a:pt x="2329343" y="297089"/>
                  <a:pt x="2327697" y="297729"/>
                </a:cubicBezTo>
                <a:cubicBezTo>
                  <a:pt x="2326051" y="298460"/>
                  <a:pt x="2324313" y="298734"/>
                  <a:pt x="2322485" y="298734"/>
                </a:cubicBezTo>
                <a:cubicBezTo>
                  <a:pt x="2320747" y="298734"/>
                  <a:pt x="2319010" y="298460"/>
                  <a:pt x="2317364" y="297729"/>
                </a:cubicBezTo>
                <a:cubicBezTo>
                  <a:pt x="2315627" y="297089"/>
                  <a:pt x="2314164" y="296083"/>
                  <a:pt x="2312883" y="294803"/>
                </a:cubicBezTo>
                <a:cubicBezTo>
                  <a:pt x="2311603" y="293522"/>
                  <a:pt x="2310689" y="292059"/>
                  <a:pt x="2309957" y="290413"/>
                </a:cubicBezTo>
                <a:cubicBezTo>
                  <a:pt x="2309317" y="288768"/>
                  <a:pt x="2308951" y="287030"/>
                  <a:pt x="2308951" y="285201"/>
                </a:cubicBezTo>
                <a:cubicBezTo>
                  <a:pt x="2308951" y="283373"/>
                  <a:pt x="2309317" y="281727"/>
                  <a:pt x="2309957" y="279989"/>
                </a:cubicBezTo>
                <a:cubicBezTo>
                  <a:pt x="2310689" y="278343"/>
                  <a:pt x="2311603" y="276880"/>
                  <a:pt x="2312883" y="275600"/>
                </a:cubicBezTo>
                <a:cubicBezTo>
                  <a:pt x="2314164" y="274320"/>
                  <a:pt x="2315627" y="273406"/>
                  <a:pt x="2317364" y="272674"/>
                </a:cubicBezTo>
                <a:cubicBezTo>
                  <a:pt x="2319010" y="272034"/>
                  <a:pt x="2320747" y="271668"/>
                  <a:pt x="2322485" y="271668"/>
                </a:cubicBezTo>
                <a:cubicBezTo>
                  <a:pt x="2324313" y="271668"/>
                  <a:pt x="2326051" y="272034"/>
                  <a:pt x="2327697" y="272674"/>
                </a:cubicBezTo>
                <a:cubicBezTo>
                  <a:pt x="2329343" y="273406"/>
                  <a:pt x="2330897" y="274320"/>
                  <a:pt x="2332086" y="275600"/>
                </a:cubicBezTo>
                <a:cubicBezTo>
                  <a:pt x="2333366" y="276880"/>
                  <a:pt x="2334372" y="278343"/>
                  <a:pt x="2335103" y="279989"/>
                </a:cubicBezTo>
                <a:cubicBezTo>
                  <a:pt x="2335743" y="281727"/>
                  <a:pt x="2336109" y="283373"/>
                  <a:pt x="2336109" y="285201"/>
                </a:cubicBezTo>
              </a:path>
              <a:path w="3106765" h="1263061">
                <a:moveTo>
                  <a:pt x="2595433" y="233446"/>
                </a:moveTo>
                <a:cubicBezTo>
                  <a:pt x="2595433" y="235275"/>
                  <a:pt x="2595067" y="237012"/>
                  <a:pt x="2594427" y="238658"/>
                </a:cubicBezTo>
                <a:cubicBezTo>
                  <a:pt x="2593696" y="240304"/>
                  <a:pt x="2592690" y="241767"/>
                  <a:pt x="2591410" y="243048"/>
                </a:cubicBezTo>
                <a:cubicBezTo>
                  <a:pt x="2590129" y="244328"/>
                  <a:pt x="2588666" y="245242"/>
                  <a:pt x="2587020" y="245974"/>
                </a:cubicBezTo>
                <a:cubicBezTo>
                  <a:pt x="2585375" y="246614"/>
                  <a:pt x="2583637" y="246979"/>
                  <a:pt x="2581808" y="246979"/>
                </a:cubicBezTo>
                <a:cubicBezTo>
                  <a:pt x="2580071" y="246979"/>
                  <a:pt x="2578334" y="246614"/>
                  <a:pt x="2576596" y="245974"/>
                </a:cubicBezTo>
                <a:cubicBezTo>
                  <a:pt x="2574950" y="245242"/>
                  <a:pt x="2573487" y="244328"/>
                  <a:pt x="2572207" y="243048"/>
                </a:cubicBezTo>
                <a:cubicBezTo>
                  <a:pt x="2570927" y="241767"/>
                  <a:pt x="2570013" y="240304"/>
                  <a:pt x="2569281" y="238658"/>
                </a:cubicBezTo>
                <a:cubicBezTo>
                  <a:pt x="2568550" y="237012"/>
                  <a:pt x="2568275" y="235275"/>
                  <a:pt x="2568275" y="233446"/>
                </a:cubicBezTo>
                <a:cubicBezTo>
                  <a:pt x="2568275" y="231618"/>
                  <a:pt x="2568550" y="229880"/>
                  <a:pt x="2569281" y="228234"/>
                </a:cubicBezTo>
                <a:cubicBezTo>
                  <a:pt x="2570013" y="226588"/>
                  <a:pt x="2570927" y="225125"/>
                  <a:pt x="2572207" y="223845"/>
                </a:cubicBezTo>
                <a:cubicBezTo>
                  <a:pt x="2573487" y="222565"/>
                  <a:pt x="2574950" y="221559"/>
                  <a:pt x="2576596" y="220919"/>
                </a:cubicBezTo>
                <a:cubicBezTo>
                  <a:pt x="2578334" y="220188"/>
                  <a:pt x="2580071" y="219913"/>
                  <a:pt x="2581808" y="219913"/>
                </a:cubicBezTo>
                <a:cubicBezTo>
                  <a:pt x="2583637" y="219913"/>
                  <a:pt x="2585375" y="220188"/>
                  <a:pt x="2587020" y="220919"/>
                </a:cubicBezTo>
                <a:cubicBezTo>
                  <a:pt x="2588666" y="221559"/>
                  <a:pt x="2590129" y="222565"/>
                  <a:pt x="2591410" y="223845"/>
                </a:cubicBezTo>
                <a:cubicBezTo>
                  <a:pt x="2592690" y="225125"/>
                  <a:pt x="2593696" y="226588"/>
                  <a:pt x="2594427" y="228234"/>
                </a:cubicBezTo>
                <a:cubicBezTo>
                  <a:pt x="2595067" y="229880"/>
                  <a:pt x="2595433" y="231618"/>
                  <a:pt x="2595433" y="233446"/>
                </a:cubicBezTo>
              </a:path>
              <a:path w="3106765" h="1263061">
                <a:moveTo>
                  <a:pt x="2809128" y="231892"/>
                </a:moveTo>
                <a:cubicBezTo>
                  <a:pt x="2809128" y="233721"/>
                  <a:pt x="2808762" y="235367"/>
                  <a:pt x="2808031" y="237104"/>
                </a:cubicBezTo>
                <a:cubicBezTo>
                  <a:pt x="2807391" y="238750"/>
                  <a:pt x="2806385" y="240213"/>
                  <a:pt x="2805105" y="241493"/>
                </a:cubicBezTo>
                <a:cubicBezTo>
                  <a:pt x="2803825" y="242773"/>
                  <a:pt x="2802362" y="243688"/>
                  <a:pt x="2800716" y="244419"/>
                </a:cubicBezTo>
                <a:cubicBezTo>
                  <a:pt x="2799070" y="245059"/>
                  <a:pt x="2797332" y="245425"/>
                  <a:pt x="2795504" y="245425"/>
                </a:cubicBezTo>
                <a:cubicBezTo>
                  <a:pt x="2793675" y="245425"/>
                  <a:pt x="2791938" y="245059"/>
                  <a:pt x="2790292" y="244419"/>
                </a:cubicBezTo>
                <a:cubicBezTo>
                  <a:pt x="2788646" y="243688"/>
                  <a:pt x="2787183" y="242773"/>
                  <a:pt x="2785902" y="241493"/>
                </a:cubicBezTo>
                <a:cubicBezTo>
                  <a:pt x="2784622" y="240213"/>
                  <a:pt x="2783616" y="238750"/>
                  <a:pt x="2782976" y="237104"/>
                </a:cubicBezTo>
                <a:cubicBezTo>
                  <a:pt x="2782245" y="235367"/>
                  <a:pt x="2781879" y="233721"/>
                  <a:pt x="2781879" y="231892"/>
                </a:cubicBezTo>
                <a:cubicBezTo>
                  <a:pt x="2781879" y="230063"/>
                  <a:pt x="2782245" y="228326"/>
                  <a:pt x="2782976" y="226680"/>
                </a:cubicBezTo>
                <a:cubicBezTo>
                  <a:pt x="2783616" y="225034"/>
                  <a:pt x="2784622" y="223571"/>
                  <a:pt x="2785902" y="222291"/>
                </a:cubicBezTo>
                <a:cubicBezTo>
                  <a:pt x="2787183" y="221010"/>
                  <a:pt x="2788646" y="220005"/>
                  <a:pt x="2790292" y="219365"/>
                </a:cubicBezTo>
                <a:cubicBezTo>
                  <a:pt x="2791938" y="218633"/>
                  <a:pt x="2793675" y="218359"/>
                  <a:pt x="2795504" y="218359"/>
                </a:cubicBezTo>
                <a:cubicBezTo>
                  <a:pt x="2797332" y="218359"/>
                  <a:pt x="2799070" y="218633"/>
                  <a:pt x="2800716" y="219365"/>
                </a:cubicBezTo>
                <a:cubicBezTo>
                  <a:pt x="2802362" y="220005"/>
                  <a:pt x="2803825" y="221010"/>
                  <a:pt x="2805105" y="222291"/>
                </a:cubicBezTo>
                <a:cubicBezTo>
                  <a:pt x="2806385" y="223571"/>
                  <a:pt x="2807391" y="225034"/>
                  <a:pt x="2808031" y="226680"/>
                </a:cubicBezTo>
                <a:cubicBezTo>
                  <a:pt x="2808762" y="228326"/>
                  <a:pt x="2809128" y="230063"/>
                  <a:pt x="2809128" y="231892"/>
                </a:cubicBezTo>
              </a:path>
              <a:path w="3106765" h="1263061">
                <a:moveTo>
                  <a:pt x="3051078" y="276697"/>
                </a:moveTo>
                <a:cubicBezTo>
                  <a:pt x="3051078" y="278435"/>
                  <a:pt x="3050713" y="280172"/>
                  <a:pt x="3050073" y="281818"/>
                </a:cubicBezTo>
                <a:cubicBezTo>
                  <a:pt x="3049341" y="283555"/>
                  <a:pt x="3048427" y="285018"/>
                  <a:pt x="3047147" y="286299"/>
                </a:cubicBezTo>
                <a:cubicBezTo>
                  <a:pt x="3045866" y="287487"/>
                  <a:pt x="3044403" y="288493"/>
                  <a:pt x="3042666" y="289225"/>
                </a:cubicBezTo>
                <a:cubicBezTo>
                  <a:pt x="3041020" y="289865"/>
                  <a:pt x="3039283" y="290231"/>
                  <a:pt x="3037545" y="290231"/>
                </a:cubicBezTo>
                <a:cubicBezTo>
                  <a:pt x="3035717" y="290231"/>
                  <a:pt x="3033979" y="289865"/>
                  <a:pt x="3032333" y="289225"/>
                </a:cubicBezTo>
                <a:cubicBezTo>
                  <a:pt x="3030687" y="288493"/>
                  <a:pt x="3029133" y="287487"/>
                  <a:pt x="3027944" y="286299"/>
                </a:cubicBezTo>
                <a:cubicBezTo>
                  <a:pt x="3026664" y="285018"/>
                  <a:pt x="3025658" y="283555"/>
                  <a:pt x="3024927" y="281818"/>
                </a:cubicBezTo>
                <a:cubicBezTo>
                  <a:pt x="3024287" y="280172"/>
                  <a:pt x="3023921" y="278435"/>
                  <a:pt x="3023921" y="276697"/>
                </a:cubicBezTo>
                <a:cubicBezTo>
                  <a:pt x="3023921" y="274869"/>
                  <a:pt x="3024287" y="273131"/>
                  <a:pt x="3024927" y="271485"/>
                </a:cubicBezTo>
                <a:cubicBezTo>
                  <a:pt x="3025658" y="269839"/>
                  <a:pt x="3026664" y="268376"/>
                  <a:pt x="3027944" y="267096"/>
                </a:cubicBezTo>
                <a:cubicBezTo>
                  <a:pt x="3029133" y="265816"/>
                  <a:pt x="3030687" y="264810"/>
                  <a:pt x="3032333" y="264170"/>
                </a:cubicBezTo>
                <a:cubicBezTo>
                  <a:pt x="3033979" y="263439"/>
                  <a:pt x="3035717" y="263073"/>
                  <a:pt x="3037545" y="263073"/>
                </a:cubicBezTo>
                <a:cubicBezTo>
                  <a:pt x="3039283" y="263073"/>
                  <a:pt x="3041020" y="263439"/>
                  <a:pt x="3042666" y="264170"/>
                </a:cubicBezTo>
                <a:cubicBezTo>
                  <a:pt x="3044403" y="264810"/>
                  <a:pt x="3045866" y="265816"/>
                  <a:pt x="3047147" y="267096"/>
                </a:cubicBezTo>
                <a:cubicBezTo>
                  <a:pt x="3048427" y="268376"/>
                  <a:pt x="3049341" y="269839"/>
                  <a:pt x="3050073" y="271485"/>
                </a:cubicBezTo>
                <a:cubicBezTo>
                  <a:pt x="3050713" y="273131"/>
                  <a:pt x="3051078" y="274869"/>
                  <a:pt x="3051078" y="276697"/>
                </a:cubicBezTo>
              </a:path>
              <a:path w="3106765" h="1263061">
                <a:moveTo>
                  <a:pt x="29901" y="104150"/>
                </a:moveTo>
                <a:cubicBezTo>
                  <a:pt x="29901" y="105979"/>
                  <a:pt x="29535" y="107625"/>
                  <a:pt x="28895" y="109362"/>
                </a:cubicBezTo>
                <a:cubicBezTo>
                  <a:pt x="28164" y="111008"/>
                  <a:pt x="27158" y="112471"/>
                  <a:pt x="25878" y="113751"/>
                </a:cubicBezTo>
                <a:cubicBezTo>
                  <a:pt x="24597" y="115032"/>
                  <a:pt x="23134" y="115946"/>
                  <a:pt x="21488" y="116677"/>
                </a:cubicBezTo>
                <a:cubicBezTo>
                  <a:pt x="19842" y="117318"/>
                  <a:pt x="18105" y="117683"/>
                  <a:pt x="16276" y="117683"/>
                </a:cubicBezTo>
                <a:cubicBezTo>
                  <a:pt x="14539" y="117683"/>
                  <a:pt x="12802" y="117318"/>
                  <a:pt x="11064" y="116677"/>
                </a:cubicBezTo>
                <a:cubicBezTo>
                  <a:pt x="9418" y="115946"/>
                  <a:pt x="7955" y="115032"/>
                  <a:pt x="6675" y="113751"/>
                </a:cubicBezTo>
                <a:cubicBezTo>
                  <a:pt x="5395" y="112471"/>
                  <a:pt x="4481" y="111008"/>
                  <a:pt x="3749" y="109362"/>
                </a:cubicBezTo>
                <a:cubicBezTo>
                  <a:pt x="3018" y="107625"/>
                  <a:pt x="2743" y="105979"/>
                  <a:pt x="2743" y="104150"/>
                </a:cubicBezTo>
                <a:cubicBezTo>
                  <a:pt x="2743" y="102321"/>
                  <a:pt x="3018" y="100584"/>
                  <a:pt x="3749" y="98938"/>
                </a:cubicBezTo>
                <a:cubicBezTo>
                  <a:pt x="4481" y="97292"/>
                  <a:pt x="5395" y="95829"/>
                  <a:pt x="6675" y="94549"/>
                </a:cubicBezTo>
                <a:cubicBezTo>
                  <a:pt x="7955" y="93269"/>
                  <a:pt x="9418" y="92263"/>
                  <a:pt x="11064" y="91623"/>
                </a:cubicBezTo>
                <a:cubicBezTo>
                  <a:pt x="12802" y="90891"/>
                  <a:pt x="14539" y="90617"/>
                  <a:pt x="16276" y="90617"/>
                </a:cubicBezTo>
                <a:cubicBezTo>
                  <a:pt x="18105" y="90617"/>
                  <a:pt x="19842" y="90891"/>
                  <a:pt x="21488" y="91623"/>
                </a:cubicBezTo>
                <a:cubicBezTo>
                  <a:pt x="23134" y="92263"/>
                  <a:pt x="24597" y="93269"/>
                  <a:pt x="25878" y="94549"/>
                </a:cubicBezTo>
                <a:cubicBezTo>
                  <a:pt x="27158" y="95829"/>
                  <a:pt x="28164" y="97292"/>
                  <a:pt x="28895" y="98938"/>
                </a:cubicBezTo>
                <a:cubicBezTo>
                  <a:pt x="29535" y="100584"/>
                  <a:pt x="29901" y="102321"/>
                  <a:pt x="29901" y="104150"/>
                </a:cubicBezTo>
              </a:path>
              <a:path w="3106765" h="1263061">
                <a:moveTo>
                  <a:pt x="252832" y="85039"/>
                </a:moveTo>
                <a:cubicBezTo>
                  <a:pt x="252832" y="86868"/>
                  <a:pt x="252466" y="88605"/>
                  <a:pt x="251826" y="90251"/>
                </a:cubicBezTo>
                <a:cubicBezTo>
                  <a:pt x="251094" y="91897"/>
                  <a:pt x="250088" y="93360"/>
                  <a:pt x="248808" y="94640"/>
                </a:cubicBezTo>
                <a:cubicBezTo>
                  <a:pt x="247528" y="95921"/>
                  <a:pt x="246065" y="96926"/>
                  <a:pt x="244419" y="97566"/>
                </a:cubicBezTo>
                <a:cubicBezTo>
                  <a:pt x="242773" y="98298"/>
                  <a:pt x="241036" y="98664"/>
                  <a:pt x="239207" y="98664"/>
                </a:cubicBezTo>
                <a:cubicBezTo>
                  <a:pt x="237470" y="98664"/>
                  <a:pt x="235732" y="98298"/>
                  <a:pt x="233995" y="97566"/>
                </a:cubicBezTo>
                <a:cubicBezTo>
                  <a:pt x="232349" y="96926"/>
                  <a:pt x="230886" y="95921"/>
                  <a:pt x="229606" y="94640"/>
                </a:cubicBezTo>
                <a:cubicBezTo>
                  <a:pt x="228326" y="93360"/>
                  <a:pt x="227411" y="91897"/>
                  <a:pt x="226680" y="90251"/>
                </a:cubicBezTo>
                <a:cubicBezTo>
                  <a:pt x="225948" y="88605"/>
                  <a:pt x="225674" y="86868"/>
                  <a:pt x="225674" y="85039"/>
                </a:cubicBezTo>
                <a:cubicBezTo>
                  <a:pt x="225674" y="83302"/>
                  <a:pt x="225948" y="81564"/>
                  <a:pt x="226680" y="79827"/>
                </a:cubicBezTo>
                <a:cubicBezTo>
                  <a:pt x="227411" y="78181"/>
                  <a:pt x="228326" y="76718"/>
                  <a:pt x="229606" y="75438"/>
                </a:cubicBezTo>
                <a:cubicBezTo>
                  <a:pt x="230886" y="74158"/>
                  <a:pt x="232349" y="73243"/>
                  <a:pt x="233995" y="72512"/>
                </a:cubicBezTo>
                <a:cubicBezTo>
                  <a:pt x="235732" y="71872"/>
                  <a:pt x="237470" y="71506"/>
                  <a:pt x="239207" y="71506"/>
                </a:cubicBezTo>
                <a:cubicBezTo>
                  <a:pt x="241036" y="71506"/>
                  <a:pt x="242773" y="71872"/>
                  <a:pt x="244419" y="72512"/>
                </a:cubicBezTo>
                <a:cubicBezTo>
                  <a:pt x="246065" y="73243"/>
                  <a:pt x="247528" y="74158"/>
                  <a:pt x="248808" y="75438"/>
                </a:cubicBezTo>
                <a:cubicBezTo>
                  <a:pt x="250088" y="76718"/>
                  <a:pt x="251094" y="78181"/>
                  <a:pt x="251826" y="79827"/>
                </a:cubicBezTo>
                <a:cubicBezTo>
                  <a:pt x="252466" y="81564"/>
                  <a:pt x="252832" y="83302"/>
                  <a:pt x="252832" y="85039"/>
                </a:cubicBezTo>
              </a:path>
              <a:path w="3106765" h="1263061">
                <a:moveTo>
                  <a:pt x="434706" y="13533"/>
                </a:moveTo>
                <a:cubicBezTo>
                  <a:pt x="434706" y="15362"/>
                  <a:pt x="434340" y="17099"/>
                  <a:pt x="433700" y="18745"/>
                </a:cubicBezTo>
                <a:cubicBezTo>
                  <a:pt x="432968" y="20391"/>
                  <a:pt x="431963" y="21854"/>
                  <a:pt x="430682" y="23134"/>
                </a:cubicBezTo>
                <a:cubicBezTo>
                  <a:pt x="429402" y="24414"/>
                  <a:pt x="427939" y="25420"/>
                  <a:pt x="426293" y="26060"/>
                </a:cubicBezTo>
                <a:cubicBezTo>
                  <a:pt x="424647" y="26792"/>
                  <a:pt x="422910" y="27158"/>
                  <a:pt x="421081" y="27158"/>
                </a:cubicBezTo>
                <a:cubicBezTo>
                  <a:pt x="419344" y="27158"/>
                  <a:pt x="417606" y="26792"/>
                  <a:pt x="415869" y="26060"/>
                </a:cubicBezTo>
                <a:cubicBezTo>
                  <a:pt x="414223" y="25420"/>
                  <a:pt x="412760" y="24414"/>
                  <a:pt x="411480" y="23134"/>
                </a:cubicBezTo>
                <a:cubicBezTo>
                  <a:pt x="410200" y="21854"/>
                  <a:pt x="409285" y="20391"/>
                  <a:pt x="408554" y="18745"/>
                </a:cubicBezTo>
                <a:cubicBezTo>
                  <a:pt x="407822" y="17099"/>
                  <a:pt x="407548" y="15362"/>
                  <a:pt x="407548" y="13533"/>
                </a:cubicBezTo>
                <a:cubicBezTo>
                  <a:pt x="407548" y="11796"/>
                  <a:pt x="407822" y="10058"/>
                  <a:pt x="408554" y="8412"/>
                </a:cubicBezTo>
                <a:cubicBezTo>
                  <a:pt x="409285" y="6675"/>
                  <a:pt x="410200" y="5212"/>
                  <a:pt x="411480" y="3932"/>
                </a:cubicBezTo>
                <a:cubicBezTo>
                  <a:pt x="412760" y="2743"/>
                  <a:pt x="414223" y="1737"/>
                  <a:pt x="415869" y="1006"/>
                </a:cubicBezTo>
                <a:cubicBezTo>
                  <a:pt x="417606" y="366"/>
                  <a:pt x="419344" y="0"/>
                  <a:pt x="421081" y="0"/>
                </a:cubicBezTo>
                <a:cubicBezTo>
                  <a:pt x="422910" y="0"/>
                  <a:pt x="424647" y="366"/>
                  <a:pt x="426293" y="1006"/>
                </a:cubicBezTo>
                <a:cubicBezTo>
                  <a:pt x="427939" y="1737"/>
                  <a:pt x="429402" y="2743"/>
                  <a:pt x="430682" y="3932"/>
                </a:cubicBezTo>
                <a:cubicBezTo>
                  <a:pt x="431963" y="5212"/>
                  <a:pt x="432968" y="6675"/>
                  <a:pt x="433700" y="8412"/>
                </a:cubicBezTo>
                <a:cubicBezTo>
                  <a:pt x="434340" y="10058"/>
                  <a:pt x="434706" y="11796"/>
                  <a:pt x="434706" y="13533"/>
                </a:cubicBezTo>
              </a:path>
              <a:path w="3106765" h="1263061">
                <a:moveTo>
                  <a:pt x="686897" y="51298"/>
                </a:moveTo>
                <a:cubicBezTo>
                  <a:pt x="686897" y="53127"/>
                  <a:pt x="686532" y="54864"/>
                  <a:pt x="685800" y="56510"/>
                </a:cubicBezTo>
                <a:cubicBezTo>
                  <a:pt x="685160" y="58156"/>
                  <a:pt x="684154" y="59619"/>
                  <a:pt x="682874" y="60899"/>
                </a:cubicBezTo>
                <a:cubicBezTo>
                  <a:pt x="681594" y="62179"/>
                  <a:pt x="680131" y="63185"/>
                  <a:pt x="678485" y="63825"/>
                </a:cubicBezTo>
                <a:cubicBezTo>
                  <a:pt x="676839" y="64557"/>
                  <a:pt x="675102" y="64831"/>
                  <a:pt x="673273" y="64831"/>
                </a:cubicBezTo>
                <a:cubicBezTo>
                  <a:pt x="671444" y="64831"/>
                  <a:pt x="669707" y="64557"/>
                  <a:pt x="668061" y="63825"/>
                </a:cubicBezTo>
                <a:cubicBezTo>
                  <a:pt x="666415" y="63185"/>
                  <a:pt x="664952" y="62179"/>
                  <a:pt x="663672" y="60899"/>
                </a:cubicBezTo>
                <a:cubicBezTo>
                  <a:pt x="662391" y="59619"/>
                  <a:pt x="661386" y="58156"/>
                  <a:pt x="660745" y="56510"/>
                </a:cubicBezTo>
                <a:cubicBezTo>
                  <a:pt x="660014" y="54864"/>
                  <a:pt x="659648" y="53127"/>
                  <a:pt x="659648" y="51298"/>
                </a:cubicBezTo>
                <a:cubicBezTo>
                  <a:pt x="659648" y="49560"/>
                  <a:pt x="660014" y="47823"/>
                  <a:pt x="660745" y="46086"/>
                </a:cubicBezTo>
                <a:cubicBezTo>
                  <a:pt x="661386" y="44440"/>
                  <a:pt x="662391" y="42977"/>
                  <a:pt x="663672" y="41697"/>
                </a:cubicBezTo>
                <a:cubicBezTo>
                  <a:pt x="664952" y="40416"/>
                  <a:pt x="666415" y="39502"/>
                  <a:pt x="668061" y="38771"/>
                </a:cubicBezTo>
                <a:cubicBezTo>
                  <a:pt x="669707" y="38130"/>
                  <a:pt x="671444" y="37765"/>
                  <a:pt x="673273" y="37765"/>
                </a:cubicBezTo>
                <a:cubicBezTo>
                  <a:pt x="675102" y="37765"/>
                  <a:pt x="676839" y="38130"/>
                  <a:pt x="678485" y="38771"/>
                </a:cubicBezTo>
                <a:cubicBezTo>
                  <a:pt x="680131" y="39502"/>
                  <a:pt x="681594" y="40416"/>
                  <a:pt x="682874" y="41697"/>
                </a:cubicBezTo>
                <a:cubicBezTo>
                  <a:pt x="684154" y="42977"/>
                  <a:pt x="685160" y="44440"/>
                  <a:pt x="685800" y="46086"/>
                </a:cubicBezTo>
                <a:cubicBezTo>
                  <a:pt x="686532" y="47823"/>
                  <a:pt x="686897" y="49560"/>
                  <a:pt x="686897" y="51298"/>
                </a:cubicBezTo>
              </a:path>
              <a:path w="3106765" h="1263061">
                <a:moveTo>
                  <a:pt x="983803" y="41697"/>
                </a:moveTo>
                <a:cubicBezTo>
                  <a:pt x="983803" y="43525"/>
                  <a:pt x="983437" y="45263"/>
                  <a:pt x="982706" y="46909"/>
                </a:cubicBezTo>
                <a:cubicBezTo>
                  <a:pt x="982066" y="48555"/>
                  <a:pt x="981060" y="50018"/>
                  <a:pt x="979780" y="51298"/>
                </a:cubicBezTo>
                <a:cubicBezTo>
                  <a:pt x="978499" y="52578"/>
                  <a:pt x="977036" y="53584"/>
                  <a:pt x="975390" y="54224"/>
                </a:cubicBezTo>
                <a:cubicBezTo>
                  <a:pt x="973745" y="54955"/>
                  <a:pt x="972007" y="55321"/>
                  <a:pt x="970178" y="55321"/>
                </a:cubicBezTo>
                <a:cubicBezTo>
                  <a:pt x="968350" y="55321"/>
                  <a:pt x="966612" y="54955"/>
                  <a:pt x="964966" y="54224"/>
                </a:cubicBezTo>
                <a:cubicBezTo>
                  <a:pt x="963320" y="53584"/>
                  <a:pt x="961857" y="52578"/>
                  <a:pt x="960577" y="51298"/>
                </a:cubicBezTo>
                <a:cubicBezTo>
                  <a:pt x="959297" y="50018"/>
                  <a:pt x="958291" y="48555"/>
                  <a:pt x="957651" y="46909"/>
                </a:cubicBezTo>
                <a:cubicBezTo>
                  <a:pt x="956920" y="45263"/>
                  <a:pt x="956554" y="43525"/>
                  <a:pt x="956554" y="41697"/>
                </a:cubicBezTo>
                <a:cubicBezTo>
                  <a:pt x="956554" y="39959"/>
                  <a:pt x="956920" y="38222"/>
                  <a:pt x="957651" y="36576"/>
                </a:cubicBezTo>
                <a:cubicBezTo>
                  <a:pt x="958291" y="34839"/>
                  <a:pt x="959297" y="33376"/>
                  <a:pt x="960577" y="32095"/>
                </a:cubicBezTo>
                <a:cubicBezTo>
                  <a:pt x="961857" y="30907"/>
                  <a:pt x="963320" y="29901"/>
                  <a:pt x="964966" y="29169"/>
                </a:cubicBezTo>
                <a:cubicBezTo>
                  <a:pt x="966612" y="28529"/>
                  <a:pt x="968350" y="28164"/>
                  <a:pt x="970178" y="28164"/>
                </a:cubicBezTo>
                <a:cubicBezTo>
                  <a:pt x="972007" y="28164"/>
                  <a:pt x="973745" y="28529"/>
                  <a:pt x="975390" y="29169"/>
                </a:cubicBezTo>
                <a:cubicBezTo>
                  <a:pt x="977036" y="29901"/>
                  <a:pt x="978499" y="30907"/>
                  <a:pt x="979780" y="32095"/>
                </a:cubicBezTo>
                <a:cubicBezTo>
                  <a:pt x="981060" y="33376"/>
                  <a:pt x="982066" y="34839"/>
                  <a:pt x="982706" y="36576"/>
                </a:cubicBezTo>
                <a:cubicBezTo>
                  <a:pt x="983437" y="38222"/>
                  <a:pt x="983803" y="39959"/>
                  <a:pt x="983803" y="41697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17" name="Forma 16"/>
          <p:cNvSpPr/>
          <p:nvPr/>
        </p:nvSpPr>
        <p:spPr>
          <a:xfrm>
            <a:off x="6215451" y="2300082"/>
            <a:ext cx="68397" cy="68306"/>
          </a:xfrm>
          <a:custGeom>
            <a:avLst/>
            <a:gdLst/>
            <a:ahLst/>
            <a:cxnLst/>
            <a:rect l="l" t="t" r="r" b="b"/>
            <a:pathLst>
              <a:path w="68397" h="68306">
                <a:moveTo>
                  <a:pt x="68397" y="34107"/>
                </a:moveTo>
                <a:cubicBezTo>
                  <a:pt x="68397" y="38679"/>
                  <a:pt x="67574" y="43068"/>
                  <a:pt x="65837" y="47183"/>
                </a:cubicBezTo>
                <a:cubicBezTo>
                  <a:pt x="64099" y="51389"/>
                  <a:pt x="61631" y="55047"/>
                  <a:pt x="58430" y="58247"/>
                </a:cubicBezTo>
                <a:cubicBezTo>
                  <a:pt x="55230" y="61448"/>
                  <a:pt x="51481" y="63917"/>
                  <a:pt x="47274" y="65654"/>
                </a:cubicBezTo>
                <a:cubicBezTo>
                  <a:pt x="43160" y="67391"/>
                  <a:pt x="38771" y="68306"/>
                  <a:pt x="34199" y="68306"/>
                </a:cubicBezTo>
                <a:cubicBezTo>
                  <a:pt x="29718" y="68306"/>
                  <a:pt x="25329" y="67391"/>
                  <a:pt x="21123" y="65654"/>
                </a:cubicBezTo>
                <a:cubicBezTo>
                  <a:pt x="16916" y="63917"/>
                  <a:pt x="13259" y="61448"/>
                  <a:pt x="10058" y="58247"/>
                </a:cubicBezTo>
                <a:cubicBezTo>
                  <a:pt x="6858" y="55047"/>
                  <a:pt x="4298" y="51389"/>
                  <a:pt x="2560" y="47183"/>
                </a:cubicBezTo>
                <a:cubicBezTo>
                  <a:pt x="823" y="43068"/>
                  <a:pt x="0" y="38679"/>
                  <a:pt x="0" y="34107"/>
                </a:cubicBezTo>
                <a:cubicBezTo>
                  <a:pt x="0" y="29627"/>
                  <a:pt x="823" y="25237"/>
                  <a:pt x="2560" y="21123"/>
                </a:cubicBezTo>
                <a:cubicBezTo>
                  <a:pt x="4298" y="16916"/>
                  <a:pt x="6858" y="13167"/>
                  <a:pt x="10058" y="9967"/>
                </a:cubicBezTo>
                <a:cubicBezTo>
                  <a:pt x="13259" y="6767"/>
                  <a:pt x="16916" y="4298"/>
                  <a:pt x="21123" y="2560"/>
                </a:cubicBezTo>
                <a:cubicBezTo>
                  <a:pt x="25329" y="823"/>
                  <a:pt x="29718" y="0"/>
                  <a:pt x="34199" y="0"/>
                </a:cubicBezTo>
                <a:cubicBezTo>
                  <a:pt x="38771" y="0"/>
                  <a:pt x="43160" y="823"/>
                  <a:pt x="47274" y="2560"/>
                </a:cubicBezTo>
                <a:cubicBezTo>
                  <a:pt x="51481" y="4298"/>
                  <a:pt x="55230" y="6767"/>
                  <a:pt x="58430" y="9967"/>
                </a:cubicBezTo>
                <a:cubicBezTo>
                  <a:pt x="61631" y="13167"/>
                  <a:pt x="64099" y="16916"/>
                  <a:pt x="65837" y="21123"/>
                </a:cubicBezTo>
                <a:cubicBezTo>
                  <a:pt x="67574" y="25237"/>
                  <a:pt x="68397" y="29627"/>
                  <a:pt x="68397" y="34107"/>
                </a:cubicBezTo>
              </a:path>
            </a:pathLst>
          </a:custGeom>
          <a:solidFill>
            <a:srgbClr val="C64B35"/>
          </a:solidFill>
          <a:ln w="11570">
            <a:solidFill>
              <a:srgbClr val="F2EFE6"/>
            </a:solidFill>
            <a:prstDash val="solid"/>
          </a:ln>
        </p:spPr>
      </p:sp>
      <p:sp>
        <p:nvSpPr>
          <p:cNvPr id="18" name="Forma 17"/>
          <p:cNvSpPr/>
          <p:nvPr/>
        </p:nvSpPr>
        <p:spPr>
          <a:xfrm>
            <a:off x="5093391" y="2039295"/>
            <a:ext cx="3052359" cy="336499"/>
          </a:xfrm>
          <a:custGeom>
            <a:avLst/>
            <a:gdLst/>
            <a:ahLst/>
            <a:cxnLst/>
            <a:rect l="l" t="t" r="r" b="b"/>
            <a:pathLst>
              <a:path w="3052359" h="336499">
                <a:moveTo>
                  <a:pt x="1429207" y="264079"/>
                </a:moveTo>
                <a:cubicBezTo>
                  <a:pt x="1429207" y="265908"/>
                  <a:pt x="1428841" y="267553"/>
                  <a:pt x="1428110" y="269291"/>
                </a:cubicBezTo>
                <a:cubicBezTo>
                  <a:pt x="1427470" y="270937"/>
                  <a:pt x="1426464" y="272400"/>
                  <a:pt x="1425184" y="273680"/>
                </a:cubicBezTo>
                <a:cubicBezTo>
                  <a:pt x="1423904" y="274960"/>
                  <a:pt x="1422441" y="275874"/>
                  <a:pt x="1420795" y="276606"/>
                </a:cubicBezTo>
                <a:cubicBezTo>
                  <a:pt x="1419149" y="277246"/>
                  <a:pt x="1417411" y="277612"/>
                  <a:pt x="1415583" y="277612"/>
                </a:cubicBezTo>
                <a:cubicBezTo>
                  <a:pt x="1413754" y="277612"/>
                  <a:pt x="1412016" y="277246"/>
                  <a:pt x="1410371" y="276606"/>
                </a:cubicBezTo>
                <a:cubicBezTo>
                  <a:pt x="1408725" y="275874"/>
                  <a:pt x="1407262" y="274960"/>
                  <a:pt x="1405981" y="273680"/>
                </a:cubicBezTo>
                <a:cubicBezTo>
                  <a:pt x="1404701" y="272400"/>
                  <a:pt x="1403695" y="270937"/>
                  <a:pt x="1403055" y="269291"/>
                </a:cubicBezTo>
                <a:cubicBezTo>
                  <a:pt x="1402324" y="267553"/>
                  <a:pt x="1402050" y="265908"/>
                  <a:pt x="1402050" y="264079"/>
                </a:cubicBezTo>
                <a:cubicBezTo>
                  <a:pt x="1402050" y="262250"/>
                  <a:pt x="1402324" y="260513"/>
                  <a:pt x="1403055" y="258867"/>
                </a:cubicBezTo>
                <a:cubicBezTo>
                  <a:pt x="1403695" y="257221"/>
                  <a:pt x="1404701" y="255758"/>
                  <a:pt x="1405981" y="254478"/>
                </a:cubicBezTo>
                <a:cubicBezTo>
                  <a:pt x="1407262" y="253197"/>
                  <a:pt x="1408725" y="252192"/>
                  <a:pt x="1410371" y="251551"/>
                </a:cubicBezTo>
                <a:cubicBezTo>
                  <a:pt x="1412016" y="250820"/>
                  <a:pt x="1413754" y="250546"/>
                  <a:pt x="1415583" y="250546"/>
                </a:cubicBezTo>
                <a:cubicBezTo>
                  <a:pt x="1417411" y="250546"/>
                  <a:pt x="1419149" y="250820"/>
                  <a:pt x="1420795" y="251551"/>
                </a:cubicBezTo>
                <a:cubicBezTo>
                  <a:pt x="1422441" y="252192"/>
                  <a:pt x="1423904" y="253197"/>
                  <a:pt x="1425184" y="254478"/>
                </a:cubicBezTo>
                <a:cubicBezTo>
                  <a:pt x="1426464" y="255758"/>
                  <a:pt x="1427470" y="257221"/>
                  <a:pt x="1428110" y="258867"/>
                </a:cubicBezTo>
                <a:cubicBezTo>
                  <a:pt x="1428841" y="260513"/>
                  <a:pt x="1429207" y="262250"/>
                  <a:pt x="1429207" y="264079"/>
                </a:cubicBezTo>
              </a:path>
              <a:path w="3052359" h="336499">
                <a:moveTo>
                  <a:pt x="1609527" y="290048"/>
                </a:moveTo>
                <a:cubicBezTo>
                  <a:pt x="1609527" y="291876"/>
                  <a:pt x="1609161" y="293614"/>
                  <a:pt x="1608430" y="295260"/>
                </a:cubicBezTo>
                <a:cubicBezTo>
                  <a:pt x="1607790" y="296906"/>
                  <a:pt x="1606784" y="298369"/>
                  <a:pt x="1605504" y="299649"/>
                </a:cubicBezTo>
                <a:cubicBezTo>
                  <a:pt x="1604223" y="300929"/>
                  <a:pt x="1602760" y="301935"/>
                  <a:pt x="1601114" y="302575"/>
                </a:cubicBezTo>
                <a:cubicBezTo>
                  <a:pt x="1599468" y="303306"/>
                  <a:pt x="1597731" y="303672"/>
                  <a:pt x="1595902" y="303672"/>
                </a:cubicBezTo>
                <a:cubicBezTo>
                  <a:pt x="1594074" y="303672"/>
                  <a:pt x="1592336" y="303306"/>
                  <a:pt x="1590690" y="302575"/>
                </a:cubicBezTo>
                <a:cubicBezTo>
                  <a:pt x="1589044" y="301935"/>
                  <a:pt x="1587581" y="300929"/>
                  <a:pt x="1586301" y="299649"/>
                </a:cubicBezTo>
                <a:cubicBezTo>
                  <a:pt x="1585021" y="298369"/>
                  <a:pt x="1584015" y="296906"/>
                  <a:pt x="1583375" y="295260"/>
                </a:cubicBezTo>
                <a:cubicBezTo>
                  <a:pt x="1582644" y="293614"/>
                  <a:pt x="1582278" y="291876"/>
                  <a:pt x="1582278" y="290048"/>
                </a:cubicBezTo>
                <a:cubicBezTo>
                  <a:pt x="1582278" y="288310"/>
                  <a:pt x="1582644" y="286573"/>
                  <a:pt x="1583375" y="284927"/>
                </a:cubicBezTo>
                <a:cubicBezTo>
                  <a:pt x="1584015" y="283190"/>
                  <a:pt x="1585021" y="281727"/>
                  <a:pt x="1586301" y="280538"/>
                </a:cubicBezTo>
                <a:cubicBezTo>
                  <a:pt x="1587581" y="279258"/>
                  <a:pt x="1589044" y="278252"/>
                  <a:pt x="1590690" y="277520"/>
                </a:cubicBezTo>
                <a:cubicBezTo>
                  <a:pt x="1592336" y="276880"/>
                  <a:pt x="1594074" y="276515"/>
                  <a:pt x="1595902" y="276515"/>
                </a:cubicBezTo>
                <a:cubicBezTo>
                  <a:pt x="1597731" y="276515"/>
                  <a:pt x="1599468" y="276880"/>
                  <a:pt x="1601114" y="277520"/>
                </a:cubicBezTo>
                <a:cubicBezTo>
                  <a:pt x="1602760" y="278252"/>
                  <a:pt x="1604223" y="279258"/>
                  <a:pt x="1605504" y="280538"/>
                </a:cubicBezTo>
                <a:cubicBezTo>
                  <a:pt x="1606784" y="281727"/>
                  <a:pt x="1607790" y="283190"/>
                  <a:pt x="1608430" y="284927"/>
                </a:cubicBezTo>
                <a:cubicBezTo>
                  <a:pt x="1609161" y="286573"/>
                  <a:pt x="1609527" y="288310"/>
                  <a:pt x="1609527" y="290048"/>
                </a:cubicBezTo>
              </a:path>
              <a:path w="3052359" h="336499">
                <a:moveTo>
                  <a:pt x="1858701" y="322966"/>
                </a:moveTo>
                <a:cubicBezTo>
                  <a:pt x="1858701" y="324795"/>
                  <a:pt x="1858335" y="326532"/>
                  <a:pt x="1857695" y="328178"/>
                </a:cubicBezTo>
                <a:cubicBezTo>
                  <a:pt x="1856964" y="329824"/>
                  <a:pt x="1855958" y="331287"/>
                  <a:pt x="1854678" y="332567"/>
                </a:cubicBezTo>
                <a:cubicBezTo>
                  <a:pt x="1853397" y="333847"/>
                  <a:pt x="1851934" y="334762"/>
                  <a:pt x="1850288" y="335493"/>
                </a:cubicBezTo>
                <a:cubicBezTo>
                  <a:pt x="1848642" y="336225"/>
                  <a:pt x="1846905" y="336499"/>
                  <a:pt x="1845076" y="336499"/>
                </a:cubicBezTo>
                <a:cubicBezTo>
                  <a:pt x="1843339" y="336499"/>
                  <a:pt x="1841602" y="336225"/>
                  <a:pt x="1839864" y="335493"/>
                </a:cubicBezTo>
                <a:cubicBezTo>
                  <a:pt x="1838218" y="334762"/>
                  <a:pt x="1836755" y="333847"/>
                  <a:pt x="1835475" y="332567"/>
                </a:cubicBezTo>
                <a:cubicBezTo>
                  <a:pt x="1834195" y="331287"/>
                  <a:pt x="1833281" y="329824"/>
                  <a:pt x="1832549" y="328178"/>
                </a:cubicBezTo>
                <a:cubicBezTo>
                  <a:pt x="1831818" y="326532"/>
                  <a:pt x="1831543" y="324795"/>
                  <a:pt x="1831543" y="322966"/>
                </a:cubicBezTo>
                <a:cubicBezTo>
                  <a:pt x="1831543" y="321137"/>
                  <a:pt x="1831818" y="319400"/>
                  <a:pt x="1832549" y="317754"/>
                </a:cubicBezTo>
                <a:cubicBezTo>
                  <a:pt x="1833281" y="316108"/>
                  <a:pt x="1834195" y="314645"/>
                  <a:pt x="1835475" y="313365"/>
                </a:cubicBezTo>
                <a:cubicBezTo>
                  <a:pt x="1836755" y="312085"/>
                  <a:pt x="1838218" y="311170"/>
                  <a:pt x="1839864" y="310439"/>
                </a:cubicBezTo>
                <a:cubicBezTo>
                  <a:pt x="1841602" y="309799"/>
                  <a:pt x="1843339" y="309433"/>
                  <a:pt x="1845076" y="309433"/>
                </a:cubicBezTo>
                <a:cubicBezTo>
                  <a:pt x="1846905" y="309433"/>
                  <a:pt x="1848642" y="309799"/>
                  <a:pt x="1850288" y="310439"/>
                </a:cubicBezTo>
                <a:cubicBezTo>
                  <a:pt x="1851934" y="311170"/>
                  <a:pt x="1853397" y="312085"/>
                  <a:pt x="1854678" y="313365"/>
                </a:cubicBezTo>
                <a:cubicBezTo>
                  <a:pt x="1855958" y="314645"/>
                  <a:pt x="1856964" y="316108"/>
                  <a:pt x="1857695" y="317754"/>
                </a:cubicBezTo>
                <a:cubicBezTo>
                  <a:pt x="1858335" y="319400"/>
                  <a:pt x="1858701" y="321137"/>
                  <a:pt x="1858701" y="322966"/>
                </a:cubicBezTo>
              </a:path>
              <a:path w="3052359" h="336499">
                <a:moveTo>
                  <a:pt x="2152132" y="296174"/>
                </a:moveTo>
                <a:cubicBezTo>
                  <a:pt x="2152132" y="297912"/>
                  <a:pt x="2151858" y="299649"/>
                  <a:pt x="2151126" y="301386"/>
                </a:cubicBezTo>
                <a:cubicBezTo>
                  <a:pt x="2150486" y="303032"/>
                  <a:pt x="2149480" y="304495"/>
                  <a:pt x="2148200" y="305775"/>
                </a:cubicBezTo>
                <a:cubicBezTo>
                  <a:pt x="2146920" y="307056"/>
                  <a:pt x="2145457" y="307970"/>
                  <a:pt x="2143811" y="308701"/>
                </a:cubicBezTo>
                <a:cubicBezTo>
                  <a:pt x="2142165" y="309342"/>
                  <a:pt x="2140428" y="309707"/>
                  <a:pt x="2138599" y="309707"/>
                </a:cubicBezTo>
                <a:cubicBezTo>
                  <a:pt x="2136770" y="309707"/>
                  <a:pt x="2135033" y="309342"/>
                  <a:pt x="2133387" y="308701"/>
                </a:cubicBezTo>
                <a:cubicBezTo>
                  <a:pt x="2131741" y="307970"/>
                  <a:pt x="2130278" y="307056"/>
                  <a:pt x="2128998" y="305775"/>
                </a:cubicBezTo>
                <a:cubicBezTo>
                  <a:pt x="2127717" y="304495"/>
                  <a:pt x="2126712" y="303032"/>
                  <a:pt x="2126071" y="301386"/>
                </a:cubicBezTo>
                <a:cubicBezTo>
                  <a:pt x="2125340" y="299649"/>
                  <a:pt x="2124974" y="297912"/>
                  <a:pt x="2124974" y="296174"/>
                </a:cubicBezTo>
                <a:cubicBezTo>
                  <a:pt x="2124974" y="294345"/>
                  <a:pt x="2125340" y="292608"/>
                  <a:pt x="2126071" y="290962"/>
                </a:cubicBezTo>
                <a:cubicBezTo>
                  <a:pt x="2126712" y="289316"/>
                  <a:pt x="2127717" y="287853"/>
                  <a:pt x="2128998" y="286573"/>
                </a:cubicBezTo>
                <a:cubicBezTo>
                  <a:pt x="2130278" y="285293"/>
                  <a:pt x="2131741" y="284287"/>
                  <a:pt x="2133387" y="283647"/>
                </a:cubicBezTo>
                <a:cubicBezTo>
                  <a:pt x="2135033" y="282915"/>
                  <a:pt x="2136770" y="282641"/>
                  <a:pt x="2138599" y="282641"/>
                </a:cubicBezTo>
                <a:cubicBezTo>
                  <a:pt x="2140428" y="282641"/>
                  <a:pt x="2142165" y="282915"/>
                  <a:pt x="2143811" y="283647"/>
                </a:cubicBezTo>
                <a:cubicBezTo>
                  <a:pt x="2145457" y="284287"/>
                  <a:pt x="2146920" y="285293"/>
                  <a:pt x="2148200" y="286573"/>
                </a:cubicBezTo>
                <a:cubicBezTo>
                  <a:pt x="2149480" y="287853"/>
                  <a:pt x="2150486" y="289316"/>
                  <a:pt x="2151126" y="290962"/>
                </a:cubicBezTo>
                <a:cubicBezTo>
                  <a:pt x="2151858" y="292608"/>
                  <a:pt x="2152132" y="294345"/>
                  <a:pt x="2152132" y="296174"/>
                </a:cubicBezTo>
              </a:path>
              <a:path w="3052359" h="336499">
                <a:moveTo>
                  <a:pt x="2360341" y="266913"/>
                </a:moveTo>
                <a:cubicBezTo>
                  <a:pt x="2360341" y="268651"/>
                  <a:pt x="2359975" y="270388"/>
                  <a:pt x="2359243" y="272034"/>
                </a:cubicBezTo>
                <a:cubicBezTo>
                  <a:pt x="2358603" y="273771"/>
                  <a:pt x="2357598" y="275234"/>
                  <a:pt x="2356317" y="276423"/>
                </a:cubicBezTo>
                <a:cubicBezTo>
                  <a:pt x="2355037" y="277703"/>
                  <a:pt x="2353574" y="278709"/>
                  <a:pt x="2351928" y="279441"/>
                </a:cubicBezTo>
                <a:cubicBezTo>
                  <a:pt x="2350282" y="280081"/>
                  <a:pt x="2348545" y="280446"/>
                  <a:pt x="2346716" y="280446"/>
                </a:cubicBezTo>
                <a:cubicBezTo>
                  <a:pt x="2344887" y="280446"/>
                  <a:pt x="2343150" y="280081"/>
                  <a:pt x="2341504" y="279441"/>
                </a:cubicBezTo>
                <a:cubicBezTo>
                  <a:pt x="2339858" y="278709"/>
                  <a:pt x="2338395" y="277703"/>
                  <a:pt x="2337115" y="276423"/>
                </a:cubicBezTo>
                <a:cubicBezTo>
                  <a:pt x="2335835" y="275234"/>
                  <a:pt x="2334829" y="273771"/>
                  <a:pt x="2334189" y="272034"/>
                </a:cubicBezTo>
                <a:cubicBezTo>
                  <a:pt x="2333457" y="270388"/>
                  <a:pt x="2333183" y="268651"/>
                  <a:pt x="2333183" y="266913"/>
                </a:cubicBezTo>
                <a:cubicBezTo>
                  <a:pt x="2333183" y="265085"/>
                  <a:pt x="2333457" y="263347"/>
                  <a:pt x="2334189" y="261701"/>
                </a:cubicBezTo>
                <a:cubicBezTo>
                  <a:pt x="2334829" y="260055"/>
                  <a:pt x="2335835" y="258592"/>
                  <a:pt x="2337115" y="257312"/>
                </a:cubicBezTo>
                <a:cubicBezTo>
                  <a:pt x="2338395" y="256032"/>
                  <a:pt x="2339858" y="255026"/>
                  <a:pt x="2341504" y="254386"/>
                </a:cubicBezTo>
                <a:cubicBezTo>
                  <a:pt x="2343150" y="253655"/>
                  <a:pt x="2344887" y="253289"/>
                  <a:pt x="2346716" y="253289"/>
                </a:cubicBezTo>
                <a:cubicBezTo>
                  <a:pt x="2348545" y="253289"/>
                  <a:pt x="2350282" y="253655"/>
                  <a:pt x="2351928" y="254386"/>
                </a:cubicBezTo>
                <a:cubicBezTo>
                  <a:pt x="2353574" y="255026"/>
                  <a:pt x="2355037" y="256032"/>
                  <a:pt x="2356317" y="257312"/>
                </a:cubicBezTo>
                <a:cubicBezTo>
                  <a:pt x="2357598" y="258592"/>
                  <a:pt x="2358603" y="260055"/>
                  <a:pt x="2359243" y="261701"/>
                </a:cubicBezTo>
                <a:cubicBezTo>
                  <a:pt x="2359975" y="263347"/>
                  <a:pt x="2360341" y="265085"/>
                  <a:pt x="2360341" y="266913"/>
                </a:cubicBezTo>
              </a:path>
              <a:path w="3052359" h="336499">
                <a:moveTo>
                  <a:pt x="2633655" y="303672"/>
                </a:moveTo>
                <a:cubicBezTo>
                  <a:pt x="2633655" y="305410"/>
                  <a:pt x="2633289" y="307147"/>
                  <a:pt x="2632649" y="308793"/>
                </a:cubicBezTo>
                <a:cubicBezTo>
                  <a:pt x="2631918" y="310530"/>
                  <a:pt x="2631003" y="311993"/>
                  <a:pt x="2629723" y="313182"/>
                </a:cubicBezTo>
                <a:cubicBezTo>
                  <a:pt x="2628443" y="314462"/>
                  <a:pt x="2626980" y="315468"/>
                  <a:pt x="2625242" y="316200"/>
                </a:cubicBezTo>
                <a:cubicBezTo>
                  <a:pt x="2623596" y="316840"/>
                  <a:pt x="2621859" y="317205"/>
                  <a:pt x="2620122" y="317205"/>
                </a:cubicBezTo>
                <a:cubicBezTo>
                  <a:pt x="2618293" y="317205"/>
                  <a:pt x="2616556" y="316840"/>
                  <a:pt x="2614910" y="316200"/>
                </a:cubicBezTo>
                <a:cubicBezTo>
                  <a:pt x="2613172" y="315468"/>
                  <a:pt x="2611709" y="314462"/>
                  <a:pt x="2610429" y="313182"/>
                </a:cubicBezTo>
                <a:cubicBezTo>
                  <a:pt x="2609240" y="311993"/>
                  <a:pt x="2608235" y="310530"/>
                  <a:pt x="2607503" y="308793"/>
                </a:cubicBezTo>
                <a:cubicBezTo>
                  <a:pt x="2606863" y="307147"/>
                  <a:pt x="2606497" y="305410"/>
                  <a:pt x="2606497" y="303672"/>
                </a:cubicBezTo>
                <a:cubicBezTo>
                  <a:pt x="2606497" y="301843"/>
                  <a:pt x="2606863" y="300106"/>
                  <a:pt x="2607503" y="298460"/>
                </a:cubicBezTo>
                <a:cubicBezTo>
                  <a:pt x="2608235" y="296814"/>
                  <a:pt x="2609240" y="295351"/>
                  <a:pt x="2610429" y="294071"/>
                </a:cubicBezTo>
                <a:cubicBezTo>
                  <a:pt x="2611709" y="292791"/>
                  <a:pt x="2613172" y="291785"/>
                  <a:pt x="2614910" y="291145"/>
                </a:cubicBezTo>
                <a:cubicBezTo>
                  <a:pt x="2616556" y="290413"/>
                  <a:pt x="2618293" y="290048"/>
                  <a:pt x="2620122" y="290048"/>
                </a:cubicBezTo>
                <a:cubicBezTo>
                  <a:pt x="2621859" y="290048"/>
                  <a:pt x="2623596" y="290413"/>
                  <a:pt x="2625242" y="291145"/>
                </a:cubicBezTo>
                <a:cubicBezTo>
                  <a:pt x="2626980" y="291785"/>
                  <a:pt x="2628443" y="292791"/>
                  <a:pt x="2629723" y="294071"/>
                </a:cubicBezTo>
                <a:cubicBezTo>
                  <a:pt x="2631003" y="295351"/>
                  <a:pt x="2631918" y="296814"/>
                  <a:pt x="2632649" y="298460"/>
                </a:cubicBezTo>
                <a:cubicBezTo>
                  <a:pt x="2633289" y="300106"/>
                  <a:pt x="2633655" y="301843"/>
                  <a:pt x="2633655" y="303672"/>
                </a:cubicBezTo>
              </a:path>
              <a:path w="3052359" h="336499">
                <a:moveTo>
                  <a:pt x="2831348" y="296448"/>
                </a:moveTo>
                <a:cubicBezTo>
                  <a:pt x="2831348" y="298186"/>
                  <a:pt x="2831074" y="299923"/>
                  <a:pt x="2830342" y="301569"/>
                </a:cubicBezTo>
                <a:cubicBezTo>
                  <a:pt x="2829702" y="303215"/>
                  <a:pt x="2828696" y="304678"/>
                  <a:pt x="2827416" y="305958"/>
                </a:cubicBezTo>
                <a:cubicBezTo>
                  <a:pt x="2826136" y="307238"/>
                  <a:pt x="2824673" y="308244"/>
                  <a:pt x="2823027" y="308976"/>
                </a:cubicBezTo>
                <a:cubicBezTo>
                  <a:pt x="2821290" y="309616"/>
                  <a:pt x="2819644" y="309982"/>
                  <a:pt x="2817815" y="309982"/>
                </a:cubicBezTo>
                <a:cubicBezTo>
                  <a:pt x="2815986" y="309982"/>
                  <a:pt x="2814249" y="309616"/>
                  <a:pt x="2812603" y="308976"/>
                </a:cubicBezTo>
                <a:cubicBezTo>
                  <a:pt x="2810957" y="308244"/>
                  <a:pt x="2809494" y="307238"/>
                  <a:pt x="2808214" y="305958"/>
                </a:cubicBezTo>
                <a:cubicBezTo>
                  <a:pt x="2806934" y="304678"/>
                  <a:pt x="2805928" y="303215"/>
                  <a:pt x="2805288" y="301569"/>
                </a:cubicBezTo>
                <a:cubicBezTo>
                  <a:pt x="2804556" y="299923"/>
                  <a:pt x="2804190" y="298186"/>
                  <a:pt x="2804190" y="296448"/>
                </a:cubicBezTo>
                <a:cubicBezTo>
                  <a:pt x="2804190" y="294620"/>
                  <a:pt x="2804556" y="292882"/>
                  <a:pt x="2805288" y="291236"/>
                </a:cubicBezTo>
                <a:cubicBezTo>
                  <a:pt x="2805928" y="289590"/>
                  <a:pt x="2806934" y="288127"/>
                  <a:pt x="2808214" y="286847"/>
                </a:cubicBezTo>
                <a:cubicBezTo>
                  <a:pt x="2809494" y="285567"/>
                  <a:pt x="2810957" y="284561"/>
                  <a:pt x="2812603" y="283921"/>
                </a:cubicBezTo>
                <a:cubicBezTo>
                  <a:pt x="2814249" y="283190"/>
                  <a:pt x="2815986" y="282824"/>
                  <a:pt x="2817815" y="282824"/>
                </a:cubicBezTo>
                <a:cubicBezTo>
                  <a:pt x="2819644" y="282824"/>
                  <a:pt x="2821290" y="283190"/>
                  <a:pt x="2823027" y="283921"/>
                </a:cubicBezTo>
                <a:cubicBezTo>
                  <a:pt x="2824673" y="284561"/>
                  <a:pt x="2826136" y="285567"/>
                  <a:pt x="2827416" y="286847"/>
                </a:cubicBezTo>
                <a:cubicBezTo>
                  <a:pt x="2828696" y="288127"/>
                  <a:pt x="2829702" y="289590"/>
                  <a:pt x="2830342" y="291236"/>
                </a:cubicBezTo>
                <a:cubicBezTo>
                  <a:pt x="2831074" y="292882"/>
                  <a:pt x="2831348" y="294620"/>
                  <a:pt x="2831348" y="296448"/>
                </a:cubicBezTo>
              </a:path>
              <a:path w="3052359" h="336499">
                <a:moveTo>
                  <a:pt x="3052359" y="274686"/>
                </a:moveTo>
                <a:cubicBezTo>
                  <a:pt x="3052359" y="276515"/>
                  <a:pt x="3051993" y="278252"/>
                  <a:pt x="3051353" y="279898"/>
                </a:cubicBezTo>
                <a:cubicBezTo>
                  <a:pt x="3050621" y="281544"/>
                  <a:pt x="3049615" y="283007"/>
                  <a:pt x="3048335" y="284287"/>
                </a:cubicBezTo>
                <a:cubicBezTo>
                  <a:pt x="3047147" y="285567"/>
                  <a:pt x="3045592" y="286573"/>
                  <a:pt x="3043946" y="287213"/>
                </a:cubicBezTo>
                <a:cubicBezTo>
                  <a:pt x="3042300" y="287945"/>
                  <a:pt x="3040563" y="288310"/>
                  <a:pt x="3038734" y="288310"/>
                </a:cubicBezTo>
                <a:cubicBezTo>
                  <a:pt x="3036997" y="288310"/>
                  <a:pt x="3035259" y="287945"/>
                  <a:pt x="3033613" y="287213"/>
                </a:cubicBezTo>
                <a:cubicBezTo>
                  <a:pt x="3031876" y="286573"/>
                  <a:pt x="3030413" y="285567"/>
                  <a:pt x="3029133" y="284287"/>
                </a:cubicBezTo>
                <a:cubicBezTo>
                  <a:pt x="3027853" y="283007"/>
                  <a:pt x="3026938" y="281544"/>
                  <a:pt x="3026207" y="279898"/>
                </a:cubicBezTo>
                <a:cubicBezTo>
                  <a:pt x="3025567" y="278252"/>
                  <a:pt x="3025201" y="276515"/>
                  <a:pt x="3025201" y="274686"/>
                </a:cubicBezTo>
                <a:cubicBezTo>
                  <a:pt x="3025201" y="272948"/>
                  <a:pt x="3025567" y="271211"/>
                  <a:pt x="3026207" y="269565"/>
                </a:cubicBezTo>
                <a:cubicBezTo>
                  <a:pt x="3026938" y="267828"/>
                  <a:pt x="3027853" y="266365"/>
                  <a:pt x="3029133" y="265085"/>
                </a:cubicBezTo>
                <a:cubicBezTo>
                  <a:pt x="3030413" y="263896"/>
                  <a:pt x="3031876" y="262890"/>
                  <a:pt x="3033613" y="262158"/>
                </a:cubicBezTo>
                <a:cubicBezTo>
                  <a:pt x="3035259" y="261518"/>
                  <a:pt x="3036997" y="261153"/>
                  <a:pt x="3038734" y="261153"/>
                </a:cubicBezTo>
                <a:cubicBezTo>
                  <a:pt x="3040563" y="261153"/>
                  <a:pt x="3042300" y="261518"/>
                  <a:pt x="3043946" y="262158"/>
                </a:cubicBezTo>
                <a:cubicBezTo>
                  <a:pt x="3045592" y="262890"/>
                  <a:pt x="3047147" y="263896"/>
                  <a:pt x="3048335" y="265085"/>
                </a:cubicBezTo>
                <a:cubicBezTo>
                  <a:pt x="3049615" y="266365"/>
                  <a:pt x="3050621" y="267828"/>
                  <a:pt x="3051353" y="269565"/>
                </a:cubicBezTo>
                <a:cubicBezTo>
                  <a:pt x="3051993" y="271211"/>
                  <a:pt x="3052359" y="272948"/>
                  <a:pt x="3052359" y="274686"/>
                </a:cubicBezTo>
              </a:path>
              <a:path w="3052359" h="336499">
                <a:moveTo>
                  <a:pt x="27158" y="61082"/>
                </a:moveTo>
                <a:cubicBezTo>
                  <a:pt x="27158" y="62911"/>
                  <a:pt x="26792" y="64648"/>
                  <a:pt x="26152" y="66294"/>
                </a:cubicBezTo>
                <a:cubicBezTo>
                  <a:pt x="25420" y="67940"/>
                  <a:pt x="24506" y="69403"/>
                  <a:pt x="23226" y="70683"/>
                </a:cubicBezTo>
                <a:cubicBezTo>
                  <a:pt x="21946" y="71963"/>
                  <a:pt x="20483" y="72969"/>
                  <a:pt x="18745" y="73609"/>
                </a:cubicBezTo>
                <a:cubicBezTo>
                  <a:pt x="17099" y="74341"/>
                  <a:pt x="15362" y="74706"/>
                  <a:pt x="13625" y="74706"/>
                </a:cubicBezTo>
                <a:cubicBezTo>
                  <a:pt x="11796" y="74706"/>
                  <a:pt x="10058" y="74341"/>
                  <a:pt x="8412" y="73609"/>
                </a:cubicBezTo>
                <a:cubicBezTo>
                  <a:pt x="6767" y="72969"/>
                  <a:pt x="5212" y="71963"/>
                  <a:pt x="4023" y="70683"/>
                </a:cubicBezTo>
                <a:cubicBezTo>
                  <a:pt x="2743" y="69403"/>
                  <a:pt x="1737" y="67940"/>
                  <a:pt x="1006" y="66294"/>
                </a:cubicBezTo>
                <a:cubicBezTo>
                  <a:pt x="366" y="64648"/>
                  <a:pt x="0" y="62911"/>
                  <a:pt x="0" y="61082"/>
                </a:cubicBezTo>
                <a:cubicBezTo>
                  <a:pt x="0" y="59345"/>
                  <a:pt x="366" y="57607"/>
                  <a:pt x="1006" y="55961"/>
                </a:cubicBezTo>
                <a:cubicBezTo>
                  <a:pt x="1737" y="54224"/>
                  <a:pt x="2743" y="52761"/>
                  <a:pt x="4023" y="51481"/>
                </a:cubicBezTo>
                <a:cubicBezTo>
                  <a:pt x="5212" y="50292"/>
                  <a:pt x="6767" y="49286"/>
                  <a:pt x="8412" y="48555"/>
                </a:cubicBezTo>
                <a:cubicBezTo>
                  <a:pt x="10058" y="47915"/>
                  <a:pt x="11796" y="47549"/>
                  <a:pt x="13625" y="47549"/>
                </a:cubicBezTo>
                <a:cubicBezTo>
                  <a:pt x="15362" y="47549"/>
                  <a:pt x="17099" y="47915"/>
                  <a:pt x="18745" y="48555"/>
                </a:cubicBezTo>
                <a:cubicBezTo>
                  <a:pt x="20483" y="49286"/>
                  <a:pt x="21946" y="50292"/>
                  <a:pt x="23226" y="51481"/>
                </a:cubicBezTo>
                <a:cubicBezTo>
                  <a:pt x="24506" y="52761"/>
                  <a:pt x="25420" y="54224"/>
                  <a:pt x="26152" y="55961"/>
                </a:cubicBezTo>
                <a:cubicBezTo>
                  <a:pt x="26792" y="57607"/>
                  <a:pt x="27158" y="59345"/>
                  <a:pt x="27158" y="61082"/>
                </a:cubicBezTo>
              </a:path>
              <a:path w="3052359" h="336499">
                <a:moveTo>
                  <a:pt x="257221" y="13716"/>
                </a:moveTo>
                <a:cubicBezTo>
                  <a:pt x="257221" y="15545"/>
                  <a:pt x="256855" y="17282"/>
                  <a:pt x="256123" y="18928"/>
                </a:cubicBezTo>
                <a:cubicBezTo>
                  <a:pt x="255483" y="20574"/>
                  <a:pt x="254478" y="22037"/>
                  <a:pt x="253197" y="23317"/>
                </a:cubicBezTo>
                <a:cubicBezTo>
                  <a:pt x="251917" y="24597"/>
                  <a:pt x="250454" y="25603"/>
                  <a:pt x="248808" y="26243"/>
                </a:cubicBezTo>
                <a:cubicBezTo>
                  <a:pt x="247162" y="26975"/>
                  <a:pt x="245425" y="27341"/>
                  <a:pt x="243596" y="27341"/>
                </a:cubicBezTo>
                <a:cubicBezTo>
                  <a:pt x="241767" y="27341"/>
                  <a:pt x="240121" y="26975"/>
                  <a:pt x="238384" y="26243"/>
                </a:cubicBezTo>
                <a:cubicBezTo>
                  <a:pt x="236738" y="25603"/>
                  <a:pt x="235275" y="24597"/>
                  <a:pt x="233995" y="23317"/>
                </a:cubicBezTo>
                <a:cubicBezTo>
                  <a:pt x="232715" y="22037"/>
                  <a:pt x="231709" y="20574"/>
                  <a:pt x="231069" y="18928"/>
                </a:cubicBezTo>
                <a:cubicBezTo>
                  <a:pt x="230337" y="17282"/>
                  <a:pt x="230063" y="15545"/>
                  <a:pt x="230063" y="13716"/>
                </a:cubicBezTo>
                <a:cubicBezTo>
                  <a:pt x="230063" y="11979"/>
                  <a:pt x="230337" y="10241"/>
                  <a:pt x="231069" y="8595"/>
                </a:cubicBezTo>
                <a:cubicBezTo>
                  <a:pt x="231709" y="6949"/>
                  <a:pt x="232715" y="5486"/>
                  <a:pt x="233995" y="4206"/>
                </a:cubicBezTo>
                <a:cubicBezTo>
                  <a:pt x="235275" y="2926"/>
                  <a:pt x="236738" y="1920"/>
                  <a:pt x="238384" y="1189"/>
                </a:cubicBezTo>
                <a:cubicBezTo>
                  <a:pt x="240121" y="549"/>
                  <a:pt x="241767" y="183"/>
                  <a:pt x="243596" y="183"/>
                </a:cubicBezTo>
                <a:cubicBezTo>
                  <a:pt x="245425" y="183"/>
                  <a:pt x="247162" y="549"/>
                  <a:pt x="248808" y="1189"/>
                </a:cubicBezTo>
                <a:cubicBezTo>
                  <a:pt x="250454" y="1920"/>
                  <a:pt x="251917" y="2926"/>
                  <a:pt x="253197" y="4206"/>
                </a:cubicBezTo>
                <a:cubicBezTo>
                  <a:pt x="254478" y="5486"/>
                  <a:pt x="255483" y="6949"/>
                  <a:pt x="256123" y="8595"/>
                </a:cubicBezTo>
                <a:cubicBezTo>
                  <a:pt x="256855" y="10241"/>
                  <a:pt x="257221" y="11979"/>
                  <a:pt x="257221" y="13716"/>
                </a:cubicBezTo>
              </a:path>
              <a:path w="3052359" h="336499">
                <a:moveTo>
                  <a:pt x="515539" y="21306"/>
                </a:moveTo>
                <a:cubicBezTo>
                  <a:pt x="515539" y="23043"/>
                  <a:pt x="515173" y="24780"/>
                  <a:pt x="514441" y="26518"/>
                </a:cubicBezTo>
                <a:cubicBezTo>
                  <a:pt x="513801" y="28164"/>
                  <a:pt x="512796" y="29627"/>
                  <a:pt x="511515" y="30907"/>
                </a:cubicBezTo>
                <a:cubicBezTo>
                  <a:pt x="510235" y="32187"/>
                  <a:pt x="508772" y="33101"/>
                  <a:pt x="507126" y="33833"/>
                </a:cubicBezTo>
                <a:cubicBezTo>
                  <a:pt x="505480" y="34473"/>
                  <a:pt x="503743" y="34839"/>
                  <a:pt x="501914" y="34839"/>
                </a:cubicBezTo>
                <a:cubicBezTo>
                  <a:pt x="500085" y="34839"/>
                  <a:pt x="498348" y="34473"/>
                  <a:pt x="496702" y="33833"/>
                </a:cubicBezTo>
                <a:cubicBezTo>
                  <a:pt x="495056" y="33101"/>
                  <a:pt x="493593" y="32187"/>
                  <a:pt x="492313" y="30907"/>
                </a:cubicBezTo>
                <a:cubicBezTo>
                  <a:pt x="491033" y="29627"/>
                  <a:pt x="490027" y="28164"/>
                  <a:pt x="489387" y="26518"/>
                </a:cubicBezTo>
                <a:cubicBezTo>
                  <a:pt x="488655" y="24780"/>
                  <a:pt x="488381" y="23043"/>
                  <a:pt x="488381" y="21306"/>
                </a:cubicBezTo>
                <a:cubicBezTo>
                  <a:pt x="488381" y="19477"/>
                  <a:pt x="488655" y="17739"/>
                  <a:pt x="489387" y="16093"/>
                </a:cubicBezTo>
                <a:cubicBezTo>
                  <a:pt x="490027" y="14448"/>
                  <a:pt x="491033" y="12984"/>
                  <a:pt x="492313" y="11704"/>
                </a:cubicBezTo>
                <a:cubicBezTo>
                  <a:pt x="493593" y="10424"/>
                  <a:pt x="495056" y="9418"/>
                  <a:pt x="496702" y="8778"/>
                </a:cubicBezTo>
                <a:cubicBezTo>
                  <a:pt x="498348" y="8047"/>
                  <a:pt x="500085" y="7772"/>
                  <a:pt x="501914" y="7772"/>
                </a:cubicBezTo>
                <a:cubicBezTo>
                  <a:pt x="503743" y="7772"/>
                  <a:pt x="505480" y="8047"/>
                  <a:pt x="507126" y="8778"/>
                </a:cubicBezTo>
                <a:cubicBezTo>
                  <a:pt x="508772" y="9418"/>
                  <a:pt x="510235" y="10424"/>
                  <a:pt x="511515" y="11704"/>
                </a:cubicBezTo>
                <a:cubicBezTo>
                  <a:pt x="512796" y="12984"/>
                  <a:pt x="513801" y="14448"/>
                  <a:pt x="514441" y="16093"/>
                </a:cubicBezTo>
                <a:cubicBezTo>
                  <a:pt x="515173" y="17739"/>
                  <a:pt x="515539" y="19477"/>
                  <a:pt x="515539" y="21306"/>
                </a:cubicBezTo>
              </a:path>
              <a:path w="3052359" h="336499">
                <a:moveTo>
                  <a:pt x="776417" y="92812"/>
                </a:moveTo>
                <a:cubicBezTo>
                  <a:pt x="776417" y="94640"/>
                  <a:pt x="776051" y="96378"/>
                  <a:pt x="775320" y="98024"/>
                </a:cubicBezTo>
                <a:cubicBezTo>
                  <a:pt x="774680" y="99670"/>
                  <a:pt x="773674" y="101133"/>
                  <a:pt x="772394" y="102413"/>
                </a:cubicBezTo>
                <a:cubicBezTo>
                  <a:pt x="771114" y="103693"/>
                  <a:pt x="769650" y="104699"/>
                  <a:pt x="768005" y="105339"/>
                </a:cubicBezTo>
                <a:cubicBezTo>
                  <a:pt x="766359" y="106070"/>
                  <a:pt x="764621" y="106436"/>
                  <a:pt x="762792" y="106436"/>
                </a:cubicBezTo>
                <a:cubicBezTo>
                  <a:pt x="760964" y="106436"/>
                  <a:pt x="759226" y="106070"/>
                  <a:pt x="757580" y="105339"/>
                </a:cubicBezTo>
                <a:cubicBezTo>
                  <a:pt x="755934" y="104699"/>
                  <a:pt x="754471" y="103693"/>
                  <a:pt x="753191" y="102413"/>
                </a:cubicBezTo>
                <a:cubicBezTo>
                  <a:pt x="751911" y="101133"/>
                  <a:pt x="750905" y="99670"/>
                  <a:pt x="750265" y="98024"/>
                </a:cubicBezTo>
                <a:cubicBezTo>
                  <a:pt x="749534" y="96378"/>
                  <a:pt x="749168" y="94640"/>
                  <a:pt x="749168" y="92812"/>
                </a:cubicBezTo>
                <a:cubicBezTo>
                  <a:pt x="749168" y="91074"/>
                  <a:pt x="749534" y="89337"/>
                  <a:pt x="750265" y="87691"/>
                </a:cubicBezTo>
                <a:cubicBezTo>
                  <a:pt x="750905" y="85954"/>
                  <a:pt x="751911" y="84491"/>
                  <a:pt x="753191" y="83302"/>
                </a:cubicBezTo>
                <a:cubicBezTo>
                  <a:pt x="754471" y="82022"/>
                  <a:pt x="755934" y="81016"/>
                  <a:pt x="757580" y="80284"/>
                </a:cubicBezTo>
                <a:cubicBezTo>
                  <a:pt x="759226" y="79644"/>
                  <a:pt x="760964" y="79278"/>
                  <a:pt x="762792" y="79278"/>
                </a:cubicBezTo>
                <a:cubicBezTo>
                  <a:pt x="764621" y="79278"/>
                  <a:pt x="766359" y="79644"/>
                  <a:pt x="768005" y="80284"/>
                </a:cubicBezTo>
                <a:cubicBezTo>
                  <a:pt x="769650" y="81016"/>
                  <a:pt x="771114" y="82022"/>
                  <a:pt x="772394" y="83302"/>
                </a:cubicBezTo>
                <a:cubicBezTo>
                  <a:pt x="773674" y="84491"/>
                  <a:pt x="774680" y="85954"/>
                  <a:pt x="775320" y="87691"/>
                </a:cubicBezTo>
                <a:cubicBezTo>
                  <a:pt x="776051" y="89337"/>
                  <a:pt x="776417" y="91074"/>
                  <a:pt x="776417" y="92812"/>
                </a:cubicBezTo>
              </a:path>
              <a:path w="3052359" h="336499">
                <a:moveTo>
                  <a:pt x="964509" y="13533"/>
                </a:moveTo>
                <a:cubicBezTo>
                  <a:pt x="964509" y="15362"/>
                  <a:pt x="964143" y="17099"/>
                  <a:pt x="963503" y="18745"/>
                </a:cubicBezTo>
                <a:cubicBezTo>
                  <a:pt x="962772" y="20391"/>
                  <a:pt x="961766" y="21854"/>
                  <a:pt x="960486" y="23134"/>
                </a:cubicBezTo>
                <a:cubicBezTo>
                  <a:pt x="959206" y="24414"/>
                  <a:pt x="957743" y="25420"/>
                  <a:pt x="956097" y="26060"/>
                </a:cubicBezTo>
                <a:cubicBezTo>
                  <a:pt x="954451" y="26792"/>
                  <a:pt x="952713" y="27158"/>
                  <a:pt x="950885" y="27158"/>
                </a:cubicBezTo>
                <a:cubicBezTo>
                  <a:pt x="949147" y="27158"/>
                  <a:pt x="947410" y="26792"/>
                  <a:pt x="945672" y="26060"/>
                </a:cubicBezTo>
                <a:cubicBezTo>
                  <a:pt x="944027" y="25420"/>
                  <a:pt x="942564" y="24414"/>
                  <a:pt x="941283" y="23134"/>
                </a:cubicBezTo>
                <a:cubicBezTo>
                  <a:pt x="940003" y="21854"/>
                  <a:pt x="939089" y="20391"/>
                  <a:pt x="938357" y="18745"/>
                </a:cubicBezTo>
                <a:cubicBezTo>
                  <a:pt x="937626" y="17099"/>
                  <a:pt x="937351" y="15362"/>
                  <a:pt x="937351" y="13533"/>
                </a:cubicBezTo>
                <a:cubicBezTo>
                  <a:pt x="937351" y="11796"/>
                  <a:pt x="937626" y="10058"/>
                  <a:pt x="938357" y="8412"/>
                </a:cubicBezTo>
                <a:cubicBezTo>
                  <a:pt x="939089" y="6675"/>
                  <a:pt x="940003" y="5212"/>
                  <a:pt x="941283" y="3932"/>
                </a:cubicBezTo>
                <a:cubicBezTo>
                  <a:pt x="942564" y="2743"/>
                  <a:pt x="944027" y="1737"/>
                  <a:pt x="945672" y="1006"/>
                </a:cubicBezTo>
                <a:cubicBezTo>
                  <a:pt x="947410" y="366"/>
                  <a:pt x="949147" y="0"/>
                  <a:pt x="950885" y="0"/>
                </a:cubicBezTo>
                <a:cubicBezTo>
                  <a:pt x="952713" y="0"/>
                  <a:pt x="954451" y="366"/>
                  <a:pt x="956097" y="1006"/>
                </a:cubicBezTo>
                <a:cubicBezTo>
                  <a:pt x="957743" y="1737"/>
                  <a:pt x="959206" y="2743"/>
                  <a:pt x="960486" y="3932"/>
                </a:cubicBezTo>
                <a:cubicBezTo>
                  <a:pt x="961766" y="5212"/>
                  <a:pt x="962772" y="6675"/>
                  <a:pt x="963503" y="8412"/>
                </a:cubicBezTo>
                <a:cubicBezTo>
                  <a:pt x="964143" y="10058"/>
                  <a:pt x="964509" y="11796"/>
                  <a:pt x="964509" y="13533"/>
                </a:cubicBezTo>
              </a:path>
              <a:path w="3052359" h="336499">
                <a:moveTo>
                  <a:pt x="1229685" y="107076"/>
                </a:moveTo>
                <a:cubicBezTo>
                  <a:pt x="1229685" y="108905"/>
                  <a:pt x="1229319" y="110642"/>
                  <a:pt x="1228679" y="112288"/>
                </a:cubicBezTo>
                <a:cubicBezTo>
                  <a:pt x="1227948" y="113934"/>
                  <a:pt x="1227033" y="115397"/>
                  <a:pt x="1225753" y="116677"/>
                </a:cubicBezTo>
                <a:cubicBezTo>
                  <a:pt x="1224473" y="117958"/>
                  <a:pt x="1223010" y="118963"/>
                  <a:pt x="1221273" y="119604"/>
                </a:cubicBezTo>
                <a:cubicBezTo>
                  <a:pt x="1219627" y="120335"/>
                  <a:pt x="1217889" y="120701"/>
                  <a:pt x="1216152" y="120701"/>
                </a:cubicBezTo>
                <a:cubicBezTo>
                  <a:pt x="1214323" y="120701"/>
                  <a:pt x="1212586" y="120335"/>
                  <a:pt x="1210940" y="119604"/>
                </a:cubicBezTo>
                <a:cubicBezTo>
                  <a:pt x="1209203" y="118963"/>
                  <a:pt x="1207740" y="117958"/>
                  <a:pt x="1206459" y="116677"/>
                </a:cubicBezTo>
                <a:cubicBezTo>
                  <a:pt x="1205271" y="115397"/>
                  <a:pt x="1204265" y="113934"/>
                  <a:pt x="1203533" y="112288"/>
                </a:cubicBezTo>
                <a:cubicBezTo>
                  <a:pt x="1202893" y="110642"/>
                  <a:pt x="1202527" y="108905"/>
                  <a:pt x="1202527" y="107076"/>
                </a:cubicBezTo>
                <a:cubicBezTo>
                  <a:pt x="1202527" y="105339"/>
                  <a:pt x="1202893" y="103602"/>
                  <a:pt x="1203533" y="101956"/>
                </a:cubicBezTo>
                <a:cubicBezTo>
                  <a:pt x="1204265" y="100218"/>
                  <a:pt x="1205271" y="98755"/>
                  <a:pt x="1206459" y="97475"/>
                </a:cubicBezTo>
                <a:cubicBezTo>
                  <a:pt x="1207740" y="96286"/>
                  <a:pt x="1209203" y="95280"/>
                  <a:pt x="1210940" y="94549"/>
                </a:cubicBezTo>
                <a:cubicBezTo>
                  <a:pt x="1212586" y="93909"/>
                  <a:pt x="1214323" y="93543"/>
                  <a:pt x="1216152" y="93543"/>
                </a:cubicBezTo>
                <a:cubicBezTo>
                  <a:pt x="1217889" y="93543"/>
                  <a:pt x="1219627" y="93909"/>
                  <a:pt x="1221273" y="94549"/>
                </a:cubicBezTo>
                <a:cubicBezTo>
                  <a:pt x="1223010" y="95280"/>
                  <a:pt x="1224473" y="96286"/>
                  <a:pt x="1225753" y="97475"/>
                </a:cubicBezTo>
                <a:cubicBezTo>
                  <a:pt x="1227033" y="98755"/>
                  <a:pt x="1227948" y="100218"/>
                  <a:pt x="1228679" y="101956"/>
                </a:cubicBezTo>
                <a:cubicBezTo>
                  <a:pt x="1229319" y="103602"/>
                  <a:pt x="1229685" y="105339"/>
                  <a:pt x="1229685" y="107076"/>
                </a:cubicBezTo>
              </a:path>
              <a:path w="3052359" h="336499">
                <a:moveTo>
                  <a:pt x="1378732" y="71689"/>
                </a:moveTo>
                <a:cubicBezTo>
                  <a:pt x="1378732" y="73518"/>
                  <a:pt x="1378367" y="75255"/>
                  <a:pt x="1377635" y="76901"/>
                </a:cubicBezTo>
                <a:cubicBezTo>
                  <a:pt x="1376995" y="78547"/>
                  <a:pt x="1375989" y="80010"/>
                  <a:pt x="1374709" y="81290"/>
                </a:cubicBezTo>
                <a:cubicBezTo>
                  <a:pt x="1373429" y="82570"/>
                  <a:pt x="1371966" y="83576"/>
                  <a:pt x="1370320" y="84216"/>
                </a:cubicBezTo>
                <a:cubicBezTo>
                  <a:pt x="1368674" y="84948"/>
                  <a:pt x="1366937" y="85222"/>
                  <a:pt x="1365108" y="85222"/>
                </a:cubicBezTo>
                <a:cubicBezTo>
                  <a:pt x="1363279" y="85222"/>
                  <a:pt x="1361542" y="84948"/>
                  <a:pt x="1359896" y="84216"/>
                </a:cubicBezTo>
                <a:cubicBezTo>
                  <a:pt x="1358250" y="83576"/>
                  <a:pt x="1356787" y="82570"/>
                  <a:pt x="1355507" y="81290"/>
                </a:cubicBezTo>
                <a:cubicBezTo>
                  <a:pt x="1354226" y="80010"/>
                  <a:pt x="1353221" y="78547"/>
                  <a:pt x="1352580" y="76901"/>
                </a:cubicBezTo>
                <a:cubicBezTo>
                  <a:pt x="1351849" y="75255"/>
                  <a:pt x="1351575" y="73518"/>
                  <a:pt x="1351575" y="71689"/>
                </a:cubicBezTo>
                <a:cubicBezTo>
                  <a:pt x="1351575" y="69952"/>
                  <a:pt x="1351849" y="68214"/>
                  <a:pt x="1352580" y="66477"/>
                </a:cubicBezTo>
                <a:cubicBezTo>
                  <a:pt x="1353221" y="64831"/>
                  <a:pt x="1354226" y="63368"/>
                  <a:pt x="1355507" y="62088"/>
                </a:cubicBezTo>
                <a:cubicBezTo>
                  <a:pt x="1356787" y="60808"/>
                  <a:pt x="1358250" y="59893"/>
                  <a:pt x="1359896" y="59162"/>
                </a:cubicBezTo>
                <a:cubicBezTo>
                  <a:pt x="1361542" y="58522"/>
                  <a:pt x="1363279" y="58156"/>
                  <a:pt x="1365108" y="58156"/>
                </a:cubicBezTo>
                <a:cubicBezTo>
                  <a:pt x="1366937" y="58156"/>
                  <a:pt x="1368674" y="58522"/>
                  <a:pt x="1370320" y="59162"/>
                </a:cubicBezTo>
                <a:cubicBezTo>
                  <a:pt x="1371966" y="59893"/>
                  <a:pt x="1373429" y="60808"/>
                  <a:pt x="1374709" y="62088"/>
                </a:cubicBezTo>
                <a:cubicBezTo>
                  <a:pt x="1375989" y="63368"/>
                  <a:pt x="1376995" y="64831"/>
                  <a:pt x="1377635" y="66477"/>
                </a:cubicBezTo>
                <a:cubicBezTo>
                  <a:pt x="1378367" y="68214"/>
                  <a:pt x="1378732" y="69952"/>
                  <a:pt x="1378732" y="71689"/>
                </a:cubicBezTo>
              </a:path>
              <a:path w="3052359" h="336499">
                <a:moveTo>
                  <a:pt x="1605595" y="95098"/>
                </a:moveTo>
                <a:cubicBezTo>
                  <a:pt x="1605595" y="96926"/>
                  <a:pt x="1605229" y="98664"/>
                  <a:pt x="1604589" y="100310"/>
                </a:cubicBezTo>
                <a:cubicBezTo>
                  <a:pt x="1603858" y="101956"/>
                  <a:pt x="1602943" y="103419"/>
                  <a:pt x="1601663" y="104699"/>
                </a:cubicBezTo>
                <a:cubicBezTo>
                  <a:pt x="1600383" y="105979"/>
                  <a:pt x="1598920" y="106985"/>
                  <a:pt x="1597182" y="107625"/>
                </a:cubicBezTo>
                <a:cubicBezTo>
                  <a:pt x="1595537" y="108356"/>
                  <a:pt x="1593799" y="108631"/>
                  <a:pt x="1592062" y="108631"/>
                </a:cubicBezTo>
                <a:cubicBezTo>
                  <a:pt x="1590233" y="108631"/>
                  <a:pt x="1588496" y="108356"/>
                  <a:pt x="1586850" y="107625"/>
                </a:cubicBezTo>
                <a:cubicBezTo>
                  <a:pt x="1585204" y="106985"/>
                  <a:pt x="1583649" y="105979"/>
                  <a:pt x="1582461" y="104699"/>
                </a:cubicBezTo>
                <a:cubicBezTo>
                  <a:pt x="1581180" y="103419"/>
                  <a:pt x="1580175" y="101956"/>
                  <a:pt x="1579443" y="100310"/>
                </a:cubicBezTo>
                <a:cubicBezTo>
                  <a:pt x="1578803" y="98664"/>
                  <a:pt x="1578437" y="96926"/>
                  <a:pt x="1578437" y="95098"/>
                </a:cubicBezTo>
                <a:cubicBezTo>
                  <a:pt x="1578437" y="93269"/>
                  <a:pt x="1578803" y="91531"/>
                  <a:pt x="1579443" y="89886"/>
                </a:cubicBezTo>
                <a:cubicBezTo>
                  <a:pt x="1580175" y="88240"/>
                  <a:pt x="1581180" y="86777"/>
                  <a:pt x="1582461" y="85496"/>
                </a:cubicBezTo>
                <a:cubicBezTo>
                  <a:pt x="1583649" y="84216"/>
                  <a:pt x="1585204" y="83302"/>
                  <a:pt x="1586850" y="82570"/>
                </a:cubicBezTo>
                <a:cubicBezTo>
                  <a:pt x="1588496" y="81930"/>
                  <a:pt x="1590233" y="81564"/>
                  <a:pt x="1592062" y="81564"/>
                </a:cubicBezTo>
                <a:cubicBezTo>
                  <a:pt x="1593799" y="81564"/>
                  <a:pt x="1595537" y="81930"/>
                  <a:pt x="1597182" y="82570"/>
                </a:cubicBezTo>
                <a:cubicBezTo>
                  <a:pt x="1598920" y="83302"/>
                  <a:pt x="1600383" y="84216"/>
                  <a:pt x="1601663" y="85496"/>
                </a:cubicBezTo>
                <a:cubicBezTo>
                  <a:pt x="1602943" y="86777"/>
                  <a:pt x="1603858" y="88240"/>
                  <a:pt x="1604589" y="89886"/>
                </a:cubicBezTo>
                <a:cubicBezTo>
                  <a:pt x="1605229" y="91531"/>
                  <a:pt x="1605595" y="93269"/>
                  <a:pt x="1605595" y="95098"/>
                </a:cubicBezTo>
              </a:path>
              <a:path w="3052359" h="336499">
                <a:moveTo>
                  <a:pt x="1838310" y="45354"/>
                </a:moveTo>
                <a:cubicBezTo>
                  <a:pt x="1838310" y="47183"/>
                  <a:pt x="1837944" y="48829"/>
                  <a:pt x="1837304" y="50566"/>
                </a:cubicBezTo>
                <a:cubicBezTo>
                  <a:pt x="1836572" y="52212"/>
                  <a:pt x="1835567" y="53675"/>
                  <a:pt x="1834286" y="54955"/>
                </a:cubicBezTo>
                <a:cubicBezTo>
                  <a:pt x="1833098" y="56236"/>
                  <a:pt x="1831543" y="57150"/>
                  <a:pt x="1829897" y="57882"/>
                </a:cubicBezTo>
                <a:cubicBezTo>
                  <a:pt x="1828251" y="58522"/>
                  <a:pt x="1826514" y="58887"/>
                  <a:pt x="1824685" y="58887"/>
                </a:cubicBezTo>
                <a:cubicBezTo>
                  <a:pt x="1822948" y="58887"/>
                  <a:pt x="1821210" y="58522"/>
                  <a:pt x="1819565" y="57882"/>
                </a:cubicBezTo>
                <a:cubicBezTo>
                  <a:pt x="1817827" y="57150"/>
                  <a:pt x="1816364" y="56236"/>
                  <a:pt x="1815084" y="54955"/>
                </a:cubicBezTo>
                <a:cubicBezTo>
                  <a:pt x="1813804" y="53675"/>
                  <a:pt x="1812889" y="52212"/>
                  <a:pt x="1812158" y="50566"/>
                </a:cubicBezTo>
                <a:cubicBezTo>
                  <a:pt x="1811518" y="48829"/>
                  <a:pt x="1811152" y="47183"/>
                  <a:pt x="1811152" y="45354"/>
                </a:cubicBezTo>
                <a:cubicBezTo>
                  <a:pt x="1811152" y="43525"/>
                  <a:pt x="1811518" y="41788"/>
                  <a:pt x="1812158" y="40142"/>
                </a:cubicBezTo>
                <a:cubicBezTo>
                  <a:pt x="1812889" y="38496"/>
                  <a:pt x="1813804" y="37033"/>
                  <a:pt x="1815084" y="35753"/>
                </a:cubicBezTo>
                <a:cubicBezTo>
                  <a:pt x="1816364" y="34473"/>
                  <a:pt x="1817827" y="33467"/>
                  <a:pt x="1819565" y="32827"/>
                </a:cubicBezTo>
                <a:cubicBezTo>
                  <a:pt x="1821210" y="32095"/>
                  <a:pt x="1822948" y="31821"/>
                  <a:pt x="1824685" y="31821"/>
                </a:cubicBezTo>
                <a:cubicBezTo>
                  <a:pt x="1826514" y="31821"/>
                  <a:pt x="1828251" y="32095"/>
                  <a:pt x="1829897" y="32827"/>
                </a:cubicBezTo>
                <a:cubicBezTo>
                  <a:pt x="1831543" y="33467"/>
                  <a:pt x="1833098" y="34473"/>
                  <a:pt x="1834286" y="35753"/>
                </a:cubicBezTo>
                <a:cubicBezTo>
                  <a:pt x="1835567" y="37033"/>
                  <a:pt x="1836572" y="38496"/>
                  <a:pt x="1837304" y="40142"/>
                </a:cubicBezTo>
                <a:cubicBezTo>
                  <a:pt x="1837944" y="41788"/>
                  <a:pt x="1838310" y="43525"/>
                  <a:pt x="1838310" y="45354"/>
                </a:cubicBezTo>
              </a:path>
              <a:path w="3052359" h="336499">
                <a:moveTo>
                  <a:pt x="2153503" y="18837"/>
                </a:moveTo>
                <a:cubicBezTo>
                  <a:pt x="2153503" y="20665"/>
                  <a:pt x="2153229" y="22403"/>
                  <a:pt x="2152498" y="24049"/>
                </a:cubicBezTo>
                <a:cubicBezTo>
                  <a:pt x="2151766" y="25695"/>
                  <a:pt x="2150852" y="27158"/>
                  <a:pt x="2149572" y="28438"/>
                </a:cubicBezTo>
                <a:cubicBezTo>
                  <a:pt x="2148291" y="29718"/>
                  <a:pt x="2146828" y="30724"/>
                  <a:pt x="2145182" y="31364"/>
                </a:cubicBezTo>
                <a:cubicBezTo>
                  <a:pt x="2143445" y="32095"/>
                  <a:pt x="2141708" y="32461"/>
                  <a:pt x="2139970" y="32461"/>
                </a:cubicBezTo>
                <a:cubicBezTo>
                  <a:pt x="2138142" y="32461"/>
                  <a:pt x="2136404" y="32095"/>
                  <a:pt x="2134758" y="31364"/>
                </a:cubicBezTo>
                <a:cubicBezTo>
                  <a:pt x="2133112" y="30724"/>
                  <a:pt x="2131649" y="29718"/>
                  <a:pt x="2130369" y="28438"/>
                </a:cubicBezTo>
                <a:cubicBezTo>
                  <a:pt x="2129089" y="27158"/>
                  <a:pt x="2128083" y="25695"/>
                  <a:pt x="2127352" y="24049"/>
                </a:cubicBezTo>
                <a:cubicBezTo>
                  <a:pt x="2126712" y="22403"/>
                  <a:pt x="2126346" y="20665"/>
                  <a:pt x="2126346" y="18837"/>
                </a:cubicBezTo>
                <a:cubicBezTo>
                  <a:pt x="2126346" y="17099"/>
                  <a:pt x="2126712" y="15362"/>
                  <a:pt x="2127352" y="13716"/>
                </a:cubicBezTo>
                <a:cubicBezTo>
                  <a:pt x="2128083" y="12070"/>
                  <a:pt x="2129089" y="10607"/>
                  <a:pt x="2130369" y="9327"/>
                </a:cubicBezTo>
                <a:cubicBezTo>
                  <a:pt x="2131649" y="8047"/>
                  <a:pt x="2133112" y="7041"/>
                  <a:pt x="2134758" y="6309"/>
                </a:cubicBezTo>
                <a:cubicBezTo>
                  <a:pt x="2136404" y="5669"/>
                  <a:pt x="2138142" y="5304"/>
                  <a:pt x="2139970" y="5304"/>
                </a:cubicBezTo>
                <a:cubicBezTo>
                  <a:pt x="2141708" y="5304"/>
                  <a:pt x="2143445" y="5669"/>
                  <a:pt x="2145182" y="6309"/>
                </a:cubicBezTo>
                <a:cubicBezTo>
                  <a:pt x="2146828" y="7041"/>
                  <a:pt x="2148291" y="8047"/>
                  <a:pt x="2149572" y="9327"/>
                </a:cubicBezTo>
                <a:cubicBezTo>
                  <a:pt x="2150852" y="10607"/>
                  <a:pt x="2151766" y="12070"/>
                  <a:pt x="2152498" y="13716"/>
                </a:cubicBezTo>
                <a:cubicBezTo>
                  <a:pt x="2153229" y="15362"/>
                  <a:pt x="2153503" y="17099"/>
                  <a:pt x="2153503" y="18837"/>
                </a:cubicBezTo>
              </a:path>
              <a:path w="3052359" h="336499">
                <a:moveTo>
                  <a:pt x="2312883" y="39959"/>
                </a:moveTo>
                <a:cubicBezTo>
                  <a:pt x="2312883" y="41697"/>
                  <a:pt x="2312518" y="43434"/>
                  <a:pt x="2311878" y="45080"/>
                </a:cubicBezTo>
                <a:cubicBezTo>
                  <a:pt x="2311146" y="46726"/>
                  <a:pt x="2310232" y="48189"/>
                  <a:pt x="2308951" y="49469"/>
                </a:cubicBezTo>
                <a:cubicBezTo>
                  <a:pt x="2307671" y="50749"/>
                  <a:pt x="2306208" y="51755"/>
                  <a:pt x="2304562" y="52487"/>
                </a:cubicBezTo>
                <a:cubicBezTo>
                  <a:pt x="2302825" y="53127"/>
                  <a:pt x="2301088" y="53492"/>
                  <a:pt x="2299350" y="53492"/>
                </a:cubicBezTo>
                <a:cubicBezTo>
                  <a:pt x="2297521" y="53492"/>
                  <a:pt x="2295784" y="53127"/>
                  <a:pt x="2294138" y="52487"/>
                </a:cubicBezTo>
                <a:cubicBezTo>
                  <a:pt x="2292492" y="51755"/>
                  <a:pt x="2291029" y="50749"/>
                  <a:pt x="2289749" y="49469"/>
                </a:cubicBezTo>
                <a:cubicBezTo>
                  <a:pt x="2288469" y="48189"/>
                  <a:pt x="2287463" y="46726"/>
                  <a:pt x="2286732" y="45080"/>
                </a:cubicBezTo>
                <a:cubicBezTo>
                  <a:pt x="2286091" y="43434"/>
                  <a:pt x="2285726" y="41697"/>
                  <a:pt x="2285726" y="39959"/>
                </a:cubicBezTo>
                <a:cubicBezTo>
                  <a:pt x="2285726" y="38130"/>
                  <a:pt x="2286091" y="36393"/>
                  <a:pt x="2286732" y="34747"/>
                </a:cubicBezTo>
                <a:cubicBezTo>
                  <a:pt x="2287463" y="33101"/>
                  <a:pt x="2288469" y="31638"/>
                  <a:pt x="2289749" y="30358"/>
                </a:cubicBezTo>
                <a:cubicBezTo>
                  <a:pt x="2291029" y="29078"/>
                  <a:pt x="2292492" y="28072"/>
                  <a:pt x="2294138" y="27432"/>
                </a:cubicBezTo>
                <a:cubicBezTo>
                  <a:pt x="2295784" y="26700"/>
                  <a:pt x="2297521" y="26335"/>
                  <a:pt x="2299350" y="26335"/>
                </a:cubicBezTo>
                <a:cubicBezTo>
                  <a:pt x="2301088" y="26335"/>
                  <a:pt x="2302825" y="26700"/>
                  <a:pt x="2304562" y="27432"/>
                </a:cubicBezTo>
                <a:cubicBezTo>
                  <a:pt x="2306208" y="28072"/>
                  <a:pt x="2307671" y="29078"/>
                  <a:pt x="2308951" y="30358"/>
                </a:cubicBezTo>
                <a:cubicBezTo>
                  <a:pt x="2310232" y="31638"/>
                  <a:pt x="2311146" y="33101"/>
                  <a:pt x="2311878" y="34747"/>
                </a:cubicBezTo>
                <a:cubicBezTo>
                  <a:pt x="2312518" y="36393"/>
                  <a:pt x="2312883" y="38130"/>
                  <a:pt x="2312883" y="39959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19" name="Forma 18"/>
          <p:cNvSpPr/>
          <p:nvPr/>
        </p:nvSpPr>
        <p:spPr>
          <a:xfrm>
            <a:off x="7649870" y="2111532"/>
            <a:ext cx="68397" cy="68306"/>
          </a:xfrm>
          <a:custGeom>
            <a:avLst/>
            <a:gdLst/>
            <a:ahLst/>
            <a:cxnLst/>
            <a:rect l="l" t="t" r="r" b="b"/>
            <a:pathLst>
              <a:path w="68397" h="68306">
                <a:moveTo>
                  <a:pt x="68397" y="34107"/>
                </a:moveTo>
                <a:cubicBezTo>
                  <a:pt x="68397" y="38679"/>
                  <a:pt x="67574" y="43068"/>
                  <a:pt x="65837" y="47183"/>
                </a:cubicBezTo>
                <a:cubicBezTo>
                  <a:pt x="64099" y="51389"/>
                  <a:pt x="61631" y="55047"/>
                  <a:pt x="58430" y="58247"/>
                </a:cubicBezTo>
                <a:cubicBezTo>
                  <a:pt x="55230" y="61448"/>
                  <a:pt x="51481" y="63917"/>
                  <a:pt x="47274" y="65654"/>
                </a:cubicBezTo>
                <a:cubicBezTo>
                  <a:pt x="43160" y="67391"/>
                  <a:pt x="38771" y="68306"/>
                  <a:pt x="34199" y="68306"/>
                </a:cubicBezTo>
                <a:cubicBezTo>
                  <a:pt x="29718" y="68306"/>
                  <a:pt x="25329" y="67391"/>
                  <a:pt x="21123" y="65654"/>
                </a:cubicBezTo>
                <a:cubicBezTo>
                  <a:pt x="16916" y="63917"/>
                  <a:pt x="13259" y="61448"/>
                  <a:pt x="10058" y="58247"/>
                </a:cubicBezTo>
                <a:cubicBezTo>
                  <a:pt x="6858" y="55047"/>
                  <a:pt x="4298" y="51389"/>
                  <a:pt x="2560" y="47183"/>
                </a:cubicBezTo>
                <a:cubicBezTo>
                  <a:pt x="823" y="43068"/>
                  <a:pt x="0" y="38679"/>
                  <a:pt x="0" y="34107"/>
                </a:cubicBezTo>
                <a:cubicBezTo>
                  <a:pt x="0" y="29627"/>
                  <a:pt x="823" y="25237"/>
                  <a:pt x="2560" y="21123"/>
                </a:cubicBezTo>
                <a:cubicBezTo>
                  <a:pt x="4298" y="16916"/>
                  <a:pt x="6858" y="13167"/>
                  <a:pt x="10058" y="9967"/>
                </a:cubicBezTo>
                <a:cubicBezTo>
                  <a:pt x="13259" y="6767"/>
                  <a:pt x="16916" y="4298"/>
                  <a:pt x="21123" y="2560"/>
                </a:cubicBezTo>
                <a:cubicBezTo>
                  <a:pt x="25329" y="823"/>
                  <a:pt x="29718" y="0"/>
                  <a:pt x="34199" y="0"/>
                </a:cubicBezTo>
                <a:cubicBezTo>
                  <a:pt x="38771" y="0"/>
                  <a:pt x="43160" y="823"/>
                  <a:pt x="47274" y="2560"/>
                </a:cubicBezTo>
                <a:cubicBezTo>
                  <a:pt x="51481" y="4298"/>
                  <a:pt x="55230" y="6767"/>
                  <a:pt x="58430" y="9967"/>
                </a:cubicBezTo>
                <a:cubicBezTo>
                  <a:pt x="61631" y="13167"/>
                  <a:pt x="64099" y="16916"/>
                  <a:pt x="65837" y="21123"/>
                </a:cubicBezTo>
                <a:cubicBezTo>
                  <a:pt x="67574" y="25237"/>
                  <a:pt x="68397" y="29627"/>
                  <a:pt x="68397" y="34107"/>
                </a:cubicBezTo>
              </a:path>
            </a:pathLst>
          </a:custGeom>
          <a:solidFill>
            <a:srgbClr val="C64B35"/>
          </a:solidFill>
          <a:ln w="11570">
            <a:solidFill>
              <a:srgbClr val="F2EFE6"/>
            </a:solidFill>
            <a:prstDash val="solid"/>
          </a:ln>
        </p:spPr>
      </p:sp>
      <p:sp>
        <p:nvSpPr>
          <p:cNvPr id="20" name="Forma 19"/>
          <p:cNvSpPr/>
          <p:nvPr/>
        </p:nvSpPr>
        <p:spPr>
          <a:xfrm>
            <a:off x="5093391" y="1575603"/>
            <a:ext cx="3024195" cy="489661"/>
          </a:xfrm>
          <a:custGeom>
            <a:avLst/>
            <a:gdLst/>
            <a:ahLst/>
            <a:cxnLst/>
            <a:rect l="l" t="t" r="r" b="b"/>
            <a:pathLst>
              <a:path w="3024195" h="489661">
                <a:moveTo>
                  <a:pt x="2862804" y="474391"/>
                </a:moveTo>
                <a:cubicBezTo>
                  <a:pt x="2862804" y="476128"/>
                  <a:pt x="2862529" y="477865"/>
                  <a:pt x="2861798" y="479511"/>
                </a:cubicBezTo>
                <a:cubicBezTo>
                  <a:pt x="2861158" y="481249"/>
                  <a:pt x="2860152" y="482712"/>
                  <a:pt x="2858872" y="483992"/>
                </a:cubicBezTo>
                <a:cubicBezTo>
                  <a:pt x="2857591" y="485181"/>
                  <a:pt x="2856128" y="486186"/>
                  <a:pt x="2854482" y="486918"/>
                </a:cubicBezTo>
                <a:cubicBezTo>
                  <a:pt x="2852745" y="487558"/>
                  <a:pt x="2851099" y="487924"/>
                  <a:pt x="2849270" y="487924"/>
                </a:cubicBezTo>
                <a:cubicBezTo>
                  <a:pt x="2847442" y="487924"/>
                  <a:pt x="2845704" y="487558"/>
                  <a:pt x="2844058" y="486918"/>
                </a:cubicBezTo>
                <a:cubicBezTo>
                  <a:pt x="2842412" y="486186"/>
                  <a:pt x="2840949" y="485181"/>
                  <a:pt x="2839669" y="483992"/>
                </a:cubicBezTo>
                <a:cubicBezTo>
                  <a:pt x="2838389" y="482712"/>
                  <a:pt x="2837383" y="481249"/>
                  <a:pt x="2836743" y="479511"/>
                </a:cubicBezTo>
                <a:cubicBezTo>
                  <a:pt x="2836012" y="477865"/>
                  <a:pt x="2835646" y="476128"/>
                  <a:pt x="2835646" y="474391"/>
                </a:cubicBezTo>
                <a:cubicBezTo>
                  <a:pt x="2835646" y="472562"/>
                  <a:pt x="2836012" y="470825"/>
                  <a:pt x="2836743" y="469179"/>
                </a:cubicBezTo>
                <a:cubicBezTo>
                  <a:pt x="2837383" y="467533"/>
                  <a:pt x="2838389" y="466070"/>
                  <a:pt x="2839669" y="464790"/>
                </a:cubicBezTo>
                <a:cubicBezTo>
                  <a:pt x="2840949" y="463509"/>
                  <a:pt x="2842412" y="462504"/>
                  <a:pt x="2844058" y="461863"/>
                </a:cubicBezTo>
                <a:cubicBezTo>
                  <a:pt x="2845704" y="461132"/>
                  <a:pt x="2847442" y="460766"/>
                  <a:pt x="2849270" y="460766"/>
                </a:cubicBezTo>
                <a:cubicBezTo>
                  <a:pt x="2851099" y="460766"/>
                  <a:pt x="2852745" y="461132"/>
                  <a:pt x="2854482" y="461863"/>
                </a:cubicBezTo>
                <a:cubicBezTo>
                  <a:pt x="2856128" y="462504"/>
                  <a:pt x="2857591" y="463509"/>
                  <a:pt x="2858872" y="464790"/>
                </a:cubicBezTo>
                <a:cubicBezTo>
                  <a:pt x="2860152" y="466070"/>
                  <a:pt x="2861158" y="467533"/>
                  <a:pt x="2861798" y="469179"/>
                </a:cubicBezTo>
                <a:cubicBezTo>
                  <a:pt x="2862529" y="470825"/>
                  <a:pt x="2862804" y="472562"/>
                  <a:pt x="2862804" y="474391"/>
                </a:cubicBezTo>
              </a:path>
              <a:path w="3024195" h="489661">
                <a:moveTo>
                  <a:pt x="3018252" y="476128"/>
                </a:moveTo>
                <a:cubicBezTo>
                  <a:pt x="3018252" y="477957"/>
                  <a:pt x="3017977" y="479603"/>
                  <a:pt x="3017246" y="481340"/>
                </a:cubicBezTo>
                <a:cubicBezTo>
                  <a:pt x="3016606" y="482986"/>
                  <a:pt x="3015600" y="484449"/>
                  <a:pt x="3014320" y="485729"/>
                </a:cubicBezTo>
                <a:cubicBezTo>
                  <a:pt x="3013039" y="487009"/>
                  <a:pt x="3011576" y="487924"/>
                  <a:pt x="3009930" y="488655"/>
                </a:cubicBezTo>
                <a:cubicBezTo>
                  <a:pt x="3008193" y="489295"/>
                  <a:pt x="3006547" y="489661"/>
                  <a:pt x="3004718" y="489661"/>
                </a:cubicBezTo>
                <a:cubicBezTo>
                  <a:pt x="3002890" y="489661"/>
                  <a:pt x="3001152" y="489295"/>
                  <a:pt x="2999506" y="488655"/>
                </a:cubicBezTo>
                <a:cubicBezTo>
                  <a:pt x="2997860" y="487924"/>
                  <a:pt x="2996397" y="487009"/>
                  <a:pt x="2995117" y="485729"/>
                </a:cubicBezTo>
                <a:cubicBezTo>
                  <a:pt x="2993837" y="484449"/>
                  <a:pt x="2992831" y="482986"/>
                  <a:pt x="2992191" y="481340"/>
                </a:cubicBezTo>
                <a:cubicBezTo>
                  <a:pt x="2991460" y="479603"/>
                  <a:pt x="2991094" y="477957"/>
                  <a:pt x="2991094" y="476128"/>
                </a:cubicBezTo>
                <a:cubicBezTo>
                  <a:pt x="2991094" y="474299"/>
                  <a:pt x="2991460" y="472562"/>
                  <a:pt x="2992191" y="470916"/>
                </a:cubicBezTo>
                <a:cubicBezTo>
                  <a:pt x="2992831" y="469270"/>
                  <a:pt x="2993837" y="467807"/>
                  <a:pt x="2995117" y="466527"/>
                </a:cubicBezTo>
                <a:cubicBezTo>
                  <a:pt x="2996397" y="465247"/>
                  <a:pt x="2997860" y="464241"/>
                  <a:pt x="2999506" y="463601"/>
                </a:cubicBezTo>
                <a:cubicBezTo>
                  <a:pt x="3001152" y="462869"/>
                  <a:pt x="3002890" y="462595"/>
                  <a:pt x="3004718" y="462595"/>
                </a:cubicBezTo>
                <a:cubicBezTo>
                  <a:pt x="3006547" y="462595"/>
                  <a:pt x="3008193" y="462869"/>
                  <a:pt x="3009930" y="463601"/>
                </a:cubicBezTo>
                <a:cubicBezTo>
                  <a:pt x="3011576" y="464241"/>
                  <a:pt x="3013039" y="465247"/>
                  <a:pt x="3014320" y="466527"/>
                </a:cubicBezTo>
                <a:cubicBezTo>
                  <a:pt x="3015600" y="467807"/>
                  <a:pt x="3016606" y="469270"/>
                  <a:pt x="3017246" y="470916"/>
                </a:cubicBezTo>
                <a:cubicBezTo>
                  <a:pt x="3017977" y="472562"/>
                  <a:pt x="3018252" y="474299"/>
                  <a:pt x="3018252" y="476128"/>
                </a:cubicBezTo>
              </a:path>
              <a:path w="3024195" h="489661">
                <a:moveTo>
                  <a:pt x="27158" y="298003"/>
                </a:moveTo>
                <a:cubicBezTo>
                  <a:pt x="27158" y="299832"/>
                  <a:pt x="26792" y="301569"/>
                  <a:pt x="26152" y="303215"/>
                </a:cubicBezTo>
                <a:cubicBezTo>
                  <a:pt x="25420" y="304861"/>
                  <a:pt x="24506" y="306324"/>
                  <a:pt x="23226" y="307604"/>
                </a:cubicBezTo>
                <a:cubicBezTo>
                  <a:pt x="21946" y="308884"/>
                  <a:pt x="20483" y="309890"/>
                  <a:pt x="18745" y="310530"/>
                </a:cubicBezTo>
                <a:cubicBezTo>
                  <a:pt x="17099" y="311262"/>
                  <a:pt x="15362" y="311536"/>
                  <a:pt x="13625" y="311536"/>
                </a:cubicBezTo>
                <a:cubicBezTo>
                  <a:pt x="11796" y="311536"/>
                  <a:pt x="10058" y="311262"/>
                  <a:pt x="8412" y="310530"/>
                </a:cubicBezTo>
                <a:cubicBezTo>
                  <a:pt x="6767" y="309890"/>
                  <a:pt x="5212" y="308884"/>
                  <a:pt x="4023" y="307604"/>
                </a:cubicBezTo>
                <a:cubicBezTo>
                  <a:pt x="2743" y="306324"/>
                  <a:pt x="1737" y="304861"/>
                  <a:pt x="1006" y="303215"/>
                </a:cubicBezTo>
                <a:cubicBezTo>
                  <a:pt x="366" y="301569"/>
                  <a:pt x="0" y="299832"/>
                  <a:pt x="0" y="298003"/>
                </a:cubicBezTo>
                <a:cubicBezTo>
                  <a:pt x="0" y="296174"/>
                  <a:pt x="366" y="294528"/>
                  <a:pt x="1006" y="292791"/>
                </a:cubicBezTo>
                <a:cubicBezTo>
                  <a:pt x="1737" y="291145"/>
                  <a:pt x="2743" y="289682"/>
                  <a:pt x="4023" y="288402"/>
                </a:cubicBezTo>
                <a:cubicBezTo>
                  <a:pt x="5212" y="287122"/>
                  <a:pt x="6767" y="286207"/>
                  <a:pt x="8412" y="285476"/>
                </a:cubicBezTo>
                <a:cubicBezTo>
                  <a:pt x="10058" y="284836"/>
                  <a:pt x="11796" y="284470"/>
                  <a:pt x="13625" y="284470"/>
                </a:cubicBezTo>
                <a:cubicBezTo>
                  <a:pt x="15362" y="284470"/>
                  <a:pt x="17099" y="284836"/>
                  <a:pt x="18745" y="285476"/>
                </a:cubicBezTo>
                <a:cubicBezTo>
                  <a:pt x="20483" y="286207"/>
                  <a:pt x="21946" y="287122"/>
                  <a:pt x="23226" y="288402"/>
                </a:cubicBezTo>
                <a:cubicBezTo>
                  <a:pt x="24506" y="289682"/>
                  <a:pt x="25420" y="291145"/>
                  <a:pt x="26152" y="292791"/>
                </a:cubicBezTo>
                <a:cubicBezTo>
                  <a:pt x="26792" y="294528"/>
                  <a:pt x="27158" y="296174"/>
                  <a:pt x="27158" y="298003"/>
                </a:cubicBezTo>
              </a:path>
              <a:path w="3024195" h="489661">
                <a:moveTo>
                  <a:pt x="316748" y="257952"/>
                </a:moveTo>
                <a:cubicBezTo>
                  <a:pt x="316748" y="259781"/>
                  <a:pt x="316382" y="261427"/>
                  <a:pt x="315742" y="263164"/>
                </a:cubicBezTo>
                <a:cubicBezTo>
                  <a:pt x="315011" y="264810"/>
                  <a:pt x="314005" y="266273"/>
                  <a:pt x="312725" y="267553"/>
                </a:cubicBezTo>
                <a:cubicBezTo>
                  <a:pt x="311445" y="268834"/>
                  <a:pt x="309982" y="269748"/>
                  <a:pt x="308336" y="270480"/>
                </a:cubicBezTo>
                <a:cubicBezTo>
                  <a:pt x="306690" y="271120"/>
                  <a:pt x="304952" y="271485"/>
                  <a:pt x="303124" y="271485"/>
                </a:cubicBezTo>
                <a:cubicBezTo>
                  <a:pt x="301386" y="271485"/>
                  <a:pt x="299649" y="271120"/>
                  <a:pt x="297912" y="270480"/>
                </a:cubicBezTo>
                <a:cubicBezTo>
                  <a:pt x="296266" y="269748"/>
                  <a:pt x="294803" y="268834"/>
                  <a:pt x="293522" y="267553"/>
                </a:cubicBezTo>
                <a:cubicBezTo>
                  <a:pt x="292242" y="266273"/>
                  <a:pt x="291328" y="264810"/>
                  <a:pt x="290596" y="263164"/>
                </a:cubicBezTo>
                <a:cubicBezTo>
                  <a:pt x="289865" y="261427"/>
                  <a:pt x="289590" y="259781"/>
                  <a:pt x="289590" y="257952"/>
                </a:cubicBezTo>
                <a:cubicBezTo>
                  <a:pt x="289590" y="256123"/>
                  <a:pt x="289865" y="254386"/>
                  <a:pt x="290596" y="252740"/>
                </a:cubicBezTo>
                <a:cubicBezTo>
                  <a:pt x="291328" y="251094"/>
                  <a:pt x="292242" y="249631"/>
                  <a:pt x="293522" y="248351"/>
                </a:cubicBezTo>
                <a:cubicBezTo>
                  <a:pt x="294803" y="247071"/>
                  <a:pt x="296266" y="246065"/>
                  <a:pt x="297912" y="245425"/>
                </a:cubicBezTo>
                <a:cubicBezTo>
                  <a:pt x="299649" y="244693"/>
                  <a:pt x="301386" y="244419"/>
                  <a:pt x="303124" y="244419"/>
                </a:cubicBezTo>
                <a:cubicBezTo>
                  <a:pt x="304952" y="244419"/>
                  <a:pt x="306690" y="244693"/>
                  <a:pt x="308336" y="245425"/>
                </a:cubicBezTo>
                <a:cubicBezTo>
                  <a:pt x="309982" y="246065"/>
                  <a:pt x="311445" y="247071"/>
                  <a:pt x="312725" y="248351"/>
                </a:cubicBezTo>
                <a:cubicBezTo>
                  <a:pt x="314005" y="249631"/>
                  <a:pt x="315011" y="251094"/>
                  <a:pt x="315742" y="252740"/>
                </a:cubicBezTo>
                <a:cubicBezTo>
                  <a:pt x="316382" y="254386"/>
                  <a:pt x="316748" y="256123"/>
                  <a:pt x="316748" y="257952"/>
                </a:cubicBezTo>
              </a:path>
              <a:path w="3024195" h="489661">
                <a:moveTo>
                  <a:pt x="452994" y="304404"/>
                </a:moveTo>
                <a:cubicBezTo>
                  <a:pt x="452994" y="306233"/>
                  <a:pt x="452628" y="307970"/>
                  <a:pt x="451988" y="309616"/>
                </a:cubicBezTo>
                <a:cubicBezTo>
                  <a:pt x="451256" y="311262"/>
                  <a:pt x="450342" y="312725"/>
                  <a:pt x="449062" y="314005"/>
                </a:cubicBezTo>
                <a:cubicBezTo>
                  <a:pt x="447782" y="315285"/>
                  <a:pt x="446319" y="316291"/>
                  <a:pt x="444581" y="316931"/>
                </a:cubicBezTo>
                <a:cubicBezTo>
                  <a:pt x="442935" y="317663"/>
                  <a:pt x="441198" y="318028"/>
                  <a:pt x="439461" y="318028"/>
                </a:cubicBezTo>
                <a:cubicBezTo>
                  <a:pt x="437632" y="318028"/>
                  <a:pt x="435894" y="317663"/>
                  <a:pt x="434249" y="316931"/>
                </a:cubicBezTo>
                <a:cubicBezTo>
                  <a:pt x="432603" y="316291"/>
                  <a:pt x="431048" y="315285"/>
                  <a:pt x="429859" y="314005"/>
                </a:cubicBezTo>
                <a:cubicBezTo>
                  <a:pt x="428579" y="312725"/>
                  <a:pt x="427573" y="311262"/>
                  <a:pt x="426842" y="309616"/>
                </a:cubicBezTo>
                <a:cubicBezTo>
                  <a:pt x="426202" y="307970"/>
                  <a:pt x="425836" y="306233"/>
                  <a:pt x="425836" y="304404"/>
                </a:cubicBezTo>
                <a:cubicBezTo>
                  <a:pt x="425836" y="302666"/>
                  <a:pt x="426202" y="300929"/>
                  <a:pt x="426842" y="299283"/>
                </a:cubicBezTo>
                <a:cubicBezTo>
                  <a:pt x="427573" y="297637"/>
                  <a:pt x="428579" y="296083"/>
                  <a:pt x="429859" y="294894"/>
                </a:cubicBezTo>
                <a:cubicBezTo>
                  <a:pt x="431048" y="293614"/>
                  <a:pt x="432603" y="292608"/>
                  <a:pt x="434249" y="291876"/>
                </a:cubicBezTo>
                <a:cubicBezTo>
                  <a:pt x="435894" y="291236"/>
                  <a:pt x="437632" y="290871"/>
                  <a:pt x="439461" y="290871"/>
                </a:cubicBezTo>
                <a:cubicBezTo>
                  <a:pt x="441198" y="290871"/>
                  <a:pt x="442935" y="291236"/>
                  <a:pt x="444581" y="291876"/>
                </a:cubicBezTo>
                <a:cubicBezTo>
                  <a:pt x="446319" y="292608"/>
                  <a:pt x="447782" y="293614"/>
                  <a:pt x="449062" y="294894"/>
                </a:cubicBezTo>
                <a:cubicBezTo>
                  <a:pt x="450342" y="296083"/>
                  <a:pt x="451256" y="297637"/>
                  <a:pt x="451988" y="299283"/>
                </a:cubicBezTo>
                <a:cubicBezTo>
                  <a:pt x="452628" y="300929"/>
                  <a:pt x="452994" y="302666"/>
                  <a:pt x="452994" y="304404"/>
                </a:cubicBezTo>
              </a:path>
              <a:path w="3024195" h="489661">
                <a:moveTo>
                  <a:pt x="726765" y="315194"/>
                </a:moveTo>
                <a:cubicBezTo>
                  <a:pt x="726765" y="317022"/>
                  <a:pt x="726399" y="318668"/>
                  <a:pt x="725759" y="320406"/>
                </a:cubicBezTo>
                <a:cubicBezTo>
                  <a:pt x="725028" y="322052"/>
                  <a:pt x="724022" y="323515"/>
                  <a:pt x="722833" y="324795"/>
                </a:cubicBezTo>
                <a:cubicBezTo>
                  <a:pt x="721553" y="326075"/>
                  <a:pt x="720090" y="326989"/>
                  <a:pt x="718353" y="327721"/>
                </a:cubicBezTo>
                <a:cubicBezTo>
                  <a:pt x="716707" y="328361"/>
                  <a:pt x="714969" y="328727"/>
                  <a:pt x="713141" y="328727"/>
                </a:cubicBezTo>
                <a:cubicBezTo>
                  <a:pt x="711403" y="328727"/>
                  <a:pt x="709666" y="328361"/>
                  <a:pt x="708020" y="327721"/>
                </a:cubicBezTo>
                <a:cubicBezTo>
                  <a:pt x="706283" y="326989"/>
                  <a:pt x="704820" y="326075"/>
                  <a:pt x="703539" y="324795"/>
                </a:cubicBezTo>
                <a:cubicBezTo>
                  <a:pt x="702259" y="323515"/>
                  <a:pt x="701345" y="322052"/>
                  <a:pt x="700613" y="320406"/>
                </a:cubicBezTo>
                <a:cubicBezTo>
                  <a:pt x="699973" y="318668"/>
                  <a:pt x="699607" y="317022"/>
                  <a:pt x="699607" y="315194"/>
                </a:cubicBezTo>
                <a:cubicBezTo>
                  <a:pt x="699607" y="313365"/>
                  <a:pt x="699973" y="311628"/>
                  <a:pt x="700613" y="309982"/>
                </a:cubicBezTo>
                <a:cubicBezTo>
                  <a:pt x="701345" y="308336"/>
                  <a:pt x="702259" y="306873"/>
                  <a:pt x="703539" y="305592"/>
                </a:cubicBezTo>
                <a:cubicBezTo>
                  <a:pt x="704820" y="304312"/>
                  <a:pt x="706283" y="303306"/>
                  <a:pt x="708020" y="302666"/>
                </a:cubicBezTo>
                <a:cubicBezTo>
                  <a:pt x="709666" y="301935"/>
                  <a:pt x="711403" y="301661"/>
                  <a:pt x="713141" y="301661"/>
                </a:cubicBezTo>
                <a:cubicBezTo>
                  <a:pt x="714969" y="301661"/>
                  <a:pt x="716707" y="301935"/>
                  <a:pt x="718353" y="302666"/>
                </a:cubicBezTo>
                <a:cubicBezTo>
                  <a:pt x="720090" y="303306"/>
                  <a:pt x="721553" y="304312"/>
                  <a:pt x="722833" y="305592"/>
                </a:cubicBezTo>
                <a:cubicBezTo>
                  <a:pt x="724022" y="306873"/>
                  <a:pt x="725028" y="308336"/>
                  <a:pt x="725759" y="309982"/>
                </a:cubicBezTo>
                <a:cubicBezTo>
                  <a:pt x="726399" y="311628"/>
                  <a:pt x="726765" y="313365"/>
                  <a:pt x="726765" y="315194"/>
                </a:cubicBezTo>
              </a:path>
              <a:path w="3024195" h="489661">
                <a:moveTo>
                  <a:pt x="922172" y="317571"/>
                </a:moveTo>
                <a:cubicBezTo>
                  <a:pt x="922172" y="319308"/>
                  <a:pt x="921807" y="321046"/>
                  <a:pt x="921167" y="322692"/>
                </a:cubicBezTo>
                <a:cubicBezTo>
                  <a:pt x="920435" y="324429"/>
                  <a:pt x="919429" y="325892"/>
                  <a:pt x="918149" y="327172"/>
                </a:cubicBezTo>
                <a:cubicBezTo>
                  <a:pt x="916960" y="328361"/>
                  <a:pt x="915406" y="329367"/>
                  <a:pt x="913760" y="330098"/>
                </a:cubicBezTo>
                <a:cubicBezTo>
                  <a:pt x="912114" y="330738"/>
                  <a:pt x="910377" y="331104"/>
                  <a:pt x="908548" y="331104"/>
                </a:cubicBezTo>
                <a:cubicBezTo>
                  <a:pt x="906810" y="331104"/>
                  <a:pt x="905073" y="330738"/>
                  <a:pt x="903427" y="330098"/>
                </a:cubicBezTo>
                <a:cubicBezTo>
                  <a:pt x="901690" y="329367"/>
                  <a:pt x="900227" y="328361"/>
                  <a:pt x="898947" y="327172"/>
                </a:cubicBezTo>
                <a:cubicBezTo>
                  <a:pt x="897666" y="325892"/>
                  <a:pt x="896752" y="324429"/>
                  <a:pt x="896021" y="322692"/>
                </a:cubicBezTo>
                <a:cubicBezTo>
                  <a:pt x="895380" y="321046"/>
                  <a:pt x="895015" y="319308"/>
                  <a:pt x="895015" y="317571"/>
                </a:cubicBezTo>
                <a:cubicBezTo>
                  <a:pt x="895015" y="315742"/>
                  <a:pt x="895380" y="314005"/>
                  <a:pt x="896021" y="312359"/>
                </a:cubicBezTo>
                <a:cubicBezTo>
                  <a:pt x="896752" y="310713"/>
                  <a:pt x="897666" y="309250"/>
                  <a:pt x="898947" y="307970"/>
                </a:cubicBezTo>
                <a:cubicBezTo>
                  <a:pt x="900227" y="306690"/>
                  <a:pt x="901690" y="305684"/>
                  <a:pt x="903427" y="305044"/>
                </a:cubicBezTo>
                <a:cubicBezTo>
                  <a:pt x="905073" y="304312"/>
                  <a:pt x="906810" y="303947"/>
                  <a:pt x="908548" y="303947"/>
                </a:cubicBezTo>
                <a:cubicBezTo>
                  <a:pt x="910377" y="303947"/>
                  <a:pt x="912114" y="304312"/>
                  <a:pt x="913760" y="305044"/>
                </a:cubicBezTo>
                <a:cubicBezTo>
                  <a:pt x="915406" y="305684"/>
                  <a:pt x="916960" y="306690"/>
                  <a:pt x="918149" y="307970"/>
                </a:cubicBezTo>
                <a:cubicBezTo>
                  <a:pt x="919429" y="309250"/>
                  <a:pt x="920435" y="310713"/>
                  <a:pt x="921167" y="312359"/>
                </a:cubicBezTo>
                <a:cubicBezTo>
                  <a:pt x="921807" y="314005"/>
                  <a:pt x="922172" y="315742"/>
                  <a:pt x="922172" y="317571"/>
                </a:cubicBezTo>
              </a:path>
              <a:path w="3024195" h="489661">
                <a:moveTo>
                  <a:pt x="1215969" y="352318"/>
                </a:moveTo>
                <a:cubicBezTo>
                  <a:pt x="1215969" y="354056"/>
                  <a:pt x="1215603" y="355793"/>
                  <a:pt x="1214963" y="357439"/>
                </a:cubicBezTo>
                <a:cubicBezTo>
                  <a:pt x="1214232" y="359176"/>
                  <a:pt x="1213226" y="360639"/>
                  <a:pt x="1211946" y="361920"/>
                </a:cubicBezTo>
                <a:cubicBezTo>
                  <a:pt x="1210666" y="363108"/>
                  <a:pt x="1209203" y="364114"/>
                  <a:pt x="1207557" y="364846"/>
                </a:cubicBezTo>
                <a:cubicBezTo>
                  <a:pt x="1205911" y="365486"/>
                  <a:pt x="1204173" y="365851"/>
                  <a:pt x="1202345" y="365851"/>
                </a:cubicBezTo>
                <a:cubicBezTo>
                  <a:pt x="1200607" y="365851"/>
                  <a:pt x="1198870" y="365486"/>
                  <a:pt x="1197132" y="364846"/>
                </a:cubicBezTo>
                <a:cubicBezTo>
                  <a:pt x="1195487" y="364114"/>
                  <a:pt x="1194024" y="363108"/>
                  <a:pt x="1192743" y="361920"/>
                </a:cubicBezTo>
                <a:cubicBezTo>
                  <a:pt x="1191463" y="360639"/>
                  <a:pt x="1190549" y="359176"/>
                  <a:pt x="1189817" y="357439"/>
                </a:cubicBezTo>
                <a:cubicBezTo>
                  <a:pt x="1189086" y="355793"/>
                  <a:pt x="1188811" y="354056"/>
                  <a:pt x="1188811" y="352318"/>
                </a:cubicBezTo>
                <a:cubicBezTo>
                  <a:pt x="1188811" y="350490"/>
                  <a:pt x="1189086" y="348752"/>
                  <a:pt x="1189817" y="347106"/>
                </a:cubicBezTo>
                <a:cubicBezTo>
                  <a:pt x="1190549" y="345460"/>
                  <a:pt x="1191463" y="343997"/>
                  <a:pt x="1192743" y="342717"/>
                </a:cubicBezTo>
                <a:cubicBezTo>
                  <a:pt x="1194024" y="341437"/>
                  <a:pt x="1195487" y="340431"/>
                  <a:pt x="1197132" y="339791"/>
                </a:cubicBezTo>
                <a:cubicBezTo>
                  <a:pt x="1198870" y="339060"/>
                  <a:pt x="1200607" y="338694"/>
                  <a:pt x="1202345" y="338694"/>
                </a:cubicBezTo>
                <a:cubicBezTo>
                  <a:pt x="1204173" y="338694"/>
                  <a:pt x="1205911" y="339060"/>
                  <a:pt x="1207557" y="339791"/>
                </a:cubicBezTo>
                <a:cubicBezTo>
                  <a:pt x="1209203" y="340431"/>
                  <a:pt x="1210666" y="341437"/>
                  <a:pt x="1211946" y="342717"/>
                </a:cubicBezTo>
                <a:cubicBezTo>
                  <a:pt x="1213226" y="343997"/>
                  <a:pt x="1214232" y="345460"/>
                  <a:pt x="1214963" y="347106"/>
                </a:cubicBezTo>
                <a:cubicBezTo>
                  <a:pt x="1215603" y="348752"/>
                  <a:pt x="1215969" y="350490"/>
                  <a:pt x="1215969" y="352318"/>
                </a:cubicBezTo>
              </a:path>
              <a:path w="3024195" h="489661">
                <a:moveTo>
                  <a:pt x="1429024" y="303398"/>
                </a:moveTo>
                <a:cubicBezTo>
                  <a:pt x="1429024" y="305227"/>
                  <a:pt x="1428659" y="306964"/>
                  <a:pt x="1428018" y="308610"/>
                </a:cubicBezTo>
                <a:cubicBezTo>
                  <a:pt x="1427287" y="310256"/>
                  <a:pt x="1426281" y="311719"/>
                  <a:pt x="1425092" y="312999"/>
                </a:cubicBezTo>
                <a:cubicBezTo>
                  <a:pt x="1423812" y="314279"/>
                  <a:pt x="1422349" y="315285"/>
                  <a:pt x="1420612" y="315925"/>
                </a:cubicBezTo>
                <a:cubicBezTo>
                  <a:pt x="1418966" y="316657"/>
                  <a:pt x="1417229" y="317022"/>
                  <a:pt x="1415400" y="317022"/>
                </a:cubicBezTo>
                <a:cubicBezTo>
                  <a:pt x="1413662" y="317022"/>
                  <a:pt x="1411925" y="316657"/>
                  <a:pt x="1410279" y="315925"/>
                </a:cubicBezTo>
                <a:cubicBezTo>
                  <a:pt x="1408542" y="315285"/>
                  <a:pt x="1407079" y="314279"/>
                  <a:pt x="1405799" y="312999"/>
                </a:cubicBezTo>
                <a:cubicBezTo>
                  <a:pt x="1404518" y="311719"/>
                  <a:pt x="1403604" y="310256"/>
                  <a:pt x="1402872" y="308610"/>
                </a:cubicBezTo>
                <a:cubicBezTo>
                  <a:pt x="1402232" y="306964"/>
                  <a:pt x="1401867" y="305227"/>
                  <a:pt x="1401867" y="303398"/>
                </a:cubicBezTo>
                <a:cubicBezTo>
                  <a:pt x="1401867" y="301661"/>
                  <a:pt x="1402232" y="299923"/>
                  <a:pt x="1402872" y="298277"/>
                </a:cubicBezTo>
                <a:cubicBezTo>
                  <a:pt x="1403604" y="296631"/>
                  <a:pt x="1404518" y="295077"/>
                  <a:pt x="1405799" y="293888"/>
                </a:cubicBezTo>
                <a:cubicBezTo>
                  <a:pt x="1407079" y="292608"/>
                  <a:pt x="1408542" y="291602"/>
                  <a:pt x="1410279" y="290871"/>
                </a:cubicBezTo>
                <a:cubicBezTo>
                  <a:pt x="1411925" y="290231"/>
                  <a:pt x="1413662" y="289865"/>
                  <a:pt x="1415400" y="289865"/>
                </a:cubicBezTo>
                <a:cubicBezTo>
                  <a:pt x="1417229" y="289865"/>
                  <a:pt x="1418966" y="290231"/>
                  <a:pt x="1420612" y="290871"/>
                </a:cubicBezTo>
                <a:cubicBezTo>
                  <a:pt x="1422349" y="291602"/>
                  <a:pt x="1423812" y="292608"/>
                  <a:pt x="1425092" y="293888"/>
                </a:cubicBezTo>
                <a:cubicBezTo>
                  <a:pt x="1426281" y="295077"/>
                  <a:pt x="1427287" y="296631"/>
                  <a:pt x="1428018" y="298277"/>
                </a:cubicBezTo>
                <a:cubicBezTo>
                  <a:pt x="1428659" y="299923"/>
                  <a:pt x="1429024" y="301661"/>
                  <a:pt x="1429024" y="303398"/>
                </a:cubicBezTo>
              </a:path>
              <a:path w="3024195" h="489661">
                <a:moveTo>
                  <a:pt x="1599286" y="316108"/>
                </a:moveTo>
                <a:cubicBezTo>
                  <a:pt x="1599286" y="317845"/>
                  <a:pt x="1598920" y="319583"/>
                  <a:pt x="1598280" y="321320"/>
                </a:cubicBezTo>
                <a:cubicBezTo>
                  <a:pt x="1597548" y="322966"/>
                  <a:pt x="1596542" y="324429"/>
                  <a:pt x="1595262" y="325709"/>
                </a:cubicBezTo>
                <a:cubicBezTo>
                  <a:pt x="1593982" y="326989"/>
                  <a:pt x="1592519" y="327904"/>
                  <a:pt x="1590873" y="328635"/>
                </a:cubicBezTo>
                <a:cubicBezTo>
                  <a:pt x="1589227" y="329275"/>
                  <a:pt x="1587490" y="329641"/>
                  <a:pt x="1585661" y="329641"/>
                </a:cubicBezTo>
                <a:cubicBezTo>
                  <a:pt x="1583924" y="329641"/>
                  <a:pt x="1582186" y="329275"/>
                  <a:pt x="1580449" y="328635"/>
                </a:cubicBezTo>
                <a:cubicBezTo>
                  <a:pt x="1578803" y="327904"/>
                  <a:pt x="1577340" y="326989"/>
                  <a:pt x="1576060" y="325709"/>
                </a:cubicBezTo>
                <a:cubicBezTo>
                  <a:pt x="1574780" y="324429"/>
                  <a:pt x="1573865" y="322966"/>
                  <a:pt x="1573134" y="321320"/>
                </a:cubicBezTo>
                <a:cubicBezTo>
                  <a:pt x="1572402" y="319583"/>
                  <a:pt x="1572128" y="317845"/>
                  <a:pt x="1572128" y="316108"/>
                </a:cubicBezTo>
                <a:cubicBezTo>
                  <a:pt x="1572128" y="314279"/>
                  <a:pt x="1572402" y="312542"/>
                  <a:pt x="1573134" y="310896"/>
                </a:cubicBezTo>
                <a:cubicBezTo>
                  <a:pt x="1573865" y="309250"/>
                  <a:pt x="1574780" y="307787"/>
                  <a:pt x="1576060" y="306507"/>
                </a:cubicBezTo>
                <a:cubicBezTo>
                  <a:pt x="1577340" y="305227"/>
                  <a:pt x="1578803" y="304221"/>
                  <a:pt x="1580449" y="303581"/>
                </a:cubicBezTo>
                <a:cubicBezTo>
                  <a:pt x="1582186" y="302849"/>
                  <a:pt x="1583924" y="302575"/>
                  <a:pt x="1585661" y="302575"/>
                </a:cubicBezTo>
                <a:cubicBezTo>
                  <a:pt x="1587490" y="302575"/>
                  <a:pt x="1589227" y="302849"/>
                  <a:pt x="1590873" y="303581"/>
                </a:cubicBezTo>
                <a:cubicBezTo>
                  <a:pt x="1592519" y="304221"/>
                  <a:pt x="1593982" y="305227"/>
                  <a:pt x="1595262" y="306507"/>
                </a:cubicBezTo>
                <a:cubicBezTo>
                  <a:pt x="1596542" y="307787"/>
                  <a:pt x="1597548" y="309250"/>
                  <a:pt x="1598280" y="310896"/>
                </a:cubicBezTo>
                <a:cubicBezTo>
                  <a:pt x="1598920" y="312542"/>
                  <a:pt x="1599286" y="314279"/>
                  <a:pt x="1599286" y="316108"/>
                </a:cubicBezTo>
              </a:path>
              <a:path w="3024195" h="489661">
                <a:moveTo>
                  <a:pt x="1902409" y="295077"/>
                </a:moveTo>
                <a:cubicBezTo>
                  <a:pt x="1902409" y="296906"/>
                  <a:pt x="1902043" y="298643"/>
                  <a:pt x="1901312" y="300289"/>
                </a:cubicBezTo>
                <a:cubicBezTo>
                  <a:pt x="1900672" y="301935"/>
                  <a:pt x="1899666" y="303398"/>
                  <a:pt x="1898386" y="304678"/>
                </a:cubicBezTo>
                <a:cubicBezTo>
                  <a:pt x="1897106" y="305958"/>
                  <a:pt x="1895643" y="306964"/>
                  <a:pt x="1893997" y="307604"/>
                </a:cubicBezTo>
                <a:cubicBezTo>
                  <a:pt x="1892351" y="308336"/>
                  <a:pt x="1890613" y="308701"/>
                  <a:pt x="1888785" y="308701"/>
                </a:cubicBezTo>
                <a:cubicBezTo>
                  <a:pt x="1886956" y="308701"/>
                  <a:pt x="1885218" y="308336"/>
                  <a:pt x="1883573" y="307604"/>
                </a:cubicBezTo>
                <a:cubicBezTo>
                  <a:pt x="1881927" y="306964"/>
                  <a:pt x="1880464" y="305958"/>
                  <a:pt x="1879183" y="304678"/>
                </a:cubicBezTo>
                <a:cubicBezTo>
                  <a:pt x="1877903" y="303398"/>
                  <a:pt x="1876897" y="301935"/>
                  <a:pt x="1876257" y="300289"/>
                </a:cubicBezTo>
                <a:cubicBezTo>
                  <a:pt x="1875526" y="298643"/>
                  <a:pt x="1875160" y="296906"/>
                  <a:pt x="1875160" y="295077"/>
                </a:cubicBezTo>
                <a:cubicBezTo>
                  <a:pt x="1875160" y="293340"/>
                  <a:pt x="1875526" y="291602"/>
                  <a:pt x="1876257" y="289956"/>
                </a:cubicBezTo>
                <a:cubicBezTo>
                  <a:pt x="1876897" y="288219"/>
                  <a:pt x="1877903" y="286756"/>
                  <a:pt x="1879183" y="285476"/>
                </a:cubicBezTo>
                <a:cubicBezTo>
                  <a:pt x="1880464" y="284287"/>
                  <a:pt x="1881927" y="283281"/>
                  <a:pt x="1883573" y="282550"/>
                </a:cubicBezTo>
                <a:cubicBezTo>
                  <a:pt x="1885218" y="281910"/>
                  <a:pt x="1886956" y="281544"/>
                  <a:pt x="1888785" y="281544"/>
                </a:cubicBezTo>
                <a:cubicBezTo>
                  <a:pt x="1890613" y="281544"/>
                  <a:pt x="1892351" y="281910"/>
                  <a:pt x="1893997" y="282550"/>
                </a:cubicBezTo>
                <a:cubicBezTo>
                  <a:pt x="1895643" y="283281"/>
                  <a:pt x="1897106" y="284287"/>
                  <a:pt x="1898386" y="285476"/>
                </a:cubicBezTo>
                <a:cubicBezTo>
                  <a:pt x="1899666" y="286756"/>
                  <a:pt x="1900672" y="288219"/>
                  <a:pt x="1901312" y="289956"/>
                </a:cubicBezTo>
                <a:cubicBezTo>
                  <a:pt x="1902043" y="291602"/>
                  <a:pt x="1902409" y="293340"/>
                  <a:pt x="1902409" y="295077"/>
                </a:cubicBezTo>
              </a:path>
              <a:path w="3024195" h="489661">
                <a:moveTo>
                  <a:pt x="2069836" y="240304"/>
                </a:moveTo>
                <a:cubicBezTo>
                  <a:pt x="2069836" y="242042"/>
                  <a:pt x="2069470" y="243779"/>
                  <a:pt x="2068830" y="245425"/>
                </a:cubicBezTo>
                <a:cubicBezTo>
                  <a:pt x="2068098" y="247162"/>
                  <a:pt x="2067184" y="248625"/>
                  <a:pt x="2065904" y="249814"/>
                </a:cubicBezTo>
                <a:cubicBezTo>
                  <a:pt x="2064624" y="251094"/>
                  <a:pt x="2063161" y="252100"/>
                  <a:pt x="2061423" y="252832"/>
                </a:cubicBezTo>
                <a:cubicBezTo>
                  <a:pt x="2059777" y="253472"/>
                  <a:pt x="2058040" y="253837"/>
                  <a:pt x="2056303" y="253837"/>
                </a:cubicBezTo>
                <a:cubicBezTo>
                  <a:pt x="2054474" y="253837"/>
                  <a:pt x="2052737" y="253472"/>
                  <a:pt x="2051091" y="252832"/>
                </a:cubicBezTo>
                <a:cubicBezTo>
                  <a:pt x="2049353" y="252100"/>
                  <a:pt x="2047890" y="251094"/>
                  <a:pt x="2046610" y="249814"/>
                </a:cubicBezTo>
                <a:cubicBezTo>
                  <a:pt x="2045421" y="248625"/>
                  <a:pt x="2044416" y="247162"/>
                  <a:pt x="2043684" y="245425"/>
                </a:cubicBezTo>
                <a:cubicBezTo>
                  <a:pt x="2043044" y="243779"/>
                  <a:pt x="2042678" y="242042"/>
                  <a:pt x="2042678" y="240304"/>
                </a:cubicBezTo>
                <a:cubicBezTo>
                  <a:pt x="2042678" y="238476"/>
                  <a:pt x="2043044" y="236738"/>
                  <a:pt x="2043684" y="235092"/>
                </a:cubicBezTo>
                <a:cubicBezTo>
                  <a:pt x="2044416" y="233446"/>
                  <a:pt x="2045421" y="231983"/>
                  <a:pt x="2046610" y="230703"/>
                </a:cubicBezTo>
                <a:cubicBezTo>
                  <a:pt x="2047890" y="229423"/>
                  <a:pt x="2049353" y="228417"/>
                  <a:pt x="2051091" y="227777"/>
                </a:cubicBezTo>
                <a:cubicBezTo>
                  <a:pt x="2052737" y="227046"/>
                  <a:pt x="2054474" y="226680"/>
                  <a:pt x="2056303" y="226680"/>
                </a:cubicBezTo>
                <a:cubicBezTo>
                  <a:pt x="2058040" y="226680"/>
                  <a:pt x="2059777" y="227046"/>
                  <a:pt x="2061423" y="227777"/>
                </a:cubicBezTo>
                <a:cubicBezTo>
                  <a:pt x="2063161" y="228417"/>
                  <a:pt x="2064624" y="229423"/>
                  <a:pt x="2065904" y="230703"/>
                </a:cubicBezTo>
                <a:cubicBezTo>
                  <a:pt x="2067184" y="231983"/>
                  <a:pt x="2068098" y="233446"/>
                  <a:pt x="2068830" y="235092"/>
                </a:cubicBezTo>
                <a:cubicBezTo>
                  <a:pt x="2069470" y="236738"/>
                  <a:pt x="2069836" y="238476"/>
                  <a:pt x="2069836" y="240304"/>
                </a:cubicBezTo>
              </a:path>
              <a:path w="3024195" h="489661">
                <a:moveTo>
                  <a:pt x="2386675" y="241767"/>
                </a:moveTo>
                <a:cubicBezTo>
                  <a:pt x="2386675" y="243596"/>
                  <a:pt x="2386310" y="245334"/>
                  <a:pt x="2385670" y="246979"/>
                </a:cubicBezTo>
                <a:cubicBezTo>
                  <a:pt x="2384938" y="248625"/>
                  <a:pt x="2383932" y="250088"/>
                  <a:pt x="2382744" y="251369"/>
                </a:cubicBezTo>
                <a:cubicBezTo>
                  <a:pt x="2381463" y="252649"/>
                  <a:pt x="2380000" y="253655"/>
                  <a:pt x="2378263" y="254295"/>
                </a:cubicBezTo>
                <a:cubicBezTo>
                  <a:pt x="2376617" y="255026"/>
                  <a:pt x="2374880" y="255300"/>
                  <a:pt x="2373051" y="255300"/>
                </a:cubicBezTo>
                <a:cubicBezTo>
                  <a:pt x="2371314" y="255300"/>
                  <a:pt x="2369576" y="255026"/>
                  <a:pt x="2367930" y="254295"/>
                </a:cubicBezTo>
                <a:cubicBezTo>
                  <a:pt x="2366193" y="253655"/>
                  <a:pt x="2364730" y="252649"/>
                  <a:pt x="2363450" y="251369"/>
                </a:cubicBezTo>
                <a:cubicBezTo>
                  <a:pt x="2362170" y="250088"/>
                  <a:pt x="2361255" y="248625"/>
                  <a:pt x="2360524" y="246979"/>
                </a:cubicBezTo>
                <a:cubicBezTo>
                  <a:pt x="2359884" y="245334"/>
                  <a:pt x="2359518" y="243596"/>
                  <a:pt x="2359518" y="241767"/>
                </a:cubicBezTo>
                <a:cubicBezTo>
                  <a:pt x="2359518" y="239939"/>
                  <a:pt x="2359884" y="238293"/>
                  <a:pt x="2360524" y="236555"/>
                </a:cubicBezTo>
                <a:cubicBezTo>
                  <a:pt x="2361255" y="234909"/>
                  <a:pt x="2362170" y="233446"/>
                  <a:pt x="2363450" y="232166"/>
                </a:cubicBezTo>
                <a:cubicBezTo>
                  <a:pt x="2364730" y="230886"/>
                  <a:pt x="2366193" y="229972"/>
                  <a:pt x="2367930" y="229240"/>
                </a:cubicBezTo>
                <a:cubicBezTo>
                  <a:pt x="2369576" y="228600"/>
                  <a:pt x="2371314" y="228234"/>
                  <a:pt x="2373051" y="228234"/>
                </a:cubicBezTo>
                <a:cubicBezTo>
                  <a:pt x="2374880" y="228234"/>
                  <a:pt x="2376617" y="228600"/>
                  <a:pt x="2378263" y="229240"/>
                </a:cubicBezTo>
                <a:cubicBezTo>
                  <a:pt x="2380000" y="229972"/>
                  <a:pt x="2381463" y="230886"/>
                  <a:pt x="2382744" y="232166"/>
                </a:cubicBezTo>
                <a:cubicBezTo>
                  <a:pt x="2383932" y="233446"/>
                  <a:pt x="2384938" y="234909"/>
                  <a:pt x="2385670" y="236555"/>
                </a:cubicBezTo>
                <a:cubicBezTo>
                  <a:pt x="2386310" y="238293"/>
                  <a:pt x="2386675" y="239939"/>
                  <a:pt x="2386675" y="241767"/>
                </a:cubicBezTo>
              </a:path>
              <a:path w="3024195" h="489661">
                <a:moveTo>
                  <a:pt x="2539746" y="323698"/>
                </a:moveTo>
                <a:cubicBezTo>
                  <a:pt x="2539746" y="325526"/>
                  <a:pt x="2539380" y="327264"/>
                  <a:pt x="2538740" y="328910"/>
                </a:cubicBezTo>
                <a:cubicBezTo>
                  <a:pt x="2538009" y="330556"/>
                  <a:pt x="2537094" y="332019"/>
                  <a:pt x="2535814" y="333299"/>
                </a:cubicBezTo>
                <a:cubicBezTo>
                  <a:pt x="2534534" y="334579"/>
                  <a:pt x="2533071" y="335585"/>
                  <a:pt x="2531334" y="336225"/>
                </a:cubicBezTo>
                <a:cubicBezTo>
                  <a:pt x="2529688" y="336956"/>
                  <a:pt x="2527950" y="337322"/>
                  <a:pt x="2526213" y="337322"/>
                </a:cubicBezTo>
                <a:cubicBezTo>
                  <a:pt x="2524384" y="337322"/>
                  <a:pt x="2522647" y="336956"/>
                  <a:pt x="2521001" y="336225"/>
                </a:cubicBezTo>
                <a:cubicBezTo>
                  <a:pt x="2519355" y="335585"/>
                  <a:pt x="2517800" y="334579"/>
                  <a:pt x="2516612" y="333299"/>
                </a:cubicBezTo>
                <a:cubicBezTo>
                  <a:pt x="2515332" y="332019"/>
                  <a:pt x="2514326" y="330556"/>
                  <a:pt x="2513594" y="328910"/>
                </a:cubicBezTo>
                <a:cubicBezTo>
                  <a:pt x="2512954" y="327264"/>
                  <a:pt x="2512588" y="325526"/>
                  <a:pt x="2512588" y="323698"/>
                </a:cubicBezTo>
                <a:cubicBezTo>
                  <a:pt x="2512588" y="321960"/>
                  <a:pt x="2512954" y="320223"/>
                  <a:pt x="2513594" y="318577"/>
                </a:cubicBezTo>
                <a:cubicBezTo>
                  <a:pt x="2514326" y="316840"/>
                  <a:pt x="2515332" y="315377"/>
                  <a:pt x="2516612" y="314096"/>
                </a:cubicBezTo>
                <a:cubicBezTo>
                  <a:pt x="2517800" y="312908"/>
                  <a:pt x="2519355" y="311902"/>
                  <a:pt x="2521001" y="311170"/>
                </a:cubicBezTo>
                <a:cubicBezTo>
                  <a:pt x="2522647" y="310530"/>
                  <a:pt x="2524384" y="310164"/>
                  <a:pt x="2526213" y="310164"/>
                </a:cubicBezTo>
                <a:cubicBezTo>
                  <a:pt x="2527950" y="310164"/>
                  <a:pt x="2529688" y="310530"/>
                  <a:pt x="2531334" y="311170"/>
                </a:cubicBezTo>
                <a:cubicBezTo>
                  <a:pt x="2533071" y="311902"/>
                  <a:pt x="2534534" y="312908"/>
                  <a:pt x="2535814" y="314096"/>
                </a:cubicBezTo>
                <a:cubicBezTo>
                  <a:pt x="2537094" y="315377"/>
                  <a:pt x="2538009" y="316840"/>
                  <a:pt x="2538740" y="318577"/>
                </a:cubicBezTo>
                <a:cubicBezTo>
                  <a:pt x="2539380" y="320223"/>
                  <a:pt x="2539746" y="321960"/>
                  <a:pt x="2539746" y="323698"/>
                </a:cubicBezTo>
              </a:path>
              <a:path w="3024195" h="489661">
                <a:moveTo>
                  <a:pt x="2764780" y="264079"/>
                </a:moveTo>
                <a:cubicBezTo>
                  <a:pt x="2764780" y="265908"/>
                  <a:pt x="2764414" y="267645"/>
                  <a:pt x="2763683" y="269291"/>
                </a:cubicBezTo>
                <a:cubicBezTo>
                  <a:pt x="2763042" y="270937"/>
                  <a:pt x="2762037" y="272400"/>
                  <a:pt x="2760756" y="273680"/>
                </a:cubicBezTo>
                <a:cubicBezTo>
                  <a:pt x="2759476" y="274960"/>
                  <a:pt x="2758013" y="275966"/>
                  <a:pt x="2756367" y="276606"/>
                </a:cubicBezTo>
                <a:cubicBezTo>
                  <a:pt x="2754721" y="277338"/>
                  <a:pt x="2752984" y="277703"/>
                  <a:pt x="2751155" y="277703"/>
                </a:cubicBezTo>
                <a:cubicBezTo>
                  <a:pt x="2749326" y="277703"/>
                  <a:pt x="2747681" y="277338"/>
                  <a:pt x="2745943" y="276606"/>
                </a:cubicBezTo>
                <a:cubicBezTo>
                  <a:pt x="2744297" y="275966"/>
                  <a:pt x="2742834" y="274960"/>
                  <a:pt x="2741554" y="273680"/>
                </a:cubicBezTo>
                <a:cubicBezTo>
                  <a:pt x="2740274" y="272400"/>
                  <a:pt x="2739268" y="270937"/>
                  <a:pt x="2738628" y="269291"/>
                </a:cubicBezTo>
                <a:cubicBezTo>
                  <a:pt x="2737896" y="267645"/>
                  <a:pt x="2737622" y="265908"/>
                  <a:pt x="2737622" y="264079"/>
                </a:cubicBezTo>
                <a:cubicBezTo>
                  <a:pt x="2737622" y="262341"/>
                  <a:pt x="2737896" y="260604"/>
                  <a:pt x="2738628" y="258958"/>
                </a:cubicBezTo>
                <a:cubicBezTo>
                  <a:pt x="2739268" y="257312"/>
                  <a:pt x="2740274" y="255849"/>
                  <a:pt x="2741554" y="254569"/>
                </a:cubicBezTo>
                <a:cubicBezTo>
                  <a:pt x="2742834" y="253289"/>
                  <a:pt x="2744297" y="252283"/>
                  <a:pt x="2745943" y="251551"/>
                </a:cubicBezTo>
                <a:cubicBezTo>
                  <a:pt x="2747681" y="250911"/>
                  <a:pt x="2749326" y="250546"/>
                  <a:pt x="2751155" y="250546"/>
                </a:cubicBezTo>
                <a:cubicBezTo>
                  <a:pt x="2752984" y="250546"/>
                  <a:pt x="2754721" y="250911"/>
                  <a:pt x="2756367" y="251551"/>
                </a:cubicBezTo>
                <a:cubicBezTo>
                  <a:pt x="2758013" y="252283"/>
                  <a:pt x="2759476" y="253289"/>
                  <a:pt x="2760756" y="254569"/>
                </a:cubicBezTo>
                <a:cubicBezTo>
                  <a:pt x="2762037" y="255849"/>
                  <a:pt x="2763042" y="257312"/>
                  <a:pt x="2763683" y="258958"/>
                </a:cubicBezTo>
                <a:cubicBezTo>
                  <a:pt x="2764414" y="260604"/>
                  <a:pt x="2764780" y="262341"/>
                  <a:pt x="2764780" y="264079"/>
                </a:cubicBezTo>
              </a:path>
              <a:path w="3024195" h="489661">
                <a:moveTo>
                  <a:pt x="3024195" y="339517"/>
                </a:moveTo>
                <a:cubicBezTo>
                  <a:pt x="3024195" y="341254"/>
                  <a:pt x="3023921" y="342991"/>
                  <a:pt x="3023189" y="344637"/>
                </a:cubicBezTo>
                <a:cubicBezTo>
                  <a:pt x="3022458" y="346375"/>
                  <a:pt x="3021543" y="347838"/>
                  <a:pt x="3020263" y="349118"/>
                </a:cubicBezTo>
                <a:cubicBezTo>
                  <a:pt x="3018983" y="350307"/>
                  <a:pt x="3017520" y="351312"/>
                  <a:pt x="3015874" y="352044"/>
                </a:cubicBezTo>
                <a:cubicBezTo>
                  <a:pt x="3014137" y="352684"/>
                  <a:pt x="3012399" y="353050"/>
                  <a:pt x="3010662" y="353050"/>
                </a:cubicBezTo>
                <a:cubicBezTo>
                  <a:pt x="3008833" y="353050"/>
                  <a:pt x="3007096" y="352684"/>
                  <a:pt x="3005450" y="352044"/>
                </a:cubicBezTo>
                <a:cubicBezTo>
                  <a:pt x="3003804" y="351312"/>
                  <a:pt x="3002341" y="350307"/>
                  <a:pt x="3001061" y="349118"/>
                </a:cubicBezTo>
                <a:cubicBezTo>
                  <a:pt x="2999781" y="347838"/>
                  <a:pt x="2998775" y="346375"/>
                  <a:pt x="2998043" y="344637"/>
                </a:cubicBezTo>
                <a:cubicBezTo>
                  <a:pt x="2997403" y="342991"/>
                  <a:pt x="2997037" y="341254"/>
                  <a:pt x="2997037" y="339517"/>
                </a:cubicBezTo>
                <a:cubicBezTo>
                  <a:pt x="2997037" y="337688"/>
                  <a:pt x="2997403" y="335951"/>
                  <a:pt x="2998043" y="334305"/>
                </a:cubicBezTo>
                <a:cubicBezTo>
                  <a:pt x="2998775" y="332659"/>
                  <a:pt x="2999781" y="331196"/>
                  <a:pt x="3001061" y="329916"/>
                </a:cubicBezTo>
                <a:cubicBezTo>
                  <a:pt x="3002341" y="328635"/>
                  <a:pt x="3003804" y="327630"/>
                  <a:pt x="3005450" y="326989"/>
                </a:cubicBezTo>
                <a:cubicBezTo>
                  <a:pt x="3007096" y="326258"/>
                  <a:pt x="3008833" y="325892"/>
                  <a:pt x="3010662" y="325892"/>
                </a:cubicBezTo>
                <a:cubicBezTo>
                  <a:pt x="3012399" y="325892"/>
                  <a:pt x="3014137" y="326258"/>
                  <a:pt x="3015874" y="326989"/>
                </a:cubicBezTo>
                <a:cubicBezTo>
                  <a:pt x="3017520" y="327630"/>
                  <a:pt x="3018983" y="328635"/>
                  <a:pt x="3020263" y="329916"/>
                </a:cubicBezTo>
                <a:cubicBezTo>
                  <a:pt x="3021543" y="331196"/>
                  <a:pt x="3022458" y="332659"/>
                  <a:pt x="3023189" y="334305"/>
                </a:cubicBezTo>
                <a:cubicBezTo>
                  <a:pt x="3023921" y="335951"/>
                  <a:pt x="3024195" y="337688"/>
                  <a:pt x="3024195" y="339517"/>
                </a:cubicBezTo>
              </a:path>
              <a:path w="3024195" h="489661">
                <a:moveTo>
                  <a:pt x="27158" y="16734"/>
                </a:moveTo>
                <a:cubicBezTo>
                  <a:pt x="27158" y="18562"/>
                  <a:pt x="26792" y="20208"/>
                  <a:pt x="26152" y="21946"/>
                </a:cubicBezTo>
                <a:cubicBezTo>
                  <a:pt x="25420" y="23592"/>
                  <a:pt x="24506" y="25055"/>
                  <a:pt x="23226" y="26335"/>
                </a:cubicBezTo>
                <a:cubicBezTo>
                  <a:pt x="21946" y="27615"/>
                  <a:pt x="20483" y="28529"/>
                  <a:pt x="18745" y="29261"/>
                </a:cubicBezTo>
                <a:cubicBezTo>
                  <a:pt x="17099" y="29901"/>
                  <a:pt x="15362" y="30267"/>
                  <a:pt x="13625" y="30267"/>
                </a:cubicBezTo>
                <a:cubicBezTo>
                  <a:pt x="11796" y="30267"/>
                  <a:pt x="10058" y="29901"/>
                  <a:pt x="8412" y="29261"/>
                </a:cubicBezTo>
                <a:cubicBezTo>
                  <a:pt x="6767" y="28529"/>
                  <a:pt x="5212" y="27615"/>
                  <a:pt x="4023" y="26335"/>
                </a:cubicBezTo>
                <a:cubicBezTo>
                  <a:pt x="2743" y="25055"/>
                  <a:pt x="1737" y="23592"/>
                  <a:pt x="1006" y="21946"/>
                </a:cubicBezTo>
                <a:cubicBezTo>
                  <a:pt x="366" y="20208"/>
                  <a:pt x="0" y="18562"/>
                  <a:pt x="0" y="16734"/>
                </a:cubicBezTo>
                <a:cubicBezTo>
                  <a:pt x="0" y="14905"/>
                  <a:pt x="366" y="13167"/>
                  <a:pt x="1006" y="11521"/>
                </a:cubicBezTo>
                <a:cubicBezTo>
                  <a:pt x="1737" y="9876"/>
                  <a:pt x="2743" y="8412"/>
                  <a:pt x="4023" y="7132"/>
                </a:cubicBezTo>
                <a:cubicBezTo>
                  <a:pt x="5212" y="5852"/>
                  <a:pt x="6767" y="4846"/>
                  <a:pt x="8412" y="4206"/>
                </a:cubicBezTo>
                <a:cubicBezTo>
                  <a:pt x="10058" y="3475"/>
                  <a:pt x="11796" y="3200"/>
                  <a:pt x="13625" y="3200"/>
                </a:cubicBezTo>
                <a:cubicBezTo>
                  <a:pt x="15362" y="3200"/>
                  <a:pt x="17099" y="3475"/>
                  <a:pt x="18745" y="4206"/>
                </a:cubicBezTo>
                <a:cubicBezTo>
                  <a:pt x="20483" y="4846"/>
                  <a:pt x="21946" y="5852"/>
                  <a:pt x="23226" y="7132"/>
                </a:cubicBezTo>
                <a:cubicBezTo>
                  <a:pt x="24506" y="8412"/>
                  <a:pt x="25420" y="9876"/>
                  <a:pt x="26152" y="11521"/>
                </a:cubicBezTo>
                <a:cubicBezTo>
                  <a:pt x="26792" y="13167"/>
                  <a:pt x="27158" y="14905"/>
                  <a:pt x="27158" y="16734"/>
                </a:cubicBezTo>
              </a:path>
              <a:path w="3024195" h="489661">
                <a:moveTo>
                  <a:pt x="296814" y="92446"/>
                </a:moveTo>
                <a:cubicBezTo>
                  <a:pt x="296814" y="94275"/>
                  <a:pt x="296540" y="96012"/>
                  <a:pt x="295808" y="97658"/>
                </a:cubicBezTo>
                <a:cubicBezTo>
                  <a:pt x="295168" y="99304"/>
                  <a:pt x="294162" y="100767"/>
                  <a:pt x="292882" y="102047"/>
                </a:cubicBezTo>
                <a:cubicBezTo>
                  <a:pt x="291602" y="103327"/>
                  <a:pt x="290139" y="104242"/>
                  <a:pt x="288493" y="104973"/>
                </a:cubicBezTo>
                <a:cubicBezTo>
                  <a:pt x="286847" y="105613"/>
                  <a:pt x="285110" y="105979"/>
                  <a:pt x="283281" y="105979"/>
                </a:cubicBezTo>
                <a:cubicBezTo>
                  <a:pt x="281452" y="105979"/>
                  <a:pt x="279715" y="105613"/>
                  <a:pt x="278069" y="104973"/>
                </a:cubicBezTo>
                <a:cubicBezTo>
                  <a:pt x="276423" y="104242"/>
                  <a:pt x="274960" y="103327"/>
                  <a:pt x="273680" y="102047"/>
                </a:cubicBezTo>
                <a:cubicBezTo>
                  <a:pt x="272400" y="100767"/>
                  <a:pt x="271394" y="99304"/>
                  <a:pt x="270754" y="97658"/>
                </a:cubicBezTo>
                <a:cubicBezTo>
                  <a:pt x="270022" y="96012"/>
                  <a:pt x="269657" y="94275"/>
                  <a:pt x="269657" y="92446"/>
                </a:cubicBezTo>
                <a:cubicBezTo>
                  <a:pt x="269657" y="90617"/>
                  <a:pt x="270022" y="88880"/>
                  <a:pt x="270754" y="87234"/>
                </a:cubicBezTo>
                <a:cubicBezTo>
                  <a:pt x="271394" y="85588"/>
                  <a:pt x="272400" y="84125"/>
                  <a:pt x="273680" y="82845"/>
                </a:cubicBezTo>
                <a:cubicBezTo>
                  <a:pt x="274960" y="81564"/>
                  <a:pt x="276423" y="80650"/>
                  <a:pt x="278069" y="79919"/>
                </a:cubicBezTo>
                <a:cubicBezTo>
                  <a:pt x="279715" y="79187"/>
                  <a:pt x="281452" y="78913"/>
                  <a:pt x="283281" y="78913"/>
                </a:cubicBezTo>
                <a:cubicBezTo>
                  <a:pt x="285110" y="78913"/>
                  <a:pt x="286847" y="79187"/>
                  <a:pt x="288493" y="79919"/>
                </a:cubicBezTo>
                <a:cubicBezTo>
                  <a:pt x="290139" y="80650"/>
                  <a:pt x="291602" y="81564"/>
                  <a:pt x="292882" y="82845"/>
                </a:cubicBezTo>
                <a:cubicBezTo>
                  <a:pt x="294162" y="84125"/>
                  <a:pt x="295168" y="85588"/>
                  <a:pt x="295808" y="87234"/>
                </a:cubicBezTo>
                <a:cubicBezTo>
                  <a:pt x="296540" y="88880"/>
                  <a:pt x="296814" y="90617"/>
                  <a:pt x="296814" y="92446"/>
                </a:cubicBezTo>
              </a:path>
              <a:path w="3024195" h="489661">
                <a:moveTo>
                  <a:pt x="451622" y="15728"/>
                </a:moveTo>
                <a:cubicBezTo>
                  <a:pt x="451622" y="17556"/>
                  <a:pt x="451256" y="19294"/>
                  <a:pt x="450525" y="20940"/>
                </a:cubicBezTo>
                <a:cubicBezTo>
                  <a:pt x="449885" y="22586"/>
                  <a:pt x="448879" y="24049"/>
                  <a:pt x="447599" y="25329"/>
                </a:cubicBezTo>
                <a:cubicBezTo>
                  <a:pt x="446319" y="26609"/>
                  <a:pt x="444856" y="27615"/>
                  <a:pt x="443210" y="28255"/>
                </a:cubicBezTo>
                <a:cubicBezTo>
                  <a:pt x="441564" y="28986"/>
                  <a:pt x="439826" y="29352"/>
                  <a:pt x="437998" y="29352"/>
                </a:cubicBezTo>
                <a:cubicBezTo>
                  <a:pt x="436169" y="29352"/>
                  <a:pt x="434523" y="28986"/>
                  <a:pt x="432786" y="28255"/>
                </a:cubicBezTo>
                <a:cubicBezTo>
                  <a:pt x="431140" y="27615"/>
                  <a:pt x="429677" y="26609"/>
                  <a:pt x="428396" y="25329"/>
                </a:cubicBezTo>
                <a:cubicBezTo>
                  <a:pt x="427116" y="24049"/>
                  <a:pt x="426110" y="22586"/>
                  <a:pt x="425470" y="20940"/>
                </a:cubicBezTo>
                <a:cubicBezTo>
                  <a:pt x="424739" y="19294"/>
                  <a:pt x="424464" y="17556"/>
                  <a:pt x="424464" y="15728"/>
                </a:cubicBezTo>
                <a:cubicBezTo>
                  <a:pt x="424464" y="13990"/>
                  <a:pt x="424739" y="12253"/>
                  <a:pt x="425470" y="10607"/>
                </a:cubicBezTo>
                <a:cubicBezTo>
                  <a:pt x="426110" y="8961"/>
                  <a:pt x="427116" y="7407"/>
                  <a:pt x="428396" y="6218"/>
                </a:cubicBezTo>
                <a:cubicBezTo>
                  <a:pt x="429677" y="4938"/>
                  <a:pt x="431140" y="3932"/>
                  <a:pt x="432786" y="3200"/>
                </a:cubicBezTo>
                <a:cubicBezTo>
                  <a:pt x="434523" y="2560"/>
                  <a:pt x="436169" y="2195"/>
                  <a:pt x="437998" y="2195"/>
                </a:cubicBezTo>
                <a:cubicBezTo>
                  <a:pt x="439826" y="2195"/>
                  <a:pt x="441564" y="2560"/>
                  <a:pt x="443210" y="3200"/>
                </a:cubicBezTo>
                <a:cubicBezTo>
                  <a:pt x="444856" y="3932"/>
                  <a:pt x="446319" y="4938"/>
                  <a:pt x="447599" y="6218"/>
                </a:cubicBezTo>
                <a:cubicBezTo>
                  <a:pt x="448879" y="7407"/>
                  <a:pt x="449885" y="8961"/>
                  <a:pt x="450525" y="10607"/>
                </a:cubicBezTo>
                <a:cubicBezTo>
                  <a:pt x="451256" y="12253"/>
                  <a:pt x="451622" y="13990"/>
                  <a:pt x="451622" y="15728"/>
                </a:cubicBezTo>
              </a:path>
              <a:path w="3024195" h="489661">
                <a:moveTo>
                  <a:pt x="733166" y="41148"/>
                </a:moveTo>
                <a:cubicBezTo>
                  <a:pt x="733166" y="42977"/>
                  <a:pt x="732800" y="44714"/>
                  <a:pt x="732160" y="46360"/>
                </a:cubicBezTo>
                <a:cubicBezTo>
                  <a:pt x="731429" y="48006"/>
                  <a:pt x="730423" y="49469"/>
                  <a:pt x="729143" y="50749"/>
                </a:cubicBezTo>
                <a:cubicBezTo>
                  <a:pt x="727862" y="52029"/>
                  <a:pt x="726399" y="53035"/>
                  <a:pt x="724753" y="53675"/>
                </a:cubicBezTo>
                <a:cubicBezTo>
                  <a:pt x="723108" y="54407"/>
                  <a:pt x="721370" y="54773"/>
                  <a:pt x="719541" y="54773"/>
                </a:cubicBezTo>
                <a:cubicBezTo>
                  <a:pt x="717804" y="54773"/>
                  <a:pt x="716067" y="54407"/>
                  <a:pt x="714329" y="53675"/>
                </a:cubicBezTo>
                <a:cubicBezTo>
                  <a:pt x="712683" y="53035"/>
                  <a:pt x="711220" y="52029"/>
                  <a:pt x="709940" y="50749"/>
                </a:cubicBezTo>
                <a:cubicBezTo>
                  <a:pt x="708660" y="49469"/>
                  <a:pt x="707746" y="48006"/>
                  <a:pt x="707014" y="46360"/>
                </a:cubicBezTo>
                <a:cubicBezTo>
                  <a:pt x="706374" y="44714"/>
                  <a:pt x="706008" y="42977"/>
                  <a:pt x="706008" y="41148"/>
                </a:cubicBezTo>
                <a:cubicBezTo>
                  <a:pt x="706008" y="39411"/>
                  <a:pt x="706374" y="37673"/>
                  <a:pt x="707014" y="36027"/>
                </a:cubicBezTo>
                <a:cubicBezTo>
                  <a:pt x="707746" y="34290"/>
                  <a:pt x="708660" y="32827"/>
                  <a:pt x="709940" y="31547"/>
                </a:cubicBezTo>
                <a:cubicBezTo>
                  <a:pt x="711220" y="30358"/>
                  <a:pt x="712683" y="29352"/>
                  <a:pt x="714329" y="28621"/>
                </a:cubicBezTo>
                <a:cubicBezTo>
                  <a:pt x="716067" y="27981"/>
                  <a:pt x="717804" y="27615"/>
                  <a:pt x="719541" y="27615"/>
                </a:cubicBezTo>
                <a:cubicBezTo>
                  <a:pt x="721370" y="27615"/>
                  <a:pt x="723108" y="27981"/>
                  <a:pt x="724753" y="28621"/>
                </a:cubicBezTo>
                <a:cubicBezTo>
                  <a:pt x="726399" y="29352"/>
                  <a:pt x="727862" y="30358"/>
                  <a:pt x="729143" y="31547"/>
                </a:cubicBezTo>
                <a:cubicBezTo>
                  <a:pt x="730423" y="32827"/>
                  <a:pt x="731429" y="34290"/>
                  <a:pt x="732160" y="36027"/>
                </a:cubicBezTo>
                <a:cubicBezTo>
                  <a:pt x="732800" y="37673"/>
                  <a:pt x="733166" y="39411"/>
                  <a:pt x="733166" y="41148"/>
                </a:cubicBezTo>
              </a:path>
              <a:path w="3024195" h="489661">
                <a:moveTo>
                  <a:pt x="909828" y="115763"/>
                </a:moveTo>
                <a:cubicBezTo>
                  <a:pt x="909828" y="117592"/>
                  <a:pt x="909462" y="119329"/>
                  <a:pt x="908731" y="120975"/>
                </a:cubicBezTo>
                <a:cubicBezTo>
                  <a:pt x="908091" y="122621"/>
                  <a:pt x="907085" y="124084"/>
                  <a:pt x="905805" y="125364"/>
                </a:cubicBezTo>
                <a:cubicBezTo>
                  <a:pt x="904524" y="126644"/>
                  <a:pt x="903061" y="127650"/>
                  <a:pt x="901416" y="128290"/>
                </a:cubicBezTo>
                <a:cubicBezTo>
                  <a:pt x="899770" y="129022"/>
                  <a:pt x="898032" y="129388"/>
                  <a:pt x="896203" y="129388"/>
                </a:cubicBezTo>
                <a:cubicBezTo>
                  <a:pt x="894375" y="129388"/>
                  <a:pt x="892637" y="129022"/>
                  <a:pt x="890991" y="128290"/>
                </a:cubicBezTo>
                <a:cubicBezTo>
                  <a:pt x="889345" y="127650"/>
                  <a:pt x="887882" y="126644"/>
                  <a:pt x="886602" y="125364"/>
                </a:cubicBezTo>
                <a:cubicBezTo>
                  <a:pt x="885322" y="124084"/>
                  <a:pt x="884316" y="122621"/>
                  <a:pt x="883676" y="120975"/>
                </a:cubicBezTo>
                <a:cubicBezTo>
                  <a:pt x="882945" y="119329"/>
                  <a:pt x="882579" y="117592"/>
                  <a:pt x="882579" y="115763"/>
                </a:cubicBezTo>
                <a:cubicBezTo>
                  <a:pt x="882579" y="114026"/>
                  <a:pt x="882945" y="112288"/>
                  <a:pt x="883676" y="110642"/>
                </a:cubicBezTo>
                <a:cubicBezTo>
                  <a:pt x="884316" y="108905"/>
                  <a:pt x="885322" y="107442"/>
                  <a:pt x="886602" y="106162"/>
                </a:cubicBezTo>
                <a:cubicBezTo>
                  <a:pt x="887882" y="104973"/>
                  <a:pt x="889345" y="103967"/>
                  <a:pt x="890991" y="103236"/>
                </a:cubicBezTo>
                <a:cubicBezTo>
                  <a:pt x="892637" y="102596"/>
                  <a:pt x="894375" y="102230"/>
                  <a:pt x="896203" y="102230"/>
                </a:cubicBezTo>
                <a:cubicBezTo>
                  <a:pt x="898032" y="102230"/>
                  <a:pt x="899770" y="102596"/>
                  <a:pt x="901416" y="103236"/>
                </a:cubicBezTo>
                <a:cubicBezTo>
                  <a:pt x="903061" y="103967"/>
                  <a:pt x="904524" y="104973"/>
                  <a:pt x="905805" y="106162"/>
                </a:cubicBezTo>
                <a:cubicBezTo>
                  <a:pt x="907085" y="107442"/>
                  <a:pt x="908091" y="108905"/>
                  <a:pt x="908731" y="110642"/>
                </a:cubicBezTo>
                <a:cubicBezTo>
                  <a:pt x="909462" y="112288"/>
                  <a:pt x="909828" y="114026"/>
                  <a:pt x="909828" y="115763"/>
                </a:cubicBezTo>
              </a:path>
              <a:path w="3024195" h="489661">
                <a:moveTo>
                  <a:pt x="1212037" y="73152"/>
                </a:moveTo>
                <a:cubicBezTo>
                  <a:pt x="1212037" y="74889"/>
                  <a:pt x="1211671" y="76627"/>
                  <a:pt x="1211031" y="78273"/>
                </a:cubicBezTo>
                <a:cubicBezTo>
                  <a:pt x="1210300" y="79919"/>
                  <a:pt x="1209294" y="81382"/>
                  <a:pt x="1208014" y="82662"/>
                </a:cubicBezTo>
                <a:cubicBezTo>
                  <a:pt x="1206825" y="83942"/>
                  <a:pt x="1205271" y="84948"/>
                  <a:pt x="1203625" y="85679"/>
                </a:cubicBezTo>
                <a:cubicBezTo>
                  <a:pt x="1201979" y="86319"/>
                  <a:pt x="1200241" y="86685"/>
                  <a:pt x="1198413" y="86685"/>
                </a:cubicBezTo>
                <a:cubicBezTo>
                  <a:pt x="1196675" y="86685"/>
                  <a:pt x="1194938" y="86319"/>
                  <a:pt x="1193292" y="85679"/>
                </a:cubicBezTo>
                <a:cubicBezTo>
                  <a:pt x="1191555" y="84948"/>
                  <a:pt x="1190092" y="83942"/>
                  <a:pt x="1188811" y="82662"/>
                </a:cubicBezTo>
                <a:cubicBezTo>
                  <a:pt x="1187531" y="81382"/>
                  <a:pt x="1186617" y="79919"/>
                  <a:pt x="1185885" y="78273"/>
                </a:cubicBezTo>
                <a:cubicBezTo>
                  <a:pt x="1185245" y="76627"/>
                  <a:pt x="1184880" y="74889"/>
                  <a:pt x="1184880" y="73152"/>
                </a:cubicBezTo>
                <a:cubicBezTo>
                  <a:pt x="1184880" y="71323"/>
                  <a:pt x="1185245" y="69586"/>
                  <a:pt x="1185885" y="67940"/>
                </a:cubicBezTo>
                <a:cubicBezTo>
                  <a:pt x="1186617" y="66294"/>
                  <a:pt x="1187531" y="64831"/>
                  <a:pt x="1188811" y="63551"/>
                </a:cubicBezTo>
                <a:cubicBezTo>
                  <a:pt x="1190092" y="62271"/>
                  <a:pt x="1191555" y="61265"/>
                  <a:pt x="1193292" y="60625"/>
                </a:cubicBezTo>
                <a:cubicBezTo>
                  <a:pt x="1194938" y="59893"/>
                  <a:pt x="1196675" y="59527"/>
                  <a:pt x="1198413" y="59527"/>
                </a:cubicBezTo>
                <a:cubicBezTo>
                  <a:pt x="1200241" y="59527"/>
                  <a:pt x="1201979" y="59893"/>
                  <a:pt x="1203625" y="60625"/>
                </a:cubicBezTo>
                <a:cubicBezTo>
                  <a:pt x="1205271" y="61265"/>
                  <a:pt x="1206825" y="62271"/>
                  <a:pt x="1208014" y="63551"/>
                </a:cubicBezTo>
                <a:cubicBezTo>
                  <a:pt x="1209294" y="64831"/>
                  <a:pt x="1210300" y="66294"/>
                  <a:pt x="1211031" y="67940"/>
                </a:cubicBezTo>
                <a:cubicBezTo>
                  <a:pt x="1211671" y="69586"/>
                  <a:pt x="1212037" y="71323"/>
                  <a:pt x="1212037" y="73152"/>
                </a:cubicBezTo>
              </a:path>
              <a:path w="3024195" h="489661">
                <a:moveTo>
                  <a:pt x="1373063" y="13533"/>
                </a:moveTo>
                <a:cubicBezTo>
                  <a:pt x="1373063" y="15362"/>
                  <a:pt x="1372697" y="17099"/>
                  <a:pt x="1371966" y="18745"/>
                </a:cubicBezTo>
                <a:cubicBezTo>
                  <a:pt x="1371326" y="20391"/>
                  <a:pt x="1370320" y="21854"/>
                  <a:pt x="1369040" y="23134"/>
                </a:cubicBezTo>
                <a:cubicBezTo>
                  <a:pt x="1367760" y="24414"/>
                  <a:pt x="1366296" y="25420"/>
                  <a:pt x="1364651" y="26060"/>
                </a:cubicBezTo>
                <a:cubicBezTo>
                  <a:pt x="1363005" y="26792"/>
                  <a:pt x="1361267" y="27158"/>
                  <a:pt x="1359438" y="27158"/>
                </a:cubicBezTo>
                <a:cubicBezTo>
                  <a:pt x="1357610" y="27158"/>
                  <a:pt x="1355872" y="26792"/>
                  <a:pt x="1354226" y="26060"/>
                </a:cubicBezTo>
                <a:cubicBezTo>
                  <a:pt x="1352580" y="25420"/>
                  <a:pt x="1351117" y="24414"/>
                  <a:pt x="1349837" y="23134"/>
                </a:cubicBezTo>
                <a:cubicBezTo>
                  <a:pt x="1348557" y="21854"/>
                  <a:pt x="1347551" y="20391"/>
                  <a:pt x="1346911" y="18745"/>
                </a:cubicBezTo>
                <a:cubicBezTo>
                  <a:pt x="1346180" y="17099"/>
                  <a:pt x="1345814" y="15362"/>
                  <a:pt x="1345814" y="13533"/>
                </a:cubicBezTo>
                <a:cubicBezTo>
                  <a:pt x="1345814" y="11796"/>
                  <a:pt x="1346180" y="10058"/>
                  <a:pt x="1346911" y="8412"/>
                </a:cubicBezTo>
                <a:cubicBezTo>
                  <a:pt x="1347551" y="6675"/>
                  <a:pt x="1348557" y="5212"/>
                  <a:pt x="1349837" y="3932"/>
                </a:cubicBezTo>
                <a:cubicBezTo>
                  <a:pt x="1351117" y="2743"/>
                  <a:pt x="1352580" y="1737"/>
                  <a:pt x="1354226" y="1006"/>
                </a:cubicBezTo>
                <a:cubicBezTo>
                  <a:pt x="1355872" y="366"/>
                  <a:pt x="1357610" y="0"/>
                  <a:pt x="1359438" y="0"/>
                </a:cubicBezTo>
                <a:cubicBezTo>
                  <a:pt x="1361267" y="0"/>
                  <a:pt x="1363005" y="366"/>
                  <a:pt x="1364651" y="1006"/>
                </a:cubicBezTo>
                <a:cubicBezTo>
                  <a:pt x="1366296" y="1737"/>
                  <a:pt x="1367760" y="2743"/>
                  <a:pt x="1369040" y="3932"/>
                </a:cubicBezTo>
                <a:cubicBezTo>
                  <a:pt x="1370320" y="5212"/>
                  <a:pt x="1371326" y="6675"/>
                  <a:pt x="1371966" y="8412"/>
                </a:cubicBezTo>
                <a:cubicBezTo>
                  <a:pt x="1372697" y="10058"/>
                  <a:pt x="1373063" y="11796"/>
                  <a:pt x="1373063" y="13533"/>
                </a:cubicBezTo>
              </a:path>
              <a:path w="3024195" h="489661">
                <a:moveTo>
                  <a:pt x="1670975" y="29444"/>
                </a:moveTo>
                <a:cubicBezTo>
                  <a:pt x="1670975" y="31272"/>
                  <a:pt x="1670609" y="33010"/>
                  <a:pt x="1669969" y="34656"/>
                </a:cubicBezTo>
                <a:cubicBezTo>
                  <a:pt x="1669237" y="36302"/>
                  <a:pt x="1668323" y="37765"/>
                  <a:pt x="1667043" y="39045"/>
                </a:cubicBezTo>
                <a:cubicBezTo>
                  <a:pt x="1665762" y="40325"/>
                  <a:pt x="1664299" y="41331"/>
                  <a:pt x="1662562" y="41971"/>
                </a:cubicBezTo>
                <a:cubicBezTo>
                  <a:pt x="1660916" y="42702"/>
                  <a:pt x="1659179" y="43068"/>
                  <a:pt x="1657441" y="43068"/>
                </a:cubicBezTo>
                <a:cubicBezTo>
                  <a:pt x="1655613" y="43068"/>
                  <a:pt x="1653875" y="42702"/>
                  <a:pt x="1652229" y="41971"/>
                </a:cubicBezTo>
                <a:cubicBezTo>
                  <a:pt x="1650492" y="41331"/>
                  <a:pt x="1649029" y="40325"/>
                  <a:pt x="1647749" y="39045"/>
                </a:cubicBezTo>
                <a:cubicBezTo>
                  <a:pt x="1646469" y="37765"/>
                  <a:pt x="1645554" y="36302"/>
                  <a:pt x="1644823" y="34656"/>
                </a:cubicBezTo>
                <a:cubicBezTo>
                  <a:pt x="1644183" y="33010"/>
                  <a:pt x="1643817" y="31272"/>
                  <a:pt x="1643817" y="29444"/>
                </a:cubicBezTo>
                <a:cubicBezTo>
                  <a:pt x="1643817" y="27706"/>
                  <a:pt x="1644183" y="25969"/>
                  <a:pt x="1644823" y="24323"/>
                </a:cubicBezTo>
                <a:cubicBezTo>
                  <a:pt x="1645554" y="22586"/>
                  <a:pt x="1646469" y="21123"/>
                  <a:pt x="1647749" y="19934"/>
                </a:cubicBezTo>
                <a:cubicBezTo>
                  <a:pt x="1649029" y="18654"/>
                  <a:pt x="1650492" y="17648"/>
                  <a:pt x="1652229" y="16916"/>
                </a:cubicBezTo>
                <a:cubicBezTo>
                  <a:pt x="1653875" y="16276"/>
                  <a:pt x="1655613" y="15911"/>
                  <a:pt x="1657441" y="15911"/>
                </a:cubicBezTo>
                <a:cubicBezTo>
                  <a:pt x="1659179" y="15911"/>
                  <a:pt x="1660916" y="16276"/>
                  <a:pt x="1662562" y="16916"/>
                </a:cubicBezTo>
                <a:cubicBezTo>
                  <a:pt x="1664299" y="17648"/>
                  <a:pt x="1665762" y="18654"/>
                  <a:pt x="1667043" y="19934"/>
                </a:cubicBezTo>
                <a:cubicBezTo>
                  <a:pt x="1668323" y="21123"/>
                  <a:pt x="1669237" y="22586"/>
                  <a:pt x="1669969" y="24323"/>
                </a:cubicBezTo>
                <a:cubicBezTo>
                  <a:pt x="1670609" y="25969"/>
                  <a:pt x="1670975" y="27706"/>
                  <a:pt x="1670975" y="29444"/>
                </a:cubicBezTo>
              </a:path>
              <a:path w="3024195" h="489661">
                <a:moveTo>
                  <a:pt x="1839498" y="23134"/>
                </a:moveTo>
                <a:cubicBezTo>
                  <a:pt x="1839498" y="24872"/>
                  <a:pt x="1839133" y="26609"/>
                  <a:pt x="1838493" y="28255"/>
                </a:cubicBezTo>
                <a:cubicBezTo>
                  <a:pt x="1837761" y="29992"/>
                  <a:pt x="1836847" y="31455"/>
                  <a:pt x="1835567" y="32644"/>
                </a:cubicBezTo>
                <a:cubicBezTo>
                  <a:pt x="1834286" y="33924"/>
                  <a:pt x="1832823" y="34930"/>
                  <a:pt x="1831086" y="35662"/>
                </a:cubicBezTo>
                <a:cubicBezTo>
                  <a:pt x="1829440" y="36302"/>
                  <a:pt x="1827703" y="36667"/>
                  <a:pt x="1825965" y="36667"/>
                </a:cubicBezTo>
                <a:cubicBezTo>
                  <a:pt x="1824137" y="36667"/>
                  <a:pt x="1822399" y="36302"/>
                  <a:pt x="1820753" y="35662"/>
                </a:cubicBezTo>
                <a:cubicBezTo>
                  <a:pt x="1819107" y="34930"/>
                  <a:pt x="1817553" y="33924"/>
                  <a:pt x="1816364" y="32644"/>
                </a:cubicBezTo>
                <a:cubicBezTo>
                  <a:pt x="1815084" y="31455"/>
                  <a:pt x="1814078" y="29992"/>
                  <a:pt x="1813347" y="28255"/>
                </a:cubicBezTo>
                <a:cubicBezTo>
                  <a:pt x="1812707" y="26609"/>
                  <a:pt x="1812341" y="24872"/>
                  <a:pt x="1812341" y="23134"/>
                </a:cubicBezTo>
                <a:cubicBezTo>
                  <a:pt x="1812341" y="21306"/>
                  <a:pt x="1812707" y="19568"/>
                  <a:pt x="1813347" y="17922"/>
                </a:cubicBezTo>
                <a:cubicBezTo>
                  <a:pt x="1814078" y="16276"/>
                  <a:pt x="1815084" y="14813"/>
                  <a:pt x="1816364" y="13533"/>
                </a:cubicBezTo>
                <a:cubicBezTo>
                  <a:pt x="1817553" y="12253"/>
                  <a:pt x="1819107" y="11247"/>
                  <a:pt x="1820753" y="10607"/>
                </a:cubicBezTo>
                <a:cubicBezTo>
                  <a:pt x="1822399" y="9876"/>
                  <a:pt x="1824137" y="9510"/>
                  <a:pt x="1825965" y="9510"/>
                </a:cubicBezTo>
                <a:cubicBezTo>
                  <a:pt x="1827703" y="9510"/>
                  <a:pt x="1829440" y="9876"/>
                  <a:pt x="1831086" y="10607"/>
                </a:cubicBezTo>
                <a:cubicBezTo>
                  <a:pt x="1832823" y="11247"/>
                  <a:pt x="1834286" y="12253"/>
                  <a:pt x="1835567" y="13533"/>
                </a:cubicBezTo>
                <a:cubicBezTo>
                  <a:pt x="1836847" y="14813"/>
                  <a:pt x="1837761" y="16276"/>
                  <a:pt x="1838493" y="17922"/>
                </a:cubicBezTo>
                <a:cubicBezTo>
                  <a:pt x="1839133" y="19568"/>
                  <a:pt x="1839498" y="21306"/>
                  <a:pt x="1839498" y="23134"/>
                </a:cubicBezTo>
              </a:path>
              <a:path w="3024195" h="489661">
                <a:moveTo>
                  <a:pt x="2070110" y="22311"/>
                </a:moveTo>
                <a:cubicBezTo>
                  <a:pt x="2070110" y="24140"/>
                  <a:pt x="2069836" y="25878"/>
                  <a:pt x="2069104" y="27523"/>
                </a:cubicBezTo>
                <a:cubicBezTo>
                  <a:pt x="2068464" y="29169"/>
                  <a:pt x="2067458" y="30632"/>
                  <a:pt x="2066178" y="31913"/>
                </a:cubicBezTo>
                <a:cubicBezTo>
                  <a:pt x="2064898" y="33193"/>
                  <a:pt x="2063435" y="34199"/>
                  <a:pt x="2061789" y="34839"/>
                </a:cubicBezTo>
                <a:cubicBezTo>
                  <a:pt x="2060052" y="35570"/>
                  <a:pt x="2058406" y="35936"/>
                  <a:pt x="2056577" y="35936"/>
                </a:cubicBezTo>
                <a:cubicBezTo>
                  <a:pt x="2054748" y="35936"/>
                  <a:pt x="2053011" y="35570"/>
                  <a:pt x="2051365" y="34839"/>
                </a:cubicBezTo>
                <a:cubicBezTo>
                  <a:pt x="2049719" y="34199"/>
                  <a:pt x="2048256" y="33193"/>
                  <a:pt x="2046976" y="31913"/>
                </a:cubicBezTo>
                <a:cubicBezTo>
                  <a:pt x="2045696" y="30632"/>
                  <a:pt x="2044690" y="29169"/>
                  <a:pt x="2044050" y="27523"/>
                </a:cubicBezTo>
                <a:cubicBezTo>
                  <a:pt x="2043318" y="25878"/>
                  <a:pt x="2042952" y="24140"/>
                  <a:pt x="2042952" y="22311"/>
                </a:cubicBezTo>
                <a:cubicBezTo>
                  <a:pt x="2042952" y="20574"/>
                  <a:pt x="2043318" y="18837"/>
                  <a:pt x="2044050" y="17191"/>
                </a:cubicBezTo>
                <a:cubicBezTo>
                  <a:pt x="2044690" y="15453"/>
                  <a:pt x="2045696" y="13990"/>
                  <a:pt x="2046976" y="12802"/>
                </a:cubicBezTo>
                <a:cubicBezTo>
                  <a:pt x="2048256" y="11521"/>
                  <a:pt x="2049719" y="10516"/>
                  <a:pt x="2051365" y="9784"/>
                </a:cubicBezTo>
                <a:cubicBezTo>
                  <a:pt x="2053011" y="9144"/>
                  <a:pt x="2054748" y="8778"/>
                  <a:pt x="2056577" y="8778"/>
                </a:cubicBezTo>
                <a:cubicBezTo>
                  <a:pt x="2058406" y="8778"/>
                  <a:pt x="2060052" y="9144"/>
                  <a:pt x="2061789" y="9784"/>
                </a:cubicBezTo>
                <a:cubicBezTo>
                  <a:pt x="2063435" y="10516"/>
                  <a:pt x="2064898" y="11521"/>
                  <a:pt x="2066178" y="12802"/>
                </a:cubicBezTo>
                <a:cubicBezTo>
                  <a:pt x="2067458" y="13990"/>
                  <a:pt x="2068464" y="15453"/>
                  <a:pt x="2069104" y="17191"/>
                </a:cubicBezTo>
                <a:cubicBezTo>
                  <a:pt x="2069836" y="18837"/>
                  <a:pt x="2070110" y="20574"/>
                  <a:pt x="2070110" y="22311"/>
                </a:cubicBezTo>
              </a:path>
              <a:path w="3024195" h="489661">
                <a:moveTo>
                  <a:pt x="2347813" y="83119"/>
                </a:moveTo>
                <a:cubicBezTo>
                  <a:pt x="2347813" y="84856"/>
                  <a:pt x="2347448" y="86594"/>
                  <a:pt x="2346716" y="88331"/>
                </a:cubicBezTo>
                <a:cubicBezTo>
                  <a:pt x="2346076" y="89977"/>
                  <a:pt x="2345070" y="91440"/>
                  <a:pt x="2343790" y="92720"/>
                </a:cubicBezTo>
                <a:cubicBezTo>
                  <a:pt x="2342510" y="94000"/>
                  <a:pt x="2341047" y="94915"/>
                  <a:pt x="2339401" y="95646"/>
                </a:cubicBezTo>
                <a:cubicBezTo>
                  <a:pt x="2337755" y="96286"/>
                  <a:pt x="2336018" y="96652"/>
                  <a:pt x="2334189" y="96652"/>
                </a:cubicBezTo>
                <a:cubicBezTo>
                  <a:pt x="2332360" y="96652"/>
                  <a:pt x="2330623" y="96286"/>
                  <a:pt x="2328977" y="95646"/>
                </a:cubicBezTo>
                <a:cubicBezTo>
                  <a:pt x="2327331" y="94915"/>
                  <a:pt x="2325868" y="94000"/>
                  <a:pt x="2324588" y="92720"/>
                </a:cubicBezTo>
                <a:cubicBezTo>
                  <a:pt x="2323308" y="91440"/>
                  <a:pt x="2322302" y="89977"/>
                  <a:pt x="2321662" y="88331"/>
                </a:cubicBezTo>
                <a:cubicBezTo>
                  <a:pt x="2320930" y="86594"/>
                  <a:pt x="2320564" y="84856"/>
                  <a:pt x="2320564" y="83119"/>
                </a:cubicBezTo>
                <a:cubicBezTo>
                  <a:pt x="2320564" y="81290"/>
                  <a:pt x="2320930" y="79553"/>
                  <a:pt x="2321662" y="77907"/>
                </a:cubicBezTo>
                <a:cubicBezTo>
                  <a:pt x="2322302" y="76261"/>
                  <a:pt x="2323308" y="74798"/>
                  <a:pt x="2324588" y="73518"/>
                </a:cubicBezTo>
                <a:cubicBezTo>
                  <a:pt x="2325868" y="72238"/>
                  <a:pt x="2327331" y="71232"/>
                  <a:pt x="2328977" y="70592"/>
                </a:cubicBezTo>
                <a:cubicBezTo>
                  <a:pt x="2330623" y="69860"/>
                  <a:pt x="2332360" y="69586"/>
                  <a:pt x="2334189" y="69586"/>
                </a:cubicBezTo>
                <a:cubicBezTo>
                  <a:pt x="2336018" y="69586"/>
                  <a:pt x="2337755" y="69860"/>
                  <a:pt x="2339401" y="70592"/>
                </a:cubicBezTo>
                <a:cubicBezTo>
                  <a:pt x="2341047" y="71232"/>
                  <a:pt x="2342510" y="72238"/>
                  <a:pt x="2343790" y="73518"/>
                </a:cubicBezTo>
                <a:cubicBezTo>
                  <a:pt x="2345070" y="74798"/>
                  <a:pt x="2346076" y="76261"/>
                  <a:pt x="2346716" y="77907"/>
                </a:cubicBezTo>
                <a:cubicBezTo>
                  <a:pt x="2347448" y="79553"/>
                  <a:pt x="2347813" y="81290"/>
                  <a:pt x="2347813" y="83119"/>
                </a:cubicBezTo>
              </a:path>
              <a:path w="3024195" h="489661">
                <a:moveTo>
                  <a:pt x="2591867" y="14905"/>
                </a:moveTo>
                <a:cubicBezTo>
                  <a:pt x="2591867" y="16734"/>
                  <a:pt x="2591592" y="18471"/>
                  <a:pt x="2590861" y="20117"/>
                </a:cubicBezTo>
                <a:cubicBezTo>
                  <a:pt x="2590221" y="21763"/>
                  <a:pt x="2589215" y="23226"/>
                  <a:pt x="2587935" y="24506"/>
                </a:cubicBezTo>
                <a:cubicBezTo>
                  <a:pt x="2586655" y="25786"/>
                  <a:pt x="2585192" y="26792"/>
                  <a:pt x="2583546" y="27432"/>
                </a:cubicBezTo>
                <a:cubicBezTo>
                  <a:pt x="2581808" y="28164"/>
                  <a:pt x="2580071" y="28438"/>
                  <a:pt x="2578334" y="28438"/>
                </a:cubicBezTo>
                <a:cubicBezTo>
                  <a:pt x="2576505" y="28438"/>
                  <a:pt x="2574768" y="28164"/>
                  <a:pt x="2573122" y="27432"/>
                </a:cubicBezTo>
                <a:cubicBezTo>
                  <a:pt x="2571476" y="26792"/>
                  <a:pt x="2570013" y="25786"/>
                  <a:pt x="2568732" y="24506"/>
                </a:cubicBezTo>
                <a:cubicBezTo>
                  <a:pt x="2567452" y="23226"/>
                  <a:pt x="2566446" y="21763"/>
                  <a:pt x="2565715" y="20117"/>
                </a:cubicBezTo>
                <a:cubicBezTo>
                  <a:pt x="2565075" y="18471"/>
                  <a:pt x="2564709" y="16734"/>
                  <a:pt x="2564709" y="14905"/>
                </a:cubicBezTo>
                <a:cubicBezTo>
                  <a:pt x="2564709" y="13076"/>
                  <a:pt x="2565075" y="11430"/>
                  <a:pt x="2565715" y="9693"/>
                </a:cubicBezTo>
                <a:cubicBezTo>
                  <a:pt x="2566446" y="8047"/>
                  <a:pt x="2567452" y="6584"/>
                  <a:pt x="2568732" y="5304"/>
                </a:cubicBezTo>
                <a:cubicBezTo>
                  <a:pt x="2570013" y="4023"/>
                  <a:pt x="2571476" y="3109"/>
                  <a:pt x="2573122" y="2377"/>
                </a:cubicBezTo>
                <a:cubicBezTo>
                  <a:pt x="2574768" y="1737"/>
                  <a:pt x="2576505" y="1372"/>
                  <a:pt x="2578334" y="1372"/>
                </a:cubicBezTo>
                <a:cubicBezTo>
                  <a:pt x="2580071" y="1372"/>
                  <a:pt x="2581808" y="1737"/>
                  <a:pt x="2583546" y="2377"/>
                </a:cubicBezTo>
                <a:cubicBezTo>
                  <a:pt x="2585192" y="3109"/>
                  <a:pt x="2586655" y="4023"/>
                  <a:pt x="2587935" y="5304"/>
                </a:cubicBezTo>
                <a:cubicBezTo>
                  <a:pt x="2589215" y="6584"/>
                  <a:pt x="2590221" y="8047"/>
                  <a:pt x="2590861" y="9693"/>
                </a:cubicBezTo>
                <a:cubicBezTo>
                  <a:pt x="2591592" y="11430"/>
                  <a:pt x="2591867" y="13076"/>
                  <a:pt x="2591867" y="14905"/>
                </a:cubicBezTo>
              </a:path>
              <a:path w="3024195" h="489661">
                <a:moveTo>
                  <a:pt x="2791297" y="107442"/>
                </a:moveTo>
                <a:cubicBezTo>
                  <a:pt x="2791297" y="109271"/>
                  <a:pt x="2790932" y="111008"/>
                  <a:pt x="2790292" y="112654"/>
                </a:cubicBezTo>
                <a:cubicBezTo>
                  <a:pt x="2789560" y="114300"/>
                  <a:pt x="2788554" y="115763"/>
                  <a:pt x="2787274" y="117043"/>
                </a:cubicBezTo>
                <a:cubicBezTo>
                  <a:pt x="2785994" y="118323"/>
                  <a:pt x="2784531" y="119329"/>
                  <a:pt x="2782885" y="119969"/>
                </a:cubicBezTo>
                <a:cubicBezTo>
                  <a:pt x="2781239" y="120701"/>
                  <a:pt x="2779502" y="120975"/>
                  <a:pt x="2777673" y="120975"/>
                </a:cubicBezTo>
                <a:cubicBezTo>
                  <a:pt x="2775936" y="120975"/>
                  <a:pt x="2774198" y="120701"/>
                  <a:pt x="2772461" y="119969"/>
                </a:cubicBezTo>
                <a:cubicBezTo>
                  <a:pt x="2770815" y="119329"/>
                  <a:pt x="2769352" y="118323"/>
                  <a:pt x="2768072" y="117043"/>
                </a:cubicBezTo>
                <a:cubicBezTo>
                  <a:pt x="2766792" y="115763"/>
                  <a:pt x="2765786" y="114300"/>
                  <a:pt x="2765146" y="112654"/>
                </a:cubicBezTo>
                <a:cubicBezTo>
                  <a:pt x="2764414" y="111008"/>
                  <a:pt x="2764140" y="109271"/>
                  <a:pt x="2764140" y="107442"/>
                </a:cubicBezTo>
                <a:cubicBezTo>
                  <a:pt x="2764140" y="105613"/>
                  <a:pt x="2764414" y="103967"/>
                  <a:pt x="2765146" y="102230"/>
                </a:cubicBezTo>
                <a:cubicBezTo>
                  <a:pt x="2765786" y="100584"/>
                  <a:pt x="2766792" y="99121"/>
                  <a:pt x="2768072" y="97841"/>
                </a:cubicBezTo>
                <a:cubicBezTo>
                  <a:pt x="2769352" y="96561"/>
                  <a:pt x="2770815" y="95646"/>
                  <a:pt x="2772461" y="94915"/>
                </a:cubicBezTo>
                <a:cubicBezTo>
                  <a:pt x="2774198" y="94275"/>
                  <a:pt x="2775936" y="93909"/>
                  <a:pt x="2777673" y="93909"/>
                </a:cubicBezTo>
                <a:cubicBezTo>
                  <a:pt x="2779502" y="93909"/>
                  <a:pt x="2781239" y="94275"/>
                  <a:pt x="2782885" y="94915"/>
                </a:cubicBezTo>
                <a:cubicBezTo>
                  <a:pt x="2784531" y="95646"/>
                  <a:pt x="2785994" y="96561"/>
                  <a:pt x="2787274" y="97841"/>
                </a:cubicBezTo>
                <a:cubicBezTo>
                  <a:pt x="2788554" y="99121"/>
                  <a:pt x="2789560" y="100584"/>
                  <a:pt x="2790200" y="102230"/>
                </a:cubicBezTo>
                <a:cubicBezTo>
                  <a:pt x="2790932" y="103967"/>
                  <a:pt x="2791297" y="105613"/>
                  <a:pt x="2791297" y="107442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21" name="Forma 20"/>
          <p:cNvSpPr/>
          <p:nvPr/>
        </p:nvSpPr>
        <p:spPr>
          <a:xfrm>
            <a:off x="8099572" y="1636319"/>
            <a:ext cx="68397" cy="68306"/>
          </a:xfrm>
          <a:custGeom>
            <a:avLst/>
            <a:gdLst/>
            <a:ahLst/>
            <a:cxnLst/>
            <a:rect l="l" t="t" r="r" b="b"/>
            <a:pathLst>
              <a:path w="68397" h="68306">
                <a:moveTo>
                  <a:pt x="68397" y="34107"/>
                </a:moveTo>
                <a:cubicBezTo>
                  <a:pt x="68397" y="38679"/>
                  <a:pt x="67574" y="43068"/>
                  <a:pt x="65837" y="47183"/>
                </a:cubicBezTo>
                <a:cubicBezTo>
                  <a:pt x="64099" y="51389"/>
                  <a:pt x="61631" y="55047"/>
                  <a:pt x="58430" y="58247"/>
                </a:cubicBezTo>
                <a:cubicBezTo>
                  <a:pt x="55230" y="61448"/>
                  <a:pt x="51481" y="63917"/>
                  <a:pt x="47274" y="65654"/>
                </a:cubicBezTo>
                <a:cubicBezTo>
                  <a:pt x="43160" y="67391"/>
                  <a:pt x="38771" y="68306"/>
                  <a:pt x="34199" y="68306"/>
                </a:cubicBezTo>
                <a:cubicBezTo>
                  <a:pt x="29718" y="68306"/>
                  <a:pt x="25329" y="67391"/>
                  <a:pt x="21123" y="65654"/>
                </a:cubicBezTo>
                <a:cubicBezTo>
                  <a:pt x="16916" y="63917"/>
                  <a:pt x="13259" y="61448"/>
                  <a:pt x="10058" y="58247"/>
                </a:cubicBezTo>
                <a:cubicBezTo>
                  <a:pt x="6858" y="55047"/>
                  <a:pt x="4298" y="51389"/>
                  <a:pt x="2560" y="47183"/>
                </a:cubicBezTo>
                <a:cubicBezTo>
                  <a:pt x="823" y="43068"/>
                  <a:pt x="0" y="38679"/>
                  <a:pt x="0" y="34107"/>
                </a:cubicBezTo>
                <a:cubicBezTo>
                  <a:pt x="0" y="29627"/>
                  <a:pt x="823" y="25237"/>
                  <a:pt x="2560" y="21123"/>
                </a:cubicBezTo>
                <a:cubicBezTo>
                  <a:pt x="4298" y="16916"/>
                  <a:pt x="6858" y="13167"/>
                  <a:pt x="10058" y="9967"/>
                </a:cubicBezTo>
                <a:cubicBezTo>
                  <a:pt x="13259" y="6767"/>
                  <a:pt x="16916" y="4298"/>
                  <a:pt x="21123" y="2560"/>
                </a:cubicBezTo>
                <a:cubicBezTo>
                  <a:pt x="25329" y="823"/>
                  <a:pt x="29718" y="0"/>
                  <a:pt x="34199" y="0"/>
                </a:cubicBezTo>
                <a:cubicBezTo>
                  <a:pt x="38771" y="0"/>
                  <a:pt x="43160" y="823"/>
                  <a:pt x="47274" y="2560"/>
                </a:cubicBezTo>
                <a:cubicBezTo>
                  <a:pt x="51481" y="4298"/>
                  <a:pt x="55230" y="6767"/>
                  <a:pt x="58430" y="9967"/>
                </a:cubicBezTo>
                <a:cubicBezTo>
                  <a:pt x="61631" y="13167"/>
                  <a:pt x="64099" y="16916"/>
                  <a:pt x="65837" y="21123"/>
                </a:cubicBezTo>
                <a:cubicBezTo>
                  <a:pt x="67574" y="25237"/>
                  <a:pt x="68397" y="29627"/>
                  <a:pt x="68397" y="34107"/>
                </a:cubicBezTo>
              </a:path>
            </a:pathLst>
          </a:custGeom>
          <a:solidFill>
            <a:srgbClr val="315D70"/>
          </a:solidFill>
          <a:ln w="11570">
            <a:solidFill>
              <a:srgbClr val="F2EFE6"/>
            </a:solidFill>
            <a:prstDash val="solid"/>
          </a:ln>
        </p:spPr>
      </p:sp>
      <p:sp>
        <p:nvSpPr>
          <p:cNvPr id="22" name="Forma 21"/>
          <p:cNvSpPr/>
          <p:nvPr/>
        </p:nvSpPr>
        <p:spPr>
          <a:xfrm>
            <a:off x="5093391" y="1338499"/>
            <a:ext cx="3072750" cy="139355"/>
          </a:xfrm>
          <a:custGeom>
            <a:avLst/>
            <a:gdLst/>
            <a:ahLst/>
            <a:cxnLst/>
            <a:rect l="l" t="t" r="r" b="b"/>
            <a:pathLst>
              <a:path w="3072750" h="139355">
                <a:moveTo>
                  <a:pt x="27158" y="108722"/>
                </a:moveTo>
                <a:cubicBezTo>
                  <a:pt x="27158" y="110551"/>
                  <a:pt x="26792" y="112288"/>
                  <a:pt x="26152" y="113934"/>
                </a:cubicBezTo>
                <a:cubicBezTo>
                  <a:pt x="25420" y="115580"/>
                  <a:pt x="24506" y="117043"/>
                  <a:pt x="23226" y="118323"/>
                </a:cubicBezTo>
                <a:cubicBezTo>
                  <a:pt x="21946" y="119604"/>
                  <a:pt x="20483" y="120609"/>
                  <a:pt x="18745" y="121249"/>
                </a:cubicBezTo>
                <a:cubicBezTo>
                  <a:pt x="17099" y="121981"/>
                  <a:pt x="15362" y="122347"/>
                  <a:pt x="13625" y="122347"/>
                </a:cubicBezTo>
                <a:cubicBezTo>
                  <a:pt x="11796" y="122347"/>
                  <a:pt x="10058" y="121981"/>
                  <a:pt x="8412" y="121249"/>
                </a:cubicBezTo>
                <a:cubicBezTo>
                  <a:pt x="6767" y="120609"/>
                  <a:pt x="5212" y="119604"/>
                  <a:pt x="4023" y="118323"/>
                </a:cubicBezTo>
                <a:cubicBezTo>
                  <a:pt x="2743" y="117043"/>
                  <a:pt x="1737" y="115580"/>
                  <a:pt x="1006" y="113934"/>
                </a:cubicBezTo>
                <a:cubicBezTo>
                  <a:pt x="366" y="112288"/>
                  <a:pt x="0" y="110551"/>
                  <a:pt x="0" y="108722"/>
                </a:cubicBezTo>
                <a:cubicBezTo>
                  <a:pt x="0" y="106985"/>
                  <a:pt x="366" y="105247"/>
                  <a:pt x="1006" y="103602"/>
                </a:cubicBezTo>
                <a:cubicBezTo>
                  <a:pt x="1737" y="101956"/>
                  <a:pt x="2743" y="100401"/>
                  <a:pt x="4023" y="99212"/>
                </a:cubicBezTo>
                <a:cubicBezTo>
                  <a:pt x="5212" y="97932"/>
                  <a:pt x="6767" y="96926"/>
                  <a:pt x="8412" y="96195"/>
                </a:cubicBezTo>
                <a:cubicBezTo>
                  <a:pt x="10058" y="95555"/>
                  <a:pt x="11796" y="95189"/>
                  <a:pt x="13625" y="95189"/>
                </a:cubicBezTo>
                <a:cubicBezTo>
                  <a:pt x="15362" y="95189"/>
                  <a:pt x="17099" y="95555"/>
                  <a:pt x="18745" y="96195"/>
                </a:cubicBezTo>
                <a:cubicBezTo>
                  <a:pt x="20483" y="96926"/>
                  <a:pt x="21946" y="97932"/>
                  <a:pt x="23226" y="99212"/>
                </a:cubicBezTo>
                <a:cubicBezTo>
                  <a:pt x="24506" y="100401"/>
                  <a:pt x="25420" y="101956"/>
                  <a:pt x="26152" y="103602"/>
                </a:cubicBezTo>
                <a:cubicBezTo>
                  <a:pt x="26792" y="105247"/>
                  <a:pt x="27158" y="106985"/>
                  <a:pt x="27158" y="108722"/>
                </a:cubicBezTo>
              </a:path>
              <a:path w="3072750" h="139355">
                <a:moveTo>
                  <a:pt x="207477" y="104150"/>
                </a:moveTo>
                <a:cubicBezTo>
                  <a:pt x="207477" y="105979"/>
                  <a:pt x="207112" y="107625"/>
                  <a:pt x="206472" y="109362"/>
                </a:cubicBezTo>
                <a:cubicBezTo>
                  <a:pt x="205740" y="111008"/>
                  <a:pt x="204734" y="112471"/>
                  <a:pt x="203545" y="113751"/>
                </a:cubicBezTo>
                <a:cubicBezTo>
                  <a:pt x="202265" y="115032"/>
                  <a:pt x="200802" y="115946"/>
                  <a:pt x="199065" y="116677"/>
                </a:cubicBezTo>
                <a:cubicBezTo>
                  <a:pt x="197419" y="117318"/>
                  <a:pt x="195682" y="117683"/>
                  <a:pt x="193853" y="117683"/>
                </a:cubicBezTo>
                <a:cubicBezTo>
                  <a:pt x="192115" y="117683"/>
                  <a:pt x="190378" y="117318"/>
                  <a:pt x="188732" y="116677"/>
                </a:cubicBezTo>
                <a:cubicBezTo>
                  <a:pt x="186995" y="115946"/>
                  <a:pt x="185532" y="115032"/>
                  <a:pt x="184252" y="113751"/>
                </a:cubicBezTo>
                <a:cubicBezTo>
                  <a:pt x="182971" y="112471"/>
                  <a:pt x="182057" y="111008"/>
                  <a:pt x="181326" y="109362"/>
                </a:cubicBezTo>
                <a:cubicBezTo>
                  <a:pt x="180685" y="107625"/>
                  <a:pt x="180320" y="105979"/>
                  <a:pt x="180320" y="104150"/>
                </a:cubicBezTo>
                <a:cubicBezTo>
                  <a:pt x="180320" y="102321"/>
                  <a:pt x="180685" y="100584"/>
                  <a:pt x="181326" y="98938"/>
                </a:cubicBezTo>
                <a:cubicBezTo>
                  <a:pt x="182057" y="97292"/>
                  <a:pt x="182971" y="95829"/>
                  <a:pt x="184252" y="94549"/>
                </a:cubicBezTo>
                <a:cubicBezTo>
                  <a:pt x="185532" y="93269"/>
                  <a:pt x="186995" y="92263"/>
                  <a:pt x="188732" y="91623"/>
                </a:cubicBezTo>
                <a:cubicBezTo>
                  <a:pt x="190378" y="90891"/>
                  <a:pt x="192115" y="90617"/>
                  <a:pt x="193853" y="90617"/>
                </a:cubicBezTo>
                <a:cubicBezTo>
                  <a:pt x="195682" y="90617"/>
                  <a:pt x="197419" y="90891"/>
                  <a:pt x="199065" y="91623"/>
                </a:cubicBezTo>
                <a:cubicBezTo>
                  <a:pt x="200802" y="92263"/>
                  <a:pt x="202265" y="93269"/>
                  <a:pt x="203545" y="94549"/>
                </a:cubicBezTo>
                <a:cubicBezTo>
                  <a:pt x="204734" y="95829"/>
                  <a:pt x="205740" y="97292"/>
                  <a:pt x="206472" y="98938"/>
                </a:cubicBezTo>
                <a:cubicBezTo>
                  <a:pt x="207112" y="100584"/>
                  <a:pt x="207477" y="102321"/>
                  <a:pt x="207477" y="104150"/>
                </a:cubicBezTo>
              </a:path>
              <a:path w="3072750" h="139355">
                <a:moveTo>
                  <a:pt x="470550" y="92172"/>
                </a:moveTo>
                <a:cubicBezTo>
                  <a:pt x="470550" y="93909"/>
                  <a:pt x="470184" y="95646"/>
                  <a:pt x="469453" y="97292"/>
                </a:cubicBezTo>
                <a:cubicBezTo>
                  <a:pt x="468813" y="99030"/>
                  <a:pt x="467807" y="100493"/>
                  <a:pt x="466527" y="101773"/>
                </a:cubicBezTo>
                <a:cubicBezTo>
                  <a:pt x="465247" y="102961"/>
                  <a:pt x="463784" y="103967"/>
                  <a:pt x="462138" y="104699"/>
                </a:cubicBezTo>
                <a:cubicBezTo>
                  <a:pt x="460492" y="105339"/>
                  <a:pt x="458754" y="105705"/>
                  <a:pt x="456926" y="105705"/>
                </a:cubicBezTo>
                <a:cubicBezTo>
                  <a:pt x="455097" y="105705"/>
                  <a:pt x="453360" y="105339"/>
                  <a:pt x="451714" y="104699"/>
                </a:cubicBezTo>
                <a:cubicBezTo>
                  <a:pt x="450068" y="103967"/>
                  <a:pt x="448605" y="102961"/>
                  <a:pt x="447324" y="101773"/>
                </a:cubicBezTo>
                <a:cubicBezTo>
                  <a:pt x="446044" y="100493"/>
                  <a:pt x="445038" y="99030"/>
                  <a:pt x="444398" y="97292"/>
                </a:cubicBezTo>
                <a:cubicBezTo>
                  <a:pt x="443667" y="95646"/>
                  <a:pt x="443393" y="93909"/>
                  <a:pt x="443393" y="92172"/>
                </a:cubicBezTo>
                <a:cubicBezTo>
                  <a:pt x="443393" y="90343"/>
                  <a:pt x="443667" y="88605"/>
                  <a:pt x="444398" y="86959"/>
                </a:cubicBezTo>
                <a:cubicBezTo>
                  <a:pt x="445038" y="85314"/>
                  <a:pt x="446044" y="83850"/>
                  <a:pt x="447324" y="82570"/>
                </a:cubicBezTo>
                <a:cubicBezTo>
                  <a:pt x="448605" y="81290"/>
                  <a:pt x="450068" y="80284"/>
                  <a:pt x="451714" y="79644"/>
                </a:cubicBezTo>
                <a:cubicBezTo>
                  <a:pt x="453360" y="78913"/>
                  <a:pt x="455097" y="78547"/>
                  <a:pt x="456926" y="78547"/>
                </a:cubicBezTo>
                <a:cubicBezTo>
                  <a:pt x="458754" y="78547"/>
                  <a:pt x="460492" y="78913"/>
                  <a:pt x="462138" y="79644"/>
                </a:cubicBezTo>
                <a:cubicBezTo>
                  <a:pt x="463784" y="80284"/>
                  <a:pt x="465247" y="81290"/>
                  <a:pt x="466527" y="82570"/>
                </a:cubicBezTo>
                <a:cubicBezTo>
                  <a:pt x="467807" y="83850"/>
                  <a:pt x="468813" y="85314"/>
                  <a:pt x="469453" y="86959"/>
                </a:cubicBezTo>
                <a:cubicBezTo>
                  <a:pt x="470184" y="88605"/>
                  <a:pt x="470550" y="90343"/>
                  <a:pt x="470550" y="92172"/>
                </a:cubicBezTo>
              </a:path>
              <a:path w="3072750" h="139355">
                <a:moveTo>
                  <a:pt x="755112" y="93817"/>
                </a:moveTo>
                <a:cubicBezTo>
                  <a:pt x="755112" y="95646"/>
                  <a:pt x="754837" y="97384"/>
                  <a:pt x="754106" y="99030"/>
                </a:cubicBezTo>
                <a:cubicBezTo>
                  <a:pt x="753466" y="100675"/>
                  <a:pt x="752460" y="102138"/>
                  <a:pt x="751180" y="103419"/>
                </a:cubicBezTo>
                <a:cubicBezTo>
                  <a:pt x="749899" y="104699"/>
                  <a:pt x="748436" y="105705"/>
                  <a:pt x="746790" y="106345"/>
                </a:cubicBezTo>
                <a:cubicBezTo>
                  <a:pt x="745053" y="107076"/>
                  <a:pt x="743407" y="107442"/>
                  <a:pt x="741578" y="107442"/>
                </a:cubicBezTo>
                <a:cubicBezTo>
                  <a:pt x="739750" y="107442"/>
                  <a:pt x="738012" y="107076"/>
                  <a:pt x="736366" y="106345"/>
                </a:cubicBezTo>
                <a:cubicBezTo>
                  <a:pt x="734720" y="105705"/>
                  <a:pt x="733257" y="104699"/>
                  <a:pt x="731977" y="103419"/>
                </a:cubicBezTo>
                <a:cubicBezTo>
                  <a:pt x="730697" y="102138"/>
                  <a:pt x="729691" y="100675"/>
                  <a:pt x="729051" y="99030"/>
                </a:cubicBezTo>
                <a:cubicBezTo>
                  <a:pt x="728320" y="97384"/>
                  <a:pt x="727954" y="95646"/>
                  <a:pt x="727954" y="93817"/>
                </a:cubicBezTo>
                <a:cubicBezTo>
                  <a:pt x="727954" y="92080"/>
                  <a:pt x="728320" y="90343"/>
                  <a:pt x="729051" y="88697"/>
                </a:cubicBezTo>
                <a:cubicBezTo>
                  <a:pt x="729691" y="86959"/>
                  <a:pt x="730697" y="85496"/>
                  <a:pt x="731977" y="84216"/>
                </a:cubicBezTo>
                <a:cubicBezTo>
                  <a:pt x="733257" y="83028"/>
                  <a:pt x="734720" y="82022"/>
                  <a:pt x="736366" y="81290"/>
                </a:cubicBezTo>
                <a:cubicBezTo>
                  <a:pt x="738012" y="80650"/>
                  <a:pt x="739750" y="80284"/>
                  <a:pt x="741578" y="80284"/>
                </a:cubicBezTo>
                <a:cubicBezTo>
                  <a:pt x="743407" y="80284"/>
                  <a:pt x="745053" y="80650"/>
                  <a:pt x="746790" y="81290"/>
                </a:cubicBezTo>
                <a:cubicBezTo>
                  <a:pt x="748436" y="82022"/>
                  <a:pt x="749899" y="83028"/>
                  <a:pt x="751180" y="84216"/>
                </a:cubicBezTo>
                <a:cubicBezTo>
                  <a:pt x="752460" y="85496"/>
                  <a:pt x="753466" y="86959"/>
                  <a:pt x="754106" y="88697"/>
                </a:cubicBezTo>
                <a:cubicBezTo>
                  <a:pt x="754837" y="90343"/>
                  <a:pt x="755112" y="92080"/>
                  <a:pt x="755112" y="93817"/>
                </a:cubicBezTo>
              </a:path>
              <a:path w="3072750" h="139355">
                <a:moveTo>
                  <a:pt x="957560" y="106893"/>
                </a:moveTo>
                <a:cubicBezTo>
                  <a:pt x="957560" y="108631"/>
                  <a:pt x="957194" y="110368"/>
                  <a:pt x="956554" y="112014"/>
                </a:cubicBezTo>
                <a:cubicBezTo>
                  <a:pt x="955822" y="113660"/>
                  <a:pt x="954816" y="115123"/>
                  <a:pt x="953536" y="116403"/>
                </a:cubicBezTo>
                <a:cubicBezTo>
                  <a:pt x="952256" y="117683"/>
                  <a:pt x="950793" y="118689"/>
                  <a:pt x="949147" y="119421"/>
                </a:cubicBezTo>
                <a:cubicBezTo>
                  <a:pt x="947501" y="120061"/>
                  <a:pt x="945764" y="120426"/>
                  <a:pt x="943935" y="120426"/>
                </a:cubicBezTo>
                <a:cubicBezTo>
                  <a:pt x="942198" y="120426"/>
                  <a:pt x="940460" y="120061"/>
                  <a:pt x="938723" y="119421"/>
                </a:cubicBezTo>
                <a:cubicBezTo>
                  <a:pt x="937077" y="118689"/>
                  <a:pt x="935614" y="117683"/>
                  <a:pt x="934334" y="116403"/>
                </a:cubicBezTo>
                <a:cubicBezTo>
                  <a:pt x="933054" y="115123"/>
                  <a:pt x="932139" y="113660"/>
                  <a:pt x="931408" y="112014"/>
                </a:cubicBezTo>
                <a:cubicBezTo>
                  <a:pt x="930676" y="110368"/>
                  <a:pt x="930402" y="108631"/>
                  <a:pt x="930402" y="106893"/>
                </a:cubicBezTo>
                <a:cubicBezTo>
                  <a:pt x="930402" y="105065"/>
                  <a:pt x="930676" y="103327"/>
                  <a:pt x="931408" y="101681"/>
                </a:cubicBezTo>
                <a:cubicBezTo>
                  <a:pt x="932139" y="100035"/>
                  <a:pt x="933054" y="98572"/>
                  <a:pt x="934334" y="97292"/>
                </a:cubicBezTo>
                <a:cubicBezTo>
                  <a:pt x="935614" y="96012"/>
                  <a:pt x="937077" y="95006"/>
                  <a:pt x="938723" y="94366"/>
                </a:cubicBezTo>
                <a:cubicBezTo>
                  <a:pt x="940460" y="93635"/>
                  <a:pt x="942198" y="93269"/>
                  <a:pt x="943935" y="93269"/>
                </a:cubicBezTo>
                <a:cubicBezTo>
                  <a:pt x="945764" y="93269"/>
                  <a:pt x="947501" y="93635"/>
                  <a:pt x="949147" y="94366"/>
                </a:cubicBezTo>
                <a:cubicBezTo>
                  <a:pt x="950793" y="95006"/>
                  <a:pt x="952256" y="96012"/>
                  <a:pt x="953536" y="97292"/>
                </a:cubicBezTo>
                <a:cubicBezTo>
                  <a:pt x="954816" y="98572"/>
                  <a:pt x="955822" y="100035"/>
                  <a:pt x="956554" y="101681"/>
                </a:cubicBezTo>
                <a:cubicBezTo>
                  <a:pt x="957194" y="103327"/>
                  <a:pt x="957560" y="105065"/>
                  <a:pt x="957560" y="106893"/>
                </a:cubicBezTo>
              </a:path>
              <a:path w="3072750" h="139355">
                <a:moveTo>
                  <a:pt x="1172352" y="125364"/>
                </a:moveTo>
                <a:cubicBezTo>
                  <a:pt x="1172352" y="127193"/>
                  <a:pt x="1172078" y="128930"/>
                  <a:pt x="1171346" y="130576"/>
                </a:cubicBezTo>
                <a:cubicBezTo>
                  <a:pt x="1170615" y="132222"/>
                  <a:pt x="1169700" y="133685"/>
                  <a:pt x="1168420" y="134965"/>
                </a:cubicBezTo>
                <a:cubicBezTo>
                  <a:pt x="1167140" y="136246"/>
                  <a:pt x="1165677" y="137251"/>
                  <a:pt x="1164031" y="137892"/>
                </a:cubicBezTo>
                <a:cubicBezTo>
                  <a:pt x="1162294" y="138623"/>
                  <a:pt x="1160556" y="138897"/>
                  <a:pt x="1158819" y="138897"/>
                </a:cubicBezTo>
                <a:cubicBezTo>
                  <a:pt x="1156990" y="138897"/>
                  <a:pt x="1155253" y="138623"/>
                  <a:pt x="1153607" y="137892"/>
                </a:cubicBezTo>
                <a:cubicBezTo>
                  <a:pt x="1151961" y="137251"/>
                  <a:pt x="1150498" y="136246"/>
                  <a:pt x="1149218" y="134965"/>
                </a:cubicBezTo>
                <a:cubicBezTo>
                  <a:pt x="1147938" y="133685"/>
                  <a:pt x="1146932" y="132222"/>
                  <a:pt x="1146200" y="130576"/>
                </a:cubicBezTo>
                <a:cubicBezTo>
                  <a:pt x="1145560" y="128930"/>
                  <a:pt x="1145195" y="127193"/>
                  <a:pt x="1145195" y="125364"/>
                </a:cubicBezTo>
                <a:cubicBezTo>
                  <a:pt x="1145195" y="123627"/>
                  <a:pt x="1145560" y="121890"/>
                  <a:pt x="1146200" y="120152"/>
                </a:cubicBezTo>
                <a:cubicBezTo>
                  <a:pt x="1146932" y="118506"/>
                  <a:pt x="1147938" y="117043"/>
                  <a:pt x="1149218" y="115763"/>
                </a:cubicBezTo>
                <a:cubicBezTo>
                  <a:pt x="1150498" y="114483"/>
                  <a:pt x="1151961" y="113568"/>
                  <a:pt x="1153607" y="112837"/>
                </a:cubicBezTo>
                <a:cubicBezTo>
                  <a:pt x="1155253" y="112197"/>
                  <a:pt x="1156990" y="111831"/>
                  <a:pt x="1158819" y="111831"/>
                </a:cubicBezTo>
                <a:cubicBezTo>
                  <a:pt x="1160556" y="111831"/>
                  <a:pt x="1162294" y="112197"/>
                  <a:pt x="1164031" y="112837"/>
                </a:cubicBezTo>
                <a:cubicBezTo>
                  <a:pt x="1165677" y="113568"/>
                  <a:pt x="1167140" y="114483"/>
                  <a:pt x="1168420" y="115763"/>
                </a:cubicBezTo>
                <a:cubicBezTo>
                  <a:pt x="1169700" y="117043"/>
                  <a:pt x="1170615" y="118506"/>
                  <a:pt x="1171346" y="120152"/>
                </a:cubicBezTo>
                <a:cubicBezTo>
                  <a:pt x="1172078" y="121890"/>
                  <a:pt x="1172352" y="123627"/>
                  <a:pt x="1172352" y="125364"/>
                </a:cubicBezTo>
              </a:path>
              <a:path w="3072750" h="139355">
                <a:moveTo>
                  <a:pt x="1393728" y="125821"/>
                </a:moveTo>
                <a:cubicBezTo>
                  <a:pt x="1393728" y="127559"/>
                  <a:pt x="1393363" y="129296"/>
                  <a:pt x="1392631" y="130942"/>
                </a:cubicBezTo>
                <a:cubicBezTo>
                  <a:pt x="1391991" y="132588"/>
                  <a:pt x="1390985" y="134142"/>
                  <a:pt x="1389705" y="135331"/>
                </a:cubicBezTo>
                <a:cubicBezTo>
                  <a:pt x="1388425" y="136611"/>
                  <a:pt x="1386962" y="137617"/>
                  <a:pt x="1385316" y="138349"/>
                </a:cubicBezTo>
                <a:cubicBezTo>
                  <a:pt x="1383670" y="138989"/>
                  <a:pt x="1381933" y="139355"/>
                  <a:pt x="1380104" y="139355"/>
                </a:cubicBezTo>
                <a:cubicBezTo>
                  <a:pt x="1378275" y="139355"/>
                  <a:pt x="1376538" y="138989"/>
                  <a:pt x="1374892" y="138349"/>
                </a:cubicBezTo>
                <a:cubicBezTo>
                  <a:pt x="1373246" y="137617"/>
                  <a:pt x="1371783" y="136611"/>
                  <a:pt x="1370503" y="135331"/>
                </a:cubicBezTo>
                <a:cubicBezTo>
                  <a:pt x="1369223" y="134142"/>
                  <a:pt x="1368217" y="132588"/>
                  <a:pt x="1367577" y="130942"/>
                </a:cubicBezTo>
                <a:cubicBezTo>
                  <a:pt x="1366845" y="129296"/>
                  <a:pt x="1366571" y="127559"/>
                  <a:pt x="1366571" y="125821"/>
                </a:cubicBezTo>
                <a:cubicBezTo>
                  <a:pt x="1366571" y="123993"/>
                  <a:pt x="1366845" y="122255"/>
                  <a:pt x="1367577" y="120609"/>
                </a:cubicBezTo>
                <a:cubicBezTo>
                  <a:pt x="1368217" y="118963"/>
                  <a:pt x="1369223" y="117500"/>
                  <a:pt x="1370503" y="116220"/>
                </a:cubicBezTo>
                <a:cubicBezTo>
                  <a:pt x="1371783" y="114940"/>
                  <a:pt x="1373246" y="113934"/>
                  <a:pt x="1374892" y="113294"/>
                </a:cubicBezTo>
                <a:cubicBezTo>
                  <a:pt x="1376538" y="112563"/>
                  <a:pt x="1378275" y="112197"/>
                  <a:pt x="1380104" y="112197"/>
                </a:cubicBezTo>
                <a:cubicBezTo>
                  <a:pt x="1381933" y="112197"/>
                  <a:pt x="1383670" y="112563"/>
                  <a:pt x="1385316" y="113294"/>
                </a:cubicBezTo>
                <a:cubicBezTo>
                  <a:pt x="1386962" y="113934"/>
                  <a:pt x="1388425" y="114940"/>
                  <a:pt x="1389705" y="116220"/>
                </a:cubicBezTo>
                <a:cubicBezTo>
                  <a:pt x="1390985" y="117500"/>
                  <a:pt x="1391991" y="118963"/>
                  <a:pt x="1392631" y="120609"/>
                </a:cubicBezTo>
                <a:cubicBezTo>
                  <a:pt x="1393363" y="122255"/>
                  <a:pt x="1393728" y="123993"/>
                  <a:pt x="1393728" y="125821"/>
                </a:cubicBezTo>
              </a:path>
              <a:path w="3072750" h="139355">
                <a:moveTo>
                  <a:pt x="1682405" y="63551"/>
                </a:moveTo>
                <a:cubicBezTo>
                  <a:pt x="1682405" y="65380"/>
                  <a:pt x="1682039" y="67117"/>
                  <a:pt x="1681399" y="68763"/>
                </a:cubicBezTo>
                <a:cubicBezTo>
                  <a:pt x="1680667" y="70409"/>
                  <a:pt x="1679661" y="71872"/>
                  <a:pt x="1678473" y="73152"/>
                </a:cubicBezTo>
                <a:cubicBezTo>
                  <a:pt x="1677192" y="74432"/>
                  <a:pt x="1675729" y="75438"/>
                  <a:pt x="1673992" y="76078"/>
                </a:cubicBezTo>
                <a:cubicBezTo>
                  <a:pt x="1672346" y="76810"/>
                  <a:pt x="1670609" y="77084"/>
                  <a:pt x="1668780" y="77084"/>
                </a:cubicBezTo>
                <a:cubicBezTo>
                  <a:pt x="1667043" y="77084"/>
                  <a:pt x="1665305" y="76810"/>
                  <a:pt x="1663659" y="76078"/>
                </a:cubicBezTo>
                <a:cubicBezTo>
                  <a:pt x="1661922" y="75438"/>
                  <a:pt x="1660459" y="74432"/>
                  <a:pt x="1659179" y="73152"/>
                </a:cubicBezTo>
                <a:cubicBezTo>
                  <a:pt x="1657899" y="71872"/>
                  <a:pt x="1656984" y="70409"/>
                  <a:pt x="1656253" y="68763"/>
                </a:cubicBezTo>
                <a:cubicBezTo>
                  <a:pt x="1655613" y="67117"/>
                  <a:pt x="1655247" y="65380"/>
                  <a:pt x="1655247" y="63551"/>
                </a:cubicBezTo>
                <a:cubicBezTo>
                  <a:pt x="1655247" y="61813"/>
                  <a:pt x="1655613" y="60076"/>
                  <a:pt x="1656253" y="58339"/>
                </a:cubicBezTo>
                <a:cubicBezTo>
                  <a:pt x="1656984" y="56693"/>
                  <a:pt x="1657899" y="55230"/>
                  <a:pt x="1659179" y="53950"/>
                </a:cubicBezTo>
                <a:cubicBezTo>
                  <a:pt x="1660459" y="52669"/>
                  <a:pt x="1661922" y="51755"/>
                  <a:pt x="1663659" y="51024"/>
                </a:cubicBezTo>
                <a:cubicBezTo>
                  <a:pt x="1665305" y="50383"/>
                  <a:pt x="1667043" y="50018"/>
                  <a:pt x="1668780" y="50018"/>
                </a:cubicBezTo>
                <a:cubicBezTo>
                  <a:pt x="1670609" y="50018"/>
                  <a:pt x="1672346" y="50383"/>
                  <a:pt x="1673992" y="51024"/>
                </a:cubicBezTo>
                <a:cubicBezTo>
                  <a:pt x="1675729" y="51755"/>
                  <a:pt x="1677192" y="52669"/>
                  <a:pt x="1678473" y="53950"/>
                </a:cubicBezTo>
                <a:cubicBezTo>
                  <a:pt x="1679661" y="55230"/>
                  <a:pt x="1680667" y="56693"/>
                  <a:pt x="1681399" y="58339"/>
                </a:cubicBezTo>
                <a:cubicBezTo>
                  <a:pt x="1682039" y="60076"/>
                  <a:pt x="1682405" y="61813"/>
                  <a:pt x="1682405" y="63551"/>
                </a:cubicBezTo>
              </a:path>
              <a:path w="3072750" h="139355">
                <a:moveTo>
                  <a:pt x="1851751" y="72420"/>
                </a:moveTo>
                <a:cubicBezTo>
                  <a:pt x="1851751" y="74249"/>
                  <a:pt x="1851477" y="75987"/>
                  <a:pt x="1850746" y="77633"/>
                </a:cubicBezTo>
                <a:cubicBezTo>
                  <a:pt x="1850106" y="79278"/>
                  <a:pt x="1849100" y="80742"/>
                  <a:pt x="1847820" y="82022"/>
                </a:cubicBezTo>
                <a:cubicBezTo>
                  <a:pt x="1846539" y="83302"/>
                  <a:pt x="1845076" y="84308"/>
                  <a:pt x="1843430" y="84948"/>
                </a:cubicBezTo>
                <a:cubicBezTo>
                  <a:pt x="1841784" y="85679"/>
                  <a:pt x="1840047" y="86045"/>
                  <a:pt x="1838218" y="86045"/>
                </a:cubicBezTo>
                <a:cubicBezTo>
                  <a:pt x="1836390" y="86045"/>
                  <a:pt x="1834652" y="85679"/>
                  <a:pt x="1833006" y="84948"/>
                </a:cubicBezTo>
                <a:cubicBezTo>
                  <a:pt x="1831360" y="84308"/>
                  <a:pt x="1829897" y="83302"/>
                  <a:pt x="1828617" y="82022"/>
                </a:cubicBezTo>
                <a:cubicBezTo>
                  <a:pt x="1827337" y="80742"/>
                  <a:pt x="1826331" y="79278"/>
                  <a:pt x="1825691" y="77633"/>
                </a:cubicBezTo>
                <a:cubicBezTo>
                  <a:pt x="1824960" y="75987"/>
                  <a:pt x="1824594" y="74249"/>
                  <a:pt x="1824594" y="72420"/>
                </a:cubicBezTo>
                <a:cubicBezTo>
                  <a:pt x="1824594" y="70683"/>
                  <a:pt x="1824960" y="68946"/>
                  <a:pt x="1825691" y="67300"/>
                </a:cubicBezTo>
                <a:cubicBezTo>
                  <a:pt x="1826331" y="65562"/>
                  <a:pt x="1827337" y="64099"/>
                  <a:pt x="1828617" y="62911"/>
                </a:cubicBezTo>
                <a:cubicBezTo>
                  <a:pt x="1829897" y="61631"/>
                  <a:pt x="1831360" y="60625"/>
                  <a:pt x="1833006" y="59893"/>
                </a:cubicBezTo>
                <a:cubicBezTo>
                  <a:pt x="1834652" y="59253"/>
                  <a:pt x="1836390" y="58887"/>
                  <a:pt x="1838218" y="58887"/>
                </a:cubicBezTo>
                <a:cubicBezTo>
                  <a:pt x="1840047" y="58887"/>
                  <a:pt x="1841784" y="59253"/>
                  <a:pt x="1843430" y="59893"/>
                </a:cubicBezTo>
                <a:cubicBezTo>
                  <a:pt x="1845076" y="60625"/>
                  <a:pt x="1846539" y="61631"/>
                  <a:pt x="1847820" y="62911"/>
                </a:cubicBezTo>
                <a:cubicBezTo>
                  <a:pt x="1849100" y="64099"/>
                  <a:pt x="1850106" y="65562"/>
                  <a:pt x="1850746" y="67300"/>
                </a:cubicBezTo>
                <a:cubicBezTo>
                  <a:pt x="1851477" y="68946"/>
                  <a:pt x="1851751" y="70683"/>
                  <a:pt x="1851751" y="72420"/>
                </a:cubicBezTo>
              </a:path>
              <a:path w="3072750" h="139355">
                <a:moveTo>
                  <a:pt x="2171060" y="115214"/>
                </a:moveTo>
                <a:cubicBezTo>
                  <a:pt x="2171060" y="116952"/>
                  <a:pt x="2170786" y="118689"/>
                  <a:pt x="2170054" y="120335"/>
                </a:cubicBezTo>
                <a:cubicBezTo>
                  <a:pt x="2169414" y="122072"/>
                  <a:pt x="2168408" y="123535"/>
                  <a:pt x="2167128" y="124816"/>
                </a:cubicBezTo>
                <a:cubicBezTo>
                  <a:pt x="2165848" y="126004"/>
                  <a:pt x="2164385" y="127010"/>
                  <a:pt x="2162739" y="127742"/>
                </a:cubicBezTo>
                <a:cubicBezTo>
                  <a:pt x="2161002" y="128382"/>
                  <a:pt x="2159356" y="128748"/>
                  <a:pt x="2157527" y="128748"/>
                </a:cubicBezTo>
                <a:cubicBezTo>
                  <a:pt x="2155698" y="128748"/>
                  <a:pt x="2153961" y="128382"/>
                  <a:pt x="2152315" y="127742"/>
                </a:cubicBezTo>
                <a:cubicBezTo>
                  <a:pt x="2150669" y="127010"/>
                  <a:pt x="2149206" y="126004"/>
                  <a:pt x="2147926" y="124816"/>
                </a:cubicBezTo>
                <a:cubicBezTo>
                  <a:pt x="2146645" y="123535"/>
                  <a:pt x="2145640" y="122072"/>
                  <a:pt x="2145000" y="120335"/>
                </a:cubicBezTo>
                <a:cubicBezTo>
                  <a:pt x="2144268" y="118689"/>
                  <a:pt x="2143902" y="116952"/>
                  <a:pt x="2143902" y="115214"/>
                </a:cubicBezTo>
                <a:cubicBezTo>
                  <a:pt x="2143902" y="113386"/>
                  <a:pt x="2144268" y="111648"/>
                  <a:pt x="2145000" y="110002"/>
                </a:cubicBezTo>
                <a:cubicBezTo>
                  <a:pt x="2145640" y="108356"/>
                  <a:pt x="2146645" y="106893"/>
                  <a:pt x="2147926" y="105613"/>
                </a:cubicBezTo>
                <a:cubicBezTo>
                  <a:pt x="2149206" y="104333"/>
                  <a:pt x="2150669" y="103327"/>
                  <a:pt x="2152315" y="102687"/>
                </a:cubicBezTo>
                <a:cubicBezTo>
                  <a:pt x="2153961" y="101956"/>
                  <a:pt x="2155698" y="101590"/>
                  <a:pt x="2157527" y="101590"/>
                </a:cubicBezTo>
                <a:cubicBezTo>
                  <a:pt x="2159356" y="101590"/>
                  <a:pt x="2161002" y="101956"/>
                  <a:pt x="2162739" y="102687"/>
                </a:cubicBezTo>
                <a:cubicBezTo>
                  <a:pt x="2164385" y="103327"/>
                  <a:pt x="2165848" y="104333"/>
                  <a:pt x="2167128" y="105613"/>
                </a:cubicBezTo>
                <a:cubicBezTo>
                  <a:pt x="2168408" y="106893"/>
                  <a:pt x="2169414" y="108356"/>
                  <a:pt x="2170054" y="110002"/>
                </a:cubicBezTo>
                <a:cubicBezTo>
                  <a:pt x="2170786" y="111648"/>
                  <a:pt x="2171060" y="113386"/>
                  <a:pt x="2171060" y="115214"/>
                </a:cubicBezTo>
              </a:path>
              <a:path w="3072750" h="139355">
                <a:moveTo>
                  <a:pt x="2390242" y="77358"/>
                </a:moveTo>
                <a:cubicBezTo>
                  <a:pt x="2390242" y="79187"/>
                  <a:pt x="2389876" y="80924"/>
                  <a:pt x="2389144" y="82570"/>
                </a:cubicBezTo>
                <a:cubicBezTo>
                  <a:pt x="2388504" y="84216"/>
                  <a:pt x="2387498" y="85679"/>
                  <a:pt x="2386218" y="86959"/>
                </a:cubicBezTo>
                <a:cubicBezTo>
                  <a:pt x="2384938" y="88240"/>
                  <a:pt x="2383475" y="89245"/>
                  <a:pt x="2381829" y="89886"/>
                </a:cubicBezTo>
                <a:cubicBezTo>
                  <a:pt x="2380183" y="90617"/>
                  <a:pt x="2378446" y="90891"/>
                  <a:pt x="2376617" y="90891"/>
                </a:cubicBezTo>
                <a:cubicBezTo>
                  <a:pt x="2374788" y="90891"/>
                  <a:pt x="2373051" y="90617"/>
                  <a:pt x="2371405" y="89886"/>
                </a:cubicBezTo>
                <a:cubicBezTo>
                  <a:pt x="2369759" y="89245"/>
                  <a:pt x="2368296" y="88240"/>
                  <a:pt x="2367016" y="86959"/>
                </a:cubicBezTo>
                <a:cubicBezTo>
                  <a:pt x="2365736" y="85679"/>
                  <a:pt x="2364730" y="84216"/>
                  <a:pt x="2364090" y="82570"/>
                </a:cubicBezTo>
                <a:cubicBezTo>
                  <a:pt x="2363358" y="80924"/>
                  <a:pt x="2362992" y="79187"/>
                  <a:pt x="2362992" y="77358"/>
                </a:cubicBezTo>
                <a:cubicBezTo>
                  <a:pt x="2362992" y="75621"/>
                  <a:pt x="2363358" y="73884"/>
                  <a:pt x="2364090" y="72146"/>
                </a:cubicBezTo>
                <a:cubicBezTo>
                  <a:pt x="2364730" y="70500"/>
                  <a:pt x="2365736" y="69037"/>
                  <a:pt x="2367016" y="67757"/>
                </a:cubicBezTo>
                <a:cubicBezTo>
                  <a:pt x="2368296" y="66477"/>
                  <a:pt x="2369759" y="65562"/>
                  <a:pt x="2371405" y="64831"/>
                </a:cubicBezTo>
                <a:cubicBezTo>
                  <a:pt x="2373051" y="64191"/>
                  <a:pt x="2374788" y="63825"/>
                  <a:pt x="2376617" y="63825"/>
                </a:cubicBezTo>
                <a:cubicBezTo>
                  <a:pt x="2378446" y="63825"/>
                  <a:pt x="2380183" y="64191"/>
                  <a:pt x="2381829" y="64831"/>
                </a:cubicBezTo>
                <a:cubicBezTo>
                  <a:pt x="2383475" y="65562"/>
                  <a:pt x="2384938" y="66477"/>
                  <a:pt x="2386218" y="67757"/>
                </a:cubicBezTo>
                <a:cubicBezTo>
                  <a:pt x="2387498" y="69037"/>
                  <a:pt x="2388504" y="70500"/>
                  <a:pt x="2389144" y="72146"/>
                </a:cubicBezTo>
                <a:cubicBezTo>
                  <a:pt x="2389876" y="73884"/>
                  <a:pt x="2390242" y="75621"/>
                  <a:pt x="2390242" y="77358"/>
                </a:cubicBezTo>
              </a:path>
              <a:path w="3072750" h="139355">
                <a:moveTo>
                  <a:pt x="2585192" y="30724"/>
                </a:moveTo>
                <a:cubicBezTo>
                  <a:pt x="2585192" y="32461"/>
                  <a:pt x="2584826" y="34199"/>
                  <a:pt x="2584094" y="35844"/>
                </a:cubicBezTo>
                <a:cubicBezTo>
                  <a:pt x="2583454" y="37490"/>
                  <a:pt x="2582448" y="38953"/>
                  <a:pt x="2581168" y="40234"/>
                </a:cubicBezTo>
                <a:cubicBezTo>
                  <a:pt x="2579888" y="41514"/>
                  <a:pt x="2578425" y="42520"/>
                  <a:pt x="2576779" y="43251"/>
                </a:cubicBezTo>
                <a:cubicBezTo>
                  <a:pt x="2575133" y="43891"/>
                  <a:pt x="2573396" y="44257"/>
                  <a:pt x="2571567" y="44257"/>
                </a:cubicBezTo>
                <a:cubicBezTo>
                  <a:pt x="2569738" y="44257"/>
                  <a:pt x="2568001" y="43891"/>
                  <a:pt x="2566355" y="43251"/>
                </a:cubicBezTo>
                <a:cubicBezTo>
                  <a:pt x="2564709" y="42520"/>
                  <a:pt x="2563246" y="41514"/>
                  <a:pt x="2561966" y="40234"/>
                </a:cubicBezTo>
                <a:cubicBezTo>
                  <a:pt x="2560686" y="38953"/>
                  <a:pt x="2559680" y="37490"/>
                  <a:pt x="2559040" y="35844"/>
                </a:cubicBezTo>
                <a:cubicBezTo>
                  <a:pt x="2558308" y="34199"/>
                  <a:pt x="2557943" y="32461"/>
                  <a:pt x="2557943" y="30724"/>
                </a:cubicBezTo>
                <a:cubicBezTo>
                  <a:pt x="2557943" y="28895"/>
                  <a:pt x="2558308" y="27158"/>
                  <a:pt x="2559040" y="25512"/>
                </a:cubicBezTo>
                <a:cubicBezTo>
                  <a:pt x="2559680" y="23866"/>
                  <a:pt x="2560686" y="22403"/>
                  <a:pt x="2561966" y="21123"/>
                </a:cubicBezTo>
                <a:cubicBezTo>
                  <a:pt x="2563246" y="19842"/>
                  <a:pt x="2564709" y="18837"/>
                  <a:pt x="2566355" y="18197"/>
                </a:cubicBezTo>
                <a:cubicBezTo>
                  <a:pt x="2568001" y="17465"/>
                  <a:pt x="2569738" y="17099"/>
                  <a:pt x="2571567" y="17099"/>
                </a:cubicBezTo>
                <a:cubicBezTo>
                  <a:pt x="2573396" y="17099"/>
                  <a:pt x="2575133" y="17465"/>
                  <a:pt x="2576779" y="18197"/>
                </a:cubicBezTo>
                <a:cubicBezTo>
                  <a:pt x="2578425" y="18837"/>
                  <a:pt x="2579888" y="19842"/>
                  <a:pt x="2581168" y="21123"/>
                </a:cubicBezTo>
                <a:cubicBezTo>
                  <a:pt x="2582448" y="22403"/>
                  <a:pt x="2583454" y="23866"/>
                  <a:pt x="2584094" y="25512"/>
                </a:cubicBezTo>
                <a:cubicBezTo>
                  <a:pt x="2584826" y="27158"/>
                  <a:pt x="2585192" y="28895"/>
                  <a:pt x="2585192" y="30724"/>
                </a:cubicBezTo>
              </a:path>
              <a:path w="3072750" h="139355">
                <a:moveTo>
                  <a:pt x="2805836" y="68763"/>
                </a:moveTo>
                <a:cubicBezTo>
                  <a:pt x="2805836" y="70500"/>
                  <a:pt x="2805562" y="72238"/>
                  <a:pt x="2804831" y="73975"/>
                </a:cubicBezTo>
                <a:cubicBezTo>
                  <a:pt x="2804190" y="75621"/>
                  <a:pt x="2803185" y="77084"/>
                  <a:pt x="2801904" y="78364"/>
                </a:cubicBezTo>
                <a:cubicBezTo>
                  <a:pt x="2800624" y="79644"/>
                  <a:pt x="2799161" y="80559"/>
                  <a:pt x="2797515" y="81290"/>
                </a:cubicBezTo>
                <a:cubicBezTo>
                  <a:pt x="2795778" y="81930"/>
                  <a:pt x="2794132" y="82296"/>
                  <a:pt x="2792303" y="82296"/>
                </a:cubicBezTo>
                <a:cubicBezTo>
                  <a:pt x="2790474" y="82296"/>
                  <a:pt x="2788737" y="81930"/>
                  <a:pt x="2787091" y="81290"/>
                </a:cubicBezTo>
                <a:cubicBezTo>
                  <a:pt x="2785445" y="80559"/>
                  <a:pt x="2783982" y="79644"/>
                  <a:pt x="2782702" y="78364"/>
                </a:cubicBezTo>
                <a:cubicBezTo>
                  <a:pt x="2781422" y="77084"/>
                  <a:pt x="2780416" y="75621"/>
                  <a:pt x="2779776" y="73975"/>
                </a:cubicBezTo>
                <a:cubicBezTo>
                  <a:pt x="2779044" y="72238"/>
                  <a:pt x="2778679" y="70500"/>
                  <a:pt x="2778679" y="68763"/>
                </a:cubicBezTo>
                <a:cubicBezTo>
                  <a:pt x="2778679" y="66934"/>
                  <a:pt x="2779044" y="65197"/>
                  <a:pt x="2779776" y="63551"/>
                </a:cubicBezTo>
                <a:cubicBezTo>
                  <a:pt x="2780416" y="61905"/>
                  <a:pt x="2781422" y="60442"/>
                  <a:pt x="2782702" y="59162"/>
                </a:cubicBezTo>
                <a:cubicBezTo>
                  <a:pt x="2783982" y="57882"/>
                  <a:pt x="2785445" y="56876"/>
                  <a:pt x="2787091" y="56236"/>
                </a:cubicBezTo>
                <a:cubicBezTo>
                  <a:pt x="2788737" y="55504"/>
                  <a:pt x="2790474" y="55230"/>
                  <a:pt x="2792303" y="55230"/>
                </a:cubicBezTo>
                <a:cubicBezTo>
                  <a:pt x="2794132" y="55230"/>
                  <a:pt x="2795778" y="55504"/>
                  <a:pt x="2797515" y="56236"/>
                </a:cubicBezTo>
                <a:cubicBezTo>
                  <a:pt x="2799161" y="56876"/>
                  <a:pt x="2800624" y="57882"/>
                  <a:pt x="2801904" y="59162"/>
                </a:cubicBezTo>
                <a:cubicBezTo>
                  <a:pt x="2803185" y="60442"/>
                  <a:pt x="2804190" y="61905"/>
                  <a:pt x="2804831" y="63551"/>
                </a:cubicBezTo>
                <a:cubicBezTo>
                  <a:pt x="2805562" y="65197"/>
                  <a:pt x="2805836" y="66934"/>
                  <a:pt x="2805836" y="68763"/>
                </a:cubicBezTo>
              </a:path>
              <a:path w="3072750" h="139355">
                <a:moveTo>
                  <a:pt x="3072750" y="13533"/>
                </a:moveTo>
                <a:cubicBezTo>
                  <a:pt x="3072750" y="15362"/>
                  <a:pt x="3072384" y="17099"/>
                  <a:pt x="3071744" y="18745"/>
                </a:cubicBezTo>
                <a:cubicBezTo>
                  <a:pt x="3071012" y="20391"/>
                  <a:pt x="3070007" y="21854"/>
                  <a:pt x="3068726" y="23134"/>
                </a:cubicBezTo>
                <a:cubicBezTo>
                  <a:pt x="3067446" y="24414"/>
                  <a:pt x="3065983" y="25420"/>
                  <a:pt x="3064337" y="26060"/>
                </a:cubicBezTo>
                <a:cubicBezTo>
                  <a:pt x="3062691" y="26792"/>
                  <a:pt x="3060954" y="27158"/>
                  <a:pt x="3059125" y="27158"/>
                </a:cubicBezTo>
                <a:cubicBezTo>
                  <a:pt x="3057388" y="27158"/>
                  <a:pt x="3055650" y="26792"/>
                  <a:pt x="3053913" y="26060"/>
                </a:cubicBezTo>
                <a:cubicBezTo>
                  <a:pt x="3052267" y="25420"/>
                  <a:pt x="3050804" y="24414"/>
                  <a:pt x="3049524" y="23134"/>
                </a:cubicBezTo>
                <a:cubicBezTo>
                  <a:pt x="3048244" y="21854"/>
                  <a:pt x="3047329" y="20391"/>
                  <a:pt x="3046598" y="18745"/>
                </a:cubicBezTo>
                <a:cubicBezTo>
                  <a:pt x="3045866" y="17099"/>
                  <a:pt x="3045592" y="15362"/>
                  <a:pt x="3045592" y="13533"/>
                </a:cubicBezTo>
                <a:cubicBezTo>
                  <a:pt x="3045592" y="11796"/>
                  <a:pt x="3045866" y="10058"/>
                  <a:pt x="3046598" y="8412"/>
                </a:cubicBezTo>
                <a:cubicBezTo>
                  <a:pt x="3047329" y="6675"/>
                  <a:pt x="3048244" y="5212"/>
                  <a:pt x="3049524" y="3932"/>
                </a:cubicBezTo>
                <a:cubicBezTo>
                  <a:pt x="3050804" y="2743"/>
                  <a:pt x="3052267" y="1737"/>
                  <a:pt x="3053913" y="1006"/>
                </a:cubicBezTo>
                <a:cubicBezTo>
                  <a:pt x="3055650" y="366"/>
                  <a:pt x="3057388" y="0"/>
                  <a:pt x="3059125" y="0"/>
                </a:cubicBezTo>
                <a:cubicBezTo>
                  <a:pt x="3060954" y="0"/>
                  <a:pt x="3062691" y="366"/>
                  <a:pt x="3064337" y="1006"/>
                </a:cubicBezTo>
                <a:cubicBezTo>
                  <a:pt x="3065983" y="1737"/>
                  <a:pt x="3067446" y="2743"/>
                  <a:pt x="3068726" y="3932"/>
                </a:cubicBezTo>
                <a:cubicBezTo>
                  <a:pt x="3070007" y="5212"/>
                  <a:pt x="3071012" y="6675"/>
                  <a:pt x="3071744" y="8412"/>
                </a:cubicBezTo>
                <a:cubicBezTo>
                  <a:pt x="3072384" y="10058"/>
                  <a:pt x="3072750" y="11796"/>
                  <a:pt x="3072750" y="13533"/>
                </a:cubicBezTo>
              </a:path>
            </a:pathLst>
          </a:custGeom>
          <a:solidFill>
            <a:srgbClr val="F2EFE6"/>
          </a:solidFill>
          <a:ln w="5283">
            <a:solidFill>
              <a:srgbClr val="8D948E"/>
            </a:solidFill>
            <a:prstDash val="solid"/>
          </a:ln>
        </p:spPr>
      </p:sp>
      <p:sp>
        <p:nvSpPr>
          <p:cNvPr id="23" name="Forma 22"/>
          <p:cNvSpPr/>
          <p:nvPr/>
        </p:nvSpPr>
        <p:spPr>
          <a:xfrm>
            <a:off x="5149626" y="3112160"/>
            <a:ext cx="2612166" cy="1341791"/>
          </a:xfrm>
          <a:custGeom>
            <a:avLst/>
            <a:gdLst/>
            <a:ahLst/>
            <a:cxnLst/>
            <a:rect l="l" t="t" r="r" b="b"/>
            <a:pathLst>
              <a:path w="2612166" h="1341791">
                <a:moveTo>
                  <a:pt x="0" y="0"/>
                </a:moveTo>
                <a:lnTo>
                  <a:pt x="2612166" y="0"/>
                </a:lnTo>
                <a:lnTo>
                  <a:pt x="2612166" y="1341791"/>
                </a:lnTo>
                <a:lnTo>
                  <a:pt x="0" y="1341791"/>
                </a:lnTo>
                <a:close/>
              </a:path>
            </a:pathLst>
          </a:custGeom>
          <a:solidFill>
            <a:srgbClr val="FBFAF6">
              <a:alpha val="94000"/>
            </a:srgbClr>
          </a:solidFill>
          <a:ln/>
        </p:spPr>
      </p:sp>
      <p:sp>
        <p:nvSpPr>
          <p:cNvPr id="24" name="Forma 23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804" y="391363"/>
            <a:ext cx="6777807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10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Ruteo de paquetes y ruteo físico</a:t>
            </a:r>
            <a:endParaRPr lang="en-US" sz="3085" dirty="0"/>
          </a:p>
        </p:txBody>
      </p:sp>
      <p:sp>
        <p:nvSpPr>
          <p:cNvPr id="26" name="Text 24"/>
          <p:cNvSpPr txBox="1"/>
          <p:nvPr/>
        </p:nvSpPr>
        <p:spPr>
          <a:xfrm>
            <a:off x="4240347" y="2713391"/>
            <a:ext cx="652607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75"/>
              </a:lnSpc>
              <a:buNone/>
            </a:pPr>
            <a:r>
              <a:rPr lang="en-US" sz="803" b="1" spc="63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CAMBIA</a:t>
            </a:r>
            <a:endParaRPr lang="en-US" sz="803" dirty="0"/>
          </a:p>
          <a:p>
            <a:pPr algn="ctr" indent="0" marL="0">
              <a:lnSpc>
                <a:spcPts val="1175"/>
              </a:lnSpc>
              <a:buNone/>
            </a:pPr>
            <a:r>
              <a:rPr lang="en-US" sz="803" b="1" spc="66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GRAFO</a:t>
            </a:r>
            <a:endParaRPr lang="en-US" sz="803" dirty="0"/>
          </a:p>
        </p:txBody>
      </p:sp>
      <p:sp>
        <p:nvSpPr>
          <p:cNvPr id="27" name="Text 25"/>
          <p:cNvSpPr txBox="1"/>
          <p:nvPr/>
        </p:nvSpPr>
        <p:spPr>
          <a:xfrm>
            <a:off x="932871" y="3382366"/>
            <a:ext cx="647487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spc="91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 1</a:t>
            </a:r>
            <a:endParaRPr lang="en-US" sz="881" dirty="0"/>
          </a:p>
        </p:txBody>
      </p:sp>
      <p:sp>
        <p:nvSpPr>
          <p:cNvPr id="28" name="Text 26"/>
          <p:cNvSpPr txBox="1"/>
          <p:nvPr/>
        </p:nvSpPr>
        <p:spPr>
          <a:xfrm>
            <a:off x="932871" y="3568812"/>
            <a:ext cx="1589227" cy="4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3"/>
              </a:lnSpc>
              <a:buNone/>
            </a:pPr>
            <a:r>
              <a:rPr lang="en-US" sz="227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Paquetes</a:t>
            </a:r>
            <a:endParaRPr lang="en-US" sz="2272" dirty="0"/>
          </a:p>
        </p:txBody>
      </p:sp>
      <p:sp>
        <p:nvSpPr>
          <p:cNvPr id="29" name="Text 27"/>
          <p:cNvSpPr txBox="1"/>
          <p:nvPr/>
        </p:nvSpPr>
        <p:spPr>
          <a:xfrm>
            <a:off x="932871" y="3965753"/>
            <a:ext cx="2133844" cy="516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322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Aristas: enlaces de radio</a:t>
            </a:r>
            <a:endParaRPr lang="en-US" sz="1322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322" spc="-22" kern="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UAV.</a:t>
            </a:r>
            <a:endParaRPr lang="en-US" sz="1322" dirty="0"/>
          </a:p>
        </p:txBody>
      </p:sp>
      <p:sp>
        <p:nvSpPr>
          <p:cNvPr id="30" name="Text 28"/>
          <p:cNvSpPr txBox="1"/>
          <p:nvPr/>
        </p:nvSpPr>
        <p:spPr>
          <a:xfrm>
            <a:off x="5421112" y="4222791"/>
            <a:ext cx="135606" cy="11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97" b="1" dirty="0">
                <a:solidFill>
                  <a:srgbClr val="545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97" dirty="0"/>
          </a:p>
        </p:txBody>
      </p:sp>
      <p:sp>
        <p:nvSpPr>
          <p:cNvPr id="31" name="Text 29"/>
          <p:cNvSpPr txBox="1"/>
          <p:nvPr/>
        </p:nvSpPr>
        <p:spPr>
          <a:xfrm>
            <a:off x="6310000" y="2203613"/>
            <a:ext cx="177942" cy="11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97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97" dirty="0"/>
          </a:p>
        </p:txBody>
      </p:sp>
      <p:sp>
        <p:nvSpPr>
          <p:cNvPr id="32" name="Text 30"/>
          <p:cNvSpPr txBox="1"/>
          <p:nvPr/>
        </p:nvSpPr>
        <p:spPr>
          <a:xfrm>
            <a:off x="7202454" y="3552170"/>
            <a:ext cx="177942" cy="11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97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597" dirty="0"/>
          </a:p>
        </p:txBody>
      </p:sp>
      <p:sp>
        <p:nvSpPr>
          <p:cNvPr id="33" name="Text 31"/>
          <p:cNvSpPr txBox="1"/>
          <p:nvPr/>
        </p:nvSpPr>
        <p:spPr>
          <a:xfrm>
            <a:off x="7744511" y="2014972"/>
            <a:ext cx="177942" cy="11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97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597" dirty="0"/>
          </a:p>
        </p:txBody>
      </p:sp>
      <p:sp>
        <p:nvSpPr>
          <p:cNvPr id="34" name="Text 32"/>
          <p:cNvSpPr txBox="1"/>
          <p:nvPr/>
        </p:nvSpPr>
        <p:spPr>
          <a:xfrm>
            <a:off x="8013802" y="1685331"/>
            <a:ext cx="135606" cy="11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13"/>
              </a:lnSpc>
              <a:buNone/>
            </a:pPr>
            <a:r>
              <a:rPr lang="en-US" sz="597" b="1" dirty="0">
                <a:solidFill>
                  <a:srgbClr val="575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97" dirty="0"/>
          </a:p>
        </p:txBody>
      </p:sp>
      <p:sp>
        <p:nvSpPr>
          <p:cNvPr id="35" name="Text 33"/>
          <p:cNvSpPr txBox="1"/>
          <p:nvPr/>
        </p:nvSpPr>
        <p:spPr>
          <a:xfrm>
            <a:off x="5326929" y="3251972"/>
            <a:ext cx="647487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spc="91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TAREA 2</a:t>
            </a:r>
            <a:endParaRPr lang="en-US" sz="881" dirty="0"/>
          </a:p>
        </p:txBody>
      </p:sp>
      <p:sp>
        <p:nvSpPr>
          <p:cNvPr id="36" name="Text 34"/>
          <p:cNvSpPr txBox="1"/>
          <p:nvPr/>
        </p:nvSpPr>
        <p:spPr>
          <a:xfrm>
            <a:off x="5326929" y="3438327"/>
            <a:ext cx="2508108" cy="433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3"/>
              </a:lnSpc>
              <a:buNone/>
            </a:pPr>
            <a:r>
              <a:rPr lang="en-US" sz="227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Tramos físicos</a:t>
            </a:r>
            <a:endParaRPr lang="en-US" sz="2272" dirty="0"/>
          </a:p>
        </p:txBody>
      </p:sp>
      <p:sp>
        <p:nvSpPr>
          <p:cNvPr id="37" name="Text 35"/>
          <p:cNvSpPr txBox="1"/>
          <p:nvPr/>
        </p:nvSpPr>
        <p:spPr>
          <a:xfrm>
            <a:off x="5326929" y="3835268"/>
            <a:ext cx="2039844" cy="516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322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Aristas: segmentos que</a:t>
            </a:r>
            <a:endParaRPr lang="en-US" sz="1322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322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 una misión.</a:t>
            </a:r>
            <a:endParaRPr lang="en-US" sz="1322" dirty="0"/>
          </a:p>
        </p:txBody>
      </p:sp>
      <p:sp>
        <p:nvSpPr>
          <p:cNvPr id="38" name="Text 3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35</a:t>
            </a:r>
            <a:endParaRPr lang="en-US" sz="88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4"/>
          <p:cNvSpPr/>
          <p:nvPr/>
        </p:nvSpPr>
        <p:spPr>
          <a:xfrm>
            <a:off x="653064" y="1649303"/>
            <a:ext cx="7836408" cy="2189714"/>
          </a:xfrm>
          <a:custGeom>
            <a:avLst/>
            <a:gdLst/>
            <a:ahLst/>
            <a:cxnLst/>
            <a:rect l="l" t="t" r="r" b="b"/>
            <a:pathLst>
              <a:path w="7836408" h="2189714">
                <a:moveTo>
                  <a:pt x="0" y="0"/>
                </a:moveTo>
                <a:lnTo>
                  <a:pt x="7836408" y="0"/>
                </a:lnTo>
                <a:lnTo>
                  <a:pt x="7836408" y="9327"/>
                </a:lnTo>
                <a:lnTo>
                  <a:pt x="0" y="9327"/>
                </a:lnTo>
                <a:close/>
              </a:path>
              <a:path w="7836408" h="2189714">
                <a:moveTo>
                  <a:pt x="0" y="2180387"/>
                </a:moveTo>
                <a:lnTo>
                  <a:pt x="1893814" y="2180387"/>
                </a:lnTo>
                <a:lnTo>
                  <a:pt x="1893814" y="2189714"/>
                </a:lnTo>
                <a:lnTo>
                  <a:pt x="0" y="218971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5"/>
          <p:cNvSpPr/>
          <p:nvPr/>
        </p:nvSpPr>
        <p:spPr>
          <a:xfrm>
            <a:off x="653064" y="2376068"/>
            <a:ext cx="27981" cy="1462949"/>
          </a:xfrm>
          <a:custGeom>
            <a:avLst/>
            <a:gdLst/>
            <a:ahLst/>
            <a:cxnLst/>
            <a:rect l="l" t="t" r="r" b="b"/>
            <a:pathLst>
              <a:path w="27981" h="1462949">
                <a:moveTo>
                  <a:pt x="0" y="0"/>
                </a:moveTo>
                <a:lnTo>
                  <a:pt x="0" y="1462949"/>
                </a:lnTo>
                <a:lnTo>
                  <a:pt x="27981" y="1453622"/>
                </a:lnTo>
                <a:lnTo>
                  <a:pt x="27981" y="0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4" name="Forma 26"/>
          <p:cNvSpPr/>
          <p:nvPr/>
        </p:nvSpPr>
        <p:spPr>
          <a:xfrm>
            <a:off x="2761397" y="3829690"/>
            <a:ext cx="1893814" cy="9327"/>
          </a:xfrm>
          <a:custGeom>
            <a:avLst/>
            <a:gdLst/>
            <a:ahLst/>
            <a:cxnLst/>
            <a:rect l="l" t="t" r="r" b="b"/>
            <a:pathLst>
              <a:path w="1893814" h="9327">
                <a:moveTo>
                  <a:pt x="0" y="0"/>
                </a:moveTo>
                <a:lnTo>
                  <a:pt x="1893814" y="0"/>
                </a:lnTo>
                <a:lnTo>
                  <a:pt x="1893814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5" name="Forma 27"/>
          <p:cNvSpPr/>
          <p:nvPr/>
        </p:nvSpPr>
        <p:spPr>
          <a:xfrm>
            <a:off x="2761397" y="2376068"/>
            <a:ext cx="27981" cy="1462949"/>
          </a:xfrm>
          <a:custGeom>
            <a:avLst/>
            <a:gdLst/>
            <a:ahLst/>
            <a:cxnLst/>
            <a:rect l="l" t="t" r="r" b="b"/>
            <a:pathLst>
              <a:path w="27981" h="1462949">
                <a:moveTo>
                  <a:pt x="0" y="0"/>
                </a:moveTo>
                <a:lnTo>
                  <a:pt x="0" y="1462949"/>
                </a:lnTo>
                <a:lnTo>
                  <a:pt x="27981" y="1453622"/>
                </a:lnTo>
                <a:lnTo>
                  <a:pt x="27981" y="0"/>
                </a:lnTo>
              </a:path>
            </a:pathLst>
          </a:custGeom>
          <a:solidFill>
            <a:srgbClr val="AB432E"/>
          </a:solidFill>
          <a:ln/>
        </p:spPr>
      </p:sp>
      <p:sp>
        <p:nvSpPr>
          <p:cNvPr id="6" name="Forma 28"/>
          <p:cNvSpPr/>
          <p:nvPr/>
        </p:nvSpPr>
        <p:spPr>
          <a:xfrm>
            <a:off x="5075011" y="3168122"/>
            <a:ext cx="3414461" cy="885231"/>
          </a:xfrm>
          <a:custGeom>
            <a:avLst/>
            <a:gdLst/>
            <a:ahLst/>
            <a:cxnLst/>
            <a:rect l="l" t="t" r="r" b="b"/>
            <a:pathLst>
              <a:path w="3414461" h="885231">
                <a:moveTo>
                  <a:pt x="0" y="0"/>
                </a:moveTo>
                <a:lnTo>
                  <a:pt x="3414461" y="0"/>
                </a:lnTo>
                <a:lnTo>
                  <a:pt x="3414461" y="9327"/>
                </a:lnTo>
                <a:lnTo>
                  <a:pt x="0" y="9327"/>
                </a:lnTo>
                <a:close/>
              </a:path>
              <a:path w="3414461" h="885231">
                <a:moveTo>
                  <a:pt x="0" y="875904"/>
                </a:moveTo>
                <a:lnTo>
                  <a:pt x="3414461" y="875904"/>
                </a:lnTo>
                <a:lnTo>
                  <a:pt x="3414461" y="885231"/>
                </a:lnTo>
                <a:lnTo>
                  <a:pt x="0" y="885231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7" name="Forma 29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064" y="465887"/>
            <a:ext cx="178417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· UCRANIA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635417" y="732434"/>
            <a:ext cx="5732556" cy="851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38"/>
              </a:lnSpc>
              <a:buNone/>
            </a:pPr>
            <a:r>
              <a:rPr lang="en-US" sz="2791" b="1" spc="-9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Ucrania: servicios afectados y</a:t>
            </a:r>
            <a:endParaRPr lang="en-US" sz="2791" dirty="0"/>
          </a:p>
          <a:p>
            <a:pPr algn="l" indent="0" marL="0">
              <a:lnSpc>
                <a:spcPts val="2938"/>
              </a:lnSpc>
              <a:buNone/>
            </a:pPr>
            <a:r>
              <a:rPr lang="en-US" sz="2791" b="1" spc="-9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desplazamiento.</a:t>
            </a:r>
            <a:endParaRPr lang="en-US" sz="2791" dirty="0"/>
          </a:p>
        </p:txBody>
      </p:sp>
      <p:sp>
        <p:nvSpPr>
          <p:cNvPr id="10" name="Text 8"/>
          <p:cNvSpPr txBox="1"/>
          <p:nvPr/>
        </p:nvSpPr>
        <p:spPr>
          <a:xfrm>
            <a:off x="848929" y="2394722"/>
            <a:ext cx="1581638" cy="88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3"/>
              </a:lnSpc>
              <a:buNone/>
            </a:pPr>
            <a:r>
              <a:rPr lang="en-US" sz="4623" b="1" spc="-146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10,8 </a:t>
            </a:r>
            <a:endParaRPr lang="en-US" sz="4623" dirty="0"/>
          </a:p>
        </p:txBody>
      </p:sp>
      <p:sp>
        <p:nvSpPr>
          <p:cNvPr id="11" name="Text 9"/>
          <p:cNvSpPr txBox="1"/>
          <p:nvPr/>
        </p:nvSpPr>
        <p:spPr>
          <a:xfrm>
            <a:off x="2170877" y="2795412"/>
            <a:ext cx="196870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69" dirty="0"/>
          </a:p>
        </p:txBody>
      </p:sp>
      <p:sp>
        <p:nvSpPr>
          <p:cNvPr id="12" name="Text 10"/>
          <p:cNvSpPr txBox="1"/>
          <p:nvPr/>
        </p:nvSpPr>
        <p:spPr>
          <a:xfrm>
            <a:off x="848929" y="3130814"/>
            <a:ext cx="1747236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estimadas en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 de asistencia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humanitaria</a:t>
            </a:r>
            <a:endParaRPr lang="en-US" sz="1097" dirty="0"/>
          </a:p>
        </p:txBody>
      </p:sp>
      <p:sp>
        <p:nvSpPr>
          <p:cNvPr id="13" name="Text 11"/>
          <p:cNvSpPr txBox="1"/>
          <p:nvPr/>
        </p:nvSpPr>
        <p:spPr>
          <a:xfrm>
            <a:off x="2958633" y="2394722"/>
            <a:ext cx="1154704" cy="88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3"/>
              </a:lnSpc>
              <a:buNone/>
            </a:pPr>
            <a:r>
              <a:rPr lang="en-US" sz="4623" b="1" spc="-137" kern="0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3,7 </a:t>
            </a:r>
            <a:endParaRPr lang="en-US" sz="4623" dirty="0"/>
          </a:p>
        </p:txBody>
      </p:sp>
      <p:sp>
        <p:nvSpPr>
          <p:cNvPr id="14" name="Text 12"/>
          <p:cNvSpPr txBox="1"/>
          <p:nvPr/>
        </p:nvSpPr>
        <p:spPr>
          <a:xfrm>
            <a:off x="3899550" y="2795412"/>
            <a:ext cx="196870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469" dirty="0"/>
          </a:p>
        </p:txBody>
      </p:sp>
      <p:sp>
        <p:nvSpPr>
          <p:cNvPr id="15" name="Text 13"/>
          <p:cNvSpPr txBox="1"/>
          <p:nvPr/>
        </p:nvSpPr>
        <p:spPr>
          <a:xfrm>
            <a:off x="2958633" y="3130814"/>
            <a:ext cx="1903781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estimadas como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desplazadas dentro del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endParaRPr lang="en-US" sz="1097" dirty="0"/>
          </a:p>
        </p:txBody>
      </p:sp>
      <p:sp>
        <p:nvSpPr>
          <p:cNvPr id="16" name="Text 14"/>
          <p:cNvSpPr txBox="1"/>
          <p:nvPr/>
        </p:nvSpPr>
        <p:spPr>
          <a:xfrm>
            <a:off x="5077755" y="2131924"/>
            <a:ext cx="3745748" cy="779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0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UNHCR reporta ataques repetidos a</a:t>
            </a:r>
            <a:endParaRPr lang="en-US" sz="1391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viviendas, energía y servicios</a:t>
            </a:r>
            <a:endParaRPr lang="en-US" sz="1391" dirty="0"/>
          </a:p>
          <a:p>
            <a:pPr algn="l" indent="0" marL="0">
              <a:lnSpc>
                <a:spcPts val="1910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esenciales.</a:t>
            </a:r>
            <a:endParaRPr lang="en-US" sz="1391" dirty="0"/>
          </a:p>
        </p:txBody>
      </p:sp>
      <p:sp>
        <p:nvSpPr>
          <p:cNvPr id="17" name="Text 15"/>
          <p:cNvSpPr txBox="1"/>
          <p:nvPr/>
        </p:nvSpPr>
        <p:spPr>
          <a:xfrm>
            <a:off x="5077755" y="3324667"/>
            <a:ext cx="737098" cy="211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5"/>
              </a:lnSpc>
              <a:buNone/>
            </a:pPr>
            <a:r>
              <a:rPr lang="en-US" sz="666" b="1" spc="56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</a:t>
            </a:r>
            <a:endParaRPr lang="en-US" sz="666" dirty="0"/>
          </a:p>
          <a:p>
            <a:pPr algn="l" indent="0" marL="0">
              <a:lnSpc>
                <a:spcPts val="735"/>
              </a:lnSpc>
              <a:buNone/>
            </a:pPr>
            <a:r>
              <a:rPr lang="en-US" sz="666" b="1" spc="57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DOCUMENTADO</a:t>
            </a:r>
            <a:endParaRPr lang="en-US" sz="666" dirty="0"/>
          </a:p>
        </p:txBody>
      </p:sp>
      <p:sp>
        <p:nvSpPr>
          <p:cNvPr id="18" name="Text 16"/>
          <p:cNvSpPr txBox="1"/>
          <p:nvPr/>
        </p:nvSpPr>
        <p:spPr>
          <a:xfrm>
            <a:off x="5077755" y="3583716"/>
            <a:ext cx="1102858" cy="33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interrumpidos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5947989" y="3456981"/>
            <a:ext cx="325435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63" dirty="0"/>
          </a:p>
        </p:txBody>
      </p:sp>
      <p:sp>
        <p:nvSpPr>
          <p:cNvPr id="20" name="Text 18"/>
          <p:cNvSpPr txBox="1"/>
          <p:nvPr/>
        </p:nvSpPr>
        <p:spPr>
          <a:xfrm>
            <a:off x="6199906" y="3289188"/>
            <a:ext cx="1283726" cy="12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3"/>
              </a:lnSpc>
              <a:buNone/>
            </a:pPr>
            <a:r>
              <a:rPr lang="en-US" sz="666" b="1" spc="59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PREGUNTA DEL ESTUDIO</a:t>
            </a:r>
            <a:endParaRPr lang="en-US" sz="666" dirty="0"/>
          </a:p>
        </p:txBody>
      </p:sp>
      <p:sp>
        <p:nvSpPr>
          <p:cNvPr id="21" name="Text 19"/>
          <p:cNvSpPr txBox="1"/>
          <p:nvPr/>
        </p:nvSpPr>
        <p:spPr>
          <a:xfrm>
            <a:off x="6199906" y="3462558"/>
            <a:ext cx="1274034" cy="483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hacer si un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tramo deja de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estar disponible?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7432518" y="3456981"/>
            <a:ext cx="325435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63" dirty="0"/>
          </a:p>
        </p:txBody>
      </p:sp>
      <p:sp>
        <p:nvSpPr>
          <p:cNvPr id="23" name="Text 21"/>
          <p:cNvSpPr txBox="1"/>
          <p:nvPr/>
        </p:nvSpPr>
        <p:spPr>
          <a:xfrm>
            <a:off x="7684435" y="3289188"/>
            <a:ext cx="433334" cy="12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3"/>
              </a:lnSpc>
              <a:buNone/>
            </a:pPr>
            <a:r>
              <a:rPr lang="en-US" sz="666" b="1" spc="54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endParaRPr lang="en-US" sz="666" dirty="0"/>
          </a:p>
        </p:txBody>
      </p:sp>
      <p:sp>
        <p:nvSpPr>
          <p:cNvPr id="24" name="Text 22"/>
          <p:cNvSpPr txBox="1"/>
          <p:nvPr/>
        </p:nvSpPr>
        <p:spPr>
          <a:xfrm>
            <a:off x="7684435" y="3462558"/>
            <a:ext cx="742493" cy="483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Grafo y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fallas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sintéticas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653064" y="4547128"/>
            <a:ext cx="3838103" cy="1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spc="45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Fuente: UNHCR, 24 feb. 2026 · HNRP 2026. Véase referencias.</a:t>
            </a:r>
            <a:endParaRPr lang="en-US" sz="735" dirty="0"/>
          </a:p>
        </p:txBody>
      </p:sp>
      <p:sp>
        <p:nvSpPr>
          <p:cNvPr id="26" name="Text 24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35</a:t>
            </a:r>
            <a:endParaRPr lang="en-US" sz="88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30"/>
          <p:cNvSpPr/>
          <p:nvPr/>
        </p:nvSpPr>
        <p:spPr>
          <a:xfrm>
            <a:off x="2820558" y="718627"/>
            <a:ext cx="3501420" cy="3497489"/>
          </a:xfrm>
          <a:custGeom>
            <a:avLst/>
            <a:gdLst/>
            <a:ahLst/>
            <a:cxnLst/>
            <a:rect l="l" t="t" r="r" b="b"/>
            <a:pathLst>
              <a:path w="3501420" h="3497489">
                <a:moveTo>
                  <a:pt x="0" y="3497489"/>
                </a:moveTo>
                <a:lnTo>
                  <a:pt x="284378" y="3497489"/>
                </a:lnTo>
                <a:moveTo>
                  <a:pt x="0" y="3497489"/>
                </a:moveTo>
                <a:lnTo>
                  <a:pt x="0" y="3222528"/>
                </a:lnTo>
                <a:moveTo>
                  <a:pt x="0" y="3497489"/>
                </a:moveTo>
                <a:lnTo>
                  <a:pt x="282824" y="3250143"/>
                </a:lnTo>
                <a:moveTo>
                  <a:pt x="284378" y="3497489"/>
                </a:moveTo>
                <a:lnTo>
                  <a:pt x="533644" y="3497489"/>
                </a:lnTo>
                <a:moveTo>
                  <a:pt x="284378" y="3497489"/>
                </a:moveTo>
                <a:lnTo>
                  <a:pt x="535198" y="3291017"/>
                </a:lnTo>
                <a:moveTo>
                  <a:pt x="284378" y="3497489"/>
                </a:moveTo>
                <a:lnTo>
                  <a:pt x="0" y="3222528"/>
                </a:lnTo>
                <a:moveTo>
                  <a:pt x="533644" y="3497489"/>
                </a:moveTo>
                <a:lnTo>
                  <a:pt x="734903" y="3496483"/>
                </a:lnTo>
                <a:moveTo>
                  <a:pt x="533644" y="3497489"/>
                </a:moveTo>
                <a:lnTo>
                  <a:pt x="535198" y="3291017"/>
                </a:lnTo>
                <a:moveTo>
                  <a:pt x="533644" y="3497489"/>
                </a:moveTo>
                <a:lnTo>
                  <a:pt x="735086" y="3272089"/>
                </a:lnTo>
                <a:moveTo>
                  <a:pt x="533644" y="3497489"/>
                </a:moveTo>
                <a:lnTo>
                  <a:pt x="282824" y="3250143"/>
                </a:lnTo>
                <a:moveTo>
                  <a:pt x="734903" y="3496483"/>
                </a:moveTo>
                <a:lnTo>
                  <a:pt x="996696" y="3497489"/>
                </a:lnTo>
                <a:moveTo>
                  <a:pt x="734903" y="3496483"/>
                </a:moveTo>
                <a:lnTo>
                  <a:pt x="735086" y="3272089"/>
                </a:lnTo>
                <a:moveTo>
                  <a:pt x="734903" y="3496483"/>
                </a:moveTo>
                <a:lnTo>
                  <a:pt x="1081644" y="3242828"/>
                </a:lnTo>
                <a:moveTo>
                  <a:pt x="734903" y="3496483"/>
                </a:moveTo>
                <a:lnTo>
                  <a:pt x="535198" y="3291017"/>
                </a:lnTo>
                <a:moveTo>
                  <a:pt x="996696" y="3497489"/>
                </a:moveTo>
                <a:lnTo>
                  <a:pt x="1265438" y="3497489"/>
                </a:lnTo>
                <a:moveTo>
                  <a:pt x="996696" y="3497489"/>
                </a:moveTo>
                <a:lnTo>
                  <a:pt x="1081644" y="3242828"/>
                </a:lnTo>
                <a:moveTo>
                  <a:pt x="996696" y="3497489"/>
                </a:moveTo>
                <a:lnTo>
                  <a:pt x="1297716" y="3221980"/>
                </a:lnTo>
                <a:moveTo>
                  <a:pt x="1265438" y="3497489"/>
                </a:moveTo>
                <a:lnTo>
                  <a:pt x="1576700" y="3454329"/>
                </a:lnTo>
                <a:moveTo>
                  <a:pt x="1265438" y="3497489"/>
                </a:moveTo>
                <a:lnTo>
                  <a:pt x="1297716" y="3221980"/>
                </a:lnTo>
                <a:moveTo>
                  <a:pt x="1265438" y="3497489"/>
                </a:moveTo>
                <a:lnTo>
                  <a:pt x="1081644" y="3242828"/>
                </a:lnTo>
                <a:moveTo>
                  <a:pt x="1576700" y="3454329"/>
                </a:moveTo>
                <a:lnTo>
                  <a:pt x="1801459" y="3497489"/>
                </a:lnTo>
                <a:moveTo>
                  <a:pt x="1576700" y="3454329"/>
                </a:moveTo>
                <a:lnTo>
                  <a:pt x="1580540" y="3259745"/>
                </a:lnTo>
                <a:moveTo>
                  <a:pt x="1576700" y="3454329"/>
                </a:moveTo>
                <a:lnTo>
                  <a:pt x="1890065" y="3206984"/>
                </a:lnTo>
                <a:moveTo>
                  <a:pt x="1576700" y="3454329"/>
                </a:moveTo>
                <a:lnTo>
                  <a:pt x="1297716" y="3221980"/>
                </a:lnTo>
                <a:moveTo>
                  <a:pt x="1801459" y="3497489"/>
                </a:moveTo>
                <a:lnTo>
                  <a:pt x="2132472" y="3438327"/>
                </a:lnTo>
                <a:moveTo>
                  <a:pt x="1801459" y="3497489"/>
                </a:moveTo>
                <a:lnTo>
                  <a:pt x="1890065" y="3206984"/>
                </a:lnTo>
                <a:moveTo>
                  <a:pt x="1801459" y="3497489"/>
                </a:moveTo>
                <a:lnTo>
                  <a:pt x="2081723" y="3223443"/>
                </a:lnTo>
                <a:moveTo>
                  <a:pt x="1801459" y="3497489"/>
                </a:moveTo>
                <a:lnTo>
                  <a:pt x="1580540" y="3259745"/>
                </a:lnTo>
                <a:moveTo>
                  <a:pt x="2132472" y="3438327"/>
                </a:moveTo>
                <a:lnTo>
                  <a:pt x="2390242" y="3497489"/>
                </a:lnTo>
                <a:moveTo>
                  <a:pt x="2132472" y="3438327"/>
                </a:moveTo>
                <a:lnTo>
                  <a:pt x="2081723" y="3223443"/>
                </a:lnTo>
                <a:moveTo>
                  <a:pt x="2132472" y="3438327"/>
                </a:moveTo>
                <a:lnTo>
                  <a:pt x="2383475" y="3183758"/>
                </a:lnTo>
                <a:moveTo>
                  <a:pt x="2132472" y="3438327"/>
                </a:moveTo>
                <a:lnTo>
                  <a:pt x="1890065" y="3206984"/>
                </a:lnTo>
                <a:moveTo>
                  <a:pt x="2390242" y="3497489"/>
                </a:moveTo>
                <a:lnTo>
                  <a:pt x="2707538" y="3497489"/>
                </a:lnTo>
                <a:moveTo>
                  <a:pt x="2390242" y="3497489"/>
                </a:moveTo>
                <a:lnTo>
                  <a:pt x="2383475" y="3183758"/>
                </a:lnTo>
                <a:moveTo>
                  <a:pt x="2390242" y="3497489"/>
                </a:moveTo>
                <a:lnTo>
                  <a:pt x="2674894" y="3261299"/>
                </a:lnTo>
                <a:moveTo>
                  <a:pt x="2390242" y="3497489"/>
                </a:moveTo>
                <a:lnTo>
                  <a:pt x="2081723" y="3223443"/>
                </a:lnTo>
                <a:moveTo>
                  <a:pt x="2707538" y="3497489"/>
                </a:moveTo>
                <a:lnTo>
                  <a:pt x="2956347" y="3497489"/>
                </a:lnTo>
                <a:moveTo>
                  <a:pt x="2707538" y="3497489"/>
                </a:moveTo>
                <a:lnTo>
                  <a:pt x="2674894" y="3261299"/>
                </a:lnTo>
                <a:moveTo>
                  <a:pt x="2707538" y="3497489"/>
                </a:moveTo>
                <a:lnTo>
                  <a:pt x="2972532" y="3283793"/>
                </a:lnTo>
                <a:moveTo>
                  <a:pt x="2707538" y="3497489"/>
                </a:moveTo>
                <a:lnTo>
                  <a:pt x="2383475" y="3183758"/>
                </a:lnTo>
                <a:moveTo>
                  <a:pt x="2956347" y="3497489"/>
                </a:moveTo>
                <a:lnTo>
                  <a:pt x="3126425" y="3497489"/>
                </a:lnTo>
                <a:moveTo>
                  <a:pt x="2956347" y="3497489"/>
                </a:moveTo>
                <a:lnTo>
                  <a:pt x="2972532" y="3283793"/>
                </a:lnTo>
                <a:moveTo>
                  <a:pt x="2956347" y="3497489"/>
                </a:moveTo>
                <a:lnTo>
                  <a:pt x="2674894" y="3261299"/>
                </a:lnTo>
                <a:moveTo>
                  <a:pt x="3126425" y="3497489"/>
                </a:moveTo>
                <a:lnTo>
                  <a:pt x="3412541" y="3455700"/>
                </a:lnTo>
                <a:moveTo>
                  <a:pt x="3126425" y="3497489"/>
                </a:moveTo>
                <a:lnTo>
                  <a:pt x="3162635" y="3199394"/>
                </a:lnTo>
                <a:moveTo>
                  <a:pt x="3126425" y="3497489"/>
                </a:moveTo>
                <a:lnTo>
                  <a:pt x="3391875" y="3234781"/>
                </a:lnTo>
                <a:moveTo>
                  <a:pt x="3126425" y="3497489"/>
                </a:moveTo>
                <a:lnTo>
                  <a:pt x="2972532" y="3283793"/>
                </a:lnTo>
                <a:moveTo>
                  <a:pt x="3412541" y="3455700"/>
                </a:moveTo>
                <a:lnTo>
                  <a:pt x="3391875" y="3234781"/>
                </a:lnTo>
                <a:moveTo>
                  <a:pt x="3412541" y="3455700"/>
                </a:moveTo>
                <a:lnTo>
                  <a:pt x="3162635" y="3199394"/>
                </a:lnTo>
                <a:moveTo>
                  <a:pt x="0" y="3222528"/>
                </a:moveTo>
                <a:lnTo>
                  <a:pt x="282824" y="3250143"/>
                </a:lnTo>
                <a:moveTo>
                  <a:pt x="0" y="3222528"/>
                </a:moveTo>
                <a:lnTo>
                  <a:pt x="0" y="2947020"/>
                </a:lnTo>
                <a:moveTo>
                  <a:pt x="0" y="3222528"/>
                </a:moveTo>
                <a:lnTo>
                  <a:pt x="299375" y="2959547"/>
                </a:lnTo>
                <a:moveTo>
                  <a:pt x="282824" y="3250143"/>
                </a:moveTo>
                <a:lnTo>
                  <a:pt x="535198" y="3291017"/>
                </a:lnTo>
                <a:moveTo>
                  <a:pt x="282824" y="3250143"/>
                </a:moveTo>
                <a:lnTo>
                  <a:pt x="299375" y="2959547"/>
                </a:lnTo>
                <a:moveTo>
                  <a:pt x="282824" y="3250143"/>
                </a:moveTo>
                <a:lnTo>
                  <a:pt x="578541" y="2993837"/>
                </a:lnTo>
                <a:moveTo>
                  <a:pt x="282824" y="3250143"/>
                </a:moveTo>
                <a:lnTo>
                  <a:pt x="0" y="2947020"/>
                </a:lnTo>
                <a:moveTo>
                  <a:pt x="535198" y="3291017"/>
                </a:moveTo>
                <a:lnTo>
                  <a:pt x="735086" y="3272089"/>
                </a:lnTo>
                <a:moveTo>
                  <a:pt x="535198" y="3291017"/>
                </a:moveTo>
                <a:lnTo>
                  <a:pt x="578541" y="2993837"/>
                </a:lnTo>
                <a:moveTo>
                  <a:pt x="535198" y="3291017"/>
                </a:moveTo>
                <a:lnTo>
                  <a:pt x="819211" y="2956712"/>
                </a:lnTo>
                <a:moveTo>
                  <a:pt x="535198" y="3291017"/>
                </a:moveTo>
                <a:lnTo>
                  <a:pt x="299375" y="2959547"/>
                </a:lnTo>
                <a:moveTo>
                  <a:pt x="735086" y="3272089"/>
                </a:moveTo>
                <a:lnTo>
                  <a:pt x="1081644" y="3242828"/>
                </a:lnTo>
                <a:moveTo>
                  <a:pt x="735086" y="3272089"/>
                </a:moveTo>
                <a:lnTo>
                  <a:pt x="819211" y="2956712"/>
                </a:lnTo>
                <a:moveTo>
                  <a:pt x="735086" y="3272089"/>
                </a:moveTo>
                <a:lnTo>
                  <a:pt x="578541" y="2993837"/>
                </a:lnTo>
                <a:moveTo>
                  <a:pt x="1081644" y="3242828"/>
                </a:moveTo>
                <a:lnTo>
                  <a:pt x="1297716" y="3221980"/>
                </a:lnTo>
                <a:moveTo>
                  <a:pt x="1081644" y="3242828"/>
                </a:moveTo>
                <a:lnTo>
                  <a:pt x="1068385" y="2974909"/>
                </a:lnTo>
                <a:moveTo>
                  <a:pt x="1081644" y="3242828"/>
                </a:moveTo>
                <a:lnTo>
                  <a:pt x="1367211" y="2910444"/>
                </a:lnTo>
                <a:moveTo>
                  <a:pt x="1081644" y="3242828"/>
                </a:moveTo>
                <a:lnTo>
                  <a:pt x="819211" y="2956712"/>
                </a:lnTo>
                <a:moveTo>
                  <a:pt x="1297716" y="3221980"/>
                </a:moveTo>
                <a:lnTo>
                  <a:pt x="1580540" y="3259745"/>
                </a:lnTo>
                <a:moveTo>
                  <a:pt x="1297716" y="3221980"/>
                </a:moveTo>
                <a:lnTo>
                  <a:pt x="1583284" y="2947477"/>
                </a:lnTo>
                <a:moveTo>
                  <a:pt x="1580540" y="3259745"/>
                </a:moveTo>
                <a:lnTo>
                  <a:pt x="1890065" y="3206984"/>
                </a:lnTo>
                <a:moveTo>
                  <a:pt x="1580540" y="3259745"/>
                </a:moveTo>
                <a:lnTo>
                  <a:pt x="1583284" y="2947477"/>
                </a:lnTo>
                <a:moveTo>
                  <a:pt x="1580540" y="3259745"/>
                </a:moveTo>
                <a:lnTo>
                  <a:pt x="1793138" y="2942631"/>
                </a:lnTo>
                <a:moveTo>
                  <a:pt x="1580540" y="3259745"/>
                </a:moveTo>
                <a:lnTo>
                  <a:pt x="1367211" y="2910444"/>
                </a:lnTo>
                <a:moveTo>
                  <a:pt x="1890065" y="3206984"/>
                </a:moveTo>
                <a:lnTo>
                  <a:pt x="2081723" y="3223443"/>
                </a:lnTo>
                <a:moveTo>
                  <a:pt x="1890065" y="3206984"/>
                </a:moveTo>
                <a:lnTo>
                  <a:pt x="1793138" y="2942631"/>
                </a:lnTo>
                <a:moveTo>
                  <a:pt x="1890065" y="3206984"/>
                </a:moveTo>
                <a:lnTo>
                  <a:pt x="2135124" y="2904043"/>
                </a:lnTo>
                <a:moveTo>
                  <a:pt x="1890065" y="3206984"/>
                </a:moveTo>
                <a:lnTo>
                  <a:pt x="1583284" y="2947477"/>
                </a:lnTo>
                <a:moveTo>
                  <a:pt x="2081723" y="3223443"/>
                </a:moveTo>
                <a:lnTo>
                  <a:pt x="2383475" y="3183758"/>
                </a:lnTo>
                <a:moveTo>
                  <a:pt x="2081723" y="3223443"/>
                </a:moveTo>
                <a:lnTo>
                  <a:pt x="2135124" y="2904043"/>
                </a:lnTo>
                <a:moveTo>
                  <a:pt x="2081723" y="3223443"/>
                </a:moveTo>
                <a:lnTo>
                  <a:pt x="2422611" y="2997678"/>
                </a:lnTo>
                <a:moveTo>
                  <a:pt x="2081723" y="3223443"/>
                </a:moveTo>
                <a:lnTo>
                  <a:pt x="1793138" y="2942631"/>
                </a:lnTo>
                <a:moveTo>
                  <a:pt x="2383475" y="3183758"/>
                </a:moveTo>
                <a:lnTo>
                  <a:pt x="2422611" y="2997678"/>
                </a:lnTo>
                <a:moveTo>
                  <a:pt x="2383475" y="3183758"/>
                </a:moveTo>
                <a:lnTo>
                  <a:pt x="2629449" y="2946928"/>
                </a:lnTo>
                <a:moveTo>
                  <a:pt x="2383475" y="3183758"/>
                </a:moveTo>
                <a:lnTo>
                  <a:pt x="2135124" y="2904043"/>
                </a:lnTo>
                <a:moveTo>
                  <a:pt x="2674894" y="3261299"/>
                </a:moveTo>
                <a:lnTo>
                  <a:pt x="2972532" y="3283793"/>
                </a:lnTo>
                <a:moveTo>
                  <a:pt x="2674894" y="3261299"/>
                </a:moveTo>
                <a:lnTo>
                  <a:pt x="2629449" y="2946928"/>
                </a:lnTo>
                <a:moveTo>
                  <a:pt x="2674894" y="3261299"/>
                </a:moveTo>
                <a:lnTo>
                  <a:pt x="2845887" y="2974269"/>
                </a:lnTo>
                <a:moveTo>
                  <a:pt x="2674894" y="3261299"/>
                </a:moveTo>
                <a:lnTo>
                  <a:pt x="2422611" y="2997678"/>
                </a:lnTo>
                <a:moveTo>
                  <a:pt x="2972532" y="3283793"/>
                </a:moveTo>
                <a:lnTo>
                  <a:pt x="3162635" y="3199394"/>
                </a:lnTo>
                <a:moveTo>
                  <a:pt x="2972532" y="3283793"/>
                </a:moveTo>
                <a:lnTo>
                  <a:pt x="2845887" y="2974269"/>
                </a:lnTo>
                <a:moveTo>
                  <a:pt x="2972532" y="3283793"/>
                </a:moveTo>
                <a:lnTo>
                  <a:pt x="3129534" y="3019715"/>
                </a:lnTo>
                <a:moveTo>
                  <a:pt x="2972532" y="3283793"/>
                </a:moveTo>
                <a:lnTo>
                  <a:pt x="2629449" y="2946928"/>
                </a:lnTo>
                <a:moveTo>
                  <a:pt x="3162635" y="3199394"/>
                </a:moveTo>
                <a:lnTo>
                  <a:pt x="3391875" y="3234781"/>
                </a:lnTo>
                <a:moveTo>
                  <a:pt x="3162635" y="3199394"/>
                </a:moveTo>
                <a:lnTo>
                  <a:pt x="3129534" y="3019715"/>
                </a:lnTo>
                <a:moveTo>
                  <a:pt x="3162635" y="3199394"/>
                </a:moveTo>
                <a:lnTo>
                  <a:pt x="3379622" y="2933761"/>
                </a:lnTo>
                <a:moveTo>
                  <a:pt x="3162635" y="3199394"/>
                </a:moveTo>
                <a:lnTo>
                  <a:pt x="2845887" y="2974269"/>
                </a:lnTo>
                <a:moveTo>
                  <a:pt x="3391875" y="3234781"/>
                </a:moveTo>
                <a:lnTo>
                  <a:pt x="3379622" y="2933761"/>
                </a:lnTo>
                <a:moveTo>
                  <a:pt x="3391875" y="3234781"/>
                </a:moveTo>
                <a:lnTo>
                  <a:pt x="3129534" y="3019715"/>
                </a:lnTo>
                <a:moveTo>
                  <a:pt x="0" y="2947020"/>
                </a:moveTo>
                <a:lnTo>
                  <a:pt x="299375" y="2959547"/>
                </a:lnTo>
                <a:moveTo>
                  <a:pt x="0" y="2947020"/>
                </a:moveTo>
                <a:lnTo>
                  <a:pt x="0" y="2738445"/>
                </a:lnTo>
                <a:moveTo>
                  <a:pt x="299375" y="2959547"/>
                </a:moveTo>
                <a:lnTo>
                  <a:pt x="578541" y="2993837"/>
                </a:lnTo>
                <a:moveTo>
                  <a:pt x="299375" y="2959547"/>
                </a:moveTo>
                <a:lnTo>
                  <a:pt x="249997" y="2655966"/>
                </a:lnTo>
                <a:moveTo>
                  <a:pt x="299375" y="2959547"/>
                </a:moveTo>
                <a:lnTo>
                  <a:pt x="0" y="2738445"/>
                </a:lnTo>
                <a:moveTo>
                  <a:pt x="578541" y="2993837"/>
                </a:moveTo>
                <a:lnTo>
                  <a:pt x="819211" y="2956712"/>
                </a:lnTo>
                <a:moveTo>
                  <a:pt x="578541" y="2993837"/>
                </a:moveTo>
                <a:lnTo>
                  <a:pt x="473385" y="2711745"/>
                </a:lnTo>
                <a:moveTo>
                  <a:pt x="578541" y="2993837"/>
                </a:moveTo>
                <a:lnTo>
                  <a:pt x="799917" y="2654412"/>
                </a:lnTo>
                <a:moveTo>
                  <a:pt x="578541" y="2993837"/>
                </a:moveTo>
                <a:lnTo>
                  <a:pt x="249997" y="2655966"/>
                </a:lnTo>
                <a:moveTo>
                  <a:pt x="819211" y="2956712"/>
                </a:moveTo>
                <a:lnTo>
                  <a:pt x="1068385" y="2974909"/>
                </a:lnTo>
                <a:moveTo>
                  <a:pt x="819211" y="2956712"/>
                </a:moveTo>
                <a:lnTo>
                  <a:pt x="799917" y="2654412"/>
                </a:lnTo>
                <a:moveTo>
                  <a:pt x="819211" y="2956712"/>
                </a:moveTo>
                <a:lnTo>
                  <a:pt x="1100023" y="2656972"/>
                </a:lnTo>
                <a:moveTo>
                  <a:pt x="819211" y="2956712"/>
                </a:moveTo>
                <a:lnTo>
                  <a:pt x="473385" y="2711745"/>
                </a:lnTo>
                <a:moveTo>
                  <a:pt x="1068385" y="2974909"/>
                </a:moveTo>
                <a:lnTo>
                  <a:pt x="1367211" y="2910444"/>
                </a:lnTo>
                <a:moveTo>
                  <a:pt x="1068385" y="2974909"/>
                </a:moveTo>
                <a:lnTo>
                  <a:pt x="1100023" y="2656972"/>
                </a:lnTo>
                <a:moveTo>
                  <a:pt x="1068385" y="2974909"/>
                </a:moveTo>
                <a:lnTo>
                  <a:pt x="1292962" y="2716225"/>
                </a:lnTo>
                <a:moveTo>
                  <a:pt x="1068385" y="2974909"/>
                </a:moveTo>
                <a:lnTo>
                  <a:pt x="799917" y="2654412"/>
                </a:lnTo>
                <a:moveTo>
                  <a:pt x="1367211" y="2910444"/>
                </a:moveTo>
                <a:lnTo>
                  <a:pt x="1292962" y="2716225"/>
                </a:lnTo>
                <a:moveTo>
                  <a:pt x="1367211" y="2910444"/>
                </a:moveTo>
                <a:lnTo>
                  <a:pt x="1568105" y="2654320"/>
                </a:lnTo>
                <a:moveTo>
                  <a:pt x="1367211" y="2910444"/>
                </a:moveTo>
                <a:lnTo>
                  <a:pt x="1100023" y="2656972"/>
                </a:lnTo>
                <a:moveTo>
                  <a:pt x="1583284" y="2947477"/>
                </a:moveTo>
                <a:lnTo>
                  <a:pt x="1793138" y="2942631"/>
                </a:lnTo>
                <a:moveTo>
                  <a:pt x="1583284" y="2947477"/>
                </a:moveTo>
                <a:lnTo>
                  <a:pt x="1568105" y="2654320"/>
                </a:lnTo>
                <a:moveTo>
                  <a:pt x="1583284" y="2947477"/>
                </a:moveTo>
                <a:lnTo>
                  <a:pt x="1911736" y="2751155"/>
                </a:lnTo>
                <a:moveTo>
                  <a:pt x="1583284" y="2947477"/>
                </a:moveTo>
                <a:lnTo>
                  <a:pt x="1292962" y="2716225"/>
                </a:lnTo>
                <a:moveTo>
                  <a:pt x="1793138" y="2942631"/>
                </a:moveTo>
                <a:lnTo>
                  <a:pt x="2135124" y="2904043"/>
                </a:lnTo>
                <a:moveTo>
                  <a:pt x="1793138" y="2942631"/>
                </a:moveTo>
                <a:lnTo>
                  <a:pt x="1911736" y="2751155"/>
                </a:lnTo>
                <a:moveTo>
                  <a:pt x="1793138" y="2942631"/>
                </a:moveTo>
                <a:lnTo>
                  <a:pt x="2072853" y="2740457"/>
                </a:lnTo>
                <a:moveTo>
                  <a:pt x="1793138" y="2942631"/>
                </a:moveTo>
                <a:lnTo>
                  <a:pt x="1568105" y="2654320"/>
                </a:lnTo>
                <a:moveTo>
                  <a:pt x="2135124" y="2904043"/>
                </a:moveTo>
                <a:lnTo>
                  <a:pt x="2072853" y="2740457"/>
                </a:lnTo>
                <a:moveTo>
                  <a:pt x="2135124" y="2904043"/>
                </a:moveTo>
                <a:lnTo>
                  <a:pt x="1911736" y="2751155"/>
                </a:lnTo>
                <a:moveTo>
                  <a:pt x="2422611" y="2997678"/>
                </a:moveTo>
                <a:lnTo>
                  <a:pt x="2344796" y="2707081"/>
                </a:lnTo>
                <a:moveTo>
                  <a:pt x="2422611" y="2997678"/>
                </a:moveTo>
                <a:lnTo>
                  <a:pt x="2656332" y="2736433"/>
                </a:lnTo>
                <a:moveTo>
                  <a:pt x="2422611" y="2997678"/>
                </a:moveTo>
                <a:lnTo>
                  <a:pt x="2072853" y="2740457"/>
                </a:lnTo>
                <a:moveTo>
                  <a:pt x="2629449" y="2946928"/>
                </a:moveTo>
                <a:lnTo>
                  <a:pt x="2845887" y="2974269"/>
                </a:lnTo>
                <a:moveTo>
                  <a:pt x="2629449" y="2946928"/>
                </a:moveTo>
                <a:lnTo>
                  <a:pt x="2656332" y="2736433"/>
                </a:lnTo>
                <a:moveTo>
                  <a:pt x="2629449" y="2946928"/>
                </a:moveTo>
                <a:lnTo>
                  <a:pt x="2843418" y="2715768"/>
                </a:lnTo>
                <a:moveTo>
                  <a:pt x="2629449" y="2946928"/>
                </a:moveTo>
                <a:lnTo>
                  <a:pt x="2344796" y="2707081"/>
                </a:lnTo>
                <a:moveTo>
                  <a:pt x="2845887" y="2974269"/>
                </a:moveTo>
                <a:lnTo>
                  <a:pt x="3129534" y="3019715"/>
                </a:lnTo>
                <a:moveTo>
                  <a:pt x="2845887" y="2974269"/>
                </a:moveTo>
                <a:lnTo>
                  <a:pt x="2843418" y="2715768"/>
                </a:lnTo>
                <a:moveTo>
                  <a:pt x="2845887" y="2974269"/>
                </a:moveTo>
                <a:lnTo>
                  <a:pt x="3156143" y="2696291"/>
                </a:lnTo>
                <a:moveTo>
                  <a:pt x="2845887" y="2974269"/>
                </a:moveTo>
                <a:lnTo>
                  <a:pt x="2656332" y="2736433"/>
                </a:lnTo>
                <a:moveTo>
                  <a:pt x="3129534" y="3019715"/>
                </a:moveTo>
                <a:lnTo>
                  <a:pt x="3379622" y="2933761"/>
                </a:lnTo>
                <a:moveTo>
                  <a:pt x="3129534" y="3019715"/>
                </a:moveTo>
                <a:lnTo>
                  <a:pt x="3156143" y="2696291"/>
                </a:lnTo>
                <a:moveTo>
                  <a:pt x="3129534" y="3019715"/>
                </a:moveTo>
                <a:lnTo>
                  <a:pt x="3497763" y="2679924"/>
                </a:lnTo>
                <a:moveTo>
                  <a:pt x="3379622" y="2933761"/>
                </a:moveTo>
                <a:lnTo>
                  <a:pt x="3497763" y="2679924"/>
                </a:lnTo>
                <a:moveTo>
                  <a:pt x="3379622" y="2933761"/>
                </a:moveTo>
                <a:lnTo>
                  <a:pt x="3156143" y="2696291"/>
                </a:lnTo>
                <a:moveTo>
                  <a:pt x="0" y="2738445"/>
                </a:moveTo>
                <a:lnTo>
                  <a:pt x="249997" y="2655966"/>
                </a:lnTo>
                <a:moveTo>
                  <a:pt x="0" y="2738445"/>
                </a:moveTo>
                <a:lnTo>
                  <a:pt x="2103" y="2425355"/>
                </a:lnTo>
                <a:moveTo>
                  <a:pt x="0" y="2738445"/>
                </a:moveTo>
                <a:lnTo>
                  <a:pt x="287762" y="2499787"/>
                </a:lnTo>
                <a:moveTo>
                  <a:pt x="249997" y="2655966"/>
                </a:moveTo>
                <a:lnTo>
                  <a:pt x="473385" y="2711745"/>
                </a:lnTo>
                <a:moveTo>
                  <a:pt x="249997" y="2655966"/>
                </a:moveTo>
                <a:lnTo>
                  <a:pt x="287762" y="2499787"/>
                </a:lnTo>
                <a:moveTo>
                  <a:pt x="249997" y="2655966"/>
                </a:moveTo>
                <a:lnTo>
                  <a:pt x="2103" y="2425355"/>
                </a:lnTo>
                <a:moveTo>
                  <a:pt x="473385" y="2711745"/>
                </a:moveTo>
                <a:lnTo>
                  <a:pt x="581741" y="2403958"/>
                </a:lnTo>
                <a:moveTo>
                  <a:pt x="473385" y="2711745"/>
                </a:moveTo>
                <a:lnTo>
                  <a:pt x="287762" y="2499787"/>
                </a:lnTo>
                <a:moveTo>
                  <a:pt x="799917" y="2654412"/>
                </a:moveTo>
                <a:lnTo>
                  <a:pt x="1100023" y="2656972"/>
                </a:lnTo>
                <a:moveTo>
                  <a:pt x="799917" y="2654412"/>
                </a:moveTo>
                <a:lnTo>
                  <a:pt x="842894" y="2401580"/>
                </a:lnTo>
                <a:moveTo>
                  <a:pt x="799917" y="2654412"/>
                </a:moveTo>
                <a:lnTo>
                  <a:pt x="1043605" y="2454250"/>
                </a:lnTo>
                <a:moveTo>
                  <a:pt x="799917" y="2654412"/>
                </a:moveTo>
                <a:lnTo>
                  <a:pt x="581741" y="2403958"/>
                </a:lnTo>
                <a:moveTo>
                  <a:pt x="1100023" y="2656972"/>
                </a:moveTo>
                <a:lnTo>
                  <a:pt x="1292962" y="2716225"/>
                </a:lnTo>
                <a:moveTo>
                  <a:pt x="1100023" y="2656972"/>
                </a:moveTo>
                <a:lnTo>
                  <a:pt x="1043605" y="2454250"/>
                </a:lnTo>
                <a:moveTo>
                  <a:pt x="1100023" y="2656972"/>
                </a:moveTo>
                <a:lnTo>
                  <a:pt x="842894" y="2401580"/>
                </a:lnTo>
                <a:moveTo>
                  <a:pt x="1292962" y="2716225"/>
                </a:moveTo>
                <a:lnTo>
                  <a:pt x="1568105" y="2654320"/>
                </a:lnTo>
                <a:moveTo>
                  <a:pt x="1292962" y="2716225"/>
                </a:moveTo>
                <a:lnTo>
                  <a:pt x="1269827" y="2423160"/>
                </a:lnTo>
                <a:moveTo>
                  <a:pt x="1292962" y="2716225"/>
                </a:moveTo>
                <a:lnTo>
                  <a:pt x="1528877" y="2498049"/>
                </a:lnTo>
                <a:moveTo>
                  <a:pt x="1292962" y="2716225"/>
                </a:moveTo>
                <a:lnTo>
                  <a:pt x="1043605" y="2454250"/>
                </a:lnTo>
                <a:moveTo>
                  <a:pt x="1568105" y="2654320"/>
                </a:moveTo>
                <a:lnTo>
                  <a:pt x="1911736" y="2751155"/>
                </a:lnTo>
                <a:moveTo>
                  <a:pt x="1568105" y="2654320"/>
                </a:moveTo>
                <a:lnTo>
                  <a:pt x="1812707" y="2485522"/>
                </a:lnTo>
                <a:moveTo>
                  <a:pt x="1568105" y="2654320"/>
                </a:moveTo>
                <a:lnTo>
                  <a:pt x="1269827" y="2423160"/>
                </a:lnTo>
                <a:moveTo>
                  <a:pt x="1911736" y="2751155"/>
                </a:moveTo>
                <a:lnTo>
                  <a:pt x="1812707" y="2485522"/>
                </a:lnTo>
                <a:moveTo>
                  <a:pt x="1911736" y="2751155"/>
                </a:moveTo>
                <a:lnTo>
                  <a:pt x="2094433" y="2500061"/>
                </a:lnTo>
                <a:moveTo>
                  <a:pt x="1911736" y="2751155"/>
                </a:moveTo>
                <a:lnTo>
                  <a:pt x="1528877" y="2498049"/>
                </a:lnTo>
                <a:moveTo>
                  <a:pt x="2072853" y="2740457"/>
                </a:moveTo>
                <a:lnTo>
                  <a:pt x="2344796" y="2707081"/>
                </a:lnTo>
                <a:moveTo>
                  <a:pt x="2072853" y="2740457"/>
                </a:moveTo>
                <a:lnTo>
                  <a:pt x="2094433" y="2500061"/>
                </a:lnTo>
                <a:moveTo>
                  <a:pt x="2072853" y="2740457"/>
                </a:moveTo>
                <a:lnTo>
                  <a:pt x="2313981" y="2486985"/>
                </a:lnTo>
                <a:moveTo>
                  <a:pt x="2072853" y="2740457"/>
                </a:moveTo>
                <a:lnTo>
                  <a:pt x="1812707" y="2485522"/>
                </a:lnTo>
                <a:moveTo>
                  <a:pt x="2344796" y="2707081"/>
                </a:moveTo>
                <a:lnTo>
                  <a:pt x="2656332" y="2736433"/>
                </a:lnTo>
                <a:moveTo>
                  <a:pt x="2344796" y="2707081"/>
                </a:moveTo>
                <a:lnTo>
                  <a:pt x="2591867" y="2458913"/>
                </a:lnTo>
                <a:moveTo>
                  <a:pt x="2344796" y="2707081"/>
                </a:moveTo>
                <a:lnTo>
                  <a:pt x="2094433" y="2500061"/>
                </a:lnTo>
                <a:moveTo>
                  <a:pt x="2656332" y="2736433"/>
                </a:moveTo>
                <a:lnTo>
                  <a:pt x="2843418" y="2715768"/>
                </a:lnTo>
                <a:moveTo>
                  <a:pt x="2656332" y="2736433"/>
                </a:moveTo>
                <a:lnTo>
                  <a:pt x="2591867" y="2458913"/>
                </a:lnTo>
                <a:moveTo>
                  <a:pt x="2656332" y="2736433"/>
                </a:moveTo>
                <a:lnTo>
                  <a:pt x="2846253" y="2391430"/>
                </a:lnTo>
                <a:moveTo>
                  <a:pt x="2656332" y="2736433"/>
                </a:moveTo>
                <a:lnTo>
                  <a:pt x="2313981" y="2486985"/>
                </a:lnTo>
                <a:moveTo>
                  <a:pt x="2843418" y="2715768"/>
                </a:moveTo>
                <a:lnTo>
                  <a:pt x="3156143" y="2696291"/>
                </a:lnTo>
                <a:moveTo>
                  <a:pt x="2843418" y="2715768"/>
                </a:moveTo>
                <a:lnTo>
                  <a:pt x="2846253" y="2391430"/>
                </a:lnTo>
                <a:moveTo>
                  <a:pt x="2843418" y="2715768"/>
                </a:moveTo>
                <a:lnTo>
                  <a:pt x="3188513" y="2487351"/>
                </a:lnTo>
                <a:moveTo>
                  <a:pt x="2843418" y="2715768"/>
                </a:moveTo>
                <a:lnTo>
                  <a:pt x="2591867" y="2458913"/>
                </a:lnTo>
                <a:moveTo>
                  <a:pt x="3156143" y="2696291"/>
                </a:moveTo>
                <a:lnTo>
                  <a:pt x="3497763" y="2679924"/>
                </a:lnTo>
                <a:moveTo>
                  <a:pt x="3156143" y="2696291"/>
                </a:moveTo>
                <a:lnTo>
                  <a:pt x="3188513" y="2487351"/>
                </a:lnTo>
                <a:moveTo>
                  <a:pt x="3156143" y="2696291"/>
                </a:moveTo>
                <a:lnTo>
                  <a:pt x="2846253" y="2391430"/>
                </a:lnTo>
                <a:moveTo>
                  <a:pt x="3497763" y="2679924"/>
                </a:moveTo>
                <a:lnTo>
                  <a:pt x="3405134" y="2461108"/>
                </a:lnTo>
                <a:moveTo>
                  <a:pt x="3497763" y="2679924"/>
                </a:moveTo>
                <a:lnTo>
                  <a:pt x="3188513" y="2487351"/>
                </a:lnTo>
                <a:moveTo>
                  <a:pt x="2103" y="2425355"/>
                </a:moveTo>
                <a:lnTo>
                  <a:pt x="287762" y="2499787"/>
                </a:lnTo>
                <a:moveTo>
                  <a:pt x="2103" y="2425355"/>
                </a:moveTo>
                <a:lnTo>
                  <a:pt x="0" y="2226564"/>
                </a:lnTo>
                <a:moveTo>
                  <a:pt x="2103" y="2425355"/>
                </a:moveTo>
                <a:lnTo>
                  <a:pt x="310530" y="2111624"/>
                </a:lnTo>
                <a:moveTo>
                  <a:pt x="287762" y="2499787"/>
                </a:moveTo>
                <a:lnTo>
                  <a:pt x="581741" y="2403958"/>
                </a:lnTo>
                <a:moveTo>
                  <a:pt x="287762" y="2499787"/>
                </a:moveTo>
                <a:lnTo>
                  <a:pt x="310530" y="2111624"/>
                </a:lnTo>
                <a:moveTo>
                  <a:pt x="287762" y="2499787"/>
                </a:moveTo>
                <a:lnTo>
                  <a:pt x="524408" y="2178924"/>
                </a:lnTo>
                <a:moveTo>
                  <a:pt x="287762" y="2499787"/>
                </a:moveTo>
                <a:lnTo>
                  <a:pt x="0" y="2226564"/>
                </a:lnTo>
                <a:moveTo>
                  <a:pt x="581741" y="2403958"/>
                </a:moveTo>
                <a:lnTo>
                  <a:pt x="842894" y="2401580"/>
                </a:lnTo>
                <a:moveTo>
                  <a:pt x="581741" y="2403958"/>
                </a:moveTo>
                <a:lnTo>
                  <a:pt x="738561" y="2229307"/>
                </a:lnTo>
                <a:moveTo>
                  <a:pt x="581741" y="2403958"/>
                </a:moveTo>
                <a:lnTo>
                  <a:pt x="310530" y="2111624"/>
                </a:lnTo>
                <a:moveTo>
                  <a:pt x="842894" y="2401580"/>
                </a:moveTo>
                <a:lnTo>
                  <a:pt x="1043605" y="2454250"/>
                </a:lnTo>
                <a:moveTo>
                  <a:pt x="842894" y="2401580"/>
                </a:moveTo>
                <a:lnTo>
                  <a:pt x="738561" y="2229307"/>
                </a:lnTo>
                <a:moveTo>
                  <a:pt x="842894" y="2401580"/>
                </a:moveTo>
                <a:lnTo>
                  <a:pt x="524408" y="2178924"/>
                </a:lnTo>
                <a:moveTo>
                  <a:pt x="1043605" y="2454250"/>
                </a:moveTo>
                <a:lnTo>
                  <a:pt x="1269827" y="2423160"/>
                </a:lnTo>
                <a:moveTo>
                  <a:pt x="1043605" y="2454250"/>
                </a:moveTo>
                <a:lnTo>
                  <a:pt x="1037021" y="2207819"/>
                </a:lnTo>
                <a:moveTo>
                  <a:pt x="1043605" y="2454250"/>
                </a:moveTo>
                <a:lnTo>
                  <a:pt x="1365748" y="2221443"/>
                </a:lnTo>
                <a:moveTo>
                  <a:pt x="1043605" y="2454250"/>
                </a:moveTo>
                <a:lnTo>
                  <a:pt x="738561" y="2229307"/>
                </a:lnTo>
                <a:moveTo>
                  <a:pt x="1269827" y="2423160"/>
                </a:moveTo>
                <a:lnTo>
                  <a:pt x="1528877" y="2498049"/>
                </a:lnTo>
                <a:moveTo>
                  <a:pt x="1269827" y="2423160"/>
                </a:moveTo>
                <a:lnTo>
                  <a:pt x="1365748" y="2221443"/>
                </a:lnTo>
                <a:moveTo>
                  <a:pt x="1269827" y="2423160"/>
                </a:moveTo>
                <a:lnTo>
                  <a:pt x="1037021" y="2207819"/>
                </a:lnTo>
                <a:moveTo>
                  <a:pt x="1528877" y="2498049"/>
                </a:moveTo>
                <a:lnTo>
                  <a:pt x="1812707" y="2485522"/>
                </a:lnTo>
                <a:moveTo>
                  <a:pt x="1528877" y="2498049"/>
                </a:moveTo>
                <a:lnTo>
                  <a:pt x="1523665" y="2117202"/>
                </a:lnTo>
                <a:moveTo>
                  <a:pt x="1528877" y="2498049"/>
                </a:moveTo>
                <a:lnTo>
                  <a:pt x="1365748" y="2221443"/>
                </a:lnTo>
                <a:moveTo>
                  <a:pt x="1812707" y="2485522"/>
                </a:moveTo>
                <a:lnTo>
                  <a:pt x="2094433" y="2500061"/>
                </a:lnTo>
                <a:moveTo>
                  <a:pt x="1812707" y="2485522"/>
                </a:moveTo>
                <a:lnTo>
                  <a:pt x="1854860" y="2223455"/>
                </a:lnTo>
                <a:moveTo>
                  <a:pt x="1812707" y="2485522"/>
                </a:moveTo>
                <a:lnTo>
                  <a:pt x="2121317" y="2239183"/>
                </a:lnTo>
                <a:moveTo>
                  <a:pt x="1812707" y="2485522"/>
                </a:moveTo>
                <a:lnTo>
                  <a:pt x="1523665" y="2117202"/>
                </a:lnTo>
                <a:moveTo>
                  <a:pt x="2094433" y="2500061"/>
                </a:moveTo>
                <a:lnTo>
                  <a:pt x="2313981" y="2486985"/>
                </a:lnTo>
                <a:moveTo>
                  <a:pt x="2094433" y="2500061"/>
                </a:moveTo>
                <a:lnTo>
                  <a:pt x="2121317" y="2239183"/>
                </a:lnTo>
                <a:moveTo>
                  <a:pt x="2094433" y="2500061"/>
                </a:moveTo>
                <a:lnTo>
                  <a:pt x="2383841" y="2113544"/>
                </a:lnTo>
                <a:moveTo>
                  <a:pt x="2094433" y="2500061"/>
                </a:moveTo>
                <a:lnTo>
                  <a:pt x="1854860" y="2223455"/>
                </a:lnTo>
                <a:moveTo>
                  <a:pt x="2313981" y="2486985"/>
                </a:moveTo>
                <a:lnTo>
                  <a:pt x="2591867" y="2458913"/>
                </a:lnTo>
                <a:moveTo>
                  <a:pt x="2313981" y="2486985"/>
                </a:moveTo>
                <a:lnTo>
                  <a:pt x="2383841" y="2113544"/>
                </a:lnTo>
                <a:moveTo>
                  <a:pt x="2313981" y="2486985"/>
                </a:moveTo>
                <a:lnTo>
                  <a:pt x="2692634" y="2150852"/>
                </a:lnTo>
                <a:moveTo>
                  <a:pt x="2313981" y="2486985"/>
                </a:moveTo>
                <a:lnTo>
                  <a:pt x="2121317" y="2239183"/>
                </a:lnTo>
                <a:moveTo>
                  <a:pt x="2591867" y="2458913"/>
                </a:moveTo>
                <a:lnTo>
                  <a:pt x="2846253" y="2391430"/>
                </a:lnTo>
                <a:moveTo>
                  <a:pt x="2591867" y="2458913"/>
                </a:moveTo>
                <a:lnTo>
                  <a:pt x="2692634" y="2150852"/>
                </a:lnTo>
                <a:moveTo>
                  <a:pt x="2591867" y="2458913"/>
                </a:moveTo>
                <a:lnTo>
                  <a:pt x="2877434" y="2194469"/>
                </a:lnTo>
                <a:moveTo>
                  <a:pt x="2591867" y="2458913"/>
                </a:moveTo>
                <a:lnTo>
                  <a:pt x="2383841" y="2113544"/>
                </a:lnTo>
                <a:moveTo>
                  <a:pt x="2846253" y="2391430"/>
                </a:moveTo>
                <a:lnTo>
                  <a:pt x="3188513" y="2487351"/>
                </a:lnTo>
                <a:moveTo>
                  <a:pt x="2846253" y="2391430"/>
                </a:moveTo>
                <a:lnTo>
                  <a:pt x="2877434" y="2194469"/>
                </a:lnTo>
                <a:moveTo>
                  <a:pt x="2846253" y="2391430"/>
                </a:moveTo>
                <a:lnTo>
                  <a:pt x="3129443" y="2140885"/>
                </a:lnTo>
                <a:moveTo>
                  <a:pt x="2846253" y="2391430"/>
                </a:moveTo>
                <a:lnTo>
                  <a:pt x="2692634" y="2150852"/>
                </a:lnTo>
                <a:moveTo>
                  <a:pt x="3188513" y="2487351"/>
                </a:moveTo>
                <a:lnTo>
                  <a:pt x="3405134" y="2461108"/>
                </a:lnTo>
                <a:moveTo>
                  <a:pt x="3188513" y="2487351"/>
                </a:moveTo>
                <a:lnTo>
                  <a:pt x="3129443" y="2140885"/>
                </a:lnTo>
                <a:moveTo>
                  <a:pt x="3188513" y="2487351"/>
                </a:moveTo>
                <a:lnTo>
                  <a:pt x="3442259" y="2139970"/>
                </a:lnTo>
                <a:moveTo>
                  <a:pt x="3188513" y="2487351"/>
                </a:moveTo>
                <a:lnTo>
                  <a:pt x="2877434" y="2194469"/>
                </a:lnTo>
                <a:moveTo>
                  <a:pt x="3405134" y="2461108"/>
                </a:moveTo>
                <a:lnTo>
                  <a:pt x="3442259" y="2139970"/>
                </a:lnTo>
                <a:moveTo>
                  <a:pt x="0" y="2226564"/>
                </a:moveTo>
                <a:lnTo>
                  <a:pt x="305684" y="1848551"/>
                </a:lnTo>
                <a:moveTo>
                  <a:pt x="310530" y="2111624"/>
                </a:moveTo>
                <a:lnTo>
                  <a:pt x="524408" y="2178924"/>
                </a:lnTo>
                <a:moveTo>
                  <a:pt x="310530" y="2111624"/>
                </a:moveTo>
                <a:lnTo>
                  <a:pt x="305684" y="1848551"/>
                </a:lnTo>
                <a:moveTo>
                  <a:pt x="310530" y="2111624"/>
                </a:moveTo>
                <a:lnTo>
                  <a:pt x="575523" y="1872234"/>
                </a:lnTo>
                <a:moveTo>
                  <a:pt x="310530" y="2111624"/>
                </a:moveTo>
                <a:lnTo>
                  <a:pt x="0" y="1949226"/>
                </a:lnTo>
                <a:moveTo>
                  <a:pt x="524408" y="2178924"/>
                </a:moveTo>
                <a:lnTo>
                  <a:pt x="575523" y="1872234"/>
                </a:lnTo>
                <a:moveTo>
                  <a:pt x="524408" y="2178924"/>
                </a:moveTo>
                <a:lnTo>
                  <a:pt x="835487" y="1881012"/>
                </a:lnTo>
                <a:moveTo>
                  <a:pt x="524408" y="2178924"/>
                </a:moveTo>
                <a:lnTo>
                  <a:pt x="305684" y="1848551"/>
                </a:lnTo>
                <a:moveTo>
                  <a:pt x="738561" y="2229307"/>
                </a:moveTo>
                <a:lnTo>
                  <a:pt x="1037021" y="2207819"/>
                </a:lnTo>
                <a:moveTo>
                  <a:pt x="1037021" y="2207819"/>
                </a:moveTo>
                <a:lnTo>
                  <a:pt x="1365748" y="2221443"/>
                </a:lnTo>
                <a:moveTo>
                  <a:pt x="1037021" y="2207819"/>
                </a:moveTo>
                <a:lnTo>
                  <a:pt x="1021659" y="1910364"/>
                </a:lnTo>
                <a:moveTo>
                  <a:pt x="1037021" y="2207819"/>
                </a:moveTo>
                <a:lnTo>
                  <a:pt x="1303203" y="1974830"/>
                </a:lnTo>
                <a:moveTo>
                  <a:pt x="1037021" y="2207819"/>
                </a:moveTo>
                <a:lnTo>
                  <a:pt x="835487" y="1881012"/>
                </a:lnTo>
                <a:moveTo>
                  <a:pt x="1365748" y="2221443"/>
                </a:moveTo>
                <a:lnTo>
                  <a:pt x="1523665" y="2117202"/>
                </a:lnTo>
                <a:moveTo>
                  <a:pt x="1365748" y="2221443"/>
                </a:moveTo>
                <a:lnTo>
                  <a:pt x="1303203" y="1974830"/>
                </a:lnTo>
                <a:moveTo>
                  <a:pt x="1365748" y="2221443"/>
                </a:moveTo>
                <a:lnTo>
                  <a:pt x="1524305" y="1941728"/>
                </a:lnTo>
                <a:moveTo>
                  <a:pt x="1365748" y="2221443"/>
                </a:moveTo>
                <a:lnTo>
                  <a:pt x="1021659" y="1910364"/>
                </a:lnTo>
                <a:moveTo>
                  <a:pt x="1523665" y="2117202"/>
                </a:moveTo>
                <a:lnTo>
                  <a:pt x="1854860" y="2223455"/>
                </a:lnTo>
                <a:moveTo>
                  <a:pt x="1523665" y="2117202"/>
                </a:moveTo>
                <a:lnTo>
                  <a:pt x="1524305" y="1941728"/>
                </a:lnTo>
                <a:moveTo>
                  <a:pt x="1523665" y="2117202"/>
                </a:moveTo>
                <a:lnTo>
                  <a:pt x="1819382" y="1887230"/>
                </a:lnTo>
                <a:moveTo>
                  <a:pt x="1523665" y="2117202"/>
                </a:moveTo>
                <a:lnTo>
                  <a:pt x="1303203" y="1974830"/>
                </a:lnTo>
                <a:moveTo>
                  <a:pt x="1854860" y="2223455"/>
                </a:moveTo>
                <a:lnTo>
                  <a:pt x="2121317" y="2239183"/>
                </a:lnTo>
                <a:moveTo>
                  <a:pt x="1854860" y="2223455"/>
                </a:moveTo>
                <a:lnTo>
                  <a:pt x="1819382" y="1887230"/>
                </a:lnTo>
                <a:moveTo>
                  <a:pt x="1854860" y="2223455"/>
                </a:moveTo>
                <a:lnTo>
                  <a:pt x="2175998" y="1919600"/>
                </a:lnTo>
                <a:moveTo>
                  <a:pt x="1854860" y="2223455"/>
                </a:moveTo>
                <a:lnTo>
                  <a:pt x="1524305" y="1941728"/>
                </a:lnTo>
                <a:moveTo>
                  <a:pt x="2121317" y="2239183"/>
                </a:moveTo>
                <a:lnTo>
                  <a:pt x="2383841" y="2113544"/>
                </a:lnTo>
                <a:moveTo>
                  <a:pt x="2121317" y="2239183"/>
                </a:moveTo>
                <a:lnTo>
                  <a:pt x="2175998" y="1919600"/>
                </a:lnTo>
                <a:moveTo>
                  <a:pt x="2121317" y="2239183"/>
                </a:moveTo>
                <a:lnTo>
                  <a:pt x="2437882" y="1848185"/>
                </a:lnTo>
                <a:moveTo>
                  <a:pt x="2383841" y="2113544"/>
                </a:moveTo>
                <a:lnTo>
                  <a:pt x="2692634" y="2150852"/>
                </a:lnTo>
                <a:moveTo>
                  <a:pt x="2383841" y="2113544"/>
                </a:moveTo>
                <a:lnTo>
                  <a:pt x="2437882" y="1848185"/>
                </a:lnTo>
                <a:moveTo>
                  <a:pt x="2383841" y="2113544"/>
                </a:moveTo>
                <a:lnTo>
                  <a:pt x="2175998" y="1919600"/>
                </a:lnTo>
                <a:moveTo>
                  <a:pt x="2692634" y="2150852"/>
                </a:moveTo>
                <a:lnTo>
                  <a:pt x="2872039" y="1948769"/>
                </a:lnTo>
                <a:moveTo>
                  <a:pt x="2692634" y="2150852"/>
                </a:moveTo>
                <a:lnTo>
                  <a:pt x="2437882" y="1848185"/>
                </a:lnTo>
                <a:moveTo>
                  <a:pt x="2877434" y="2194469"/>
                </a:moveTo>
                <a:lnTo>
                  <a:pt x="2872039" y="1948769"/>
                </a:lnTo>
                <a:moveTo>
                  <a:pt x="2877434" y="2194469"/>
                </a:moveTo>
                <a:lnTo>
                  <a:pt x="3133374" y="1951695"/>
                </a:lnTo>
                <a:moveTo>
                  <a:pt x="2877434" y="2194469"/>
                </a:moveTo>
                <a:lnTo>
                  <a:pt x="2704704" y="1930481"/>
                </a:lnTo>
                <a:moveTo>
                  <a:pt x="3129443" y="2140885"/>
                </a:moveTo>
                <a:lnTo>
                  <a:pt x="3442259" y="2139970"/>
                </a:lnTo>
                <a:moveTo>
                  <a:pt x="3129443" y="2140885"/>
                </a:moveTo>
                <a:lnTo>
                  <a:pt x="3454329" y="1859798"/>
                </a:lnTo>
                <a:moveTo>
                  <a:pt x="3129443" y="2140885"/>
                </a:moveTo>
                <a:lnTo>
                  <a:pt x="2872039" y="1948769"/>
                </a:lnTo>
                <a:moveTo>
                  <a:pt x="3442259" y="2139970"/>
                </a:moveTo>
                <a:lnTo>
                  <a:pt x="3454329" y="1859798"/>
                </a:lnTo>
                <a:moveTo>
                  <a:pt x="3442259" y="2139970"/>
                </a:moveTo>
                <a:lnTo>
                  <a:pt x="3133374" y="1951695"/>
                </a:lnTo>
                <a:moveTo>
                  <a:pt x="0" y="1949226"/>
                </a:moveTo>
                <a:lnTo>
                  <a:pt x="305684" y="1848551"/>
                </a:lnTo>
                <a:moveTo>
                  <a:pt x="0" y="1949226"/>
                </a:moveTo>
                <a:lnTo>
                  <a:pt x="44988" y="1651224"/>
                </a:lnTo>
                <a:moveTo>
                  <a:pt x="0" y="1949226"/>
                </a:moveTo>
                <a:lnTo>
                  <a:pt x="284653" y="1608978"/>
                </a:lnTo>
                <a:moveTo>
                  <a:pt x="305684" y="1848551"/>
                </a:moveTo>
                <a:lnTo>
                  <a:pt x="575523" y="1872234"/>
                </a:lnTo>
                <a:moveTo>
                  <a:pt x="305684" y="1848551"/>
                </a:moveTo>
                <a:lnTo>
                  <a:pt x="284653" y="1608978"/>
                </a:lnTo>
                <a:moveTo>
                  <a:pt x="305684" y="1848551"/>
                </a:moveTo>
                <a:lnTo>
                  <a:pt x="474025" y="1627266"/>
                </a:lnTo>
                <a:moveTo>
                  <a:pt x="305684" y="1848551"/>
                </a:moveTo>
                <a:lnTo>
                  <a:pt x="44988" y="1651224"/>
                </a:lnTo>
                <a:moveTo>
                  <a:pt x="575523" y="1872234"/>
                </a:moveTo>
                <a:lnTo>
                  <a:pt x="835487" y="1881012"/>
                </a:lnTo>
                <a:moveTo>
                  <a:pt x="575523" y="1872234"/>
                </a:moveTo>
                <a:lnTo>
                  <a:pt x="284653" y="1608978"/>
                </a:lnTo>
                <a:moveTo>
                  <a:pt x="835487" y="1881012"/>
                </a:moveTo>
                <a:lnTo>
                  <a:pt x="1021659" y="1910364"/>
                </a:lnTo>
                <a:moveTo>
                  <a:pt x="835487" y="1881012"/>
                </a:moveTo>
                <a:lnTo>
                  <a:pt x="847557" y="1611264"/>
                </a:lnTo>
                <a:moveTo>
                  <a:pt x="835487" y="1881012"/>
                </a:moveTo>
                <a:lnTo>
                  <a:pt x="1090879" y="1651406"/>
                </a:lnTo>
                <a:moveTo>
                  <a:pt x="835487" y="1881012"/>
                </a:moveTo>
                <a:lnTo>
                  <a:pt x="474025" y="1627266"/>
                </a:lnTo>
                <a:moveTo>
                  <a:pt x="1021659" y="1910364"/>
                </a:moveTo>
                <a:lnTo>
                  <a:pt x="1303203" y="1974830"/>
                </a:lnTo>
                <a:moveTo>
                  <a:pt x="1021659" y="1910364"/>
                </a:moveTo>
                <a:lnTo>
                  <a:pt x="1090879" y="1651406"/>
                </a:lnTo>
                <a:moveTo>
                  <a:pt x="1021659" y="1910364"/>
                </a:moveTo>
                <a:lnTo>
                  <a:pt x="1279794" y="1610350"/>
                </a:lnTo>
                <a:moveTo>
                  <a:pt x="1021659" y="1910364"/>
                </a:moveTo>
                <a:lnTo>
                  <a:pt x="847557" y="1611264"/>
                </a:lnTo>
                <a:moveTo>
                  <a:pt x="1303203" y="1974830"/>
                </a:moveTo>
                <a:lnTo>
                  <a:pt x="1524305" y="1941728"/>
                </a:lnTo>
                <a:moveTo>
                  <a:pt x="1303203" y="1974830"/>
                </a:moveTo>
                <a:lnTo>
                  <a:pt x="1279794" y="1610350"/>
                </a:lnTo>
                <a:moveTo>
                  <a:pt x="1303203" y="1974830"/>
                </a:moveTo>
                <a:lnTo>
                  <a:pt x="1564538" y="1608795"/>
                </a:lnTo>
                <a:moveTo>
                  <a:pt x="1303203" y="1974830"/>
                </a:moveTo>
                <a:lnTo>
                  <a:pt x="1090879" y="1651406"/>
                </a:lnTo>
                <a:moveTo>
                  <a:pt x="1524305" y="1941728"/>
                </a:moveTo>
                <a:lnTo>
                  <a:pt x="1819382" y="1887230"/>
                </a:lnTo>
                <a:moveTo>
                  <a:pt x="1524305" y="1941728"/>
                </a:moveTo>
                <a:lnTo>
                  <a:pt x="1564538" y="1608795"/>
                </a:lnTo>
                <a:moveTo>
                  <a:pt x="1524305" y="1941728"/>
                </a:moveTo>
                <a:lnTo>
                  <a:pt x="1913565" y="1662288"/>
                </a:lnTo>
                <a:moveTo>
                  <a:pt x="1524305" y="1941728"/>
                </a:moveTo>
                <a:lnTo>
                  <a:pt x="1279794" y="1610350"/>
                </a:lnTo>
                <a:moveTo>
                  <a:pt x="1819382" y="1887230"/>
                </a:moveTo>
                <a:lnTo>
                  <a:pt x="2175998" y="1919600"/>
                </a:lnTo>
                <a:moveTo>
                  <a:pt x="1819382" y="1887230"/>
                </a:moveTo>
                <a:lnTo>
                  <a:pt x="1913565" y="1662288"/>
                </a:lnTo>
                <a:moveTo>
                  <a:pt x="1819382" y="1887230"/>
                </a:moveTo>
                <a:lnTo>
                  <a:pt x="2102571" y="1589410"/>
                </a:lnTo>
                <a:moveTo>
                  <a:pt x="1819382" y="1887230"/>
                </a:moveTo>
                <a:lnTo>
                  <a:pt x="1564538" y="1608795"/>
                </a:lnTo>
                <a:moveTo>
                  <a:pt x="2175998" y="1919600"/>
                </a:moveTo>
                <a:lnTo>
                  <a:pt x="2102571" y="1589410"/>
                </a:lnTo>
                <a:moveTo>
                  <a:pt x="2175998" y="1919600"/>
                </a:moveTo>
                <a:lnTo>
                  <a:pt x="2409810" y="1692097"/>
                </a:lnTo>
                <a:moveTo>
                  <a:pt x="2175998" y="1919600"/>
                </a:moveTo>
                <a:lnTo>
                  <a:pt x="1913565" y="1662288"/>
                </a:lnTo>
                <a:moveTo>
                  <a:pt x="2437882" y="1848185"/>
                </a:moveTo>
                <a:lnTo>
                  <a:pt x="2704704" y="1930481"/>
                </a:lnTo>
                <a:moveTo>
                  <a:pt x="2437882" y="1848185"/>
                </a:moveTo>
                <a:lnTo>
                  <a:pt x="2409810" y="1692097"/>
                </a:lnTo>
                <a:moveTo>
                  <a:pt x="2437882" y="1848185"/>
                </a:moveTo>
                <a:lnTo>
                  <a:pt x="2595250" y="1694566"/>
                </a:lnTo>
                <a:moveTo>
                  <a:pt x="2704704" y="1930481"/>
                </a:moveTo>
                <a:lnTo>
                  <a:pt x="2872039" y="1948769"/>
                </a:lnTo>
                <a:moveTo>
                  <a:pt x="2704704" y="1930481"/>
                </a:moveTo>
                <a:lnTo>
                  <a:pt x="2595250" y="1694566"/>
                </a:lnTo>
                <a:moveTo>
                  <a:pt x="2704704" y="1930481"/>
                </a:moveTo>
                <a:lnTo>
                  <a:pt x="2962565" y="1608064"/>
                </a:lnTo>
                <a:moveTo>
                  <a:pt x="2704704" y="1930481"/>
                </a:moveTo>
                <a:lnTo>
                  <a:pt x="2409810" y="1692097"/>
                </a:lnTo>
                <a:moveTo>
                  <a:pt x="2872039" y="1948769"/>
                </a:moveTo>
                <a:lnTo>
                  <a:pt x="3133374" y="1951695"/>
                </a:lnTo>
                <a:moveTo>
                  <a:pt x="2872039" y="1948769"/>
                </a:moveTo>
                <a:lnTo>
                  <a:pt x="2962565" y="1608064"/>
                </a:lnTo>
                <a:moveTo>
                  <a:pt x="2872039" y="1948769"/>
                </a:moveTo>
                <a:lnTo>
                  <a:pt x="3126608" y="1605412"/>
                </a:lnTo>
                <a:moveTo>
                  <a:pt x="2872039" y="1948769"/>
                </a:moveTo>
                <a:lnTo>
                  <a:pt x="2595250" y="1694566"/>
                </a:lnTo>
                <a:moveTo>
                  <a:pt x="3133374" y="1951695"/>
                </a:moveTo>
                <a:lnTo>
                  <a:pt x="3454329" y="1859798"/>
                </a:lnTo>
                <a:moveTo>
                  <a:pt x="3133374" y="1951695"/>
                </a:moveTo>
                <a:lnTo>
                  <a:pt x="3126608" y="1605412"/>
                </a:lnTo>
                <a:moveTo>
                  <a:pt x="3133374" y="1951695"/>
                </a:moveTo>
                <a:lnTo>
                  <a:pt x="3501420" y="1627723"/>
                </a:lnTo>
                <a:moveTo>
                  <a:pt x="3133374" y="1951695"/>
                </a:moveTo>
                <a:lnTo>
                  <a:pt x="2962565" y="1608064"/>
                </a:lnTo>
                <a:moveTo>
                  <a:pt x="3454329" y="1859798"/>
                </a:moveTo>
                <a:lnTo>
                  <a:pt x="3501420" y="1627723"/>
                </a:lnTo>
                <a:moveTo>
                  <a:pt x="3454329" y="1859798"/>
                </a:moveTo>
                <a:lnTo>
                  <a:pt x="3126608" y="1605412"/>
                </a:lnTo>
                <a:moveTo>
                  <a:pt x="44988" y="1651224"/>
                </a:moveTo>
                <a:lnTo>
                  <a:pt x="284653" y="1608978"/>
                </a:lnTo>
                <a:moveTo>
                  <a:pt x="44988" y="1651224"/>
                </a:moveTo>
                <a:lnTo>
                  <a:pt x="0" y="1377909"/>
                </a:lnTo>
                <a:moveTo>
                  <a:pt x="44988" y="1651224"/>
                </a:moveTo>
                <a:lnTo>
                  <a:pt x="215616" y="1448501"/>
                </a:lnTo>
                <a:moveTo>
                  <a:pt x="284653" y="1608978"/>
                </a:moveTo>
                <a:lnTo>
                  <a:pt x="474025" y="1627266"/>
                </a:lnTo>
                <a:moveTo>
                  <a:pt x="284653" y="1608978"/>
                </a:moveTo>
                <a:lnTo>
                  <a:pt x="215616" y="1448501"/>
                </a:lnTo>
                <a:moveTo>
                  <a:pt x="284653" y="1608978"/>
                </a:moveTo>
                <a:lnTo>
                  <a:pt x="591160" y="1364651"/>
                </a:lnTo>
                <a:moveTo>
                  <a:pt x="284653" y="1608978"/>
                </a:moveTo>
                <a:lnTo>
                  <a:pt x="0" y="1377909"/>
                </a:lnTo>
                <a:moveTo>
                  <a:pt x="474025" y="1627266"/>
                </a:moveTo>
                <a:lnTo>
                  <a:pt x="847557" y="1611264"/>
                </a:lnTo>
                <a:moveTo>
                  <a:pt x="474025" y="1627266"/>
                </a:moveTo>
                <a:lnTo>
                  <a:pt x="591160" y="1364651"/>
                </a:lnTo>
                <a:moveTo>
                  <a:pt x="474025" y="1627266"/>
                </a:moveTo>
                <a:lnTo>
                  <a:pt x="796808" y="1327069"/>
                </a:lnTo>
                <a:moveTo>
                  <a:pt x="474025" y="1627266"/>
                </a:moveTo>
                <a:lnTo>
                  <a:pt x="215616" y="1448501"/>
                </a:lnTo>
                <a:moveTo>
                  <a:pt x="847557" y="1611264"/>
                </a:moveTo>
                <a:lnTo>
                  <a:pt x="1090879" y="1651406"/>
                </a:lnTo>
                <a:moveTo>
                  <a:pt x="847557" y="1611264"/>
                </a:moveTo>
                <a:lnTo>
                  <a:pt x="796808" y="1327069"/>
                </a:lnTo>
                <a:moveTo>
                  <a:pt x="847557" y="1611264"/>
                </a:moveTo>
                <a:lnTo>
                  <a:pt x="1049091" y="1335298"/>
                </a:lnTo>
                <a:moveTo>
                  <a:pt x="847557" y="1611264"/>
                </a:moveTo>
                <a:lnTo>
                  <a:pt x="591160" y="1364651"/>
                </a:lnTo>
                <a:moveTo>
                  <a:pt x="1090879" y="1651406"/>
                </a:moveTo>
                <a:lnTo>
                  <a:pt x="1279794" y="1610350"/>
                </a:lnTo>
                <a:moveTo>
                  <a:pt x="1090879" y="1651406"/>
                </a:moveTo>
                <a:lnTo>
                  <a:pt x="1049091" y="1335298"/>
                </a:lnTo>
                <a:moveTo>
                  <a:pt x="1090879" y="1651406"/>
                </a:moveTo>
                <a:lnTo>
                  <a:pt x="1365382" y="1422532"/>
                </a:lnTo>
                <a:moveTo>
                  <a:pt x="1090879" y="1651406"/>
                </a:moveTo>
                <a:lnTo>
                  <a:pt x="796808" y="1327069"/>
                </a:lnTo>
                <a:moveTo>
                  <a:pt x="1279794" y="1610350"/>
                </a:moveTo>
                <a:lnTo>
                  <a:pt x="1564538" y="1608795"/>
                </a:lnTo>
                <a:moveTo>
                  <a:pt x="1279794" y="1610350"/>
                </a:moveTo>
                <a:lnTo>
                  <a:pt x="1365382" y="1422532"/>
                </a:lnTo>
                <a:moveTo>
                  <a:pt x="1279794" y="1610350"/>
                </a:moveTo>
                <a:lnTo>
                  <a:pt x="1553840" y="1411742"/>
                </a:lnTo>
                <a:moveTo>
                  <a:pt x="1279794" y="1610350"/>
                </a:moveTo>
                <a:lnTo>
                  <a:pt x="1049091" y="1335298"/>
                </a:lnTo>
                <a:moveTo>
                  <a:pt x="1564538" y="1608795"/>
                </a:moveTo>
                <a:lnTo>
                  <a:pt x="1553840" y="1411742"/>
                </a:lnTo>
                <a:moveTo>
                  <a:pt x="1564538" y="1608795"/>
                </a:moveTo>
                <a:lnTo>
                  <a:pt x="1816821" y="1372972"/>
                </a:lnTo>
                <a:moveTo>
                  <a:pt x="1913565" y="1662288"/>
                </a:moveTo>
                <a:lnTo>
                  <a:pt x="2102571" y="1589410"/>
                </a:lnTo>
                <a:moveTo>
                  <a:pt x="1913565" y="1662288"/>
                </a:moveTo>
                <a:lnTo>
                  <a:pt x="1816821" y="1372972"/>
                </a:lnTo>
                <a:moveTo>
                  <a:pt x="1913565" y="1662288"/>
                </a:moveTo>
                <a:lnTo>
                  <a:pt x="1553840" y="1411742"/>
                </a:lnTo>
                <a:moveTo>
                  <a:pt x="2102571" y="1589410"/>
                </a:moveTo>
                <a:lnTo>
                  <a:pt x="2409810" y="1692097"/>
                </a:lnTo>
                <a:moveTo>
                  <a:pt x="2102571" y="1589410"/>
                </a:moveTo>
                <a:lnTo>
                  <a:pt x="2083826" y="1395009"/>
                </a:lnTo>
                <a:moveTo>
                  <a:pt x="2102571" y="1589410"/>
                </a:moveTo>
                <a:lnTo>
                  <a:pt x="2331263" y="1330178"/>
                </a:lnTo>
                <a:moveTo>
                  <a:pt x="2102571" y="1589410"/>
                </a:moveTo>
                <a:lnTo>
                  <a:pt x="1816821" y="1372972"/>
                </a:lnTo>
                <a:moveTo>
                  <a:pt x="2409810" y="1692097"/>
                </a:moveTo>
                <a:lnTo>
                  <a:pt x="2595250" y="1694566"/>
                </a:lnTo>
                <a:moveTo>
                  <a:pt x="2409810" y="1692097"/>
                </a:moveTo>
                <a:lnTo>
                  <a:pt x="2625242" y="1389888"/>
                </a:lnTo>
                <a:moveTo>
                  <a:pt x="2409810" y="1692097"/>
                </a:moveTo>
                <a:lnTo>
                  <a:pt x="2083826" y="1395009"/>
                </a:lnTo>
                <a:moveTo>
                  <a:pt x="2595250" y="1694566"/>
                </a:moveTo>
                <a:lnTo>
                  <a:pt x="2962565" y="1608064"/>
                </a:lnTo>
                <a:moveTo>
                  <a:pt x="2595250" y="1694566"/>
                </a:moveTo>
                <a:lnTo>
                  <a:pt x="2331263" y="1330178"/>
                </a:lnTo>
                <a:moveTo>
                  <a:pt x="2962565" y="1608064"/>
                </a:moveTo>
                <a:lnTo>
                  <a:pt x="3126608" y="1605412"/>
                </a:lnTo>
                <a:moveTo>
                  <a:pt x="2962565" y="1608064"/>
                </a:moveTo>
                <a:lnTo>
                  <a:pt x="2920045" y="1331001"/>
                </a:lnTo>
                <a:moveTo>
                  <a:pt x="2962565" y="1608064"/>
                </a:moveTo>
                <a:lnTo>
                  <a:pt x="3163001" y="1329172"/>
                </a:lnTo>
                <a:moveTo>
                  <a:pt x="2962565" y="1608064"/>
                </a:moveTo>
                <a:lnTo>
                  <a:pt x="2625242" y="1389888"/>
                </a:lnTo>
                <a:moveTo>
                  <a:pt x="3126608" y="1605412"/>
                </a:moveTo>
                <a:lnTo>
                  <a:pt x="3501420" y="1627723"/>
                </a:lnTo>
                <a:moveTo>
                  <a:pt x="3126608" y="1605412"/>
                </a:moveTo>
                <a:lnTo>
                  <a:pt x="3163001" y="1329172"/>
                </a:lnTo>
                <a:moveTo>
                  <a:pt x="3126608" y="1605412"/>
                </a:moveTo>
                <a:lnTo>
                  <a:pt x="3438144" y="1380195"/>
                </a:lnTo>
                <a:moveTo>
                  <a:pt x="3501420" y="1627723"/>
                </a:moveTo>
                <a:lnTo>
                  <a:pt x="3438144" y="1380195"/>
                </a:lnTo>
                <a:moveTo>
                  <a:pt x="3501420" y="1627723"/>
                </a:moveTo>
                <a:lnTo>
                  <a:pt x="3163001" y="1329172"/>
                </a:lnTo>
                <a:moveTo>
                  <a:pt x="0" y="1377909"/>
                </a:moveTo>
                <a:lnTo>
                  <a:pt x="256581" y="1162111"/>
                </a:lnTo>
                <a:moveTo>
                  <a:pt x="215616" y="1448501"/>
                </a:moveTo>
                <a:lnTo>
                  <a:pt x="591160" y="1364651"/>
                </a:lnTo>
                <a:moveTo>
                  <a:pt x="215616" y="1448501"/>
                </a:moveTo>
                <a:lnTo>
                  <a:pt x="256581" y="1162111"/>
                </a:lnTo>
                <a:moveTo>
                  <a:pt x="215616" y="1448501"/>
                </a:moveTo>
                <a:lnTo>
                  <a:pt x="463326" y="1080729"/>
                </a:lnTo>
                <a:moveTo>
                  <a:pt x="215616" y="1448501"/>
                </a:moveTo>
                <a:lnTo>
                  <a:pt x="3109" y="1183782"/>
                </a:lnTo>
                <a:moveTo>
                  <a:pt x="591160" y="1364651"/>
                </a:moveTo>
                <a:lnTo>
                  <a:pt x="796808" y="1327069"/>
                </a:lnTo>
                <a:moveTo>
                  <a:pt x="591160" y="1364651"/>
                </a:moveTo>
                <a:lnTo>
                  <a:pt x="463326" y="1080729"/>
                </a:lnTo>
                <a:moveTo>
                  <a:pt x="591160" y="1364651"/>
                </a:moveTo>
                <a:lnTo>
                  <a:pt x="750082" y="1123706"/>
                </a:lnTo>
                <a:moveTo>
                  <a:pt x="591160" y="1364651"/>
                </a:moveTo>
                <a:lnTo>
                  <a:pt x="256581" y="1162111"/>
                </a:lnTo>
                <a:moveTo>
                  <a:pt x="796808" y="1327069"/>
                </a:moveTo>
                <a:lnTo>
                  <a:pt x="1049091" y="1335298"/>
                </a:lnTo>
                <a:moveTo>
                  <a:pt x="796808" y="1327069"/>
                </a:moveTo>
                <a:lnTo>
                  <a:pt x="1087587" y="1112825"/>
                </a:lnTo>
                <a:moveTo>
                  <a:pt x="796808" y="1327069"/>
                </a:moveTo>
                <a:lnTo>
                  <a:pt x="463326" y="1080729"/>
                </a:lnTo>
                <a:moveTo>
                  <a:pt x="1049091" y="1335298"/>
                </a:moveTo>
                <a:lnTo>
                  <a:pt x="1365382" y="1422532"/>
                </a:lnTo>
                <a:moveTo>
                  <a:pt x="1049091" y="1335298"/>
                </a:moveTo>
                <a:lnTo>
                  <a:pt x="1299271" y="1117854"/>
                </a:lnTo>
                <a:moveTo>
                  <a:pt x="1049091" y="1335298"/>
                </a:moveTo>
                <a:lnTo>
                  <a:pt x="750082" y="1123706"/>
                </a:lnTo>
                <a:moveTo>
                  <a:pt x="1365382" y="1422532"/>
                </a:moveTo>
                <a:lnTo>
                  <a:pt x="1553840" y="1411742"/>
                </a:lnTo>
                <a:moveTo>
                  <a:pt x="1365382" y="1422532"/>
                </a:moveTo>
                <a:lnTo>
                  <a:pt x="1299271" y="1117854"/>
                </a:lnTo>
                <a:moveTo>
                  <a:pt x="1365382" y="1422532"/>
                </a:moveTo>
                <a:lnTo>
                  <a:pt x="1594074" y="1082650"/>
                </a:lnTo>
                <a:moveTo>
                  <a:pt x="1553840" y="1411742"/>
                </a:moveTo>
                <a:lnTo>
                  <a:pt x="1816821" y="1372972"/>
                </a:lnTo>
                <a:moveTo>
                  <a:pt x="1553840" y="1411742"/>
                </a:moveTo>
                <a:lnTo>
                  <a:pt x="1594074" y="1082650"/>
                </a:lnTo>
                <a:moveTo>
                  <a:pt x="1553840" y="1411742"/>
                </a:moveTo>
                <a:lnTo>
                  <a:pt x="1799082" y="1112276"/>
                </a:lnTo>
                <a:moveTo>
                  <a:pt x="1553840" y="1411742"/>
                </a:moveTo>
                <a:lnTo>
                  <a:pt x="1299271" y="1117854"/>
                </a:lnTo>
                <a:moveTo>
                  <a:pt x="1816821" y="1372972"/>
                </a:moveTo>
                <a:lnTo>
                  <a:pt x="2083826" y="1395009"/>
                </a:lnTo>
                <a:moveTo>
                  <a:pt x="1816821" y="1372972"/>
                </a:moveTo>
                <a:lnTo>
                  <a:pt x="1799082" y="1112276"/>
                </a:lnTo>
                <a:moveTo>
                  <a:pt x="1816821" y="1372972"/>
                </a:moveTo>
                <a:lnTo>
                  <a:pt x="2082363" y="1149675"/>
                </a:lnTo>
                <a:moveTo>
                  <a:pt x="1816821" y="1372972"/>
                </a:moveTo>
                <a:lnTo>
                  <a:pt x="1594074" y="1082650"/>
                </a:lnTo>
                <a:moveTo>
                  <a:pt x="2083826" y="1395009"/>
                </a:moveTo>
                <a:lnTo>
                  <a:pt x="2331263" y="1330178"/>
                </a:lnTo>
                <a:moveTo>
                  <a:pt x="2083826" y="1395009"/>
                </a:moveTo>
                <a:lnTo>
                  <a:pt x="2082363" y="1149675"/>
                </a:lnTo>
                <a:moveTo>
                  <a:pt x="2083826" y="1395009"/>
                </a:moveTo>
                <a:lnTo>
                  <a:pt x="2416119" y="1119226"/>
                </a:lnTo>
                <a:moveTo>
                  <a:pt x="2083826" y="1395009"/>
                </a:moveTo>
                <a:lnTo>
                  <a:pt x="1799082" y="1112276"/>
                </a:lnTo>
                <a:moveTo>
                  <a:pt x="2331263" y="1330178"/>
                </a:moveTo>
                <a:lnTo>
                  <a:pt x="2416119" y="1119226"/>
                </a:lnTo>
                <a:moveTo>
                  <a:pt x="2331263" y="1330178"/>
                </a:moveTo>
                <a:lnTo>
                  <a:pt x="2652766" y="1085850"/>
                </a:lnTo>
                <a:moveTo>
                  <a:pt x="2331263" y="1330178"/>
                </a:moveTo>
                <a:lnTo>
                  <a:pt x="2082363" y="1149675"/>
                </a:lnTo>
                <a:moveTo>
                  <a:pt x="2625242" y="1389888"/>
                </a:moveTo>
                <a:lnTo>
                  <a:pt x="2920045" y="1331001"/>
                </a:lnTo>
                <a:moveTo>
                  <a:pt x="2625242" y="1389888"/>
                </a:moveTo>
                <a:lnTo>
                  <a:pt x="2652766" y="1085850"/>
                </a:lnTo>
                <a:moveTo>
                  <a:pt x="2625242" y="1389888"/>
                </a:moveTo>
                <a:lnTo>
                  <a:pt x="2963479" y="1127730"/>
                </a:lnTo>
                <a:moveTo>
                  <a:pt x="2625242" y="1389888"/>
                </a:moveTo>
                <a:lnTo>
                  <a:pt x="2416119" y="1119226"/>
                </a:lnTo>
                <a:moveTo>
                  <a:pt x="2920045" y="1331001"/>
                </a:moveTo>
                <a:lnTo>
                  <a:pt x="3163001" y="1329172"/>
                </a:lnTo>
                <a:moveTo>
                  <a:pt x="2920045" y="1331001"/>
                </a:moveTo>
                <a:lnTo>
                  <a:pt x="2963479" y="1127730"/>
                </a:lnTo>
                <a:moveTo>
                  <a:pt x="2920045" y="1331001"/>
                </a:moveTo>
                <a:lnTo>
                  <a:pt x="3188330" y="1119500"/>
                </a:lnTo>
                <a:moveTo>
                  <a:pt x="2920045" y="1331001"/>
                </a:moveTo>
                <a:lnTo>
                  <a:pt x="2652766" y="1085850"/>
                </a:lnTo>
                <a:moveTo>
                  <a:pt x="3163001" y="1329172"/>
                </a:moveTo>
                <a:lnTo>
                  <a:pt x="3438144" y="1380195"/>
                </a:lnTo>
                <a:moveTo>
                  <a:pt x="3163001" y="1329172"/>
                </a:moveTo>
                <a:lnTo>
                  <a:pt x="3188330" y="1119500"/>
                </a:lnTo>
                <a:moveTo>
                  <a:pt x="3163001" y="1329172"/>
                </a:moveTo>
                <a:lnTo>
                  <a:pt x="3439516" y="1094811"/>
                </a:lnTo>
                <a:moveTo>
                  <a:pt x="3163001" y="1329172"/>
                </a:moveTo>
                <a:lnTo>
                  <a:pt x="2963479" y="1127730"/>
                </a:lnTo>
                <a:moveTo>
                  <a:pt x="3438144" y="1380195"/>
                </a:moveTo>
                <a:lnTo>
                  <a:pt x="3439516" y="1094811"/>
                </a:lnTo>
                <a:moveTo>
                  <a:pt x="3438144" y="1380195"/>
                </a:moveTo>
                <a:lnTo>
                  <a:pt x="3188330" y="1119500"/>
                </a:lnTo>
                <a:moveTo>
                  <a:pt x="3109" y="1183782"/>
                </a:moveTo>
                <a:lnTo>
                  <a:pt x="256581" y="1162111"/>
                </a:lnTo>
                <a:moveTo>
                  <a:pt x="3109" y="1183782"/>
                </a:moveTo>
                <a:lnTo>
                  <a:pt x="0" y="851672"/>
                </a:lnTo>
                <a:moveTo>
                  <a:pt x="3109" y="1183782"/>
                </a:moveTo>
                <a:lnTo>
                  <a:pt x="261518" y="797814"/>
                </a:lnTo>
                <a:moveTo>
                  <a:pt x="256581" y="1162111"/>
                </a:moveTo>
                <a:lnTo>
                  <a:pt x="463326" y="1080729"/>
                </a:lnTo>
                <a:moveTo>
                  <a:pt x="256581" y="1162111"/>
                </a:moveTo>
                <a:lnTo>
                  <a:pt x="261518" y="797814"/>
                </a:lnTo>
                <a:moveTo>
                  <a:pt x="256581" y="1162111"/>
                </a:moveTo>
                <a:lnTo>
                  <a:pt x="555224" y="806318"/>
                </a:lnTo>
                <a:moveTo>
                  <a:pt x="463326" y="1080729"/>
                </a:moveTo>
                <a:lnTo>
                  <a:pt x="750082" y="1123706"/>
                </a:lnTo>
                <a:moveTo>
                  <a:pt x="463326" y="1080729"/>
                </a:moveTo>
                <a:lnTo>
                  <a:pt x="555224" y="806318"/>
                </a:lnTo>
                <a:moveTo>
                  <a:pt x="463326" y="1080729"/>
                </a:moveTo>
                <a:lnTo>
                  <a:pt x="851855" y="887791"/>
                </a:lnTo>
                <a:moveTo>
                  <a:pt x="750082" y="1123706"/>
                </a:moveTo>
                <a:lnTo>
                  <a:pt x="1087587" y="1112825"/>
                </a:lnTo>
                <a:moveTo>
                  <a:pt x="750082" y="1123706"/>
                </a:moveTo>
                <a:lnTo>
                  <a:pt x="851855" y="887791"/>
                </a:lnTo>
                <a:moveTo>
                  <a:pt x="750082" y="1123706"/>
                </a:moveTo>
                <a:lnTo>
                  <a:pt x="1065733" y="797540"/>
                </a:lnTo>
                <a:moveTo>
                  <a:pt x="750082" y="1123706"/>
                </a:moveTo>
                <a:lnTo>
                  <a:pt x="555224" y="806318"/>
                </a:lnTo>
                <a:moveTo>
                  <a:pt x="1087587" y="1112825"/>
                </a:moveTo>
                <a:lnTo>
                  <a:pt x="1065733" y="797540"/>
                </a:lnTo>
                <a:moveTo>
                  <a:pt x="1087587" y="1112825"/>
                </a:moveTo>
                <a:lnTo>
                  <a:pt x="1367211" y="904067"/>
                </a:lnTo>
                <a:moveTo>
                  <a:pt x="1087587" y="1112825"/>
                </a:moveTo>
                <a:lnTo>
                  <a:pt x="851855" y="887791"/>
                </a:lnTo>
                <a:moveTo>
                  <a:pt x="1299271" y="1117854"/>
                </a:moveTo>
                <a:lnTo>
                  <a:pt x="1594074" y="1082650"/>
                </a:lnTo>
                <a:moveTo>
                  <a:pt x="1299271" y="1117854"/>
                </a:moveTo>
                <a:lnTo>
                  <a:pt x="1367211" y="904067"/>
                </a:lnTo>
                <a:moveTo>
                  <a:pt x="1594074" y="1082650"/>
                </a:moveTo>
                <a:lnTo>
                  <a:pt x="1536649" y="863742"/>
                </a:lnTo>
                <a:moveTo>
                  <a:pt x="1594074" y="1082650"/>
                </a:moveTo>
                <a:lnTo>
                  <a:pt x="1794693" y="890351"/>
                </a:lnTo>
                <a:moveTo>
                  <a:pt x="1594074" y="1082650"/>
                </a:moveTo>
                <a:lnTo>
                  <a:pt x="1367211" y="904067"/>
                </a:lnTo>
                <a:moveTo>
                  <a:pt x="1799082" y="1112276"/>
                </a:moveTo>
                <a:lnTo>
                  <a:pt x="2082363" y="1149675"/>
                </a:lnTo>
                <a:moveTo>
                  <a:pt x="1799082" y="1112276"/>
                </a:moveTo>
                <a:lnTo>
                  <a:pt x="1794693" y="890351"/>
                </a:lnTo>
                <a:moveTo>
                  <a:pt x="1799082" y="1112276"/>
                </a:moveTo>
                <a:lnTo>
                  <a:pt x="2059229" y="833750"/>
                </a:lnTo>
                <a:moveTo>
                  <a:pt x="1799082" y="1112276"/>
                </a:moveTo>
                <a:lnTo>
                  <a:pt x="1536649" y="863742"/>
                </a:lnTo>
                <a:moveTo>
                  <a:pt x="2082363" y="1149675"/>
                </a:moveTo>
                <a:lnTo>
                  <a:pt x="2416119" y="1119226"/>
                </a:lnTo>
                <a:moveTo>
                  <a:pt x="2082363" y="1149675"/>
                </a:moveTo>
                <a:lnTo>
                  <a:pt x="2059229" y="833750"/>
                </a:lnTo>
                <a:moveTo>
                  <a:pt x="2082363" y="1149675"/>
                </a:moveTo>
                <a:lnTo>
                  <a:pt x="2417582" y="803575"/>
                </a:lnTo>
                <a:moveTo>
                  <a:pt x="2082363" y="1149675"/>
                </a:moveTo>
                <a:lnTo>
                  <a:pt x="1794693" y="890351"/>
                </a:lnTo>
                <a:moveTo>
                  <a:pt x="2416119" y="1119226"/>
                </a:moveTo>
                <a:lnTo>
                  <a:pt x="2652766" y="1085850"/>
                </a:lnTo>
                <a:moveTo>
                  <a:pt x="2416119" y="1119226"/>
                </a:moveTo>
                <a:lnTo>
                  <a:pt x="2598816" y="827532"/>
                </a:lnTo>
                <a:moveTo>
                  <a:pt x="2416119" y="1119226"/>
                </a:moveTo>
                <a:lnTo>
                  <a:pt x="2059229" y="833750"/>
                </a:lnTo>
                <a:moveTo>
                  <a:pt x="2652766" y="1085850"/>
                </a:moveTo>
                <a:lnTo>
                  <a:pt x="2963479" y="1127730"/>
                </a:lnTo>
                <a:moveTo>
                  <a:pt x="2652766" y="1085850"/>
                </a:moveTo>
                <a:lnTo>
                  <a:pt x="2598816" y="827532"/>
                </a:lnTo>
                <a:moveTo>
                  <a:pt x="2652766" y="1085850"/>
                </a:moveTo>
                <a:lnTo>
                  <a:pt x="2930195" y="903244"/>
                </a:lnTo>
                <a:moveTo>
                  <a:pt x="2652766" y="1085850"/>
                </a:moveTo>
                <a:lnTo>
                  <a:pt x="2417582" y="803575"/>
                </a:lnTo>
                <a:moveTo>
                  <a:pt x="2963479" y="1127730"/>
                </a:moveTo>
                <a:lnTo>
                  <a:pt x="3188330" y="1119500"/>
                </a:lnTo>
                <a:moveTo>
                  <a:pt x="2963479" y="1127730"/>
                </a:moveTo>
                <a:lnTo>
                  <a:pt x="3224083" y="794339"/>
                </a:lnTo>
                <a:moveTo>
                  <a:pt x="2963479" y="1127730"/>
                </a:moveTo>
                <a:lnTo>
                  <a:pt x="2598816" y="827532"/>
                </a:lnTo>
                <a:moveTo>
                  <a:pt x="3188330" y="1119500"/>
                </a:moveTo>
                <a:lnTo>
                  <a:pt x="3439516" y="1094811"/>
                </a:lnTo>
                <a:moveTo>
                  <a:pt x="3188330" y="1119500"/>
                </a:moveTo>
                <a:lnTo>
                  <a:pt x="3224083" y="794339"/>
                </a:lnTo>
                <a:moveTo>
                  <a:pt x="3188330" y="1119500"/>
                </a:moveTo>
                <a:lnTo>
                  <a:pt x="2930195" y="903244"/>
                </a:lnTo>
                <a:moveTo>
                  <a:pt x="3439516" y="1094811"/>
                </a:moveTo>
                <a:lnTo>
                  <a:pt x="3400836" y="796351"/>
                </a:lnTo>
                <a:moveTo>
                  <a:pt x="3439516" y="1094811"/>
                </a:moveTo>
                <a:lnTo>
                  <a:pt x="3224083" y="794339"/>
                </a:lnTo>
                <a:moveTo>
                  <a:pt x="0" y="851672"/>
                </a:moveTo>
                <a:lnTo>
                  <a:pt x="261518" y="797814"/>
                </a:lnTo>
                <a:moveTo>
                  <a:pt x="0" y="851672"/>
                </a:moveTo>
                <a:lnTo>
                  <a:pt x="0" y="593628"/>
                </a:lnTo>
                <a:moveTo>
                  <a:pt x="261518" y="797814"/>
                </a:moveTo>
                <a:lnTo>
                  <a:pt x="555224" y="806318"/>
                </a:lnTo>
                <a:moveTo>
                  <a:pt x="261518" y="797814"/>
                </a:moveTo>
                <a:lnTo>
                  <a:pt x="484175" y="600944"/>
                </a:lnTo>
                <a:moveTo>
                  <a:pt x="261518" y="797814"/>
                </a:moveTo>
                <a:lnTo>
                  <a:pt x="0" y="593628"/>
                </a:lnTo>
                <a:moveTo>
                  <a:pt x="555224" y="806318"/>
                </a:moveTo>
                <a:lnTo>
                  <a:pt x="851855" y="887791"/>
                </a:lnTo>
                <a:moveTo>
                  <a:pt x="555224" y="806318"/>
                </a:moveTo>
                <a:lnTo>
                  <a:pt x="484175" y="600944"/>
                </a:lnTo>
                <a:moveTo>
                  <a:pt x="555224" y="806318"/>
                </a:moveTo>
                <a:lnTo>
                  <a:pt x="795437" y="613197"/>
                </a:lnTo>
                <a:moveTo>
                  <a:pt x="851855" y="887791"/>
                </a:moveTo>
                <a:lnTo>
                  <a:pt x="1065733" y="797540"/>
                </a:lnTo>
                <a:moveTo>
                  <a:pt x="851855" y="887791"/>
                </a:moveTo>
                <a:lnTo>
                  <a:pt x="795437" y="613197"/>
                </a:lnTo>
                <a:moveTo>
                  <a:pt x="851855" y="887791"/>
                </a:moveTo>
                <a:lnTo>
                  <a:pt x="1017636" y="615848"/>
                </a:lnTo>
                <a:moveTo>
                  <a:pt x="851855" y="887791"/>
                </a:moveTo>
                <a:lnTo>
                  <a:pt x="484175" y="600944"/>
                </a:lnTo>
                <a:moveTo>
                  <a:pt x="1065733" y="797540"/>
                </a:moveTo>
                <a:lnTo>
                  <a:pt x="1367211" y="904067"/>
                </a:lnTo>
                <a:moveTo>
                  <a:pt x="1065733" y="797540"/>
                </a:moveTo>
                <a:lnTo>
                  <a:pt x="1017636" y="615848"/>
                </a:lnTo>
                <a:moveTo>
                  <a:pt x="1065733" y="797540"/>
                </a:moveTo>
                <a:lnTo>
                  <a:pt x="1351666" y="655442"/>
                </a:lnTo>
                <a:moveTo>
                  <a:pt x="1065733" y="797540"/>
                </a:moveTo>
                <a:lnTo>
                  <a:pt x="795437" y="613197"/>
                </a:lnTo>
                <a:moveTo>
                  <a:pt x="1367211" y="904067"/>
                </a:moveTo>
                <a:lnTo>
                  <a:pt x="1351666" y="655442"/>
                </a:lnTo>
                <a:moveTo>
                  <a:pt x="1367211" y="904067"/>
                </a:moveTo>
                <a:lnTo>
                  <a:pt x="1593891" y="599846"/>
                </a:lnTo>
                <a:moveTo>
                  <a:pt x="1367211" y="904067"/>
                </a:moveTo>
                <a:lnTo>
                  <a:pt x="1017636" y="615848"/>
                </a:lnTo>
                <a:moveTo>
                  <a:pt x="1536649" y="863742"/>
                </a:moveTo>
                <a:lnTo>
                  <a:pt x="1794693" y="890351"/>
                </a:lnTo>
                <a:moveTo>
                  <a:pt x="1536649" y="863742"/>
                </a:moveTo>
                <a:lnTo>
                  <a:pt x="1593891" y="599846"/>
                </a:lnTo>
                <a:moveTo>
                  <a:pt x="1536649" y="863742"/>
                </a:moveTo>
                <a:lnTo>
                  <a:pt x="1351666" y="655442"/>
                </a:lnTo>
                <a:moveTo>
                  <a:pt x="1794693" y="890351"/>
                </a:moveTo>
                <a:lnTo>
                  <a:pt x="2059229" y="833750"/>
                </a:lnTo>
                <a:moveTo>
                  <a:pt x="1794693" y="890351"/>
                </a:moveTo>
                <a:lnTo>
                  <a:pt x="1787469" y="614202"/>
                </a:lnTo>
                <a:moveTo>
                  <a:pt x="1794693" y="890351"/>
                </a:moveTo>
                <a:lnTo>
                  <a:pt x="2132015" y="590337"/>
                </a:lnTo>
                <a:moveTo>
                  <a:pt x="1794693" y="890351"/>
                </a:moveTo>
                <a:lnTo>
                  <a:pt x="1593891" y="599846"/>
                </a:lnTo>
                <a:moveTo>
                  <a:pt x="2059229" y="833750"/>
                </a:moveTo>
                <a:lnTo>
                  <a:pt x="2417582" y="803575"/>
                </a:lnTo>
                <a:moveTo>
                  <a:pt x="2059229" y="833750"/>
                </a:moveTo>
                <a:lnTo>
                  <a:pt x="2132015" y="590337"/>
                </a:lnTo>
                <a:moveTo>
                  <a:pt x="2059229" y="833750"/>
                </a:moveTo>
                <a:lnTo>
                  <a:pt x="2322485" y="527975"/>
                </a:lnTo>
                <a:moveTo>
                  <a:pt x="2059229" y="833750"/>
                </a:moveTo>
                <a:lnTo>
                  <a:pt x="1787469" y="614202"/>
                </a:lnTo>
                <a:moveTo>
                  <a:pt x="2417582" y="803575"/>
                </a:moveTo>
                <a:lnTo>
                  <a:pt x="2322485" y="527975"/>
                </a:lnTo>
                <a:moveTo>
                  <a:pt x="2417582" y="803575"/>
                </a:moveTo>
                <a:lnTo>
                  <a:pt x="2682667" y="529620"/>
                </a:lnTo>
                <a:moveTo>
                  <a:pt x="2417582" y="803575"/>
                </a:moveTo>
                <a:lnTo>
                  <a:pt x="2132015" y="590337"/>
                </a:lnTo>
                <a:moveTo>
                  <a:pt x="2598816" y="827532"/>
                </a:moveTo>
                <a:lnTo>
                  <a:pt x="2682667" y="529620"/>
                </a:lnTo>
                <a:moveTo>
                  <a:pt x="2598816" y="827532"/>
                </a:moveTo>
                <a:lnTo>
                  <a:pt x="2856768" y="622889"/>
                </a:lnTo>
                <a:moveTo>
                  <a:pt x="2598816" y="827532"/>
                </a:moveTo>
                <a:lnTo>
                  <a:pt x="2322485" y="527975"/>
                </a:lnTo>
                <a:moveTo>
                  <a:pt x="2930195" y="903244"/>
                </a:moveTo>
                <a:lnTo>
                  <a:pt x="2856768" y="622889"/>
                </a:lnTo>
                <a:moveTo>
                  <a:pt x="2930195" y="903244"/>
                </a:moveTo>
                <a:lnTo>
                  <a:pt x="3112526" y="555041"/>
                </a:lnTo>
                <a:moveTo>
                  <a:pt x="2930195" y="903244"/>
                </a:moveTo>
                <a:lnTo>
                  <a:pt x="2682667" y="529620"/>
                </a:lnTo>
                <a:moveTo>
                  <a:pt x="3224083" y="794339"/>
                </a:moveTo>
                <a:lnTo>
                  <a:pt x="3400836" y="796351"/>
                </a:lnTo>
                <a:moveTo>
                  <a:pt x="3224083" y="794339"/>
                </a:moveTo>
                <a:lnTo>
                  <a:pt x="3112526" y="555041"/>
                </a:lnTo>
                <a:moveTo>
                  <a:pt x="3224083" y="794339"/>
                </a:moveTo>
                <a:lnTo>
                  <a:pt x="3407603" y="640812"/>
                </a:lnTo>
                <a:moveTo>
                  <a:pt x="3224083" y="794339"/>
                </a:moveTo>
                <a:lnTo>
                  <a:pt x="2856768" y="622889"/>
                </a:lnTo>
                <a:moveTo>
                  <a:pt x="3400836" y="796351"/>
                </a:moveTo>
                <a:lnTo>
                  <a:pt x="3407603" y="640812"/>
                </a:lnTo>
                <a:moveTo>
                  <a:pt x="3400836" y="796351"/>
                </a:moveTo>
                <a:lnTo>
                  <a:pt x="3112526" y="555041"/>
                </a:lnTo>
                <a:moveTo>
                  <a:pt x="0" y="593628"/>
                </a:moveTo>
                <a:lnTo>
                  <a:pt x="329184" y="548091"/>
                </a:lnTo>
                <a:moveTo>
                  <a:pt x="0" y="593628"/>
                </a:moveTo>
                <a:lnTo>
                  <a:pt x="0" y="273497"/>
                </a:lnTo>
                <a:moveTo>
                  <a:pt x="0" y="593628"/>
                </a:moveTo>
                <a:lnTo>
                  <a:pt x="306598" y="359725"/>
                </a:lnTo>
                <a:moveTo>
                  <a:pt x="329184" y="548091"/>
                </a:moveTo>
                <a:lnTo>
                  <a:pt x="484175" y="600944"/>
                </a:lnTo>
                <a:moveTo>
                  <a:pt x="329184" y="548091"/>
                </a:moveTo>
                <a:lnTo>
                  <a:pt x="306598" y="359725"/>
                </a:lnTo>
                <a:moveTo>
                  <a:pt x="329184" y="548091"/>
                </a:moveTo>
                <a:lnTo>
                  <a:pt x="482529" y="272400"/>
                </a:lnTo>
                <a:moveTo>
                  <a:pt x="484175" y="600944"/>
                </a:moveTo>
                <a:lnTo>
                  <a:pt x="795437" y="613197"/>
                </a:lnTo>
                <a:moveTo>
                  <a:pt x="484175" y="600944"/>
                </a:moveTo>
                <a:lnTo>
                  <a:pt x="482529" y="272400"/>
                </a:lnTo>
                <a:moveTo>
                  <a:pt x="484175" y="600944"/>
                </a:moveTo>
                <a:lnTo>
                  <a:pt x="306598" y="359725"/>
                </a:lnTo>
                <a:moveTo>
                  <a:pt x="795437" y="613197"/>
                </a:moveTo>
                <a:lnTo>
                  <a:pt x="1017636" y="615848"/>
                </a:lnTo>
                <a:moveTo>
                  <a:pt x="795437" y="613197"/>
                </a:moveTo>
                <a:lnTo>
                  <a:pt x="1003554" y="386243"/>
                </a:lnTo>
                <a:moveTo>
                  <a:pt x="795437" y="613197"/>
                </a:moveTo>
                <a:lnTo>
                  <a:pt x="482529" y="272400"/>
                </a:lnTo>
                <a:moveTo>
                  <a:pt x="1017636" y="615848"/>
                </a:moveTo>
                <a:lnTo>
                  <a:pt x="1351666" y="655442"/>
                </a:lnTo>
                <a:moveTo>
                  <a:pt x="1017636" y="615848"/>
                </a:moveTo>
                <a:lnTo>
                  <a:pt x="1003554" y="386243"/>
                </a:lnTo>
                <a:moveTo>
                  <a:pt x="1017636" y="615848"/>
                </a:moveTo>
                <a:lnTo>
                  <a:pt x="1347186" y="337688"/>
                </a:lnTo>
                <a:moveTo>
                  <a:pt x="1017636" y="615848"/>
                </a:moveTo>
                <a:lnTo>
                  <a:pt x="802660" y="301386"/>
                </a:lnTo>
                <a:moveTo>
                  <a:pt x="1351666" y="655442"/>
                </a:moveTo>
                <a:lnTo>
                  <a:pt x="1593891" y="599846"/>
                </a:lnTo>
                <a:moveTo>
                  <a:pt x="1351666" y="655442"/>
                </a:moveTo>
                <a:lnTo>
                  <a:pt x="1347186" y="337688"/>
                </a:lnTo>
                <a:moveTo>
                  <a:pt x="1351666" y="655442"/>
                </a:moveTo>
                <a:lnTo>
                  <a:pt x="1530157" y="269931"/>
                </a:lnTo>
                <a:moveTo>
                  <a:pt x="1351666" y="655442"/>
                </a:moveTo>
                <a:lnTo>
                  <a:pt x="1003554" y="386243"/>
                </a:lnTo>
                <a:moveTo>
                  <a:pt x="1593891" y="599846"/>
                </a:moveTo>
                <a:lnTo>
                  <a:pt x="1530157" y="269931"/>
                </a:lnTo>
                <a:moveTo>
                  <a:pt x="1593891" y="599846"/>
                </a:moveTo>
                <a:lnTo>
                  <a:pt x="1868942" y="288036"/>
                </a:lnTo>
                <a:moveTo>
                  <a:pt x="1593891" y="599846"/>
                </a:moveTo>
                <a:lnTo>
                  <a:pt x="1347186" y="337688"/>
                </a:lnTo>
                <a:moveTo>
                  <a:pt x="1787469" y="614202"/>
                </a:moveTo>
                <a:lnTo>
                  <a:pt x="2132015" y="590337"/>
                </a:lnTo>
                <a:moveTo>
                  <a:pt x="1787469" y="614202"/>
                </a:moveTo>
                <a:lnTo>
                  <a:pt x="1868942" y="288036"/>
                </a:lnTo>
                <a:moveTo>
                  <a:pt x="1787469" y="614202"/>
                </a:moveTo>
                <a:lnTo>
                  <a:pt x="2060600" y="280812"/>
                </a:lnTo>
                <a:moveTo>
                  <a:pt x="1787469" y="614202"/>
                </a:moveTo>
                <a:lnTo>
                  <a:pt x="1530157" y="269931"/>
                </a:lnTo>
                <a:moveTo>
                  <a:pt x="2132015" y="590337"/>
                </a:moveTo>
                <a:lnTo>
                  <a:pt x="2322485" y="527975"/>
                </a:lnTo>
                <a:moveTo>
                  <a:pt x="2132015" y="590337"/>
                </a:moveTo>
                <a:lnTo>
                  <a:pt x="2060600" y="280812"/>
                </a:lnTo>
                <a:moveTo>
                  <a:pt x="2132015" y="590337"/>
                </a:moveTo>
                <a:lnTo>
                  <a:pt x="2322850" y="279898"/>
                </a:lnTo>
                <a:moveTo>
                  <a:pt x="2132015" y="590337"/>
                </a:moveTo>
                <a:lnTo>
                  <a:pt x="1868942" y="288036"/>
                </a:lnTo>
                <a:moveTo>
                  <a:pt x="2322485" y="527975"/>
                </a:moveTo>
                <a:lnTo>
                  <a:pt x="2682667" y="529620"/>
                </a:lnTo>
                <a:moveTo>
                  <a:pt x="2322485" y="527975"/>
                </a:moveTo>
                <a:lnTo>
                  <a:pt x="2322850" y="279898"/>
                </a:lnTo>
                <a:moveTo>
                  <a:pt x="2322485" y="527975"/>
                </a:moveTo>
                <a:lnTo>
                  <a:pt x="2638501" y="349026"/>
                </a:lnTo>
                <a:moveTo>
                  <a:pt x="2322485" y="527975"/>
                </a:moveTo>
                <a:lnTo>
                  <a:pt x="2060600" y="280812"/>
                </a:lnTo>
                <a:moveTo>
                  <a:pt x="2682667" y="529620"/>
                </a:moveTo>
                <a:lnTo>
                  <a:pt x="2856768" y="622889"/>
                </a:lnTo>
                <a:moveTo>
                  <a:pt x="2682667" y="529620"/>
                </a:moveTo>
                <a:lnTo>
                  <a:pt x="2638501" y="349026"/>
                </a:lnTo>
                <a:moveTo>
                  <a:pt x="2682667" y="529620"/>
                </a:moveTo>
                <a:lnTo>
                  <a:pt x="2916022" y="271485"/>
                </a:lnTo>
                <a:moveTo>
                  <a:pt x="2682667" y="529620"/>
                </a:moveTo>
                <a:lnTo>
                  <a:pt x="2322850" y="279898"/>
                </a:lnTo>
                <a:moveTo>
                  <a:pt x="2856768" y="622889"/>
                </a:moveTo>
                <a:lnTo>
                  <a:pt x="2916022" y="271485"/>
                </a:lnTo>
                <a:moveTo>
                  <a:pt x="2856768" y="622889"/>
                </a:moveTo>
                <a:lnTo>
                  <a:pt x="3142701" y="376733"/>
                </a:lnTo>
                <a:moveTo>
                  <a:pt x="2856768" y="622889"/>
                </a:moveTo>
                <a:lnTo>
                  <a:pt x="2638501" y="349026"/>
                </a:lnTo>
                <a:moveTo>
                  <a:pt x="3112526" y="555041"/>
                </a:moveTo>
                <a:lnTo>
                  <a:pt x="3407603" y="640812"/>
                </a:lnTo>
                <a:moveTo>
                  <a:pt x="3112526" y="555041"/>
                </a:moveTo>
                <a:lnTo>
                  <a:pt x="3142701" y="376733"/>
                </a:lnTo>
                <a:moveTo>
                  <a:pt x="3112526" y="555041"/>
                </a:moveTo>
                <a:lnTo>
                  <a:pt x="3441436" y="362377"/>
                </a:lnTo>
                <a:moveTo>
                  <a:pt x="3112526" y="555041"/>
                </a:moveTo>
                <a:lnTo>
                  <a:pt x="2916022" y="271485"/>
                </a:lnTo>
                <a:moveTo>
                  <a:pt x="3407603" y="640812"/>
                </a:moveTo>
                <a:lnTo>
                  <a:pt x="3142701" y="376733"/>
                </a:lnTo>
                <a:moveTo>
                  <a:pt x="0" y="273497"/>
                </a:moveTo>
                <a:lnTo>
                  <a:pt x="306598" y="359725"/>
                </a:lnTo>
                <a:moveTo>
                  <a:pt x="0" y="273497"/>
                </a:moveTo>
                <a:lnTo>
                  <a:pt x="0" y="108356"/>
                </a:lnTo>
                <a:moveTo>
                  <a:pt x="0" y="273497"/>
                </a:moveTo>
                <a:lnTo>
                  <a:pt x="205008" y="103053"/>
                </a:lnTo>
                <a:moveTo>
                  <a:pt x="306598" y="359725"/>
                </a:moveTo>
                <a:lnTo>
                  <a:pt x="482529" y="272400"/>
                </a:lnTo>
                <a:moveTo>
                  <a:pt x="306598" y="359725"/>
                </a:moveTo>
                <a:lnTo>
                  <a:pt x="205008" y="103053"/>
                </a:lnTo>
                <a:moveTo>
                  <a:pt x="306598" y="359725"/>
                </a:moveTo>
                <a:lnTo>
                  <a:pt x="504109" y="89428"/>
                </a:lnTo>
                <a:moveTo>
                  <a:pt x="306598" y="359725"/>
                </a:moveTo>
                <a:lnTo>
                  <a:pt x="0" y="108356"/>
                </a:lnTo>
                <a:moveTo>
                  <a:pt x="482529" y="272400"/>
                </a:moveTo>
                <a:lnTo>
                  <a:pt x="802660" y="301386"/>
                </a:lnTo>
                <a:moveTo>
                  <a:pt x="482529" y="272400"/>
                </a:moveTo>
                <a:lnTo>
                  <a:pt x="504109" y="89428"/>
                </a:lnTo>
                <a:moveTo>
                  <a:pt x="482529" y="272400"/>
                </a:moveTo>
                <a:lnTo>
                  <a:pt x="827715" y="91349"/>
                </a:lnTo>
                <a:moveTo>
                  <a:pt x="802660" y="301386"/>
                </a:moveTo>
                <a:lnTo>
                  <a:pt x="1003554" y="386243"/>
                </a:lnTo>
                <a:moveTo>
                  <a:pt x="802660" y="301386"/>
                </a:moveTo>
                <a:lnTo>
                  <a:pt x="827715" y="91349"/>
                </a:lnTo>
                <a:moveTo>
                  <a:pt x="802660" y="301386"/>
                </a:moveTo>
                <a:lnTo>
                  <a:pt x="1057778" y="106162"/>
                </a:lnTo>
                <a:moveTo>
                  <a:pt x="802660" y="301386"/>
                </a:moveTo>
                <a:lnTo>
                  <a:pt x="504109" y="89428"/>
                </a:lnTo>
                <a:moveTo>
                  <a:pt x="1003554" y="386243"/>
                </a:moveTo>
                <a:lnTo>
                  <a:pt x="1347186" y="337688"/>
                </a:lnTo>
                <a:moveTo>
                  <a:pt x="1003554" y="386243"/>
                </a:moveTo>
                <a:lnTo>
                  <a:pt x="1057778" y="106162"/>
                </a:lnTo>
                <a:moveTo>
                  <a:pt x="1003554" y="386243"/>
                </a:moveTo>
                <a:lnTo>
                  <a:pt x="827715" y="91349"/>
                </a:lnTo>
                <a:moveTo>
                  <a:pt x="1347186" y="337688"/>
                </a:moveTo>
                <a:lnTo>
                  <a:pt x="1530157" y="269931"/>
                </a:lnTo>
                <a:moveTo>
                  <a:pt x="1347186" y="337688"/>
                </a:moveTo>
                <a:lnTo>
                  <a:pt x="1302106" y="127284"/>
                </a:lnTo>
                <a:moveTo>
                  <a:pt x="1347186" y="337688"/>
                </a:moveTo>
                <a:lnTo>
                  <a:pt x="1553748" y="127742"/>
                </a:lnTo>
                <a:moveTo>
                  <a:pt x="1530157" y="269931"/>
                </a:moveTo>
                <a:lnTo>
                  <a:pt x="1868942" y="288036"/>
                </a:lnTo>
                <a:moveTo>
                  <a:pt x="1530157" y="269931"/>
                </a:moveTo>
                <a:lnTo>
                  <a:pt x="1553748" y="127742"/>
                </a:lnTo>
                <a:moveTo>
                  <a:pt x="1530157" y="269931"/>
                </a:moveTo>
                <a:lnTo>
                  <a:pt x="1881927" y="56876"/>
                </a:lnTo>
                <a:moveTo>
                  <a:pt x="1530157" y="269931"/>
                </a:moveTo>
                <a:lnTo>
                  <a:pt x="1302106" y="127284"/>
                </a:lnTo>
                <a:moveTo>
                  <a:pt x="1868942" y="288036"/>
                </a:moveTo>
                <a:lnTo>
                  <a:pt x="2060600" y="280812"/>
                </a:lnTo>
                <a:moveTo>
                  <a:pt x="1868942" y="288036"/>
                </a:moveTo>
                <a:lnTo>
                  <a:pt x="1881927" y="56876"/>
                </a:lnTo>
                <a:moveTo>
                  <a:pt x="1868942" y="288036"/>
                </a:moveTo>
                <a:lnTo>
                  <a:pt x="2074591" y="67026"/>
                </a:lnTo>
                <a:moveTo>
                  <a:pt x="1868942" y="288036"/>
                </a:moveTo>
                <a:lnTo>
                  <a:pt x="1553748" y="127742"/>
                </a:lnTo>
                <a:moveTo>
                  <a:pt x="2060600" y="280812"/>
                </a:moveTo>
                <a:lnTo>
                  <a:pt x="2322850" y="279898"/>
                </a:lnTo>
                <a:moveTo>
                  <a:pt x="2060600" y="280812"/>
                </a:moveTo>
                <a:lnTo>
                  <a:pt x="2074591" y="67026"/>
                </a:lnTo>
                <a:moveTo>
                  <a:pt x="2060600" y="280812"/>
                </a:moveTo>
                <a:lnTo>
                  <a:pt x="2437608" y="115672"/>
                </a:lnTo>
                <a:moveTo>
                  <a:pt x="2060600" y="280812"/>
                </a:moveTo>
                <a:lnTo>
                  <a:pt x="1881927" y="56876"/>
                </a:lnTo>
                <a:moveTo>
                  <a:pt x="2322850" y="279898"/>
                </a:moveTo>
                <a:lnTo>
                  <a:pt x="2638501" y="349026"/>
                </a:lnTo>
                <a:moveTo>
                  <a:pt x="2322850" y="279898"/>
                </a:moveTo>
                <a:lnTo>
                  <a:pt x="2437608" y="115672"/>
                </a:lnTo>
                <a:moveTo>
                  <a:pt x="2322850" y="279898"/>
                </a:moveTo>
                <a:lnTo>
                  <a:pt x="2686690" y="72603"/>
                </a:lnTo>
                <a:moveTo>
                  <a:pt x="2322850" y="279898"/>
                </a:moveTo>
                <a:lnTo>
                  <a:pt x="2074591" y="67026"/>
                </a:lnTo>
                <a:moveTo>
                  <a:pt x="2638501" y="349026"/>
                </a:moveTo>
                <a:lnTo>
                  <a:pt x="2916022" y="271485"/>
                </a:lnTo>
                <a:moveTo>
                  <a:pt x="2638501" y="349026"/>
                </a:moveTo>
                <a:lnTo>
                  <a:pt x="2686690" y="72603"/>
                </a:lnTo>
                <a:moveTo>
                  <a:pt x="2638501" y="349026"/>
                </a:moveTo>
                <a:lnTo>
                  <a:pt x="2908341" y="19477"/>
                </a:lnTo>
                <a:moveTo>
                  <a:pt x="2638501" y="349026"/>
                </a:moveTo>
                <a:lnTo>
                  <a:pt x="2437608" y="115672"/>
                </a:lnTo>
                <a:moveTo>
                  <a:pt x="2916022" y="271485"/>
                </a:moveTo>
                <a:lnTo>
                  <a:pt x="3142701" y="376733"/>
                </a:lnTo>
                <a:moveTo>
                  <a:pt x="2916022" y="271485"/>
                </a:moveTo>
                <a:lnTo>
                  <a:pt x="2908341" y="19477"/>
                </a:lnTo>
                <a:moveTo>
                  <a:pt x="2916022" y="271485"/>
                </a:moveTo>
                <a:lnTo>
                  <a:pt x="3159343" y="62819"/>
                </a:lnTo>
                <a:moveTo>
                  <a:pt x="2916022" y="271485"/>
                </a:moveTo>
                <a:lnTo>
                  <a:pt x="2686690" y="72603"/>
                </a:lnTo>
                <a:moveTo>
                  <a:pt x="3142701" y="376733"/>
                </a:moveTo>
                <a:lnTo>
                  <a:pt x="3441436" y="362377"/>
                </a:lnTo>
                <a:moveTo>
                  <a:pt x="3142701" y="376733"/>
                </a:moveTo>
                <a:lnTo>
                  <a:pt x="3159343" y="62819"/>
                </a:lnTo>
                <a:moveTo>
                  <a:pt x="3142701" y="376733"/>
                </a:moveTo>
                <a:lnTo>
                  <a:pt x="3462741" y="0"/>
                </a:lnTo>
                <a:moveTo>
                  <a:pt x="3142701" y="376733"/>
                </a:moveTo>
                <a:lnTo>
                  <a:pt x="2908341" y="19477"/>
                </a:lnTo>
                <a:moveTo>
                  <a:pt x="3441436" y="362377"/>
                </a:moveTo>
                <a:lnTo>
                  <a:pt x="3462741" y="0"/>
                </a:lnTo>
                <a:moveTo>
                  <a:pt x="3441436" y="362377"/>
                </a:moveTo>
                <a:lnTo>
                  <a:pt x="3159343" y="62819"/>
                </a:lnTo>
                <a:moveTo>
                  <a:pt x="0" y="108356"/>
                </a:moveTo>
                <a:lnTo>
                  <a:pt x="205008" y="103053"/>
                </a:lnTo>
                <a:moveTo>
                  <a:pt x="205008" y="103053"/>
                </a:moveTo>
                <a:lnTo>
                  <a:pt x="504109" y="89428"/>
                </a:lnTo>
                <a:moveTo>
                  <a:pt x="504109" y="89428"/>
                </a:moveTo>
                <a:lnTo>
                  <a:pt x="827715" y="91349"/>
                </a:lnTo>
                <a:moveTo>
                  <a:pt x="827715" y="91349"/>
                </a:moveTo>
                <a:lnTo>
                  <a:pt x="1057778" y="106162"/>
                </a:lnTo>
                <a:moveTo>
                  <a:pt x="1057778" y="106162"/>
                </a:moveTo>
                <a:lnTo>
                  <a:pt x="1302106" y="127284"/>
                </a:lnTo>
                <a:moveTo>
                  <a:pt x="1302106" y="127284"/>
                </a:moveTo>
                <a:lnTo>
                  <a:pt x="1553748" y="127742"/>
                </a:lnTo>
                <a:moveTo>
                  <a:pt x="1553748" y="127742"/>
                </a:moveTo>
                <a:lnTo>
                  <a:pt x="1881927" y="56876"/>
                </a:lnTo>
                <a:moveTo>
                  <a:pt x="1881927" y="56876"/>
                </a:moveTo>
                <a:lnTo>
                  <a:pt x="2074591" y="67026"/>
                </a:lnTo>
                <a:moveTo>
                  <a:pt x="2437608" y="115672"/>
                </a:moveTo>
                <a:lnTo>
                  <a:pt x="2686690" y="72603"/>
                </a:lnTo>
                <a:moveTo>
                  <a:pt x="2686690" y="72603"/>
                </a:moveTo>
                <a:lnTo>
                  <a:pt x="2908341" y="19477"/>
                </a:lnTo>
                <a:moveTo>
                  <a:pt x="2908341" y="19477"/>
                </a:moveTo>
                <a:lnTo>
                  <a:pt x="3159343" y="62819"/>
                </a:lnTo>
                <a:moveTo>
                  <a:pt x="3159343" y="62819"/>
                </a:moveTo>
                <a:lnTo>
                  <a:pt x="3462741" y="0"/>
                </a:lnTo>
              </a:path>
            </a:pathLst>
          </a:custGeom>
          <a:ln w="7722" cap="rnd">
            <a:solidFill>
              <a:srgbClr val="BDB9AE">
                <a:alpha val="86000"/>
              </a:srgbClr>
            </a:solidFill>
            <a:prstDash val="solid"/>
            <a:round/>
          </a:ln>
        </p:spPr>
      </p:sp>
      <p:sp>
        <p:nvSpPr>
          <p:cNvPr id="3" name="Forma 31"/>
          <p:cNvSpPr/>
          <p:nvPr/>
        </p:nvSpPr>
        <p:spPr>
          <a:xfrm>
            <a:off x="2805105" y="3925794"/>
            <a:ext cx="3443448" cy="305775"/>
          </a:xfrm>
          <a:custGeom>
            <a:avLst/>
            <a:gdLst/>
            <a:ahLst/>
            <a:cxnLst/>
            <a:rect l="l" t="t" r="r" b="b"/>
            <a:pathLst>
              <a:path w="3443448" h="305775">
                <a:moveTo>
                  <a:pt x="30907" y="290322"/>
                </a:moveTo>
                <a:cubicBezTo>
                  <a:pt x="30907" y="292334"/>
                  <a:pt x="30541" y="294345"/>
                  <a:pt x="29718" y="296174"/>
                </a:cubicBezTo>
                <a:cubicBezTo>
                  <a:pt x="28895" y="298094"/>
                  <a:pt x="27798" y="299740"/>
                  <a:pt x="26335" y="301203"/>
                </a:cubicBezTo>
                <a:cubicBezTo>
                  <a:pt x="24963" y="302666"/>
                  <a:pt x="23226" y="303764"/>
                  <a:pt x="21397" y="304587"/>
                </a:cubicBezTo>
                <a:cubicBezTo>
                  <a:pt x="19477" y="305318"/>
                  <a:pt x="17465" y="305775"/>
                  <a:pt x="15453" y="305775"/>
                </a:cubicBezTo>
                <a:cubicBezTo>
                  <a:pt x="13442" y="305775"/>
                  <a:pt x="11430" y="305318"/>
                  <a:pt x="9510" y="304587"/>
                </a:cubicBezTo>
                <a:cubicBezTo>
                  <a:pt x="7681" y="303764"/>
                  <a:pt x="5944" y="302666"/>
                  <a:pt x="4481" y="301203"/>
                </a:cubicBezTo>
                <a:cubicBezTo>
                  <a:pt x="3109" y="299740"/>
                  <a:pt x="1920" y="298094"/>
                  <a:pt x="1189" y="296174"/>
                </a:cubicBezTo>
                <a:cubicBezTo>
                  <a:pt x="366" y="294345"/>
                  <a:pt x="0" y="292334"/>
                  <a:pt x="0" y="290322"/>
                </a:cubicBezTo>
                <a:cubicBezTo>
                  <a:pt x="0" y="288310"/>
                  <a:pt x="366" y="286299"/>
                  <a:pt x="1189" y="284378"/>
                </a:cubicBezTo>
                <a:cubicBezTo>
                  <a:pt x="1920" y="282550"/>
                  <a:pt x="3109" y="280812"/>
                  <a:pt x="4481" y="279441"/>
                </a:cubicBezTo>
                <a:cubicBezTo>
                  <a:pt x="5944" y="277978"/>
                  <a:pt x="7681" y="276880"/>
                  <a:pt x="9510" y="276057"/>
                </a:cubicBezTo>
                <a:cubicBezTo>
                  <a:pt x="11430" y="275234"/>
                  <a:pt x="13442" y="274869"/>
                  <a:pt x="15453" y="274869"/>
                </a:cubicBezTo>
                <a:cubicBezTo>
                  <a:pt x="17465" y="274869"/>
                  <a:pt x="19477" y="275234"/>
                  <a:pt x="21397" y="276057"/>
                </a:cubicBezTo>
                <a:cubicBezTo>
                  <a:pt x="23226" y="276880"/>
                  <a:pt x="24963" y="277978"/>
                  <a:pt x="26335" y="279441"/>
                </a:cubicBezTo>
                <a:cubicBezTo>
                  <a:pt x="27798" y="280812"/>
                  <a:pt x="28895" y="282550"/>
                  <a:pt x="29718" y="284378"/>
                </a:cubicBezTo>
                <a:cubicBezTo>
                  <a:pt x="30541" y="286299"/>
                  <a:pt x="30907" y="288310"/>
                  <a:pt x="30907" y="290322"/>
                </a:cubicBezTo>
              </a:path>
              <a:path w="3443448" h="305775">
                <a:moveTo>
                  <a:pt x="315285" y="290322"/>
                </a:moveTo>
                <a:cubicBezTo>
                  <a:pt x="315285" y="292334"/>
                  <a:pt x="314919" y="294345"/>
                  <a:pt x="314188" y="296174"/>
                </a:cubicBezTo>
                <a:cubicBezTo>
                  <a:pt x="313365" y="298094"/>
                  <a:pt x="312268" y="299740"/>
                  <a:pt x="310805" y="301203"/>
                </a:cubicBezTo>
                <a:cubicBezTo>
                  <a:pt x="309342" y="302666"/>
                  <a:pt x="307696" y="303764"/>
                  <a:pt x="305775" y="304587"/>
                </a:cubicBezTo>
                <a:cubicBezTo>
                  <a:pt x="303855" y="305318"/>
                  <a:pt x="301935" y="305775"/>
                  <a:pt x="299832" y="305775"/>
                </a:cubicBezTo>
                <a:cubicBezTo>
                  <a:pt x="297820" y="305775"/>
                  <a:pt x="295808" y="305318"/>
                  <a:pt x="293980" y="304587"/>
                </a:cubicBezTo>
                <a:cubicBezTo>
                  <a:pt x="292059" y="303764"/>
                  <a:pt x="290413" y="302666"/>
                  <a:pt x="288950" y="301203"/>
                </a:cubicBezTo>
                <a:cubicBezTo>
                  <a:pt x="287487" y="299740"/>
                  <a:pt x="286390" y="298094"/>
                  <a:pt x="285567" y="296174"/>
                </a:cubicBezTo>
                <a:cubicBezTo>
                  <a:pt x="284836" y="294345"/>
                  <a:pt x="284378" y="292334"/>
                  <a:pt x="284378" y="290322"/>
                </a:cubicBezTo>
                <a:cubicBezTo>
                  <a:pt x="284378" y="288310"/>
                  <a:pt x="284836" y="286299"/>
                  <a:pt x="285567" y="284378"/>
                </a:cubicBezTo>
                <a:cubicBezTo>
                  <a:pt x="286390" y="282550"/>
                  <a:pt x="287487" y="280812"/>
                  <a:pt x="288950" y="279441"/>
                </a:cubicBezTo>
                <a:cubicBezTo>
                  <a:pt x="290413" y="277978"/>
                  <a:pt x="292059" y="276880"/>
                  <a:pt x="293980" y="276057"/>
                </a:cubicBezTo>
                <a:cubicBezTo>
                  <a:pt x="295808" y="275234"/>
                  <a:pt x="297820" y="274869"/>
                  <a:pt x="299832" y="274869"/>
                </a:cubicBezTo>
                <a:cubicBezTo>
                  <a:pt x="301935" y="274869"/>
                  <a:pt x="303855" y="275234"/>
                  <a:pt x="305775" y="276057"/>
                </a:cubicBezTo>
                <a:cubicBezTo>
                  <a:pt x="307696" y="276880"/>
                  <a:pt x="309342" y="277978"/>
                  <a:pt x="310805" y="279441"/>
                </a:cubicBezTo>
                <a:cubicBezTo>
                  <a:pt x="312268" y="280812"/>
                  <a:pt x="313365" y="282550"/>
                  <a:pt x="314188" y="284378"/>
                </a:cubicBezTo>
                <a:cubicBezTo>
                  <a:pt x="314919" y="286299"/>
                  <a:pt x="315285" y="288310"/>
                  <a:pt x="315285" y="290322"/>
                </a:cubicBezTo>
              </a:path>
              <a:path w="3443448" h="305775">
                <a:moveTo>
                  <a:pt x="564551" y="290322"/>
                </a:moveTo>
                <a:cubicBezTo>
                  <a:pt x="564551" y="292334"/>
                  <a:pt x="564185" y="294345"/>
                  <a:pt x="563362" y="296174"/>
                </a:cubicBezTo>
                <a:cubicBezTo>
                  <a:pt x="562630" y="298094"/>
                  <a:pt x="561442" y="299740"/>
                  <a:pt x="560070" y="301203"/>
                </a:cubicBezTo>
                <a:cubicBezTo>
                  <a:pt x="558607" y="302666"/>
                  <a:pt x="556870" y="303764"/>
                  <a:pt x="555041" y="304587"/>
                </a:cubicBezTo>
                <a:cubicBezTo>
                  <a:pt x="553121" y="305318"/>
                  <a:pt x="551109" y="305775"/>
                  <a:pt x="549097" y="305775"/>
                </a:cubicBezTo>
                <a:cubicBezTo>
                  <a:pt x="547086" y="305775"/>
                  <a:pt x="545074" y="305318"/>
                  <a:pt x="543154" y="304587"/>
                </a:cubicBezTo>
                <a:cubicBezTo>
                  <a:pt x="541325" y="303764"/>
                  <a:pt x="539587" y="302666"/>
                  <a:pt x="538216" y="301203"/>
                </a:cubicBezTo>
                <a:cubicBezTo>
                  <a:pt x="536753" y="299740"/>
                  <a:pt x="535656" y="298094"/>
                  <a:pt x="534833" y="296174"/>
                </a:cubicBezTo>
                <a:cubicBezTo>
                  <a:pt x="534010" y="294345"/>
                  <a:pt x="533644" y="292334"/>
                  <a:pt x="533644" y="290322"/>
                </a:cubicBezTo>
                <a:cubicBezTo>
                  <a:pt x="533644" y="288310"/>
                  <a:pt x="534010" y="286299"/>
                  <a:pt x="534833" y="284378"/>
                </a:cubicBezTo>
                <a:cubicBezTo>
                  <a:pt x="535656" y="282550"/>
                  <a:pt x="536753" y="280812"/>
                  <a:pt x="538216" y="279441"/>
                </a:cubicBezTo>
                <a:cubicBezTo>
                  <a:pt x="539587" y="277978"/>
                  <a:pt x="541325" y="276880"/>
                  <a:pt x="543154" y="276057"/>
                </a:cubicBezTo>
                <a:cubicBezTo>
                  <a:pt x="545074" y="275234"/>
                  <a:pt x="547086" y="274869"/>
                  <a:pt x="549097" y="274869"/>
                </a:cubicBezTo>
                <a:cubicBezTo>
                  <a:pt x="551109" y="274869"/>
                  <a:pt x="553121" y="275234"/>
                  <a:pt x="555041" y="276057"/>
                </a:cubicBezTo>
                <a:cubicBezTo>
                  <a:pt x="556870" y="276880"/>
                  <a:pt x="558607" y="277978"/>
                  <a:pt x="560070" y="279441"/>
                </a:cubicBezTo>
                <a:cubicBezTo>
                  <a:pt x="561442" y="280812"/>
                  <a:pt x="562630" y="282550"/>
                  <a:pt x="563362" y="284378"/>
                </a:cubicBezTo>
                <a:cubicBezTo>
                  <a:pt x="564185" y="286299"/>
                  <a:pt x="564551" y="288310"/>
                  <a:pt x="564551" y="290322"/>
                </a:cubicBezTo>
              </a:path>
              <a:path w="3443448" h="305775">
                <a:moveTo>
                  <a:pt x="765810" y="289316"/>
                </a:moveTo>
                <a:cubicBezTo>
                  <a:pt x="765810" y="291419"/>
                  <a:pt x="765353" y="293340"/>
                  <a:pt x="764621" y="295260"/>
                </a:cubicBezTo>
                <a:cubicBezTo>
                  <a:pt x="763798" y="297180"/>
                  <a:pt x="762701" y="298826"/>
                  <a:pt x="761238" y="300289"/>
                </a:cubicBezTo>
                <a:cubicBezTo>
                  <a:pt x="759775" y="301661"/>
                  <a:pt x="758129" y="302849"/>
                  <a:pt x="756209" y="303581"/>
                </a:cubicBezTo>
                <a:cubicBezTo>
                  <a:pt x="754380" y="304404"/>
                  <a:pt x="752368" y="304770"/>
                  <a:pt x="750357" y="304770"/>
                </a:cubicBezTo>
                <a:cubicBezTo>
                  <a:pt x="748254" y="304770"/>
                  <a:pt x="746333" y="304404"/>
                  <a:pt x="744413" y="303581"/>
                </a:cubicBezTo>
                <a:cubicBezTo>
                  <a:pt x="742493" y="302849"/>
                  <a:pt x="740847" y="301661"/>
                  <a:pt x="739384" y="300289"/>
                </a:cubicBezTo>
                <a:cubicBezTo>
                  <a:pt x="737921" y="298826"/>
                  <a:pt x="736824" y="297180"/>
                  <a:pt x="736092" y="295260"/>
                </a:cubicBezTo>
                <a:cubicBezTo>
                  <a:pt x="735269" y="293340"/>
                  <a:pt x="734903" y="291419"/>
                  <a:pt x="734903" y="289316"/>
                </a:cubicBezTo>
                <a:cubicBezTo>
                  <a:pt x="734903" y="287304"/>
                  <a:pt x="735269" y="285293"/>
                  <a:pt x="736092" y="283464"/>
                </a:cubicBezTo>
                <a:cubicBezTo>
                  <a:pt x="736824" y="281544"/>
                  <a:pt x="737921" y="279898"/>
                  <a:pt x="739384" y="278435"/>
                </a:cubicBezTo>
                <a:cubicBezTo>
                  <a:pt x="740847" y="276972"/>
                  <a:pt x="742493" y="275874"/>
                  <a:pt x="744413" y="275052"/>
                </a:cubicBezTo>
                <a:cubicBezTo>
                  <a:pt x="746333" y="274320"/>
                  <a:pt x="748254" y="273954"/>
                  <a:pt x="750357" y="273954"/>
                </a:cubicBezTo>
                <a:cubicBezTo>
                  <a:pt x="752368" y="273954"/>
                  <a:pt x="754380" y="274320"/>
                  <a:pt x="756209" y="275052"/>
                </a:cubicBezTo>
                <a:cubicBezTo>
                  <a:pt x="758129" y="275874"/>
                  <a:pt x="759775" y="276972"/>
                  <a:pt x="761238" y="278435"/>
                </a:cubicBezTo>
                <a:cubicBezTo>
                  <a:pt x="762701" y="279898"/>
                  <a:pt x="763798" y="281544"/>
                  <a:pt x="764621" y="283464"/>
                </a:cubicBezTo>
                <a:cubicBezTo>
                  <a:pt x="765353" y="285293"/>
                  <a:pt x="765810" y="287304"/>
                  <a:pt x="765810" y="289316"/>
                </a:cubicBezTo>
              </a:path>
              <a:path w="3443448" h="305775">
                <a:moveTo>
                  <a:pt x="1027511" y="290322"/>
                </a:moveTo>
                <a:cubicBezTo>
                  <a:pt x="1027511" y="292334"/>
                  <a:pt x="1027146" y="294345"/>
                  <a:pt x="1026414" y="296174"/>
                </a:cubicBezTo>
                <a:cubicBezTo>
                  <a:pt x="1025591" y="298094"/>
                  <a:pt x="1024494" y="299740"/>
                  <a:pt x="1023031" y="301203"/>
                </a:cubicBezTo>
                <a:cubicBezTo>
                  <a:pt x="1021568" y="302666"/>
                  <a:pt x="1019922" y="303764"/>
                  <a:pt x="1018002" y="304587"/>
                </a:cubicBezTo>
                <a:cubicBezTo>
                  <a:pt x="1016081" y="305318"/>
                  <a:pt x="1014161" y="305775"/>
                  <a:pt x="1012058" y="305775"/>
                </a:cubicBezTo>
                <a:cubicBezTo>
                  <a:pt x="1010046" y="305775"/>
                  <a:pt x="1008126" y="305318"/>
                  <a:pt x="1006206" y="304587"/>
                </a:cubicBezTo>
                <a:cubicBezTo>
                  <a:pt x="1004286" y="303764"/>
                  <a:pt x="1002640" y="302666"/>
                  <a:pt x="1001177" y="301203"/>
                </a:cubicBezTo>
                <a:cubicBezTo>
                  <a:pt x="999714" y="299740"/>
                  <a:pt x="998616" y="298094"/>
                  <a:pt x="997793" y="296174"/>
                </a:cubicBezTo>
                <a:cubicBezTo>
                  <a:pt x="997062" y="294345"/>
                  <a:pt x="996696" y="292334"/>
                  <a:pt x="996696" y="290322"/>
                </a:cubicBezTo>
                <a:cubicBezTo>
                  <a:pt x="996696" y="288310"/>
                  <a:pt x="997062" y="286299"/>
                  <a:pt x="997793" y="284378"/>
                </a:cubicBezTo>
                <a:cubicBezTo>
                  <a:pt x="998616" y="282550"/>
                  <a:pt x="999714" y="280812"/>
                  <a:pt x="1001177" y="279441"/>
                </a:cubicBezTo>
                <a:cubicBezTo>
                  <a:pt x="1002640" y="277978"/>
                  <a:pt x="1004286" y="276880"/>
                  <a:pt x="1006206" y="276057"/>
                </a:cubicBezTo>
                <a:cubicBezTo>
                  <a:pt x="1008126" y="275234"/>
                  <a:pt x="1010046" y="274869"/>
                  <a:pt x="1012058" y="274869"/>
                </a:cubicBezTo>
                <a:cubicBezTo>
                  <a:pt x="1014161" y="274869"/>
                  <a:pt x="1016081" y="275234"/>
                  <a:pt x="1018002" y="276057"/>
                </a:cubicBezTo>
                <a:cubicBezTo>
                  <a:pt x="1019922" y="276880"/>
                  <a:pt x="1021568" y="277978"/>
                  <a:pt x="1023031" y="279441"/>
                </a:cubicBezTo>
                <a:cubicBezTo>
                  <a:pt x="1024494" y="280812"/>
                  <a:pt x="1025591" y="282550"/>
                  <a:pt x="1026414" y="284378"/>
                </a:cubicBezTo>
                <a:cubicBezTo>
                  <a:pt x="1027146" y="286299"/>
                  <a:pt x="1027511" y="288310"/>
                  <a:pt x="1027511" y="290322"/>
                </a:cubicBezTo>
              </a:path>
              <a:path w="3443448" h="305775">
                <a:moveTo>
                  <a:pt x="1296253" y="290322"/>
                </a:moveTo>
                <a:cubicBezTo>
                  <a:pt x="1296253" y="292334"/>
                  <a:pt x="1295888" y="294345"/>
                  <a:pt x="1295156" y="296174"/>
                </a:cubicBezTo>
                <a:cubicBezTo>
                  <a:pt x="1294333" y="298094"/>
                  <a:pt x="1293236" y="299740"/>
                  <a:pt x="1291773" y="301203"/>
                </a:cubicBezTo>
                <a:cubicBezTo>
                  <a:pt x="1290310" y="302666"/>
                  <a:pt x="1288664" y="303764"/>
                  <a:pt x="1286744" y="304587"/>
                </a:cubicBezTo>
                <a:cubicBezTo>
                  <a:pt x="1284823" y="305318"/>
                  <a:pt x="1282903" y="305775"/>
                  <a:pt x="1280800" y="305775"/>
                </a:cubicBezTo>
                <a:cubicBezTo>
                  <a:pt x="1278788" y="305775"/>
                  <a:pt x="1276868" y="305318"/>
                  <a:pt x="1274948" y="304587"/>
                </a:cubicBezTo>
                <a:cubicBezTo>
                  <a:pt x="1273028" y="303764"/>
                  <a:pt x="1271382" y="302666"/>
                  <a:pt x="1269919" y="301203"/>
                </a:cubicBezTo>
                <a:cubicBezTo>
                  <a:pt x="1268456" y="299740"/>
                  <a:pt x="1267358" y="298094"/>
                  <a:pt x="1266535" y="296174"/>
                </a:cubicBezTo>
                <a:cubicBezTo>
                  <a:pt x="1265804" y="294345"/>
                  <a:pt x="1265438" y="292334"/>
                  <a:pt x="1265438" y="290322"/>
                </a:cubicBezTo>
                <a:cubicBezTo>
                  <a:pt x="1265438" y="288310"/>
                  <a:pt x="1265804" y="286299"/>
                  <a:pt x="1266535" y="284378"/>
                </a:cubicBezTo>
                <a:cubicBezTo>
                  <a:pt x="1267358" y="282550"/>
                  <a:pt x="1268456" y="280812"/>
                  <a:pt x="1269919" y="279441"/>
                </a:cubicBezTo>
                <a:cubicBezTo>
                  <a:pt x="1271382" y="277978"/>
                  <a:pt x="1273028" y="276880"/>
                  <a:pt x="1274948" y="276057"/>
                </a:cubicBezTo>
                <a:cubicBezTo>
                  <a:pt x="1276868" y="275234"/>
                  <a:pt x="1278788" y="274869"/>
                  <a:pt x="1280800" y="274869"/>
                </a:cubicBezTo>
                <a:cubicBezTo>
                  <a:pt x="1282903" y="274869"/>
                  <a:pt x="1284823" y="275234"/>
                  <a:pt x="1286744" y="276057"/>
                </a:cubicBezTo>
                <a:cubicBezTo>
                  <a:pt x="1288664" y="276880"/>
                  <a:pt x="1290310" y="277978"/>
                  <a:pt x="1291773" y="279441"/>
                </a:cubicBezTo>
                <a:cubicBezTo>
                  <a:pt x="1293236" y="280812"/>
                  <a:pt x="1294333" y="282550"/>
                  <a:pt x="1295156" y="284378"/>
                </a:cubicBezTo>
                <a:cubicBezTo>
                  <a:pt x="1295888" y="286299"/>
                  <a:pt x="1296253" y="288310"/>
                  <a:pt x="1296253" y="290322"/>
                </a:cubicBezTo>
              </a:path>
              <a:path w="3443448" h="305775">
                <a:moveTo>
                  <a:pt x="1607607" y="247162"/>
                </a:moveTo>
                <a:cubicBezTo>
                  <a:pt x="1607607" y="249174"/>
                  <a:pt x="1607241" y="251186"/>
                  <a:pt x="1606418" y="253106"/>
                </a:cubicBezTo>
                <a:cubicBezTo>
                  <a:pt x="1605686" y="254935"/>
                  <a:pt x="1604498" y="256672"/>
                  <a:pt x="1603126" y="258044"/>
                </a:cubicBezTo>
                <a:cubicBezTo>
                  <a:pt x="1601663" y="259507"/>
                  <a:pt x="1599926" y="260604"/>
                  <a:pt x="1598097" y="261427"/>
                </a:cubicBezTo>
                <a:cubicBezTo>
                  <a:pt x="1596177" y="262158"/>
                  <a:pt x="1594165" y="262616"/>
                  <a:pt x="1592153" y="262616"/>
                </a:cubicBezTo>
                <a:cubicBezTo>
                  <a:pt x="1590142" y="262616"/>
                  <a:pt x="1588130" y="262158"/>
                  <a:pt x="1586210" y="261427"/>
                </a:cubicBezTo>
                <a:cubicBezTo>
                  <a:pt x="1584381" y="260604"/>
                  <a:pt x="1582644" y="259507"/>
                  <a:pt x="1581272" y="258044"/>
                </a:cubicBezTo>
                <a:cubicBezTo>
                  <a:pt x="1579809" y="256672"/>
                  <a:pt x="1578712" y="254935"/>
                  <a:pt x="1577889" y="253106"/>
                </a:cubicBezTo>
                <a:cubicBezTo>
                  <a:pt x="1577066" y="251186"/>
                  <a:pt x="1576700" y="249174"/>
                  <a:pt x="1576700" y="247162"/>
                </a:cubicBezTo>
                <a:cubicBezTo>
                  <a:pt x="1576700" y="245151"/>
                  <a:pt x="1577066" y="243139"/>
                  <a:pt x="1577889" y="241219"/>
                </a:cubicBezTo>
                <a:cubicBezTo>
                  <a:pt x="1578712" y="239390"/>
                  <a:pt x="1579809" y="237744"/>
                  <a:pt x="1581272" y="236281"/>
                </a:cubicBezTo>
                <a:cubicBezTo>
                  <a:pt x="1582644" y="234818"/>
                  <a:pt x="1584381" y="233721"/>
                  <a:pt x="1586210" y="232898"/>
                </a:cubicBezTo>
                <a:cubicBezTo>
                  <a:pt x="1588130" y="232166"/>
                  <a:pt x="1590142" y="231709"/>
                  <a:pt x="1592153" y="231709"/>
                </a:cubicBezTo>
                <a:cubicBezTo>
                  <a:pt x="1594165" y="231709"/>
                  <a:pt x="1596177" y="232166"/>
                  <a:pt x="1598097" y="232898"/>
                </a:cubicBezTo>
                <a:cubicBezTo>
                  <a:pt x="1599926" y="233721"/>
                  <a:pt x="1601663" y="234818"/>
                  <a:pt x="1603126" y="236281"/>
                </a:cubicBezTo>
                <a:cubicBezTo>
                  <a:pt x="1604498" y="237744"/>
                  <a:pt x="1605686" y="239390"/>
                  <a:pt x="1606418" y="241219"/>
                </a:cubicBezTo>
                <a:cubicBezTo>
                  <a:pt x="1607241" y="243139"/>
                  <a:pt x="1607607" y="245151"/>
                  <a:pt x="1607607" y="247162"/>
                </a:cubicBezTo>
              </a:path>
              <a:path w="3443448" h="305775">
                <a:moveTo>
                  <a:pt x="1832366" y="290322"/>
                </a:moveTo>
                <a:cubicBezTo>
                  <a:pt x="1832366" y="292334"/>
                  <a:pt x="1832000" y="294345"/>
                  <a:pt x="1831177" y="296174"/>
                </a:cubicBezTo>
                <a:cubicBezTo>
                  <a:pt x="1830354" y="298094"/>
                  <a:pt x="1829257" y="299740"/>
                  <a:pt x="1827794" y="301203"/>
                </a:cubicBezTo>
                <a:cubicBezTo>
                  <a:pt x="1826423" y="302666"/>
                  <a:pt x="1824685" y="303764"/>
                  <a:pt x="1822856" y="304587"/>
                </a:cubicBezTo>
                <a:cubicBezTo>
                  <a:pt x="1820936" y="305318"/>
                  <a:pt x="1818924" y="305775"/>
                  <a:pt x="1816913" y="305775"/>
                </a:cubicBezTo>
                <a:cubicBezTo>
                  <a:pt x="1814901" y="305775"/>
                  <a:pt x="1812889" y="305318"/>
                  <a:pt x="1810969" y="304587"/>
                </a:cubicBezTo>
                <a:cubicBezTo>
                  <a:pt x="1809140" y="303764"/>
                  <a:pt x="1807403" y="302666"/>
                  <a:pt x="1805940" y="301203"/>
                </a:cubicBezTo>
                <a:cubicBezTo>
                  <a:pt x="1804568" y="299740"/>
                  <a:pt x="1803380" y="298094"/>
                  <a:pt x="1802648" y="296174"/>
                </a:cubicBezTo>
                <a:cubicBezTo>
                  <a:pt x="1801825" y="294345"/>
                  <a:pt x="1801459" y="292334"/>
                  <a:pt x="1801459" y="290322"/>
                </a:cubicBezTo>
                <a:cubicBezTo>
                  <a:pt x="1801459" y="288310"/>
                  <a:pt x="1801825" y="286299"/>
                  <a:pt x="1802648" y="284378"/>
                </a:cubicBezTo>
                <a:cubicBezTo>
                  <a:pt x="1803380" y="282550"/>
                  <a:pt x="1804568" y="280812"/>
                  <a:pt x="1805940" y="279441"/>
                </a:cubicBezTo>
                <a:cubicBezTo>
                  <a:pt x="1807403" y="277978"/>
                  <a:pt x="1809140" y="276880"/>
                  <a:pt x="1810969" y="276057"/>
                </a:cubicBezTo>
                <a:cubicBezTo>
                  <a:pt x="1812889" y="275234"/>
                  <a:pt x="1814901" y="274869"/>
                  <a:pt x="1816913" y="274869"/>
                </a:cubicBezTo>
                <a:cubicBezTo>
                  <a:pt x="1818924" y="274869"/>
                  <a:pt x="1820936" y="275234"/>
                  <a:pt x="1822856" y="276057"/>
                </a:cubicBezTo>
                <a:cubicBezTo>
                  <a:pt x="1824685" y="276880"/>
                  <a:pt x="1826423" y="277978"/>
                  <a:pt x="1827794" y="279441"/>
                </a:cubicBezTo>
                <a:cubicBezTo>
                  <a:pt x="1829257" y="280812"/>
                  <a:pt x="1830354" y="282550"/>
                  <a:pt x="1831177" y="284378"/>
                </a:cubicBezTo>
                <a:cubicBezTo>
                  <a:pt x="1832000" y="286299"/>
                  <a:pt x="1832366" y="288310"/>
                  <a:pt x="1832366" y="290322"/>
                </a:cubicBezTo>
              </a:path>
              <a:path w="3443448" h="305775">
                <a:moveTo>
                  <a:pt x="2163379" y="231160"/>
                </a:moveTo>
                <a:cubicBezTo>
                  <a:pt x="2163379" y="233172"/>
                  <a:pt x="2162922" y="235184"/>
                  <a:pt x="2162190" y="237104"/>
                </a:cubicBezTo>
                <a:cubicBezTo>
                  <a:pt x="2161367" y="238933"/>
                  <a:pt x="2160270" y="240670"/>
                  <a:pt x="2158807" y="242042"/>
                </a:cubicBezTo>
                <a:cubicBezTo>
                  <a:pt x="2157344" y="243505"/>
                  <a:pt x="2155698" y="244602"/>
                  <a:pt x="2153778" y="245425"/>
                </a:cubicBezTo>
                <a:cubicBezTo>
                  <a:pt x="2151949" y="246156"/>
                  <a:pt x="2149937" y="246614"/>
                  <a:pt x="2147926" y="246614"/>
                </a:cubicBezTo>
                <a:cubicBezTo>
                  <a:pt x="2145822" y="246614"/>
                  <a:pt x="2143902" y="246156"/>
                  <a:pt x="2141982" y="245425"/>
                </a:cubicBezTo>
                <a:cubicBezTo>
                  <a:pt x="2140062" y="244602"/>
                  <a:pt x="2138416" y="243505"/>
                  <a:pt x="2136953" y="242042"/>
                </a:cubicBezTo>
                <a:cubicBezTo>
                  <a:pt x="2135490" y="240670"/>
                  <a:pt x="2134392" y="238933"/>
                  <a:pt x="2133661" y="237104"/>
                </a:cubicBezTo>
                <a:cubicBezTo>
                  <a:pt x="2132838" y="235184"/>
                  <a:pt x="2132472" y="233172"/>
                  <a:pt x="2132472" y="231160"/>
                </a:cubicBezTo>
                <a:cubicBezTo>
                  <a:pt x="2132472" y="229149"/>
                  <a:pt x="2132838" y="227137"/>
                  <a:pt x="2133661" y="225217"/>
                </a:cubicBezTo>
                <a:cubicBezTo>
                  <a:pt x="2134392" y="223388"/>
                  <a:pt x="2135490" y="221742"/>
                  <a:pt x="2136953" y="220279"/>
                </a:cubicBezTo>
                <a:cubicBezTo>
                  <a:pt x="2138416" y="218816"/>
                  <a:pt x="2140062" y="217719"/>
                  <a:pt x="2141982" y="216896"/>
                </a:cubicBezTo>
                <a:cubicBezTo>
                  <a:pt x="2143902" y="216164"/>
                  <a:pt x="2145822" y="215707"/>
                  <a:pt x="2147926" y="215707"/>
                </a:cubicBezTo>
                <a:cubicBezTo>
                  <a:pt x="2149937" y="215707"/>
                  <a:pt x="2151949" y="216164"/>
                  <a:pt x="2153778" y="216896"/>
                </a:cubicBezTo>
                <a:cubicBezTo>
                  <a:pt x="2155698" y="217719"/>
                  <a:pt x="2157344" y="218816"/>
                  <a:pt x="2158807" y="220279"/>
                </a:cubicBezTo>
                <a:cubicBezTo>
                  <a:pt x="2160270" y="221742"/>
                  <a:pt x="2161367" y="223388"/>
                  <a:pt x="2162190" y="225217"/>
                </a:cubicBezTo>
                <a:cubicBezTo>
                  <a:pt x="2162922" y="227137"/>
                  <a:pt x="2163379" y="229149"/>
                  <a:pt x="2163379" y="231160"/>
                </a:cubicBezTo>
              </a:path>
              <a:path w="3443448" h="305775">
                <a:moveTo>
                  <a:pt x="2421148" y="290322"/>
                </a:moveTo>
                <a:cubicBezTo>
                  <a:pt x="2421148" y="292334"/>
                  <a:pt x="2420783" y="294345"/>
                  <a:pt x="2419960" y="296174"/>
                </a:cubicBezTo>
                <a:cubicBezTo>
                  <a:pt x="2419228" y="298094"/>
                  <a:pt x="2418131" y="299740"/>
                  <a:pt x="2416668" y="301203"/>
                </a:cubicBezTo>
                <a:cubicBezTo>
                  <a:pt x="2415205" y="302666"/>
                  <a:pt x="2413559" y="303764"/>
                  <a:pt x="2411639" y="304587"/>
                </a:cubicBezTo>
                <a:cubicBezTo>
                  <a:pt x="2409718" y="305318"/>
                  <a:pt x="2407798" y="305775"/>
                  <a:pt x="2405695" y="305775"/>
                </a:cubicBezTo>
                <a:cubicBezTo>
                  <a:pt x="2403683" y="305775"/>
                  <a:pt x="2401672" y="305318"/>
                  <a:pt x="2399843" y="304587"/>
                </a:cubicBezTo>
                <a:cubicBezTo>
                  <a:pt x="2397923" y="303764"/>
                  <a:pt x="2396277" y="302666"/>
                  <a:pt x="2394814" y="301203"/>
                </a:cubicBezTo>
                <a:cubicBezTo>
                  <a:pt x="2393351" y="299740"/>
                  <a:pt x="2392253" y="298094"/>
                  <a:pt x="2391430" y="296174"/>
                </a:cubicBezTo>
                <a:cubicBezTo>
                  <a:pt x="2390699" y="294345"/>
                  <a:pt x="2390242" y="292334"/>
                  <a:pt x="2390242" y="290322"/>
                </a:cubicBezTo>
                <a:cubicBezTo>
                  <a:pt x="2390242" y="288310"/>
                  <a:pt x="2390699" y="286299"/>
                  <a:pt x="2391430" y="284378"/>
                </a:cubicBezTo>
                <a:cubicBezTo>
                  <a:pt x="2392253" y="282550"/>
                  <a:pt x="2393351" y="280812"/>
                  <a:pt x="2394814" y="279441"/>
                </a:cubicBezTo>
                <a:cubicBezTo>
                  <a:pt x="2396277" y="277978"/>
                  <a:pt x="2397923" y="276880"/>
                  <a:pt x="2399843" y="276057"/>
                </a:cubicBezTo>
                <a:cubicBezTo>
                  <a:pt x="2401672" y="275234"/>
                  <a:pt x="2403683" y="274869"/>
                  <a:pt x="2405695" y="274869"/>
                </a:cubicBezTo>
                <a:cubicBezTo>
                  <a:pt x="2407798" y="274869"/>
                  <a:pt x="2409718" y="275234"/>
                  <a:pt x="2411639" y="276057"/>
                </a:cubicBezTo>
                <a:cubicBezTo>
                  <a:pt x="2413559" y="276880"/>
                  <a:pt x="2415205" y="277978"/>
                  <a:pt x="2416668" y="279441"/>
                </a:cubicBezTo>
                <a:cubicBezTo>
                  <a:pt x="2418131" y="280812"/>
                  <a:pt x="2419228" y="282550"/>
                  <a:pt x="2419960" y="284378"/>
                </a:cubicBezTo>
                <a:cubicBezTo>
                  <a:pt x="2420783" y="286299"/>
                  <a:pt x="2421148" y="288310"/>
                  <a:pt x="2421148" y="290322"/>
                </a:cubicBezTo>
              </a:path>
              <a:path w="3443448" h="305775">
                <a:moveTo>
                  <a:pt x="2738445" y="290322"/>
                </a:moveTo>
                <a:cubicBezTo>
                  <a:pt x="2738445" y="292334"/>
                  <a:pt x="2738079" y="294345"/>
                  <a:pt x="2737256" y="296174"/>
                </a:cubicBezTo>
                <a:cubicBezTo>
                  <a:pt x="2736433" y="298094"/>
                  <a:pt x="2735336" y="299740"/>
                  <a:pt x="2733873" y="301203"/>
                </a:cubicBezTo>
                <a:cubicBezTo>
                  <a:pt x="2732502" y="302666"/>
                  <a:pt x="2730764" y="303764"/>
                  <a:pt x="2728935" y="304587"/>
                </a:cubicBezTo>
                <a:cubicBezTo>
                  <a:pt x="2727015" y="305318"/>
                  <a:pt x="2725003" y="305775"/>
                  <a:pt x="2722992" y="305775"/>
                </a:cubicBezTo>
                <a:cubicBezTo>
                  <a:pt x="2720980" y="305775"/>
                  <a:pt x="2718968" y="305318"/>
                  <a:pt x="2717048" y="304587"/>
                </a:cubicBezTo>
                <a:cubicBezTo>
                  <a:pt x="2715219" y="303764"/>
                  <a:pt x="2713482" y="302666"/>
                  <a:pt x="2712019" y="301203"/>
                </a:cubicBezTo>
                <a:cubicBezTo>
                  <a:pt x="2710647" y="299740"/>
                  <a:pt x="2709459" y="298094"/>
                  <a:pt x="2708727" y="296174"/>
                </a:cubicBezTo>
                <a:cubicBezTo>
                  <a:pt x="2707904" y="294345"/>
                  <a:pt x="2707538" y="292334"/>
                  <a:pt x="2707538" y="290322"/>
                </a:cubicBezTo>
                <a:cubicBezTo>
                  <a:pt x="2707538" y="288310"/>
                  <a:pt x="2707904" y="286299"/>
                  <a:pt x="2708727" y="284378"/>
                </a:cubicBezTo>
                <a:cubicBezTo>
                  <a:pt x="2709459" y="282550"/>
                  <a:pt x="2710647" y="280812"/>
                  <a:pt x="2712019" y="279441"/>
                </a:cubicBezTo>
                <a:cubicBezTo>
                  <a:pt x="2713482" y="277978"/>
                  <a:pt x="2715219" y="276880"/>
                  <a:pt x="2717048" y="276057"/>
                </a:cubicBezTo>
                <a:cubicBezTo>
                  <a:pt x="2718968" y="275234"/>
                  <a:pt x="2720980" y="274869"/>
                  <a:pt x="2722992" y="274869"/>
                </a:cubicBezTo>
                <a:cubicBezTo>
                  <a:pt x="2725003" y="274869"/>
                  <a:pt x="2727015" y="275234"/>
                  <a:pt x="2728935" y="276057"/>
                </a:cubicBezTo>
                <a:cubicBezTo>
                  <a:pt x="2730764" y="276880"/>
                  <a:pt x="2732502" y="277978"/>
                  <a:pt x="2733873" y="279441"/>
                </a:cubicBezTo>
                <a:cubicBezTo>
                  <a:pt x="2735336" y="280812"/>
                  <a:pt x="2736433" y="282550"/>
                  <a:pt x="2737256" y="284378"/>
                </a:cubicBezTo>
                <a:cubicBezTo>
                  <a:pt x="2738079" y="286299"/>
                  <a:pt x="2738445" y="288310"/>
                  <a:pt x="2738445" y="290322"/>
                </a:cubicBezTo>
              </a:path>
              <a:path w="3443448" h="305775">
                <a:moveTo>
                  <a:pt x="2987253" y="290322"/>
                </a:moveTo>
                <a:cubicBezTo>
                  <a:pt x="2987253" y="292334"/>
                  <a:pt x="2986888" y="294345"/>
                  <a:pt x="2986065" y="296174"/>
                </a:cubicBezTo>
                <a:cubicBezTo>
                  <a:pt x="2985333" y="298094"/>
                  <a:pt x="2984144" y="299740"/>
                  <a:pt x="2982773" y="301203"/>
                </a:cubicBezTo>
                <a:cubicBezTo>
                  <a:pt x="2981310" y="302666"/>
                  <a:pt x="2979664" y="303764"/>
                  <a:pt x="2977744" y="304587"/>
                </a:cubicBezTo>
                <a:cubicBezTo>
                  <a:pt x="2975823" y="305318"/>
                  <a:pt x="2973903" y="305775"/>
                  <a:pt x="2971800" y="305775"/>
                </a:cubicBezTo>
                <a:cubicBezTo>
                  <a:pt x="2969788" y="305775"/>
                  <a:pt x="2967777" y="305318"/>
                  <a:pt x="2965948" y="304587"/>
                </a:cubicBezTo>
                <a:cubicBezTo>
                  <a:pt x="2964028" y="303764"/>
                  <a:pt x="2962382" y="302666"/>
                  <a:pt x="2960919" y="301203"/>
                </a:cubicBezTo>
                <a:cubicBezTo>
                  <a:pt x="2959456" y="299740"/>
                  <a:pt x="2958358" y="298094"/>
                  <a:pt x="2957535" y="296174"/>
                </a:cubicBezTo>
                <a:cubicBezTo>
                  <a:pt x="2956804" y="294345"/>
                  <a:pt x="2956347" y="292334"/>
                  <a:pt x="2956347" y="290322"/>
                </a:cubicBezTo>
                <a:cubicBezTo>
                  <a:pt x="2956347" y="288310"/>
                  <a:pt x="2956804" y="286299"/>
                  <a:pt x="2957535" y="284378"/>
                </a:cubicBezTo>
                <a:cubicBezTo>
                  <a:pt x="2958358" y="282550"/>
                  <a:pt x="2959456" y="280812"/>
                  <a:pt x="2960919" y="279441"/>
                </a:cubicBezTo>
                <a:cubicBezTo>
                  <a:pt x="2962382" y="277978"/>
                  <a:pt x="2964028" y="276880"/>
                  <a:pt x="2965948" y="276057"/>
                </a:cubicBezTo>
                <a:cubicBezTo>
                  <a:pt x="2967777" y="275234"/>
                  <a:pt x="2969788" y="274869"/>
                  <a:pt x="2971800" y="274869"/>
                </a:cubicBezTo>
                <a:cubicBezTo>
                  <a:pt x="2973903" y="274869"/>
                  <a:pt x="2975823" y="275234"/>
                  <a:pt x="2977744" y="276057"/>
                </a:cubicBezTo>
                <a:cubicBezTo>
                  <a:pt x="2979664" y="276880"/>
                  <a:pt x="2981310" y="277978"/>
                  <a:pt x="2982773" y="279441"/>
                </a:cubicBezTo>
                <a:cubicBezTo>
                  <a:pt x="2984144" y="280812"/>
                  <a:pt x="2985333" y="282550"/>
                  <a:pt x="2986065" y="284378"/>
                </a:cubicBezTo>
                <a:cubicBezTo>
                  <a:pt x="2986888" y="286299"/>
                  <a:pt x="2987253" y="288310"/>
                  <a:pt x="2987253" y="290322"/>
                </a:cubicBezTo>
              </a:path>
              <a:path w="3443448" h="305775">
                <a:moveTo>
                  <a:pt x="3157332" y="290322"/>
                </a:moveTo>
                <a:cubicBezTo>
                  <a:pt x="3157332" y="292334"/>
                  <a:pt x="3156966" y="294345"/>
                  <a:pt x="3156143" y="296174"/>
                </a:cubicBezTo>
                <a:cubicBezTo>
                  <a:pt x="3155320" y="298094"/>
                  <a:pt x="3154223" y="299740"/>
                  <a:pt x="3152760" y="301203"/>
                </a:cubicBezTo>
                <a:cubicBezTo>
                  <a:pt x="3151297" y="302666"/>
                  <a:pt x="3149651" y="303764"/>
                  <a:pt x="3147731" y="304587"/>
                </a:cubicBezTo>
                <a:cubicBezTo>
                  <a:pt x="3145902" y="305318"/>
                  <a:pt x="3143890" y="305775"/>
                  <a:pt x="3141878" y="305775"/>
                </a:cubicBezTo>
                <a:cubicBezTo>
                  <a:pt x="3139775" y="305775"/>
                  <a:pt x="3137855" y="305318"/>
                  <a:pt x="3135935" y="304587"/>
                </a:cubicBezTo>
                <a:cubicBezTo>
                  <a:pt x="3134015" y="303764"/>
                  <a:pt x="3132369" y="302666"/>
                  <a:pt x="3130906" y="301203"/>
                </a:cubicBezTo>
                <a:cubicBezTo>
                  <a:pt x="3129534" y="299740"/>
                  <a:pt x="3128345" y="298094"/>
                  <a:pt x="3127614" y="296174"/>
                </a:cubicBezTo>
                <a:cubicBezTo>
                  <a:pt x="3126791" y="294345"/>
                  <a:pt x="3126425" y="292334"/>
                  <a:pt x="3126425" y="290322"/>
                </a:cubicBezTo>
                <a:cubicBezTo>
                  <a:pt x="3126425" y="288310"/>
                  <a:pt x="3126791" y="286299"/>
                  <a:pt x="3127614" y="284378"/>
                </a:cubicBezTo>
                <a:cubicBezTo>
                  <a:pt x="3128345" y="282550"/>
                  <a:pt x="3129534" y="280812"/>
                  <a:pt x="3130906" y="279441"/>
                </a:cubicBezTo>
                <a:cubicBezTo>
                  <a:pt x="3132369" y="277978"/>
                  <a:pt x="3134015" y="276880"/>
                  <a:pt x="3135935" y="276057"/>
                </a:cubicBezTo>
                <a:cubicBezTo>
                  <a:pt x="3137855" y="275234"/>
                  <a:pt x="3139775" y="274869"/>
                  <a:pt x="3141878" y="274869"/>
                </a:cubicBezTo>
                <a:cubicBezTo>
                  <a:pt x="3143890" y="274869"/>
                  <a:pt x="3145902" y="275234"/>
                  <a:pt x="3147731" y="276057"/>
                </a:cubicBezTo>
                <a:cubicBezTo>
                  <a:pt x="3149651" y="276880"/>
                  <a:pt x="3151297" y="277978"/>
                  <a:pt x="3152760" y="279441"/>
                </a:cubicBezTo>
                <a:cubicBezTo>
                  <a:pt x="3154223" y="280812"/>
                  <a:pt x="3155320" y="282550"/>
                  <a:pt x="3156143" y="284378"/>
                </a:cubicBezTo>
                <a:cubicBezTo>
                  <a:pt x="3156966" y="286299"/>
                  <a:pt x="3157332" y="288310"/>
                  <a:pt x="3157332" y="290322"/>
                </a:cubicBezTo>
              </a:path>
              <a:path w="3443448" h="305775">
                <a:moveTo>
                  <a:pt x="3443448" y="248534"/>
                </a:moveTo>
                <a:cubicBezTo>
                  <a:pt x="3443448" y="250546"/>
                  <a:pt x="3443082" y="252557"/>
                  <a:pt x="3442259" y="254478"/>
                </a:cubicBezTo>
                <a:cubicBezTo>
                  <a:pt x="3441527" y="256306"/>
                  <a:pt x="3440339" y="258044"/>
                  <a:pt x="3438967" y="259415"/>
                </a:cubicBezTo>
                <a:cubicBezTo>
                  <a:pt x="3437504" y="260878"/>
                  <a:pt x="3435767" y="261976"/>
                  <a:pt x="3433938" y="262799"/>
                </a:cubicBezTo>
                <a:cubicBezTo>
                  <a:pt x="3432018" y="263530"/>
                  <a:pt x="3430097" y="263987"/>
                  <a:pt x="3427994" y="263987"/>
                </a:cubicBezTo>
                <a:cubicBezTo>
                  <a:pt x="3425982" y="263987"/>
                  <a:pt x="3423971" y="263530"/>
                  <a:pt x="3422051" y="262799"/>
                </a:cubicBezTo>
                <a:cubicBezTo>
                  <a:pt x="3420222" y="261976"/>
                  <a:pt x="3418484" y="260878"/>
                  <a:pt x="3417113" y="259415"/>
                </a:cubicBezTo>
                <a:cubicBezTo>
                  <a:pt x="3415650" y="258044"/>
                  <a:pt x="3414552" y="256306"/>
                  <a:pt x="3413730" y="254478"/>
                </a:cubicBezTo>
                <a:cubicBezTo>
                  <a:pt x="3412907" y="252557"/>
                  <a:pt x="3412541" y="250546"/>
                  <a:pt x="3412541" y="248534"/>
                </a:cubicBezTo>
                <a:cubicBezTo>
                  <a:pt x="3412541" y="246522"/>
                  <a:pt x="3412907" y="244511"/>
                  <a:pt x="3413730" y="242590"/>
                </a:cubicBezTo>
                <a:cubicBezTo>
                  <a:pt x="3414552" y="240762"/>
                  <a:pt x="3415650" y="239116"/>
                  <a:pt x="3417113" y="237653"/>
                </a:cubicBezTo>
                <a:cubicBezTo>
                  <a:pt x="3418484" y="236190"/>
                  <a:pt x="3420222" y="235092"/>
                  <a:pt x="3422051" y="234269"/>
                </a:cubicBezTo>
                <a:cubicBezTo>
                  <a:pt x="3423971" y="233538"/>
                  <a:pt x="3425982" y="233081"/>
                  <a:pt x="3427994" y="233081"/>
                </a:cubicBezTo>
                <a:cubicBezTo>
                  <a:pt x="3430097" y="233081"/>
                  <a:pt x="3432018" y="233538"/>
                  <a:pt x="3433938" y="234269"/>
                </a:cubicBezTo>
                <a:cubicBezTo>
                  <a:pt x="3435767" y="235092"/>
                  <a:pt x="3437504" y="236190"/>
                  <a:pt x="3438967" y="237653"/>
                </a:cubicBezTo>
                <a:cubicBezTo>
                  <a:pt x="3440339" y="239116"/>
                  <a:pt x="3441527" y="240762"/>
                  <a:pt x="3442259" y="242590"/>
                </a:cubicBezTo>
                <a:cubicBezTo>
                  <a:pt x="3443082" y="244511"/>
                  <a:pt x="3443448" y="246522"/>
                  <a:pt x="3443448" y="248534"/>
                </a:cubicBezTo>
              </a:path>
              <a:path w="3443448" h="305775">
                <a:moveTo>
                  <a:pt x="30907" y="15453"/>
                </a:moveTo>
                <a:cubicBezTo>
                  <a:pt x="30907" y="17465"/>
                  <a:pt x="30541" y="19477"/>
                  <a:pt x="29718" y="21306"/>
                </a:cubicBezTo>
                <a:cubicBezTo>
                  <a:pt x="28895" y="23226"/>
                  <a:pt x="27798" y="24872"/>
                  <a:pt x="26335" y="26335"/>
                </a:cubicBezTo>
                <a:cubicBezTo>
                  <a:pt x="24963" y="27798"/>
                  <a:pt x="23226" y="28895"/>
                  <a:pt x="21397" y="29718"/>
                </a:cubicBezTo>
                <a:cubicBezTo>
                  <a:pt x="19477" y="30450"/>
                  <a:pt x="17465" y="30815"/>
                  <a:pt x="15453" y="30815"/>
                </a:cubicBezTo>
                <a:cubicBezTo>
                  <a:pt x="13442" y="30815"/>
                  <a:pt x="11430" y="30450"/>
                  <a:pt x="9510" y="29718"/>
                </a:cubicBezTo>
                <a:cubicBezTo>
                  <a:pt x="7681" y="28895"/>
                  <a:pt x="5944" y="27798"/>
                  <a:pt x="4481" y="26335"/>
                </a:cubicBezTo>
                <a:cubicBezTo>
                  <a:pt x="3109" y="24872"/>
                  <a:pt x="1920" y="23226"/>
                  <a:pt x="1189" y="21306"/>
                </a:cubicBezTo>
                <a:cubicBezTo>
                  <a:pt x="366" y="19477"/>
                  <a:pt x="0" y="17465"/>
                  <a:pt x="0" y="15453"/>
                </a:cubicBezTo>
                <a:cubicBezTo>
                  <a:pt x="0" y="13350"/>
                  <a:pt x="366" y="11430"/>
                  <a:pt x="1189" y="9510"/>
                </a:cubicBezTo>
                <a:cubicBezTo>
                  <a:pt x="1920" y="7590"/>
                  <a:pt x="3109" y="5944"/>
                  <a:pt x="4481" y="4481"/>
                </a:cubicBezTo>
                <a:cubicBezTo>
                  <a:pt x="5944" y="3109"/>
                  <a:pt x="7681" y="1920"/>
                  <a:pt x="9510" y="1189"/>
                </a:cubicBezTo>
                <a:cubicBezTo>
                  <a:pt x="11430" y="366"/>
                  <a:pt x="13442" y="0"/>
                  <a:pt x="15453" y="0"/>
                </a:cubicBezTo>
                <a:cubicBezTo>
                  <a:pt x="17465" y="0"/>
                  <a:pt x="19477" y="366"/>
                  <a:pt x="21397" y="1189"/>
                </a:cubicBezTo>
                <a:cubicBezTo>
                  <a:pt x="23226" y="1920"/>
                  <a:pt x="24963" y="3109"/>
                  <a:pt x="26335" y="4481"/>
                </a:cubicBezTo>
                <a:cubicBezTo>
                  <a:pt x="27798" y="5944"/>
                  <a:pt x="28895" y="7590"/>
                  <a:pt x="29718" y="9510"/>
                </a:cubicBezTo>
                <a:cubicBezTo>
                  <a:pt x="30541" y="11430"/>
                  <a:pt x="30907" y="13350"/>
                  <a:pt x="30907" y="15453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4" name="Forma 32"/>
          <p:cNvSpPr/>
          <p:nvPr/>
        </p:nvSpPr>
        <p:spPr>
          <a:xfrm>
            <a:off x="3064429" y="3929908"/>
            <a:ext cx="77815" cy="77724"/>
          </a:xfrm>
          <a:custGeom>
            <a:avLst/>
            <a:gdLst/>
            <a:ahLst/>
            <a:cxnLst/>
            <a:rect l="l" t="t" r="r" b="b"/>
            <a:pathLst>
              <a:path w="77815" h="77724">
                <a:moveTo>
                  <a:pt x="77815" y="38862"/>
                </a:moveTo>
                <a:cubicBezTo>
                  <a:pt x="77815" y="43983"/>
                  <a:pt x="76810" y="49012"/>
                  <a:pt x="74889" y="53767"/>
                </a:cubicBezTo>
                <a:cubicBezTo>
                  <a:pt x="72878" y="58522"/>
                  <a:pt x="70043" y="62728"/>
                  <a:pt x="66385" y="66294"/>
                </a:cubicBezTo>
                <a:cubicBezTo>
                  <a:pt x="62728" y="69952"/>
                  <a:pt x="58522" y="72786"/>
                  <a:pt x="53767" y="74798"/>
                </a:cubicBezTo>
                <a:cubicBezTo>
                  <a:pt x="49012" y="76718"/>
                  <a:pt x="44074" y="77724"/>
                  <a:pt x="38862" y="77724"/>
                </a:cubicBezTo>
                <a:cubicBezTo>
                  <a:pt x="33741" y="77724"/>
                  <a:pt x="28804" y="76718"/>
                  <a:pt x="24049" y="74798"/>
                </a:cubicBezTo>
                <a:cubicBezTo>
                  <a:pt x="19294" y="72786"/>
                  <a:pt x="15088" y="69952"/>
                  <a:pt x="11430" y="66294"/>
                </a:cubicBezTo>
                <a:cubicBezTo>
                  <a:pt x="7772" y="62728"/>
                  <a:pt x="4938" y="58522"/>
                  <a:pt x="2926" y="53767"/>
                </a:cubicBezTo>
                <a:cubicBezTo>
                  <a:pt x="1006" y="49012"/>
                  <a:pt x="0" y="43983"/>
                  <a:pt x="0" y="38862"/>
                </a:cubicBezTo>
                <a:cubicBezTo>
                  <a:pt x="0" y="33741"/>
                  <a:pt x="1006" y="28712"/>
                  <a:pt x="2926" y="23957"/>
                </a:cubicBezTo>
                <a:cubicBezTo>
                  <a:pt x="4938" y="19202"/>
                  <a:pt x="7772" y="14996"/>
                  <a:pt x="11430" y="11339"/>
                </a:cubicBezTo>
                <a:cubicBezTo>
                  <a:pt x="15088" y="7772"/>
                  <a:pt x="19294" y="4938"/>
                  <a:pt x="24049" y="2926"/>
                </a:cubicBezTo>
                <a:cubicBezTo>
                  <a:pt x="28804" y="1006"/>
                  <a:pt x="33741" y="0"/>
                  <a:pt x="38862" y="0"/>
                </a:cubicBezTo>
                <a:cubicBezTo>
                  <a:pt x="44074" y="0"/>
                  <a:pt x="49012" y="1006"/>
                  <a:pt x="53767" y="2926"/>
                </a:cubicBezTo>
                <a:cubicBezTo>
                  <a:pt x="58522" y="4938"/>
                  <a:pt x="62728" y="7772"/>
                  <a:pt x="66385" y="11339"/>
                </a:cubicBezTo>
                <a:cubicBezTo>
                  <a:pt x="70043" y="14996"/>
                  <a:pt x="72878" y="19202"/>
                  <a:pt x="74889" y="23957"/>
                </a:cubicBezTo>
                <a:cubicBezTo>
                  <a:pt x="76810" y="28712"/>
                  <a:pt x="77815" y="33741"/>
                  <a:pt x="77815" y="38862"/>
                </a:cubicBezTo>
              </a:path>
            </a:pathLst>
          </a:custGeom>
          <a:solidFill>
            <a:srgbClr val="315D70">
              <a:alpha val="86000"/>
            </a:srgbClr>
          </a:solidFill>
          <a:ln w="13157">
            <a:solidFill>
              <a:srgbClr val="F2EFE6">
                <a:alpha val="86000"/>
              </a:srgbClr>
            </a:solidFill>
            <a:prstDash val="solid"/>
          </a:ln>
        </p:spPr>
      </p:sp>
      <p:sp>
        <p:nvSpPr>
          <p:cNvPr id="5" name="Forma 33"/>
          <p:cNvSpPr/>
          <p:nvPr/>
        </p:nvSpPr>
        <p:spPr>
          <a:xfrm>
            <a:off x="2805105" y="3104754"/>
            <a:ext cx="3528670" cy="920344"/>
          </a:xfrm>
          <a:custGeom>
            <a:avLst/>
            <a:gdLst/>
            <a:ahLst/>
            <a:cxnLst/>
            <a:rect l="l" t="t" r="r" b="b"/>
            <a:pathLst>
              <a:path w="3528670" h="920344">
                <a:moveTo>
                  <a:pt x="566105" y="904890"/>
                </a:moveTo>
                <a:cubicBezTo>
                  <a:pt x="566105" y="906902"/>
                  <a:pt x="565739" y="908914"/>
                  <a:pt x="564916" y="910742"/>
                </a:cubicBezTo>
                <a:cubicBezTo>
                  <a:pt x="564093" y="912663"/>
                  <a:pt x="562996" y="914309"/>
                  <a:pt x="561533" y="915772"/>
                </a:cubicBezTo>
                <a:cubicBezTo>
                  <a:pt x="560161" y="917235"/>
                  <a:pt x="558424" y="918332"/>
                  <a:pt x="556595" y="919155"/>
                </a:cubicBezTo>
                <a:cubicBezTo>
                  <a:pt x="554675" y="919886"/>
                  <a:pt x="552663" y="920344"/>
                  <a:pt x="550652" y="920344"/>
                </a:cubicBezTo>
                <a:cubicBezTo>
                  <a:pt x="548640" y="920344"/>
                  <a:pt x="546628" y="919886"/>
                  <a:pt x="544708" y="919155"/>
                </a:cubicBezTo>
                <a:cubicBezTo>
                  <a:pt x="542879" y="918332"/>
                  <a:pt x="541142" y="917235"/>
                  <a:pt x="539770" y="915772"/>
                </a:cubicBezTo>
                <a:cubicBezTo>
                  <a:pt x="538307" y="914309"/>
                  <a:pt x="537119" y="912663"/>
                  <a:pt x="536387" y="910742"/>
                </a:cubicBezTo>
                <a:cubicBezTo>
                  <a:pt x="535564" y="908914"/>
                  <a:pt x="535198" y="906902"/>
                  <a:pt x="535198" y="904890"/>
                </a:cubicBezTo>
                <a:cubicBezTo>
                  <a:pt x="535198" y="902879"/>
                  <a:pt x="535564" y="900867"/>
                  <a:pt x="536387" y="898947"/>
                </a:cubicBezTo>
                <a:cubicBezTo>
                  <a:pt x="537119" y="897118"/>
                  <a:pt x="538307" y="895380"/>
                  <a:pt x="539770" y="894009"/>
                </a:cubicBezTo>
                <a:cubicBezTo>
                  <a:pt x="541142" y="892546"/>
                  <a:pt x="542879" y="891449"/>
                  <a:pt x="544708" y="890626"/>
                </a:cubicBezTo>
                <a:cubicBezTo>
                  <a:pt x="546628" y="889803"/>
                  <a:pt x="548640" y="889437"/>
                  <a:pt x="550652" y="889437"/>
                </a:cubicBezTo>
                <a:cubicBezTo>
                  <a:pt x="552663" y="889437"/>
                  <a:pt x="554675" y="889803"/>
                  <a:pt x="556595" y="890626"/>
                </a:cubicBezTo>
                <a:cubicBezTo>
                  <a:pt x="558424" y="891449"/>
                  <a:pt x="560161" y="892546"/>
                  <a:pt x="561533" y="894009"/>
                </a:cubicBezTo>
                <a:cubicBezTo>
                  <a:pt x="562996" y="895380"/>
                  <a:pt x="564093" y="897118"/>
                  <a:pt x="564916" y="898947"/>
                </a:cubicBezTo>
                <a:cubicBezTo>
                  <a:pt x="565739" y="900867"/>
                  <a:pt x="566105" y="902879"/>
                  <a:pt x="566105" y="904890"/>
                </a:cubicBezTo>
              </a:path>
              <a:path w="3528670" h="920344">
                <a:moveTo>
                  <a:pt x="765993" y="885962"/>
                </a:moveTo>
                <a:cubicBezTo>
                  <a:pt x="765993" y="887974"/>
                  <a:pt x="765627" y="889986"/>
                  <a:pt x="764804" y="891906"/>
                </a:cubicBezTo>
                <a:cubicBezTo>
                  <a:pt x="764073" y="893735"/>
                  <a:pt x="762975" y="895472"/>
                  <a:pt x="761512" y="896844"/>
                </a:cubicBezTo>
                <a:cubicBezTo>
                  <a:pt x="760049" y="898307"/>
                  <a:pt x="758403" y="899404"/>
                  <a:pt x="756483" y="900227"/>
                </a:cubicBezTo>
                <a:cubicBezTo>
                  <a:pt x="754563" y="900958"/>
                  <a:pt x="752643" y="901416"/>
                  <a:pt x="750540" y="901416"/>
                </a:cubicBezTo>
                <a:cubicBezTo>
                  <a:pt x="748528" y="901416"/>
                  <a:pt x="746516" y="900958"/>
                  <a:pt x="744687" y="900227"/>
                </a:cubicBezTo>
                <a:cubicBezTo>
                  <a:pt x="742767" y="899404"/>
                  <a:pt x="741121" y="898307"/>
                  <a:pt x="739658" y="896844"/>
                </a:cubicBezTo>
                <a:cubicBezTo>
                  <a:pt x="738195" y="895472"/>
                  <a:pt x="737098" y="893735"/>
                  <a:pt x="736275" y="891906"/>
                </a:cubicBezTo>
                <a:cubicBezTo>
                  <a:pt x="735543" y="889986"/>
                  <a:pt x="735086" y="887974"/>
                  <a:pt x="735086" y="885962"/>
                </a:cubicBezTo>
                <a:cubicBezTo>
                  <a:pt x="735086" y="883950"/>
                  <a:pt x="735543" y="881939"/>
                  <a:pt x="736275" y="880019"/>
                </a:cubicBezTo>
                <a:cubicBezTo>
                  <a:pt x="737098" y="878190"/>
                  <a:pt x="738195" y="876544"/>
                  <a:pt x="739658" y="875081"/>
                </a:cubicBezTo>
                <a:cubicBezTo>
                  <a:pt x="741121" y="873618"/>
                  <a:pt x="742767" y="872520"/>
                  <a:pt x="744687" y="871698"/>
                </a:cubicBezTo>
                <a:cubicBezTo>
                  <a:pt x="746516" y="870966"/>
                  <a:pt x="748528" y="870509"/>
                  <a:pt x="750540" y="870509"/>
                </a:cubicBezTo>
                <a:cubicBezTo>
                  <a:pt x="752643" y="870509"/>
                  <a:pt x="754563" y="870966"/>
                  <a:pt x="756483" y="871698"/>
                </a:cubicBezTo>
                <a:cubicBezTo>
                  <a:pt x="758403" y="872520"/>
                  <a:pt x="760049" y="873618"/>
                  <a:pt x="761512" y="875081"/>
                </a:cubicBezTo>
                <a:cubicBezTo>
                  <a:pt x="762975" y="876544"/>
                  <a:pt x="764073" y="878190"/>
                  <a:pt x="764804" y="880019"/>
                </a:cubicBezTo>
                <a:cubicBezTo>
                  <a:pt x="765627" y="881939"/>
                  <a:pt x="765993" y="883950"/>
                  <a:pt x="765993" y="885962"/>
                </a:cubicBezTo>
              </a:path>
              <a:path w="3528670" h="920344">
                <a:moveTo>
                  <a:pt x="1112550" y="856701"/>
                </a:moveTo>
                <a:cubicBezTo>
                  <a:pt x="1112550" y="858713"/>
                  <a:pt x="1112185" y="860725"/>
                  <a:pt x="1111362" y="862645"/>
                </a:cubicBezTo>
                <a:cubicBezTo>
                  <a:pt x="1110630" y="864474"/>
                  <a:pt x="1109533" y="866211"/>
                  <a:pt x="1108070" y="867583"/>
                </a:cubicBezTo>
                <a:cubicBezTo>
                  <a:pt x="1106607" y="869046"/>
                  <a:pt x="1104961" y="870143"/>
                  <a:pt x="1103041" y="870966"/>
                </a:cubicBezTo>
                <a:cubicBezTo>
                  <a:pt x="1101120" y="871789"/>
                  <a:pt x="1099200" y="872155"/>
                  <a:pt x="1097097" y="872155"/>
                </a:cubicBezTo>
                <a:cubicBezTo>
                  <a:pt x="1095085" y="872155"/>
                  <a:pt x="1093074" y="871789"/>
                  <a:pt x="1091245" y="870966"/>
                </a:cubicBezTo>
                <a:cubicBezTo>
                  <a:pt x="1089325" y="870143"/>
                  <a:pt x="1087679" y="869046"/>
                  <a:pt x="1086216" y="867583"/>
                </a:cubicBezTo>
                <a:cubicBezTo>
                  <a:pt x="1084753" y="866211"/>
                  <a:pt x="1083655" y="864474"/>
                  <a:pt x="1082832" y="862645"/>
                </a:cubicBezTo>
                <a:cubicBezTo>
                  <a:pt x="1082101" y="860725"/>
                  <a:pt x="1081644" y="858713"/>
                  <a:pt x="1081644" y="856701"/>
                </a:cubicBezTo>
                <a:cubicBezTo>
                  <a:pt x="1081644" y="854690"/>
                  <a:pt x="1082101" y="852678"/>
                  <a:pt x="1082832" y="850758"/>
                </a:cubicBezTo>
                <a:cubicBezTo>
                  <a:pt x="1083655" y="848929"/>
                  <a:pt x="1084753" y="847283"/>
                  <a:pt x="1086216" y="845820"/>
                </a:cubicBezTo>
                <a:cubicBezTo>
                  <a:pt x="1087679" y="844357"/>
                  <a:pt x="1089325" y="843260"/>
                  <a:pt x="1091245" y="842437"/>
                </a:cubicBezTo>
                <a:cubicBezTo>
                  <a:pt x="1093074" y="841705"/>
                  <a:pt x="1095085" y="841248"/>
                  <a:pt x="1097097" y="841248"/>
                </a:cubicBezTo>
                <a:cubicBezTo>
                  <a:pt x="1099200" y="841248"/>
                  <a:pt x="1101120" y="841705"/>
                  <a:pt x="1103041" y="842437"/>
                </a:cubicBezTo>
                <a:cubicBezTo>
                  <a:pt x="1104961" y="843260"/>
                  <a:pt x="1106607" y="844357"/>
                  <a:pt x="1108070" y="845820"/>
                </a:cubicBezTo>
                <a:cubicBezTo>
                  <a:pt x="1109533" y="847283"/>
                  <a:pt x="1110630" y="848929"/>
                  <a:pt x="1111362" y="850758"/>
                </a:cubicBezTo>
                <a:cubicBezTo>
                  <a:pt x="1112185" y="852678"/>
                  <a:pt x="1112550" y="854690"/>
                  <a:pt x="1112550" y="856701"/>
                </a:cubicBezTo>
              </a:path>
              <a:path w="3528670" h="920344">
                <a:moveTo>
                  <a:pt x="1328623" y="835853"/>
                </a:moveTo>
                <a:cubicBezTo>
                  <a:pt x="1328623" y="837865"/>
                  <a:pt x="1328257" y="839876"/>
                  <a:pt x="1327434" y="841705"/>
                </a:cubicBezTo>
                <a:cubicBezTo>
                  <a:pt x="1326703" y="843625"/>
                  <a:pt x="1325514" y="845271"/>
                  <a:pt x="1324051" y="846734"/>
                </a:cubicBezTo>
                <a:cubicBezTo>
                  <a:pt x="1322680" y="848197"/>
                  <a:pt x="1320942" y="849295"/>
                  <a:pt x="1319113" y="850118"/>
                </a:cubicBezTo>
                <a:cubicBezTo>
                  <a:pt x="1317193" y="850849"/>
                  <a:pt x="1315182" y="851306"/>
                  <a:pt x="1313170" y="851306"/>
                </a:cubicBezTo>
                <a:cubicBezTo>
                  <a:pt x="1311158" y="851306"/>
                  <a:pt x="1309146" y="850849"/>
                  <a:pt x="1307226" y="850118"/>
                </a:cubicBezTo>
                <a:cubicBezTo>
                  <a:pt x="1305397" y="849295"/>
                  <a:pt x="1303660" y="848197"/>
                  <a:pt x="1302288" y="846734"/>
                </a:cubicBezTo>
                <a:cubicBezTo>
                  <a:pt x="1300825" y="845271"/>
                  <a:pt x="1299728" y="843625"/>
                  <a:pt x="1298905" y="841705"/>
                </a:cubicBezTo>
                <a:cubicBezTo>
                  <a:pt x="1298082" y="839876"/>
                  <a:pt x="1297716" y="837865"/>
                  <a:pt x="1297716" y="835853"/>
                </a:cubicBezTo>
                <a:cubicBezTo>
                  <a:pt x="1297716" y="833841"/>
                  <a:pt x="1298082" y="831830"/>
                  <a:pt x="1298905" y="829909"/>
                </a:cubicBezTo>
                <a:cubicBezTo>
                  <a:pt x="1299728" y="828081"/>
                  <a:pt x="1300825" y="826343"/>
                  <a:pt x="1302288" y="824972"/>
                </a:cubicBezTo>
                <a:cubicBezTo>
                  <a:pt x="1303660" y="823509"/>
                  <a:pt x="1305397" y="822411"/>
                  <a:pt x="1307226" y="821588"/>
                </a:cubicBezTo>
                <a:cubicBezTo>
                  <a:pt x="1309146" y="820765"/>
                  <a:pt x="1311158" y="820400"/>
                  <a:pt x="1313170" y="820400"/>
                </a:cubicBezTo>
                <a:cubicBezTo>
                  <a:pt x="1315182" y="820400"/>
                  <a:pt x="1317193" y="820765"/>
                  <a:pt x="1319113" y="821588"/>
                </a:cubicBezTo>
                <a:cubicBezTo>
                  <a:pt x="1320942" y="822411"/>
                  <a:pt x="1322680" y="823509"/>
                  <a:pt x="1324051" y="824972"/>
                </a:cubicBezTo>
                <a:cubicBezTo>
                  <a:pt x="1325514" y="826343"/>
                  <a:pt x="1326703" y="828081"/>
                  <a:pt x="1327434" y="829909"/>
                </a:cubicBezTo>
                <a:cubicBezTo>
                  <a:pt x="1328257" y="831830"/>
                  <a:pt x="1328623" y="833841"/>
                  <a:pt x="1328623" y="835853"/>
                </a:cubicBezTo>
              </a:path>
              <a:path w="3528670" h="920344">
                <a:moveTo>
                  <a:pt x="1611447" y="873618"/>
                </a:moveTo>
                <a:cubicBezTo>
                  <a:pt x="1611447" y="875629"/>
                  <a:pt x="1611081" y="877641"/>
                  <a:pt x="1610258" y="879561"/>
                </a:cubicBezTo>
                <a:cubicBezTo>
                  <a:pt x="1609527" y="881390"/>
                  <a:pt x="1608338" y="883128"/>
                  <a:pt x="1606875" y="884499"/>
                </a:cubicBezTo>
                <a:cubicBezTo>
                  <a:pt x="1605504" y="885962"/>
                  <a:pt x="1603766" y="887059"/>
                  <a:pt x="1601937" y="887882"/>
                </a:cubicBezTo>
                <a:cubicBezTo>
                  <a:pt x="1600017" y="888614"/>
                  <a:pt x="1598005" y="889071"/>
                  <a:pt x="1595994" y="889071"/>
                </a:cubicBezTo>
                <a:cubicBezTo>
                  <a:pt x="1593982" y="889071"/>
                  <a:pt x="1591970" y="888614"/>
                  <a:pt x="1590050" y="887882"/>
                </a:cubicBezTo>
                <a:cubicBezTo>
                  <a:pt x="1588221" y="887059"/>
                  <a:pt x="1586484" y="885962"/>
                  <a:pt x="1585112" y="884499"/>
                </a:cubicBezTo>
                <a:cubicBezTo>
                  <a:pt x="1583649" y="883128"/>
                  <a:pt x="1582461" y="881390"/>
                  <a:pt x="1581729" y="879561"/>
                </a:cubicBezTo>
                <a:cubicBezTo>
                  <a:pt x="1580906" y="877641"/>
                  <a:pt x="1580540" y="875629"/>
                  <a:pt x="1580540" y="873618"/>
                </a:cubicBezTo>
                <a:cubicBezTo>
                  <a:pt x="1580540" y="871606"/>
                  <a:pt x="1580906" y="869594"/>
                  <a:pt x="1581729" y="867674"/>
                </a:cubicBezTo>
                <a:cubicBezTo>
                  <a:pt x="1582461" y="865845"/>
                  <a:pt x="1583649" y="864199"/>
                  <a:pt x="1585112" y="862736"/>
                </a:cubicBezTo>
                <a:cubicBezTo>
                  <a:pt x="1586484" y="861273"/>
                  <a:pt x="1588221" y="860176"/>
                  <a:pt x="1590050" y="859353"/>
                </a:cubicBezTo>
                <a:cubicBezTo>
                  <a:pt x="1591970" y="858622"/>
                  <a:pt x="1593982" y="858164"/>
                  <a:pt x="1595994" y="858164"/>
                </a:cubicBezTo>
                <a:cubicBezTo>
                  <a:pt x="1598005" y="858164"/>
                  <a:pt x="1600017" y="858622"/>
                  <a:pt x="1601937" y="859353"/>
                </a:cubicBezTo>
                <a:cubicBezTo>
                  <a:pt x="1603766" y="860176"/>
                  <a:pt x="1605504" y="861273"/>
                  <a:pt x="1606875" y="862736"/>
                </a:cubicBezTo>
                <a:cubicBezTo>
                  <a:pt x="1608338" y="864199"/>
                  <a:pt x="1609435" y="865845"/>
                  <a:pt x="1610258" y="867674"/>
                </a:cubicBezTo>
                <a:cubicBezTo>
                  <a:pt x="1611081" y="869594"/>
                  <a:pt x="1611447" y="871606"/>
                  <a:pt x="1611447" y="873618"/>
                </a:cubicBezTo>
              </a:path>
              <a:path w="3528670" h="920344">
                <a:moveTo>
                  <a:pt x="1920972" y="820857"/>
                </a:moveTo>
                <a:cubicBezTo>
                  <a:pt x="1920972" y="822960"/>
                  <a:pt x="1920606" y="824880"/>
                  <a:pt x="1919783" y="826800"/>
                </a:cubicBezTo>
                <a:cubicBezTo>
                  <a:pt x="1919051" y="828629"/>
                  <a:pt x="1917863" y="830367"/>
                  <a:pt x="1916491" y="831830"/>
                </a:cubicBezTo>
                <a:cubicBezTo>
                  <a:pt x="1915028" y="833201"/>
                  <a:pt x="1913382" y="834390"/>
                  <a:pt x="1911462" y="835122"/>
                </a:cubicBezTo>
                <a:cubicBezTo>
                  <a:pt x="1909542" y="835944"/>
                  <a:pt x="1907621" y="836310"/>
                  <a:pt x="1905518" y="836310"/>
                </a:cubicBezTo>
                <a:cubicBezTo>
                  <a:pt x="1903506" y="836310"/>
                  <a:pt x="1901495" y="835944"/>
                  <a:pt x="1899666" y="835122"/>
                </a:cubicBezTo>
                <a:cubicBezTo>
                  <a:pt x="1897746" y="834390"/>
                  <a:pt x="1896100" y="833201"/>
                  <a:pt x="1894637" y="831830"/>
                </a:cubicBezTo>
                <a:cubicBezTo>
                  <a:pt x="1893174" y="830367"/>
                  <a:pt x="1892076" y="828629"/>
                  <a:pt x="1891254" y="826800"/>
                </a:cubicBezTo>
                <a:cubicBezTo>
                  <a:pt x="1890522" y="824880"/>
                  <a:pt x="1890065" y="822960"/>
                  <a:pt x="1890065" y="820857"/>
                </a:cubicBezTo>
                <a:cubicBezTo>
                  <a:pt x="1890065" y="818845"/>
                  <a:pt x="1890522" y="816834"/>
                  <a:pt x="1891254" y="815005"/>
                </a:cubicBezTo>
                <a:cubicBezTo>
                  <a:pt x="1892076" y="813084"/>
                  <a:pt x="1893174" y="811439"/>
                  <a:pt x="1894637" y="809976"/>
                </a:cubicBezTo>
                <a:cubicBezTo>
                  <a:pt x="1896100" y="808512"/>
                  <a:pt x="1897746" y="807415"/>
                  <a:pt x="1899666" y="806592"/>
                </a:cubicBezTo>
                <a:cubicBezTo>
                  <a:pt x="1901495" y="805861"/>
                  <a:pt x="1903506" y="805404"/>
                  <a:pt x="1905518" y="805404"/>
                </a:cubicBezTo>
                <a:cubicBezTo>
                  <a:pt x="1907621" y="805404"/>
                  <a:pt x="1909542" y="805861"/>
                  <a:pt x="1911462" y="806592"/>
                </a:cubicBezTo>
                <a:cubicBezTo>
                  <a:pt x="1913382" y="807415"/>
                  <a:pt x="1915028" y="808512"/>
                  <a:pt x="1916491" y="809976"/>
                </a:cubicBezTo>
                <a:cubicBezTo>
                  <a:pt x="1917863" y="811439"/>
                  <a:pt x="1919051" y="813084"/>
                  <a:pt x="1919783" y="815005"/>
                </a:cubicBezTo>
                <a:cubicBezTo>
                  <a:pt x="1920606" y="816834"/>
                  <a:pt x="1920972" y="818845"/>
                  <a:pt x="1920972" y="820857"/>
                </a:cubicBezTo>
              </a:path>
              <a:path w="3528670" h="920344">
                <a:moveTo>
                  <a:pt x="2112630" y="837316"/>
                </a:moveTo>
                <a:cubicBezTo>
                  <a:pt x="2112630" y="839419"/>
                  <a:pt x="2112264" y="841339"/>
                  <a:pt x="2111441" y="843260"/>
                </a:cubicBezTo>
                <a:cubicBezTo>
                  <a:pt x="2110710" y="845088"/>
                  <a:pt x="2109612" y="846826"/>
                  <a:pt x="2108149" y="848197"/>
                </a:cubicBezTo>
                <a:cubicBezTo>
                  <a:pt x="2106686" y="849660"/>
                  <a:pt x="2105040" y="850849"/>
                  <a:pt x="2103120" y="851581"/>
                </a:cubicBezTo>
                <a:cubicBezTo>
                  <a:pt x="2101200" y="852404"/>
                  <a:pt x="2099280" y="852769"/>
                  <a:pt x="2097176" y="852769"/>
                </a:cubicBezTo>
                <a:cubicBezTo>
                  <a:pt x="2095165" y="852769"/>
                  <a:pt x="2093153" y="852404"/>
                  <a:pt x="2091324" y="851581"/>
                </a:cubicBezTo>
                <a:cubicBezTo>
                  <a:pt x="2089404" y="850849"/>
                  <a:pt x="2087758" y="849660"/>
                  <a:pt x="2086295" y="848197"/>
                </a:cubicBezTo>
                <a:cubicBezTo>
                  <a:pt x="2084832" y="846826"/>
                  <a:pt x="2083735" y="845088"/>
                  <a:pt x="2082912" y="843260"/>
                </a:cubicBezTo>
                <a:cubicBezTo>
                  <a:pt x="2082180" y="841339"/>
                  <a:pt x="2081723" y="839419"/>
                  <a:pt x="2081723" y="837316"/>
                </a:cubicBezTo>
                <a:cubicBezTo>
                  <a:pt x="2081723" y="835304"/>
                  <a:pt x="2082180" y="833293"/>
                  <a:pt x="2082912" y="831464"/>
                </a:cubicBezTo>
                <a:cubicBezTo>
                  <a:pt x="2083735" y="829544"/>
                  <a:pt x="2084832" y="827898"/>
                  <a:pt x="2086295" y="826435"/>
                </a:cubicBezTo>
                <a:cubicBezTo>
                  <a:pt x="2087758" y="824972"/>
                  <a:pt x="2089404" y="823874"/>
                  <a:pt x="2091324" y="823051"/>
                </a:cubicBezTo>
                <a:cubicBezTo>
                  <a:pt x="2093153" y="822320"/>
                  <a:pt x="2095165" y="821863"/>
                  <a:pt x="2097176" y="821863"/>
                </a:cubicBezTo>
                <a:cubicBezTo>
                  <a:pt x="2099280" y="821863"/>
                  <a:pt x="2101200" y="822320"/>
                  <a:pt x="2103120" y="823051"/>
                </a:cubicBezTo>
                <a:cubicBezTo>
                  <a:pt x="2105040" y="823874"/>
                  <a:pt x="2106686" y="824972"/>
                  <a:pt x="2108149" y="826435"/>
                </a:cubicBezTo>
                <a:cubicBezTo>
                  <a:pt x="2109612" y="827898"/>
                  <a:pt x="2110710" y="829544"/>
                  <a:pt x="2111441" y="831464"/>
                </a:cubicBezTo>
                <a:cubicBezTo>
                  <a:pt x="2112264" y="833293"/>
                  <a:pt x="2112630" y="835304"/>
                  <a:pt x="2112630" y="837316"/>
                </a:cubicBezTo>
              </a:path>
              <a:path w="3528670" h="920344">
                <a:moveTo>
                  <a:pt x="2414382" y="797631"/>
                </a:moveTo>
                <a:cubicBezTo>
                  <a:pt x="2414382" y="799643"/>
                  <a:pt x="2413925" y="801654"/>
                  <a:pt x="2413193" y="803483"/>
                </a:cubicBezTo>
                <a:cubicBezTo>
                  <a:pt x="2412370" y="805404"/>
                  <a:pt x="2411273" y="807049"/>
                  <a:pt x="2409810" y="808512"/>
                </a:cubicBezTo>
                <a:cubicBezTo>
                  <a:pt x="2408347" y="809976"/>
                  <a:pt x="2406701" y="811073"/>
                  <a:pt x="2404781" y="811896"/>
                </a:cubicBezTo>
                <a:cubicBezTo>
                  <a:pt x="2402952" y="812627"/>
                  <a:pt x="2400940" y="813084"/>
                  <a:pt x="2398928" y="813084"/>
                </a:cubicBezTo>
                <a:cubicBezTo>
                  <a:pt x="2396825" y="813084"/>
                  <a:pt x="2394905" y="812627"/>
                  <a:pt x="2392985" y="811896"/>
                </a:cubicBezTo>
                <a:cubicBezTo>
                  <a:pt x="2391065" y="811073"/>
                  <a:pt x="2389419" y="809976"/>
                  <a:pt x="2387956" y="808512"/>
                </a:cubicBezTo>
                <a:cubicBezTo>
                  <a:pt x="2386493" y="807049"/>
                  <a:pt x="2385395" y="805404"/>
                  <a:pt x="2384664" y="803483"/>
                </a:cubicBezTo>
                <a:cubicBezTo>
                  <a:pt x="2383841" y="801654"/>
                  <a:pt x="2383475" y="799643"/>
                  <a:pt x="2383475" y="797631"/>
                </a:cubicBezTo>
                <a:cubicBezTo>
                  <a:pt x="2383475" y="795528"/>
                  <a:pt x="2383841" y="793608"/>
                  <a:pt x="2384664" y="791688"/>
                </a:cubicBezTo>
                <a:cubicBezTo>
                  <a:pt x="2385395" y="789859"/>
                  <a:pt x="2386493" y="788121"/>
                  <a:pt x="2387956" y="786658"/>
                </a:cubicBezTo>
                <a:cubicBezTo>
                  <a:pt x="2389419" y="785287"/>
                  <a:pt x="2391065" y="784098"/>
                  <a:pt x="2392985" y="783366"/>
                </a:cubicBezTo>
                <a:cubicBezTo>
                  <a:pt x="2394905" y="782544"/>
                  <a:pt x="2396825" y="782178"/>
                  <a:pt x="2398928" y="782178"/>
                </a:cubicBezTo>
                <a:cubicBezTo>
                  <a:pt x="2400940" y="782178"/>
                  <a:pt x="2402952" y="782544"/>
                  <a:pt x="2404781" y="783366"/>
                </a:cubicBezTo>
                <a:cubicBezTo>
                  <a:pt x="2406701" y="784098"/>
                  <a:pt x="2408347" y="785287"/>
                  <a:pt x="2409810" y="786658"/>
                </a:cubicBezTo>
                <a:cubicBezTo>
                  <a:pt x="2411273" y="788121"/>
                  <a:pt x="2412370" y="789859"/>
                  <a:pt x="2413193" y="791688"/>
                </a:cubicBezTo>
                <a:cubicBezTo>
                  <a:pt x="2413925" y="793608"/>
                  <a:pt x="2414382" y="795528"/>
                  <a:pt x="2414382" y="797631"/>
                </a:cubicBezTo>
              </a:path>
              <a:path w="3528670" h="920344">
                <a:moveTo>
                  <a:pt x="2705801" y="875172"/>
                </a:moveTo>
                <a:cubicBezTo>
                  <a:pt x="2705801" y="877184"/>
                  <a:pt x="2705344" y="879196"/>
                  <a:pt x="2704612" y="881024"/>
                </a:cubicBezTo>
                <a:cubicBezTo>
                  <a:pt x="2703789" y="882945"/>
                  <a:pt x="2702692" y="884591"/>
                  <a:pt x="2701229" y="886054"/>
                </a:cubicBezTo>
                <a:cubicBezTo>
                  <a:pt x="2699766" y="887517"/>
                  <a:pt x="2698120" y="888614"/>
                  <a:pt x="2696200" y="889437"/>
                </a:cubicBezTo>
                <a:cubicBezTo>
                  <a:pt x="2694371" y="890168"/>
                  <a:pt x="2692359" y="890626"/>
                  <a:pt x="2690348" y="890626"/>
                </a:cubicBezTo>
                <a:cubicBezTo>
                  <a:pt x="2688245" y="890626"/>
                  <a:pt x="2686324" y="890168"/>
                  <a:pt x="2684404" y="889437"/>
                </a:cubicBezTo>
                <a:cubicBezTo>
                  <a:pt x="2682484" y="888614"/>
                  <a:pt x="2680838" y="887517"/>
                  <a:pt x="2679375" y="886054"/>
                </a:cubicBezTo>
                <a:cubicBezTo>
                  <a:pt x="2677912" y="884591"/>
                  <a:pt x="2676815" y="882945"/>
                  <a:pt x="2676083" y="881024"/>
                </a:cubicBezTo>
                <a:cubicBezTo>
                  <a:pt x="2675260" y="879196"/>
                  <a:pt x="2674894" y="877184"/>
                  <a:pt x="2674894" y="875172"/>
                </a:cubicBezTo>
                <a:cubicBezTo>
                  <a:pt x="2674894" y="873161"/>
                  <a:pt x="2675260" y="871149"/>
                  <a:pt x="2676083" y="869229"/>
                </a:cubicBezTo>
                <a:cubicBezTo>
                  <a:pt x="2676815" y="867400"/>
                  <a:pt x="2677912" y="865662"/>
                  <a:pt x="2679375" y="864291"/>
                </a:cubicBezTo>
                <a:cubicBezTo>
                  <a:pt x="2680838" y="862828"/>
                  <a:pt x="2682484" y="861731"/>
                  <a:pt x="2684404" y="860908"/>
                </a:cubicBezTo>
                <a:cubicBezTo>
                  <a:pt x="2686324" y="860085"/>
                  <a:pt x="2688245" y="859719"/>
                  <a:pt x="2690348" y="859719"/>
                </a:cubicBezTo>
                <a:cubicBezTo>
                  <a:pt x="2692359" y="859719"/>
                  <a:pt x="2694371" y="860085"/>
                  <a:pt x="2696200" y="860908"/>
                </a:cubicBezTo>
                <a:cubicBezTo>
                  <a:pt x="2698120" y="861731"/>
                  <a:pt x="2699766" y="862828"/>
                  <a:pt x="2701229" y="864291"/>
                </a:cubicBezTo>
                <a:cubicBezTo>
                  <a:pt x="2702692" y="865662"/>
                  <a:pt x="2703789" y="867400"/>
                  <a:pt x="2704612" y="869229"/>
                </a:cubicBezTo>
                <a:cubicBezTo>
                  <a:pt x="2705344" y="871149"/>
                  <a:pt x="2705801" y="873161"/>
                  <a:pt x="2705801" y="875172"/>
                </a:cubicBezTo>
              </a:path>
              <a:path w="3528670" h="920344">
                <a:moveTo>
                  <a:pt x="3003438" y="897666"/>
                </a:moveTo>
                <a:cubicBezTo>
                  <a:pt x="3003438" y="899678"/>
                  <a:pt x="3002981" y="901598"/>
                  <a:pt x="3002250" y="903519"/>
                </a:cubicBezTo>
                <a:cubicBezTo>
                  <a:pt x="3001427" y="905439"/>
                  <a:pt x="3000329" y="907085"/>
                  <a:pt x="2998866" y="908548"/>
                </a:cubicBezTo>
                <a:cubicBezTo>
                  <a:pt x="2997403" y="910011"/>
                  <a:pt x="2995757" y="911108"/>
                  <a:pt x="2993837" y="911840"/>
                </a:cubicBezTo>
                <a:cubicBezTo>
                  <a:pt x="2992008" y="912663"/>
                  <a:pt x="2989997" y="913028"/>
                  <a:pt x="2987985" y="913028"/>
                </a:cubicBezTo>
                <a:cubicBezTo>
                  <a:pt x="2985882" y="913028"/>
                  <a:pt x="2983962" y="912663"/>
                  <a:pt x="2982041" y="911840"/>
                </a:cubicBezTo>
                <a:cubicBezTo>
                  <a:pt x="2980121" y="911108"/>
                  <a:pt x="2978475" y="910011"/>
                  <a:pt x="2977012" y="908548"/>
                </a:cubicBezTo>
                <a:cubicBezTo>
                  <a:pt x="2975549" y="907085"/>
                  <a:pt x="2974452" y="905439"/>
                  <a:pt x="2973720" y="903519"/>
                </a:cubicBezTo>
                <a:cubicBezTo>
                  <a:pt x="2972897" y="901598"/>
                  <a:pt x="2972532" y="899678"/>
                  <a:pt x="2972532" y="897666"/>
                </a:cubicBezTo>
                <a:cubicBezTo>
                  <a:pt x="2972532" y="895563"/>
                  <a:pt x="2972897" y="893643"/>
                  <a:pt x="2973720" y="891723"/>
                </a:cubicBezTo>
                <a:cubicBezTo>
                  <a:pt x="2974452" y="889803"/>
                  <a:pt x="2975549" y="888157"/>
                  <a:pt x="2977012" y="886694"/>
                </a:cubicBezTo>
                <a:cubicBezTo>
                  <a:pt x="2978475" y="885231"/>
                  <a:pt x="2980121" y="884133"/>
                  <a:pt x="2982041" y="883402"/>
                </a:cubicBezTo>
                <a:cubicBezTo>
                  <a:pt x="2983962" y="882579"/>
                  <a:pt x="2985882" y="882213"/>
                  <a:pt x="2987985" y="882213"/>
                </a:cubicBezTo>
                <a:cubicBezTo>
                  <a:pt x="2989997" y="882213"/>
                  <a:pt x="2992008" y="882579"/>
                  <a:pt x="2993837" y="883402"/>
                </a:cubicBezTo>
                <a:cubicBezTo>
                  <a:pt x="2995757" y="884133"/>
                  <a:pt x="2997403" y="885231"/>
                  <a:pt x="2998866" y="886694"/>
                </a:cubicBezTo>
                <a:cubicBezTo>
                  <a:pt x="3000329" y="888157"/>
                  <a:pt x="3001427" y="889803"/>
                  <a:pt x="3002250" y="891723"/>
                </a:cubicBezTo>
                <a:cubicBezTo>
                  <a:pt x="3002981" y="893643"/>
                  <a:pt x="3003438" y="895563"/>
                  <a:pt x="3003438" y="897666"/>
                </a:cubicBezTo>
              </a:path>
              <a:path w="3528670" h="920344">
                <a:moveTo>
                  <a:pt x="3193542" y="813176"/>
                </a:moveTo>
                <a:cubicBezTo>
                  <a:pt x="3193542" y="815279"/>
                  <a:pt x="3193176" y="817199"/>
                  <a:pt x="3192353" y="819120"/>
                </a:cubicBezTo>
                <a:cubicBezTo>
                  <a:pt x="3191530" y="821040"/>
                  <a:pt x="3190433" y="822686"/>
                  <a:pt x="3188970" y="824149"/>
                </a:cubicBezTo>
                <a:cubicBezTo>
                  <a:pt x="3187598" y="825612"/>
                  <a:pt x="3185861" y="826709"/>
                  <a:pt x="3184032" y="827441"/>
                </a:cubicBezTo>
                <a:cubicBezTo>
                  <a:pt x="3182112" y="828264"/>
                  <a:pt x="3180100" y="828629"/>
                  <a:pt x="3178089" y="828629"/>
                </a:cubicBezTo>
                <a:cubicBezTo>
                  <a:pt x="3176077" y="828629"/>
                  <a:pt x="3174065" y="828264"/>
                  <a:pt x="3172145" y="827441"/>
                </a:cubicBezTo>
                <a:cubicBezTo>
                  <a:pt x="3170316" y="826709"/>
                  <a:pt x="3168579" y="825612"/>
                  <a:pt x="3167116" y="824149"/>
                </a:cubicBezTo>
                <a:cubicBezTo>
                  <a:pt x="3165744" y="822686"/>
                  <a:pt x="3164556" y="821040"/>
                  <a:pt x="3163824" y="819120"/>
                </a:cubicBezTo>
                <a:cubicBezTo>
                  <a:pt x="3163001" y="817199"/>
                  <a:pt x="3162635" y="815279"/>
                  <a:pt x="3162635" y="813176"/>
                </a:cubicBezTo>
                <a:cubicBezTo>
                  <a:pt x="3162635" y="811164"/>
                  <a:pt x="3163001" y="809244"/>
                  <a:pt x="3163824" y="807324"/>
                </a:cubicBezTo>
                <a:cubicBezTo>
                  <a:pt x="3164556" y="805404"/>
                  <a:pt x="3165744" y="803758"/>
                  <a:pt x="3167116" y="802295"/>
                </a:cubicBezTo>
                <a:cubicBezTo>
                  <a:pt x="3168579" y="800832"/>
                  <a:pt x="3170316" y="799734"/>
                  <a:pt x="3172145" y="799003"/>
                </a:cubicBezTo>
                <a:cubicBezTo>
                  <a:pt x="3174065" y="798180"/>
                  <a:pt x="3176077" y="797814"/>
                  <a:pt x="3178089" y="797814"/>
                </a:cubicBezTo>
                <a:cubicBezTo>
                  <a:pt x="3180100" y="797814"/>
                  <a:pt x="3182112" y="798180"/>
                  <a:pt x="3184032" y="799003"/>
                </a:cubicBezTo>
                <a:cubicBezTo>
                  <a:pt x="3185861" y="799734"/>
                  <a:pt x="3187598" y="800832"/>
                  <a:pt x="3188970" y="802295"/>
                </a:cubicBezTo>
                <a:cubicBezTo>
                  <a:pt x="3190433" y="803758"/>
                  <a:pt x="3191530" y="805404"/>
                  <a:pt x="3192353" y="807324"/>
                </a:cubicBezTo>
                <a:cubicBezTo>
                  <a:pt x="3193176" y="809244"/>
                  <a:pt x="3193542" y="811164"/>
                  <a:pt x="3193542" y="813176"/>
                </a:cubicBezTo>
              </a:path>
              <a:path w="3528670" h="920344">
                <a:moveTo>
                  <a:pt x="3422782" y="848563"/>
                </a:moveTo>
                <a:cubicBezTo>
                  <a:pt x="3422782" y="850666"/>
                  <a:pt x="3422416" y="852587"/>
                  <a:pt x="3421593" y="854507"/>
                </a:cubicBezTo>
                <a:cubicBezTo>
                  <a:pt x="3420862" y="856427"/>
                  <a:pt x="3419765" y="858073"/>
                  <a:pt x="3418302" y="859536"/>
                </a:cubicBezTo>
                <a:cubicBezTo>
                  <a:pt x="3416838" y="860908"/>
                  <a:pt x="3415193" y="862096"/>
                  <a:pt x="3413272" y="862828"/>
                </a:cubicBezTo>
                <a:cubicBezTo>
                  <a:pt x="3411352" y="863651"/>
                  <a:pt x="3409432" y="864017"/>
                  <a:pt x="3407329" y="864017"/>
                </a:cubicBezTo>
                <a:cubicBezTo>
                  <a:pt x="3405317" y="864017"/>
                  <a:pt x="3403305" y="863651"/>
                  <a:pt x="3401477" y="862828"/>
                </a:cubicBezTo>
                <a:cubicBezTo>
                  <a:pt x="3399556" y="862096"/>
                  <a:pt x="3397910" y="860908"/>
                  <a:pt x="3396447" y="859536"/>
                </a:cubicBezTo>
                <a:cubicBezTo>
                  <a:pt x="3394984" y="858073"/>
                  <a:pt x="3393887" y="856427"/>
                  <a:pt x="3393064" y="854507"/>
                </a:cubicBezTo>
                <a:cubicBezTo>
                  <a:pt x="3392333" y="852587"/>
                  <a:pt x="3391875" y="850666"/>
                  <a:pt x="3391875" y="848563"/>
                </a:cubicBezTo>
                <a:cubicBezTo>
                  <a:pt x="3391875" y="846552"/>
                  <a:pt x="3392333" y="844540"/>
                  <a:pt x="3393064" y="842711"/>
                </a:cubicBezTo>
                <a:cubicBezTo>
                  <a:pt x="3393887" y="840791"/>
                  <a:pt x="3394984" y="839145"/>
                  <a:pt x="3396447" y="837682"/>
                </a:cubicBezTo>
                <a:cubicBezTo>
                  <a:pt x="3397910" y="836219"/>
                  <a:pt x="3399556" y="835122"/>
                  <a:pt x="3401477" y="834299"/>
                </a:cubicBezTo>
                <a:cubicBezTo>
                  <a:pt x="3403305" y="833567"/>
                  <a:pt x="3405317" y="833201"/>
                  <a:pt x="3407329" y="833201"/>
                </a:cubicBezTo>
                <a:cubicBezTo>
                  <a:pt x="3409432" y="833201"/>
                  <a:pt x="3411352" y="833567"/>
                  <a:pt x="3413272" y="834299"/>
                </a:cubicBezTo>
                <a:cubicBezTo>
                  <a:pt x="3415193" y="835122"/>
                  <a:pt x="3416838" y="836219"/>
                  <a:pt x="3418302" y="837682"/>
                </a:cubicBezTo>
                <a:cubicBezTo>
                  <a:pt x="3419765" y="839145"/>
                  <a:pt x="3420862" y="840791"/>
                  <a:pt x="3421593" y="842711"/>
                </a:cubicBezTo>
                <a:cubicBezTo>
                  <a:pt x="3422416" y="844540"/>
                  <a:pt x="3422782" y="846552"/>
                  <a:pt x="3422782" y="848563"/>
                </a:cubicBezTo>
              </a:path>
              <a:path w="3528670" h="920344">
                <a:moveTo>
                  <a:pt x="30907" y="560893"/>
                </a:moveTo>
                <a:cubicBezTo>
                  <a:pt x="30907" y="562905"/>
                  <a:pt x="30541" y="564825"/>
                  <a:pt x="29718" y="566745"/>
                </a:cubicBezTo>
                <a:cubicBezTo>
                  <a:pt x="28895" y="568665"/>
                  <a:pt x="27798" y="570311"/>
                  <a:pt x="26335" y="571774"/>
                </a:cubicBezTo>
                <a:cubicBezTo>
                  <a:pt x="24963" y="573237"/>
                  <a:pt x="23226" y="574335"/>
                  <a:pt x="21397" y="575066"/>
                </a:cubicBezTo>
                <a:cubicBezTo>
                  <a:pt x="19477" y="575889"/>
                  <a:pt x="17465" y="576255"/>
                  <a:pt x="15453" y="576255"/>
                </a:cubicBezTo>
                <a:cubicBezTo>
                  <a:pt x="13442" y="576255"/>
                  <a:pt x="11430" y="575889"/>
                  <a:pt x="9510" y="575066"/>
                </a:cubicBezTo>
                <a:cubicBezTo>
                  <a:pt x="7681" y="574335"/>
                  <a:pt x="5944" y="573237"/>
                  <a:pt x="4481" y="571774"/>
                </a:cubicBezTo>
                <a:cubicBezTo>
                  <a:pt x="3109" y="570311"/>
                  <a:pt x="1920" y="568665"/>
                  <a:pt x="1189" y="566745"/>
                </a:cubicBezTo>
                <a:cubicBezTo>
                  <a:pt x="366" y="564825"/>
                  <a:pt x="0" y="562905"/>
                  <a:pt x="0" y="560893"/>
                </a:cubicBezTo>
                <a:cubicBezTo>
                  <a:pt x="0" y="558790"/>
                  <a:pt x="366" y="556870"/>
                  <a:pt x="1189" y="554949"/>
                </a:cubicBezTo>
                <a:cubicBezTo>
                  <a:pt x="1920" y="553029"/>
                  <a:pt x="3109" y="551383"/>
                  <a:pt x="4481" y="549920"/>
                </a:cubicBezTo>
                <a:cubicBezTo>
                  <a:pt x="5944" y="548457"/>
                  <a:pt x="7681" y="547360"/>
                  <a:pt x="9510" y="546628"/>
                </a:cubicBezTo>
                <a:cubicBezTo>
                  <a:pt x="11430" y="545805"/>
                  <a:pt x="13442" y="545440"/>
                  <a:pt x="15453" y="545440"/>
                </a:cubicBezTo>
                <a:cubicBezTo>
                  <a:pt x="17465" y="545440"/>
                  <a:pt x="19477" y="545805"/>
                  <a:pt x="21397" y="546628"/>
                </a:cubicBezTo>
                <a:cubicBezTo>
                  <a:pt x="23226" y="547360"/>
                  <a:pt x="24963" y="548457"/>
                  <a:pt x="26335" y="549920"/>
                </a:cubicBezTo>
                <a:cubicBezTo>
                  <a:pt x="27798" y="551383"/>
                  <a:pt x="28895" y="553029"/>
                  <a:pt x="29718" y="554949"/>
                </a:cubicBezTo>
                <a:cubicBezTo>
                  <a:pt x="30541" y="556870"/>
                  <a:pt x="30907" y="558790"/>
                  <a:pt x="30907" y="560893"/>
                </a:cubicBezTo>
              </a:path>
              <a:path w="3528670" h="920344">
                <a:moveTo>
                  <a:pt x="330281" y="573420"/>
                </a:moveTo>
                <a:cubicBezTo>
                  <a:pt x="330281" y="575432"/>
                  <a:pt x="329916" y="577444"/>
                  <a:pt x="329093" y="579364"/>
                </a:cubicBezTo>
                <a:cubicBezTo>
                  <a:pt x="328361" y="581193"/>
                  <a:pt x="327264" y="582930"/>
                  <a:pt x="325801" y="584302"/>
                </a:cubicBezTo>
                <a:cubicBezTo>
                  <a:pt x="324338" y="585765"/>
                  <a:pt x="322692" y="586862"/>
                  <a:pt x="320772" y="587685"/>
                </a:cubicBezTo>
                <a:cubicBezTo>
                  <a:pt x="318851" y="588416"/>
                  <a:pt x="316931" y="588874"/>
                  <a:pt x="314828" y="588874"/>
                </a:cubicBezTo>
                <a:cubicBezTo>
                  <a:pt x="312816" y="588874"/>
                  <a:pt x="310805" y="588416"/>
                  <a:pt x="308976" y="587685"/>
                </a:cubicBezTo>
                <a:cubicBezTo>
                  <a:pt x="307056" y="586862"/>
                  <a:pt x="305410" y="585765"/>
                  <a:pt x="303947" y="584302"/>
                </a:cubicBezTo>
                <a:cubicBezTo>
                  <a:pt x="302484" y="582930"/>
                  <a:pt x="301386" y="581193"/>
                  <a:pt x="300563" y="579364"/>
                </a:cubicBezTo>
                <a:cubicBezTo>
                  <a:pt x="299832" y="577444"/>
                  <a:pt x="299375" y="575432"/>
                  <a:pt x="299375" y="573420"/>
                </a:cubicBezTo>
                <a:cubicBezTo>
                  <a:pt x="299375" y="571409"/>
                  <a:pt x="299832" y="569397"/>
                  <a:pt x="300563" y="567477"/>
                </a:cubicBezTo>
                <a:cubicBezTo>
                  <a:pt x="301386" y="565648"/>
                  <a:pt x="302484" y="564002"/>
                  <a:pt x="303947" y="562539"/>
                </a:cubicBezTo>
                <a:cubicBezTo>
                  <a:pt x="305410" y="561076"/>
                  <a:pt x="307056" y="559979"/>
                  <a:pt x="308976" y="559156"/>
                </a:cubicBezTo>
                <a:cubicBezTo>
                  <a:pt x="310805" y="558424"/>
                  <a:pt x="312816" y="557967"/>
                  <a:pt x="314828" y="557967"/>
                </a:cubicBezTo>
                <a:cubicBezTo>
                  <a:pt x="316931" y="557967"/>
                  <a:pt x="318851" y="558424"/>
                  <a:pt x="320772" y="559156"/>
                </a:cubicBezTo>
                <a:cubicBezTo>
                  <a:pt x="322692" y="559979"/>
                  <a:pt x="324338" y="561076"/>
                  <a:pt x="325801" y="562539"/>
                </a:cubicBezTo>
                <a:cubicBezTo>
                  <a:pt x="327264" y="564002"/>
                  <a:pt x="328361" y="565648"/>
                  <a:pt x="329093" y="567477"/>
                </a:cubicBezTo>
                <a:cubicBezTo>
                  <a:pt x="329916" y="569397"/>
                  <a:pt x="330281" y="571409"/>
                  <a:pt x="330281" y="573420"/>
                </a:cubicBezTo>
              </a:path>
              <a:path w="3528670" h="920344">
                <a:moveTo>
                  <a:pt x="609448" y="607619"/>
                </a:moveTo>
                <a:cubicBezTo>
                  <a:pt x="609448" y="609722"/>
                  <a:pt x="609082" y="611642"/>
                  <a:pt x="608259" y="613562"/>
                </a:cubicBezTo>
                <a:cubicBezTo>
                  <a:pt x="607527" y="615483"/>
                  <a:pt x="606430" y="617129"/>
                  <a:pt x="604967" y="618592"/>
                </a:cubicBezTo>
                <a:cubicBezTo>
                  <a:pt x="603504" y="620055"/>
                  <a:pt x="601858" y="621152"/>
                  <a:pt x="599938" y="621883"/>
                </a:cubicBezTo>
                <a:cubicBezTo>
                  <a:pt x="598018" y="622706"/>
                  <a:pt x="596097" y="623072"/>
                  <a:pt x="593994" y="623072"/>
                </a:cubicBezTo>
                <a:cubicBezTo>
                  <a:pt x="591983" y="623072"/>
                  <a:pt x="589971" y="622706"/>
                  <a:pt x="588142" y="621883"/>
                </a:cubicBezTo>
                <a:cubicBezTo>
                  <a:pt x="586222" y="621152"/>
                  <a:pt x="584576" y="620055"/>
                  <a:pt x="583113" y="618592"/>
                </a:cubicBezTo>
                <a:cubicBezTo>
                  <a:pt x="581650" y="617129"/>
                  <a:pt x="580553" y="615483"/>
                  <a:pt x="579730" y="613562"/>
                </a:cubicBezTo>
                <a:cubicBezTo>
                  <a:pt x="578998" y="611642"/>
                  <a:pt x="578541" y="609722"/>
                  <a:pt x="578541" y="607619"/>
                </a:cubicBezTo>
                <a:cubicBezTo>
                  <a:pt x="578541" y="605607"/>
                  <a:pt x="578998" y="603595"/>
                  <a:pt x="579730" y="601767"/>
                </a:cubicBezTo>
                <a:cubicBezTo>
                  <a:pt x="580553" y="599846"/>
                  <a:pt x="581650" y="598200"/>
                  <a:pt x="583113" y="596737"/>
                </a:cubicBezTo>
                <a:cubicBezTo>
                  <a:pt x="584576" y="595274"/>
                  <a:pt x="586222" y="594177"/>
                  <a:pt x="588142" y="593354"/>
                </a:cubicBezTo>
                <a:cubicBezTo>
                  <a:pt x="589971" y="592623"/>
                  <a:pt x="591983" y="592257"/>
                  <a:pt x="593994" y="592257"/>
                </a:cubicBezTo>
                <a:cubicBezTo>
                  <a:pt x="596097" y="592257"/>
                  <a:pt x="598018" y="592623"/>
                  <a:pt x="599938" y="593354"/>
                </a:cubicBezTo>
                <a:cubicBezTo>
                  <a:pt x="601858" y="594177"/>
                  <a:pt x="603504" y="595274"/>
                  <a:pt x="604967" y="596737"/>
                </a:cubicBezTo>
                <a:cubicBezTo>
                  <a:pt x="606430" y="598200"/>
                  <a:pt x="607527" y="599846"/>
                  <a:pt x="608259" y="601767"/>
                </a:cubicBezTo>
                <a:cubicBezTo>
                  <a:pt x="609082" y="603595"/>
                  <a:pt x="609448" y="605607"/>
                  <a:pt x="609448" y="607619"/>
                </a:cubicBezTo>
              </a:path>
              <a:path w="3528670" h="920344">
                <a:moveTo>
                  <a:pt x="850026" y="570586"/>
                </a:moveTo>
                <a:cubicBezTo>
                  <a:pt x="850026" y="572597"/>
                  <a:pt x="849660" y="574609"/>
                  <a:pt x="848929" y="576438"/>
                </a:cubicBezTo>
                <a:cubicBezTo>
                  <a:pt x="848106" y="578358"/>
                  <a:pt x="847009" y="580004"/>
                  <a:pt x="845546" y="581467"/>
                </a:cubicBezTo>
                <a:cubicBezTo>
                  <a:pt x="844083" y="582930"/>
                  <a:pt x="842437" y="584027"/>
                  <a:pt x="840516" y="584850"/>
                </a:cubicBezTo>
                <a:cubicBezTo>
                  <a:pt x="838596" y="585582"/>
                  <a:pt x="836676" y="586039"/>
                  <a:pt x="834573" y="586039"/>
                </a:cubicBezTo>
                <a:cubicBezTo>
                  <a:pt x="832561" y="586039"/>
                  <a:pt x="830641" y="585582"/>
                  <a:pt x="828721" y="584850"/>
                </a:cubicBezTo>
                <a:cubicBezTo>
                  <a:pt x="826800" y="584027"/>
                  <a:pt x="825155" y="582930"/>
                  <a:pt x="823692" y="581467"/>
                </a:cubicBezTo>
                <a:cubicBezTo>
                  <a:pt x="822228" y="580004"/>
                  <a:pt x="821131" y="578358"/>
                  <a:pt x="820308" y="576438"/>
                </a:cubicBezTo>
                <a:cubicBezTo>
                  <a:pt x="819577" y="574609"/>
                  <a:pt x="819211" y="572597"/>
                  <a:pt x="819211" y="570586"/>
                </a:cubicBezTo>
                <a:cubicBezTo>
                  <a:pt x="819211" y="568482"/>
                  <a:pt x="819577" y="566562"/>
                  <a:pt x="820308" y="564642"/>
                </a:cubicBezTo>
                <a:cubicBezTo>
                  <a:pt x="821131" y="562813"/>
                  <a:pt x="822228" y="561076"/>
                  <a:pt x="823692" y="559613"/>
                </a:cubicBezTo>
                <a:cubicBezTo>
                  <a:pt x="825155" y="558241"/>
                  <a:pt x="826800" y="557052"/>
                  <a:pt x="828721" y="556321"/>
                </a:cubicBezTo>
                <a:cubicBezTo>
                  <a:pt x="830641" y="555498"/>
                  <a:pt x="832561" y="555132"/>
                  <a:pt x="834573" y="555132"/>
                </a:cubicBezTo>
                <a:cubicBezTo>
                  <a:pt x="836676" y="555132"/>
                  <a:pt x="838596" y="555498"/>
                  <a:pt x="840516" y="556321"/>
                </a:cubicBezTo>
                <a:cubicBezTo>
                  <a:pt x="842437" y="557052"/>
                  <a:pt x="844083" y="558241"/>
                  <a:pt x="845546" y="559613"/>
                </a:cubicBezTo>
                <a:cubicBezTo>
                  <a:pt x="847009" y="561076"/>
                  <a:pt x="848106" y="562813"/>
                  <a:pt x="848929" y="564642"/>
                </a:cubicBezTo>
                <a:cubicBezTo>
                  <a:pt x="849660" y="566562"/>
                  <a:pt x="850026" y="568482"/>
                  <a:pt x="850026" y="570586"/>
                </a:cubicBezTo>
              </a:path>
              <a:path w="3528670" h="920344">
                <a:moveTo>
                  <a:pt x="1099292" y="588782"/>
                </a:moveTo>
                <a:cubicBezTo>
                  <a:pt x="1099292" y="590885"/>
                  <a:pt x="1098926" y="592806"/>
                  <a:pt x="1098103" y="594726"/>
                </a:cubicBezTo>
                <a:cubicBezTo>
                  <a:pt x="1097371" y="596555"/>
                  <a:pt x="1096183" y="598292"/>
                  <a:pt x="1094811" y="599664"/>
                </a:cubicBezTo>
                <a:cubicBezTo>
                  <a:pt x="1093348" y="601127"/>
                  <a:pt x="1091611" y="602224"/>
                  <a:pt x="1089782" y="603047"/>
                </a:cubicBezTo>
                <a:cubicBezTo>
                  <a:pt x="1087862" y="603870"/>
                  <a:pt x="1085941" y="604236"/>
                  <a:pt x="1083838" y="604236"/>
                </a:cubicBezTo>
                <a:cubicBezTo>
                  <a:pt x="1081827" y="604236"/>
                  <a:pt x="1079815" y="603870"/>
                  <a:pt x="1077895" y="603047"/>
                </a:cubicBezTo>
                <a:cubicBezTo>
                  <a:pt x="1076066" y="602224"/>
                  <a:pt x="1074329" y="601127"/>
                  <a:pt x="1072957" y="599664"/>
                </a:cubicBezTo>
                <a:cubicBezTo>
                  <a:pt x="1071494" y="598292"/>
                  <a:pt x="1070397" y="596555"/>
                  <a:pt x="1069574" y="594726"/>
                </a:cubicBezTo>
                <a:cubicBezTo>
                  <a:pt x="1068751" y="592806"/>
                  <a:pt x="1068385" y="590885"/>
                  <a:pt x="1068385" y="588782"/>
                </a:cubicBezTo>
                <a:cubicBezTo>
                  <a:pt x="1068385" y="586770"/>
                  <a:pt x="1068751" y="584759"/>
                  <a:pt x="1069574" y="582930"/>
                </a:cubicBezTo>
                <a:cubicBezTo>
                  <a:pt x="1070397" y="581010"/>
                  <a:pt x="1071494" y="579364"/>
                  <a:pt x="1072957" y="577901"/>
                </a:cubicBezTo>
                <a:cubicBezTo>
                  <a:pt x="1074329" y="576438"/>
                  <a:pt x="1076066" y="575340"/>
                  <a:pt x="1077895" y="574518"/>
                </a:cubicBezTo>
                <a:cubicBezTo>
                  <a:pt x="1079815" y="573786"/>
                  <a:pt x="1081827" y="573329"/>
                  <a:pt x="1083838" y="573329"/>
                </a:cubicBezTo>
                <a:cubicBezTo>
                  <a:pt x="1085941" y="573329"/>
                  <a:pt x="1087862" y="573786"/>
                  <a:pt x="1089782" y="574518"/>
                </a:cubicBezTo>
                <a:cubicBezTo>
                  <a:pt x="1091611" y="575340"/>
                  <a:pt x="1093348" y="576438"/>
                  <a:pt x="1094811" y="577901"/>
                </a:cubicBezTo>
                <a:cubicBezTo>
                  <a:pt x="1096183" y="579364"/>
                  <a:pt x="1097371" y="581010"/>
                  <a:pt x="1098103" y="582930"/>
                </a:cubicBezTo>
                <a:cubicBezTo>
                  <a:pt x="1098926" y="584759"/>
                  <a:pt x="1099292" y="586770"/>
                  <a:pt x="1099292" y="588782"/>
                </a:cubicBezTo>
              </a:path>
              <a:path w="3528670" h="920344">
                <a:moveTo>
                  <a:pt x="1398118" y="524317"/>
                </a:moveTo>
                <a:cubicBezTo>
                  <a:pt x="1398118" y="526329"/>
                  <a:pt x="1397752" y="528249"/>
                  <a:pt x="1396929" y="530169"/>
                </a:cubicBezTo>
                <a:cubicBezTo>
                  <a:pt x="1396197" y="532089"/>
                  <a:pt x="1395100" y="533735"/>
                  <a:pt x="1393637" y="535198"/>
                </a:cubicBezTo>
                <a:cubicBezTo>
                  <a:pt x="1392174" y="536661"/>
                  <a:pt x="1390528" y="537759"/>
                  <a:pt x="1388608" y="538490"/>
                </a:cubicBezTo>
                <a:cubicBezTo>
                  <a:pt x="1386688" y="539313"/>
                  <a:pt x="1384767" y="539679"/>
                  <a:pt x="1382664" y="539679"/>
                </a:cubicBezTo>
                <a:cubicBezTo>
                  <a:pt x="1380653" y="539679"/>
                  <a:pt x="1378641" y="539313"/>
                  <a:pt x="1376812" y="538490"/>
                </a:cubicBezTo>
                <a:cubicBezTo>
                  <a:pt x="1374892" y="537759"/>
                  <a:pt x="1373246" y="536661"/>
                  <a:pt x="1371783" y="535198"/>
                </a:cubicBezTo>
                <a:cubicBezTo>
                  <a:pt x="1370320" y="533735"/>
                  <a:pt x="1369223" y="532089"/>
                  <a:pt x="1368400" y="530169"/>
                </a:cubicBezTo>
                <a:cubicBezTo>
                  <a:pt x="1367668" y="528249"/>
                  <a:pt x="1367211" y="526329"/>
                  <a:pt x="1367211" y="524317"/>
                </a:cubicBezTo>
                <a:cubicBezTo>
                  <a:pt x="1367211" y="522214"/>
                  <a:pt x="1367668" y="520294"/>
                  <a:pt x="1368400" y="518373"/>
                </a:cubicBezTo>
                <a:cubicBezTo>
                  <a:pt x="1369223" y="516453"/>
                  <a:pt x="1370320" y="514807"/>
                  <a:pt x="1371783" y="513344"/>
                </a:cubicBezTo>
                <a:cubicBezTo>
                  <a:pt x="1373246" y="511881"/>
                  <a:pt x="1374892" y="510784"/>
                  <a:pt x="1376812" y="510052"/>
                </a:cubicBezTo>
                <a:cubicBezTo>
                  <a:pt x="1378641" y="509229"/>
                  <a:pt x="1380653" y="508864"/>
                  <a:pt x="1382664" y="508864"/>
                </a:cubicBezTo>
                <a:cubicBezTo>
                  <a:pt x="1384767" y="508864"/>
                  <a:pt x="1386688" y="509229"/>
                  <a:pt x="1388608" y="510052"/>
                </a:cubicBezTo>
                <a:cubicBezTo>
                  <a:pt x="1390528" y="510784"/>
                  <a:pt x="1392174" y="511881"/>
                  <a:pt x="1393637" y="513344"/>
                </a:cubicBezTo>
                <a:cubicBezTo>
                  <a:pt x="1395100" y="514807"/>
                  <a:pt x="1396197" y="516453"/>
                  <a:pt x="1396929" y="518373"/>
                </a:cubicBezTo>
                <a:cubicBezTo>
                  <a:pt x="1397752" y="520294"/>
                  <a:pt x="1398118" y="522214"/>
                  <a:pt x="1398118" y="524317"/>
                </a:cubicBezTo>
              </a:path>
              <a:path w="3528670" h="920344">
                <a:moveTo>
                  <a:pt x="1614190" y="561350"/>
                </a:moveTo>
                <a:cubicBezTo>
                  <a:pt x="1614190" y="563453"/>
                  <a:pt x="1613825" y="565374"/>
                  <a:pt x="1613002" y="567294"/>
                </a:cubicBezTo>
                <a:cubicBezTo>
                  <a:pt x="1612270" y="569123"/>
                  <a:pt x="1611081" y="570860"/>
                  <a:pt x="1609618" y="572232"/>
                </a:cubicBezTo>
                <a:cubicBezTo>
                  <a:pt x="1608247" y="573695"/>
                  <a:pt x="1606509" y="574792"/>
                  <a:pt x="1604681" y="575615"/>
                </a:cubicBezTo>
                <a:cubicBezTo>
                  <a:pt x="1602760" y="576438"/>
                  <a:pt x="1600749" y="576804"/>
                  <a:pt x="1598737" y="576804"/>
                </a:cubicBezTo>
                <a:cubicBezTo>
                  <a:pt x="1596725" y="576804"/>
                  <a:pt x="1594714" y="576438"/>
                  <a:pt x="1592793" y="575615"/>
                </a:cubicBezTo>
                <a:cubicBezTo>
                  <a:pt x="1590965" y="574792"/>
                  <a:pt x="1589227" y="573695"/>
                  <a:pt x="1587856" y="572232"/>
                </a:cubicBezTo>
                <a:cubicBezTo>
                  <a:pt x="1586393" y="570860"/>
                  <a:pt x="1585295" y="569123"/>
                  <a:pt x="1584472" y="567294"/>
                </a:cubicBezTo>
                <a:cubicBezTo>
                  <a:pt x="1583649" y="565374"/>
                  <a:pt x="1583284" y="563453"/>
                  <a:pt x="1583284" y="561350"/>
                </a:cubicBezTo>
                <a:cubicBezTo>
                  <a:pt x="1583284" y="559338"/>
                  <a:pt x="1583649" y="557327"/>
                  <a:pt x="1584472" y="555498"/>
                </a:cubicBezTo>
                <a:cubicBezTo>
                  <a:pt x="1585295" y="553578"/>
                  <a:pt x="1586393" y="551932"/>
                  <a:pt x="1587856" y="550469"/>
                </a:cubicBezTo>
                <a:cubicBezTo>
                  <a:pt x="1589227" y="549006"/>
                  <a:pt x="1590965" y="547908"/>
                  <a:pt x="1592793" y="547086"/>
                </a:cubicBezTo>
                <a:cubicBezTo>
                  <a:pt x="1594714" y="546354"/>
                  <a:pt x="1596725" y="545897"/>
                  <a:pt x="1598737" y="545897"/>
                </a:cubicBezTo>
                <a:cubicBezTo>
                  <a:pt x="1600749" y="545897"/>
                  <a:pt x="1602760" y="546354"/>
                  <a:pt x="1604681" y="547086"/>
                </a:cubicBezTo>
                <a:cubicBezTo>
                  <a:pt x="1606509" y="547908"/>
                  <a:pt x="1608247" y="549006"/>
                  <a:pt x="1609618" y="550469"/>
                </a:cubicBezTo>
                <a:cubicBezTo>
                  <a:pt x="1611081" y="551932"/>
                  <a:pt x="1612270" y="553578"/>
                  <a:pt x="1613002" y="555498"/>
                </a:cubicBezTo>
                <a:cubicBezTo>
                  <a:pt x="1613825" y="557327"/>
                  <a:pt x="1614190" y="559338"/>
                  <a:pt x="1614190" y="561350"/>
                </a:cubicBezTo>
              </a:path>
              <a:path w="3528670" h="920344">
                <a:moveTo>
                  <a:pt x="1824045" y="556412"/>
                </a:moveTo>
                <a:cubicBezTo>
                  <a:pt x="1824045" y="558516"/>
                  <a:pt x="1823588" y="560436"/>
                  <a:pt x="1822856" y="562356"/>
                </a:cubicBezTo>
                <a:cubicBezTo>
                  <a:pt x="1822033" y="564276"/>
                  <a:pt x="1820936" y="565922"/>
                  <a:pt x="1819473" y="567385"/>
                </a:cubicBezTo>
                <a:cubicBezTo>
                  <a:pt x="1818010" y="568848"/>
                  <a:pt x="1816364" y="569946"/>
                  <a:pt x="1814444" y="570677"/>
                </a:cubicBezTo>
                <a:cubicBezTo>
                  <a:pt x="1812615" y="571500"/>
                  <a:pt x="1810603" y="571866"/>
                  <a:pt x="1808592" y="571866"/>
                </a:cubicBezTo>
                <a:cubicBezTo>
                  <a:pt x="1806489" y="571866"/>
                  <a:pt x="1804568" y="571500"/>
                  <a:pt x="1802648" y="570677"/>
                </a:cubicBezTo>
                <a:cubicBezTo>
                  <a:pt x="1800728" y="569946"/>
                  <a:pt x="1799082" y="568848"/>
                  <a:pt x="1797619" y="567385"/>
                </a:cubicBezTo>
                <a:cubicBezTo>
                  <a:pt x="1796156" y="565922"/>
                  <a:pt x="1795059" y="564276"/>
                  <a:pt x="1794236" y="562356"/>
                </a:cubicBezTo>
                <a:cubicBezTo>
                  <a:pt x="1793504" y="560436"/>
                  <a:pt x="1793138" y="558516"/>
                  <a:pt x="1793138" y="556412"/>
                </a:cubicBezTo>
                <a:cubicBezTo>
                  <a:pt x="1793138" y="554401"/>
                  <a:pt x="1793504" y="552389"/>
                  <a:pt x="1794236" y="550560"/>
                </a:cubicBezTo>
                <a:cubicBezTo>
                  <a:pt x="1795059" y="548640"/>
                  <a:pt x="1796156" y="546994"/>
                  <a:pt x="1797619" y="545531"/>
                </a:cubicBezTo>
                <a:cubicBezTo>
                  <a:pt x="1799082" y="544068"/>
                  <a:pt x="1800728" y="542971"/>
                  <a:pt x="1802648" y="542239"/>
                </a:cubicBezTo>
                <a:cubicBezTo>
                  <a:pt x="1804568" y="541416"/>
                  <a:pt x="1806489" y="541050"/>
                  <a:pt x="1808592" y="541050"/>
                </a:cubicBezTo>
                <a:cubicBezTo>
                  <a:pt x="1810603" y="541050"/>
                  <a:pt x="1812615" y="541416"/>
                  <a:pt x="1814444" y="542239"/>
                </a:cubicBezTo>
                <a:cubicBezTo>
                  <a:pt x="1816364" y="542971"/>
                  <a:pt x="1818010" y="544068"/>
                  <a:pt x="1819473" y="545531"/>
                </a:cubicBezTo>
                <a:cubicBezTo>
                  <a:pt x="1820936" y="546994"/>
                  <a:pt x="1822033" y="548640"/>
                  <a:pt x="1822856" y="550560"/>
                </a:cubicBezTo>
                <a:cubicBezTo>
                  <a:pt x="1823588" y="552389"/>
                  <a:pt x="1824045" y="554401"/>
                  <a:pt x="1824045" y="556412"/>
                </a:cubicBezTo>
              </a:path>
              <a:path w="3528670" h="920344">
                <a:moveTo>
                  <a:pt x="2165939" y="517916"/>
                </a:moveTo>
                <a:cubicBezTo>
                  <a:pt x="2165939" y="519928"/>
                  <a:pt x="2165574" y="521848"/>
                  <a:pt x="2164842" y="523768"/>
                </a:cubicBezTo>
                <a:cubicBezTo>
                  <a:pt x="2164019" y="525689"/>
                  <a:pt x="2162922" y="527334"/>
                  <a:pt x="2161459" y="528798"/>
                </a:cubicBezTo>
                <a:cubicBezTo>
                  <a:pt x="2159996" y="530261"/>
                  <a:pt x="2158350" y="531358"/>
                  <a:pt x="2156430" y="532089"/>
                </a:cubicBezTo>
                <a:cubicBezTo>
                  <a:pt x="2154509" y="532912"/>
                  <a:pt x="2152589" y="533278"/>
                  <a:pt x="2150577" y="533278"/>
                </a:cubicBezTo>
                <a:cubicBezTo>
                  <a:pt x="2148474" y="533278"/>
                  <a:pt x="2146554" y="532912"/>
                  <a:pt x="2144634" y="532089"/>
                </a:cubicBezTo>
                <a:cubicBezTo>
                  <a:pt x="2142714" y="531358"/>
                  <a:pt x="2141068" y="530261"/>
                  <a:pt x="2139605" y="528798"/>
                </a:cubicBezTo>
                <a:cubicBezTo>
                  <a:pt x="2138142" y="527334"/>
                  <a:pt x="2137044" y="525689"/>
                  <a:pt x="2136221" y="523768"/>
                </a:cubicBezTo>
                <a:cubicBezTo>
                  <a:pt x="2135490" y="521848"/>
                  <a:pt x="2135124" y="519928"/>
                  <a:pt x="2135124" y="517916"/>
                </a:cubicBezTo>
                <a:cubicBezTo>
                  <a:pt x="2135124" y="515813"/>
                  <a:pt x="2135490" y="513893"/>
                  <a:pt x="2136221" y="511973"/>
                </a:cubicBezTo>
                <a:cubicBezTo>
                  <a:pt x="2137044" y="510052"/>
                  <a:pt x="2138142" y="508406"/>
                  <a:pt x="2139605" y="506943"/>
                </a:cubicBezTo>
                <a:cubicBezTo>
                  <a:pt x="2141068" y="505480"/>
                  <a:pt x="2142714" y="504383"/>
                  <a:pt x="2144634" y="503652"/>
                </a:cubicBezTo>
                <a:cubicBezTo>
                  <a:pt x="2146554" y="502829"/>
                  <a:pt x="2148474" y="502463"/>
                  <a:pt x="2150577" y="502463"/>
                </a:cubicBezTo>
                <a:cubicBezTo>
                  <a:pt x="2152589" y="502463"/>
                  <a:pt x="2154509" y="502829"/>
                  <a:pt x="2156430" y="503652"/>
                </a:cubicBezTo>
                <a:cubicBezTo>
                  <a:pt x="2158350" y="504383"/>
                  <a:pt x="2159996" y="505480"/>
                  <a:pt x="2161459" y="506943"/>
                </a:cubicBezTo>
                <a:cubicBezTo>
                  <a:pt x="2162922" y="508406"/>
                  <a:pt x="2164019" y="510052"/>
                  <a:pt x="2164842" y="511973"/>
                </a:cubicBezTo>
                <a:cubicBezTo>
                  <a:pt x="2165574" y="513893"/>
                  <a:pt x="2165939" y="515813"/>
                  <a:pt x="2165939" y="517916"/>
                </a:cubicBezTo>
              </a:path>
              <a:path w="3528670" h="920344">
                <a:moveTo>
                  <a:pt x="2453518" y="611459"/>
                </a:moveTo>
                <a:cubicBezTo>
                  <a:pt x="2453518" y="613562"/>
                  <a:pt x="2453152" y="615483"/>
                  <a:pt x="2452421" y="617403"/>
                </a:cubicBezTo>
                <a:cubicBezTo>
                  <a:pt x="2451598" y="619323"/>
                  <a:pt x="2450501" y="620969"/>
                  <a:pt x="2449038" y="622432"/>
                </a:cubicBezTo>
                <a:cubicBezTo>
                  <a:pt x="2447574" y="623804"/>
                  <a:pt x="2445929" y="624992"/>
                  <a:pt x="2444008" y="625724"/>
                </a:cubicBezTo>
                <a:cubicBezTo>
                  <a:pt x="2442088" y="626547"/>
                  <a:pt x="2440168" y="626913"/>
                  <a:pt x="2438065" y="626913"/>
                </a:cubicBezTo>
                <a:cubicBezTo>
                  <a:pt x="2436053" y="626913"/>
                  <a:pt x="2434041" y="626547"/>
                  <a:pt x="2432213" y="625724"/>
                </a:cubicBezTo>
                <a:cubicBezTo>
                  <a:pt x="2430292" y="624992"/>
                  <a:pt x="2428646" y="623804"/>
                  <a:pt x="2427183" y="622432"/>
                </a:cubicBezTo>
                <a:cubicBezTo>
                  <a:pt x="2425720" y="620969"/>
                  <a:pt x="2424623" y="619323"/>
                  <a:pt x="2423800" y="617403"/>
                </a:cubicBezTo>
                <a:cubicBezTo>
                  <a:pt x="2423069" y="615483"/>
                  <a:pt x="2422611" y="613562"/>
                  <a:pt x="2422611" y="611459"/>
                </a:cubicBezTo>
                <a:cubicBezTo>
                  <a:pt x="2422611" y="609448"/>
                  <a:pt x="2423069" y="607436"/>
                  <a:pt x="2423800" y="605607"/>
                </a:cubicBezTo>
                <a:cubicBezTo>
                  <a:pt x="2424623" y="603687"/>
                  <a:pt x="2425720" y="602041"/>
                  <a:pt x="2427183" y="600578"/>
                </a:cubicBezTo>
                <a:cubicBezTo>
                  <a:pt x="2428646" y="599115"/>
                  <a:pt x="2430292" y="598018"/>
                  <a:pt x="2432213" y="597195"/>
                </a:cubicBezTo>
                <a:cubicBezTo>
                  <a:pt x="2434041" y="596463"/>
                  <a:pt x="2436053" y="596097"/>
                  <a:pt x="2438065" y="596097"/>
                </a:cubicBezTo>
                <a:cubicBezTo>
                  <a:pt x="2440168" y="596097"/>
                  <a:pt x="2442088" y="596463"/>
                  <a:pt x="2444008" y="597195"/>
                </a:cubicBezTo>
                <a:cubicBezTo>
                  <a:pt x="2445929" y="598018"/>
                  <a:pt x="2447574" y="599115"/>
                  <a:pt x="2449038" y="600578"/>
                </a:cubicBezTo>
                <a:cubicBezTo>
                  <a:pt x="2450501" y="602041"/>
                  <a:pt x="2451598" y="603687"/>
                  <a:pt x="2452421" y="605607"/>
                </a:cubicBezTo>
                <a:cubicBezTo>
                  <a:pt x="2453152" y="607436"/>
                  <a:pt x="2453518" y="609448"/>
                  <a:pt x="2453518" y="611459"/>
                </a:cubicBezTo>
              </a:path>
              <a:path w="3528670" h="920344">
                <a:moveTo>
                  <a:pt x="2660355" y="560802"/>
                </a:moveTo>
                <a:cubicBezTo>
                  <a:pt x="2660355" y="562813"/>
                  <a:pt x="2659990" y="564825"/>
                  <a:pt x="2659258" y="566654"/>
                </a:cubicBezTo>
                <a:cubicBezTo>
                  <a:pt x="2658435" y="568574"/>
                  <a:pt x="2657338" y="570220"/>
                  <a:pt x="2655875" y="571683"/>
                </a:cubicBezTo>
                <a:cubicBezTo>
                  <a:pt x="2654412" y="573146"/>
                  <a:pt x="2652766" y="574243"/>
                  <a:pt x="2650846" y="575066"/>
                </a:cubicBezTo>
                <a:cubicBezTo>
                  <a:pt x="2648925" y="575798"/>
                  <a:pt x="2647005" y="576255"/>
                  <a:pt x="2644902" y="576255"/>
                </a:cubicBezTo>
                <a:cubicBezTo>
                  <a:pt x="2642890" y="576255"/>
                  <a:pt x="2640879" y="575798"/>
                  <a:pt x="2639050" y="575066"/>
                </a:cubicBezTo>
                <a:cubicBezTo>
                  <a:pt x="2637130" y="574243"/>
                  <a:pt x="2635484" y="573146"/>
                  <a:pt x="2634021" y="571683"/>
                </a:cubicBezTo>
                <a:cubicBezTo>
                  <a:pt x="2632558" y="570220"/>
                  <a:pt x="2631460" y="568574"/>
                  <a:pt x="2630637" y="566654"/>
                </a:cubicBezTo>
                <a:cubicBezTo>
                  <a:pt x="2629906" y="564825"/>
                  <a:pt x="2629449" y="562813"/>
                  <a:pt x="2629449" y="560802"/>
                </a:cubicBezTo>
                <a:cubicBezTo>
                  <a:pt x="2629449" y="558790"/>
                  <a:pt x="2629906" y="556778"/>
                  <a:pt x="2630637" y="554858"/>
                </a:cubicBezTo>
                <a:cubicBezTo>
                  <a:pt x="2631460" y="553029"/>
                  <a:pt x="2632558" y="551292"/>
                  <a:pt x="2634021" y="549920"/>
                </a:cubicBezTo>
                <a:cubicBezTo>
                  <a:pt x="2635484" y="548457"/>
                  <a:pt x="2637130" y="547360"/>
                  <a:pt x="2639050" y="546537"/>
                </a:cubicBezTo>
                <a:cubicBezTo>
                  <a:pt x="2640879" y="545714"/>
                  <a:pt x="2642890" y="545348"/>
                  <a:pt x="2644902" y="545348"/>
                </a:cubicBezTo>
                <a:cubicBezTo>
                  <a:pt x="2647005" y="545348"/>
                  <a:pt x="2648925" y="545714"/>
                  <a:pt x="2650846" y="546537"/>
                </a:cubicBezTo>
                <a:cubicBezTo>
                  <a:pt x="2652766" y="547360"/>
                  <a:pt x="2654412" y="548457"/>
                  <a:pt x="2655875" y="549920"/>
                </a:cubicBezTo>
                <a:cubicBezTo>
                  <a:pt x="2657338" y="551292"/>
                  <a:pt x="2658435" y="553029"/>
                  <a:pt x="2659258" y="554858"/>
                </a:cubicBezTo>
                <a:cubicBezTo>
                  <a:pt x="2659990" y="556778"/>
                  <a:pt x="2660355" y="558790"/>
                  <a:pt x="2660355" y="560802"/>
                </a:cubicBezTo>
              </a:path>
              <a:path w="3528670" h="920344">
                <a:moveTo>
                  <a:pt x="2876794" y="588142"/>
                </a:moveTo>
                <a:cubicBezTo>
                  <a:pt x="2876794" y="590154"/>
                  <a:pt x="2876428" y="592165"/>
                  <a:pt x="2875605" y="593994"/>
                </a:cubicBezTo>
                <a:cubicBezTo>
                  <a:pt x="2874782" y="595914"/>
                  <a:pt x="2873685" y="597560"/>
                  <a:pt x="2872222" y="599023"/>
                </a:cubicBezTo>
                <a:cubicBezTo>
                  <a:pt x="2870850" y="600486"/>
                  <a:pt x="2869113" y="601584"/>
                  <a:pt x="2867284" y="602407"/>
                </a:cubicBezTo>
                <a:cubicBezTo>
                  <a:pt x="2865364" y="603138"/>
                  <a:pt x="2863352" y="603504"/>
                  <a:pt x="2861340" y="603504"/>
                </a:cubicBezTo>
                <a:cubicBezTo>
                  <a:pt x="2859329" y="603504"/>
                  <a:pt x="2857317" y="603138"/>
                  <a:pt x="2855397" y="602407"/>
                </a:cubicBezTo>
                <a:cubicBezTo>
                  <a:pt x="2853568" y="601584"/>
                  <a:pt x="2851831" y="600486"/>
                  <a:pt x="2850368" y="599023"/>
                </a:cubicBezTo>
                <a:cubicBezTo>
                  <a:pt x="2848996" y="597560"/>
                  <a:pt x="2847807" y="595914"/>
                  <a:pt x="2847076" y="593994"/>
                </a:cubicBezTo>
                <a:cubicBezTo>
                  <a:pt x="2846253" y="592165"/>
                  <a:pt x="2845887" y="590154"/>
                  <a:pt x="2845887" y="588142"/>
                </a:cubicBezTo>
                <a:cubicBezTo>
                  <a:pt x="2845887" y="586039"/>
                  <a:pt x="2846253" y="584119"/>
                  <a:pt x="2847076" y="582198"/>
                </a:cubicBezTo>
                <a:cubicBezTo>
                  <a:pt x="2847807" y="580278"/>
                  <a:pt x="2848996" y="578632"/>
                  <a:pt x="2850368" y="577169"/>
                </a:cubicBezTo>
                <a:cubicBezTo>
                  <a:pt x="2851831" y="575706"/>
                  <a:pt x="2853568" y="574609"/>
                  <a:pt x="2855397" y="573877"/>
                </a:cubicBezTo>
                <a:cubicBezTo>
                  <a:pt x="2857317" y="573054"/>
                  <a:pt x="2859329" y="572689"/>
                  <a:pt x="2861340" y="572689"/>
                </a:cubicBezTo>
                <a:cubicBezTo>
                  <a:pt x="2863352" y="572689"/>
                  <a:pt x="2865364" y="573054"/>
                  <a:pt x="2867284" y="573877"/>
                </a:cubicBezTo>
                <a:cubicBezTo>
                  <a:pt x="2869113" y="574609"/>
                  <a:pt x="2870850" y="575706"/>
                  <a:pt x="2872222" y="577169"/>
                </a:cubicBezTo>
                <a:cubicBezTo>
                  <a:pt x="2873685" y="578632"/>
                  <a:pt x="2874782" y="580278"/>
                  <a:pt x="2875605" y="582198"/>
                </a:cubicBezTo>
                <a:cubicBezTo>
                  <a:pt x="2876428" y="584119"/>
                  <a:pt x="2876794" y="586039"/>
                  <a:pt x="2876794" y="588142"/>
                </a:cubicBezTo>
              </a:path>
              <a:path w="3528670" h="920344">
                <a:moveTo>
                  <a:pt x="3160441" y="633588"/>
                </a:moveTo>
                <a:cubicBezTo>
                  <a:pt x="3160441" y="635691"/>
                  <a:pt x="3160075" y="637611"/>
                  <a:pt x="3159252" y="639531"/>
                </a:cubicBezTo>
                <a:cubicBezTo>
                  <a:pt x="3158520" y="641360"/>
                  <a:pt x="3157423" y="643098"/>
                  <a:pt x="3155960" y="644469"/>
                </a:cubicBezTo>
                <a:cubicBezTo>
                  <a:pt x="3154497" y="645932"/>
                  <a:pt x="3152851" y="647029"/>
                  <a:pt x="3150931" y="647852"/>
                </a:cubicBezTo>
                <a:cubicBezTo>
                  <a:pt x="3149011" y="648675"/>
                  <a:pt x="3147090" y="649041"/>
                  <a:pt x="3144987" y="649041"/>
                </a:cubicBezTo>
                <a:cubicBezTo>
                  <a:pt x="3142976" y="649041"/>
                  <a:pt x="3140964" y="648675"/>
                  <a:pt x="3139135" y="647852"/>
                </a:cubicBezTo>
                <a:cubicBezTo>
                  <a:pt x="3137215" y="647029"/>
                  <a:pt x="3135569" y="645932"/>
                  <a:pt x="3134106" y="644469"/>
                </a:cubicBezTo>
                <a:cubicBezTo>
                  <a:pt x="3132643" y="643098"/>
                  <a:pt x="3131546" y="641360"/>
                  <a:pt x="3130723" y="639531"/>
                </a:cubicBezTo>
                <a:cubicBezTo>
                  <a:pt x="3129991" y="637611"/>
                  <a:pt x="3129534" y="635691"/>
                  <a:pt x="3129534" y="633588"/>
                </a:cubicBezTo>
                <a:cubicBezTo>
                  <a:pt x="3129534" y="631576"/>
                  <a:pt x="3129991" y="629564"/>
                  <a:pt x="3130723" y="627736"/>
                </a:cubicBezTo>
                <a:cubicBezTo>
                  <a:pt x="3131546" y="625815"/>
                  <a:pt x="3132643" y="624169"/>
                  <a:pt x="3134106" y="622706"/>
                </a:cubicBezTo>
                <a:cubicBezTo>
                  <a:pt x="3135569" y="621243"/>
                  <a:pt x="3137215" y="620146"/>
                  <a:pt x="3139135" y="619323"/>
                </a:cubicBezTo>
                <a:cubicBezTo>
                  <a:pt x="3140964" y="618592"/>
                  <a:pt x="3142976" y="618134"/>
                  <a:pt x="3144987" y="618134"/>
                </a:cubicBezTo>
                <a:cubicBezTo>
                  <a:pt x="3147090" y="618134"/>
                  <a:pt x="3149011" y="618592"/>
                  <a:pt x="3150931" y="619323"/>
                </a:cubicBezTo>
                <a:cubicBezTo>
                  <a:pt x="3152851" y="620146"/>
                  <a:pt x="3154497" y="621243"/>
                  <a:pt x="3155960" y="622706"/>
                </a:cubicBezTo>
                <a:cubicBezTo>
                  <a:pt x="3157423" y="624169"/>
                  <a:pt x="3158520" y="625815"/>
                  <a:pt x="3159252" y="627736"/>
                </a:cubicBezTo>
                <a:cubicBezTo>
                  <a:pt x="3160075" y="629564"/>
                  <a:pt x="3160441" y="631576"/>
                  <a:pt x="3160441" y="633588"/>
                </a:cubicBezTo>
              </a:path>
              <a:path w="3528670" h="920344">
                <a:moveTo>
                  <a:pt x="3410529" y="547634"/>
                </a:moveTo>
                <a:cubicBezTo>
                  <a:pt x="3410529" y="549646"/>
                  <a:pt x="3410072" y="551566"/>
                  <a:pt x="3409340" y="553486"/>
                </a:cubicBezTo>
                <a:cubicBezTo>
                  <a:pt x="3408517" y="555407"/>
                  <a:pt x="3407420" y="557052"/>
                  <a:pt x="3405957" y="558516"/>
                </a:cubicBezTo>
                <a:cubicBezTo>
                  <a:pt x="3404494" y="559979"/>
                  <a:pt x="3402848" y="561076"/>
                  <a:pt x="3400928" y="561807"/>
                </a:cubicBezTo>
                <a:cubicBezTo>
                  <a:pt x="3399099" y="562630"/>
                  <a:pt x="3397087" y="562996"/>
                  <a:pt x="3395076" y="562996"/>
                </a:cubicBezTo>
                <a:cubicBezTo>
                  <a:pt x="3392973" y="562996"/>
                  <a:pt x="3391052" y="562630"/>
                  <a:pt x="3389132" y="561807"/>
                </a:cubicBezTo>
                <a:cubicBezTo>
                  <a:pt x="3387212" y="561076"/>
                  <a:pt x="3385566" y="559979"/>
                  <a:pt x="3384103" y="558516"/>
                </a:cubicBezTo>
                <a:cubicBezTo>
                  <a:pt x="3382640" y="557052"/>
                  <a:pt x="3381543" y="555407"/>
                  <a:pt x="3380811" y="553486"/>
                </a:cubicBezTo>
                <a:cubicBezTo>
                  <a:pt x="3379988" y="551566"/>
                  <a:pt x="3379622" y="549646"/>
                  <a:pt x="3379622" y="547634"/>
                </a:cubicBezTo>
                <a:cubicBezTo>
                  <a:pt x="3379622" y="545531"/>
                  <a:pt x="3379988" y="543611"/>
                  <a:pt x="3380811" y="541691"/>
                </a:cubicBezTo>
                <a:cubicBezTo>
                  <a:pt x="3381543" y="539770"/>
                  <a:pt x="3382640" y="538124"/>
                  <a:pt x="3384103" y="536661"/>
                </a:cubicBezTo>
                <a:cubicBezTo>
                  <a:pt x="3385566" y="535198"/>
                  <a:pt x="3387212" y="534101"/>
                  <a:pt x="3389132" y="533370"/>
                </a:cubicBezTo>
                <a:cubicBezTo>
                  <a:pt x="3391052" y="532547"/>
                  <a:pt x="3392973" y="532181"/>
                  <a:pt x="3395076" y="532181"/>
                </a:cubicBezTo>
                <a:cubicBezTo>
                  <a:pt x="3397087" y="532181"/>
                  <a:pt x="3399099" y="532547"/>
                  <a:pt x="3400928" y="533370"/>
                </a:cubicBezTo>
                <a:cubicBezTo>
                  <a:pt x="3402848" y="534101"/>
                  <a:pt x="3404494" y="535198"/>
                  <a:pt x="3405957" y="536661"/>
                </a:cubicBezTo>
                <a:cubicBezTo>
                  <a:pt x="3407420" y="538124"/>
                  <a:pt x="3408517" y="539770"/>
                  <a:pt x="3409340" y="541691"/>
                </a:cubicBezTo>
                <a:cubicBezTo>
                  <a:pt x="3410072" y="543611"/>
                  <a:pt x="3410529" y="545531"/>
                  <a:pt x="3410529" y="547634"/>
                </a:cubicBezTo>
              </a:path>
              <a:path w="3528670" h="920344">
                <a:moveTo>
                  <a:pt x="30907" y="352227"/>
                </a:moveTo>
                <a:cubicBezTo>
                  <a:pt x="30907" y="354330"/>
                  <a:pt x="30541" y="356250"/>
                  <a:pt x="29718" y="358170"/>
                </a:cubicBezTo>
                <a:cubicBezTo>
                  <a:pt x="28895" y="360091"/>
                  <a:pt x="27798" y="361737"/>
                  <a:pt x="26335" y="363200"/>
                </a:cubicBezTo>
                <a:cubicBezTo>
                  <a:pt x="24963" y="364663"/>
                  <a:pt x="23226" y="365760"/>
                  <a:pt x="21397" y="366492"/>
                </a:cubicBezTo>
                <a:cubicBezTo>
                  <a:pt x="19477" y="367314"/>
                  <a:pt x="17465" y="367680"/>
                  <a:pt x="15453" y="367680"/>
                </a:cubicBezTo>
                <a:cubicBezTo>
                  <a:pt x="13442" y="367680"/>
                  <a:pt x="11430" y="367314"/>
                  <a:pt x="9510" y="366492"/>
                </a:cubicBezTo>
                <a:cubicBezTo>
                  <a:pt x="7681" y="365760"/>
                  <a:pt x="5944" y="364571"/>
                  <a:pt x="4481" y="363200"/>
                </a:cubicBezTo>
                <a:cubicBezTo>
                  <a:pt x="3109" y="361737"/>
                  <a:pt x="1920" y="360091"/>
                  <a:pt x="1189" y="358170"/>
                </a:cubicBezTo>
                <a:cubicBezTo>
                  <a:pt x="366" y="356250"/>
                  <a:pt x="0" y="354330"/>
                  <a:pt x="0" y="352227"/>
                </a:cubicBezTo>
                <a:cubicBezTo>
                  <a:pt x="0" y="350215"/>
                  <a:pt x="366" y="348204"/>
                  <a:pt x="1189" y="346375"/>
                </a:cubicBezTo>
                <a:cubicBezTo>
                  <a:pt x="1920" y="344454"/>
                  <a:pt x="3109" y="342809"/>
                  <a:pt x="4481" y="341346"/>
                </a:cubicBezTo>
                <a:cubicBezTo>
                  <a:pt x="5944" y="339882"/>
                  <a:pt x="7681" y="338785"/>
                  <a:pt x="9510" y="337962"/>
                </a:cubicBezTo>
                <a:cubicBezTo>
                  <a:pt x="11430" y="337231"/>
                  <a:pt x="13442" y="336865"/>
                  <a:pt x="15453" y="336865"/>
                </a:cubicBezTo>
                <a:cubicBezTo>
                  <a:pt x="17465" y="336865"/>
                  <a:pt x="19477" y="337231"/>
                  <a:pt x="21397" y="337962"/>
                </a:cubicBezTo>
                <a:cubicBezTo>
                  <a:pt x="23226" y="338785"/>
                  <a:pt x="24963" y="339882"/>
                  <a:pt x="26335" y="341346"/>
                </a:cubicBezTo>
                <a:cubicBezTo>
                  <a:pt x="27798" y="342809"/>
                  <a:pt x="28895" y="344454"/>
                  <a:pt x="29718" y="346375"/>
                </a:cubicBezTo>
                <a:cubicBezTo>
                  <a:pt x="30541" y="348204"/>
                  <a:pt x="30907" y="350215"/>
                  <a:pt x="30907" y="352227"/>
                </a:cubicBezTo>
              </a:path>
              <a:path w="3528670" h="920344">
                <a:moveTo>
                  <a:pt x="280904" y="269839"/>
                </a:moveTo>
                <a:cubicBezTo>
                  <a:pt x="280904" y="271943"/>
                  <a:pt x="280538" y="273863"/>
                  <a:pt x="279715" y="275783"/>
                </a:cubicBezTo>
                <a:cubicBezTo>
                  <a:pt x="278983" y="277612"/>
                  <a:pt x="277886" y="279349"/>
                  <a:pt x="276423" y="280721"/>
                </a:cubicBezTo>
                <a:cubicBezTo>
                  <a:pt x="274960" y="282184"/>
                  <a:pt x="273314" y="283281"/>
                  <a:pt x="271394" y="284104"/>
                </a:cubicBezTo>
                <a:cubicBezTo>
                  <a:pt x="269474" y="284927"/>
                  <a:pt x="267553" y="285293"/>
                  <a:pt x="265450" y="285293"/>
                </a:cubicBezTo>
                <a:cubicBezTo>
                  <a:pt x="263439" y="285293"/>
                  <a:pt x="261427" y="284927"/>
                  <a:pt x="259598" y="284104"/>
                </a:cubicBezTo>
                <a:cubicBezTo>
                  <a:pt x="257678" y="283281"/>
                  <a:pt x="256032" y="282184"/>
                  <a:pt x="254569" y="280721"/>
                </a:cubicBezTo>
                <a:cubicBezTo>
                  <a:pt x="253106" y="279349"/>
                  <a:pt x="252009" y="277612"/>
                  <a:pt x="251186" y="275783"/>
                </a:cubicBezTo>
                <a:cubicBezTo>
                  <a:pt x="250454" y="273863"/>
                  <a:pt x="249997" y="271943"/>
                  <a:pt x="249997" y="269839"/>
                </a:cubicBezTo>
                <a:cubicBezTo>
                  <a:pt x="249997" y="267828"/>
                  <a:pt x="250454" y="265816"/>
                  <a:pt x="251186" y="263987"/>
                </a:cubicBezTo>
                <a:cubicBezTo>
                  <a:pt x="252009" y="262067"/>
                  <a:pt x="253106" y="260421"/>
                  <a:pt x="254569" y="258958"/>
                </a:cubicBezTo>
                <a:cubicBezTo>
                  <a:pt x="256032" y="257495"/>
                  <a:pt x="257678" y="256398"/>
                  <a:pt x="259598" y="255575"/>
                </a:cubicBezTo>
                <a:cubicBezTo>
                  <a:pt x="261427" y="254843"/>
                  <a:pt x="263439" y="254386"/>
                  <a:pt x="265450" y="254386"/>
                </a:cubicBezTo>
                <a:cubicBezTo>
                  <a:pt x="267553" y="254386"/>
                  <a:pt x="269474" y="254843"/>
                  <a:pt x="271394" y="255575"/>
                </a:cubicBezTo>
                <a:cubicBezTo>
                  <a:pt x="273314" y="256398"/>
                  <a:pt x="274960" y="257495"/>
                  <a:pt x="276423" y="258958"/>
                </a:cubicBezTo>
                <a:cubicBezTo>
                  <a:pt x="277886" y="260421"/>
                  <a:pt x="278983" y="262067"/>
                  <a:pt x="279715" y="263987"/>
                </a:cubicBezTo>
                <a:cubicBezTo>
                  <a:pt x="280538" y="265816"/>
                  <a:pt x="280904" y="267828"/>
                  <a:pt x="280904" y="269839"/>
                </a:cubicBezTo>
              </a:path>
              <a:path w="3528670" h="920344">
                <a:moveTo>
                  <a:pt x="504292" y="325526"/>
                </a:moveTo>
                <a:cubicBezTo>
                  <a:pt x="504292" y="327630"/>
                  <a:pt x="503926" y="329550"/>
                  <a:pt x="503103" y="331470"/>
                </a:cubicBezTo>
                <a:cubicBezTo>
                  <a:pt x="502371" y="333390"/>
                  <a:pt x="501274" y="335036"/>
                  <a:pt x="499811" y="336499"/>
                </a:cubicBezTo>
                <a:cubicBezTo>
                  <a:pt x="498348" y="337962"/>
                  <a:pt x="496702" y="339060"/>
                  <a:pt x="494782" y="339791"/>
                </a:cubicBezTo>
                <a:cubicBezTo>
                  <a:pt x="492862" y="340614"/>
                  <a:pt x="490941" y="340980"/>
                  <a:pt x="488838" y="340980"/>
                </a:cubicBezTo>
                <a:cubicBezTo>
                  <a:pt x="486827" y="340980"/>
                  <a:pt x="484815" y="340614"/>
                  <a:pt x="482986" y="339791"/>
                </a:cubicBezTo>
                <a:cubicBezTo>
                  <a:pt x="481066" y="339060"/>
                  <a:pt x="479420" y="337962"/>
                  <a:pt x="477957" y="336499"/>
                </a:cubicBezTo>
                <a:cubicBezTo>
                  <a:pt x="476494" y="335036"/>
                  <a:pt x="475397" y="333390"/>
                  <a:pt x="474574" y="331470"/>
                </a:cubicBezTo>
                <a:cubicBezTo>
                  <a:pt x="473842" y="329550"/>
                  <a:pt x="473385" y="327630"/>
                  <a:pt x="473385" y="325526"/>
                </a:cubicBezTo>
                <a:cubicBezTo>
                  <a:pt x="473385" y="323515"/>
                  <a:pt x="473842" y="321594"/>
                  <a:pt x="474574" y="319674"/>
                </a:cubicBezTo>
                <a:cubicBezTo>
                  <a:pt x="475397" y="317754"/>
                  <a:pt x="476494" y="316108"/>
                  <a:pt x="477957" y="314645"/>
                </a:cubicBezTo>
                <a:cubicBezTo>
                  <a:pt x="479420" y="313182"/>
                  <a:pt x="481066" y="312085"/>
                  <a:pt x="482986" y="311353"/>
                </a:cubicBezTo>
                <a:cubicBezTo>
                  <a:pt x="484815" y="310530"/>
                  <a:pt x="486827" y="310164"/>
                  <a:pt x="488838" y="310164"/>
                </a:cubicBezTo>
                <a:cubicBezTo>
                  <a:pt x="490941" y="310164"/>
                  <a:pt x="492862" y="310530"/>
                  <a:pt x="494782" y="311353"/>
                </a:cubicBezTo>
                <a:cubicBezTo>
                  <a:pt x="496702" y="312085"/>
                  <a:pt x="498348" y="313182"/>
                  <a:pt x="499811" y="314645"/>
                </a:cubicBezTo>
                <a:cubicBezTo>
                  <a:pt x="501274" y="316108"/>
                  <a:pt x="502371" y="317754"/>
                  <a:pt x="503103" y="319674"/>
                </a:cubicBezTo>
                <a:cubicBezTo>
                  <a:pt x="503926" y="321594"/>
                  <a:pt x="504292" y="323515"/>
                  <a:pt x="504292" y="325526"/>
                </a:cubicBezTo>
              </a:path>
              <a:path w="3528670" h="920344">
                <a:moveTo>
                  <a:pt x="830824" y="268285"/>
                </a:moveTo>
                <a:cubicBezTo>
                  <a:pt x="830824" y="270297"/>
                  <a:pt x="830367" y="272308"/>
                  <a:pt x="829635" y="274137"/>
                </a:cubicBezTo>
                <a:cubicBezTo>
                  <a:pt x="828812" y="276057"/>
                  <a:pt x="827715" y="277703"/>
                  <a:pt x="826252" y="279166"/>
                </a:cubicBezTo>
                <a:cubicBezTo>
                  <a:pt x="824789" y="280629"/>
                  <a:pt x="823143" y="281727"/>
                  <a:pt x="821223" y="282550"/>
                </a:cubicBezTo>
                <a:cubicBezTo>
                  <a:pt x="819394" y="283281"/>
                  <a:pt x="817382" y="283647"/>
                  <a:pt x="815370" y="283647"/>
                </a:cubicBezTo>
                <a:cubicBezTo>
                  <a:pt x="813267" y="283647"/>
                  <a:pt x="811347" y="283281"/>
                  <a:pt x="809427" y="282550"/>
                </a:cubicBezTo>
                <a:cubicBezTo>
                  <a:pt x="807507" y="281727"/>
                  <a:pt x="805861" y="280629"/>
                  <a:pt x="804398" y="279166"/>
                </a:cubicBezTo>
                <a:cubicBezTo>
                  <a:pt x="802935" y="277703"/>
                  <a:pt x="801837" y="276057"/>
                  <a:pt x="801106" y="274137"/>
                </a:cubicBezTo>
                <a:cubicBezTo>
                  <a:pt x="800283" y="272308"/>
                  <a:pt x="799917" y="270297"/>
                  <a:pt x="799917" y="268285"/>
                </a:cubicBezTo>
                <a:cubicBezTo>
                  <a:pt x="799917" y="266182"/>
                  <a:pt x="800283" y="264262"/>
                  <a:pt x="801106" y="262341"/>
                </a:cubicBezTo>
                <a:cubicBezTo>
                  <a:pt x="801837" y="260421"/>
                  <a:pt x="802935" y="258775"/>
                  <a:pt x="804398" y="257312"/>
                </a:cubicBezTo>
                <a:cubicBezTo>
                  <a:pt x="805861" y="255941"/>
                  <a:pt x="807507" y="254752"/>
                  <a:pt x="809427" y="254020"/>
                </a:cubicBezTo>
                <a:cubicBezTo>
                  <a:pt x="811347" y="253197"/>
                  <a:pt x="813267" y="252832"/>
                  <a:pt x="815370" y="252832"/>
                </a:cubicBezTo>
                <a:cubicBezTo>
                  <a:pt x="817382" y="252832"/>
                  <a:pt x="819394" y="253197"/>
                  <a:pt x="821223" y="254020"/>
                </a:cubicBezTo>
                <a:cubicBezTo>
                  <a:pt x="823143" y="254752"/>
                  <a:pt x="824789" y="255941"/>
                  <a:pt x="826252" y="257312"/>
                </a:cubicBezTo>
                <a:cubicBezTo>
                  <a:pt x="827715" y="258775"/>
                  <a:pt x="828812" y="260421"/>
                  <a:pt x="829635" y="262341"/>
                </a:cubicBezTo>
                <a:cubicBezTo>
                  <a:pt x="830367" y="264262"/>
                  <a:pt x="830824" y="266182"/>
                  <a:pt x="830824" y="268285"/>
                </a:cubicBezTo>
              </a:path>
              <a:path w="3528670" h="920344">
                <a:moveTo>
                  <a:pt x="1130930" y="270845"/>
                </a:moveTo>
                <a:cubicBezTo>
                  <a:pt x="1130930" y="272857"/>
                  <a:pt x="1130564" y="274869"/>
                  <a:pt x="1129741" y="276697"/>
                </a:cubicBezTo>
                <a:cubicBezTo>
                  <a:pt x="1129010" y="278618"/>
                  <a:pt x="1127821" y="280264"/>
                  <a:pt x="1126449" y="281727"/>
                </a:cubicBezTo>
                <a:cubicBezTo>
                  <a:pt x="1124986" y="283190"/>
                  <a:pt x="1123249" y="284287"/>
                  <a:pt x="1121420" y="285110"/>
                </a:cubicBezTo>
                <a:cubicBezTo>
                  <a:pt x="1119500" y="285841"/>
                  <a:pt x="1117580" y="286299"/>
                  <a:pt x="1115477" y="286299"/>
                </a:cubicBezTo>
                <a:cubicBezTo>
                  <a:pt x="1113465" y="286299"/>
                  <a:pt x="1111453" y="285841"/>
                  <a:pt x="1109533" y="285110"/>
                </a:cubicBezTo>
                <a:cubicBezTo>
                  <a:pt x="1107704" y="284287"/>
                  <a:pt x="1106058" y="283190"/>
                  <a:pt x="1104595" y="281727"/>
                </a:cubicBezTo>
                <a:cubicBezTo>
                  <a:pt x="1103132" y="280264"/>
                  <a:pt x="1102035" y="278618"/>
                  <a:pt x="1101212" y="276697"/>
                </a:cubicBezTo>
                <a:cubicBezTo>
                  <a:pt x="1100389" y="274869"/>
                  <a:pt x="1100023" y="272857"/>
                  <a:pt x="1100023" y="270845"/>
                </a:cubicBezTo>
                <a:cubicBezTo>
                  <a:pt x="1100023" y="268742"/>
                  <a:pt x="1100389" y="266822"/>
                  <a:pt x="1101212" y="264902"/>
                </a:cubicBezTo>
                <a:cubicBezTo>
                  <a:pt x="1102035" y="263073"/>
                  <a:pt x="1103132" y="261336"/>
                  <a:pt x="1104595" y="259872"/>
                </a:cubicBezTo>
                <a:cubicBezTo>
                  <a:pt x="1106058" y="258501"/>
                  <a:pt x="1107704" y="257312"/>
                  <a:pt x="1109533" y="256581"/>
                </a:cubicBezTo>
                <a:cubicBezTo>
                  <a:pt x="1111453" y="255758"/>
                  <a:pt x="1113465" y="255392"/>
                  <a:pt x="1115477" y="255392"/>
                </a:cubicBezTo>
                <a:cubicBezTo>
                  <a:pt x="1117580" y="255392"/>
                  <a:pt x="1119500" y="255758"/>
                  <a:pt x="1121420" y="256581"/>
                </a:cubicBezTo>
                <a:cubicBezTo>
                  <a:pt x="1123249" y="257312"/>
                  <a:pt x="1124986" y="258501"/>
                  <a:pt x="1126449" y="259872"/>
                </a:cubicBezTo>
                <a:cubicBezTo>
                  <a:pt x="1127821" y="261336"/>
                  <a:pt x="1129010" y="263073"/>
                  <a:pt x="1129741" y="264902"/>
                </a:cubicBezTo>
                <a:cubicBezTo>
                  <a:pt x="1130564" y="266822"/>
                  <a:pt x="1130930" y="268742"/>
                  <a:pt x="1130930" y="270845"/>
                </a:cubicBezTo>
              </a:path>
              <a:path w="3528670" h="920344">
                <a:moveTo>
                  <a:pt x="1323868" y="330098"/>
                </a:moveTo>
                <a:cubicBezTo>
                  <a:pt x="1323868" y="332110"/>
                  <a:pt x="1323503" y="334122"/>
                  <a:pt x="1322680" y="335951"/>
                </a:cubicBezTo>
                <a:cubicBezTo>
                  <a:pt x="1321948" y="337871"/>
                  <a:pt x="1320759" y="339517"/>
                  <a:pt x="1319388" y="340980"/>
                </a:cubicBezTo>
                <a:cubicBezTo>
                  <a:pt x="1317925" y="342443"/>
                  <a:pt x="1316187" y="343540"/>
                  <a:pt x="1314359" y="344363"/>
                </a:cubicBezTo>
                <a:cubicBezTo>
                  <a:pt x="1312438" y="345095"/>
                  <a:pt x="1310427" y="345552"/>
                  <a:pt x="1308415" y="345552"/>
                </a:cubicBezTo>
                <a:cubicBezTo>
                  <a:pt x="1306403" y="345552"/>
                  <a:pt x="1304392" y="345095"/>
                  <a:pt x="1302471" y="344363"/>
                </a:cubicBezTo>
                <a:cubicBezTo>
                  <a:pt x="1300643" y="343540"/>
                  <a:pt x="1298905" y="342443"/>
                  <a:pt x="1297534" y="340980"/>
                </a:cubicBezTo>
                <a:cubicBezTo>
                  <a:pt x="1296071" y="339517"/>
                  <a:pt x="1294973" y="337871"/>
                  <a:pt x="1294150" y="335951"/>
                </a:cubicBezTo>
                <a:cubicBezTo>
                  <a:pt x="1293327" y="334122"/>
                  <a:pt x="1292962" y="332110"/>
                  <a:pt x="1292962" y="330098"/>
                </a:cubicBezTo>
                <a:cubicBezTo>
                  <a:pt x="1292962" y="327995"/>
                  <a:pt x="1293327" y="326075"/>
                  <a:pt x="1294150" y="324155"/>
                </a:cubicBezTo>
                <a:cubicBezTo>
                  <a:pt x="1294973" y="322326"/>
                  <a:pt x="1296071" y="320589"/>
                  <a:pt x="1297534" y="319217"/>
                </a:cubicBezTo>
                <a:cubicBezTo>
                  <a:pt x="1298905" y="317754"/>
                  <a:pt x="1300643" y="316657"/>
                  <a:pt x="1302471" y="315834"/>
                </a:cubicBezTo>
                <a:cubicBezTo>
                  <a:pt x="1304392" y="315011"/>
                  <a:pt x="1306403" y="314645"/>
                  <a:pt x="1308415" y="314645"/>
                </a:cubicBezTo>
                <a:cubicBezTo>
                  <a:pt x="1310427" y="314645"/>
                  <a:pt x="1312438" y="315011"/>
                  <a:pt x="1314359" y="315834"/>
                </a:cubicBezTo>
                <a:cubicBezTo>
                  <a:pt x="1316187" y="316657"/>
                  <a:pt x="1317925" y="317754"/>
                  <a:pt x="1319388" y="319217"/>
                </a:cubicBezTo>
                <a:cubicBezTo>
                  <a:pt x="1320759" y="320589"/>
                  <a:pt x="1321948" y="322326"/>
                  <a:pt x="1322680" y="324155"/>
                </a:cubicBezTo>
                <a:cubicBezTo>
                  <a:pt x="1323503" y="326075"/>
                  <a:pt x="1323868" y="327995"/>
                  <a:pt x="1323868" y="330098"/>
                </a:cubicBezTo>
              </a:path>
              <a:path w="3528670" h="920344">
                <a:moveTo>
                  <a:pt x="1599011" y="268102"/>
                </a:moveTo>
                <a:cubicBezTo>
                  <a:pt x="1599011" y="270205"/>
                  <a:pt x="1598554" y="272125"/>
                  <a:pt x="1597823" y="274046"/>
                </a:cubicBezTo>
                <a:cubicBezTo>
                  <a:pt x="1597000" y="275966"/>
                  <a:pt x="1595902" y="277612"/>
                  <a:pt x="1594439" y="279075"/>
                </a:cubicBezTo>
                <a:cubicBezTo>
                  <a:pt x="1592976" y="280538"/>
                  <a:pt x="1591330" y="281635"/>
                  <a:pt x="1589410" y="282367"/>
                </a:cubicBezTo>
                <a:cubicBezTo>
                  <a:pt x="1587581" y="283190"/>
                  <a:pt x="1585570" y="283555"/>
                  <a:pt x="1583558" y="283555"/>
                </a:cubicBezTo>
                <a:cubicBezTo>
                  <a:pt x="1581455" y="283555"/>
                  <a:pt x="1579535" y="283190"/>
                  <a:pt x="1577614" y="282367"/>
                </a:cubicBezTo>
                <a:cubicBezTo>
                  <a:pt x="1575694" y="281635"/>
                  <a:pt x="1574048" y="280538"/>
                  <a:pt x="1572585" y="279075"/>
                </a:cubicBezTo>
                <a:cubicBezTo>
                  <a:pt x="1571122" y="277612"/>
                  <a:pt x="1570025" y="275966"/>
                  <a:pt x="1569202" y="274046"/>
                </a:cubicBezTo>
                <a:cubicBezTo>
                  <a:pt x="1568470" y="272125"/>
                  <a:pt x="1568105" y="270205"/>
                  <a:pt x="1568105" y="268102"/>
                </a:cubicBezTo>
                <a:cubicBezTo>
                  <a:pt x="1568105" y="266090"/>
                  <a:pt x="1568470" y="264079"/>
                  <a:pt x="1569202" y="262250"/>
                </a:cubicBezTo>
                <a:cubicBezTo>
                  <a:pt x="1570025" y="260330"/>
                  <a:pt x="1571122" y="258684"/>
                  <a:pt x="1572585" y="257221"/>
                </a:cubicBezTo>
                <a:cubicBezTo>
                  <a:pt x="1574048" y="255758"/>
                  <a:pt x="1575694" y="254660"/>
                  <a:pt x="1577614" y="253837"/>
                </a:cubicBezTo>
                <a:cubicBezTo>
                  <a:pt x="1579535" y="253106"/>
                  <a:pt x="1581455" y="252740"/>
                  <a:pt x="1583558" y="252740"/>
                </a:cubicBezTo>
                <a:cubicBezTo>
                  <a:pt x="1585570" y="252740"/>
                  <a:pt x="1587581" y="253106"/>
                  <a:pt x="1589410" y="253837"/>
                </a:cubicBezTo>
                <a:cubicBezTo>
                  <a:pt x="1591330" y="254660"/>
                  <a:pt x="1592976" y="255758"/>
                  <a:pt x="1594439" y="257221"/>
                </a:cubicBezTo>
                <a:cubicBezTo>
                  <a:pt x="1595902" y="258684"/>
                  <a:pt x="1597000" y="260330"/>
                  <a:pt x="1597823" y="262250"/>
                </a:cubicBezTo>
                <a:cubicBezTo>
                  <a:pt x="1598554" y="264079"/>
                  <a:pt x="1599011" y="266090"/>
                  <a:pt x="1599011" y="268102"/>
                </a:cubicBezTo>
              </a:path>
              <a:path w="3528670" h="920344">
                <a:moveTo>
                  <a:pt x="1942643" y="365028"/>
                </a:moveTo>
                <a:cubicBezTo>
                  <a:pt x="1942643" y="367040"/>
                  <a:pt x="1942186" y="369052"/>
                  <a:pt x="1941454" y="370881"/>
                </a:cubicBezTo>
                <a:cubicBezTo>
                  <a:pt x="1940631" y="372801"/>
                  <a:pt x="1939534" y="374447"/>
                  <a:pt x="1938071" y="375910"/>
                </a:cubicBezTo>
                <a:cubicBezTo>
                  <a:pt x="1936608" y="377373"/>
                  <a:pt x="1934962" y="378470"/>
                  <a:pt x="1933042" y="379293"/>
                </a:cubicBezTo>
                <a:cubicBezTo>
                  <a:pt x="1931213" y="380025"/>
                  <a:pt x="1929201" y="380390"/>
                  <a:pt x="1927189" y="380390"/>
                </a:cubicBezTo>
                <a:cubicBezTo>
                  <a:pt x="1925086" y="380390"/>
                  <a:pt x="1923166" y="380025"/>
                  <a:pt x="1921246" y="379293"/>
                </a:cubicBezTo>
                <a:cubicBezTo>
                  <a:pt x="1919326" y="378470"/>
                  <a:pt x="1917680" y="377373"/>
                  <a:pt x="1916217" y="375910"/>
                </a:cubicBezTo>
                <a:cubicBezTo>
                  <a:pt x="1914754" y="374447"/>
                  <a:pt x="1913656" y="372801"/>
                  <a:pt x="1912925" y="370881"/>
                </a:cubicBezTo>
                <a:cubicBezTo>
                  <a:pt x="1912102" y="369052"/>
                  <a:pt x="1911736" y="367040"/>
                  <a:pt x="1911736" y="365028"/>
                </a:cubicBezTo>
                <a:cubicBezTo>
                  <a:pt x="1911736" y="362925"/>
                  <a:pt x="1912102" y="361005"/>
                  <a:pt x="1912925" y="359085"/>
                </a:cubicBezTo>
                <a:cubicBezTo>
                  <a:pt x="1913656" y="357165"/>
                  <a:pt x="1914754" y="355519"/>
                  <a:pt x="1916217" y="354056"/>
                </a:cubicBezTo>
                <a:cubicBezTo>
                  <a:pt x="1917680" y="352684"/>
                  <a:pt x="1919326" y="351495"/>
                  <a:pt x="1921246" y="350764"/>
                </a:cubicBezTo>
                <a:cubicBezTo>
                  <a:pt x="1923166" y="349941"/>
                  <a:pt x="1925086" y="349575"/>
                  <a:pt x="1927189" y="349575"/>
                </a:cubicBezTo>
                <a:cubicBezTo>
                  <a:pt x="1929201" y="349575"/>
                  <a:pt x="1931213" y="349941"/>
                  <a:pt x="1933042" y="350764"/>
                </a:cubicBezTo>
                <a:cubicBezTo>
                  <a:pt x="1934962" y="351495"/>
                  <a:pt x="1936608" y="352684"/>
                  <a:pt x="1938071" y="354056"/>
                </a:cubicBezTo>
                <a:cubicBezTo>
                  <a:pt x="1939534" y="355519"/>
                  <a:pt x="1940631" y="357165"/>
                  <a:pt x="1941454" y="359085"/>
                </a:cubicBezTo>
                <a:cubicBezTo>
                  <a:pt x="1942186" y="361005"/>
                  <a:pt x="1942643" y="362925"/>
                  <a:pt x="1942643" y="365028"/>
                </a:cubicBezTo>
              </a:path>
              <a:path w="3528670" h="920344">
                <a:moveTo>
                  <a:pt x="2103760" y="354330"/>
                </a:moveTo>
                <a:cubicBezTo>
                  <a:pt x="2103760" y="356342"/>
                  <a:pt x="2103303" y="358353"/>
                  <a:pt x="2102571" y="360182"/>
                </a:cubicBezTo>
                <a:cubicBezTo>
                  <a:pt x="2101748" y="362102"/>
                  <a:pt x="2100651" y="363748"/>
                  <a:pt x="2099188" y="365211"/>
                </a:cubicBezTo>
                <a:cubicBezTo>
                  <a:pt x="2097725" y="366674"/>
                  <a:pt x="2096079" y="367772"/>
                  <a:pt x="2094159" y="368595"/>
                </a:cubicBezTo>
                <a:cubicBezTo>
                  <a:pt x="2092330" y="369326"/>
                  <a:pt x="2090318" y="369783"/>
                  <a:pt x="2088307" y="369783"/>
                </a:cubicBezTo>
                <a:cubicBezTo>
                  <a:pt x="2086204" y="369783"/>
                  <a:pt x="2084283" y="369326"/>
                  <a:pt x="2082363" y="368595"/>
                </a:cubicBezTo>
                <a:cubicBezTo>
                  <a:pt x="2080443" y="367772"/>
                  <a:pt x="2078797" y="366674"/>
                  <a:pt x="2077334" y="365211"/>
                </a:cubicBezTo>
                <a:cubicBezTo>
                  <a:pt x="2075871" y="363748"/>
                  <a:pt x="2074774" y="362102"/>
                  <a:pt x="2074042" y="360182"/>
                </a:cubicBezTo>
                <a:cubicBezTo>
                  <a:pt x="2073219" y="358353"/>
                  <a:pt x="2072853" y="356342"/>
                  <a:pt x="2072853" y="354330"/>
                </a:cubicBezTo>
                <a:cubicBezTo>
                  <a:pt x="2072853" y="352227"/>
                  <a:pt x="2073219" y="350307"/>
                  <a:pt x="2074042" y="348386"/>
                </a:cubicBezTo>
                <a:cubicBezTo>
                  <a:pt x="2074774" y="346558"/>
                  <a:pt x="2075871" y="344820"/>
                  <a:pt x="2077334" y="343449"/>
                </a:cubicBezTo>
                <a:cubicBezTo>
                  <a:pt x="2078797" y="341986"/>
                  <a:pt x="2080443" y="340888"/>
                  <a:pt x="2082363" y="340065"/>
                </a:cubicBezTo>
                <a:cubicBezTo>
                  <a:pt x="2084283" y="339242"/>
                  <a:pt x="2086204" y="338877"/>
                  <a:pt x="2088307" y="338877"/>
                </a:cubicBezTo>
                <a:cubicBezTo>
                  <a:pt x="2090318" y="338877"/>
                  <a:pt x="2092330" y="339242"/>
                  <a:pt x="2094159" y="340065"/>
                </a:cubicBezTo>
                <a:cubicBezTo>
                  <a:pt x="2096079" y="340888"/>
                  <a:pt x="2097725" y="341986"/>
                  <a:pt x="2099188" y="343449"/>
                </a:cubicBezTo>
                <a:cubicBezTo>
                  <a:pt x="2100651" y="344820"/>
                  <a:pt x="2101748" y="346558"/>
                  <a:pt x="2102571" y="348386"/>
                </a:cubicBezTo>
                <a:cubicBezTo>
                  <a:pt x="2103303" y="350307"/>
                  <a:pt x="2103760" y="352227"/>
                  <a:pt x="2103760" y="354330"/>
                </a:cubicBezTo>
              </a:path>
              <a:path w="3528670" h="920344">
                <a:moveTo>
                  <a:pt x="2375703" y="320863"/>
                </a:moveTo>
                <a:cubicBezTo>
                  <a:pt x="2375703" y="322966"/>
                  <a:pt x="2375337" y="324886"/>
                  <a:pt x="2374605" y="326807"/>
                </a:cubicBezTo>
                <a:cubicBezTo>
                  <a:pt x="2373782" y="328635"/>
                  <a:pt x="2372685" y="330373"/>
                  <a:pt x="2371222" y="331836"/>
                </a:cubicBezTo>
                <a:cubicBezTo>
                  <a:pt x="2369759" y="333207"/>
                  <a:pt x="2368113" y="334396"/>
                  <a:pt x="2366193" y="335128"/>
                </a:cubicBezTo>
                <a:cubicBezTo>
                  <a:pt x="2364273" y="335951"/>
                  <a:pt x="2362352" y="336316"/>
                  <a:pt x="2360249" y="336316"/>
                </a:cubicBezTo>
                <a:cubicBezTo>
                  <a:pt x="2358238" y="336316"/>
                  <a:pt x="2356226" y="335951"/>
                  <a:pt x="2354397" y="335128"/>
                </a:cubicBezTo>
                <a:cubicBezTo>
                  <a:pt x="2352477" y="334396"/>
                  <a:pt x="2350831" y="333207"/>
                  <a:pt x="2349368" y="331836"/>
                </a:cubicBezTo>
                <a:cubicBezTo>
                  <a:pt x="2347905" y="330373"/>
                  <a:pt x="2346808" y="328635"/>
                  <a:pt x="2345985" y="326807"/>
                </a:cubicBezTo>
                <a:cubicBezTo>
                  <a:pt x="2345253" y="324886"/>
                  <a:pt x="2344796" y="322966"/>
                  <a:pt x="2344796" y="320863"/>
                </a:cubicBezTo>
                <a:cubicBezTo>
                  <a:pt x="2344796" y="318851"/>
                  <a:pt x="2345253" y="316840"/>
                  <a:pt x="2345985" y="315011"/>
                </a:cubicBezTo>
                <a:cubicBezTo>
                  <a:pt x="2346808" y="313091"/>
                  <a:pt x="2347905" y="311445"/>
                  <a:pt x="2349368" y="309982"/>
                </a:cubicBezTo>
                <a:cubicBezTo>
                  <a:pt x="2350831" y="308519"/>
                  <a:pt x="2352477" y="307421"/>
                  <a:pt x="2354397" y="306598"/>
                </a:cubicBezTo>
                <a:cubicBezTo>
                  <a:pt x="2356226" y="305867"/>
                  <a:pt x="2358238" y="305501"/>
                  <a:pt x="2360249" y="305501"/>
                </a:cubicBezTo>
                <a:cubicBezTo>
                  <a:pt x="2362352" y="305501"/>
                  <a:pt x="2364273" y="305867"/>
                  <a:pt x="2366193" y="306598"/>
                </a:cubicBezTo>
                <a:cubicBezTo>
                  <a:pt x="2368113" y="307421"/>
                  <a:pt x="2369759" y="308519"/>
                  <a:pt x="2371222" y="309982"/>
                </a:cubicBezTo>
                <a:cubicBezTo>
                  <a:pt x="2372685" y="311445"/>
                  <a:pt x="2373782" y="313091"/>
                  <a:pt x="2374605" y="315011"/>
                </a:cubicBezTo>
                <a:cubicBezTo>
                  <a:pt x="2375337" y="316840"/>
                  <a:pt x="2375703" y="318851"/>
                  <a:pt x="2375703" y="320863"/>
                </a:cubicBezTo>
              </a:path>
              <a:path w="3528670" h="920344">
                <a:moveTo>
                  <a:pt x="2687239" y="350215"/>
                </a:moveTo>
                <a:cubicBezTo>
                  <a:pt x="2687239" y="352318"/>
                  <a:pt x="2686873" y="354239"/>
                  <a:pt x="2686050" y="356159"/>
                </a:cubicBezTo>
                <a:cubicBezTo>
                  <a:pt x="2685227" y="358079"/>
                  <a:pt x="2684130" y="359725"/>
                  <a:pt x="2682667" y="361188"/>
                </a:cubicBezTo>
                <a:cubicBezTo>
                  <a:pt x="2681295" y="362651"/>
                  <a:pt x="2679558" y="363748"/>
                  <a:pt x="2677729" y="364480"/>
                </a:cubicBezTo>
                <a:cubicBezTo>
                  <a:pt x="2675809" y="365303"/>
                  <a:pt x="2673797" y="365669"/>
                  <a:pt x="2671785" y="365669"/>
                </a:cubicBezTo>
                <a:cubicBezTo>
                  <a:pt x="2669682" y="365669"/>
                  <a:pt x="2667762" y="365303"/>
                  <a:pt x="2665842" y="364480"/>
                </a:cubicBezTo>
                <a:cubicBezTo>
                  <a:pt x="2664013" y="363748"/>
                  <a:pt x="2662276" y="362651"/>
                  <a:pt x="2660813" y="361188"/>
                </a:cubicBezTo>
                <a:cubicBezTo>
                  <a:pt x="2659441" y="359725"/>
                  <a:pt x="2658252" y="358079"/>
                  <a:pt x="2657521" y="356159"/>
                </a:cubicBezTo>
                <a:cubicBezTo>
                  <a:pt x="2656698" y="354239"/>
                  <a:pt x="2656332" y="352318"/>
                  <a:pt x="2656332" y="350215"/>
                </a:cubicBezTo>
                <a:cubicBezTo>
                  <a:pt x="2656332" y="348204"/>
                  <a:pt x="2656698" y="346283"/>
                  <a:pt x="2657521" y="344363"/>
                </a:cubicBezTo>
                <a:cubicBezTo>
                  <a:pt x="2658252" y="342443"/>
                  <a:pt x="2659441" y="340797"/>
                  <a:pt x="2660813" y="339334"/>
                </a:cubicBezTo>
                <a:cubicBezTo>
                  <a:pt x="2662276" y="337871"/>
                  <a:pt x="2664013" y="336774"/>
                  <a:pt x="2665842" y="336042"/>
                </a:cubicBezTo>
                <a:cubicBezTo>
                  <a:pt x="2667762" y="335219"/>
                  <a:pt x="2669682" y="334853"/>
                  <a:pt x="2671785" y="334853"/>
                </a:cubicBezTo>
                <a:cubicBezTo>
                  <a:pt x="2673797" y="334853"/>
                  <a:pt x="2675809" y="335219"/>
                  <a:pt x="2677729" y="336042"/>
                </a:cubicBezTo>
                <a:cubicBezTo>
                  <a:pt x="2679558" y="336774"/>
                  <a:pt x="2681295" y="337871"/>
                  <a:pt x="2682667" y="339334"/>
                </a:cubicBezTo>
                <a:cubicBezTo>
                  <a:pt x="2684130" y="340797"/>
                  <a:pt x="2685227" y="342443"/>
                  <a:pt x="2686050" y="344363"/>
                </a:cubicBezTo>
                <a:cubicBezTo>
                  <a:pt x="2686873" y="346283"/>
                  <a:pt x="2687239" y="348204"/>
                  <a:pt x="2687239" y="350215"/>
                </a:cubicBezTo>
              </a:path>
              <a:path w="3528670" h="920344">
                <a:moveTo>
                  <a:pt x="2874325" y="329550"/>
                </a:moveTo>
                <a:cubicBezTo>
                  <a:pt x="2874325" y="331653"/>
                  <a:pt x="2873959" y="333573"/>
                  <a:pt x="2873136" y="335493"/>
                </a:cubicBezTo>
                <a:cubicBezTo>
                  <a:pt x="2872405" y="337322"/>
                  <a:pt x="2871216" y="339060"/>
                  <a:pt x="2869753" y="340523"/>
                </a:cubicBezTo>
                <a:cubicBezTo>
                  <a:pt x="2868381" y="341894"/>
                  <a:pt x="2866644" y="343083"/>
                  <a:pt x="2864815" y="343814"/>
                </a:cubicBezTo>
                <a:cubicBezTo>
                  <a:pt x="2862895" y="344637"/>
                  <a:pt x="2860883" y="345003"/>
                  <a:pt x="2858872" y="345003"/>
                </a:cubicBezTo>
                <a:cubicBezTo>
                  <a:pt x="2856860" y="345003"/>
                  <a:pt x="2854848" y="344637"/>
                  <a:pt x="2852928" y="343814"/>
                </a:cubicBezTo>
                <a:cubicBezTo>
                  <a:pt x="2851099" y="343083"/>
                  <a:pt x="2849362" y="341894"/>
                  <a:pt x="2847990" y="340523"/>
                </a:cubicBezTo>
                <a:cubicBezTo>
                  <a:pt x="2846527" y="339060"/>
                  <a:pt x="2845338" y="337322"/>
                  <a:pt x="2844607" y="335493"/>
                </a:cubicBezTo>
                <a:cubicBezTo>
                  <a:pt x="2843784" y="333573"/>
                  <a:pt x="2843418" y="331653"/>
                  <a:pt x="2843418" y="329550"/>
                </a:cubicBezTo>
                <a:cubicBezTo>
                  <a:pt x="2843418" y="327538"/>
                  <a:pt x="2843784" y="325526"/>
                  <a:pt x="2844607" y="323698"/>
                </a:cubicBezTo>
                <a:cubicBezTo>
                  <a:pt x="2845338" y="321777"/>
                  <a:pt x="2846527" y="320131"/>
                  <a:pt x="2847990" y="318668"/>
                </a:cubicBezTo>
                <a:cubicBezTo>
                  <a:pt x="2849362" y="317205"/>
                  <a:pt x="2851099" y="316108"/>
                  <a:pt x="2852928" y="315285"/>
                </a:cubicBezTo>
                <a:cubicBezTo>
                  <a:pt x="2854848" y="314554"/>
                  <a:pt x="2856860" y="314188"/>
                  <a:pt x="2858872" y="314188"/>
                </a:cubicBezTo>
                <a:cubicBezTo>
                  <a:pt x="2860883" y="314188"/>
                  <a:pt x="2862895" y="314554"/>
                  <a:pt x="2864815" y="315285"/>
                </a:cubicBezTo>
                <a:cubicBezTo>
                  <a:pt x="2866644" y="316108"/>
                  <a:pt x="2868381" y="317205"/>
                  <a:pt x="2869753" y="318668"/>
                </a:cubicBezTo>
                <a:cubicBezTo>
                  <a:pt x="2871216" y="320131"/>
                  <a:pt x="2872405" y="321777"/>
                  <a:pt x="2873136" y="323698"/>
                </a:cubicBezTo>
                <a:cubicBezTo>
                  <a:pt x="2873959" y="325526"/>
                  <a:pt x="2874325" y="327538"/>
                  <a:pt x="2874325" y="329550"/>
                </a:cubicBezTo>
              </a:path>
              <a:path w="3528670" h="920344">
                <a:moveTo>
                  <a:pt x="3187050" y="310164"/>
                </a:moveTo>
                <a:cubicBezTo>
                  <a:pt x="3187050" y="312176"/>
                  <a:pt x="3186684" y="314188"/>
                  <a:pt x="3185861" y="316017"/>
                </a:cubicBezTo>
                <a:cubicBezTo>
                  <a:pt x="3185130" y="317937"/>
                  <a:pt x="3184032" y="319583"/>
                  <a:pt x="3182569" y="321046"/>
                </a:cubicBezTo>
                <a:cubicBezTo>
                  <a:pt x="3181106" y="322509"/>
                  <a:pt x="3179460" y="323606"/>
                  <a:pt x="3177540" y="324429"/>
                </a:cubicBezTo>
                <a:cubicBezTo>
                  <a:pt x="3175620" y="325161"/>
                  <a:pt x="3173700" y="325526"/>
                  <a:pt x="3171596" y="325526"/>
                </a:cubicBezTo>
                <a:cubicBezTo>
                  <a:pt x="3169585" y="325526"/>
                  <a:pt x="3167573" y="325161"/>
                  <a:pt x="3165744" y="324429"/>
                </a:cubicBezTo>
                <a:cubicBezTo>
                  <a:pt x="3163824" y="323606"/>
                  <a:pt x="3162178" y="322509"/>
                  <a:pt x="3160715" y="321046"/>
                </a:cubicBezTo>
                <a:cubicBezTo>
                  <a:pt x="3159252" y="319583"/>
                  <a:pt x="3158155" y="317937"/>
                  <a:pt x="3157332" y="316017"/>
                </a:cubicBezTo>
                <a:cubicBezTo>
                  <a:pt x="3156600" y="314188"/>
                  <a:pt x="3156143" y="312176"/>
                  <a:pt x="3156143" y="310164"/>
                </a:cubicBezTo>
                <a:cubicBezTo>
                  <a:pt x="3156143" y="308061"/>
                  <a:pt x="3156600" y="306141"/>
                  <a:pt x="3157332" y="304221"/>
                </a:cubicBezTo>
                <a:cubicBezTo>
                  <a:pt x="3158155" y="302392"/>
                  <a:pt x="3159252" y="300655"/>
                  <a:pt x="3160715" y="299192"/>
                </a:cubicBezTo>
                <a:cubicBezTo>
                  <a:pt x="3162178" y="297820"/>
                  <a:pt x="3163824" y="296631"/>
                  <a:pt x="3165744" y="295900"/>
                </a:cubicBezTo>
                <a:cubicBezTo>
                  <a:pt x="3167573" y="295077"/>
                  <a:pt x="3169585" y="294711"/>
                  <a:pt x="3171596" y="294711"/>
                </a:cubicBezTo>
                <a:cubicBezTo>
                  <a:pt x="3173700" y="294711"/>
                  <a:pt x="3175620" y="295077"/>
                  <a:pt x="3177540" y="295900"/>
                </a:cubicBezTo>
                <a:cubicBezTo>
                  <a:pt x="3179460" y="296631"/>
                  <a:pt x="3181106" y="297820"/>
                  <a:pt x="3182569" y="299192"/>
                </a:cubicBezTo>
                <a:cubicBezTo>
                  <a:pt x="3184032" y="300655"/>
                  <a:pt x="3185130" y="302392"/>
                  <a:pt x="3185861" y="304221"/>
                </a:cubicBezTo>
                <a:cubicBezTo>
                  <a:pt x="3186684" y="306141"/>
                  <a:pt x="3187050" y="308061"/>
                  <a:pt x="3187050" y="310164"/>
                </a:cubicBezTo>
              </a:path>
              <a:path w="3528670" h="920344">
                <a:moveTo>
                  <a:pt x="3528670" y="293705"/>
                </a:moveTo>
                <a:cubicBezTo>
                  <a:pt x="3528670" y="295808"/>
                  <a:pt x="3528304" y="297729"/>
                  <a:pt x="3527572" y="299649"/>
                </a:cubicBezTo>
                <a:cubicBezTo>
                  <a:pt x="3526749" y="301569"/>
                  <a:pt x="3525652" y="303215"/>
                  <a:pt x="3524189" y="304678"/>
                </a:cubicBezTo>
                <a:cubicBezTo>
                  <a:pt x="3522726" y="306141"/>
                  <a:pt x="3521080" y="307238"/>
                  <a:pt x="3519160" y="307970"/>
                </a:cubicBezTo>
                <a:cubicBezTo>
                  <a:pt x="3517240" y="308793"/>
                  <a:pt x="3515319" y="309159"/>
                  <a:pt x="3513216" y="309159"/>
                </a:cubicBezTo>
                <a:cubicBezTo>
                  <a:pt x="3511205" y="309159"/>
                  <a:pt x="3509193" y="308793"/>
                  <a:pt x="3507364" y="307970"/>
                </a:cubicBezTo>
                <a:cubicBezTo>
                  <a:pt x="3505444" y="307238"/>
                  <a:pt x="3503798" y="306141"/>
                  <a:pt x="3502335" y="304678"/>
                </a:cubicBezTo>
                <a:cubicBezTo>
                  <a:pt x="3500872" y="303215"/>
                  <a:pt x="3499775" y="301569"/>
                  <a:pt x="3498952" y="299649"/>
                </a:cubicBezTo>
                <a:cubicBezTo>
                  <a:pt x="3498220" y="297729"/>
                  <a:pt x="3497763" y="295808"/>
                  <a:pt x="3497763" y="293705"/>
                </a:cubicBezTo>
                <a:cubicBezTo>
                  <a:pt x="3497763" y="291694"/>
                  <a:pt x="3498220" y="289682"/>
                  <a:pt x="3498952" y="287853"/>
                </a:cubicBezTo>
                <a:cubicBezTo>
                  <a:pt x="3499775" y="285933"/>
                  <a:pt x="3500872" y="284287"/>
                  <a:pt x="3502335" y="282824"/>
                </a:cubicBezTo>
                <a:cubicBezTo>
                  <a:pt x="3503798" y="281361"/>
                  <a:pt x="3505444" y="280264"/>
                  <a:pt x="3507364" y="279441"/>
                </a:cubicBezTo>
                <a:cubicBezTo>
                  <a:pt x="3509193" y="278709"/>
                  <a:pt x="3511205" y="278343"/>
                  <a:pt x="3513216" y="278343"/>
                </a:cubicBezTo>
                <a:cubicBezTo>
                  <a:pt x="3515319" y="278343"/>
                  <a:pt x="3517240" y="278709"/>
                  <a:pt x="3519160" y="279441"/>
                </a:cubicBezTo>
                <a:cubicBezTo>
                  <a:pt x="3521080" y="280264"/>
                  <a:pt x="3522726" y="281361"/>
                  <a:pt x="3524189" y="282824"/>
                </a:cubicBezTo>
                <a:cubicBezTo>
                  <a:pt x="3525652" y="284287"/>
                  <a:pt x="3526749" y="285933"/>
                  <a:pt x="3527572" y="287853"/>
                </a:cubicBezTo>
                <a:cubicBezTo>
                  <a:pt x="3528304" y="289682"/>
                  <a:pt x="3528670" y="291694"/>
                  <a:pt x="3528670" y="293705"/>
                </a:cubicBezTo>
              </a:path>
              <a:path w="3528670" h="920344">
                <a:moveTo>
                  <a:pt x="32918" y="39228"/>
                </a:moveTo>
                <a:cubicBezTo>
                  <a:pt x="32918" y="41239"/>
                  <a:pt x="32553" y="43251"/>
                  <a:pt x="31821" y="45080"/>
                </a:cubicBezTo>
                <a:cubicBezTo>
                  <a:pt x="30998" y="47000"/>
                  <a:pt x="29901" y="48646"/>
                  <a:pt x="28438" y="50109"/>
                </a:cubicBezTo>
                <a:cubicBezTo>
                  <a:pt x="26975" y="51572"/>
                  <a:pt x="25329" y="52669"/>
                  <a:pt x="23409" y="53492"/>
                </a:cubicBezTo>
                <a:cubicBezTo>
                  <a:pt x="21488" y="54224"/>
                  <a:pt x="19568" y="54590"/>
                  <a:pt x="17465" y="54590"/>
                </a:cubicBezTo>
                <a:cubicBezTo>
                  <a:pt x="15453" y="54590"/>
                  <a:pt x="13533" y="54224"/>
                  <a:pt x="11613" y="53492"/>
                </a:cubicBezTo>
                <a:cubicBezTo>
                  <a:pt x="9693" y="52669"/>
                  <a:pt x="8047" y="51572"/>
                  <a:pt x="6584" y="50109"/>
                </a:cubicBezTo>
                <a:cubicBezTo>
                  <a:pt x="5121" y="48646"/>
                  <a:pt x="4023" y="47000"/>
                  <a:pt x="3200" y="45080"/>
                </a:cubicBezTo>
                <a:cubicBezTo>
                  <a:pt x="2469" y="43251"/>
                  <a:pt x="2103" y="41239"/>
                  <a:pt x="2103" y="39228"/>
                </a:cubicBezTo>
                <a:cubicBezTo>
                  <a:pt x="2103" y="37125"/>
                  <a:pt x="2469" y="35204"/>
                  <a:pt x="3200" y="33284"/>
                </a:cubicBezTo>
                <a:cubicBezTo>
                  <a:pt x="4023" y="31364"/>
                  <a:pt x="5121" y="29718"/>
                  <a:pt x="6584" y="28255"/>
                </a:cubicBezTo>
                <a:cubicBezTo>
                  <a:pt x="8047" y="26883"/>
                  <a:pt x="9693" y="25695"/>
                  <a:pt x="11613" y="24963"/>
                </a:cubicBezTo>
                <a:cubicBezTo>
                  <a:pt x="13533" y="24140"/>
                  <a:pt x="15453" y="23774"/>
                  <a:pt x="17465" y="23774"/>
                </a:cubicBezTo>
                <a:cubicBezTo>
                  <a:pt x="19568" y="23774"/>
                  <a:pt x="21488" y="24140"/>
                  <a:pt x="23409" y="24963"/>
                </a:cubicBezTo>
                <a:cubicBezTo>
                  <a:pt x="25329" y="25695"/>
                  <a:pt x="26975" y="26883"/>
                  <a:pt x="28438" y="28255"/>
                </a:cubicBezTo>
                <a:cubicBezTo>
                  <a:pt x="29901" y="29718"/>
                  <a:pt x="30998" y="31364"/>
                  <a:pt x="31821" y="33284"/>
                </a:cubicBezTo>
                <a:cubicBezTo>
                  <a:pt x="32553" y="35204"/>
                  <a:pt x="32918" y="37125"/>
                  <a:pt x="32918" y="39228"/>
                </a:cubicBezTo>
              </a:path>
              <a:path w="3528670" h="920344">
                <a:moveTo>
                  <a:pt x="318668" y="113568"/>
                </a:moveTo>
                <a:cubicBezTo>
                  <a:pt x="318668" y="115672"/>
                  <a:pt x="318211" y="117592"/>
                  <a:pt x="317480" y="119512"/>
                </a:cubicBezTo>
                <a:cubicBezTo>
                  <a:pt x="316657" y="121432"/>
                  <a:pt x="315559" y="123078"/>
                  <a:pt x="314096" y="124541"/>
                </a:cubicBezTo>
                <a:cubicBezTo>
                  <a:pt x="312633" y="126004"/>
                  <a:pt x="310987" y="127102"/>
                  <a:pt x="309067" y="127833"/>
                </a:cubicBezTo>
                <a:cubicBezTo>
                  <a:pt x="307238" y="128656"/>
                  <a:pt x="305227" y="129022"/>
                  <a:pt x="303215" y="129022"/>
                </a:cubicBezTo>
                <a:cubicBezTo>
                  <a:pt x="301112" y="129022"/>
                  <a:pt x="299192" y="128656"/>
                  <a:pt x="297271" y="127833"/>
                </a:cubicBezTo>
                <a:cubicBezTo>
                  <a:pt x="295351" y="127102"/>
                  <a:pt x="293705" y="126004"/>
                  <a:pt x="292242" y="124541"/>
                </a:cubicBezTo>
                <a:cubicBezTo>
                  <a:pt x="290779" y="123078"/>
                  <a:pt x="289682" y="121432"/>
                  <a:pt x="288950" y="119512"/>
                </a:cubicBezTo>
                <a:cubicBezTo>
                  <a:pt x="288127" y="117592"/>
                  <a:pt x="287762" y="115672"/>
                  <a:pt x="287762" y="113568"/>
                </a:cubicBezTo>
                <a:cubicBezTo>
                  <a:pt x="287762" y="111557"/>
                  <a:pt x="288127" y="109637"/>
                  <a:pt x="288950" y="107716"/>
                </a:cubicBezTo>
                <a:cubicBezTo>
                  <a:pt x="289682" y="105796"/>
                  <a:pt x="290779" y="104150"/>
                  <a:pt x="292242" y="102687"/>
                </a:cubicBezTo>
                <a:cubicBezTo>
                  <a:pt x="293705" y="101224"/>
                  <a:pt x="295351" y="100127"/>
                  <a:pt x="297271" y="99395"/>
                </a:cubicBezTo>
                <a:cubicBezTo>
                  <a:pt x="299192" y="98572"/>
                  <a:pt x="301112" y="98207"/>
                  <a:pt x="303215" y="98207"/>
                </a:cubicBezTo>
                <a:cubicBezTo>
                  <a:pt x="305227" y="98207"/>
                  <a:pt x="307238" y="98572"/>
                  <a:pt x="309067" y="99395"/>
                </a:cubicBezTo>
                <a:cubicBezTo>
                  <a:pt x="310987" y="100127"/>
                  <a:pt x="312633" y="101224"/>
                  <a:pt x="314096" y="102687"/>
                </a:cubicBezTo>
                <a:cubicBezTo>
                  <a:pt x="315559" y="104150"/>
                  <a:pt x="316657" y="105796"/>
                  <a:pt x="317480" y="107716"/>
                </a:cubicBezTo>
                <a:cubicBezTo>
                  <a:pt x="318211" y="109637"/>
                  <a:pt x="318668" y="111557"/>
                  <a:pt x="318668" y="113568"/>
                </a:cubicBezTo>
              </a:path>
              <a:path w="3528670" h="920344">
                <a:moveTo>
                  <a:pt x="612648" y="17739"/>
                </a:moveTo>
                <a:cubicBezTo>
                  <a:pt x="612648" y="19842"/>
                  <a:pt x="612191" y="21763"/>
                  <a:pt x="611459" y="23683"/>
                </a:cubicBezTo>
                <a:cubicBezTo>
                  <a:pt x="610636" y="25603"/>
                  <a:pt x="609539" y="27249"/>
                  <a:pt x="608076" y="28712"/>
                </a:cubicBezTo>
                <a:cubicBezTo>
                  <a:pt x="606613" y="30175"/>
                  <a:pt x="604967" y="31272"/>
                  <a:pt x="603047" y="32004"/>
                </a:cubicBezTo>
                <a:cubicBezTo>
                  <a:pt x="601218" y="32827"/>
                  <a:pt x="599206" y="33193"/>
                  <a:pt x="597195" y="33193"/>
                </a:cubicBezTo>
                <a:cubicBezTo>
                  <a:pt x="595092" y="33193"/>
                  <a:pt x="593171" y="32827"/>
                  <a:pt x="591251" y="32004"/>
                </a:cubicBezTo>
                <a:cubicBezTo>
                  <a:pt x="589331" y="31272"/>
                  <a:pt x="587685" y="30175"/>
                  <a:pt x="586222" y="28712"/>
                </a:cubicBezTo>
                <a:cubicBezTo>
                  <a:pt x="584759" y="27249"/>
                  <a:pt x="583662" y="25603"/>
                  <a:pt x="582930" y="23683"/>
                </a:cubicBezTo>
                <a:cubicBezTo>
                  <a:pt x="582107" y="21763"/>
                  <a:pt x="581741" y="19842"/>
                  <a:pt x="581741" y="17739"/>
                </a:cubicBezTo>
                <a:cubicBezTo>
                  <a:pt x="581741" y="15728"/>
                  <a:pt x="582107" y="13716"/>
                  <a:pt x="582930" y="11887"/>
                </a:cubicBezTo>
                <a:cubicBezTo>
                  <a:pt x="583662" y="9967"/>
                  <a:pt x="584759" y="8321"/>
                  <a:pt x="586222" y="6858"/>
                </a:cubicBezTo>
                <a:cubicBezTo>
                  <a:pt x="587685" y="5395"/>
                  <a:pt x="589331" y="4298"/>
                  <a:pt x="591251" y="3475"/>
                </a:cubicBezTo>
                <a:cubicBezTo>
                  <a:pt x="593171" y="2743"/>
                  <a:pt x="595092" y="2377"/>
                  <a:pt x="597195" y="2377"/>
                </a:cubicBezTo>
                <a:cubicBezTo>
                  <a:pt x="599206" y="2377"/>
                  <a:pt x="601218" y="2743"/>
                  <a:pt x="603047" y="3475"/>
                </a:cubicBezTo>
                <a:cubicBezTo>
                  <a:pt x="604967" y="4298"/>
                  <a:pt x="606613" y="5395"/>
                  <a:pt x="608076" y="6858"/>
                </a:cubicBezTo>
                <a:cubicBezTo>
                  <a:pt x="609539" y="8321"/>
                  <a:pt x="610636" y="9967"/>
                  <a:pt x="611459" y="11887"/>
                </a:cubicBezTo>
                <a:cubicBezTo>
                  <a:pt x="612191" y="13716"/>
                  <a:pt x="612648" y="15728"/>
                  <a:pt x="612648" y="17739"/>
                </a:cubicBezTo>
              </a:path>
              <a:path w="3528670" h="920344">
                <a:moveTo>
                  <a:pt x="873801" y="15453"/>
                </a:moveTo>
                <a:cubicBezTo>
                  <a:pt x="873801" y="17465"/>
                  <a:pt x="873435" y="19477"/>
                  <a:pt x="872612" y="21306"/>
                </a:cubicBezTo>
                <a:cubicBezTo>
                  <a:pt x="871880" y="23226"/>
                  <a:pt x="870692" y="24872"/>
                  <a:pt x="869320" y="26335"/>
                </a:cubicBezTo>
                <a:cubicBezTo>
                  <a:pt x="867857" y="27798"/>
                  <a:pt x="866120" y="28895"/>
                  <a:pt x="864291" y="29718"/>
                </a:cubicBezTo>
                <a:cubicBezTo>
                  <a:pt x="862371" y="30450"/>
                  <a:pt x="860450" y="30815"/>
                  <a:pt x="858347" y="30815"/>
                </a:cubicBezTo>
                <a:cubicBezTo>
                  <a:pt x="856336" y="30815"/>
                  <a:pt x="854324" y="30450"/>
                  <a:pt x="852404" y="29718"/>
                </a:cubicBezTo>
                <a:cubicBezTo>
                  <a:pt x="850575" y="28895"/>
                  <a:pt x="848929" y="27798"/>
                  <a:pt x="847466" y="26335"/>
                </a:cubicBezTo>
                <a:cubicBezTo>
                  <a:pt x="846003" y="24872"/>
                  <a:pt x="844906" y="23226"/>
                  <a:pt x="844083" y="21306"/>
                </a:cubicBezTo>
                <a:cubicBezTo>
                  <a:pt x="843260" y="19477"/>
                  <a:pt x="842894" y="17465"/>
                  <a:pt x="842894" y="15453"/>
                </a:cubicBezTo>
                <a:cubicBezTo>
                  <a:pt x="842894" y="13350"/>
                  <a:pt x="843260" y="11430"/>
                  <a:pt x="844083" y="9510"/>
                </a:cubicBezTo>
                <a:cubicBezTo>
                  <a:pt x="844906" y="7590"/>
                  <a:pt x="846003" y="5944"/>
                  <a:pt x="847466" y="4481"/>
                </a:cubicBezTo>
                <a:cubicBezTo>
                  <a:pt x="848929" y="3109"/>
                  <a:pt x="850575" y="1920"/>
                  <a:pt x="852404" y="1189"/>
                </a:cubicBezTo>
                <a:cubicBezTo>
                  <a:pt x="854324" y="366"/>
                  <a:pt x="856336" y="0"/>
                  <a:pt x="858347" y="0"/>
                </a:cubicBezTo>
                <a:cubicBezTo>
                  <a:pt x="860450" y="0"/>
                  <a:pt x="862371" y="366"/>
                  <a:pt x="864291" y="1189"/>
                </a:cubicBezTo>
                <a:cubicBezTo>
                  <a:pt x="866120" y="1920"/>
                  <a:pt x="867857" y="3109"/>
                  <a:pt x="869320" y="4481"/>
                </a:cubicBezTo>
                <a:cubicBezTo>
                  <a:pt x="870692" y="5944"/>
                  <a:pt x="871880" y="7590"/>
                  <a:pt x="872612" y="9510"/>
                </a:cubicBezTo>
                <a:cubicBezTo>
                  <a:pt x="873435" y="11430"/>
                  <a:pt x="873801" y="13350"/>
                  <a:pt x="873801" y="15453"/>
                </a:cubicBezTo>
              </a:path>
              <a:path w="3528670" h="920344">
                <a:moveTo>
                  <a:pt x="1074511" y="68123"/>
                </a:moveTo>
                <a:cubicBezTo>
                  <a:pt x="1074511" y="70134"/>
                  <a:pt x="1074054" y="72146"/>
                  <a:pt x="1073323" y="74066"/>
                </a:cubicBezTo>
                <a:cubicBezTo>
                  <a:pt x="1072500" y="75895"/>
                  <a:pt x="1071402" y="77541"/>
                  <a:pt x="1069939" y="79004"/>
                </a:cubicBezTo>
                <a:cubicBezTo>
                  <a:pt x="1068476" y="80467"/>
                  <a:pt x="1066830" y="81564"/>
                  <a:pt x="1064910" y="82387"/>
                </a:cubicBezTo>
                <a:cubicBezTo>
                  <a:pt x="1063081" y="83119"/>
                  <a:pt x="1061070" y="83576"/>
                  <a:pt x="1059058" y="83576"/>
                </a:cubicBezTo>
                <a:cubicBezTo>
                  <a:pt x="1056955" y="83576"/>
                  <a:pt x="1055035" y="83119"/>
                  <a:pt x="1053114" y="82387"/>
                </a:cubicBezTo>
                <a:cubicBezTo>
                  <a:pt x="1051194" y="81564"/>
                  <a:pt x="1049548" y="80467"/>
                  <a:pt x="1048085" y="79004"/>
                </a:cubicBezTo>
                <a:cubicBezTo>
                  <a:pt x="1046622" y="77541"/>
                  <a:pt x="1045525" y="75895"/>
                  <a:pt x="1044702" y="74066"/>
                </a:cubicBezTo>
                <a:cubicBezTo>
                  <a:pt x="1043970" y="72146"/>
                  <a:pt x="1043605" y="70134"/>
                  <a:pt x="1043605" y="68123"/>
                </a:cubicBezTo>
                <a:cubicBezTo>
                  <a:pt x="1043605" y="66111"/>
                  <a:pt x="1043970" y="64099"/>
                  <a:pt x="1044702" y="62179"/>
                </a:cubicBezTo>
                <a:cubicBezTo>
                  <a:pt x="1045525" y="60350"/>
                  <a:pt x="1046622" y="58613"/>
                  <a:pt x="1048085" y="57241"/>
                </a:cubicBezTo>
                <a:cubicBezTo>
                  <a:pt x="1049548" y="55778"/>
                  <a:pt x="1051194" y="54681"/>
                  <a:pt x="1053114" y="53858"/>
                </a:cubicBezTo>
                <a:cubicBezTo>
                  <a:pt x="1055035" y="53127"/>
                  <a:pt x="1056955" y="52669"/>
                  <a:pt x="1059058" y="52669"/>
                </a:cubicBezTo>
                <a:cubicBezTo>
                  <a:pt x="1061070" y="52669"/>
                  <a:pt x="1063081" y="53127"/>
                  <a:pt x="1064910" y="53858"/>
                </a:cubicBezTo>
                <a:cubicBezTo>
                  <a:pt x="1066830" y="54681"/>
                  <a:pt x="1068476" y="55778"/>
                  <a:pt x="1069939" y="57241"/>
                </a:cubicBezTo>
                <a:cubicBezTo>
                  <a:pt x="1071402" y="58613"/>
                  <a:pt x="1072500" y="60350"/>
                  <a:pt x="1073323" y="62179"/>
                </a:cubicBezTo>
                <a:cubicBezTo>
                  <a:pt x="1074054" y="64099"/>
                  <a:pt x="1074511" y="66111"/>
                  <a:pt x="1074511" y="68123"/>
                </a:cubicBezTo>
              </a:path>
              <a:path w="3528670" h="920344">
                <a:moveTo>
                  <a:pt x="1300734" y="37033"/>
                </a:moveTo>
                <a:cubicBezTo>
                  <a:pt x="1300734" y="39045"/>
                  <a:pt x="1300368" y="41057"/>
                  <a:pt x="1299545" y="42977"/>
                </a:cubicBezTo>
                <a:cubicBezTo>
                  <a:pt x="1298814" y="44806"/>
                  <a:pt x="1297716" y="46452"/>
                  <a:pt x="1296253" y="47915"/>
                </a:cubicBezTo>
                <a:cubicBezTo>
                  <a:pt x="1294790" y="49378"/>
                  <a:pt x="1293144" y="50475"/>
                  <a:pt x="1291224" y="51298"/>
                </a:cubicBezTo>
                <a:cubicBezTo>
                  <a:pt x="1289304" y="52029"/>
                  <a:pt x="1287384" y="52487"/>
                  <a:pt x="1285281" y="52487"/>
                </a:cubicBezTo>
                <a:cubicBezTo>
                  <a:pt x="1283269" y="52487"/>
                  <a:pt x="1281257" y="52029"/>
                  <a:pt x="1279428" y="51298"/>
                </a:cubicBezTo>
                <a:cubicBezTo>
                  <a:pt x="1277508" y="50475"/>
                  <a:pt x="1275862" y="49378"/>
                  <a:pt x="1274399" y="47915"/>
                </a:cubicBezTo>
                <a:cubicBezTo>
                  <a:pt x="1272936" y="46452"/>
                  <a:pt x="1271839" y="44806"/>
                  <a:pt x="1271016" y="42977"/>
                </a:cubicBezTo>
                <a:cubicBezTo>
                  <a:pt x="1270284" y="41057"/>
                  <a:pt x="1269827" y="39045"/>
                  <a:pt x="1269827" y="37033"/>
                </a:cubicBezTo>
                <a:cubicBezTo>
                  <a:pt x="1269827" y="35022"/>
                  <a:pt x="1270284" y="33010"/>
                  <a:pt x="1271016" y="31090"/>
                </a:cubicBezTo>
                <a:cubicBezTo>
                  <a:pt x="1271839" y="29261"/>
                  <a:pt x="1272936" y="27523"/>
                  <a:pt x="1274399" y="26152"/>
                </a:cubicBezTo>
                <a:cubicBezTo>
                  <a:pt x="1275862" y="24689"/>
                  <a:pt x="1277508" y="23592"/>
                  <a:pt x="1279428" y="22769"/>
                </a:cubicBezTo>
                <a:cubicBezTo>
                  <a:pt x="1281257" y="22037"/>
                  <a:pt x="1283269" y="21580"/>
                  <a:pt x="1285281" y="21580"/>
                </a:cubicBezTo>
                <a:cubicBezTo>
                  <a:pt x="1287384" y="21580"/>
                  <a:pt x="1289304" y="22037"/>
                  <a:pt x="1291224" y="22769"/>
                </a:cubicBezTo>
                <a:cubicBezTo>
                  <a:pt x="1293144" y="23592"/>
                  <a:pt x="1294790" y="24689"/>
                  <a:pt x="1296253" y="26152"/>
                </a:cubicBezTo>
                <a:cubicBezTo>
                  <a:pt x="1297716" y="27523"/>
                  <a:pt x="1298814" y="29261"/>
                  <a:pt x="1299545" y="31090"/>
                </a:cubicBezTo>
                <a:cubicBezTo>
                  <a:pt x="1300368" y="33010"/>
                  <a:pt x="1300734" y="35022"/>
                  <a:pt x="1300734" y="37033"/>
                </a:cubicBezTo>
              </a:path>
              <a:path w="3528670" h="920344">
                <a:moveTo>
                  <a:pt x="1559784" y="111923"/>
                </a:moveTo>
                <a:cubicBezTo>
                  <a:pt x="1559784" y="113934"/>
                  <a:pt x="1559418" y="115946"/>
                  <a:pt x="1558595" y="117775"/>
                </a:cubicBezTo>
                <a:cubicBezTo>
                  <a:pt x="1557772" y="119695"/>
                  <a:pt x="1556675" y="121341"/>
                  <a:pt x="1555212" y="122804"/>
                </a:cubicBezTo>
                <a:cubicBezTo>
                  <a:pt x="1553840" y="124267"/>
                  <a:pt x="1552103" y="125364"/>
                  <a:pt x="1550274" y="126187"/>
                </a:cubicBezTo>
                <a:cubicBezTo>
                  <a:pt x="1548354" y="126919"/>
                  <a:pt x="1546342" y="127284"/>
                  <a:pt x="1544330" y="127284"/>
                </a:cubicBezTo>
                <a:cubicBezTo>
                  <a:pt x="1542318" y="127284"/>
                  <a:pt x="1540307" y="126919"/>
                  <a:pt x="1538387" y="126187"/>
                </a:cubicBezTo>
                <a:cubicBezTo>
                  <a:pt x="1536558" y="125364"/>
                  <a:pt x="1534820" y="124267"/>
                  <a:pt x="1533357" y="122804"/>
                </a:cubicBezTo>
                <a:cubicBezTo>
                  <a:pt x="1531986" y="121341"/>
                  <a:pt x="1530797" y="119695"/>
                  <a:pt x="1530066" y="117775"/>
                </a:cubicBezTo>
                <a:cubicBezTo>
                  <a:pt x="1529243" y="115946"/>
                  <a:pt x="1528877" y="113934"/>
                  <a:pt x="1528877" y="111923"/>
                </a:cubicBezTo>
                <a:cubicBezTo>
                  <a:pt x="1528877" y="109819"/>
                  <a:pt x="1529243" y="107899"/>
                  <a:pt x="1530066" y="105979"/>
                </a:cubicBezTo>
                <a:cubicBezTo>
                  <a:pt x="1530797" y="104059"/>
                  <a:pt x="1531986" y="102413"/>
                  <a:pt x="1533357" y="100950"/>
                </a:cubicBezTo>
                <a:cubicBezTo>
                  <a:pt x="1534820" y="99578"/>
                  <a:pt x="1536558" y="98389"/>
                  <a:pt x="1538387" y="97658"/>
                </a:cubicBezTo>
                <a:cubicBezTo>
                  <a:pt x="1540307" y="96835"/>
                  <a:pt x="1542318" y="96469"/>
                  <a:pt x="1544330" y="96469"/>
                </a:cubicBezTo>
                <a:cubicBezTo>
                  <a:pt x="1546342" y="96469"/>
                  <a:pt x="1548354" y="96835"/>
                  <a:pt x="1550274" y="97658"/>
                </a:cubicBezTo>
                <a:cubicBezTo>
                  <a:pt x="1552103" y="98389"/>
                  <a:pt x="1553840" y="99578"/>
                  <a:pt x="1555212" y="100950"/>
                </a:cubicBezTo>
                <a:cubicBezTo>
                  <a:pt x="1556675" y="102413"/>
                  <a:pt x="1557772" y="104059"/>
                  <a:pt x="1558595" y="105979"/>
                </a:cubicBezTo>
                <a:cubicBezTo>
                  <a:pt x="1559418" y="107899"/>
                  <a:pt x="1559784" y="109819"/>
                  <a:pt x="1559784" y="111923"/>
                </a:cubicBezTo>
              </a:path>
              <a:path w="3528670" h="920344">
                <a:moveTo>
                  <a:pt x="1843613" y="99395"/>
                </a:moveTo>
                <a:cubicBezTo>
                  <a:pt x="1843613" y="101407"/>
                  <a:pt x="1843156" y="103419"/>
                  <a:pt x="1842425" y="105247"/>
                </a:cubicBezTo>
                <a:cubicBezTo>
                  <a:pt x="1841602" y="107168"/>
                  <a:pt x="1840504" y="108814"/>
                  <a:pt x="1839041" y="110277"/>
                </a:cubicBezTo>
                <a:cubicBezTo>
                  <a:pt x="1837578" y="111740"/>
                  <a:pt x="1835932" y="112837"/>
                  <a:pt x="1834012" y="113660"/>
                </a:cubicBezTo>
                <a:cubicBezTo>
                  <a:pt x="1832183" y="114391"/>
                  <a:pt x="1830172" y="114849"/>
                  <a:pt x="1828160" y="114849"/>
                </a:cubicBezTo>
                <a:cubicBezTo>
                  <a:pt x="1826057" y="114849"/>
                  <a:pt x="1824137" y="114391"/>
                  <a:pt x="1822216" y="113660"/>
                </a:cubicBezTo>
                <a:cubicBezTo>
                  <a:pt x="1820296" y="112837"/>
                  <a:pt x="1818650" y="111740"/>
                  <a:pt x="1817187" y="110277"/>
                </a:cubicBezTo>
                <a:cubicBezTo>
                  <a:pt x="1815724" y="108814"/>
                  <a:pt x="1814627" y="107168"/>
                  <a:pt x="1813804" y="105247"/>
                </a:cubicBezTo>
                <a:cubicBezTo>
                  <a:pt x="1813072" y="103419"/>
                  <a:pt x="1812707" y="101407"/>
                  <a:pt x="1812707" y="99395"/>
                </a:cubicBezTo>
                <a:cubicBezTo>
                  <a:pt x="1812707" y="97292"/>
                  <a:pt x="1813072" y="95372"/>
                  <a:pt x="1813804" y="93452"/>
                </a:cubicBezTo>
                <a:cubicBezTo>
                  <a:pt x="1814627" y="91623"/>
                  <a:pt x="1815724" y="89886"/>
                  <a:pt x="1817187" y="88514"/>
                </a:cubicBezTo>
                <a:cubicBezTo>
                  <a:pt x="1818650" y="87051"/>
                  <a:pt x="1820296" y="85862"/>
                  <a:pt x="1822216" y="85131"/>
                </a:cubicBezTo>
                <a:cubicBezTo>
                  <a:pt x="1824137" y="84308"/>
                  <a:pt x="1826057" y="83942"/>
                  <a:pt x="1828160" y="83942"/>
                </a:cubicBezTo>
                <a:cubicBezTo>
                  <a:pt x="1830172" y="83942"/>
                  <a:pt x="1832183" y="84308"/>
                  <a:pt x="1834012" y="85131"/>
                </a:cubicBezTo>
                <a:cubicBezTo>
                  <a:pt x="1835932" y="85862"/>
                  <a:pt x="1837578" y="87051"/>
                  <a:pt x="1839041" y="88514"/>
                </a:cubicBezTo>
                <a:cubicBezTo>
                  <a:pt x="1840504" y="89886"/>
                  <a:pt x="1841602" y="91623"/>
                  <a:pt x="1842425" y="93452"/>
                </a:cubicBezTo>
                <a:cubicBezTo>
                  <a:pt x="1843156" y="95372"/>
                  <a:pt x="1843613" y="97292"/>
                  <a:pt x="1843613" y="99395"/>
                </a:cubicBezTo>
              </a:path>
              <a:path w="3528670" h="920344">
                <a:moveTo>
                  <a:pt x="2125340" y="113934"/>
                </a:moveTo>
                <a:cubicBezTo>
                  <a:pt x="2125340" y="115946"/>
                  <a:pt x="2124974" y="117866"/>
                  <a:pt x="2124151" y="119786"/>
                </a:cubicBezTo>
                <a:cubicBezTo>
                  <a:pt x="2123420" y="121707"/>
                  <a:pt x="2122322" y="123353"/>
                  <a:pt x="2120859" y="124816"/>
                </a:cubicBezTo>
                <a:cubicBezTo>
                  <a:pt x="2119396" y="126279"/>
                  <a:pt x="2117750" y="127376"/>
                  <a:pt x="2115830" y="128107"/>
                </a:cubicBezTo>
                <a:cubicBezTo>
                  <a:pt x="2113910" y="128930"/>
                  <a:pt x="2111990" y="129296"/>
                  <a:pt x="2109887" y="129296"/>
                </a:cubicBezTo>
                <a:cubicBezTo>
                  <a:pt x="2107875" y="129296"/>
                  <a:pt x="2105863" y="128930"/>
                  <a:pt x="2104034" y="128107"/>
                </a:cubicBezTo>
                <a:cubicBezTo>
                  <a:pt x="2102114" y="127376"/>
                  <a:pt x="2100468" y="126279"/>
                  <a:pt x="2099005" y="124816"/>
                </a:cubicBezTo>
                <a:cubicBezTo>
                  <a:pt x="2097542" y="123353"/>
                  <a:pt x="2096445" y="121707"/>
                  <a:pt x="2095622" y="119786"/>
                </a:cubicBezTo>
                <a:cubicBezTo>
                  <a:pt x="2094890" y="117866"/>
                  <a:pt x="2094433" y="115946"/>
                  <a:pt x="2094433" y="113934"/>
                </a:cubicBezTo>
                <a:cubicBezTo>
                  <a:pt x="2094433" y="111831"/>
                  <a:pt x="2094890" y="109911"/>
                  <a:pt x="2095622" y="107991"/>
                </a:cubicBezTo>
                <a:cubicBezTo>
                  <a:pt x="2096445" y="106070"/>
                  <a:pt x="2097542" y="104424"/>
                  <a:pt x="2099005" y="102961"/>
                </a:cubicBezTo>
                <a:cubicBezTo>
                  <a:pt x="2100468" y="101498"/>
                  <a:pt x="2102114" y="100401"/>
                  <a:pt x="2104034" y="99670"/>
                </a:cubicBezTo>
                <a:cubicBezTo>
                  <a:pt x="2105863" y="98847"/>
                  <a:pt x="2107875" y="98481"/>
                  <a:pt x="2109887" y="98481"/>
                </a:cubicBezTo>
                <a:cubicBezTo>
                  <a:pt x="2111990" y="98481"/>
                  <a:pt x="2113910" y="98847"/>
                  <a:pt x="2115830" y="99670"/>
                </a:cubicBezTo>
                <a:cubicBezTo>
                  <a:pt x="2117750" y="100401"/>
                  <a:pt x="2119396" y="101498"/>
                  <a:pt x="2120859" y="102961"/>
                </a:cubicBezTo>
                <a:cubicBezTo>
                  <a:pt x="2122322" y="104424"/>
                  <a:pt x="2123420" y="106070"/>
                  <a:pt x="2124151" y="107991"/>
                </a:cubicBezTo>
                <a:cubicBezTo>
                  <a:pt x="2124974" y="109911"/>
                  <a:pt x="2125340" y="111831"/>
                  <a:pt x="2125340" y="113934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6" name="Forma 34"/>
          <p:cNvSpPr/>
          <p:nvPr/>
        </p:nvSpPr>
        <p:spPr>
          <a:xfrm>
            <a:off x="5095677" y="3166750"/>
            <a:ext cx="77815" cy="77724"/>
          </a:xfrm>
          <a:custGeom>
            <a:avLst/>
            <a:gdLst/>
            <a:ahLst/>
            <a:cxnLst/>
            <a:rect l="l" t="t" r="r" b="b"/>
            <a:pathLst>
              <a:path w="77815" h="77724">
                <a:moveTo>
                  <a:pt x="77815" y="38862"/>
                </a:moveTo>
                <a:cubicBezTo>
                  <a:pt x="77815" y="43983"/>
                  <a:pt x="76810" y="49012"/>
                  <a:pt x="74889" y="53767"/>
                </a:cubicBezTo>
                <a:cubicBezTo>
                  <a:pt x="72878" y="58522"/>
                  <a:pt x="70043" y="62728"/>
                  <a:pt x="66385" y="66294"/>
                </a:cubicBezTo>
                <a:cubicBezTo>
                  <a:pt x="62728" y="69952"/>
                  <a:pt x="58522" y="72786"/>
                  <a:pt x="53767" y="74798"/>
                </a:cubicBezTo>
                <a:cubicBezTo>
                  <a:pt x="49012" y="76718"/>
                  <a:pt x="44074" y="77724"/>
                  <a:pt x="38862" y="77724"/>
                </a:cubicBezTo>
                <a:cubicBezTo>
                  <a:pt x="33741" y="77724"/>
                  <a:pt x="28804" y="76718"/>
                  <a:pt x="24049" y="74798"/>
                </a:cubicBezTo>
                <a:cubicBezTo>
                  <a:pt x="19294" y="72786"/>
                  <a:pt x="15088" y="69952"/>
                  <a:pt x="11430" y="66294"/>
                </a:cubicBezTo>
                <a:cubicBezTo>
                  <a:pt x="7772" y="62728"/>
                  <a:pt x="4938" y="58522"/>
                  <a:pt x="2926" y="53767"/>
                </a:cubicBezTo>
                <a:cubicBezTo>
                  <a:pt x="1006" y="49012"/>
                  <a:pt x="0" y="43983"/>
                  <a:pt x="0" y="38862"/>
                </a:cubicBezTo>
                <a:cubicBezTo>
                  <a:pt x="0" y="33741"/>
                  <a:pt x="1006" y="28712"/>
                  <a:pt x="2926" y="23957"/>
                </a:cubicBezTo>
                <a:cubicBezTo>
                  <a:pt x="4938" y="19202"/>
                  <a:pt x="7772" y="14996"/>
                  <a:pt x="11430" y="11339"/>
                </a:cubicBezTo>
                <a:cubicBezTo>
                  <a:pt x="15088" y="7772"/>
                  <a:pt x="19294" y="4938"/>
                  <a:pt x="24049" y="2926"/>
                </a:cubicBezTo>
                <a:cubicBezTo>
                  <a:pt x="28804" y="1006"/>
                  <a:pt x="33741" y="0"/>
                  <a:pt x="38862" y="0"/>
                </a:cubicBezTo>
                <a:cubicBezTo>
                  <a:pt x="44074" y="0"/>
                  <a:pt x="49012" y="1006"/>
                  <a:pt x="53767" y="2926"/>
                </a:cubicBezTo>
                <a:cubicBezTo>
                  <a:pt x="58522" y="4938"/>
                  <a:pt x="62728" y="7772"/>
                  <a:pt x="66385" y="11339"/>
                </a:cubicBezTo>
                <a:cubicBezTo>
                  <a:pt x="70043" y="14996"/>
                  <a:pt x="72878" y="19202"/>
                  <a:pt x="74889" y="23957"/>
                </a:cubicBezTo>
                <a:cubicBezTo>
                  <a:pt x="76810" y="28712"/>
                  <a:pt x="77815" y="33741"/>
                  <a:pt x="77815" y="38862"/>
                </a:cubicBezTo>
              </a:path>
            </a:pathLst>
          </a:custGeom>
          <a:solidFill>
            <a:srgbClr val="C64B35">
              <a:alpha val="86000"/>
            </a:srgbClr>
          </a:solidFill>
          <a:ln w="13157">
            <a:solidFill>
              <a:srgbClr val="F2EFE6">
                <a:alpha val="86000"/>
              </a:srgbClr>
            </a:solidFill>
            <a:prstDash val="solid"/>
          </a:ln>
        </p:spPr>
      </p:sp>
      <p:sp>
        <p:nvSpPr>
          <p:cNvPr id="7" name="Forma 35"/>
          <p:cNvSpPr/>
          <p:nvPr/>
        </p:nvSpPr>
        <p:spPr>
          <a:xfrm>
            <a:off x="2805105" y="1783903"/>
            <a:ext cx="3532327" cy="1437528"/>
          </a:xfrm>
          <a:custGeom>
            <a:avLst/>
            <a:gdLst/>
            <a:ahLst/>
            <a:cxnLst/>
            <a:rect l="l" t="t" r="r" b="b"/>
            <a:pathLst>
              <a:path w="3532327" h="1437528">
                <a:moveTo>
                  <a:pt x="2622774" y="1393637"/>
                </a:moveTo>
                <a:cubicBezTo>
                  <a:pt x="2622774" y="1395649"/>
                  <a:pt x="2622316" y="1397660"/>
                  <a:pt x="2621585" y="1399489"/>
                </a:cubicBezTo>
                <a:cubicBezTo>
                  <a:pt x="2620762" y="1401409"/>
                  <a:pt x="2619665" y="1403055"/>
                  <a:pt x="2618202" y="1404518"/>
                </a:cubicBezTo>
                <a:cubicBezTo>
                  <a:pt x="2616738" y="1405981"/>
                  <a:pt x="2615093" y="1407079"/>
                  <a:pt x="2613172" y="1407902"/>
                </a:cubicBezTo>
                <a:cubicBezTo>
                  <a:pt x="2611344" y="1408633"/>
                  <a:pt x="2609332" y="1408999"/>
                  <a:pt x="2607320" y="1408999"/>
                </a:cubicBezTo>
                <a:cubicBezTo>
                  <a:pt x="2605217" y="1408999"/>
                  <a:pt x="2603297" y="1408633"/>
                  <a:pt x="2601377" y="1407902"/>
                </a:cubicBezTo>
                <a:cubicBezTo>
                  <a:pt x="2599456" y="1407079"/>
                  <a:pt x="2597810" y="1405981"/>
                  <a:pt x="2596347" y="1404518"/>
                </a:cubicBezTo>
                <a:cubicBezTo>
                  <a:pt x="2594884" y="1403055"/>
                  <a:pt x="2593787" y="1401409"/>
                  <a:pt x="2593056" y="1399489"/>
                </a:cubicBezTo>
                <a:cubicBezTo>
                  <a:pt x="2592233" y="1397660"/>
                  <a:pt x="2591867" y="1395649"/>
                  <a:pt x="2591867" y="1393637"/>
                </a:cubicBezTo>
                <a:cubicBezTo>
                  <a:pt x="2591867" y="1391534"/>
                  <a:pt x="2592233" y="1389614"/>
                  <a:pt x="2593056" y="1387693"/>
                </a:cubicBezTo>
                <a:cubicBezTo>
                  <a:pt x="2593787" y="1385773"/>
                  <a:pt x="2594884" y="1384127"/>
                  <a:pt x="2596347" y="1382664"/>
                </a:cubicBezTo>
                <a:cubicBezTo>
                  <a:pt x="2597810" y="1381293"/>
                  <a:pt x="2599456" y="1380104"/>
                  <a:pt x="2601377" y="1379372"/>
                </a:cubicBezTo>
                <a:cubicBezTo>
                  <a:pt x="2603297" y="1378549"/>
                  <a:pt x="2605217" y="1378184"/>
                  <a:pt x="2607320" y="1378184"/>
                </a:cubicBezTo>
                <a:cubicBezTo>
                  <a:pt x="2609332" y="1378184"/>
                  <a:pt x="2611344" y="1378549"/>
                  <a:pt x="2613172" y="1379372"/>
                </a:cubicBezTo>
                <a:cubicBezTo>
                  <a:pt x="2615093" y="1380104"/>
                  <a:pt x="2616738" y="1381293"/>
                  <a:pt x="2618202" y="1382664"/>
                </a:cubicBezTo>
                <a:cubicBezTo>
                  <a:pt x="2619665" y="1384127"/>
                  <a:pt x="2620762" y="1385773"/>
                  <a:pt x="2621585" y="1387693"/>
                </a:cubicBezTo>
                <a:cubicBezTo>
                  <a:pt x="2622316" y="1389614"/>
                  <a:pt x="2622774" y="1391534"/>
                  <a:pt x="2622774" y="1393637"/>
                </a:cubicBezTo>
              </a:path>
              <a:path w="3532327" h="1437528">
                <a:moveTo>
                  <a:pt x="2877160" y="1326154"/>
                </a:moveTo>
                <a:cubicBezTo>
                  <a:pt x="2877160" y="1328257"/>
                  <a:pt x="2876794" y="1330178"/>
                  <a:pt x="2875971" y="1332098"/>
                </a:cubicBezTo>
                <a:cubicBezTo>
                  <a:pt x="2875239" y="1333927"/>
                  <a:pt x="2874142" y="1335664"/>
                  <a:pt x="2872679" y="1337127"/>
                </a:cubicBezTo>
                <a:cubicBezTo>
                  <a:pt x="2871216" y="1338499"/>
                  <a:pt x="2869570" y="1339687"/>
                  <a:pt x="2867650" y="1340419"/>
                </a:cubicBezTo>
                <a:cubicBezTo>
                  <a:pt x="2865730" y="1341242"/>
                  <a:pt x="2863809" y="1341608"/>
                  <a:pt x="2861706" y="1341608"/>
                </a:cubicBezTo>
                <a:cubicBezTo>
                  <a:pt x="2859695" y="1341608"/>
                  <a:pt x="2857683" y="1341242"/>
                  <a:pt x="2855854" y="1340419"/>
                </a:cubicBezTo>
                <a:cubicBezTo>
                  <a:pt x="2853934" y="1339687"/>
                  <a:pt x="2852288" y="1338499"/>
                  <a:pt x="2850825" y="1337127"/>
                </a:cubicBezTo>
                <a:cubicBezTo>
                  <a:pt x="2849362" y="1335664"/>
                  <a:pt x="2848265" y="1333927"/>
                  <a:pt x="2847442" y="1332098"/>
                </a:cubicBezTo>
                <a:cubicBezTo>
                  <a:pt x="2846710" y="1330178"/>
                  <a:pt x="2846253" y="1328257"/>
                  <a:pt x="2846253" y="1326154"/>
                </a:cubicBezTo>
                <a:cubicBezTo>
                  <a:pt x="2846253" y="1324143"/>
                  <a:pt x="2846710" y="1322131"/>
                  <a:pt x="2847442" y="1320302"/>
                </a:cubicBezTo>
                <a:cubicBezTo>
                  <a:pt x="2848265" y="1318382"/>
                  <a:pt x="2849362" y="1316736"/>
                  <a:pt x="2850825" y="1315273"/>
                </a:cubicBezTo>
                <a:cubicBezTo>
                  <a:pt x="2852288" y="1313810"/>
                  <a:pt x="2853934" y="1312713"/>
                  <a:pt x="2855854" y="1311890"/>
                </a:cubicBezTo>
                <a:cubicBezTo>
                  <a:pt x="2857683" y="1311158"/>
                  <a:pt x="2859695" y="1310701"/>
                  <a:pt x="2861706" y="1310701"/>
                </a:cubicBezTo>
                <a:cubicBezTo>
                  <a:pt x="2863809" y="1310701"/>
                  <a:pt x="2865730" y="1311158"/>
                  <a:pt x="2867650" y="1311890"/>
                </a:cubicBezTo>
                <a:cubicBezTo>
                  <a:pt x="2869570" y="1312713"/>
                  <a:pt x="2871216" y="1313810"/>
                  <a:pt x="2872679" y="1315273"/>
                </a:cubicBezTo>
                <a:cubicBezTo>
                  <a:pt x="2874142" y="1316736"/>
                  <a:pt x="2875239" y="1318382"/>
                  <a:pt x="2875971" y="1320302"/>
                </a:cubicBezTo>
                <a:cubicBezTo>
                  <a:pt x="2876794" y="1322131"/>
                  <a:pt x="2877160" y="1324143"/>
                  <a:pt x="2877160" y="1326154"/>
                </a:cubicBezTo>
              </a:path>
              <a:path w="3532327" h="1437528">
                <a:moveTo>
                  <a:pt x="3219420" y="1422075"/>
                </a:moveTo>
                <a:cubicBezTo>
                  <a:pt x="3219420" y="1424087"/>
                  <a:pt x="3219054" y="1426098"/>
                  <a:pt x="3218231" y="1428018"/>
                </a:cubicBezTo>
                <a:cubicBezTo>
                  <a:pt x="3217499" y="1429847"/>
                  <a:pt x="3216402" y="1431493"/>
                  <a:pt x="3214939" y="1432956"/>
                </a:cubicBezTo>
                <a:cubicBezTo>
                  <a:pt x="3213476" y="1434419"/>
                  <a:pt x="3211830" y="1435517"/>
                  <a:pt x="3209910" y="1436340"/>
                </a:cubicBezTo>
                <a:cubicBezTo>
                  <a:pt x="3207990" y="1437071"/>
                  <a:pt x="3206069" y="1437528"/>
                  <a:pt x="3203966" y="1437528"/>
                </a:cubicBezTo>
                <a:cubicBezTo>
                  <a:pt x="3201954" y="1437528"/>
                  <a:pt x="3199943" y="1437071"/>
                  <a:pt x="3198114" y="1436340"/>
                </a:cubicBezTo>
                <a:cubicBezTo>
                  <a:pt x="3196194" y="1435517"/>
                  <a:pt x="3194548" y="1434419"/>
                  <a:pt x="3193085" y="1432956"/>
                </a:cubicBezTo>
                <a:cubicBezTo>
                  <a:pt x="3191622" y="1431493"/>
                  <a:pt x="3190524" y="1429847"/>
                  <a:pt x="3189702" y="1428018"/>
                </a:cubicBezTo>
                <a:cubicBezTo>
                  <a:pt x="3188970" y="1426098"/>
                  <a:pt x="3188513" y="1424087"/>
                  <a:pt x="3188513" y="1422075"/>
                </a:cubicBezTo>
                <a:cubicBezTo>
                  <a:pt x="3188513" y="1420063"/>
                  <a:pt x="3188970" y="1418052"/>
                  <a:pt x="3189702" y="1416131"/>
                </a:cubicBezTo>
                <a:cubicBezTo>
                  <a:pt x="3190524" y="1414302"/>
                  <a:pt x="3191622" y="1412565"/>
                  <a:pt x="3193085" y="1411194"/>
                </a:cubicBezTo>
                <a:cubicBezTo>
                  <a:pt x="3194548" y="1409730"/>
                  <a:pt x="3196194" y="1408633"/>
                  <a:pt x="3198114" y="1407810"/>
                </a:cubicBezTo>
                <a:cubicBezTo>
                  <a:pt x="3199943" y="1406987"/>
                  <a:pt x="3201954" y="1406622"/>
                  <a:pt x="3203966" y="1406622"/>
                </a:cubicBezTo>
                <a:cubicBezTo>
                  <a:pt x="3206069" y="1406622"/>
                  <a:pt x="3207990" y="1406987"/>
                  <a:pt x="3209910" y="1407810"/>
                </a:cubicBezTo>
                <a:cubicBezTo>
                  <a:pt x="3211830" y="1408633"/>
                  <a:pt x="3213476" y="1409730"/>
                  <a:pt x="3214939" y="1411194"/>
                </a:cubicBezTo>
                <a:cubicBezTo>
                  <a:pt x="3216402" y="1412565"/>
                  <a:pt x="3217499" y="1414302"/>
                  <a:pt x="3218231" y="1416131"/>
                </a:cubicBezTo>
                <a:cubicBezTo>
                  <a:pt x="3219054" y="1418052"/>
                  <a:pt x="3219420" y="1420063"/>
                  <a:pt x="3219420" y="1422075"/>
                </a:cubicBezTo>
              </a:path>
              <a:path w="3532327" h="1437528">
                <a:moveTo>
                  <a:pt x="3436041" y="1395740"/>
                </a:moveTo>
                <a:cubicBezTo>
                  <a:pt x="3436041" y="1397843"/>
                  <a:pt x="3435675" y="1399764"/>
                  <a:pt x="3434852" y="1401684"/>
                </a:cubicBezTo>
                <a:cubicBezTo>
                  <a:pt x="3434121" y="1403604"/>
                  <a:pt x="3433023" y="1405250"/>
                  <a:pt x="3431560" y="1406713"/>
                </a:cubicBezTo>
                <a:cubicBezTo>
                  <a:pt x="3430097" y="1408176"/>
                  <a:pt x="3428451" y="1409273"/>
                  <a:pt x="3426531" y="1410005"/>
                </a:cubicBezTo>
                <a:cubicBezTo>
                  <a:pt x="3424611" y="1410828"/>
                  <a:pt x="3422691" y="1411194"/>
                  <a:pt x="3420588" y="1411194"/>
                </a:cubicBezTo>
                <a:cubicBezTo>
                  <a:pt x="3418576" y="1411194"/>
                  <a:pt x="3416564" y="1410828"/>
                  <a:pt x="3414735" y="1410005"/>
                </a:cubicBezTo>
                <a:cubicBezTo>
                  <a:pt x="3412815" y="1409273"/>
                  <a:pt x="3411169" y="1408176"/>
                  <a:pt x="3409706" y="1406713"/>
                </a:cubicBezTo>
                <a:cubicBezTo>
                  <a:pt x="3408243" y="1405250"/>
                  <a:pt x="3407146" y="1403604"/>
                  <a:pt x="3406323" y="1401684"/>
                </a:cubicBezTo>
                <a:cubicBezTo>
                  <a:pt x="3405591" y="1399764"/>
                  <a:pt x="3405134" y="1397843"/>
                  <a:pt x="3405134" y="1395740"/>
                </a:cubicBezTo>
                <a:cubicBezTo>
                  <a:pt x="3405134" y="1393728"/>
                  <a:pt x="3405591" y="1391808"/>
                  <a:pt x="3406323" y="1389888"/>
                </a:cubicBezTo>
                <a:cubicBezTo>
                  <a:pt x="3407146" y="1387968"/>
                  <a:pt x="3408243" y="1386322"/>
                  <a:pt x="3409706" y="1384859"/>
                </a:cubicBezTo>
                <a:cubicBezTo>
                  <a:pt x="3411169" y="1383396"/>
                  <a:pt x="3412815" y="1382298"/>
                  <a:pt x="3414735" y="1381567"/>
                </a:cubicBezTo>
                <a:cubicBezTo>
                  <a:pt x="3416564" y="1380744"/>
                  <a:pt x="3418576" y="1380378"/>
                  <a:pt x="3420588" y="1380378"/>
                </a:cubicBezTo>
                <a:cubicBezTo>
                  <a:pt x="3422691" y="1380378"/>
                  <a:pt x="3424611" y="1380744"/>
                  <a:pt x="3426531" y="1381567"/>
                </a:cubicBezTo>
                <a:cubicBezTo>
                  <a:pt x="3428451" y="1382298"/>
                  <a:pt x="3430097" y="1383396"/>
                  <a:pt x="3431560" y="1384859"/>
                </a:cubicBezTo>
                <a:cubicBezTo>
                  <a:pt x="3433023" y="1386322"/>
                  <a:pt x="3434121" y="1387968"/>
                  <a:pt x="3434852" y="1389888"/>
                </a:cubicBezTo>
                <a:cubicBezTo>
                  <a:pt x="3435675" y="1391808"/>
                  <a:pt x="3436041" y="1393728"/>
                  <a:pt x="3436041" y="1395740"/>
                </a:cubicBezTo>
              </a:path>
              <a:path w="3532327" h="1437528">
                <a:moveTo>
                  <a:pt x="30907" y="1161288"/>
                </a:moveTo>
                <a:cubicBezTo>
                  <a:pt x="30907" y="1163391"/>
                  <a:pt x="30541" y="1165311"/>
                  <a:pt x="29718" y="1167232"/>
                </a:cubicBezTo>
                <a:cubicBezTo>
                  <a:pt x="28895" y="1169060"/>
                  <a:pt x="27798" y="1170798"/>
                  <a:pt x="26335" y="1172169"/>
                </a:cubicBezTo>
                <a:cubicBezTo>
                  <a:pt x="24963" y="1173632"/>
                  <a:pt x="23226" y="1174821"/>
                  <a:pt x="21397" y="1175553"/>
                </a:cubicBezTo>
                <a:cubicBezTo>
                  <a:pt x="19477" y="1176376"/>
                  <a:pt x="17465" y="1176741"/>
                  <a:pt x="15453" y="1176741"/>
                </a:cubicBezTo>
                <a:cubicBezTo>
                  <a:pt x="13442" y="1176741"/>
                  <a:pt x="11430" y="1176376"/>
                  <a:pt x="9510" y="1175553"/>
                </a:cubicBezTo>
                <a:cubicBezTo>
                  <a:pt x="7681" y="1174821"/>
                  <a:pt x="5944" y="1173632"/>
                  <a:pt x="4481" y="1172169"/>
                </a:cubicBezTo>
                <a:cubicBezTo>
                  <a:pt x="3109" y="1170798"/>
                  <a:pt x="1920" y="1169060"/>
                  <a:pt x="1189" y="1167232"/>
                </a:cubicBezTo>
                <a:cubicBezTo>
                  <a:pt x="366" y="1165311"/>
                  <a:pt x="0" y="1163391"/>
                  <a:pt x="0" y="1161288"/>
                </a:cubicBezTo>
                <a:cubicBezTo>
                  <a:pt x="0" y="1159276"/>
                  <a:pt x="366" y="1157265"/>
                  <a:pt x="1189" y="1155436"/>
                </a:cubicBezTo>
                <a:cubicBezTo>
                  <a:pt x="1920" y="1153516"/>
                  <a:pt x="3109" y="1151870"/>
                  <a:pt x="4481" y="1150407"/>
                </a:cubicBezTo>
                <a:cubicBezTo>
                  <a:pt x="5944" y="1148944"/>
                  <a:pt x="7681" y="1147846"/>
                  <a:pt x="9510" y="1147023"/>
                </a:cubicBezTo>
                <a:cubicBezTo>
                  <a:pt x="11430" y="1146292"/>
                  <a:pt x="13442" y="1145835"/>
                  <a:pt x="15453" y="1145835"/>
                </a:cubicBezTo>
                <a:cubicBezTo>
                  <a:pt x="17465" y="1145835"/>
                  <a:pt x="19477" y="1146292"/>
                  <a:pt x="21397" y="1147023"/>
                </a:cubicBezTo>
                <a:cubicBezTo>
                  <a:pt x="23226" y="1147846"/>
                  <a:pt x="24963" y="1148944"/>
                  <a:pt x="26335" y="1150407"/>
                </a:cubicBezTo>
                <a:cubicBezTo>
                  <a:pt x="27798" y="1151870"/>
                  <a:pt x="28895" y="1153516"/>
                  <a:pt x="29718" y="1155436"/>
                </a:cubicBezTo>
                <a:cubicBezTo>
                  <a:pt x="30541" y="1157265"/>
                  <a:pt x="30907" y="1159276"/>
                  <a:pt x="30907" y="1161288"/>
                </a:cubicBezTo>
              </a:path>
              <a:path w="3532327" h="1437528">
                <a:moveTo>
                  <a:pt x="341437" y="1046348"/>
                </a:moveTo>
                <a:cubicBezTo>
                  <a:pt x="341437" y="1048360"/>
                  <a:pt x="341071" y="1050371"/>
                  <a:pt x="340248" y="1052200"/>
                </a:cubicBezTo>
                <a:cubicBezTo>
                  <a:pt x="339517" y="1054120"/>
                  <a:pt x="338419" y="1055766"/>
                  <a:pt x="336956" y="1057229"/>
                </a:cubicBezTo>
                <a:cubicBezTo>
                  <a:pt x="335493" y="1058692"/>
                  <a:pt x="333847" y="1059790"/>
                  <a:pt x="331927" y="1060613"/>
                </a:cubicBezTo>
                <a:cubicBezTo>
                  <a:pt x="330007" y="1061344"/>
                  <a:pt x="328087" y="1061710"/>
                  <a:pt x="325984" y="1061710"/>
                </a:cubicBezTo>
                <a:cubicBezTo>
                  <a:pt x="323972" y="1061710"/>
                  <a:pt x="321960" y="1061344"/>
                  <a:pt x="320131" y="1060613"/>
                </a:cubicBezTo>
                <a:cubicBezTo>
                  <a:pt x="318211" y="1059790"/>
                  <a:pt x="316565" y="1058692"/>
                  <a:pt x="315102" y="1057229"/>
                </a:cubicBezTo>
                <a:cubicBezTo>
                  <a:pt x="313639" y="1055766"/>
                  <a:pt x="312542" y="1054120"/>
                  <a:pt x="311719" y="1052200"/>
                </a:cubicBezTo>
                <a:cubicBezTo>
                  <a:pt x="310987" y="1050371"/>
                  <a:pt x="310530" y="1048360"/>
                  <a:pt x="310530" y="1046348"/>
                </a:cubicBezTo>
                <a:cubicBezTo>
                  <a:pt x="310530" y="1044245"/>
                  <a:pt x="310987" y="1042325"/>
                  <a:pt x="311719" y="1040404"/>
                </a:cubicBezTo>
                <a:cubicBezTo>
                  <a:pt x="312542" y="1038484"/>
                  <a:pt x="313639" y="1036838"/>
                  <a:pt x="315102" y="1035375"/>
                </a:cubicBezTo>
                <a:cubicBezTo>
                  <a:pt x="316565" y="1034004"/>
                  <a:pt x="318211" y="1032815"/>
                  <a:pt x="320131" y="1032083"/>
                </a:cubicBezTo>
                <a:cubicBezTo>
                  <a:pt x="321960" y="1031260"/>
                  <a:pt x="323972" y="1030895"/>
                  <a:pt x="325984" y="1030895"/>
                </a:cubicBezTo>
                <a:cubicBezTo>
                  <a:pt x="328087" y="1030895"/>
                  <a:pt x="330007" y="1031260"/>
                  <a:pt x="331927" y="1032083"/>
                </a:cubicBezTo>
                <a:cubicBezTo>
                  <a:pt x="333847" y="1032815"/>
                  <a:pt x="335493" y="1034004"/>
                  <a:pt x="336956" y="1035375"/>
                </a:cubicBezTo>
                <a:cubicBezTo>
                  <a:pt x="338419" y="1036838"/>
                  <a:pt x="339517" y="1038484"/>
                  <a:pt x="340248" y="1040404"/>
                </a:cubicBezTo>
                <a:cubicBezTo>
                  <a:pt x="341071" y="1042325"/>
                  <a:pt x="341437" y="1044245"/>
                  <a:pt x="341437" y="1046348"/>
                </a:cubicBezTo>
              </a:path>
              <a:path w="3532327" h="1437528">
                <a:moveTo>
                  <a:pt x="555315" y="1113556"/>
                </a:moveTo>
                <a:cubicBezTo>
                  <a:pt x="555315" y="1115659"/>
                  <a:pt x="554858" y="1117580"/>
                  <a:pt x="554126" y="1119500"/>
                </a:cubicBezTo>
                <a:cubicBezTo>
                  <a:pt x="553303" y="1121420"/>
                  <a:pt x="552206" y="1123066"/>
                  <a:pt x="550743" y="1124529"/>
                </a:cubicBezTo>
                <a:cubicBezTo>
                  <a:pt x="549280" y="1125901"/>
                  <a:pt x="547634" y="1127089"/>
                  <a:pt x="545714" y="1127821"/>
                </a:cubicBezTo>
                <a:cubicBezTo>
                  <a:pt x="543885" y="1128644"/>
                  <a:pt x="541873" y="1129010"/>
                  <a:pt x="539862" y="1129010"/>
                </a:cubicBezTo>
                <a:cubicBezTo>
                  <a:pt x="537759" y="1129010"/>
                  <a:pt x="535838" y="1128644"/>
                  <a:pt x="533918" y="1127821"/>
                </a:cubicBezTo>
                <a:cubicBezTo>
                  <a:pt x="531998" y="1127089"/>
                  <a:pt x="530352" y="1125901"/>
                  <a:pt x="528889" y="1124529"/>
                </a:cubicBezTo>
                <a:cubicBezTo>
                  <a:pt x="527426" y="1123066"/>
                  <a:pt x="526329" y="1121420"/>
                  <a:pt x="525597" y="1119500"/>
                </a:cubicBezTo>
                <a:cubicBezTo>
                  <a:pt x="524774" y="1117580"/>
                  <a:pt x="524408" y="1115659"/>
                  <a:pt x="524408" y="1113556"/>
                </a:cubicBezTo>
                <a:cubicBezTo>
                  <a:pt x="524408" y="1111545"/>
                  <a:pt x="524774" y="1109533"/>
                  <a:pt x="525597" y="1107704"/>
                </a:cubicBezTo>
                <a:cubicBezTo>
                  <a:pt x="526329" y="1105784"/>
                  <a:pt x="527426" y="1104138"/>
                  <a:pt x="528889" y="1102675"/>
                </a:cubicBezTo>
                <a:cubicBezTo>
                  <a:pt x="530352" y="1101212"/>
                  <a:pt x="531998" y="1100115"/>
                  <a:pt x="533918" y="1099292"/>
                </a:cubicBezTo>
                <a:cubicBezTo>
                  <a:pt x="535838" y="1098560"/>
                  <a:pt x="537759" y="1098194"/>
                  <a:pt x="539862" y="1098194"/>
                </a:cubicBezTo>
                <a:cubicBezTo>
                  <a:pt x="541873" y="1098194"/>
                  <a:pt x="543885" y="1098560"/>
                  <a:pt x="545714" y="1099292"/>
                </a:cubicBezTo>
                <a:cubicBezTo>
                  <a:pt x="547634" y="1100115"/>
                  <a:pt x="549280" y="1101212"/>
                  <a:pt x="550743" y="1102675"/>
                </a:cubicBezTo>
                <a:cubicBezTo>
                  <a:pt x="552206" y="1104138"/>
                  <a:pt x="553303" y="1105784"/>
                  <a:pt x="554126" y="1107704"/>
                </a:cubicBezTo>
                <a:cubicBezTo>
                  <a:pt x="554858" y="1109533"/>
                  <a:pt x="555315" y="1111545"/>
                  <a:pt x="555315" y="1113556"/>
                </a:cubicBezTo>
              </a:path>
              <a:path w="3532327" h="1437528">
                <a:moveTo>
                  <a:pt x="769468" y="1164031"/>
                </a:moveTo>
                <a:cubicBezTo>
                  <a:pt x="769468" y="1166043"/>
                  <a:pt x="769102" y="1167963"/>
                  <a:pt x="768370" y="1169883"/>
                </a:cubicBezTo>
                <a:cubicBezTo>
                  <a:pt x="767547" y="1171804"/>
                  <a:pt x="766450" y="1173450"/>
                  <a:pt x="764987" y="1174913"/>
                </a:cubicBezTo>
                <a:cubicBezTo>
                  <a:pt x="763524" y="1176376"/>
                  <a:pt x="761878" y="1177473"/>
                  <a:pt x="759958" y="1178204"/>
                </a:cubicBezTo>
                <a:cubicBezTo>
                  <a:pt x="758038" y="1179027"/>
                  <a:pt x="756117" y="1179393"/>
                  <a:pt x="754014" y="1179393"/>
                </a:cubicBezTo>
                <a:cubicBezTo>
                  <a:pt x="752003" y="1179393"/>
                  <a:pt x="749991" y="1179027"/>
                  <a:pt x="748162" y="1178204"/>
                </a:cubicBezTo>
                <a:cubicBezTo>
                  <a:pt x="746242" y="1177473"/>
                  <a:pt x="744596" y="1176376"/>
                  <a:pt x="743133" y="1174913"/>
                </a:cubicBezTo>
                <a:cubicBezTo>
                  <a:pt x="741670" y="1173450"/>
                  <a:pt x="740573" y="1171804"/>
                  <a:pt x="739750" y="1169883"/>
                </a:cubicBezTo>
                <a:cubicBezTo>
                  <a:pt x="739018" y="1167963"/>
                  <a:pt x="738561" y="1166043"/>
                  <a:pt x="738561" y="1164031"/>
                </a:cubicBezTo>
                <a:cubicBezTo>
                  <a:pt x="738561" y="1161928"/>
                  <a:pt x="739018" y="1160008"/>
                  <a:pt x="739750" y="1158088"/>
                </a:cubicBezTo>
                <a:cubicBezTo>
                  <a:pt x="740573" y="1156167"/>
                  <a:pt x="741670" y="1154521"/>
                  <a:pt x="743133" y="1153058"/>
                </a:cubicBezTo>
                <a:cubicBezTo>
                  <a:pt x="744596" y="1151595"/>
                  <a:pt x="746242" y="1150498"/>
                  <a:pt x="748162" y="1149767"/>
                </a:cubicBezTo>
                <a:cubicBezTo>
                  <a:pt x="749991" y="1148944"/>
                  <a:pt x="752003" y="1148578"/>
                  <a:pt x="754014" y="1148578"/>
                </a:cubicBezTo>
                <a:cubicBezTo>
                  <a:pt x="756117" y="1148578"/>
                  <a:pt x="758038" y="1148944"/>
                  <a:pt x="759958" y="1149767"/>
                </a:cubicBezTo>
                <a:cubicBezTo>
                  <a:pt x="761878" y="1150498"/>
                  <a:pt x="763524" y="1151595"/>
                  <a:pt x="764987" y="1153058"/>
                </a:cubicBezTo>
                <a:cubicBezTo>
                  <a:pt x="766450" y="1154521"/>
                  <a:pt x="767547" y="1156167"/>
                  <a:pt x="768370" y="1158088"/>
                </a:cubicBezTo>
                <a:cubicBezTo>
                  <a:pt x="769102" y="1160008"/>
                  <a:pt x="769468" y="1161928"/>
                  <a:pt x="769468" y="1164031"/>
                </a:cubicBezTo>
              </a:path>
              <a:path w="3532327" h="1437528">
                <a:moveTo>
                  <a:pt x="1067928" y="1142543"/>
                </a:moveTo>
                <a:cubicBezTo>
                  <a:pt x="1067928" y="1144646"/>
                  <a:pt x="1067471" y="1146566"/>
                  <a:pt x="1066739" y="1148486"/>
                </a:cubicBezTo>
                <a:cubicBezTo>
                  <a:pt x="1065916" y="1150315"/>
                  <a:pt x="1064819" y="1152053"/>
                  <a:pt x="1063356" y="1153424"/>
                </a:cubicBezTo>
                <a:cubicBezTo>
                  <a:pt x="1061893" y="1154887"/>
                  <a:pt x="1060247" y="1156076"/>
                  <a:pt x="1058327" y="1156807"/>
                </a:cubicBezTo>
                <a:cubicBezTo>
                  <a:pt x="1056498" y="1157630"/>
                  <a:pt x="1054486" y="1157996"/>
                  <a:pt x="1052474" y="1157996"/>
                </a:cubicBezTo>
                <a:cubicBezTo>
                  <a:pt x="1050371" y="1157996"/>
                  <a:pt x="1048451" y="1157630"/>
                  <a:pt x="1046531" y="1156807"/>
                </a:cubicBezTo>
                <a:cubicBezTo>
                  <a:pt x="1044611" y="1156076"/>
                  <a:pt x="1042965" y="1154887"/>
                  <a:pt x="1041502" y="1153424"/>
                </a:cubicBezTo>
                <a:cubicBezTo>
                  <a:pt x="1040039" y="1152053"/>
                  <a:pt x="1038941" y="1150315"/>
                  <a:pt x="1038210" y="1148486"/>
                </a:cubicBezTo>
                <a:cubicBezTo>
                  <a:pt x="1037387" y="1146566"/>
                  <a:pt x="1037021" y="1144646"/>
                  <a:pt x="1037021" y="1142543"/>
                </a:cubicBezTo>
                <a:cubicBezTo>
                  <a:pt x="1037021" y="1140531"/>
                  <a:pt x="1037387" y="1138519"/>
                  <a:pt x="1038210" y="1136691"/>
                </a:cubicBezTo>
                <a:cubicBezTo>
                  <a:pt x="1038941" y="1134770"/>
                  <a:pt x="1040039" y="1133124"/>
                  <a:pt x="1041502" y="1131661"/>
                </a:cubicBezTo>
                <a:cubicBezTo>
                  <a:pt x="1042965" y="1130198"/>
                  <a:pt x="1044611" y="1129101"/>
                  <a:pt x="1046531" y="1128278"/>
                </a:cubicBezTo>
                <a:cubicBezTo>
                  <a:pt x="1048451" y="1127547"/>
                  <a:pt x="1050371" y="1127089"/>
                  <a:pt x="1052474" y="1127089"/>
                </a:cubicBezTo>
                <a:cubicBezTo>
                  <a:pt x="1054486" y="1127089"/>
                  <a:pt x="1056498" y="1127547"/>
                  <a:pt x="1058327" y="1128278"/>
                </a:cubicBezTo>
                <a:cubicBezTo>
                  <a:pt x="1060247" y="1129101"/>
                  <a:pt x="1061893" y="1130198"/>
                  <a:pt x="1063356" y="1131661"/>
                </a:cubicBezTo>
                <a:cubicBezTo>
                  <a:pt x="1064819" y="1133124"/>
                  <a:pt x="1065916" y="1134770"/>
                  <a:pt x="1066739" y="1136691"/>
                </a:cubicBezTo>
                <a:cubicBezTo>
                  <a:pt x="1067471" y="1138519"/>
                  <a:pt x="1067928" y="1140531"/>
                  <a:pt x="1067928" y="1142543"/>
                </a:cubicBezTo>
              </a:path>
              <a:path w="3532327" h="1437528">
                <a:moveTo>
                  <a:pt x="1396655" y="1156167"/>
                </a:moveTo>
                <a:cubicBezTo>
                  <a:pt x="1396655" y="1158179"/>
                  <a:pt x="1396289" y="1160191"/>
                  <a:pt x="1395466" y="1162020"/>
                </a:cubicBezTo>
                <a:cubicBezTo>
                  <a:pt x="1394734" y="1163940"/>
                  <a:pt x="1393546" y="1165586"/>
                  <a:pt x="1392083" y="1167049"/>
                </a:cubicBezTo>
                <a:cubicBezTo>
                  <a:pt x="1390711" y="1168512"/>
                  <a:pt x="1388974" y="1169609"/>
                  <a:pt x="1387145" y="1170432"/>
                </a:cubicBezTo>
                <a:cubicBezTo>
                  <a:pt x="1385225" y="1171164"/>
                  <a:pt x="1383213" y="1171621"/>
                  <a:pt x="1381201" y="1171621"/>
                </a:cubicBezTo>
                <a:cubicBezTo>
                  <a:pt x="1379190" y="1171621"/>
                  <a:pt x="1377178" y="1171164"/>
                  <a:pt x="1375258" y="1170432"/>
                </a:cubicBezTo>
                <a:cubicBezTo>
                  <a:pt x="1373429" y="1169609"/>
                  <a:pt x="1371691" y="1168512"/>
                  <a:pt x="1370320" y="1167049"/>
                </a:cubicBezTo>
                <a:cubicBezTo>
                  <a:pt x="1368857" y="1165586"/>
                  <a:pt x="1367760" y="1163940"/>
                  <a:pt x="1366937" y="1162020"/>
                </a:cubicBezTo>
                <a:cubicBezTo>
                  <a:pt x="1366114" y="1160191"/>
                  <a:pt x="1365748" y="1158179"/>
                  <a:pt x="1365748" y="1156167"/>
                </a:cubicBezTo>
                <a:cubicBezTo>
                  <a:pt x="1365748" y="1154156"/>
                  <a:pt x="1366114" y="1152144"/>
                  <a:pt x="1366937" y="1150224"/>
                </a:cubicBezTo>
                <a:cubicBezTo>
                  <a:pt x="1367760" y="1148395"/>
                  <a:pt x="1368857" y="1146658"/>
                  <a:pt x="1370320" y="1145286"/>
                </a:cubicBezTo>
                <a:cubicBezTo>
                  <a:pt x="1371691" y="1143823"/>
                  <a:pt x="1373429" y="1142726"/>
                  <a:pt x="1375258" y="1141903"/>
                </a:cubicBezTo>
                <a:cubicBezTo>
                  <a:pt x="1377178" y="1141080"/>
                  <a:pt x="1379190" y="1140714"/>
                  <a:pt x="1381201" y="1140714"/>
                </a:cubicBezTo>
                <a:cubicBezTo>
                  <a:pt x="1383213" y="1140714"/>
                  <a:pt x="1385225" y="1141080"/>
                  <a:pt x="1387145" y="1141903"/>
                </a:cubicBezTo>
                <a:cubicBezTo>
                  <a:pt x="1388974" y="1142726"/>
                  <a:pt x="1390711" y="1143823"/>
                  <a:pt x="1392083" y="1145286"/>
                </a:cubicBezTo>
                <a:cubicBezTo>
                  <a:pt x="1393546" y="1146658"/>
                  <a:pt x="1394734" y="1148395"/>
                  <a:pt x="1395466" y="1150224"/>
                </a:cubicBezTo>
                <a:cubicBezTo>
                  <a:pt x="1396289" y="1152144"/>
                  <a:pt x="1396655" y="1154156"/>
                  <a:pt x="1396655" y="1156167"/>
                </a:cubicBezTo>
              </a:path>
              <a:path w="3532327" h="1437528">
                <a:moveTo>
                  <a:pt x="1554571" y="1051926"/>
                </a:moveTo>
                <a:cubicBezTo>
                  <a:pt x="1554571" y="1053937"/>
                  <a:pt x="1554206" y="1055949"/>
                  <a:pt x="1553383" y="1057869"/>
                </a:cubicBezTo>
                <a:cubicBezTo>
                  <a:pt x="1552651" y="1059698"/>
                  <a:pt x="1551462" y="1061344"/>
                  <a:pt x="1549999" y="1062807"/>
                </a:cubicBezTo>
                <a:cubicBezTo>
                  <a:pt x="1548628" y="1064270"/>
                  <a:pt x="1546890" y="1065367"/>
                  <a:pt x="1545062" y="1066190"/>
                </a:cubicBezTo>
                <a:cubicBezTo>
                  <a:pt x="1543141" y="1066922"/>
                  <a:pt x="1541130" y="1067379"/>
                  <a:pt x="1539118" y="1067379"/>
                </a:cubicBezTo>
                <a:cubicBezTo>
                  <a:pt x="1537106" y="1067379"/>
                  <a:pt x="1535095" y="1066922"/>
                  <a:pt x="1533174" y="1066190"/>
                </a:cubicBezTo>
                <a:cubicBezTo>
                  <a:pt x="1531346" y="1065367"/>
                  <a:pt x="1529608" y="1064270"/>
                  <a:pt x="1528237" y="1062807"/>
                </a:cubicBezTo>
                <a:cubicBezTo>
                  <a:pt x="1526774" y="1061344"/>
                  <a:pt x="1525676" y="1059698"/>
                  <a:pt x="1524853" y="1057869"/>
                </a:cubicBezTo>
                <a:cubicBezTo>
                  <a:pt x="1524030" y="1055949"/>
                  <a:pt x="1523665" y="1053937"/>
                  <a:pt x="1523665" y="1051926"/>
                </a:cubicBezTo>
                <a:cubicBezTo>
                  <a:pt x="1523665" y="1049914"/>
                  <a:pt x="1524030" y="1047902"/>
                  <a:pt x="1524853" y="1045982"/>
                </a:cubicBezTo>
                <a:cubicBezTo>
                  <a:pt x="1525676" y="1044153"/>
                  <a:pt x="1526774" y="1042416"/>
                  <a:pt x="1528237" y="1041044"/>
                </a:cubicBezTo>
                <a:cubicBezTo>
                  <a:pt x="1529608" y="1039581"/>
                  <a:pt x="1531346" y="1038484"/>
                  <a:pt x="1533174" y="1037661"/>
                </a:cubicBezTo>
                <a:cubicBezTo>
                  <a:pt x="1535095" y="1036838"/>
                  <a:pt x="1537106" y="1036472"/>
                  <a:pt x="1539118" y="1036472"/>
                </a:cubicBezTo>
                <a:cubicBezTo>
                  <a:pt x="1541130" y="1036472"/>
                  <a:pt x="1543141" y="1036838"/>
                  <a:pt x="1545062" y="1037661"/>
                </a:cubicBezTo>
                <a:cubicBezTo>
                  <a:pt x="1546890" y="1038484"/>
                  <a:pt x="1548628" y="1039581"/>
                  <a:pt x="1549999" y="1041044"/>
                </a:cubicBezTo>
                <a:cubicBezTo>
                  <a:pt x="1551462" y="1042416"/>
                  <a:pt x="1552651" y="1044153"/>
                  <a:pt x="1553383" y="1045982"/>
                </a:cubicBezTo>
                <a:cubicBezTo>
                  <a:pt x="1554206" y="1047902"/>
                  <a:pt x="1554571" y="1049914"/>
                  <a:pt x="1554571" y="1051926"/>
                </a:cubicBezTo>
              </a:path>
              <a:path w="3532327" h="1437528">
                <a:moveTo>
                  <a:pt x="1885767" y="1158179"/>
                </a:moveTo>
                <a:cubicBezTo>
                  <a:pt x="1885767" y="1160191"/>
                  <a:pt x="1885401" y="1162202"/>
                  <a:pt x="1884578" y="1164031"/>
                </a:cubicBezTo>
                <a:cubicBezTo>
                  <a:pt x="1883847" y="1165951"/>
                  <a:pt x="1882750" y="1167597"/>
                  <a:pt x="1881287" y="1169060"/>
                </a:cubicBezTo>
                <a:cubicBezTo>
                  <a:pt x="1879824" y="1170523"/>
                  <a:pt x="1878178" y="1171621"/>
                  <a:pt x="1876257" y="1172444"/>
                </a:cubicBezTo>
                <a:cubicBezTo>
                  <a:pt x="1874337" y="1173175"/>
                  <a:pt x="1872417" y="1173632"/>
                  <a:pt x="1870314" y="1173632"/>
                </a:cubicBezTo>
                <a:cubicBezTo>
                  <a:pt x="1868302" y="1173632"/>
                  <a:pt x="1866290" y="1173175"/>
                  <a:pt x="1864462" y="1172444"/>
                </a:cubicBezTo>
                <a:cubicBezTo>
                  <a:pt x="1862541" y="1171621"/>
                  <a:pt x="1860895" y="1170523"/>
                  <a:pt x="1859432" y="1169060"/>
                </a:cubicBezTo>
                <a:cubicBezTo>
                  <a:pt x="1857969" y="1167597"/>
                  <a:pt x="1856872" y="1165951"/>
                  <a:pt x="1856049" y="1164031"/>
                </a:cubicBezTo>
                <a:cubicBezTo>
                  <a:pt x="1855318" y="1162202"/>
                  <a:pt x="1854860" y="1160191"/>
                  <a:pt x="1854860" y="1158179"/>
                </a:cubicBezTo>
                <a:cubicBezTo>
                  <a:pt x="1854860" y="1156076"/>
                  <a:pt x="1855318" y="1154156"/>
                  <a:pt x="1856049" y="1152235"/>
                </a:cubicBezTo>
                <a:cubicBezTo>
                  <a:pt x="1856872" y="1150407"/>
                  <a:pt x="1857969" y="1148669"/>
                  <a:pt x="1859432" y="1147206"/>
                </a:cubicBezTo>
                <a:cubicBezTo>
                  <a:pt x="1860895" y="1145835"/>
                  <a:pt x="1862541" y="1144646"/>
                  <a:pt x="1864462" y="1143914"/>
                </a:cubicBezTo>
                <a:cubicBezTo>
                  <a:pt x="1866290" y="1143091"/>
                  <a:pt x="1868302" y="1142726"/>
                  <a:pt x="1870314" y="1142726"/>
                </a:cubicBezTo>
                <a:cubicBezTo>
                  <a:pt x="1872417" y="1142726"/>
                  <a:pt x="1874337" y="1143091"/>
                  <a:pt x="1876257" y="1143914"/>
                </a:cubicBezTo>
                <a:cubicBezTo>
                  <a:pt x="1878178" y="1144646"/>
                  <a:pt x="1879824" y="1145835"/>
                  <a:pt x="1881287" y="1147206"/>
                </a:cubicBezTo>
                <a:cubicBezTo>
                  <a:pt x="1882750" y="1148669"/>
                  <a:pt x="1883847" y="1150407"/>
                  <a:pt x="1884578" y="1152235"/>
                </a:cubicBezTo>
                <a:cubicBezTo>
                  <a:pt x="1885401" y="1154156"/>
                  <a:pt x="1885767" y="1156076"/>
                  <a:pt x="1885767" y="1158179"/>
                </a:cubicBezTo>
              </a:path>
              <a:path w="3532327" h="1437528">
                <a:moveTo>
                  <a:pt x="2152223" y="1173907"/>
                </a:moveTo>
                <a:cubicBezTo>
                  <a:pt x="2152223" y="1176010"/>
                  <a:pt x="2151858" y="1177930"/>
                  <a:pt x="2151035" y="1179850"/>
                </a:cubicBezTo>
                <a:cubicBezTo>
                  <a:pt x="2150303" y="1181771"/>
                  <a:pt x="2149206" y="1183416"/>
                  <a:pt x="2147743" y="1184880"/>
                </a:cubicBezTo>
                <a:cubicBezTo>
                  <a:pt x="2146280" y="1186251"/>
                  <a:pt x="2144634" y="1187440"/>
                  <a:pt x="2142714" y="1188171"/>
                </a:cubicBezTo>
                <a:cubicBezTo>
                  <a:pt x="2140793" y="1188994"/>
                  <a:pt x="2138873" y="1189360"/>
                  <a:pt x="2136770" y="1189360"/>
                </a:cubicBezTo>
                <a:cubicBezTo>
                  <a:pt x="2134758" y="1189360"/>
                  <a:pt x="2132747" y="1188994"/>
                  <a:pt x="2130918" y="1188171"/>
                </a:cubicBezTo>
                <a:cubicBezTo>
                  <a:pt x="2128998" y="1187440"/>
                  <a:pt x="2127352" y="1186251"/>
                  <a:pt x="2125889" y="1184880"/>
                </a:cubicBezTo>
                <a:cubicBezTo>
                  <a:pt x="2124426" y="1183416"/>
                  <a:pt x="2123328" y="1181771"/>
                  <a:pt x="2122505" y="1179850"/>
                </a:cubicBezTo>
                <a:cubicBezTo>
                  <a:pt x="2121774" y="1177930"/>
                  <a:pt x="2121317" y="1176010"/>
                  <a:pt x="2121317" y="1173907"/>
                </a:cubicBezTo>
                <a:cubicBezTo>
                  <a:pt x="2121317" y="1171895"/>
                  <a:pt x="2121774" y="1169883"/>
                  <a:pt x="2122505" y="1168055"/>
                </a:cubicBezTo>
                <a:cubicBezTo>
                  <a:pt x="2123328" y="1166134"/>
                  <a:pt x="2124426" y="1164488"/>
                  <a:pt x="2125889" y="1163025"/>
                </a:cubicBezTo>
                <a:cubicBezTo>
                  <a:pt x="2127352" y="1161562"/>
                  <a:pt x="2128998" y="1160465"/>
                  <a:pt x="2130918" y="1159642"/>
                </a:cubicBezTo>
                <a:cubicBezTo>
                  <a:pt x="2132747" y="1158911"/>
                  <a:pt x="2134758" y="1158545"/>
                  <a:pt x="2136770" y="1158545"/>
                </a:cubicBezTo>
                <a:cubicBezTo>
                  <a:pt x="2138873" y="1158545"/>
                  <a:pt x="2140793" y="1158911"/>
                  <a:pt x="2142714" y="1159642"/>
                </a:cubicBezTo>
                <a:cubicBezTo>
                  <a:pt x="2144634" y="1160465"/>
                  <a:pt x="2146280" y="1161562"/>
                  <a:pt x="2147743" y="1163025"/>
                </a:cubicBezTo>
                <a:cubicBezTo>
                  <a:pt x="2149206" y="1164488"/>
                  <a:pt x="2150303" y="1166134"/>
                  <a:pt x="2151035" y="1168055"/>
                </a:cubicBezTo>
                <a:cubicBezTo>
                  <a:pt x="2151858" y="1169883"/>
                  <a:pt x="2152223" y="1171895"/>
                  <a:pt x="2152223" y="1173907"/>
                </a:cubicBezTo>
              </a:path>
              <a:path w="3532327" h="1437528">
                <a:moveTo>
                  <a:pt x="2414748" y="1048268"/>
                </a:moveTo>
                <a:cubicBezTo>
                  <a:pt x="2414748" y="1050280"/>
                  <a:pt x="2414290" y="1052292"/>
                  <a:pt x="2413559" y="1054212"/>
                </a:cubicBezTo>
                <a:cubicBezTo>
                  <a:pt x="2412736" y="1056041"/>
                  <a:pt x="2411639" y="1057686"/>
                  <a:pt x="2410176" y="1059150"/>
                </a:cubicBezTo>
                <a:cubicBezTo>
                  <a:pt x="2408712" y="1060613"/>
                  <a:pt x="2407067" y="1061710"/>
                  <a:pt x="2405146" y="1062533"/>
                </a:cubicBezTo>
                <a:cubicBezTo>
                  <a:pt x="2403318" y="1063264"/>
                  <a:pt x="2401306" y="1063722"/>
                  <a:pt x="2399294" y="1063722"/>
                </a:cubicBezTo>
                <a:cubicBezTo>
                  <a:pt x="2397191" y="1063722"/>
                  <a:pt x="2395271" y="1063264"/>
                  <a:pt x="2393351" y="1062533"/>
                </a:cubicBezTo>
                <a:cubicBezTo>
                  <a:pt x="2391430" y="1061710"/>
                  <a:pt x="2389784" y="1060613"/>
                  <a:pt x="2388321" y="1059150"/>
                </a:cubicBezTo>
                <a:cubicBezTo>
                  <a:pt x="2386858" y="1057686"/>
                  <a:pt x="2385761" y="1056041"/>
                  <a:pt x="2384938" y="1054212"/>
                </a:cubicBezTo>
                <a:cubicBezTo>
                  <a:pt x="2384207" y="1052292"/>
                  <a:pt x="2383841" y="1050280"/>
                  <a:pt x="2383841" y="1048268"/>
                </a:cubicBezTo>
                <a:cubicBezTo>
                  <a:pt x="2383841" y="1046256"/>
                  <a:pt x="2384207" y="1044245"/>
                  <a:pt x="2384938" y="1042325"/>
                </a:cubicBezTo>
                <a:cubicBezTo>
                  <a:pt x="2385761" y="1040496"/>
                  <a:pt x="2386858" y="1038758"/>
                  <a:pt x="2388321" y="1037387"/>
                </a:cubicBezTo>
                <a:cubicBezTo>
                  <a:pt x="2389784" y="1035924"/>
                  <a:pt x="2391430" y="1034826"/>
                  <a:pt x="2393351" y="1034004"/>
                </a:cubicBezTo>
                <a:cubicBezTo>
                  <a:pt x="2395271" y="1033181"/>
                  <a:pt x="2397191" y="1032815"/>
                  <a:pt x="2399294" y="1032815"/>
                </a:cubicBezTo>
                <a:cubicBezTo>
                  <a:pt x="2401306" y="1032815"/>
                  <a:pt x="2403318" y="1033181"/>
                  <a:pt x="2405146" y="1034004"/>
                </a:cubicBezTo>
                <a:cubicBezTo>
                  <a:pt x="2407067" y="1034826"/>
                  <a:pt x="2408712" y="1035924"/>
                  <a:pt x="2410176" y="1037387"/>
                </a:cubicBezTo>
                <a:cubicBezTo>
                  <a:pt x="2411639" y="1038758"/>
                  <a:pt x="2412736" y="1040496"/>
                  <a:pt x="2413559" y="1042325"/>
                </a:cubicBezTo>
                <a:cubicBezTo>
                  <a:pt x="2414290" y="1044245"/>
                  <a:pt x="2414748" y="1046256"/>
                  <a:pt x="2414748" y="1048268"/>
                </a:cubicBezTo>
              </a:path>
              <a:path w="3532327" h="1437528">
                <a:moveTo>
                  <a:pt x="2723540" y="1085576"/>
                </a:moveTo>
                <a:cubicBezTo>
                  <a:pt x="2723540" y="1087587"/>
                  <a:pt x="2723083" y="1089599"/>
                  <a:pt x="2722352" y="1091519"/>
                </a:cubicBezTo>
                <a:cubicBezTo>
                  <a:pt x="2721529" y="1093348"/>
                  <a:pt x="2720431" y="1095085"/>
                  <a:pt x="2718968" y="1096457"/>
                </a:cubicBezTo>
                <a:cubicBezTo>
                  <a:pt x="2717505" y="1097920"/>
                  <a:pt x="2715859" y="1099017"/>
                  <a:pt x="2713939" y="1099840"/>
                </a:cubicBezTo>
                <a:cubicBezTo>
                  <a:pt x="2712110" y="1100663"/>
                  <a:pt x="2710099" y="1101029"/>
                  <a:pt x="2708087" y="1101029"/>
                </a:cubicBezTo>
                <a:cubicBezTo>
                  <a:pt x="2705984" y="1101029"/>
                  <a:pt x="2704064" y="1100663"/>
                  <a:pt x="2702143" y="1099840"/>
                </a:cubicBezTo>
                <a:cubicBezTo>
                  <a:pt x="2700223" y="1099017"/>
                  <a:pt x="2698577" y="1097920"/>
                  <a:pt x="2697114" y="1096457"/>
                </a:cubicBezTo>
                <a:cubicBezTo>
                  <a:pt x="2695651" y="1095085"/>
                  <a:pt x="2694554" y="1093348"/>
                  <a:pt x="2693822" y="1091519"/>
                </a:cubicBezTo>
                <a:cubicBezTo>
                  <a:pt x="2692999" y="1089599"/>
                  <a:pt x="2692634" y="1087587"/>
                  <a:pt x="2692634" y="1085576"/>
                </a:cubicBezTo>
                <a:cubicBezTo>
                  <a:pt x="2692634" y="1083564"/>
                  <a:pt x="2692999" y="1081552"/>
                  <a:pt x="2693822" y="1079632"/>
                </a:cubicBezTo>
                <a:cubicBezTo>
                  <a:pt x="2694554" y="1077803"/>
                  <a:pt x="2695651" y="1076157"/>
                  <a:pt x="2697114" y="1074694"/>
                </a:cubicBezTo>
                <a:cubicBezTo>
                  <a:pt x="2698577" y="1073231"/>
                  <a:pt x="2700223" y="1072134"/>
                  <a:pt x="2702143" y="1071311"/>
                </a:cubicBezTo>
                <a:cubicBezTo>
                  <a:pt x="2704064" y="1070580"/>
                  <a:pt x="2705984" y="1070122"/>
                  <a:pt x="2708087" y="1070122"/>
                </a:cubicBezTo>
                <a:cubicBezTo>
                  <a:pt x="2710099" y="1070122"/>
                  <a:pt x="2712110" y="1070580"/>
                  <a:pt x="2713939" y="1071311"/>
                </a:cubicBezTo>
                <a:cubicBezTo>
                  <a:pt x="2715859" y="1072134"/>
                  <a:pt x="2717505" y="1073231"/>
                  <a:pt x="2718968" y="1074694"/>
                </a:cubicBezTo>
                <a:cubicBezTo>
                  <a:pt x="2720431" y="1076157"/>
                  <a:pt x="2721529" y="1077803"/>
                  <a:pt x="2722352" y="1079632"/>
                </a:cubicBezTo>
                <a:cubicBezTo>
                  <a:pt x="2723083" y="1081552"/>
                  <a:pt x="2723540" y="1083564"/>
                  <a:pt x="2723540" y="1085576"/>
                </a:cubicBezTo>
              </a:path>
              <a:path w="3532327" h="1437528">
                <a:moveTo>
                  <a:pt x="2908341" y="1129101"/>
                </a:moveTo>
                <a:cubicBezTo>
                  <a:pt x="2908341" y="1131204"/>
                  <a:pt x="2907883" y="1133124"/>
                  <a:pt x="2907152" y="1135045"/>
                </a:cubicBezTo>
                <a:cubicBezTo>
                  <a:pt x="2906329" y="1136965"/>
                  <a:pt x="2905232" y="1138611"/>
                  <a:pt x="2903769" y="1140074"/>
                </a:cubicBezTo>
                <a:cubicBezTo>
                  <a:pt x="2902306" y="1141446"/>
                  <a:pt x="2900660" y="1142634"/>
                  <a:pt x="2898739" y="1143366"/>
                </a:cubicBezTo>
                <a:cubicBezTo>
                  <a:pt x="2896911" y="1144189"/>
                  <a:pt x="2894899" y="1144554"/>
                  <a:pt x="2892887" y="1144554"/>
                </a:cubicBezTo>
                <a:cubicBezTo>
                  <a:pt x="2890784" y="1144554"/>
                  <a:pt x="2888864" y="1144189"/>
                  <a:pt x="2886944" y="1143366"/>
                </a:cubicBezTo>
                <a:cubicBezTo>
                  <a:pt x="2885023" y="1142634"/>
                  <a:pt x="2883378" y="1141446"/>
                  <a:pt x="2881914" y="1140074"/>
                </a:cubicBezTo>
                <a:cubicBezTo>
                  <a:pt x="2880451" y="1138611"/>
                  <a:pt x="2879354" y="1136965"/>
                  <a:pt x="2878623" y="1135045"/>
                </a:cubicBezTo>
                <a:cubicBezTo>
                  <a:pt x="2877800" y="1133124"/>
                  <a:pt x="2877434" y="1131204"/>
                  <a:pt x="2877434" y="1129101"/>
                </a:cubicBezTo>
                <a:cubicBezTo>
                  <a:pt x="2877434" y="1127089"/>
                  <a:pt x="2877800" y="1125078"/>
                  <a:pt x="2878623" y="1123249"/>
                </a:cubicBezTo>
                <a:cubicBezTo>
                  <a:pt x="2879354" y="1121329"/>
                  <a:pt x="2880451" y="1119683"/>
                  <a:pt x="2881914" y="1118220"/>
                </a:cubicBezTo>
                <a:cubicBezTo>
                  <a:pt x="2883378" y="1116757"/>
                  <a:pt x="2885023" y="1115659"/>
                  <a:pt x="2886944" y="1114836"/>
                </a:cubicBezTo>
                <a:cubicBezTo>
                  <a:pt x="2888864" y="1114105"/>
                  <a:pt x="2890784" y="1113739"/>
                  <a:pt x="2892887" y="1113739"/>
                </a:cubicBezTo>
                <a:cubicBezTo>
                  <a:pt x="2894899" y="1113739"/>
                  <a:pt x="2896911" y="1114105"/>
                  <a:pt x="2898739" y="1114836"/>
                </a:cubicBezTo>
                <a:cubicBezTo>
                  <a:pt x="2900660" y="1115659"/>
                  <a:pt x="2902306" y="1116757"/>
                  <a:pt x="2903769" y="1118220"/>
                </a:cubicBezTo>
                <a:cubicBezTo>
                  <a:pt x="2905232" y="1119683"/>
                  <a:pt x="2906329" y="1121329"/>
                  <a:pt x="2907152" y="1123249"/>
                </a:cubicBezTo>
                <a:cubicBezTo>
                  <a:pt x="2907883" y="1125078"/>
                  <a:pt x="2908341" y="1127089"/>
                  <a:pt x="2908341" y="1129101"/>
                </a:cubicBezTo>
              </a:path>
              <a:path w="3532327" h="1437528">
                <a:moveTo>
                  <a:pt x="3160349" y="1075609"/>
                </a:moveTo>
                <a:cubicBezTo>
                  <a:pt x="3160349" y="1077620"/>
                  <a:pt x="3159984" y="1079632"/>
                  <a:pt x="3159161" y="1081461"/>
                </a:cubicBezTo>
                <a:cubicBezTo>
                  <a:pt x="3158429" y="1083381"/>
                  <a:pt x="3157240" y="1085027"/>
                  <a:pt x="3155777" y="1086490"/>
                </a:cubicBezTo>
                <a:cubicBezTo>
                  <a:pt x="3154406" y="1087953"/>
                  <a:pt x="3152668" y="1089050"/>
                  <a:pt x="3150840" y="1089873"/>
                </a:cubicBezTo>
                <a:cubicBezTo>
                  <a:pt x="3148919" y="1090605"/>
                  <a:pt x="3146908" y="1090971"/>
                  <a:pt x="3144896" y="1090971"/>
                </a:cubicBezTo>
                <a:cubicBezTo>
                  <a:pt x="3142884" y="1090971"/>
                  <a:pt x="3140873" y="1090605"/>
                  <a:pt x="3138952" y="1089873"/>
                </a:cubicBezTo>
                <a:cubicBezTo>
                  <a:pt x="3137124" y="1089050"/>
                  <a:pt x="3135386" y="1087953"/>
                  <a:pt x="3134015" y="1086490"/>
                </a:cubicBezTo>
                <a:cubicBezTo>
                  <a:pt x="3132552" y="1085027"/>
                  <a:pt x="3131363" y="1083381"/>
                  <a:pt x="3130631" y="1081461"/>
                </a:cubicBezTo>
                <a:cubicBezTo>
                  <a:pt x="3129808" y="1079632"/>
                  <a:pt x="3129443" y="1077620"/>
                  <a:pt x="3129443" y="1075609"/>
                </a:cubicBezTo>
                <a:cubicBezTo>
                  <a:pt x="3129443" y="1073506"/>
                  <a:pt x="3129808" y="1071585"/>
                  <a:pt x="3130631" y="1069665"/>
                </a:cubicBezTo>
                <a:cubicBezTo>
                  <a:pt x="3131363" y="1067745"/>
                  <a:pt x="3132552" y="1066099"/>
                  <a:pt x="3134015" y="1064636"/>
                </a:cubicBezTo>
                <a:cubicBezTo>
                  <a:pt x="3135386" y="1063264"/>
                  <a:pt x="3137124" y="1062076"/>
                  <a:pt x="3138952" y="1061344"/>
                </a:cubicBezTo>
                <a:cubicBezTo>
                  <a:pt x="3140873" y="1060521"/>
                  <a:pt x="3142884" y="1060155"/>
                  <a:pt x="3144896" y="1060155"/>
                </a:cubicBezTo>
                <a:cubicBezTo>
                  <a:pt x="3146908" y="1060155"/>
                  <a:pt x="3148919" y="1060521"/>
                  <a:pt x="3150840" y="1061344"/>
                </a:cubicBezTo>
                <a:cubicBezTo>
                  <a:pt x="3152668" y="1062076"/>
                  <a:pt x="3154406" y="1063264"/>
                  <a:pt x="3155777" y="1064636"/>
                </a:cubicBezTo>
                <a:cubicBezTo>
                  <a:pt x="3157240" y="1066099"/>
                  <a:pt x="3158429" y="1067745"/>
                  <a:pt x="3159161" y="1069665"/>
                </a:cubicBezTo>
                <a:cubicBezTo>
                  <a:pt x="3159984" y="1071585"/>
                  <a:pt x="3160349" y="1073506"/>
                  <a:pt x="3160349" y="1075609"/>
                </a:cubicBezTo>
              </a:path>
              <a:path w="3532327" h="1437528">
                <a:moveTo>
                  <a:pt x="3473166" y="1074694"/>
                </a:moveTo>
                <a:cubicBezTo>
                  <a:pt x="3473166" y="1076706"/>
                  <a:pt x="3472800" y="1078718"/>
                  <a:pt x="3471977" y="1080546"/>
                </a:cubicBezTo>
                <a:cubicBezTo>
                  <a:pt x="3471154" y="1082467"/>
                  <a:pt x="3470057" y="1084113"/>
                  <a:pt x="3468594" y="1085576"/>
                </a:cubicBezTo>
                <a:cubicBezTo>
                  <a:pt x="3467130" y="1087039"/>
                  <a:pt x="3465485" y="1088136"/>
                  <a:pt x="3463656" y="1088959"/>
                </a:cubicBezTo>
                <a:cubicBezTo>
                  <a:pt x="3461736" y="1089690"/>
                  <a:pt x="3459724" y="1090056"/>
                  <a:pt x="3457712" y="1090056"/>
                </a:cubicBezTo>
                <a:cubicBezTo>
                  <a:pt x="3455609" y="1090056"/>
                  <a:pt x="3453689" y="1089690"/>
                  <a:pt x="3451769" y="1088959"/>
                </a:cubicBezTo>
                <a:cubicBezTo>
                  <a:pt x="3449848" y="1088136"/>
                  <a:pt x="3448202" y="1087039"/>
                  <a:pt x="3446739" y="1085576"/>
                </a:cubicBezTo>
                <a:cubicBezTo>
                  <a:pt x="3445368" y="1084113"/>
                  <a:pt x="3444179" y="1082467"/>
                  <a:pt x="3443448" y="1080546"/>
                </a:cubicBezTo>
                <a:cubicBezTo>
                  <a:pt x="3442625" y="1078718"/>
                  <a:pt x="3442259" y="1076706"/>
                  <a:pt x="3442259" y="1074694"/>
                </a:cubicBezTo>
                <a:cubicBezTo>
                  <a:pt x="3442259" y="1072591"/>
                  <a:pt x="3442625" y="1070671"/>
                  <a:pt x="3443448" y="1068751"/>
                </a:cubicBezTo>
                <a:cubicBezTo>
                  <a:pt x="3444179" y="1066830"/>
                  <a:pt x="3445368" y="1065185"/>
                  <a:pt x="3446739" y="1063722"/>
                </a:cubicBezTo>
                <a:cubicBezTo>
                  <a:pt x="3448202" y="1062350"/>
                  <a:pt x="3449940" y="1061161"/>
                  <a:pt x="3451769" y="1060430"/>
                </a:cubicBezTo>
                <a:cubicBezTo>
                  <a:pt x="3453689" y="1059607"/>
                  <a:pt x="3455609" y="1059241"/>
                  <a:pt x="3457712" y="1059241"/>
                </a:cubicBezTo>
                <a:cubicBezTo>
                  <a:pt x="3459724" y="1059241"/>
                  <a:pt x="3461736" y="1059607"/>
                  <a:pt x="3463564" y="1060430"/>
                </a:cubicBezTo>
                <a:cubicBezTo>
                  <a:pt x="3465485" y="1061161"/>
                  <a:pt x="3467130" y="1062350"/>
                  <a:pt x="3468594" y="1063722"/>
                </a:cubicBezTo>
                <a:cubicBezTo>
                  <a:pt x="3470057" y="1065185"/>
                  <a:pt x="3471154" y="1066830"/>
                  <a:pt x="3471977" y="1068751"/>
                </a:cubicBezTo>
                <a:cubicBezTo>
                  <a:pt x="3472800" y="1070671"/>
                  <a:pt x="3473166" y="1072591"/>
                  <a:pt x="3473166" y="1074694"/>
                </a:cubicBezTo>
              </a:path>
              <a:path w="3532327" h="1437528">
                <a:moveTo>
                  <a:pt x="30907" y="883950"/>
                </a:moveTo>
                <a:cubicBezTo>
                  <a:pt x="30907" y="885962"/>
                  <a:pt x="30541" y="887882"/>
                  <a:pt x="29718" y="889803"/>
                </a:cubicBezTo>
                <a:cubicBezTo>
                  <a:pt x="28895" y="891723"/>
                  <a:pt x="27798" y="893369"/>
                  <a:pt x="26335" y="894832"/>
                </a:cubicBezTo>
                <a:cubicBezTo>
                  <a:pt x="24963" y="896295"/>
                  <a:pt x="23226" y="897392"/>
                  <a:pt x="21397" y="898124"/>
                </a:cubicBezTo>
                <a:cubicBezTo>
                  <a:pt x="19477" y="898947"/>
                  <a:pt x="17465" y="899312"/>
                  <a:pt x="15453" y="899312"/>
                </a:cubicBezTo>
                <a:cubicBezTo>
                  <a:pt x="13442" y="899312"/>
                  <a:pt x="11430" y="898947"/>
                  <a:pt x="9510" y="898124"/>
                </a:cubicBezTo>
                <a:cubicBezTo>
                  <a:pt x="7681" y="897392"/>
                  <a:pt x="5944" y="896295"/>
                  <a:pt x="4481" y="894832"/>
                </a:cubicBezTo>
                <a:cubicBezTo>
                  <a:pt x="3109" y="893369"/>
                  <a:pt x="1920" y="891723"/>
                  <a:pt x="1189" y="889803"/>
                </a:cubicBezTo>
                <a:cubicBezTo>
                  <a:pt x="366" y="887882"/>
                  <a:pt x="0" y="885962"/>
                  <a:pt x="0" y="883950"/>
                </a:cubicBezTo>
                <a:cubicBezTo>
                  <a:pt x="0" y="881847"/>
                  <a:pt x="366" y="879927"/>
                  <a:pt x="1189" y="878007"/>
                </a:cubicBezTo>
                <a:cubicBezTo>
                  <a:pt x="1920" y="876087"/>
                  <a:pt x="3109" y="874441"/>
                  <a:pt x="4481" y="872978"/>
                </a:cubicBezTo>
                <a:cubicBezTo>
                  <a:pt x="5944" y="871515"/>
                  <a:pt x="7681" y="870417"/>
                  <a:pt x="9510" y="869686"/>
                </a:cubicBezTo>
                <a:cubicBezTo>
                  <a:pt x="11430" y="868863"/>
                  <a:pt x="13442" y="868497"/>
                  <a:pt x="15453" y="868497"/>
                </a:cubicBezTo>
                <a:cubicBezTo>
                  <a:pt x="17465" y="868497"/>
                  <a:pt x="19477" y="868863"/>
                  <a:pt x="21397" y="869686"/>
                </a:cubicBezTo>
                <a:cubicBezTo>
                  <a:pt x="23226" y="870417"/>
                  <a:pt x="24963" y="871515"/>
                  <a:pt x="26335" y="872978"/>
                </a:cubicBezTo>
                <a:cubicBezTo>
                  <a:pt x="27798" y="874441"/>
                  <a:pt x="28895" y="876087"/>
                  <a:pt x="29718" y="878007"/>
                </a:cubicBezTo>
                <a:cubicBezTo>
                  <a:pt x="30541" y="879927"/>
                  <a:pt x="30907" y="881847"/>
                  <a:pt x="30907" y="883950"/>
                </a:cubicBezTo>
              </a:path>
              <a:path w="3532327" h="1437528">
                <a:moveTo>
                  <a:pt x="336591" y="783275"/>
                </a:moveTo>
                <a:cubicBezTo>
                  <a:pt x="336591" y="785287"/>
                  <a:pt x="336133" y="787298"/>
                  <a:pt x="335402" y="789219"/>
                </a:cubicBezTo>
                <a:cubicBezTo>
                  <a:pt x="334579" y="791047"/>
                  <a:pt x="333482" y="792693"/>
                  <a:pt x="332019" y="794156"/>
                </a:cubicBezTo>
                <a:cubicBezTo>
                  <a:pt x="330556" y="795619"/>
                  <a:pt x="328910" y="796717"/>
                  <a:pt x="326989" y="797540"/>
                </a:cubicBezTo>
                <a:cubicBezTo>
                  <a:pt x="325161" y="798271"/>
                  <a:pt x="323149" y="798728"/>
                  <a:pt x="321137" y="798728"/>
                </a:cubicBezTo>
                <a:cubicBezTo>
                  <a:pt x="319034" y="798728"/>
                  <a:pt x="317114" y="798271"/>
                  <a:pt x="315194" y="797540"/>
                </a:cubicBezTo>
                <a:cubicBezTo>
                  <a:pt x="313273" y="796717"/>
                  <a:pt x="311628" y="795619"/>
                  <a:pt x="310164" y="794156"/>
                </a:cubicBezTo>
                <a:cubicBezTo>
                  <a:pt x="308701" y="792693"/>
                  <a:pt x="307604" y="791047"/>
                  <a:pt x="306781" y="789219"/>
                </a:cubicBezTo>
                <a:cubicBezTo>
                  <a:pt x="306050" y="787298"/>
                  <a:pt x="305684" y="785287"/>
                  <a:pt x="305684" y="783275"/>
                </a:cubicBezTo>
                <a:cubicBezTo>
                  <a:pt x="305684" y="781263"/>
                  <a:pt x="306050" y="779252"/>
                  <a:pt x="306781" y="777331"/>
                </a:cubicBezTo>
                <a:cubicBezTo>
                  <a:pt x="307604" y="775503"/>
                  <a:pt x="308701" y="773765"/>
                  <a:pt x="310164" y="772394"/>
                </a:cubicBezTo>
                <a:cubicBezTo>
                  <a:pt x="311628" y="770931"/>
                  <a:pt x="313273" y="769833"/>
                  <a:pt x="315194" y="769010"/>
                </a:cubicBezTo>
                <a:cubicBezTo>
                  <a:pt x="317114" y="768187"/>
                  <a:pt x="319034" y="767822"/>
                  <a:pt x="321137" y="767822"/>
                </a:cubicBezTo>
                <a:cubicBezTo>
                  <a:pt x="323149" y="767822"/>
                  <a:pt x="325161" y="768187"/>
                  <a:pt x="326989" y="769010"/>
                </a:cubicBezTo>
                <a:cubicBezTo>
                  <a:pt x="328910" y="769833"/>
                  <a:pt x="330556" y="770931"/>
                  <a:pt x="332019" y="772394"/>
                </a:cubicBezTo>
                <a:cubicBezTo>
                  <a:pt x="333482" y="773765"/>
                  <a:pt x="334579" y="775503"/>
                  <a:pt x="335402" y="777331"/>
                </a:cubicBezTo>
                <a:cubicBezTo>
                  <a:pt x="336133" y="779252"/>
                  <a:pt x="336591" y="781263"/>
                  <a:pt x="336591" y="783275"/>
                </a:cubicBezTo>
              </a:path>
              <a:path w="3532327" h="1437528">
                <a:moveTo>
                  <a:pt x="606430" y="806958"/>
                </a:moveTo>
                <a:cubicBezTo>
                  <a:pt x="606430" y="808970"/>
                  <a:pt x="606064" y="810981"/>
                  <a:pt x="605241" y="812810"/>
                </a:cubicBezTo>
                <a:cubicBezTo>
                  <a:pt x="604510" y="814730"/>
                  <a:pt x="603321" y="816376"/>
                  <a:pt x="601950" y="817839"/>
                </a:cubicBezTo>
                <a:cubicBezTo>
                  <a:pt x="600486" y="819302"/>
                  <a:pt x="598749" y="820400"/>
                  <a:pt x="596920" y="821223"/>
                </a:cubicBezTo>
                <a:cubicBezTo>
                  <a:pt x="595000" y="821954"/>
                  <a:pt x="593080" y="822320"/>
                  <a:pt x="590977" y="822320"/>
                </a:cubicBezTo>
                <a:cubicBezTo>
                  <a:pt x="588965" y="822320"/>
                  <a:pt x="586953" y="821954"/>
                  <a:pt x="585033" y="821223"/>
                </a:cubicBezTo>
                <a:cubicBezTo>
                  <a:pt x="583204" y="820400"/>
                  <a:pt x="581467" y="819302"/>
                  <a:pt x="580095" y="817839"/>
                </a:cubicBezTo>
                <a:cubicBezTo>
                  <a:pt x="578632" y="816376"/>
                  <a:pt x="577535" y="814730"/>
                  <a:pt x="576712" y="812810"/>
                </a:cubicBezTo>
                <a:cubicBezTo>
                  <a:pt x="575889" y="810981"/>
                  <a:pt x="575523" y="808970"/>
                  <a:pt x="575523" y="806958"/>
                </a:cubicBezTo>
                <a:cubicBezTo>
                  <a:pt x="575523" y="804855"/>
                  <a:pt x="575889" y="802935"/>
                  <a:pt x="576712" y="801014"/>
                </a:cubicBezTo>
                <a:cubicBezTo>
                  <a:pt x="577535" y="799094"/>
                  <a:pt x="578632" y="797448"/>
                  <a:pt x="580095" y="795985"/>
                </a:cubicBezTo>
                <a:cubicBezTo>
                  <a:pt x="581467" y="794614"/>
                  <a:pt x="583204" y="793425"/>
                  <a:pt x="585033" y="792693"/>
                </a:cubicBezTo>
                <a:cubicBezTo>
                  <a:pt x="586953" y="791870"/>
                  <a:pt x="588965" y="791505"/>
                  <a:pt x="590977" y="791505"/>
                </a:cubicBezTo>
                <a:cubicBezTo>
                  <a:pt x="593080" y="791505"/>
                  <a:pt x="595000" y="791870"/>
                  <a:pt x="596920" y="792693"/>
                </a:cubicBezTo>
                <a:cubicBezTo>
                  <a:pt x="598749" y="793425"/>
                  <a:pt x="600486" y="794614"/>
                  <a:pt x="601950" y="795985"/>
                </a:cubicBezTo>
                <a:cubicBezTo>
                  <a:pt x="603321" y="797448"/>
                  <a:pt x="604510" y="799094"/>
                  <a:pt x="605241" y="801014"/>
                </a:cubicBezTo>
                <a:cubicBezTo>
                  <a:pt x="606064" y="802935"/>
                  <a:pt x="606430" y="804855"/>
                  <a:pt x="606430" y="806958"/>
                </a:cubicBezTo>
              </a:path>
              <a:path w="3532327" h="1437528">
                <a:moveTo>
                  <a:pt x="866394" y="815645"/>
                </a:moveTo>
                <a:cubicBezTo>
                  <a:pt x="866394" y="817748"/>
                  <a:pt x="865937" y="819668"/>
                  <a:pt x="865205" y="821588"/>
                </a:cubicBezTo>
                <a:cubicBezTo>
                  <a:pt x="864382" y="823509"/>
                  <a:pt x="863285" y="825155"/>
                  <a:pt x="861822" y="826618"/>
                </a:cubicBezTo>
                <a:cubicBezTo>
                  <a:pt x="860359" y="827989"/>
                  <a:pt x="858713" y="829178"/>
                  <a:pt x="856793" y="829909"/>
                </a:cubicBezTo>
                <a:cubicBezTo>
                  <a:pt x="854964" y="830732"/>
                  <a:pt x="852952" y="831098"/>
                  <a:pt x="850941" y="831098"/>
                </a:cubicBezTo>
                <a:cubicBezTo>
                  <a:pt x="848838" y="831098"/>
                  <a:pt x="846917" y="830732"/>
                  <a:pt x="844997" y="829909"/>
                </a:cubicBezTo>
                <a:cubicBezTo>
                  <a:pt x="843077" y="829178"/>
                  <a:pt x="841431" y="827989"/>
                  <a:pt x="839968" y="826618"/>
                </a:cubicBezTo>
                <a:cubicBezTo>
                  <a:pt x="838505" y="825155"/>
                  <a:pt x="837408" y="823509"/>
                  <a:pt x="836676" y="821588"/>
                </a:cubicBezTo>
                <a:cubicBezTo>
                  <a:pt x="835853" y="819668"/>
                  <a:pt x="835487" y="817748"/>
                  <a:pt x="835487" y="815645"/>
                </a:cubicBezTo>
                <a:cubicBezTo>
                  <a:pt x="835487" y="813633"/>
                  <a:pt x="835853" y="811621"/>
                  <a:pt x="836676" y="809793"/>
                </a:cubicBezTo>
                <a:cubicBezTo>
                  <a:pt x="837408" y="807872"/>
                  <a:pt x="838505" y="806226"/>
                  <a:pt x="839968" y="804763"/>
                </a:cubicBezTo>
                <a:cubicBezTo>
                  <a:pt x="841431" y="803300"/>
                  <a:pt x="843077" y="802203"/>
                  <a:pt x="844997" y="801380"/>
                </a:cubicBezTo>
                <a:cubicBezTo>
                  <a:pt x="846917" y="800649"/>
                  <a:pt x="848838" y="800283"/>
                  <a:pt x="850941" y="800283"/>
                </a:cubicBezTo>
                <a:cubicBezTo>
                  <a:pt x="852952" y="800283"/>
                  <a:pt x="854964" y="800649"/>
                  <a:pt x="856793" y="801380"/>
                </a:cubicBezTo>
                <a:cubicBezTo>
                  <a:pt x="858713" y="802203"/>
                  <a:pt x="860359" y="803300"/>
                  <a:pt x="861822" y="804763"/>
                </a:cubicBezTo>
                <a:cubicBezTo>
                  <a:pt x="863285" y="806226"/>
                  <a:pt x="864382" y="807872"/>
                  <a:pt x="865205" y="809793"/>
                </a:cubicBezTo>
                <a:cubicBezTo>
                  <a:pt x="865937" y="811621"/>
                  <a:pt x="866394" y="813633"/>
                  <a:pt x="866394" y="815645"/>
                </a:cubicBezTo>
              </a:path>
              <a:path w="3532327" h="1437528">
                <a:moveTo>
                  <a:pt x="1052566" y="845088"/>
                </a:moveTo>
                <a:cubicBezTo>
                  <a:pt x="1052566" y="847100"/>
                  <a:pt x="1052200" y="849020"/>
                  <a:pt x="1051377" y="850941"/>
                </a:cubicBezTo>
                <a:cubicBezTo>
                  <a:pt x="1050554" y="852861"/>
                  <a:pt x="1049457" y="854507"/>
                  <a:pt x="1047994" y="855970"/>
                </a:cubicBezTo>
                <a:cubicBezTo>
                  <a:pt x="1046622" y="857433"/>
                  <a:pt x="1044885" y="858530"/>
                  <a:pt x="1043056" y="859262"/>
                </a:cubicBezTo>
                <a:cubicBezTo>
                  <a:pt x="1041136" y="860085"/>
                  <a:pt x="1039124" y="860450"/>
                  <a:pt x="1037112" y="860450"/>
                </a:cubicBezTo>
                <a:cubicBezTo>
                  <a:pt x="1035009" y="860450"/>
                  <a:pt x="1033089" y="860085"/>
                  <a:pt x="1031169" y="859262"/>
                </a:cubicBezTo>
                <a:cubicBezTo>
                  <a:pt x="1029340" y="858530"/>
                  <a:pt x="1027603" y="857433"/>
                  <a:pt x="1026140" y="855970"/>
                </a:cubicBezTo>
                <a:cubicBezTo>
                  <a:pt x="1024768" y="854507"/>
                  <a:pt x="1023579" y="852861"/>
                  <a:pt x="1022848" y="850941"/>
                </a:cubicBezTo>
                <a:cubicBezTo>
                  <a:pt x="1022025" y="849020"/>
                  <a:pt x="1021659" y="847100"/>
                  <a:pt x="1021659" y="845088"/>
                </a:cubicBezTo>
                <a:cubicBezTo>
                  <a:pt x="1021659" y="842985"/>
                  <a:pt x="1022025" y="841065"/>
                  <a:pt x="1022848" y="839145"/>
                </a:cubicBezTo>
                <a:cubicBezTo>
                  <a:pt x="1023579" y="837225"/>
                  <a:pt x="1024768" y="835579"/>
                  <a:pt x="1026140" y="834116"/>
                </a:cubicBezTo>
                <a:cubicBezTo>
                  <a:pt x="1027603" y="832653"/>
                  <a:pt x="1029340" y="831555"/>
                  <a:pt x="1031169" y="830824"/>
                </a:cubicBezTo>
                <a:cubicBezTo>
                  <a:pt x="1033089" y="830001"/>
                  <a:pt x="1035009" y="829635"/>
                  <a:pt x="1037112" y="829635"/>
                </a:cubicBezTo>
                <a:cubicBezTo>
                  <a:pt x="1039124" y="829635"/>
                  <a:pt x="1041136" y="830001"/>
                  <a:pt x="1043056" y="830824"/>
                </a:cubicBezTo>
                <a:cubicBezTo>
                  <a:pt x="1044885" y="831555"/>
                  <a:pt x="1046622" y="832653"/>
                  <a:pt x="1047994" y="834116"/>
                </a:cubicBezTo>
                <a:cubicBezTo>
                  <a:pt x="1049457" y="835579"/>
                  <a:pt x="1050554" y="837225"/>
                  <a:pt x="1051377" y="839145"/>
                </a:cubicBezTo>
                <a:cubicBezTo>
                  <a:pt x="1052200" y="841065"/>
                  <a:pt x="1052566" y="842985"/>
                  <a:pt x="1052566" y="845088"/>
                </a:cubicBezTo>
              </a:path>
              <a:path w="3532327" h="1437528">
                <a:moveTo>
                  <a:pt x="1334018" y="909554"/>
                </a:moveTo>
                <a:cubicBezTo>
                  <a:pt x="1334018" y="911565"/>
                  <a:pt x="1333652" y="913486"/>
                  <a:pt x="1332921" y="915406"/>
                </a:cubicBezTo>
                <a:cubicBezTo>
                  <a:pt x="1332098" y="917326"/>
                  <a:pt x="1331001" y="918972"/>
                  <a:pt x="1329538" y="920435"/>
                </a:cubicBezTo>
                <a:cubicBezTo>
                  <a:pt x="1328075" y="921898"/>
                  <a:pt x="1326429" y="922995"/>
                  <a:pt x="1324508" y="923727"/>
                </a:cubicBezTo>
                <a:cubicBezTo>
                  <a:pt x="1322588" y="924550"/>
                  <a:pt x="1320668" y="924916"/>
                  <a:pt x="1318565" y="924916"/>
                </a:cubicBezTo>
                <a:cubicBezTo>
                  <a:pt x="1316553" y="924916"/>
                  <a:pt x="1314633" y="924550"/>
                  <a:pt x="1312713" y="923727"/>
                </a:cubicBezTo>
                <a:cubicBezTo>
                  <a:pt x="1310792" y="922995"/>
                  <a:pt x="1309146" y="921898"/>
                  <a:pt x="1307683" y="920435"/>
                </a:cubicBezTo>
                <a:cubicBezTo>
                  <a:pt x="1306220" y="918972"/>
                  <a:pt x="1305123" y="917326"/>
                  <a:pt x="1304300" y="915406"/>
                </a:cubicBezTo>
                <a:cubicBezTo>
                  <a:pt x="1303569" y="913486"/>
                  <a:pt x="1303203" y="911565"/>
                  <a:pt x="1303203" y="909554"/>
                </a:cubicBezTo>
                <a:cubicBezTo>
                  <a:pt x="1303203" y="907451"/>
                  <a:pt x="1303569" y="905530"/>
                  <a:pt x="1304300" y="903610"/>
                </a:cubicBezTo>
                <a:cubicBezTo>
                  <a:pt x="1305123" y="901690"/>
                  <a:pt x="1306220" y="900044"/>
                  <a:pt x="1307683" y="898581"/>
                </a:cubicBezTo>
                <a:cubicBezTo>
                  <a:pt x="1309146" y="897118"/>
                  <a:pt x="1310792" y="896021"/>
                  <a:pt x="1312713" y="895289"/>
                </a:cubicBezTo>
                <a:cubicBezTo>
                  <a:pt x="1314633" y="894466"/>
                  <a:pt x="1316553" y="894100"/>
                  <a:pt x="1318565" y="894100"/>
                </a:cubicBezTo>
                <a:cubicBezTo>
                  <a:pt x="1320668" y="894100"/>
                  <a:pt x="1322588" y="894466"/>
                  <a:pt x="1324508" y="895289"/>
                </a:cubicBezTo>
                <a:cubicBezTo>
                  <a:pt x="1326429" y="896021"/>
                  <a:pt x="1328075" y="897118"/>
                  <a:pt x="1329538" y="898581"/>
                </a:cubicBezTo>
                <a:cubicBezTo>
                  <a:pt x="1331001" y="900044"/>
                  <a:pt x="1332098" y="901690"/>
                  <a:pt x="1332921" y="903610"/>
                </a:cubicBezTo>
                <a:cubicBezTo>
                  <a:pt x="1333652" y="905530"/>
                  <a:pt x="1334018" y="907451"/>
                  <a:pt x="1334018" y="909554"/>
                </a:cubicBezTo>
              </a:path>
              <a:path w="3532327" h="1437528">
                <a:moveTo>
                  <a:pt x="1555212" y="876452"/>
                </a:moveTo>
                <a:cubicBezTo>
                  <a:pt x="1555212" y="878556"/>
                  <a:pt x="1554846" y="880476"/>
                  <a:pt x="1554023" y="882396"/>
                </a:cubicBezTo>
                <a:cubicBezTo>
                  <a:pt x="1553200" y="884316"/>
                  <a:pt x="1552103" y="885962"/>
                  <a:pt x="1550640" y="887425"/>
                </a:cubicBezTo>
                <a:cubicBezTo>
                  <a:pt x="1549268" y="888797"/>
                  <a:pt x="1547531" y="889986"/>
                  <a:pt x="1545702" y="890717"/>
                </a:cubicBezTo>
                <a:cubicBezTo>
                  <a:pt x="1543782" y="891540"/>
                  <a:pt x="1541770" y="891906"/>
                  <a:pt x="1539758" y="891906"/>
                </a:cubicBezTo>
                <a:cubicBezTo>
                  <a:pt x="1537655" y="891906"/>
                  <a:pt x="1535735" y="891540"/>
                  <a:pt x="1533815" y="890717"/>
                </a:cubicBezTo>
                <a:cubicBezTo>
                  <a:pt x="1531986" y="889986"/>
                  <a:pt x="1530248" y="888797"/>
                  <a:pt x="1528785" y="887425"/>
                </a:cubicBezTo>
                <a:cubicBezTo>
                  <a:pt x="1527414" y="885962"/>
                  <a:pt x="1526225" y="884316"/>
                  <a:pt x="1525494" y="882396"/>
                </a:cubicBezTo>
                <a:cubicBezTo>
                  <a:pt x="1524671" y="880476"/>
                  <a:pt x="1524305" y="878556"/>
                  <a:pt x="1524305" y="876452"/>
                </a:cubicBezTo>
                <a:cubicBezTo>
                  <a:pt x="1524305" y="874441"/>
                  <a:pt x="1524671" y="872429"/>
                  <a:pt x="1525494" y="870600"/>
                </a:cubicBezTo>
                <a:cubicBezTo>
                  <a:pt x="1526225" y="868680"/>
                  <a:pt x="1527414" y="867034"/>
                  <a:pt x="1528785" y="865571"/>
                </a:cubicBezTo>
                <a:cubicBezTo>
                  <a:pt x="1530248" y="864108"/>
                  <a:pt x="1531986" y="863011"/>
                  <a:pt x="1533815" y="862188"/>
                </a:cubicBezTo>
                <a:cubicBezTo>
                  <a:pt x="1535735" y="861456"/>
                  <a:pt x="1537655" y="861090"/>
                  <a:pt x="1539758" y="861090"/>
                </a:cubicBezTo>
                <a:cubicBezTo>
                  <a:pt x="1541770" y="861090"/>
                  <a:pt x="1543782" y="861456"/>
                  <a:pt x="1545702" y="862188"/>
                </a:cubicBezTo>
                <a:cubicBezTo>
                  <a:pt x="1547531" y="863011"/>
                  <a:pt x="1549268" y="864108"/>
                  <a:pt x="1550640" y="865571"/>
                </a:cubicBezTo>
                <a:cubicBezTo>
                  <a:pt x="1552103" y="867034"/>
                  <a:pt x="1553200" y="868680"/>
                  <a:pt x="1554023" y="870600"/>
                </a:cubicBezTo>
                <a:cubicBezTo>
                  <a:pt x="1554846" y="872429"/>
                  <a:pt x="1555212" y="874441"/>
                  <a:pt x="1555212" y="876452"/>
                </a:cubicBezTo>
              </a:path>
              <a:path w="3532327" h="1437528">
                <a:moveTo>
                  <a:pt x="1850288" y="821954"/>
                </a:moveTo>
                <a:cubicBezTo>
                  <a:pt x="1850288" y="823966"/>
                  <a:pt x="1849831" y="825978"/>
                  <a:pt x="1849100" y="827898"/>
                </a:cubicBezTo>
                <a:cubicBezTo>
                  <a:pt x="1848277" y="829727"/>
                  <a:pt x="1847179" y="831464"/>
                  <a:pt x="1845716" y="832836"/>
                </a:cubicBezTo>
                <a:cubicBezTo>
                  <a:pt x="1844253" y="834299"/>
                  <a:pt x="1842607" y="835396"/>
                  <a:pt x="1840687" y="836219"/>
                </a:cubicBezTo>
                <a:cubicBezTo>
                  <a:pt x="1838858" y="837042"/>
                  <a:pt x="1836847" y="837408"/>
                  <a:pt x="1834835" y="837408"/>
                </a:cubicBezTo>
                <a:cubicBezTo>
                  <a:pt x="1832732" y="837408"/>
                  <a:pt x="1830812" y="837042"/>
                  <a:pt x="1828891" y="836219"/>
                </a:cubicBezTo>
                <a:cubicBezTo>
                  <a:pt x="1826971" y="835396"/>
                  <a:pt x="1825325" y="834299"/>
                  <a:pt x="1823862" y="832836"/>
                </a:cubicBezTo>
                <a:cubicBezTo>
                  <a:pt x="1822399" y="831464"/>
                  <a:pt x="1821302" y="829727"/>
                  <a:pt x="1820570" y="827898"/>
                </a:cubicBezTo>
                <a:cubicBezTo>
                  <a:pt x="1819747" y="825978"/>
                  <a:pt x="1819382" y="823966"/>
                  <a:pt x="1819382" y="821954"/>
                </a:cubicBezTo>
                <a:cubicBezTo>
                  <a:pt x="1819382" y="819942"/>
                  <a:pt x="1819747" y="817931"/>
                  <a:pt x="1820570" y="816011"/>
                </a:cubicBezTo>
                <a:cubicBezTo>
                  <a:pt x="1821302" y="814182"/>
                  <a:pt x="1822399" y="812536"/>
                  <a:pt x="1823862" y="811073"/>
                </a:cubicBezTo>
                <a:cubicBezTo>
                  <a:pt x="1825325" y="809610"/>
                  <a:pt x="1826971" y="808512"/>
                  <a:pt x="1828891" y="807690"/>
                </a:cubicBezTo>
                <a:cubicBezTo>
                  <a:pt x="1830812" y="806958"/>
                  <a:pt x="1832732" y="806501"/>
                  <a:pt x="1834835" y="806501"/>
                </a:cubicBezTo>
                <a:cubicBezTo>
                  <a:pt x="1836847" y="806501"/>
                  <a:pt x="1838858" y="806958"/>
                  <a:pt x="1840687" y="807690"/>
                </a:cubicBezTo>
                <a:cubicBezTo>
                  <a:pt x="1842607" y="808512"/>
                  <a:pt x="1844253" y="809610"/>
                  <a:pt x="1845716" y="811073"/>
                </a:cubicBezTo>
                <a:cubicBezTo>
                  <a:pt x="1847179" y="812536"/>
                  <a:pt x="1848277" y="814182"/>
                  <a:pt x="1849100" y="816011"/>
                </a:cubicBezTo>
                <a:cubicBezTo>
                  <a:pt x="1849831" y="817931"/>
                  <a:pt x="1850288" y="819942"/>
                  <a:pt x="1850288" y="821954"/>
                </a:cubicBezTo>
              </a:path>
              <a:path w="3532327" h="1437528">
                <a:moveTo>
                  <a:pt x="2206904" y="854324"/>
                </a:moveTo>
                <a:cubicBezTo>
                  <a:pt x="2206904" y="856336"/>
                  <a:pt x="2206539" y="858347"/>
                  <a:pt x="2205716" y="860176"/>
                </a:cubicBezTo>
                <a:cubicBezTo>
                  <a:pt x="2204893" y="862096"/>
                  <a:pt x="2203795" y="863742"/>
                  <a:pt x="2202332" y="865205"/>
                </a:cubicBezTo>
                <a:cubicBezTo>
                  <a:pt x="2200961" y="866668"/>
                  <a:pt x="2199223" y="867766"/>
                  <a:pt x="2197395" y="868589"/>
                </a:cubicBezTo>
                <a:cubicBezTo>
                  <a:pt x="2195474" y="869320"/>
                  <a:pt x="2193463" y="869777"/>
                  <a:pt x="2191451" y="869777"/>
                </a:cubicBezTo>
                <a:cubicBezTo>
                  <a:pt x="2189439" y="869777"/>
                  <a:pt x="2187428" y="869320"/>
                  <a:pt x="2185507" y="868589"/>
                </a:cubicBezTo>
                <a:cubicBezTo>
                  <a:pt x="2183679" y="867766"/>
                  <a:pt x="2181941" y="866668"/>
                  <a:pt x="2180478" y="865205"/>
                </a:cubicBezTo>
                <a:cubicBezTo>
                  <a:pt x="2179107" y="863742"/>
                  <a:pt x="2177918" y="862096"/>
                  <a:pt x="2177186" y="860176"/>
                </a:cubicBezTo>
                <a:cubicBezTo>
                  <a:pt x="2176363" y="858347"/>
                  <a:pt x="2175998" y="856336"/>
                  <a:pt x="2175998" y="854324"/>
                </a:cubicBezTo>
                <a:cubicBezTo>
                  <a:pt x="2175998" y="852221"/>
                  <a:pt x="2176363" y="850301"/>
                  <a:pt x="2177186" y="848380"/>
                </a:cubicBezTo>
                <a:cubicBezTo>
                  <a:pt x="2177918" y="846552"/>
                  <a:pt x="2179107" y="844814"/>
                  <a:pt x="2180478" y="843351"/>
                </a:cubicBezTo>
                <a:cubicBezTo>
                  <a:pt x="2181941" y="841980"/>
                  <a:pt x="2183679" y="840791"/>
                  <a:pt x="2185507" y="840059"/>
                </a:cubicBezTo>
                <a:cubicBezTo>
                  <a:pt x="2187428" y="839236"/>
                  <a:pt x="2189439" y="838871"/>
                  <a:pt x="2191451" y="838871"/>
                </a:cubicBezTo>
                <a:cubicBezTo>
                  <a:pt x="2193463" y="838871"/>
                  <a:pt x="2195474" y="839236"/>
                  <a:pt x="2197395" y="840059"/>
                </a:cubicBezTo>
                <a:cubicBezTo>
                  <a:pt x="2199223" y="840791"/>
                  <a:pt x="2200961" y="841980"/>
                  <a:pt x="2202332" y="843351"/>
                </a:cubicBezTo>
                <a:cubicBezTo>
                  <a:pt x="2203795" y="844814"/>
                  <a:pt x="2204893" y="846552"/>
                  <a:pt x="2205716" y="848380"/>
                </a:cubicBezTo>
                <a:cubicBezTo>
                  <a:pt x="2206539" y="850301"/>
                  <a:pt x="2206904" y="852221"/>
                  <a:pt x="2206904" y="854324"/>
                </a:cubicBezTo>
              </a:path>
              <a:path w="3532327" h="1437528">
                <a:moveTo>
                  <a:pt x="2468789" y="782909"/>
                </a:moveTo>
                <a:cubicBezTo>
                  <a:pt x="2468789" y="784921"/>
                  <a:pt x="2468423" y="786841"/>
                  <a:pt x="2467600" y="788761"/>
                </a:cubicBezTo>
                <a:cubicBezTo>
                  <a:pt x="2466777" y="790682"/>
                  <a:pt x="2465680" y="792328"/>
                  <a:pt x="2464217" y="793791"/>
                </a:cubicBezTo>
                <a:cubicBezTo>
                  <a:pt x="2462754" y="795254"/>
                  <a:pt x="2461108" y="796351"/>
                  <a:pt x="2459279" y="797082"/>
                </a:cubicBezTo>
                <a:cubicBezTo>
                  <a:pt x="2457359" y="797905"/>
                  <a:pt x="2455347" y="798271"/>
                  <a:pt x="2453335" y="798271"/>
                </a:cubicBezTo>
                <a:cubicBezTo>
                  <a:pt x="2451232" y="798271"/>
                  <a:pt x="2449312" y="797905"/>
                  <a:pt x="2447392" y="797082"/>
                </a:cubicBezTo>
                <a:cubicBezTo>
                  <a:pt x="2445563" y="796351"/>
                  <a:pt x="2443825" y="795254"/>
                  <a:pt x="2442362" y="793791"/>
                </a:cubicBezTo>
                <a:cubicBezTo>
                  <a:pt x="2440991" y="792328"/>
                  <a:pt x="2439802" y="790682"/>
                  <a:pt x="2439071" y="788761"/>
                </a:cubicBezTo>
                <a:cubicBezTo>
                  <a:pt x="2438248" y="786841"/>
                  <a:pt x="2437882" y="784921"/>
                  <a:pt x="2437882" y="782909"/>
                </a:cubicBezTo>
                <a:cubicBezTo>
                  <a:pt x="2437882" y="780806"/>
                  <a:pt x="2438248" y="778886"/>
                  <a:pt x="2439071" y="776966"/>
                </a:cubicBezTo>
                <a:cubicBezTo>
                  <a:pt x="2439802" y="775045"/>
                  <a:pt x="2440991" y="773400"/>
                  <a:pt x="2442362" y="771936"/>
                </a:cubicBezTo>
                <a:cubicBezTo>
                  <a:pt x="2443825" y="770473"/>
                  <a:pt x="2445563" y="769376"/>
                  <a:pt x="2447392" y="768645"/>
                </a:cubicBezTo>
                <a:cubicBezTo>
                  <a:pt x="2449312" y="767822"/>
                  <a:pt x="2451232" y="767456"/>
                  <a:pt x="2453335" y="767456"/>
                </a:cubicBezTo>
                <a:cubicBezTo>
                  <a:pt x="2455347" y="767456"/>
                  <a:pt x="2457359" y="767822"/>
                  <a:pt x="2459279" y="768645"/>
                </a:cubicBezTo>
                <a:cubicBezTo>
                  <a:pt x="2461108" y="769376"/>
                  <a:pt x="2462754" y="770473"/>
                  <a:pt x="2464217" y="771936"/>
                </a:cubicBezTo>
                <a:cubicBezTo>
                  <a:pt x="2465680" y="773400"/>
                  <a:pt x="2466777" y="775045"/>
                  <a:pt x="2467600" y="776966"/>
                </a:cubicBezTo>
                <a:cubicBezTo>
                  <a:pt x="2468423" y="778886"/>
                  <a:pt x="2468789" y="780806"/>
                  <a:pt x="2468789" y="782909"/>
                </a:cubicBezTo>
              </a:path>
              <a:path w="3532327" h="1437528">
                <a:moveTo>
                  <a:pt x="2735610" y="865205"/>
                </a:moveTo>
                <a:cubicBezTo>
                  <a:pt x="2735610" y="867308"/>
                  <a:pt x="2735245" y="869229"/>
                  <a:pt x="2734422" y="871149"/>
                </a:cubicBezTo>
                <a:cubicBezTo>
                  <a:pt x="2733690" y="872978"/>
                  <a:pt x="2732593" y="874715"/>
                  <a:pt x="2731130" y="876087"/>
                </a:cubicBezTo>
                <a:cubicBezTo>
                  <a:pt x="2729667" y="877550"/>
                  <a:pt x="2728021" y="878647"/>
                  <a:pt x="2726101" y="879470"/>
                </a:cubicBezTo>
                <a:cubicBezTo>
                  <a:pt x="2724180" y="880293"/>
                  <a:pt x="2722260" y="880659"/>
                  <a:pt x="2720157" y="880659"/>
                </a:cubicBezTo>
                <a:cubicBezTo>
                  <a:pt x="2718145" y="880659"/>
                  <a:pt x="2716134" y="880293"/>
                  <a:pt x="2714305" y="879470"/>
                </a:cubicBezTo>
                <a:cubicBezTo>
                  <a:pt x="2712385" y="878647"/>
                  <a:pt x="2710739" y="877550"/>
                  <a:pt x="2709276" y="876087"/>
                </a:cubicBezTo>
                <a:cubicBezTo>
                  <a:pt x="2707813" y="874715"/>
                  <a:pt x="2706715" y="872978"/>
                  <a:pt x="2705892" y="871149"/>
                </a:cubicBezTo>
                <a:cubicBezTo>
                  <a:pt x="2705161" y="869229"/>
                  <a:pt x="2704704" y="867308"/>
                  <a:pt x="2704704" y="865205"/>
                </a:cubicBezTo>
                <a:cubicBezTo>
                  <a:pt x="2704704" y="863194"/>
                  <a:pt x="2705161" y="861182"/>
                  <a:pt x="2705892" y="859353"/>
                </a:cubicBezTo>
                <a:cubicBezTo>
                  <a:pt x="2706715" y="857433"/>
                  <a:pt x="2707813" y="855787"/>
                  <a:pt x="2709276" y="854324"/>
                </a:cubicBezTo>
                <a:cubicBezTo>
                  <a:pt x="2710739" y="852861"/>
                  <a:pt x="2712385" y="851764"/>
                  <a:pt x="2714305" y="850941"/>
                </a:cubicBezTo>
                <a:cubicBezTo>
                  <a:pt x="2716134" y="850209"/>
                  <a:pt x="2718145" y="849752"/>
                  <a:pt x="2720157" y="849752"/>
                </a:cubicBezTo>
                <a:cubicBezTo>
                  <a:pt x="2722260" y="849752"/>
                  <a:pt x="2724180" y="850209"/>
                  <a:pt x="2726101" y="850941"/>
                </a:cubicBezTo>
                <a:cubicBezTo>
                  <a:pt x="2728021" y="851764"/>
                  <a:pt x="2729667" y="852861"/>
                  <a:pt x="2731130" y="854324"/>
                </a:cubicBezTo>
                <a:cubicBezTo>
                  <a:pt x="2732593" y="855787"/>
                  <a:pt x="2733690" y="857433"/>
                  <a:pt x="2734422" y="859353"/>
                </a:cubicBezTo>
                <a:cubicBezTo>
                  <a:pt x="2735245" y="861182"/>
                  <a:pt x="2735610" y="863194"/>
                  <a:pt x="2735610" y="865205"/>
                </a:cubicBezTo>
              </a:path>
              <a:path w="3532327" h="1437528">
                <a:moveTo>
                  <a:pt x="2902946" y="883493"/>
                </a:moveTo>
                <a:cubicBezTo>
                  <a:pt x="2902946" y="885505"/>
                  <a:pt x="2902580" y="887425"/>
                  <a:pt x="2901757" y="889345"/>
                </a:cubicBezTo>
                <a:cubicBezTo>
                  <a:pt x="2900934" y="891266"/>
                  <a:pt x="2899837" y="892912"/>
                  <a:pt x="2898374" y="894375"/>
                </a:cubicBezTo>
                <a:cubicBezTo>
                  <a:pt x="2896911" y="895838"/>
                  <a:pt x="2895265" y="896935"/>
                  <a:pt x="2893436" y="897666"/>
                </a:cubicBezTo>
                <a:cubicBezTo>
                  <a:pt x="2891516" y="898489"/>
                  <a:pt x="2889504" y="898855"/>
                  <a:pt x="2887492" y="898855"/>
                </a:cubicBezTo>
                <a:cubicBezTo>
                  <a:pt x="2885389" y="898855"/>
                  <a:pt x="2883469" y="898489"/>
                  <a:pt x="2881549" y="897666"/>
                </a:cubicBezTo>
                <a:cubicBezTo>
                  <a:pt x="2879720" y="896935"/>
                  <a:pt x="2877983" y="895838"/>
                  <a:pt x="2876520" y="894375"/>
                </a:cubicBezTo>
                <a:cubicBezTo>
                  <a:pt x="2875148" y="892912"/>
                  <a:pt x="2873959" y="891266"/>
                  <a:pt x="2873228" y="889345"/>
                </a:cubicBezTo>
                <a:cubicBezTo>
                  <a:pt x="2872405" y="887425"/>
                  <a:pt x="2872039" y="885505"/>
                  <a:pt x="2872039" y="883493"/>
                </a:cubicBezTo>
                <a:cubicBezTo>
                  <a:pt x="2872039" y="881390"/>
                  <a:pt x="2872405" y="879470"/>
                  <a:pt x="2873228" y="877550"/>
                </a:cubicBezTo>
                <a:cubicBezTo>
                  <a:pt x="2873959" y="875629"/>
                  <a:pt x="2875148" y="873984"/>
                  <a:pt x="2876520" y="872520"/>
                </a:cubicBezTo>
                <a:cubicBezTo>
                  <a:pt x="2877983" y="871057"/>
                  <a:pt x="2879720" y="869960"/>
                  <a:pt x="2881549" y="869229"/>
                </a:cubicBezTo>
                <a:cubicBezTo>
                  <a:pt x="2883469" y="868406"/>
                  <a:pt x="2885389" y="868040"/>
                  <a:pt x="2887492" y="868040"/>
                </a:cubicBezTo>
                <a:cubicBezTo>
                  <a:pt x="2889504" y="868040"/>
                  <a:pt x="2891516" y="868406"/>
                  <a:pt x="2893436" y="869229"/>
                </a:cubicBezTo>
                <a:cubicBezTo>
                  <a:pt x="2895265" y="869960"/>
                  <a:pt x="2896911" y="871057"/>
                  <a:pt x="2898374" y="872520"/>
                </a:cubicBezTo>
                <a:cubicBezTo>
                  <a:pt x="2899837" y="873984"/>
                  <a:pt x="2900934" y="875629"/>
                  <a:pt x="2901757" y="877550"/>
                </a:cubicBezTo>
                <a:cubicBezTo>
                  <a:pt x="2902580" y="879470"/>
                  <a:pt x="2902946" y="881390"/>
                  <a:pt x="2902946" y="883493"/>
                </a:cubicBezTo>
              </a:path>
              <a:path w="3532327" h="1437528">
                <a:moveTo>
                  <a:pt x="3164281" y="886328"/>
                </a:moveTo>
                <a:cubicBezTo>
                  <a:pt x="3164281" y="888431"/>
                  <a:pt x="3163824" y="890351"/>
                  <a:pt x="3163092" y="892272"/>
                </a:cubicBezTo>
                <a:cubicBezTo>
                  <a:pt x="3162270" y="894192"/>
                  <a:pt x="3161172" y="895838"/>
                  <a:pt x="3159709" y="897301"/>
                </a:cubicBezTo>
                <a:cubicBezTo>
                  <a:pt x="3158246" y="898764"/>
                  <a:pt x="3156600" y="899861"/>
                  <a:pt x="3154680" y="900593"/>
                </a:cubicBezTo>
                <a:cubicBezTo>
                  <a:pt x="3152851" y="901416"/>
                  <a:pt x="3150840" y="901781"/>
                  <a:pt x="3148828" y="901781"/>
                </a:cubicBezTo>
                <a:cubicBezTo>
                  <a:pt x="3146725" y="901781"/>
                  <a:pt x="3144804" y="901416"/>
                  <a:pt x="3142884" y="900593"/>
                </a:cubicBezTo>
                <a:cubicBezTo>
                  <a:pt x="3140964" y="899861"/>
                  <a:pt x="3139318" y="898764"/>
                  <a:pt x="3137855" y="897301"/>
                </a:cubicBezTo>
                <a:cubicBezTo>
                  <a:pt x="3136392" y="895838"/>
                  <a:pt x="3135295" y="894192"/>
                  <a:pt x="3134472" y="892272"/>
                </a:cubicBezTo>
                <a:cubicBezTo>
                  <a:pt x="3133740" y="890351"/>
                  <a:pt x="3133374" y="888431"/>
                  <a:pt x="3133374" y="886328"/>
                </a:cubicBezTo>
                <a:cubicBezTo>
                  <a:pt x="3133374" y="884316"/>
                  <a:pt x="3133740" y="882305"/>
                  <a:pt x="3134472" y="880476"/>
                </a:cubicBezTo>
                <a:cubicBezTo>
                  <a:pt x="3135295" y="878556"/>
                  <a:pt x="3136392" y="876910"/>
                  <a:pt x="3137855" y="875447"/>
                </a:cubicBezTo>
                <a:cubicBezTo>
                  <a:pt x="3139318" y="873984"/>
                  <a:pt x="3140964" y="872886"/>
                  <a:pt x="3142884" y="872063"/>
                </a:cubicBezTo>
                <a:cubicBezTo>
                  <a:pt x="3144804" y="871332"/>
                  <a:pt x="3146725" y="870966"/>
                  <a:pt x="3148828" y="870966"/>
                </a:cubicBezTo>
                <a:cubicBezTo>
                  <a:pt x="3150840" y="870966"/>
                  <a:pt x="3152851" y="871332"/>
                  <a:pt x="3154680" y="872063"/>
                </a:cubicBezTo>
                <a:cubicBezTo>
                  <a:pt x="3156600" y="872886"/>
                  <a:pt x="3158246" y="873984"/>
                  <a:pt x="3159709" y="875447"/>
                </a:cubicBezTo>
                <a:cubicBezTo>
                  <a:pt x="3161172" y="876910"/>
                  <a:pt x="3162270" y="878556"/>
                  <a:pt x="3163092" y="880476"/>
                </a:cubicBezTo>
                <a:cubicBezTo>
                  <a:pt x="3163824" y="882305"/>
                  <a:pt x="3164281" y="884316"/>
                  <a:pt x="3164281" y="886328"/>
                </a:cubicBezTo>
              </a:path>
              <a:path w="3532327" h="1437528">
                <a:moveTo>
                  <a:pt x="3485236" y="794431"/>
                </a:moveTo>
                <a:cubicBezTo>
                  <a:pt x="3485236" y="796534"/>
                  <a:pt x="3484870" y="798454"/>
                  <a:pt x="3484047" y="800374"/>
                </a:cubicBezTo>
                <a:cubicBezTo>
                  <a:pt x="3483224" y="802295"/>
                  <a:pt x="3482127" y="803940"/>
                  <a:pt x="3480664" y="805404"/>
                </a:cubicBezTo>
                <a:cubicBezTo>
                  <a:pt x="3479201" y="806867"/>
                  <a:pt x="3477555" y="807964"/>
                  <a:pt x="3475726" y="808695"/>
                </a:cubicBezTo>
                <a:cubicBezTo>
                  <a:pt x="3473806" y="809518"/>
                  <a:pt x="3471794" y="809884"/>
                  <a:pt x="3469782" y="809884"/>
                </a:cubicBezTo>
                <a:cubicBezTo>
                  <a:pt x="3467679" y="809884"/>
                  <a:pt x="3465759" y="809518"/>
                  <a:pt x="3463839" y="808695"/>
                </a:cubicBezTo>
                <a:cubicBezTo>
                  <a:pt x="3462010" y="807964"/>
                  <a:pt x="3460272" y="806867"/>
                  <a:pt x="3458809" y="805404"/>
                </a:cubicBezTo>
                <a:cubicBezTo>
                  <a:pt x="3457438" y="803940"/>
                  <a:pt x="3456249" y="802295"/>
                  <a:pt x="3455518" y="800374"/>
                </a:cubicBezTo>
                <a:cubicBezTo>
                  <a:pt x="3454695" y="798454"/>
                  <a:pt x="3454329" y="796534"/>
                  <a:pt x="3454329" y="794431"/>
                </a:cubicBezTo>
                <a:cubicBezTo>
                  <a:pt x="3454329" y="792419"/>
                  <a:pt x="3454695" y="790499"/>
                  <a:pt x="3455518" y="788579"/>
                </a:cubicBezTo>
                <a:cubicBezTo>
                  <a:pt x="3456249" y="786658"/>
                  <a:pt x="3457438" y="785012"/>
                  <a:pt x="3458809" y="783549"/>
                </a:cubicBezTo>
                <a:cubicBezTo>
                  <a:pt x="3460272" y="782086"/>
                  <a:pt x="3462010" y="780989"/>
                  <a:pt x="3463839" y="780258"/>
                </a:cubicBezTo>
                <a:cubicBezTo>
                  <a:pt x="3465759" y="779435"/>
                  <a:pt x="3467679" y="779069"/>
                  <a:pt x="3469782" y="779069"/>
                </a:cubicBezTo>
                <a:cubicBezTo>
                  <a:pt x="3471794" y="779069"/>
                  <a:pt x="3473806" y="779435"/>
                  <a:pt x="3475726" y="780258"/>
                </a:cubicBezTo>
                <a:cubicBezTo>
                  <a:pt x="3477555" y="780989"/>
                  <a:pt x="3479201" y="782086"/>
                  <a:pt x="3480664" y="783549"/>
                </a:cubicBezTo>
                <a:cubicBezTo>
                  <a:pt x="3482127" y="785012"/>
                  <a:pt x="3483224" y="786658"/>
                  <a:pt x="3484047" y="788579"/>
                </a:cubicBezTo>
                <a:cubicBezTo>
                  <a:pt x="3484870" y="790499"/>
                  <a:pt x="3485236" y="792419"/>
                  <a:pt x="3485236" y="794431"/>
                </a:cubicBezTo>
              </a:path>
              <a:path w="3532327" h="1437528">
                <a:moveTo>
                  <a:pt x="75895" y="585948"/>
                </a:moveTo>
                <a:cubicBezTo>
                  <a:pt x="75895" y="587959"/>
                  <a:pt x="75529" y="589971"/>
                  <a:pt x="74706" y="591800"/>
                </a:cubicBezTo>
                <a:cubicBezTo>
                  <a:pt x="73975" y="593720"/>
                  <a:pt x="72878" y="595366"/>
                  <a:pt x="71415" y="596829"/>
                </a:cubicBezTo>
                <a:cubicBezTo>
                  <a:pt x="69952" y="598292"/>
                  <a:pt x="68306" y="599389"/>
                  <a:pt x="66385" y="600212"/>
                </a:cubicBezTo>
                <a:cubicBezTo>
                  <a:pt x="64465" y="600944"/>
                  <a:pt x="62545" y="601401"/>
                  <a:pt x="60442" y="601401"/>
                </a:cubicBezTo>
                <a:cubicBezTo>
                  <a:pt x="58430" y="601401"/>
                  <a:pt x="56418" y="600944"/>
                  <a:pt x="54590" y="600212"/>
                </a:cubicBezTo>
                <a:cubicBezTo>
                  <a:pt x="52669" y="599389"/>
                  <a:pt x="51024" y="598292"/>
                  <a:pt x="49560" y="596829"/>
                </a:cubicBezTo>
                <a:cubicBezTo>
                  <a:pt x="48097" y="595366"/>
                  <a:pt x="47000" y="593720"/>
                  <a:pt x="46177" y="591800"/>
                </a:cubicBezTo>
                <a:cubicBezTo>
                  <a:pt x="45446" y="589971"/>
                  <a:pt x="44988" y="587959"/>
                  <a:pt x="44988" y="585948"/>
                </a:cubicBezTo>
                <a:cubicBezTo>
                  <a:pt x="44988" y="583936"/>
                  <a:pt x="45446" y="581924"/>
                  <a:pt x="46177" y="580004"/>
                </a:cubicBezTo>
                <a:cubicBezTo>
                  <a:pt x="47000" y="578175"/>
                  <a:pt x="48097" y="576438"/>
                  <a:pt x="49560" y="575066"/>
                </a:cubicBezTo>
                <a:cubicBezTo>
                  <a:pt x="51024" y="573603"/>
                  <a:pt x="52669" y="572506"/>
                  <a:pt x="54590" y="571683"/>
                </a:cubicBezTo>
                <a:cubicBezTo>
                  <a:pt x="56418" y="570860"/>
                  <a:pt x="58430" y="570494"/>
                  <a:pt x="60442" y="570494"/>
                </a:cubicBezTo>
                <a:cubicBezTo>
                  <a:pt x="62545" y="570494"/>
                  <a:pt x="64465" y="570860"/>
                  <a:pt x="66385" y="571683"/>
                </a:cubicBezTo>
                <a:cubicBezTo>
                  <a:pt x="68306" y="572506"/>
                  <a:pt x="69952" y="573603"/>
                  <a:pt x="71415" y="575066"/>
                </a:cubicBezTo>
                <a:cubicBezTo>
                  <a:pt x="72878" y="576438"/>
                  <a:pt x="73975" y="578175"/>
                  <a:pt x="74706" y="580004"/>
                </a:cubicBezTo>
                <a:cubicBezTo>
                  <a:pt x="75529" y="581924"/>
                  <a:pt x="75895" y="583936"/>
                  <a:pt x="75895" y="585948"/>
                </a:cubicBezTo>
              </a:path>
              <a:path w="3532327" h="1437528">
                <a:moveTo>
                  <a:pt x="315559" y="543611"/>
                </a:moveTo>
                <a:cubicBezTo>
                  <a:pt x="315559" y="545714"/>
                  <a:pt x="315194" y="547634"/>
                  <a:pt x="314371" y="549554"/>
                </a:cubicBezTo>
                <a:cubicBezTo>
                  <a:pt x="313548" y="551475"/>
                  <a:pt x="312450" y="553121"/>
                  <a:pt x="310987" y="554584"/>
                </a:cubicBezTo>
                <a:cubicBezTo>
                  <a:pt x="309616" y="556047"/>
                  <a:pt x="307878" y="557144"/>
                  <a:pt x="306050" y="557875"/>
                </a:cubicBezTo>
                <a:cubicBezTo>
                  <a:pt x="304129" y="558698"/>
                  <a:pt x="302118" y="559064"/>
                  <a:pt x="300106" y="559064"/>
                </a:cubicBezTo>
                <a:cubicBezTo>
                  <a:pt x="298094" y="559064"/>
                  <a:pt x="296083" y="558698"/>
                  <a:pt x="294162" y="557875"/>
                </a:cubicBezTo>
                <a:cubicBezTo>
                  <a:pt x="292334" y="557144"/>
                  <a:pt x="290596" y="556047"/>
                  <a:pt x="289133" y="554584"/>
                </a:cubicBezTo>
                <a:cubicBezTo>
                  <a:pt x="287762" y="553121"/>
                  <a:pt x="286573" y="551475"/>
                  <a:pt x="285841" y="549554"/>
                </a:cubicBezTo>
                <a:cubicBezTo>
                  <a:pt x="285018" y="547634"/>
                  <a:pt x="284653" y="545714"/>
                  <a:pt x="284653" y="543611"/>
                </a:cubicBezTo>
                <a:cubicBezTo>
                  <a:pt x="284653" y="541599"/>
                  <a:pt x="285018" y="539679"/>
                  <a:pt x="285841" y="537759"/>
                </a:cubicBezTo>
                <a:cubicBezTo>
                  <a:pt x="286573" y="535838"/>
                  <a:pt x="287762" y="534192"/>
                  <a:pt x="289133" y="532729"/>
                </a:cubicBezTo>
                <a:cubicBezTo>
                  <a:pt x="290596" y="531266"/>
                  <a:pt x="292334" y="530169"/>
                  <a:pt x="294162" y="529438"/>
                </a:cubicBezTo>
                <a:cubicBezTo>
                  <a:pt x="296083" y="528615"/>
                  <a:pt x="298094" y="528249"/>
                  <a:pt x="300106" y="528249"/>
                </a:cubicBezTo>
                <a:cubicBezTo>
                  <a:pt x="302118" y="528249"/>
                  <a:pt x="304129" y="528615"/>
                  <a:pt x="306050" y="529438"/>
                </a:cubicBezTo>
                <a:cubicBezTo>
                  <a:pt x="307878" y="530169"/>
                  <a:pt x="309616" y="531266"/>
                  <a:pt x="310987" y="532729"/>
                </a:cubicBezTo>
                <a:cubicBezTo>
                  <a:pt x="312450" y="534192"/>
                  <a:pt x="313548" y="535838"/>
                  <a:pt x="314371" y="537759"/>
                </a:cubicBezTo>
                <a:cubicBezTo>
                  <a:pt x="315194" y="539679"/>
                  <a:pt x="315559" y="541599"/>
                  <a:pt x="315559" y="543611"/>
                </a:cubicBezTo>
              </a:path>
              <a:path w="3532327" h="1437528">
                <a:moveTo>
                  <a:pt x="504840" y="561990"/>
                </a:moveTo>
                <a:cubicBezTo>
                  <a:pt x="504840" y="564002"/>
                  <a:pt x="504474" y="566014"/>
                  <a:pt x="503743" y="567934"/>
                </a:cubicBezTo>
                <a:cubicBezTo>
                  <a:pt x="502920" y="569763"/>
                  <a:pt x="501823" y="571500"/>
                  <a:pt x="500360" y="572872"/>
                </a:cubicBezTo>
                <a:cubicBezTo>
                  <a:pt x="498897" y="574335"/>
                  <a:pt x="497251" y="575432"/>
                  <a:pt x="495330" y="576255"/>
                </a:cubicBezTo>
                <a:cubicBezTo>
                  <a:pt x="493410" y="576986"/>
                  <a:pt x="491490" y="577444"/>
                  <a:pt x="489387" y="577444"/>
                </a:cubicBezTo>
                <a:cubicBezTo>
                  <a:pt x="487375" y="577444"/>
                  <a:pt x="485364" y="576986"/>
                  <a:pt x="483535" y="576255"/>
                </a:cubicBezTo>
                <a:cubicBezTo>
                  <a:pt x="481614" y="575432"/>
                  <a:pt x="479969" y="574335"/>
                  <a:pt x="478506" y="572872"/>
                </a:cubicBezTo>
                <a:cubicBezTo>
                  <a:pt x="477042" y="571500"/>
                  <a:pt x="475945" y="569763"/>
                  <a:pt x="475122" y="567934"/>
                </a:cubicBezTo>
                <a:cubicBezTo>
                  <a:pt x="474391" y="566014"/>
                  <a:pt x="474025" y="564002"/>
                  <a:pt x="474025" y="561990"/>
                </a:cubicBezTo>
                <a:cubicBezTo>
                  <a:pt x="474025" y="559979"/>
                  <a:pt x="474391" y="557967"/>
                  <a:pt x="475122" y="556047"/>
                </a:cubicBezTo>
                <a:cubicBezTo>
                  <a:pt x="475945" y="554218"/>
                  <a:pt x="477042" y="552572"/>
                  <a:pt x="478506" y="551109"/>
                </a:cubicBezTo>
                <a:cubicBezTo>
                  <a:pt x="479969" y="549646"/>
                  <a:pt x="481614" y="548549"/>
                  <a:pt x="483535" y="547726"/>
                </a:cubicBezTo>
                <a:cubicBezTo>
                  <a:pt x="485364" y="546994"/>
                  <a:pt x="487375" y="546537"/>
                  <a:pt x="489387" y="546537"/>
                </a:cubicBezTo>
                <a:cubicBezTo>
                  <a:pt x="491490" y="546537"/>
                  <a:pt x="493410" y="546994"/>
                  <a:pt x="495330" y="547726"/>
                </a:cubicBezTo>
                <a:cubicBezTo>
                  <a:pt x="497251" y="548549"/>
                  <a:pt x="498897" y="549646"/>
                  <a:pt x="500360" y="551109"/>
                </a:cubicBezTo>
                <a:cubicBezTo>
                  <a:pt x="501823" y="552572"/>
                  <a:pt x="502920" y="554218"/>
                  <a:pt x="503743" y="556047"/>
                </a:cubicBezTo>
                <a:cubicBezTo>
                  <a:pt x="504474" y="557967"/>
                  <a:pt x="504840" y="559979"/>
                  <a:pt x="504840" y="561990"/>
                </a:cubicBezTo>
              </a:path>
              <a:path w="3532327" h="1437528">
                <a:moveTo>
                  <a:pt x="878464" y="545897"/>
                </a:moveTo>
                <a:cubicBezTo>
                  <a:pt x="878464" y="548000"/>
                  <a:pt x="878007" y="549920"/>
                  <a:pt x="877275" y="551840"/>
                </a:cubicBezTo>
                <a:cubicBezTo>
                  <a:pt x="876452" y="553761"/>
                  <a:pt x="875355" y="555407"/>
                  <a:pt x="873892" y="556870"/>
                </a:cubicBezTo>
                <a:cubicBezTo>
                  <a:pt x="872429" y="558333"/>
                  <a:pt x="870783" y="559430"/>
                  <a:pt x="868863" y="560161"/>
                </a:cubicBezTo>
                <a:cubicBezTo>
                  <a:pt x="867034" y="560984"/>
                  <a:pt x="865022" y="561350"/>
                  <a:pt x="863011" y="561350"/>
                </a:cubicBezTo>
                <a:cubicBezTo>
                  <a:pt x="860908" y="561350"/>
                  <a:pt x="858987" y="560984"/>
                  <a:pt x="857067" y="560161"/>
                </a:cubicBezTo>
                <a:cubicBezTo>
                  <a:pt x="855147" y="559430"/>
                  <a:pt x="853501" y="558333"/>
                  <a:pt x="852038" y="556870"/>
                </a:cubicBezTo>
                <a:cubicBezTo>
                  <a:pt x="850666" y="555407"/>
                  <a:pt x="849478" y="553761"/>
                  <a:pt x="848746" y="551840"/>
                </a:cubicBezTo>
                <a:cubicBezTo>
                  <a:pt x="847923" y="549920"/>
                  <a:pt x="847557" y="548000"/>
                  <a:pt x="847557" y="545897"/>
                </a:cubicBezTo>
                <a:cubicBezTo>
                  <a:pt x="847557" y="543885"/>
                  <a:pt x="847923" y="541965"/>
                  <a:pt x="848746" y="540045"/>
                </a:cubicBezTo>
                <a:cubicBezTo>
                  <a:pt x="849478" y="538124"/>
                  <a:pt x="850666" y="536478"/>
                  <a:pt x="852038" y="535015"/>
                </a:cubicBezTo>
                <a:cubicBezTo>
                  <a:pt x="853501" y="533552"/>
                  <a:pt x="855147" y="532455"/>
                  <a:pt x="857067" y="531724"/>
                </a:cubicBezTo>
                <a:cubicBezTo>
                  <a:pt x="858987" y="530901"/>
                  <a:pt x="860908" y="530535"/>
                  <a:pt x="863011" y="530535"/>
                </a:cubicBezTo>
                <a:cubicBezTo>
                  <a:pt x="865022" y="530535"/>
                  <a:pt x="867034" y="530901"/>
                  <a:pt x="868863" y="531724"/>
                </a:cubicBezTo>
                <a:cubicBezTo>
                  <a:pt x="870783" y="532455"/>
                  <a:pt x="872429" y="533552"/>
                  <a:pt x="873892" y="535015"/>
                </a:cubicBezTo>
                <a:cubicBezTo>
                  <a:pt x="875355" y="536478"/>
                  <a:pt x="876452" y="538124"/>
                  <a:pt x="877275" y="540045"/>
                </a:cubicBezTo>
                <a:cubicBezTo>
                  <a:pt x="878007" y="541965"/>
                  <a:pt x="878464" y="543885"/>
                  <a:pt x="878464" y="545897"/>
                </a:cubicBezTo>
              </a:path>
              <a:path w="3532327" h="1437528">
                <a:moveTo>
                  <a:pt x="1121786" y="586130"/>
                </a:moveTo>
                <a:cubicBezTo>
                  <a:pt x="1121786" y="588142"/>
                  <a:pt x="1121420" y="590154"/>
                  <a:pt x="1120597" y="591983"/>
                </a:cubicBezTo>
                <a:cubicBezTo>
                  <a:pt x="1119866" y="593903"/>
                  <a:pt x="1118677" y="595549"/>
                  <a:pt x="1117214" y="597012"/>
                </a:cubicBezTo>
                <a:cubicBezTo>
                  <a:pt x="1115842" y="598475"/>
                  <a:pt x="1114105" y="599572"/>
                  <a:pt x="1112276" y="600395"/>
                </a:cubicBezTo>
                <a:cubicBezTo>
                  <a:pt x="1110356" y="601127"/>
                  <a:pt x="1108344" y="601584"/>
                  <a:pt x="1106333" y="601584"/>
                </a:cubicBezTo>
                <a:cubicBezTo>
                  <a:pt x="1104321" y="601584"/>
                  <a:pt x="1102309" y="601127"/>
                  <a:pt x="1100389" y="600395"/>
                </a:cubicBezTo>
                <a:cubicBezTo>
                  <a:pt x="1098560" y="599572"/>
                  <a:pt x="1096823" y="598475"/>
                  <a:pt x="1095451" y="597012"/>
                </a:cubicBezTo>
                <a:cubicBezTo>
                  <a:pt x="1093988" y="595549"/>
                  <a:pt x="1092891" y="593903"/>
                  <a:pt x="1092068" y="591983"/>
                </a:cubicBezTo>
                <a:cubicBezTo>
                  <a:pt x="1091245" y="590154"/>
                  <a:pt x="1090879" y="588142"/>
                  <a:pt x="1090879" y="586130"/>
                </a:cubicBezTo>
                <a:cubicBezTo>
                  <a:pt x="1090879" y="584027"/>
                  <a:pt x="1091245" y="582107"/>
                  <a:pt x="1092068" y="580187"/>
                </a:cubicBezTo>
                <a:cubicBezTo>
                  <a:pt x="1092891" y="578358"/>
                  <a:pt x="1093988" y="576621"/>
                  <a:pt x="1095451" y="575158"/>
                </a:cubicBezTo>
                <a:cubicBezTo>
                  <a:pt x="1096823" y="573786"/>
                  <a:pt x="1098560" y="572597"/>
                  <a:pt x="1100389" y="571866"/>
                </a:cubicBezTo>
                <a:cubicBezTo>
                  <a:pt x="1102309" y="571043"/>
                  <a:pt x="1104321" y="570677"/>
                  <a:pt x="1106333" y="570677"/>
                </a:cubicBezTo>
                <a:cubicBezTo>
                  <a:pt x="1108344" y="570677"/>
                  <a:pt x="1110356" y="571043"/>
                  <a:pt x="1112276" y="571866"/>
                </a:cubicBezTo>
                <a:cubicBezTo>
                  <a:pt x="1114105" y="572597"/>
                  <a:pt x="1115842" y="573786"/>
                  <a:pt x="1117214" y="575158"/>
                </a:cubicBezTo>
                <a:cubicBezTo>
                  <a:pt x="1118677" y="576621"/>
                  <a:pt x="1119866" y="578358"/>
                  <a:pt x="1120597" y="580187"/>
                </a:cubicBezTo>
                <a:cubicBezTo>
                  <a:pt x="1121420" y="582107"/>
                  <a:pt x="1121786" y="584027"/>
                  <a:pt x="1121786" y="586130"/>
                </a:cubicBezTo>
              </a:path>
              <a:path w="3532327" h="1437528">
                <a:moveTo>
                  <a:pt x="1310610" y="544982"/>
                </a:moveTo>
                <a:cubicBezTo>
                  <a:pt x="1310610" y="547086"/>
                  <a:pt x="1310244" y="549006"/>
                  <a:pt x="1309512" y="550926"/>
                </a:cubicBezTo>
                <a:cubicBezTo>
                  <a:pt x="1308689" y="552846"/>
                  <a:pt x="1307592" y="554492"/>
                  <a:pt x="1306129" y="555955"/>
                </a:cubicBezTo>
                <a:cubicBezTo>
                  <a:pt x="1304666" y="557418"/>
                  <a:pt x="1303020" y="558516"/>
                  <a:pt x="1301100" y="559247"/>
                </a:cubicBezTo>
                <a:cubicBezTo>
                  <a:pt x="1299271" y="560070"/>
                  <a:pt x="1297259" y="560436"/>
                  <a:pt x="1295248" y="560436"/>
                </a:cubicBezTo>
                <a:cubicBezTo>
                  <a:pt x="1293144" y="560436"/>
                  <a:pt x="1291224" y="560070"/>
                  <a:pt x="1289304" y="559247"/>
                </a:cubicBezTo>
                <a:cubicBezTo>
                  <a:pt x="1287384" y="558516"/>
                  <a:pt x="1285738" y="557418"/>
                  <a:pt x="1284275" y="555955"/>
                </a:cubicBezTo>
                <a:cubicBezTo>
                  <a:pt x="1282812" y="554492"/>
                  <a:pt x="1281714" y="552846"/>
                  <a:pt x="1280892" y="550926"/>
                </a:cubicBezTo>
                <a:cubicBezTo>
                  <a:pt x="1280160" y="549006"/>
                  <a:pt x="1279794" y="547086"/>
                  <a:pt x="1279794" y="544982"/>
                </a:cubicBezTo>
                <a:cubicBezTo>
                  <a:pt x="1279794" y="542971"/>
                  <a:pt x="1280160" y="541050"/>
                  <a:pt x="1280892" y="539130"/>
                </a:cubicBezTo>
                <a:cubicBezTo>
                  <a:pt x="1281714" y="537210"/>
                  <a:pt x="1282812" y="535564"/>
                  <a:pt x="1284275" y="534101"/>
                </a:cubicBezTo>
                <a:cubicBezTo>
                  <a:pt x="1285738" y="532638"/>
                  <a:pt x="1287384" y="531541"/>
                  <a:pt x="1289304" y="530809"/>
                </a:cubicBezTo>
                <a:cubicBezTo>
                  <a:pt x="1291224" y="529986"/>
                  <a:pt x="1293144" y="529620"/>
                  <a:pt x="1295248" y="529620"/>
                </a:cubicBezTo>
                <a:cubicBezTo>
                  <a:pt x="1297259" y="529620"/>
                  <a:pt x="1299271" y="529986"/>
                  <a:pt x="1301100" y="530809"/>
                </a:cubicBezTo>
                <a:cubicBezTo>
                  <a:pt x="1303020" y="531541"/>
                  <a:pt x="1304666" y="532638"/>
                  <a:pt x="1306129" y="534101"/>
                </a:cubicBezTo>
                <a:cubicBezTo>
                  <a:pt x="1307592" y="535564"/>
                  <a:pt x="1308689" y="537210"/>
                  <a:pt x="1309512" y="539130"/>
                </a:cubicBezTo>
                <a:cubicBezTo>
                  <a:pt x="1310244" y="541050"/>
                  <a:pt x="1310610" y="542971"/>
                  <a:pt x="1310610" y="544982"/>
                </a:cubicBezTo>
              </a:path>
              <a:path w="3532327" h="1437528">
                <a:moveTo>
                  <a:pt x="1595445" y="543519"/>
                </a:moveTo>
                <a:cubicBezTo>
                  <a:pt x="1595445" y="545531"/>
                  <a:pt x="1595079" y="547451"/>
                  <a:pt x="1594256" y="549372"/>
                </a:cubicBezTo>
                <a:cubicBezTo>
                  <a:pt x="1593525" y="551292"/>
                  <a:pt x="1592428" y="552938"/>
                  <a:pt x="1590965" y="554401"/>
                </a:cubicBezTo>
                <a:cubicBezTo>
                  <a:pt x="1589502" y="555864"/>
                  <a:pt x="1587856" y="556961"/>
                  <a:pt x="1585935" y="557693"/>
                </a:cubicBezTo>
                <a:cubicBezTo>
                  <a:pt x="1584015" y="558516"/>
                  <a:pt x="1582095" y="558881"/>
                  <a:pt x="1579992" y="558881"/>
                </a:cubicBezTo>
                <a:cubicBezTo>
                  <a:pt x="1577980" y="558881"/>
                  <a:pt x="1575968" y="558516"/>
                  <a:pt x="1574140" y="557693"/>
                </a:cubicBezTo>
                <a:cubicBezTo>
                  <a:pt x="1572219" y="556961"/>
                  <a:pt x="1570573" y="555864"/>
                  <a:pt x="1569110" y="554401"/>
                </a:cubicBezTo>
                <a:cubicBezTo>
                  <a:pt x="1567647" y="552938"/>
                  <a:pt x="1566550" y="551292"/>
                  <a:pt x="1565727" y="549372"/>
                </a:cubicBezTo>
                <a:cubicBezTo>
                  <a:pt x="1564996" y="547451"/>
                  <a:pt x="1564538" y="545531"/>
                  <a:pt x="1564538" y="543519"/>
                </a:cubicBezTo>
                <a:cubicBezTo>
                  <a:pt x="1564538" y="541416"/>
                  <a:pt x="1564996" y="539496"/>
                  <a:pt x="1565727" y="537576"/>
                </a:cubicBezTo>
                <a:cubicBezTo>
                  <a:pt x="1566550" y="535656"/>
                  <a:pt x="1567647" y="534010"/>
                  <a:pt x="1569110" y="532547"/>
                </a:cubicBezTo>
                <a:cubicBezTo>
                  <a:pt x="1570573" y="531084"/>
                  <a:pt x="1572219" y="529986"/>
                  <a:pt x="1574140" y="529255"/>
                </a:cubicBezTo>
                <a:cubicBezTo>
                  <a:pt x="1575968" y="528432"/>
                  <a:pt x="1577980" y="528066"/>
                  <a:pt x="1579992" y="528066"/>
                </a:cubicBezTo>
                <a:cubicBezTo>
                  <a:pt x="1582095" y="528066"/>
                  <a:pt x="1584015" y="528432"/>
                  <a:pt x="1585935" y="529255"/>
                </a:cubicBezTo>
                <a:cubicBezTo>
                  <a:pt x="1587856" y="529986"/>
                  <a:pt x="1589502" y="531084"/>
                  <a:pt x="1590965" y="532547"/>
                </a:cubicBezTo>
                <a:cubicBezTo>
                  <a:pt x="1592428" y="534010"/>
                  <a:pt x="1593525" y="535656"/>
                  <a:pt x="1594256" y="537576"/>
                </a:cubicBezTo>
                <a:cubicBezTo>
                  <a:pt x="1595079" y="539496"/>
                  <a:pt x="1595445" y="541416"/>
                  <a:pt x="1595445" y="543519"/>
                </a:cubicBezTo>
              </a:path>
              <a:path w="3532327" h="1437528">
                <a:moveTo>
                  <a:pt x="1944472" y="597012"/>
                </a:moveTo>
                <a:cubicBezTo>
                  <a:pt x="1944472" y="599023"/>
                  <a:pt x="1944014" y="600944"/>
                  <a:pt x="1943283" y="602864"/>
                </a:cubicBezTo>
                <a:cubicBezTo>
                  <a:pt x="1942460" y="604784"/>
                  <a:pt x="1941363" y="606430"/>
                  <a:pt x="1939900" y="607893"/>
                </a:cubicBezTo>
                <a:cubicBezTo>
                  <a:pt x="1938437" y="609356"/>
                  <a:pt x="1936791" y="610453"/>
                  <a:pt x="1934870" y="611185"/>
                </a:cubicBezTo>
                <a:cubicBezTo>
                  <a:pt x="1933042" y="612008"/>
                  <a:pt x="1931030" y="612374"/>
                  <a:pt x="1929018" y="612374"/>
                </a:cubicBezTo>
                <a:cubicBezTo>
                  <a:pt x="1926915" y="612374"/>
                  <a:pt x="1924995" y="612008"/>
                  <a:pt x="1923075" y="611185"/>
                </a:cubicBezTo>
                <a:cubicBezTo>
                  <a:pt x="1921154" y="610453"/>
                  <a:pt x="1919508" y="609356"/>
                  <a:pt x="1918045" y="607893"/>
                </a:cubicBezTo>
                <a:cubicBezTo>
                  <a:pt x="1916582" y="606430"/>
                  <a:pt x="1915485" y="604784"/>
                  <a:pt x="1914754" y="602864"/>
                </a:cubicBezTo>
                <a:cubicBezTo>
                  <a:pt x="1913931" y="600944"/>
                  <a:pt x="1913565" y="599023"/>
                  <a:pt x="1913565" y="597012"/>
                </a:cubicBezTo>
                <a:cubicBezTo>
                  <a:pt x="1913565" y="594909"/>
                  <a:pt x="1913931" y="592988"/>
                  <a:pt x="1914754" y="591068"/>
                </a:cubicBezTo>
                <a:cubicBezTo>
                  <a:pt x="1915485" y="589148"/>
                  <a:pt x="1916582" y="587502"/>
                  <a:pt x="1918045" y="586039"/>
                </a:cubicBezTo>
                <a:cubicBezTo>
                  <a:pt x="1919508" y="584576"/>
                  <a:pt x="1921154" y="583479"/>
                  <a:pt x="1923075" y="582747"/>
                </a:cubicBezTo>
                <a:cubicBezTo>
                  <a:pt x="1924995" y="581924"/>
                  <a:pt x="1926915" y="581558"/>
                  <a:pt x="1929018" y="581558"/>
                </a:cubicBezTo>
                <a:cubicBezTo>
                  <a:pt x="1931030" y="581558"/>
                  <a:pt x="1933042" y="581924"/>
                  <a:pt x="1934870" y="582747"/>
                </a:cubicBezTo>
                <a:cubicBezTo>
                  <a:pt x="1936791" y="583479"/>
                  <a:pt x="1938437" y="584576"/>
                  <a:pt x="1939900" y="586039"/>
                </a:cubicBezTo>
                <a:cubicBezTo>
                  <a:pt x="1941363" y="587502"/>
                  <a:pt x="1942460" y="589148"/>
                  <a:pt x="1943283" y="591068"/>
                </a:cubicBezTo>
                <a:cubicBezTo>
                  <a:pt x="1944014" y="592988"/>
                  <a:pt x="1944472" y="594909"/>
                  <a:pt x="1944472" y="597012"/>
                </a:cubicBezTo>
              </a:path>
              <a:path w="3532327" h="1437528">
                <a:moveTo>
                  <a:pt x="2133478" y="524134"/>
                </a:moveTo>
                <a:cubicBezTo>
                  <a:pt x="2133478" y="526237"/>
                  <a:pt x="2133112" y="528157"/>
                  <a:pt x="2132289" y="530078"/>
                </a:cubicBezTo>
                <a:cubicBezTo>
                  <a:pt x="2131558" y="531998"/>
                  <a:pt x="2130369" y="533644"/>
                  <a:pt x="2128998" y="535107"/>
                </a:cubicBezTo>
                <a:cubicBezTo>
                  <a:pt x="2127534" y="536478"/>
                  <a:pt x="2125797" y="537667"/>
                  <a:pt x="2123968" y="538399"/>
                </a:cubicBezTo>
                <a:cubicBezTo>
                  <a:pt x="2122048" y="539222"/>
                  <a:pt x="2120128" y="539587"/>
                  <a:pt x="2118025" y="539587"/>
                </a:cubicBezTo>
                <a:cubicBezTo>
                  <a:pt x="2116013" y="539587"/>
                  <a:pt x="2114001" y="539222"/>
                  <a:pt x="2112081" y="538399"/>
                </a:cubicBezTo>
                <a:cubicBezTo>
                  <a:pt x="2110252" y="537667"/>
                  <a:pt x="2108515" y="536478"/>
                  <a:pt x="2107143" y="535107"/>
                </a:cubicBezTo>
                <a:cubicBezTo>
                  <a:pt x="2105680" y="533644"/>
                  <a:pt x="2104583" y="531998"/>
                  <a:pt x="2103760" y="530078"/>
                </a:cubicBezTo>
                <a:cubicBezTo>
                  <a:pt x="2102937" y="528157"/>
                  <a:pt x="2102571" y="526237"/>
                  <a:pt x="2102571" y="524134"/>
                </a:cubicBezTo>
                <a:cubicBezTo>
                  <a:pt x="2102571" y="522122"/>
                  <a:pt x="2102937" y="520111"/>
                  <a:pt x="2103760" y="518282"/>
                </a:cubicBezTo>
                <a:cubicBezTo>
                  <a:pt x="2104583" y="516362"/>
                  <a:pt x="2105680" y="514716"/>
                  <a:pt x="2107143" y="513253"/>
                </a:cubicBezTo>
                <a:cubicBezTo>
                  <a:pt x="2108515" y="511790"/>
                  <a:pt x="2110252" y="510692"/>
                  <a:pt x="2112081" y="509869"/>
                </a:cubicBezTo>
                <a:cubicBezTo>
                  <a:pt x="2114001" y="509138"/>
                  <a:pt x="2116013" y="508772"/>
                  <a:pt x="2118025" y="508772"/>
                </a:cubicBezTo>
                <a:cubicBezTo>
                  <a:pt x="2120128" y="508772"/>
                  <a:pt x="2122048" y="509138"/>
                  <a:pt x="2123968" y="509869"/>
                </a:cubicBezTo>
                <a:cubicBezTo>
                  <a:pt x="2125797" y="510692"/>
                  <a:pt x="2127534" y="511790"/>
                  <a:pt x="2128998" y="513253"/>
                </a:cubicBezTo>
                <a:cubicBezTo>
                  <a:pt x="2130369" y="514716"/>
                  <a:pt x="2131558" y="516362"/>
                  <a:pt x="2132289" y="518282"/>
                </a:cubicBezTo>
                <a:cubicBezTo>
                  <a:pt x="2133112" y="520111"/>
                  <a:pt x="2133478" y="522122"/>
                  <a:pt x="2133478" y="524134"/>
                </a:cubicBezTo>
              </a:path>
              <a:path w="3532327" h="1437528">
                <a:moveTo>
                  <a:pt x="2440716" y="626821"/>
                </a:moveTo>
                <a:cubicBezTo>
                  <a:pt x="2440716" y="628833"/>
                  <a:pt x="2440259" y="630845"/>
                  <a:pt x="2439528" y="632673"/>
                </a:cubicBezTo>
                <a:cubicBezTo>
                  <a:pt x="2438705" y="634594"/>
                  <a:pt x="2437608" y="636240"/>
                  <a:pt x="2436144" y="637703"/>
                </a:cubicBezTo>
                <a:cubicBezTo>
                  <a:pt x="2434681" y="639166"/>
                  <a:pt x="2433036" y="640263"/>
                  <a:pt x="2431115" y="641086"/>
                </a:cubicBezTo>
                <a:cubicBezTo>
                  <a:pt x="2429286" y="641817"/>
                  <a:pt x="2427275" y="642183"/>
                  <a:pt x="2425263" y="642183"/>
                </a:cubicBezTo>
                <a:cubicBezTo>
                  <a:pt x="2423160" y="642183"/>
                  <a:pt x="2421240" y="641817"/>
                  <a:pt x="2419320" y="641086"/>
                </a:cubicBezTo>
                <a:cubicBezTo>
                  <a:pt x="2417399" y="640263"/>
                  <a:pt x="2415753" y="639166"/>
                  <a:pt x="2414290" y="637703"/>
                </a:cubicBezTo>
                <a:cubicBezTo>
                  <a:pt x="2412827" y="636240"/>
                  <a:pt x="2411730" y="634594"/>
                  <a:pt x="2410998" y="632673"/>
                </a:cubicBezTo>
                <a:cubicBezTo>
                  <a:pt x="2410176" y="630845"/>
                  <a:pt x="2409810" y="628833"/>
                  <a:pt x="2409810" y="626821"/>
                </a:cubicBezTo>
                <a:cubicBezTo>
                  <a:pt x="2409810" y="624718"/>
                  <a:pt x="2410176" y="622798"/>
                  <a:pt x="2410998" y="620878"/>
                </a:cubicBezTo>
                <a:cubicBezTo>
                  <a:pt x="2411730" y="619049"/>
                  <a:pt x="2412827" y="617311"/>
                  <a:pt x="2414290" y="615848"/>
                </a:cubicBezTo>
                <a:cubicBezTo>
                  <a:pt x="2415753" y="614477"/>
                  <a:pt x="2417399" y="613288"/>
                  <a:pt x="2419320" y="612557"/>
                </a:cubicBezTo>
                <a:cubicBezTo>
                  <a:pt x="2421240" y="611734"/>
                  <a:pt x="2423160" y="611368"/>
                  <a:pt x="2425263" y="611368"/>
                </a:cubicBezTo>
                <a:cubicBezTo>
                  <a:pt x="2427275" y="611368"/>
                  <a:pt x="2429286" y="611734"/>
                  <a:pt x="2431115" y="612557"/>
                </a:cubicBezTo>
                <a:cubicBezTo>
                  <a:pt x="2433036" y="613288"/>
                  <a:pt x="2434681" y="614477"/>
                  <a:pt x="2436144" y="615848"/>
                </a:cubicBezTo>
                <a:cubicBezTo>
                  <a:pt x="2437608" y="617311"/>
                  <a:pt x="2438705" y="619049"/>
                  <a:pt x="2439528" y="620878"/>
                </a:cubicBezTo>
                <a:cubicBezTo>
                  <a:pt x="2440259" y="622798"/>
                  <a:pt x="2440716" y="624718"/>
                  <a:pt x="2440716" y="626821"/>
                </a:cubicBezTo>
              </a:path>
              <a:path w="3532327" h="1437528">
                <a:moveTo>
                  <a:pt x="2626157" y="629290"/>
                </a:moveTo>
                <a:cubicBezTo>
                  <a:pt x="2626157" y="631302"/>
                  <a:pt x="2625700" y="633313"/>
                  <a:pt x="2624968" y="635142"/>
                </a:cubicBezTo>
                <a:cubicBezTo>
                  <a:pt x="2624145" y="637062"/>
                  <a:pt x="2623048" y="638708"/>
                  <a:pt x="2621585" y="640171"/>
                </a:cubicBezTo>
                <a:cubicBezTo>
                  <a:pt x="2620122" y="641634"/>
                  <a:pt x="2618476" y="642732"/>
                  <a:pt x="2616556" y="643555"/>
                </a:cubicBezTo>
                <a:cubicBezTo>
                  <a:pt x="2614727" y="644286"/>
                  <a:pt x="2612715" y="644652"/>
                  <a:pt x="2610703" y="644652"/>
                </a:cubicBezTo>
                <a:cubicBezTo>
                  <a:pt x="2608600" y="644652"/>
                  <a:pt x="2606680" y="644286"/>
                  <a:pt x="2604760" y="643555"/>
                </a:cubicBezTo>
                <a:cubicBezTo>
                  <a:pt x="2602840" y="642732"/>
                  <a:pt x="2601194" y="641634"/>
                  <a:pt x="2599731" y="640171"/>
                </a:cubicBezTo>
                <a:cubicBezTo>
                  <a:pt x="2598268" y="638708"/>
                  <a:pt x="2597170" y="637062"/>
                  <a:pt x="2596439" y="635142"/>
                </a:cubicBezTo>
                <a:cubicBezTo>
                  <a:pt x="2595616" y="633313"/>
                  <a:pt x="2595250" y="631302"/>
                  <a:pt x="2595250" y="629290"/>
                </a:cubicBezTo>
                <a:cubicBezTo>
                  <a:pt x="2595250" y="627187"/>
                  <a:pt x="2595616" y="625267"/>
                  <a:pt x="2596439" y="623346"/>
                </a:cubicBezTo>
                <a:cubicBezTo>
                  <a:pt x="2597170" y="621426"/>
                  <a:pt x="2598268" y="619780"/>
                  <a:pt x="2599731" y="618317"/>
                </a:cubicBezTo>
                <a:cubicBezTo>
                  <a:pt x="2601194" y="616854"/>
                  <a:pt x="2602840" y="615757"/>
                  <a:pt x="2604760" y="615025"/>
                </a:cubicBezTo>
                <a:cubicBezTo>
                  <a:pt x="2606680" y="614202"/>
                  <a:pt x="2608600" y="613837"/>
                  <a:pt x="2610703" y="613837"/>
                </a:cubicBezTo>
                <a:cubicBezTo>
                  <a:pt x="2612715" y="613837"/>
                  <a:pt x="2614727" y="614202"/>
                  <a:pt x="2616556" y="615025"/>
                </a:cubicBezTo>
                <a:cubicBezTo>
                  <a:pt x="2618476" y="615757"/>
                  <a:pt x="2620122" y="616854"/>
                  <a:pt x="2621585" y="618317"/>
                </a:cubicBezTo>
                <a:cubicBezTo>
                  <a:pt x="2623048" y="619780"/>
                  <a:pt x="2624145" y="621426"/>
                  <a:pt x="2624968" y="623346"/>
                </a:cubicBezTo>
                <a:cubicBezTo>
                  <a:pt x="2625700" y="625267"/>
                  <a:pt x="2626157" y="627187"/>
                  <a:pt x="2626157" y="629290"/>
                </a:cubicBezTo>
              </a:path>
              <a:path w="3532327" h="1437528">
                <a:moveTo>
                  <a:pt x="2993471" y="542696"/>
                </a:moveTo>
                <a:cubicBezTo>
                  <a:pt x="2993471" y="544800"/>
                  <a:pt x="2993014" y="546720"/>
                  <a:pt x="2992283" y="548640"/>
                </a:cubicBezTo>
                <a:cubicBezTo>
                  <a:pt x="2991460" y="550560"/>
                  <a:pt x="2990362" y="552206"/>
                  <a:pt x="2988899" y="553669"/>
                </a:cubicBezTo>
                <a:cubicBezTo>
                  <a:pt x="2987436" y="555132"/>
                  <a:pt x="2985790" y="556230"/>
                  <a:pt x="2983870" y="556961"/>
                </a:cubicBezTo>
                <a:cubicBezTo>
                  <a:pt x="2982041" y="557784"/>
                  <a:pt x="2980030" y="558150"/>
                  <a:pt x="2978018" y="558150"/>
                </a:cubicBezTo>
                <a:cubicBezTo>
                  <a:pt x="2975915" y="558150"/>
                  <a:pt x="2973995" y="557784"/>
                  <a:pt x="2972074" y="556961"/>
                </a:cubicBezTo>
                <a:cubicBezTo>
                  <a:pt x="2970154" y="556230"/>
                  <a:pt x="2968508" y="555132"/>
                  <a:pt x="2967045" y="553669"/>
                </a:cubicBezTo>
                <a:cubicBezTo>
                  <a:pt x="2965582" y="552206"/>
                  <a:pt x="2964485" y="550560"/>
                  <a:pt x="2963753" y="548640"/>
                </a:cubicBezTo>
                <a:cubicBezTo>
                  <a:pt x="2962930" y="546720"/>
                  <a:pt x="2962565" y="544800"/>
                  <a:pt x="2962565" y="542696"/>
                </a:cubicBezTo>
                <a:cubicBezTo>
                  <a:pt x="2962565" y="540685"/>
                  <a:pt x="2962930" y="538764"/>
                  <a:pt x="2963753" y="536844"/>
                </a:cubicBezTo>
                <a:cubicBezTo>
                  <a:pt x="2964485" y="534924"/>
                  <a:pt x="2965582" y="533278"/>
                  <a:pt x="2967045" y="531815"/>
                </a:cubicBezTo>
                <a:cubicBezTo>
                  <a:pt x="2968508" y="530352"/>
                  <a:pt x="2970154" y="529255"/>
                  <a:pt x="2972074" y="528523"/>
                </a:cubicBezTo>
                <a:cubicBezTo>
                  <a:pt x="2973995" y="527700"/>
                  <a:pt x="2975915" y="527334"/>
                  <a:pt x="2978018" y="527334"/>
                </a:cubicBezTo>
                <a:cubicBezTo>
                  <a:pt x="2980030" y="527334"/>
                  <a:pt x="2982041" y="527700"/>
                  <a:pt x="2983870" y="528523"/>
                </a:cubicBezTo>
                <a:cubicBezTo>
                  <a:pt x="2985790" y="529255"/>
                  <a:pt x="2987436" y="530352"/>
                  <a:pt x="2988899" y="531815"/>
                </a:cubicBezTo>
                <a:cubicBezTo>
                  <a:pt x="2990362" y="533278"/>
                  <a:pt x="2991460" y="534924"/>
                  <a:pt x="2992283" y="536844"/>
                </a:cubicBezTo>
                <a:cubicBezTo>
                  <a:pt x="2993014" y="538764"/>
                  <a:pt x="2993471" y="540685"/>
                  <a:pt x="2993471" y="542696"/>
                </a:cubicBezTo>
              </a:path>
              <a:path w="3532327" h="1437528">
                <a:moveTo>
                  <a:pt x="3157515" y="540136"/>
                </a:moveTo>
                <a:cubicBezTo>
                  <a:pt x="3157515" y="542148"/>
                  <a:pt x="3157149" y="544159"/>
                  <a:pt x="3156326" y="545988"/>
                </a:cubicBezTo>
                <a:cubicBezTo>
                  <a:pt x="3155594" y="547908"/>
                  <a:pt x="3154497" y="549554"/>
                  <a:pt x="3153034" y="551017"/>
                </a:cubicBezTo>
                <a:cubicBezTo>
                  <a:pt x="3151571" y="552480"/>
                  <a:pt x="3149925" y="553578"/>
                  <a:pt x="3148005" y="554401"/>
                </a:cubicBezTo>
                <a:cubicBezTo>
                  <a:pt x="3146085" y="555132"/>
                  <a:pt x="3144164" y="555498"/>
                  <a:pt x="3142061" y="555498"/>
                </a:cubicBezTo>
                <a:cubicBezTo>
                  <a:pt x="3140050" y="555498"/>
                  <a:pt x="3138038" y="555132"/>
                  <a:pt x="3136209" y="554401"/>
                </a:cubicBezTo>
                <a:cubicBezTo>
                  <a:pt x="3134289" y="553578"/>
                  <a:pt x="3132643" y="552480"/>
                  <a:pt x="3131180" y="551017"/>
                </a:cubicBezTo>
                <a:cubicBezTo>
                  <a:pt x="3129717" y="549554"/>
                  <a:pt x="3128620" y="547908"/>
                  <a:pt x="3127797" y="545988"/>
                </a:cubicBezTo>
                <a:cubicBezTo>
                  <a:pt x="3127065" y="544159"/>
                  <a:pt x="3126608" y="542148"/>
                  <a:pt x="3126608" y="540136"/>
                </a:cubicBezTo>
                <a:cubicBezTo>
                  <a:pt x="3126608" y="538033"/>
                  <a:pt x="3127065" y="536113"/>
                  <a:pt x="3127797" y="534192"/>
                </a:cubicBezTo>
                <a:cubicBezTo>
                  <a:pt x="3128620" y="532272"/>
                  <a:pt x="3129717" y="530626"/>
                  <a:pt x="3131180" y="529163"/>
                </a:cubicBezTo>
                <a:cubicBezTo>
                  <a:pt x="3132643" y="527792"/>
                  <a:pt x="3134289" y="526603"/>
                  <a:pt x="3136209" y="525871"/>
                </a:cubicBezTo>
                <a:cubicBezTo>
                  <a:pt x="3138038" y="525048"/>
                  <a:pt x="3140050" y="524683"/>
                  <a:pt x="3142061" y="524683"/>
                </a:cubicBezTo>
                <a:cubicBezTo>
                  <a:pt x="3144164" y="524683"/>
                  <a:pt x="3146085" y="525048"/>
                  <a:pt x="3148005" y="525871"/>
                </a:cubicBezTo>
                <a:cubicBezTo>
                  <a:pt x="3149925" y="526603"/>
                  <a:pt x="3151571" y="527792"/>
                  <a:pt x="3153034" y="529163"/>
                </a:cubicBezTo>
                <a:cubicBezTo>
                  <a:pt x="3154497" y="530626"/>
                  <a:pt x="3155594" y="532272"/>
                  <a:pt x="3156326" y="534192"/>
                </a:cubicBezTo>
                <a:cubicBezTo>
                  <a:pt x="3157149" y="536113"/>
                  <a:pt x="3157515" y="538033"/>
                  <a:pt x="3157515" y="540136"/>
                </a:cubicBezTo>
              </a:path>
              <a:path w="3532327" h="1437528">
                <a:moveTo>
                  <a:pt x="3532327" y="562447"/>
                </a:moveTo>
                <a:cubicBezTo>
                  <a:pt x="3532327" y="564459"/>
                  <a:pt x="3531961" y="566471"/>
                  <a:pt x="3531138" y="568391"/>
                </a:cubicBezTo>
                <a:cubicBezTo>
                  <a:pt x="3530316" y="570220"/>
                  <a:pt x="3529218" y="571957"/>
                  <a:pt x="3527755" y="573329"/>
                </a:cubicBezTo>
                <a:cubicBezTo>
                  <a:pt x="3526292" y="574792"/>
                  <a:pt x="3524646" y="575889"/>
                  <a:pt x="3522726" y="576712"/>
                </a:cubicBezTo>
                <a:cubicBezTo>
                  <a:pt x="3520897" y="577444"/>
                  <a:pt x="3518886" y="577901"/>
                  <a:pt x="3516874" y="577901"/>
                </a:cubicBezTo>
                <a:cubicBezTo>
                  <a:pt x="3514771" y="577901"/>
                  <a:pt x="3512850" y="577444"/>
                  <a:pt x="3510930" y="576712"/>
                </a:cubicBezTo>
                <a:cubicBezTo>
                  <a:pt x="3509101" y="575889"/>
                  <a:pt x="3507364" y="574792"/>
                  <a:pt x="3505901" y="573329"/>
                </a:cubicBezTo>
                <a:cubicBezTo>
                  <a:pt x="3504529" y="571957"/>
                  <a:pt x="3503341" y="570220"/>
                  <a:pt x="3502609" y="568391"/>
                </a:cubicBezTo>
                <a:cubicBezTo>
                  <a:pt x="3501786" y="566471"/>
                  <a:pt x="3501420" y="564459"/>
                  <a:pt x="3501420" y="562447"/>
                </a:cubicBezTo>
                <a:cubicBezTo>
                  <a:pt x="3501420" y="560436"/>
                  <a:pt x="3501786" y="558424"/>
                  <a:pt x="3502609" y="556504"/>
                </a:cubicBezTo>
                <a:cubicBezTo>
                  <a:pt x="3503341" y="554675"/>
                  <a:pt x="3504529" y="553029"/>
                  <a:pt x="3505901" y="551566"/>
                </a:cubicBezTo>
                <a:cubicBezTo>
                  <a:pt x="3507364" y="550103"/>
                  <a:pt x="3509101" y="549006"/>
                  <a:pt x="3510930" y="548183"/>
                </a:cubicBezTo>
                <a:cubicBezTo>
                  <a:pt x="3512850" y="547451"/>
                  <a:pt x="3514771" y="546994"/>
                  <a:pt x="3516874" y="546994"/>
                </a:cubicBezTo>
                <a:cubicBezTo>
                  <a:pt x="3518886" y="546994"/>
                  <a:pt x="3520897" y="547451"/>
                  <a:pt x="3522726" y="548183"/>
                </a:cubicBezTo>
                <a:cubicBezTo>
                  <a:pt x="3524646" y="549006"/>
                  <a:pt x="3526292" y="550103"/>
                  <a:pt x="3527755" y="551566"/>
                </a:cubicBezTo>
                <a:cubicBezTo>
                  <a:pt x="3529218" y="553029"/>
                  <a:pt x="3530316" y="554675"/>
                  <a:pt x="3531138" y="556504"/>
                </a:cubicBezTo>
                <a:cubicBezTo>
                  <a:pt x="3531961" y="558424"/>
                  <a:pt x="3532327" y="560436"/>
                  <a:pt x="3532327" y="562447"/>
                </a:cubicBezTo>
              </a:path>
              <a:path w="3532327" h="1437528">
                <a:moveTo>
                  <a:pt x="30907" y="312633"/>
                </a:moveTo>
                <a:cubicBezTo>
                  <a:pt x="30907" y="314736"/>
                  <a:pt x="30541" y="316657"/>
                  <a:pt x="29718" y="318577"/>
                </a:cubicBezTo>
                <a:cubicBezTo>
                  <a:pt x="28895" y="320406"/>
                  <a:pt x="27798" y="322143"/>
                  <a:pt x="26335" y="323606"/>
                </a:cubicBezTo>
                <a:cubicBezTo>
                  <a:pt x="24963" y="324978"/>
                  <a:pt x="23226" y="326166"/>
                  <a:pt x="21397" y="326898"/>
                </a:cubicBezTo>
                <a:cubicBezTo>
                  <a:pt x="19477" y="327721"/>
                  <a:pt x="17465" y="328087"/>
                  <a:pt x="15453" y="328087"/>
                </a:cubicBezTo>
                <a:cubicBezTo>
                  <a:pt x="13442" y="328087"/>
                  <a:pt x="11430" y="327721"/>
                  <a:pt x="9510" y="326898"/>
                </a:cubicBezTo>
                <a:cubicBezTo>
                  <a:pt x="7681" y="326166"/>
                  <a:pt x="5944" y="324978"/>
                  <a:pt x="4481" y="323606"/>
                </a:cubicBezTo>
                <a:cubicBezTo>
                  <a:pt x="3109" y="322143"/>
                  <a:pt x="1920" y="320406"/>
                  <a:pt x="1189" y="318577"/>
                </a:cubicBezTo>
                <a:cubicBezTo>
                  <a:pt x="366" y="316657"/>
                  <a:pt x="0" y="314736"/>
                  <a:pt x="0" y="312633"/>
                </a:cubicBezTo>
                <a:cubicBezTo>
                  <a:pt x="0" y="310622"/>
                  <a:pt x="366" y="308610"/>
                  <a:pt x="1189" y="306781"/>
                </a:cubicBezTo>
                <a:cubicBezTo>
                  <a:pt x="1920" y="304861"/>
                  <a:pt x="3109" y="303215"/>
                  <a:pt x="4481" y="301752"/>
                </a:cubicBezTo>
                <a:cubicBezTo>
                  <a:pt x="5944" y="300289"/>
                  <a:pt x="7681" y="299192"/>
                  <a:pt x="9510" y="298369"/>
                </a:cubicBezTo>
                <a:cubicBezTo>
                  <a:pt x="11430" y="297637"/>
                  <a:pt x="13442" y="297271"/>
                  <a:pt x="15453" y="297271"/>
                </a:cubicBezTo>
                <a:cubicBezTo>
                  <a:pt x="17465" y="297271"/>
                  <a:pt x="19477" y="297637"/>
                  <a:pt x="21397" y="298369"/>
                </a:cubicBezTo>
                <a:cubicBezTo>
                  <a:pt x="23226" y="299192"/>
                  <a:pt x="24963" y="300289"/>
                  <a:pt x="26335" y="301752"/>
                </a:cubicBezTo>
                <a:cubicBezTo>
                  <a:pt x="27798" y="303215"/>
                  <a:pt x="28895" y="304861"/>
                  <a:pt x="29718" y="306781"/>
                </a:cubicBezTo>
                <a:cubicBezTo>
                  <a:pt x="30541" y="308610"/>
                  <a:pt x="30907" y="310622"/>
                  <a:pt x="30907" y="312633"/>
                </a:cubicBezTo>
              </a:path>
              <a:path w="3532327" h="1437528">
                <a:moveTo>
                  <a:pt x="246522" y="383225"/>
                </a:moveTo>
                <a:cubicBezTo>
                  <a:pt x="246522" y="385237"/>
                  <a:pt x="246156" y="387248"/>
                  <a:pt x="245334" y="389169"/>
                </a:cubicBezTo>
                <a:cubicBezTo>
                  <a:pt x="244602" y="390997"/>
                  <a:pt x="243505" y="392735"/>
                  <a:pt x="242042" y="394106"/>
                </a:cubicBezTo>
                <a:cubicBezTo>
                  <a:pt x="240579" y="395569"/>
                  <a:pt x="238933" y="396667"/>
                  <a:pt x="237012" y="397490"/>
                </a:cubicBezTo>
                <a:cubicBezTo>
                  <a:pt x="235092" y="398313"/>
                  <a:pt x="233172" y="398678"/>
                  <a:pt x="231069" y="398678"/>
                </a:cubicBezTo>
                <a:cubicBezTo>
                  <a:pt x="229057" y="398678"/>
                  <a:pt x="227046" y="398313"/>
                  <a:pt x="225217" y="397490"/>
                </a:cubicBezTo>
                <a:cubicBezTo>
                  <a:pt x="223296" y="396667"/>
                  <a:pt x="221651" y="395569"/>
                  <a:pt x="220188" y="394106"/>
                </a:cubicBezTo>
                <a:cubicBezTo>
                  <a:pt x="218724" y="392735"/>
                  <a:pt x="217627" y="390997"/>
                  <a:pt x="216804" y="389169"/>
                </a:cubicBezTo>
                <a:cubicBezTo>
                  <a:pt x="216073" y="387248"/>
                  <a:pt x="215616" y="385237"/>
                  <a:pt x="215616" y="383225"/>
                </a:cubicBezTo>
                <a:cubicBezTo>
                  <a:pt x="215616" y="381213"/>
                  <a:pt x="216073" y="379202"/>
                  <a:pt x="216804" y="377373"/>
                </a:cubicBezTo>
                <a:cubicBezTo>
                  <a:pt x="217627" y="375453"/>
                  <a:pt x="218724" y="373807"/>
                  <a:pt x="220188" y="372344"/>
                </a:cubicBezTo>
                <a:cubicBezTo>
                  <a:pt x="221651" y="370881"/>
                  <a:pt x="223296" y="369783"/>
                  <a:pt x="225217" y="368960"/>
                </a:cubicBezTo>
                <a:cubicBezTo>
                  <a:pt x="227046" y="368229"/>
                  <a:pt x="229057" y="367772"/>
                  <a:pt x="231069" y="367772"/>
                </a:cubicBezTo>
                <a:cubicBezTo>
                  <a:pt x="233172" y="367772"/>
                  <a:pt x="235092" y="368229"/>
                  <a:pt x="237012" y="368960"/>
                </a:cubicBezTo>
                <a:cubicBezTo>
                  <a:pt x="238933" y="369783"/>
                  <a:pt x="240579" y="370881"/>
                  <a:pt x="242042" y="372344"/>
                </a:cubicBezTo>
                <a:cubicBezTo>
                  <a:pt x="243505" y="373807"/>
                  <a:pt x="244602" y="375453"/>
                  <a:pt x="245334" y="377373"/>
                </a:cubicBezTo>
                <a:cubicBezTo>
                  <a:pt x="246156" y="379202"/>
                  <a:pt x="246522" y="381213"/>
                  <a:pt x="246522" y="383225"/>
                </a:cubicBezTo>
              </a:path>
              <a:path w="3532327" h="1437528">
                <a:moveTo>
                  <a:pt x="622066" y="299375"/>
                </a:moveTo>
                <a:cubicBezTo>
                  <a:pt x="622066" y="301386"/>
                  <a:pt x="621701" y="303398"/>
                  <a:pt x="620878" y="305227"/>
                </a:cubicBezTo>
                <a:cubicBezTo>
                  <a:pt x="620055" y="307147"/>
                  <a:pt x="618957" y="308793"/>
                  <a:pt x="617494" y="310256"/>
                </a:cubicBezTo>
                <a:cubicBezTo>
                  <a:pt x="616123" y="311719"/>
                  <a:pt x="614385" y="312816"/>
                  <a:pt x="612557" y="313639"/>
                </a:cubicBezTo>
                <a:cubicBezTo>
                  <a:pt x="610636" y="314371"/>
                  <a:pt x="608625" y="314736"/>
                  <a:pt x="606613" y="314736"/>
                </a:cubicBezTo>
                <a:cubicBezTo>
                  <a:pt x="604601" y="314736"/>
                  <a:pt x="602590" y="314371"/>
                  <a:pt x="600669" y="313639"/>
                </a:cubicBezTo>
                <a:cubicBezTo>
                  <a:pt x="598841" y="312816"/>
                  <a:pt x="597103" y="311719"/>
                  <a:pt x="595640" y="310256"/>
                </a:cubicBezTo>
                <a:cubicBezTo>
                  <a:pt x="594269" y="308793"/>
                  <a:pt x="593080" y="307147"/>
                  <a:pt x="592348" y="305227"/>
                </a:cubicBezTo>
                <a:cubicBezTo>
                  <a:pt x="591525" y="303398"/>
                  <a:pt x="591160" y="301386"/>
                  <a:pt x="591160" y="299375"/>
                </a:cubicBezTo>
                <a:cubicBezTo>
                  <a:pt x="591160" y="297271"/>
                  <a:pt x="591525" y="295351"/>
                  <a:pt x="592348" y="293431"/>
                </a:cubicBezTo>
                <a:cubicBezTo>
                  <a:pt x="593080" y="291511"/>
                  <a:pt x="594269" y="289865"/>
                  <a:pt x="595640" y="288402"/>
                </a:cubicBezTo>
                <a:cubicBezTo>
                  <a:pt x="597103" y="286939"/>
                  <a:pt x="598841" y="285841"/>
                  <a:pt x="600669" y="285110"/>
                </a:cubicBezTo>
                <a:cubicBezTo>
                  <a:pt x="602590" y="284287"/>
                  <a:pt x="604601" y="283921"/>
                  <a:pt x="606613" y="283921"/>
                </a:cubicBezTo>
                <a:cubicBezTo>
                  <a:pt x="608625" y="283921"/>
                  <a:pt x="610636" y="284287"/>
                  <a:pt x="612557" y="285110"/>
                </a:cubicBezTo>
                <a:cubicBezTo>
                  <a:pt x="614385" y="285841"/>
                  <a:pt x="616123" y="286939"/>
                  <a:pt x="617494" y="288402"/>
                </a:cubicBezTo>
                <a:cubicBezTo>
                  <a:pt x="618957" y="289865"/>
                  <a:pt x="620055" y="291511"/>
                  <a:pt x="620878" y="293431"/>
                </a:cubicBezTo>
                <a:cubicBezTo>
                  <a:pt x="621701" y="295351"/>
                  <a:pt x="622066" y="297271"/>
                  <a:pt x="622066" y="299375"/>
                </a:cubicBezTo>
              </a:path>
              <a:path w="3532327" h="1437528">
                <a:moveTo>
                  <a:pt x="827715" y="261793"/>
                </a:moveTo>
                <a:cubicBezTo>
                  <a:pt x="827715" y="263804"/>
                  <a:pt x="827349" y="265816"/>
                  <a:pt x="826618" y="267736"/>
                </a:cubicBezTo>
                <a:cubicBezTo>
                  <a:pt x="825795" y="269565"/>
                  <a:pt x="824697" y="271302"/>
                  <a:pt x="823234" y="272674"/>
                </a:cubicBezTo>
                <a:cubicBezTo>
                  <a:pt x="821771" y="274137"/>
                  <a:pt x="820125" y="275234"/>
                  <a:pt x="818205" y="276057"/>
                </a:cubicBezTo>
                <a:cubicBezTo>
                  <a:pt x="816285" y="276789"/>
                  <a:pt x="814365" y="277246"/>
                  <a:pt x="812262" y="277246"/>
                </a:cubicBezTo>
                <a:cubicBezTo>
                  <a:pt x="810250" y="277246"/>
                  <a:pt x="808238" y="276789"/>
                  <a:pt x="806409" y="276057"/>
                </a:cubicBezTo>
                <a:cubicBezTo>
                  <a:pt x="804489" y="275234"/>
                  <a:pt x="802843" y="274137"/>
                  <a:pt x="801380" y="272674"/>
                </a:cubicBezTo>
                <a:cubicBezTo>
                  <a:pt x="799917" y="271302"/>
                  <a:pt x="798820" y="269565"/>
                  <a:pt x="797997" y="267736"/>
                </a:cubicBezTo>
                <a:cubicBezTo>
                  <a:pt x="797265" y="265816"/>
                  <a:pt x="796808" y="263804"/>
                  <a:pt x="796808" y="261793"/>
                </a:cubicBezTo>
                <a:cubicBezTo>
                  <a:pt x="796808" y="259781"/>
                  <a:pt x="797265" y="257769"/>
                  <a:pt x="797997" y="255849"/>
                </a:cubicBezTo>
                <a:cubicBezTo>
                  <a:pt x="798820" y="254020"/>
                  <a:pt x="799917" y="252374"/>
                  <a:pt x="801380" y="250911"/>
                </a:cubicBezTo>
                <a:cubicBezTo>
                  <a:pt x="802843" y="249448"/>
                  <a:pt x="804489" y="248351"/>
                  <a:pt x="806409" y="247528"/>
                </a:cubicBezTo>
                <a:cubicBezTo>
                  <a:pt x="808238" y="246797"/>
                  <a:pt x="810250" y="246339"/>
                  <a:pt x="812262" y="246339"/>
                </a:cubicBezTo>
                <a:cubicBezTo>
                  <a:pt x="814365" y="246339"/>
                  <a:pt x="816285" y="246797"/>
                  <a:pt x="818205" y="247528"/>
                </a:cubicBezTo>
                <a:cubicBezTo>
                  <a:pt x="820125" y="248351"/>
                  <a:pt x="821771" y="249448"/>
                  <a:pt x="823234" y="250911"/>
                </a:cubicBezTo>
                <a:cubicBezTo>
                  <a:pt x="824697" y="252374"/>
                  <a:pt x="825795" y="254020"/>
                  <a:pt x="826618" y="255849"/>
                </a:cubicBezTo>
                <a:cubicBezTo>
                  <a:pt x="827349" y="257769"/>
                  <a:pt x="827715" y="259781"/>
                  <a:pt x="827715" y="261793"/>
                </a:cubicBezTo>
              </a:path>
              <a:path w="3532327" h="1437528">
                <a:moveTo>
                  <a:pt x="1079998" y="269931"/>
                </a:moveTo>
                <a:cubicBezTo>
                  <a:pt x="1079998" y="272034"/>
                  <a:pt x="1079541" y="273954"/>
                  <a:pt x="1078809" y="275874"/>
                </a:cubicBezTo>
                <a:cubicBezTo>
                  <a:pt x="1077986" y="277795"/>
                  <a:pt x="1076889" y="279441"/>
                  <a:pt x="1075426" y="280904"/>
                </a:cubicBezTo>
                <a:cubicBezTo>
                  <a:pt x="1073963" y="282367"/>
                  <a:pt x="1072317" y="283464"/>
                  <a:pt x="1070397" y="284196"/>
                </a:cubicBezTo>
                <a:cubicBezTo>
                  <a:pt x="1068568" y="285018"/>
                  <a:pt x="1066556" y="285384"/>
                  <a:pt x="1064544" y="285384"/>
                </a:cubicBezTo>
                <a:cubicBezTo>
                  <a:pt x="1062441" y="285384"/>
                  <a:pt x="1060521" y="285018"/>
                  <a:pt x="1058601" y="284196"/>
                </a:cubicBezTo>
                <a:cubicBezTo>
                  <a:pt x="1056681" y="283464"/>
                  <a:pt x="1055035" y="282367"/>
                  <a:pt x="1053572" y="280904"/>
                </a:cubicBezTo>
                <a:cubicBezTo>
                  <a:pt x="1052109" y="279441"/>
                  <a:pt x="1051011" y="277795"/>
                  <a:pt x="1050280" y="275874"/>
                </a:cubicBezTo>
                <a:cubicBezTo>
                  <a:pt x="1049457" y="273954"/>
                  <a:pt x="1049091" y="272034"/>
                  <a:pt x="1049091" y="269931"/>
                </a:cubicBezTo>
                <a:cubicBezTo>
                  <a:pt x="1049091" y="267919"/>
                  <a:pt x="1049457" y="265908"/>
                  <a:pt x="1050280" y="264079"/>
                </a:cubicBezTo>
                <a:cubicBezTo>
                  <a:pt x="1051011" y="262158"/>
                  <a:pt x="1052109" y="260513"/>
                  <a:pt x="1053572" y="259050"/>
                </a:cubicBezTo>
                <a:cubicBezTo>
                  <a:pt x="1055035" y="257586"/>
                  <a:pt x="1056681" y="256489"/>
                  <a:pt x="1058601" y="255666"/>
                </a:cubicBezTo>
                <a:cubicBezTo>
                  <a:pt x="1060521" y="254935"/>
                  <a:pt x="1062441" y="254569"/>
                  <a:pt x="1064544" y="254569"/>
                </a:cubicBezTo>
                <a:cubicBezTo>
                  <a:pt x="1066556" y="254569"/>
                  <a:pt x="1068568" y="254935"/>
                  <a:pt x="1070397" y="255666"/>
                </a:cubicBezTo>
                <a:cubicBezTo>
                  <a:pt x="1072317" y="256489"/>
                  <a:pt x="1073963" y="257586"/>
                  <a:pt x="1075426" y="259050"/>
                </a:cubicBezTo>
                <a:cubicBezTo>
                  <a:pt x="1076889" y="260513"/>
                  <a:pt x="1077986" y="262158"/>
                  <a:pt x="1078809" y="264079"/>
                </a:cubicBezTo>
                <a:cubicBezTo>
                  <a:pt x="1079541" y="265908"/>
                  <a:pt x="1079998" y="267919"/>
                  <a:pt x="1079998" y="269931"/>
                </a:cubicBezTo>
              </a:path>
              <a:path w="3532327" h="1437528">
                <a:moveTo>
                  <a:pt x="1396289" y="357256"/>
                </a:moveTo>
                <a:cubicBezTo>
                  <a:pt x="1396289" y="359268"/>
                  <a:pt x="1395923" y="361279"/>
                  <a:pt x="1395100" y="363108"/>
                </a:cubicBezTo>
                <a:cubicBezTo>
                  <a:pt x="1394369" y="365028"/>
                  <a:pt x="1393271" y="366674"/>
                  <a:pt x="1391808" y="368137"/>
                </a:cubicBezTo>
                <a:cubicBezTo>
                  <a:pt x="1390345" y="369600"/>
                  <a:pt x="1388699" y="370698"/>
                  <a:pt x="1386779" y="371521"/>
                </a:cubicBezTo>
                <a:cubicBezTo>
                  <a:pt x="1384859" y="372252"/>
                  <a:pt x="1382939" y="372618"/>
                  <a:pt x="1380835" y="372618"/>
                </a:cubicBezTo>
                <a:cubicBezTo>
                  <a:pt x="1378824" y="372618"/>
                  <a:pt x="1376812" y="372252"/>
                  <a:pt x="1374983" y="371521"/>
                </a:cubicBezTo>
                <a:cubicBezTo>
                  <a:pt x="1373063" y="370698"/>
                  <a:pt x="1371417" y="369600"/>
                  <a:pt x="1369954" y="368137"/>
                </a:cubicBezTo>
                <a:cubicBezTo>
                  <a:pt x="1368491" y="366674"/>
                  <a:pt x="1367394" y="365028"/>
                  <a:pt x="1366571" y="363108"/>
                </a:cubicBezTo>
                <a:cubicBezTo>
                  <a:pt x="1365839" y="361279"/>
                  <a:pt x="1365382" y="359268"/>
                  <a:pt x="1365382" y="357256"/>
                </a:cubicBezTo>
                <a:cubicBezTo>
                  <a:pt x="1365382" y="355153"/>
                  <a:pt x="1365839" y="353233"/>
                  <a:pt x="1366571" y="351312"/>
                </a:cubicBezTo>
                <a:cubicBezTo>
                  <a:pt x="1367394" y="349392"/>
                  <a:pt x="1368491" y="347746"/>
                  <a:pt x="1369954" y="346283"/>
                </a:cubicBezTo>
                <a:cubicBezTo>
                  <a:pt x="1371417" y="344912"/>
                  <a:pt x="1373063" y="343723"/>
                  <a:pt x="1374983" y="342991"/>
                </a:cubicBezTo>
                <a:cubicBezTo>
                  <a:pt x="1376812" y="342168"/>
                  <a:pt x="1378824" y="341803"/>
                  <a:pt x="1380835" y="341803"/>
                </a:cubicBezTo>
                <a:cubicBezTo>
                  <a:pt x="1382939" y="341803"/>
                  <a:pt x="1384859" y="342168"/>
                  <a:pt x="1386779" y="342991"/>
                </a:cubicBezTo>
                <a:cubicBezTo>
                  <a:pt x="1388699" y="343723"/>
                  <a:pt x="1390345" y="344912"/>
                  <a:pt x="1391808" y="346283"/>
                </a:cubicBezTo>
                <a:cubicBezTo>
                  <a:pt x="1393271" y="347746"/>
                  <a:pt x="1394369" y="349392"/>
                  <a:pt x="1395100" y="351312"/>
                </a:cubicBezTo>
                <a:cubicBezTo>
                  <a:pt x="1395923" y="353233"/>
                  <a:pt x="1396289" y="355153"/>
                  <a:pt x="1396289" y="357256"/>
                </a:cubicBezTo>
              </a:path>
              <a:path w="3532327" h="1437528">
                <a:moveTo>
                  <a:pt x="1584747" y="346466"/>
                </a:moveTo>
                <a:cubicBezTo>
                  <a:pt x="1584747" y="348478"/>
                  <a:pt x="1584381" y="350490"/>
                  <a:pt x="1583558" y="352318"/>
                </a:cubicBezTo>
                <a:cubicBezTo>
                  <a:pt x="1582826" y="354239"/>
                  <a:pt x="1581729" y="355884"/>
                  <a:pt x="1580266" y="357348"/>
                </a:cubicBezTo>
                <a:cubicBezTo>
                  <a:pt x="1578803" y="358811"/>
                  <a:pt x="1577157" y="359908"/>
                  <a:pt x="1575237" y="360731"/>
                </a:cubicBezTo>
                <a:cubicBezTo>
                  <a:pt x="1573317" y="361462"/>
                  <a:pt x="1571396" y="361828"/>
                  <a:pt x="1569293" y="361828"/>
                </a:cubicBezTo>
                <a:cubicBezTo>
                  <a:pt x="1567282" y="361828"/>
                  <a:pt x="1565270" y="361462"/>
                  <a:pt x="1563441" y="360731"/>
                </a:cubicBezTo>
                <a:cubicBezTo>
                  <a:pt x="1561521" y="359908"/>
                  <a:pt x="1559875" y="358811"/>
                  <a:pt x="1558412" y="357348"/>
                </a:cubicBezTo>
                <a:cubicBezTo>
                  <a:pt x="1556949" y="355884"/>
                  <a:pt x="1555852" y="354239"/>
                  <a:pt x="1555029" y="352318"/>
                </a:cubicBezTo>
                <a:cubicBezTo>
                  <a:pt x="1554297" y="350490"/>
                  <a:pt x="1553840" y="348478"/>
                  <a:pt x="1553840" y="346466"/>
                </a:cubicBezTo>
                <a:cubicBezTo>
                  <a:pt x="1553840" y="344363"/>
                  <a:pt x="1554297" y="342443"/>
                  <a:pt x="1555029" y="340523"/>
                </a:cubicBezTo>
                <a:cubicBezTo>
                  <a:pt x="1555852" y="338602"/>
                  <a:pt x="1556949" y="336956"/>
                  <a:pt x="1558412" y="335493"/>
                </a:cubicBezTo>
                <a:cubicBezTo>
                  <a:pt x="1559875" y="334030"/>
                  <a:pt x="1561521" y="332933"/>
                  <a:pt x="1563441" y="332202"/>
                </a:cubicBezTo>
                <a:cubicBezTo>
                  <a:pt x="1565270" y="331379"/>
                  <a:pt x="1567282" y="331013"/>
                  <a:pt x="1569293" y="331013"/>
                </a:cubicBezTo>
                <a:cubicBezTo>
                  <a:pt x="1571396" y="331013"/>
                  <a:pt x="1573317" y="331379"/>
                  <a:pt x="1575237" y="332202"/>
                </a:cubicBezTo>
                <a:cubicBezTo>
                  <a:pt x="1577157" y="332933"/>
                  <a:pt x="1578803" y="334030"/>
                  <a:pt x="1580266" y="335493"/>
                </a:cubicBezTo>
                <a:cubicBezTo>
                  <a:pt x="1581729" y="336956"/>
                  <a:pt x="1582826" y="338602"/>
                  <a:pt x="1583558" y="340523"/>
                </a:cubicBezTo>
                <a:cubicBezTo>
                  <a:pt x="1584381" y="342443"/>
                  <a:pt x="1584747" y="344363"/>
                  <a:pt x="1584747" y="346466"/>
                </a:cubicBezTo>
              </a:path>
              <a:path w="3532327" h="1437528">
                <a:moveTo>
                  <a:pt x="1847728" y="307696"/>
                </a:moveTo>
                <a:cubicBezTo>
                  <a:pt x="1847728" y="309707"/>
                  <a:pt x="1847362" y="311719"/>
                  <a:pt x="1846539" y="313548"/>
                </a:cubicBezTo>
                <a:cubicBezTo>
                  <a:pt x="1845808" y="315468"/>
                  <a:pt x="1844711" y="317114"/>
                  <a:pt x="1843248" y="318577"/>
                </a:cubicBezTo>
                <a:cubicBezTo>
                  <a:pt x="1841784" y="320040"/>
                  <a:pt x="1840139" y="321137"/>
                  <a:pt x="1838218" y="321960"/>
                </a:cubicBezTo>
                <a:cubicBezTo>
                  <a:pt x="1836298" y="322692"/>
                  <a:pt x="1834378" y="323149"/>
                  <a:pt x="1832275" y="323149"/>
                </a:cubicBezTo>
                <a:cubicBezTo>
                  <a:pt x="1830263" y="323149"/>
                  <a:pt x="1828251" y="322692"/>
                  <a:pt x="1826423" y="321960"/>
                </a:cubicBezTo>
                <a:cubicBezTo>
                  <a:pt x="1824502" y="321137"/>
                  <a:pt x="1822856" y="320040"/>
                  <a:pt x="1821393" y="318577"/>
                </a:cubicBezTo>
                <a:cubicBezTo>
                  <a:pt x="1819930" y="317114"/>
                  <a:pt x="1818833" y="315468"/>
                  <a:pt x="1818010" y="313548"/>
                </a:cubicBezTo>
                <a:cubicBezTo>
                  <a:pt x="1817279" y="311719"/>
                  <a:pt x="1816821" y="309707"/>
                  <a:pt x="1816821" y="307696"/>
                </a:cubicBezTo>
                <a:cubicBezTo>
                  <a:pt x="1816821" y="305684"/>
                  <a:pt x="1817279" y="303672"/>
                  <a:pt x="1818010" y="301752"/>
                </a:cubicBezTo>
                <a:cubicBezTo>
                  <a:pt x="1818833" y="299923"/>
                  <a:pt x="1819930" y="298186"/>
                  <a:pt x="1821393" y="296814"/>
                </a:cubicBezTo>
                <a:cubicBezTo>
                  <a:pt x="1822856" y="295351"/>
                  <a:pt x="1824502" y="294254"/>
                  <a:pt x="1826423" y="293431"/>
                </a:cubicBezTo>
                <a:cubicBezTo>
                  <a:pt x="1828251" y="292608"/>
                  <a:pt x="1830263" y="292242"/>
                  <a:pt x="1832275" y="292242"/>
                </a:cubicBezTo>
                <a:cubicBezTo>
                  <a:pt x="1834378" y="292242"/>
                  <a:pt x="1836298" y="292608"/>
                  <a:pt x="1838218" y="293431"/>
                </a:cubicBezTo>
                <a:cubicBezTo>
                  <a:pt x="1840139" y="294254"/>
                  <a:pt x="1841784" y="295351"/>
                  <a:pt x="1843248" y="296814"/>
                </a:cubicBezTo>
                <a:cubicBezTo>
                  <a:pt x="1844711" y="298186"/>
                  <a:pt x="1845808" y="299923"/>
                  <a:pt x="1846539" y="301752"/>
                </a:cubicBezTo>
                <a:cubicBezTo>
                  <a:pt x="1847362" y="303672"/>
                  <a:pt x="1847728" y="305684"/>
                  <a:pt x="1847728" y="307696"/>
                </a:cubicBezTo>
              </a:path>
              <a:path w="3532327" h="1437528">
                <a:moveTo>
                  <a:pt x="2114733" y="329733"/>
                </a:moveTo>
                <a:cubicBezTo>
                  <a:pt x="2114733" y="331744"/>
                  <a:pt x="2114367" y="333756"/>
                  <a:pt x="2113544" y="335676"/>
                </a:cubicBezTo>
                <a:cubicBezTo>
                  <a:pt x="2112721" y="337505"/>
                  <a:pt x="2111624" y="339242"/>
                  <a:pt x="2110161" y="340614"/>
                </a:cubicBezTo>
                <a:cubicBezTo>
                  <a:pt x="2108698" y="342077"/>
                  <a:pt x="2107052" y="343174"/>
                  <a:pt x="2105223" y="343997"/>
                </a:cubicBezTo>
                <a:cubicBezTo>
                  <a:pt x="2103303" y="344820"/>
                  <a:pt x="2101291" y="345186"/>
                  <a:pt x="2099280" y="345186"/>
                </a:cubicBezTo>
                <a:cubicBezTo>
                  <a:pt x="2097176" y="345186"/>
                  <a:pt x="2095256" y="344820"/>
                  <a:pt x="2093336" y="343997"/>
                </a:cubicBezTo>
                <a:cubicBezTo>
                  <a:pt x="2091507" y="343174"/>
                  <a:pt x="2089770" y="342077"/>
                  <a:pt x="2088307" y="340614"/>
                </a:cubicBezTo>
                <a:cubicBezTo>
                  <a:pt x="2086935" y="339242"/>
                  <a:pt x="2085746" y="337505"/>
                  <a:pt x="2085015" y="335676"/>
                </a:cubicBezTo>
                <a:cubicBezTo>
                  <a:pt x="2084192" y="333756"/>
                  <a:pt x="2083826" y="331744"/>
                  <a:pt x="2083826" y="329733"/>
                </a:cubicBezTo>
                <a:cubicBezTo>
                  <a:pt x="2083826" y="327721"/>
                  <a:pt x="2084192" y="325709"/>
                  <a:pt x="2085015" y="323880"/>
                </a:cubicBezTo>
                <a:cubicBezTo>
                  <a:pt x="2085746" y="321960"/>
                  <a:pt x="2086935" y="320314"/>
                  <a:pt x="2088307" y="318851"/>
                </a:cubicBezTo>
                <a:cubicBezTo>
                  <a:pt x="2089770" y="317388"/>
                  <a:pt x="2091507" y="316291"/>
                  <a:pt x="2093336" y="315468"/>
                </a:cubicBezTo>
                <a:cubicBezTo>
                  <a:pt x="2095256" y="314736"/>
                  <a:pt x="2097176" y="314279"/>
                  <a:pt x="2099280" y="314279"/>
                </a:cubicBezTo>
                <a:cubicBezTo>
                  <a:pt x="2101291" y="314279"/>
                  <a:pt x="2103303" y="314736"/>
                  <a:pt x="2105223" y="315468"/>
                </a:cubicBezTo>
                <a:cubicBezTo>
                  <a:pt x="2107052" y="316291"/>
                  <a:pt x="2108698" y="317388"/>
                  <a:pt x="2110161" y="318851"/>
                </a:cubicBezTo>
                <a:cubicBezTo>
                  <a:pt x="2111624" y="320314"/>
                  <a:pt x="2112721" y="321960"/>
                  <a:pt x="2113544" y="323880"/>
                </a:cubicBezTo>
                <a:cubicBezTo>
                  <a:pt x="2114367" y="325709"/>
                  <a:pt x="2114733" y="327721"/>
                  <a:pt x="2114733" y="329733"/>
                </a:cubicBezTo>
              </a:path>
              <a:path w="3532327" h="1437528">
                <a:moveTo>
                  <a:pt x="2362170" y="264902"/>
                </a:moveTo>
                <a:cubicBezTo>
                  <a:pt x="2362170" y="266913"/>
                  <a:pt x="2361804" y="268925"/>
                  <a:pt x="2360981" y="270754"/>
                </a:cubicBezTo>
                <a:cubicBezTo>
                  <a:pt x="2360249" y="272674"/>
                  <a:pt x="2359061" y="274320"/>
                  <a:pt x="2357689" y="275783"/>
                </a:cubicBezTo>
                <a:cubicBezTo>
                  <a:pt x="2356226" y="277246"/>
                  <a:pt x="2354489" y="278343"/>
                  <a:pt x="2352660" y="279166"/>
                </a:cubicBezTo>
                <a:cubicBezTo>
                  <a:pt x="2350740" y="279898"/>
                  <a:pt x="2348819" y="280355"/>
                  <a:pt x="2346716" y="280355"/>
                </a:cubicBezTo>
                <a:cubicBezTo>
                  <a:pt x="2344704" y="280355"/>
                  <a:pt x="2342693" y="279898"/>
                  <a:pt x="2340773" y="279166"/>
                </a:cubicBezTo>
                <a:cubicBezTo>
                  <a:pt x="2338944" y="278343"/>
                  <a:pt x="2337298" y="277246"/>
                  <a:pt x="2335835" y="275783"/>
                </a:cubicBezTo>
                <a:cubicBezTo>
                  <a:pt x="2334372" y="274320"/>
                  <a:pt x="2333274" y="272674"/>
                  <a:pt x="2332452" y="270754"/>
                </a:cubicBezTo>
                <a:cubicBezTo>
                  <a:pt x="2331629" y="268925"/>
                  <a:pt x="2331263" y="266913"/>
                  <a:pt x="2331263" y="264902"/>
                </a:cubicBezTo>
                <a:cubicBezTo>
                  <a:pt x="2331263" y="262799"/>
                  <a:pt x="2331629" y="260878"/>
                  <a:pt x="2332452" y="258958"/>
                </a:cubicBezTo>
                <a:cubicBezTo>
                  <a:pt x="2333274" y="257129"/>
                  <a:pt x="2334372" y="255392"/>
                  <a:pt x="2335835" y="253929"/>
                </a:cubicBezTo>
                <a:cubicBezTo>
                  <a:pt x="2337298" y="252557"/>
                  <a:pt x="2338944" y="251369"/>
                  <a:pt x="2340773" y="250637"/>
                </a:cubicBezTo>
                <a:cubicBezTo>
                  <a:pt x="2342693" y="249814"/>
                  <a:pt x="2344704" y="249448"/>
                  <a:pt x="2346716" y="249448"/>
                </a:cubicBezTo>
                <a:cubicBezTo>
                  <a:pt x="2348819" y="249448"/>
                  <a:pt x="2350740" y="249814"/>
                  <a:pt x="2352660" y="250637"/>
                </a:cubicBezTo>
                <a:cubicBezTo>
                  <a:pt x="2354489" y="251369"/>
                  <a:pt x="2356226" y="252557"/>
                  <a:pt x="2357689" y="253929"/>
                </a:cubicBezTo>
                <a:cubicBezTo>
                  <a:pt x="2359061" y="255392"/>
                  <a:pt x="2360249" y="257129"/>
                  <a:pt x="2360981" y="258958"/>
                </a:cubicBezTo>
                <a:cubicBezTo>
                  <a:pt x="2361804" y="260878"/>
                  <a:pt x="2362170" y="262799"/>
                  <a:pt x="2362170" y="264902"/>
                </a:cubicBezTo>
              </a:path>
              <a:path w="3532327" h="1437528">
                <a:moveTo>
                  <a:pt x="2656058" y="324612"/>
                </a:moveTo>
                <a:cubicBezTo>
                  <a:pt x="2656058" y="326624"/>
                  <a:pt x="2655692" y="328635"/>
                  <a:pt x="2654960" y="330464"/>
                </a:cubicBezTo>
                <a:cubicBezTo>
                  <a:pt x="2654137" y="332384"/>
                  <a:pt x="2653040" y="334030"/>
                  <a:pt x="2651577" y="335493"/>
                </a:cubicBezTo>
                <a:cubicBezTo>
                  <a:pt x="2650114" y="336956"/>
                  <a:pt x="2648468" y="338054"/>
                  <a:pt x="2646548" y="338877"/>
                </a:cubicBezTo>
                <a:cubicBezTo>
                  <a:pt x="2644628" y="339608"/>
                  <a:pt x="2642707" y="340065"/>
                  <a:pt x="2640604" y="340065"/>
                </a:cubicBezTo>
                <a:cubicBezTo>
                  <a:pt x="2638593" y="340065"/>
                  <a:pt x="2636672" y="339608"/>
                  <a:pt x="2634752" y="338877"/>
                </a:cubicBezTo>
                <a:cubicBezTo>
                  <a:pt x="2632832" y="338054"/>
                  <a:pt x="2631186" y="336956"/>
                  <a:pt x="2629723" y="335493"/>
                </a:cubicBezTo>
                <a:cubicBezTo>
                  <a:pt x="2628260" y="334030"/>
                  <a:pt x="2627163" y="332384"/>
                  <a:pt x="2626340" y="330464"/>
                </a:cubicBezTo>
                <a:cubicBezTo>
                  <a:pt x="2625608" y="328635"/>
                  <a:pt x="2625242" y="326624"/>
                  <a:pt x="2625242" y="324612"/>
                </a:cubicBezTo>
                <a:cubicBezTo>
                  <a:pt x="2625242" y="322509"/>
                  <a:pt x="2625608" y="320589"/>
                  <a:pt x="2626340" y="318668"/>
                </a:cubicBezTo>
                <a:cubicBezTo>
                  <a:pt x="2627163" y="316840"/>
                  <a:pt x="2628260" y="315102"/>
                  <a:pt x="2629723" y="313731"/>
                </a:cubicBezTo>
                <a:cubicBezTo>
                  <a:pt x="2631186" y="312268"/>
                  <a:pt x="2632832" y="311170"/>
                  <a:pt x="2634752" y="310347"/>
                </a:cubicBezTo>
                <a:cubicBezTo>
                  <a:pt x="2636672" y="309524"/>
                  <a:pt x="2638593" y="309159"/>
                  <a:pt x="2640604" y="309159"/>
                </a:cubicBezTo>
                <a:cubicBezTo>
                  <a:pt x="2642707" y="309159"/>
                  <a:pt x="2644628" y="309524"/>
                  <a:pt x="2646548" y="310347"/>
                </a:cubicBezTo>
                <a:cubicBezTo>
                  <a:pt x="2648468" y="311170"/>
                  <a:pt x="2650114" y="312268"/>
                  <a:pt x="2651577" y="313731"/>
                </a:cubicBezTo>
                <a:cubicBezTo>
                  <a:pt x="2653040" y="315102"/>
                  <a:pt x="2654137" y="316840"/>
                  <a:pt x="2654960" y="318668"/>
                </a:cubicBezTo>
                <a:cubicBezTo>
                  <a:pt x="2655692" y="320589"/>
                  <a:pt x="2656058" y="322509"/>
                  <a:pt x="2656058" y="324612"/>
                </a:cubicBezTo>
              </a:path>
              <a:path w="3532327" h="1437528">
                <a:moveTo>
                  <a:pt x="2950952" y="265725"/>
                </a:moveTo>
                <a:cubicBezTo>
                  <a:pt x="2950952" y="267736"/>
                  <a:pt x="2950586" y="269657"/>
                  <a:pt x="2949763" y="271577"/>
                </a:cubicBezTo>
                <a:cubicBezTo>
                  <a:pt x="2948940" y="273497"/>
                  <a:pt x="2947843" y="275143"/>
                  <a:pt x="2946380" y="276606"/>
                </a:cubicBezTo>
                <a:cubicBezTo>
                  <a:pt x="2944917" y="278069"/>
                  <a:pt x="2943271" y="279166"/>
                  <a:pt x="2941442" y="279898"/>
                </a:cubicBezTo>
                <a:cubicBezTo>
                  <a:pt x="2939522" y="280721"/>
                  <a:pt x="2937510" y="281087"/>
                  <a:pt x="2935498" y="281087"/>
                </a:cubicBezTo>
                <a:cubicBezTo>
                  <a:pt x="2933395" y="281087"/>
                  <a:pt x="2931475" y="280721"/>
                  <a:pt x="2929555" y="279898"/>
                </a:cubicBezTo>
                <a:cubicBezTo>
                  <a:pt x="2927634" y="279166"/>
                  <a:pt x="2925989" y="278069"/>
                  <a:pt x="2924526" y="276606"/>
                </a:cubicBezTo>
                <a:cubicBezTo>
                  <a:pt x="2923154" y="275143"/>
                  <a:pt x="2921965" y="273497"/>
                  <a:pt x="2921234" y="271577"/>
                </a:cubicBezTo>
                <a:cubicBezTo>
                  <a:pt x="2920411" y="269657"/>
                  <a:pt x="2920045" y="267736"/>
                  <a:pt x="2920045" y="265725"/>
                </a:cubicBezTo>
                <a:cubicBezTo>
                  <a:pt x="2920045" y="263622"/>
                  <a:pt x="2920411" y="261701"/>
                  <a:pt x="2921234" y="259781"/>
                </a:cubicBezTo>
                <a:cubicBezTo>
                  <a:pt x="2921965" y="257861"/>
                  <a:pt x="2923154" y="256215"/>
                  <a:pt x="2924526" y="254752"/>
                </a:cubicBezTo>
                <a:cubicBezTo>
                  <a:pt x="2925989" y="253289"/>
                  <a:pt x="2927634" y="252192"/>
                  <a:pt x="2929555" y="251460"/>
                </a:cubicBezTo>
                <a:cubicBezTo>
                  <a:pt x="2931475" y="250637"/>
                  <a:pt x="2933395" y="250271"/>
                  <a:pt x="2935498" y="250271"/>
                </a:cubicBezTo>
                <a:cubicBezTo>
                  <a:pt x="2937510" y="250271"/>
                  <a:pt x="2939522" y="250637"/>
                  <a:pt x="2941442" y="251460"/>
                </a:cubicBezTo>
                <a:cubicBezTo>
                  <a:pt x="2943271" y="252192"/>
                  <a:pt x="2944917" y="253289"/>
                  <a:pt x="2946380" y="254752"/>
                </a:cubicBezTo>
                <a:cubicBezTo>
                  <a:pt x="2947843" y="256215"/>
                  <a:pt x="2948940" y="257861"/>
                  <a:pt x="2949763" y="259781"/>
                </a:cubicBezTo>
                <a:cubicBezTo>
                  <a:pt x="2950586" y="261701"/>
                  <a:pt x="2950952" y="263622"/>
                  <a:pt x="2950952" y="265725"/>
                </a:cubicBezTo>
              </a:path>
              <a:path w="3532327" h="1437528">
                <a:moveTo>
                  <a:pt x="3193908" y="263896"/>
                </a:moveTo>
                <a:cubicBezTo>
                  <a:pt x="3193908" y="265999"/>
                  <a:pt x="3193451" y="267919"/>
                  <a:pt x="3192719" y="269839"/>
                </a:cubicBezTo>
                <a:cubicBezTo>
                  <a:pt x="3191896" y="271668"/>
                  <a:pt x="3190799" y="273406"/>
                  <a:pt x="3189336" y="274777"/>
                </a:cubicBezTo>
                <a:cubicBezTo>
                  <a:pt x="3187873" y="276240"/>
                  <a:pt x="3186227" y="277338"/>
                  <a:pt x="3184307" y="278160"/>
                </a:cubicBezTo>
                <a:cubicBezTo>
                  <a:pt x="3182478" y="278983"/>
                  <a:pt x="3180466" y="279349"/>
                  <a:pt x="3178454" y="279349"/>
                </a:cubicBezTo>
                <a:cubicBezTo>
                  <a:pt x="3176351" y="279349"/>
                  <a:pt x="3174431" y="278983"/>
                  <a:pt x="3172511" y="278160"/>
                </a:cubicBezTo>
                <a:cubicBezTo>
                  <a:pt x="3170591" y="277338"/>
                  <a:pt x="3168945" y="276240"/>
                  <a:pt x="3167482" y="274777"/>
                </a:cubicBezTo>
                <a:cubicBezTo>
                  <a:pt x="3166019" y="273406"/>
                  <a:pt x="3164921" y="271668"/>
                  <a:pt x="3164190" y="269839"/>
                </a:cubicBezTo>
                <a:cubicBezTo>
                  <a:pt x="3163367" y="267919"/>
                  <a:pt x="3163001" y="265999"/>
                  <a:pt x="3163001" y="263896"/>
                </a:cubicBezTo>
                <a:cubicBezTo>
                  <a:pt x="3163001" y="261884"/>
                  <a:pt x="3163367" y="259872"/>
                  <a:pt x="3164190" y="258044"/>
                </a:cubicBezTo>
                <a:cubicBezTo>
                  <a:pt x="3164921" y="256123"/>
                  <a:pt x="3166019" y="254478"/>
                  <a:pt x="3167482" y="253014"/>
                </a:cubicBezTo>
                <a:cubicBezTo>
                  <a:pt x="3168945" y="251551"/>
                  <a:pt x="3170591" y="250454"/>
                  <a:pt x="3172511" y="249631"/>
                </a:cubicBezTo>
                <a:cubicBezTo>
                  <a:pt x="3174431" y="248900"/>
                  <a:pt x="3176351" y="248442"/>
                  <a:pt x="3178454" y="248442"/>
                </a:cubicBezTo>
                <a:cubicBezTo>
                  <a:pt x="3180466" y="248442"/>
                  <a:pt x="3182478" y="248900"/>
                  <a:pt x="3184307" y="249631"/>
                </a:cubicBezTo>
                <a:cubicBezTo>
                  <a:pt x="3186227" y="250454"/>
                  <a:pt x="3187873" y="251551"/>
                  <a:pt x="3189336" y="253014"/>
                </a:cubicBezTo>
                <a:cubicBezTo>
                  <a:pt x="3190799" y="254478"/>
                  <a:pt x="3191896" y="256123"/>
                  <a:pt x="3192719" y="258044"/>
                </a:cubicBezTo>
                <a:cubicBezTo>
                  <a:pt x="3193451" y="259872"/>
                  <a:pt x="3193908" y="261884"/>
                  <a:pt x="3193908" y="263896"/>
                </a:cubicBezTo>
              </a:path>
              <a:path w="3532327" h="1437528">
                <a:moveTo>
                  <a:pt x="3469051" y="314919"/>
                </a:moveTo>
                <a:cubicBezTo>
                  <a:pt x="3469051" y="316931"/>
                  <a:pt x="3468594" y="318943"/>
                  <a:pt x="3467862" y="320772"/>
                </a:cubicBezTo>
                <a:cubicBezTo>
                  <a:pt x="3467039" y="322692"/>
                  <a:pt x="3465942" y="324338"/>
                  <a:pt x="3464479" y="325801"/>
                </a:cubicBezTo>
                <a:cubicBezTo>
                  <a:pt x="3463016" y="327264"/>
                  <a:pt x="3461370" y="328361"/>
                  <a:pt x="3459450" y="329184"/>
                </a:cubicBezTo>
                <a:cubicBezTo>
                  <a:pt x="3457621" y="329916"/>
                  <a:pt x="3455609" y="330281"/>
                  <a:pt x="3453597" y="330281"/>
                </a:cubicBezTo>
                <a:cubicBezTo>
                  <a:pt x="3451494" y="330281"/>
                  <a:pt x="3449574" y="329916"/>
                  <a:pt x="3447654" y="329184"/>
                </a:cubicBezTo>
                <a:cubicBezTo>
                  <a:pt x="3445734" y="328361"/>
                  <a:pt x="3444088" y="327264"/>
                  <a:pt x="3442625" y="325801"/>
                </a:cubicBezTo>
                <a:cubicBezTo>
                  <a:pt x="3441162" y="324338"/>
                  <a:pt x="3440064" y="322692"/>
                  <a:pt x="3439333" y="320772"/>
                </a:cubicBezTo>
                <a:cubicBezTo>
                  <a:pt x="3438510" y="318943"/>
                  <a:pt x="3438144" y="316931"/>
                  <a:pt x="3438144" y="314919"/>
                </a:cubicBezTo>
                <a:cubicBezTo>
                  <a:pt x="3438144" y="312816"/>
                  <a:pt x="3438510" y="310896"/>
                  <a:pt x="3439333" y="308976"/>
                </a:cubicBezTo>
                <a:cubicBezTo>
                  <a:pt x="3440064" y="307056"/>
                  <a:pt x="3441162" y="305410"/>
                  <a:pt x="3442625" y="303947"/>
                </a:cubicBezTo>
                <a:cubicBezTo>
                  <a:pt x="3444088" y="302484"/>
                  <a:pt x="3445734" y="301386"/>
                  <a:pt x="3447654" y="300655"/>
                </a:cubicBezTo>
                <a:cubicBezTo>
                  <a:pt x="3449574" y="299832"/>
                  <a:pt x="3451494" y="299466"/>
                  <a:pt x="3453597" y="299466"/>
                </a:cubicBezTo>
                <a:cubicBezTo>
                  <a:pt x="3455609" y="299466"/>
                  <a:pt x="3457621" y="299832"/>
                  <a:pt x="3459450" y="300655"/>
                </a:cubicBezTo>
                <a:cubicBezTo>
                  <a:pt x="3461370" y="301386"/>
                  <a:pt x="3463016" y="302484"/>
                  <a:pt x="3464479" y="303947"/>
                </a:cubicBezTo>
                <a:cubicBezTo>
                  <a:pt x="3465942" y="305410"/>
                  <a:pt x="3467039" y="307056"/>
                  <a:pt x="3467862" y="308976"/>
                </a:cubicBezTo>
                <a:cubicBezTo>
                  <a:pt x="3468594" y="310896"/>
                  <a:pt x="3469051" y="312816"/>
                  <a:pt x="3469051" y="314919"/>
                </a:cubicBezTo>
              </a:path>
              <a:path w="3532327" h="1437528">
                <a:moveTo>
                  <a:pt x="34016" y="118506"/>
                </a:moveTo>
                <a:cubicBezTo>
                  <a:pt x="34016" y="120609"/>
                  <a:pt x="33558" y="122530"/>
                  <a:pt x="32827" y="124450"/>
                </a:cubicBezTo>
                <a:cubicBezTo>
                  <a:pt x="32004" y="126279"/>
                  <a:pt x="30907" y="128016"/>
                  <a:pt x="29444" y="129479"/>
                </a:cubicBezTo>
                <a:cubicBezTo>
                  <a:pt x="27981" y="130851"/>
                  <a:pt x="26335" y="132039"/>
                  <a:pt x="24414" y="132771"/>
                </a:cubicBezTo>
                <a:cubicBezTo>
                  <a:pt x="22586" y="133594"/>
                  <a:pt x="20574" y="133960"/>
                  <a:pt x="18562" y="133960"/>
                </a:cubicBezTo>
                <a:cubicBezTo>
                  <a:pt x="16459" y="133960"/>
                  <a:pt x="14539" y="133594"/>
                  <a:pt x="12619" y="132771"/>
                </a:cubicBezTo>
                <a:cubicBezTo>
                  <a:pt x="10698" y="132039"/>
                  <a:pt x="9053" y="130851"/>
                  <a:pt x="7590" y="129479"/>
                </a:cubicBezTo>
                <a:cubicBezTo>
                  <a:pt x="6126" y="128016"/>
                  <a:pt x="5029" y="126279"/>
                  <a:pt x="4298" y="124450"/>
                </a:cubicBezTo>
                <a:cubicBezTo>
                  <a:pt x="3475" y="122530"/>
                  <a:pt x="3109" y="120609"/>
                  <a:pt x="3109" y="118506"/>
                </a:cubicBezTo>
                <a:cubicBezTo>
                  <a:pt x="3109" y="116495"/>
                  <a:pt x="3475" y="114483"/>
                  <a:pt x="4298" y="112654"/>
                </a:cubicBezTo>
                <a:cubicBezTo>
                  <a:pt x="5029" y="110734"/>
                  <a:pt x="6126" y="109088"/>
                  <a:pt x="7590" y="107625"/>
                </a:cubicBezTo>
                <a:cubicBezTo>
                  <a:pt x="9053" y="106162"/>
                  <a:pt x="10698" y="105065"/>
                  <a:pt x="12619" y="104242"/>
                </a:cubicBezTo>
                <a:cubicBezTo>
                  <a:pt x="14539" y="103510"/>
                  <a:pt x="16459" y="103053"/>
                  <a:pt x="18562" y="103053"/>
                </a:cubicBezTo>
                <a:cubicBezTo>
                  <a:pt x="20574" y="103053"/>
                  <a:pt x="22586" y="103510"/>
                  <a:pt x="24414" y="104242"/>
                </a:cubicBezTo>
                <a:cubicBezTo>
                  <a:pt x="26335" y="105065"/>
                  <a:pt x="27981" y="106162"/>
                  <a:pt x="29444" y="107625"/>
                </a:cubicBezTo>
                <a:cubicBezTo>
                  <a:pt x="30907" y="109088"/>
                  <a:pt x="32004" y="110734"/>
                  <a:pt x="32827" y="112654"/>
                </a:cubicBezTo>
                <a:cubicBezTo>
                  <a:pt x="33558" y="114483"/>
                  <a:pt x="34016" y="116495"/>
                  <a:pt x="34016" y="118506"/>
                </a:cubicBezTo>
              </a:path>
              <a:path w="3532327" h="1437528">
                <a:moveTo>
                  <a:pt x="287487" y="96835"/>
                </a:moveTo>
                <a:cubicBezTo>
                  <a:pt x="287487" y="98847"/>
                  <a:pt x="287030" y="100858"/>
                  <a:pt x="286299" y="102687"/>
                </a:cubicBezTo>
                <a:cubicBezTo>
                  <a:pt x="285476" y="104607"/>
                  <a:pt x="284378" y="106253"/>
                  <a:pt x="282915" y="107716"/>
                </a:cubicBezTo>
                <a:cubicBezTo>
                  <a:pt x="281452" y="109179"/>
                  <a:pt x="279806" y="110277"/>
                  <a:pt x="277886" y="111100"/>
                </a:cubicBezTo>
                <a:cubicBezTo>
                  <a:pt x="276057" y="111831"/>
                  <a:pt x="274046" y="112197"/>
                  <a:pt x="272034" y="112197"/>
                </a:cubicBezTo>
                <a:cubicBezTo>
                  <a:pt x="269931" y="112197"/>
                  <a:pt x="268011" y="111831"/>
                  <a:pt x="266090" y="111100"/>
                </a:cubicBezTo>
                <a:cubicBezTo>
                  <a:pt x="264170" y="110277"/>
                  <a:pt x="262524" y="109179"/>
                  <a:pt x="261061" y="107716"/>
                </a:cubicBezTo>
                <a:cubicBezTo>
                  <a:pt x="259598" y="106253"/>
                  <a:pt x="258501" y="104607"/>
                  <a:pt x="257769" y="102687"/>
                </a:cubicBezTo>
                <a:cubicBezTo>
                  <a:pt x="256946" y="100858"/>
                  <a:pt x="256581" y="98847"/>
                  <a:pt x="256581" y="96835"/>
                </a:cubicBezTo>
                <a:cubicBezTo>
                  <a:pt x="256581" y="94732"/>
                  <a:pt x="256946" y="92812"/>
                  <a:pt x="257769" y="90891"/>
                </a:cubicBezTo>
                <a:cubicBezTo>
                  <a:pt x="258501" y="88971"/>
                  <a:pt x="259598" y="87325"/>
                  <a:pt x="261061" y="85862"/>
                </a:cubicBezTo>
                <a:cubicBezTo>
                  <a:pt x="262524" y="84491"/>
                  <a:pt x="264170" y="83302"/>
                  <a:pt x="266090" y="82570"/>
                </a:cubicBezTo>
                <a:cubicBezTo>
                  <a:pt x="268011" y="81747"/>
                  <a:pt x="269931" y="81382"/>
                  <a:pt x="272034" y="81382"/>
                </a:cubicBezTo>
                <a:cubicBezTo>
                  <a:pt x="274046" y="81382"/>
                  <a:pt x="276057" y="81747"/>
                  <a:pt x="277886" y="82570"/>
                </a:cubicBezTo>
                <a:cubicBezTo>
                  <a:pt x="279806" y="83302"/>
                  <a:pt x="281452" y="84491"/>
                  <a:pt x="282915" y="85862"/>
                </a:cubicBezTo>
                <a:cubicBezTo>
                  <a:pt x="284378" y="87325"/>
                  <a:pt x="285476" y="88971"/>
                  <a:pt x="286299" y="90891"/>
                </a:cubicBezTo>
                <a:cubicBezTo>
                  <a:pt x="287030" y="92812"/>
                  <a:pt x="287487" y="94732"/>
                  <a:pt x="287487" y="96835"/>
                </a:cubicBezTo>
              </a:path>
              <a:path w="3532327" h="1437528">
                <a:moveTo>
                  <a:pt x="494233" y="15453"/>
                </a:moveTo>
                <a:cubicBezTo>
                  <a:pt x="494233" y="17465"/>
                  <a:pt x="493867" y="19477"/>
                  <a:pt x="493044" y="21306"/>
                </a:cubicBezTo>
                <a:cubicBezTo>
                  <a:pt x="492313" y="23226"/>
                  <a:pt x="491124" y="24872"/>
                  <a:pt x="489753" y="26335"/>
                </a:cubicBezTo>
                <a:cubicBezTo>
                  <a:pt x="488290" y="27798"/>
                  <a:pt x="486552" y="28895"/>
                  <a:pt x="484723" y="29718"/>
                </a:cubicBezTo>
                <a:cubicBezTo>
                  <a:pt x="482803" y="30450"/>
                  <a:pt x="480792" y="30815"/>
                  <a:pt x="478780" y="30815"/>
                </a:cubicBezTo>
                <a:cubicBezTo>
                  <a:pt x="476768" y="30815"/>
                  <a:pt x="474756" y="30450"/>
                  <a:pt x="472836" y="29718"/>
                </a:cubicBezTo>
                <a:cubicBezTo>
                  <a:pt x="471007" y="28895"/>
                  <a:pt x="469270" y="27798"/>
                  <a:pt x="467898" y="26335"/>
                </a:cubicBezTo>
                <a:cubicBezTo>
                  <a:pt x="466435" y="24872"/>
                  <a:pt x="465338" y="23226"/>
                  <a:pt x="464515" y="21306"/>
                </a:cubicBezTo>
                <a:cubicBezTo>
                  <a:pt x="463692" y="19477"/>
                  <a:pt x="463326" y="17465"/>
                  <a:pt x="463326" y="15453"/>
                </a:cubicBezTo>
                <a:cubicBezTo>
                  <a:pt x="463326" y="13350"/>
                  <a:pt x="463692" y="11430"/>
                  <a:pt x="464515" y="9510"/>
                </a:cubicBezTo>
                <a:cubicBezTo>
                  <a:pt x="465338" y="7590"/>
                  <a:pt x="466435" y="5944"/>
                  <a:pt x="467898" y="4481"/>
                </a:cubicBezTo>
                <a:cubicBezTo>
                  <a:pt x="469270" y="3109"/>
                  <a:pt x="471007" y="1920"/>
                  <a:pt x="472836" y="1189"/>
                </a:cubicBezTo>
                <a:cubicBezTo>
                  <a:pt x="474756" y="366"/>
                  <a:pt x="476768" y="0"/>
                  <a:pt x="478780" y="0"/>
                </a:cubicBezTo>
                <a:cubicBezTo>
                  <a:pt x="480792" y="0"/>
                  <a:pt x="482803" y="366"/>
                  <a:pt x="484723" y="1189"/>
                </a:cubicBezTo>
                <a:cubicBezTo>
                  <a:pt x="486552" y="1920"/>
                  <a:pt x="488290" y="3109"/>
                  <a:pt x="489753" y="4481"/>
                </a:cubicBezTo>
                <a:cubicBezTo>
                  <a:pt x="491124" y="5944"/>
                  <a:pt x="492313" y="7590"/>
                  <a:pt x="493044" y="9510"/>
                </a:cubicBezTo>
                <a:cubicBezTo>
                  <a:pt x="493867" y="11430"/>
                  <a:pt x="494233" y="13350"/>
                  <a:pt x="494233" y="15453"/>
                </a:cubicBezTo>
              </a:path>
              <a:path w="3532327" h="1437528">
                <a:moveTo>
                  <a:pt x="780989" y="58430"/>
                </a:moveTo>
                <a:cubicBezTo>
                  <a:pt x="780989" y="60442"/>
                  <a:pt x="780532" y="62454"/>
                  <a:pt x="779800" y="64282"/>
                </a:cubicBezTo>
                <a:cubicBezTo>
                  <a:pt x="778977" y="66203"/>
                  <a:pt x="777880" y="67848"/>
                  <a:pt x="776417" y="69312"/>
                </a:cubicBezTo>
                <a:cubicBezTo>
                  <a:pt x="774954" y="70775"/>
                  <a:pt x="773308" y="71872"/>
                  <a:pt x="771388" y="72695"/>
                </a:cubicBezTo>
                <a:cubicBezTo>
                  <a:pt x="769559" y="73426"/>
                  <a:pt x="767547" y="73792"/>
                  <a:pt x="765536" y="73792"/>
                </a:cubicBezTo>
                <a:cubicBezTo>
                  <a:pt x="763433" y="73792"/>
                  <a:pt x="761512" y="73426"/>
                  <a:pt x="759592" y="72695"/>
                </a:cubicBezTo>
                <a:cubicBezTo>
                  <a:pt x="757672" y="71872"/>
                  <a:pt x="756026" y="70775"/>
                  <a:pt x="754563" y="69312"/>
                </a:cubicBezTo>
                <a:cubicBezTo>
                  <a:pt x="753100" y="67848"/>
                  <a:pt x="752003" y="66203"/>
                  <a:pt x="751180" y="64282"/>
                </a:cubicBezTo>
                <a:cubicBezTo>
                  <a:pt x="750448" y="62454"/>
                  <a:pt x="750082" y="60442"/>
                  <a:pt x="750082" y="58430"/>
                </a:cubicBezTo>
                <a:cubicBezTo>
                  <a:pt x="750082" y="56327"/>
                  <a:pt x="750448" y="54407"/>
                  <a:pt x="751180" y="52487"/>
                </a:cubicBezTo>
                <a:cubicBezTo>
                  <a:pt x="752003" y="50566"/>
                  <a:pt x="753100" y="48920"/>
                  <a:pt x="754563" y="47457"/>
                </a:cubicBezTo>
                <a:cubicBezTo>
                  <a:pt x="756026" y="46086"/>
                  <a:pt x="757672" y="44897"/>
                  <a:pt x="759592" y="44166"/>
                </a:cubicBezTo>
                <a:cubicBezTo>
                  <a:pt x="761512" y="43343"/>
                  <a:pt x="763433" y="42977"/>
                  <a:pt x="765536" y="42977"/>
                </a:cubicBezTo>
                <a:cubicBezTo>
                  <a:pt x="767547" y="42977"/>
                  <a:pt x="769559" y="43343"/>
                  <a:pt x="771388" y="44166"/>
                </a:cubicBezTo>
                <a:cubicBezTo>
                  <a:pt x="773308" y="44897"/>
                  <a:pt x="774954" y="46086"/>
                  <a:pt x="776417" y="47457"/>
                </a:cubicBezTo>
                <a:cubicBezTo>
                  <a:pt x="777880" y="48920"/>
                  <a:pt x="778977" y="50566"/>
                  <a:pt x="779800" y="52487"/>
                </a:cubicBezTo>
                <a:cubicBezTo>
                  <a:pt x="780532" y="54407"/>
                  <a:pt x="780989" y="56327"/>
                  <a:pt x="780989" y="58430"/>
                </a:cubicBezTo>
              </a:path>
              <a:path w="3532327" h="1437528">
                <a:moveTo>
                  <a:pt x="1118494" y="47457"/>
                </a:moveTo>
                <a:cubicBezTo>
                  <a:pt x="1118494" y="49560"/>
                  <a:pt x="1118128" y="51481"/>
                  <a:pt x="1117305" y="53401"/>
                </a:cubicBezTo>
                <a:cubicBezTo>
                  <a:pt x="1116574" y="55321"/>
                  <a:pt x="1115477" y="56967"/>
                  <a:pt x="1114014" y="58430"/>
                </a:cubicBezTo>
                <a:cubicBezTo>
                  <a:pt x="1112550" y="59802"/>
                  <a:pt x="1110905" y="60990"/>
                  <a:pt x="1108984" y="61722"/>
                </a:cubicBezTo>
                <a:cubicBezTo>
                  <a:pt x="1107064" y="62545"/>
                  <a:pt x="1105144" y="62911"/>
                  <a:pt x="1103041" y="62911"/>
                </a:cubicBezTo>
                <a:cubicBezTo>
                  <a:pt x="1101029" y="62911"/>
                  <a:pt x="1099017" y="62545"/>
                  <a:pt x="1097189" y="61722"/>
                </a:cubicBezTo>
                <a:cubicBezTo>
                  <a:pt x="1095268" y="60990"/>
                  <a:pt x="1093622" y="59802"/>
                  <a:pt x="1092159" y="58430"/>
                </a:cubicBezTo>
                <a:cubicBezTo>
                  <a:pt x="1090696" y="56967"/>
                  <a:pt x="1089599" y="55321"/>
                  <a:pt x="1088776" y="53401"/>
                </a:cubicBezTo>
                <a:cubicBezTo>
                  <a:pt x="1088045" y="51481"/>
                  <a:pt x="1087587" y="49560"/>
                  <a:pt x="1087587" y="47457"/>
                </a:cubicBezTo>
                <a:cubicBezTo>
                  <a:pt x="1087587" y="45446"/>
                  <a:pt x="1088045" y="43434"/>
                  <a:pt x="1088776" y="41605"/>
                </a:cubicBezTo>
                <a:cubicBezTo>
                  <a:pt x="1089599" y="39685"/>
                  <a:pt x="1090696" y="38039"/>
                  <a:pt x="1092159" y="36576"/>
                </a:cubicBezTo>
                <a:cubicBezTo>
                  <a:pt x="1093622" y="35113"/>
                  <a:pt x="1095268" y="34016"/>
                  <a:pt x="1097189" y="33193"/>
                </a:cubicBezTo>
                <a:cubicBezTo>
                  <a:pt x="1099017" y="32461"/>
                  <a:pt x="1101029" y="32095"/>
                  <a:pt x="1103041" y="32095"/>
                </a:cubicBezTo>
                <a:cubicBezTo>
                  <a:pt x="1105144" y="32095"/>
                  <a:pt x="1107064" y="32461"/>
                  <a:pt x="1108984" y="33193"/>
                </a:cubicBezTo>
                <a:cubicBezTo>
                  <a:pt x="1110905" y="34016"/>
                  <a:pt x="1112550" y="35113"/>
                  <a:pt x="1114014" y="36576"/>
                </a:cubicBezTo>
                <a:cubicBezTo>
                  <a:pt x="1115477" y="38039"/>
                  <a:pt x="1116574" y="39685"/>
                  <a:pt x="1117305" y="41605"/>
                </a:cubicBezTo>
                <a:cubicBezTo>
                  <a:pt x="1118128" y="43434"/>
                  <a:pt x="1118494" y="45446"/>
                  <a:pt x="1118494" y="47457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8" name="Forma 36"/>
          <p:cNvSpPr/>
          <p:nvPr/>
        </p:nvSpPr>
        <p:spPr>
          <a:xfrm>
            <a:off x="4080876" y="1797619"/>
            <a:ext cx="77815" cy="77724"/>
          </a:xfrm>
          <a:custGeom>
            <a:avLst/>
            <a:gdLst/>
            <a:ahLst/>
            <a:cxnLst/>
            <a:rect l="l" t="t" r="r" b="b"/>
            <a:pathLst>
              <a:path w="77815" h="77724">
                <a:moveTo>
                  <a:pt x="77815" y="38862"/>
                </a:moveTo>
                <a:cubicBezTo>
                  <a:pt x="77815" y="43983"/>
                  <a:pt x="76810" y="49012"/>
                  <a:pt x="74889" y="53767"/>
                </a:cubicBezTo>
                <a:cubicBezTo>
                  <a:pt x="72878" y="58522"/>
                  <a:pt x="70043" y="62728"/>
                  <a:pt x="66385" y="66294"/>
                </a:cubicBezTo>
                <a:cubicBezTo>
                  <a:pt x="62728" y="69952"/>
                  <a:pt x="58522" y="72786"/>
                  <a:pt x="53767" y="74798"/>
                </a:cubicBezTo>
                <a:cubicBezTo>
                  <a:pt x="49012" y="76718"/>
                  <a:pt x="44074" y="77724"/>
                  <a:pt x="38862" y="77724"/>
                </a:cubicBezTo>
                <a:cubicBezTo>
                  <a:pt x="33741" y="77724"/>
                  <a:pt x="28804" y="76718"/>
                  <a:pt x="24049" y="74798"/>
                </a:cubicBezTo>
                <a:cubicBezTo>
                  <a:pt x="19294" y="72786"/>
                  <a:pt x="15088" y="69952"/>
                  <a:pt x="11430" y="66294"/>
                </a:cubicBezTo>
                <a:cubicBezTo>
                  <a:pt x="7772" y="62728"/>
                  <a:pt x="4938" y="58522"/>
                  <a:pt x="2926" y="53767"/>
                </a:cubicBezTo>
                <a:cubicBezTo>
                  <a:pt x="1006" y="49012"/>
                  <a:pt x="0" y="43983"/>
                  <a:pt x="0" y="38862"/>
                </a:cubicBezTo>
                <a:cubicBezTo>
                  <a:pt x="0" y="33741"/>
                  <a:pt x="1006" y="28712"/>
                  <a:pt x="2926" y="23957"/>
                </a:cubicBezTo>
                <a:cubicBezTo>
                  <a:pt x="4938" y="19202"/>
                  <a:pt x="7772" y="14996"/>
                  <a:pt x="11430" y="11339"/>
                </a:cubicBezTo>
                <a:cubicBezTo>
                  <a:pt x="15088" y="7772"/>
                  <a:pt x="19294" y="4938"/>
                  <a:pt x="24049" y="2926"/>
                </a:cubicBezTo>
                <a:cubicBezTo>
                  <a:pt x="28804" y="1006"/>
                  <a:pt x="33741" y="0"/>
                  <a:pt x="38862" y="0"/>
                </a:cubicBezTo>
                <a:cubicBezTo>
                  <a:pt x="44074" y="0"/>
                  <a:pt x="49012" y="1006"/>
                  <a:pt x="53767" y="2926"/>
                </a:cubicBezTo>
                <a:cubicBezTo>
                  <a:pt x="58522" y="4938"/>
                  <a:pt x="62728" y="7772"/>
                  <a:pt x="66385" y="11339"/>
                </a:cubicBezTo>
                <a:cubicBezTo>
                  <a:pt x="70043" y="14996"/>
                  <a:pt x="72878" y="19202"/>
                  <a:pt x="74889" y="23957"/>
                </a:cubicBezTo>
                <a:cubicBezTo>
                  <a:pt x="76810" y="28712"/>
                  <a:pt x="77815" y="33741"/>
                  <a:pt x="77815" y="38862"/>
                </a:cubicBezTo>
              </a:path>
            </a:pathLst>
          </a:custGeom>
          <a:solidFill>
            <a:srgbClr val="C64B35">
              <a:alpha val="86000"/>
            </a:srgbClr>
          </a:solidFill>
          <a:ln w="13157">
            <a:solidFill>
              <a:srgbClr val="F2EFE6">
                <a:alpha val="86000"/>
              </a:srgbClr>
            </a:solidFill>
            <a:prstDash val="solid"/>
          </a:ln>
        </p:spPr>
      </p:sp>
      <p:sp>
        <p:nvSpPr>
          <p:cNvPr id="9" name="Forma 37"/>
          <p:cNvSpPr/>
          <p:nvPr/>
        </p:nvSpPr>
        <p:spPr>
          <a:xfrm>
            <a:off x="2805105" y="1500805"/>
            <a:ext cx="3470422" cy="383042"/>
          </a:xfrm>
          <a:custGeom>
            <a:avLst/>
            <a:gdLst/>
            <a:ahLst/>
            <a:cxnLst/>
            <a:rect l="l" t="t" r="r" b="b"/>
            <a:pathLst>
              <a:path w="3470422" h="383042">
                <a:moveTo>
                  <a:pt x="1624980" y="300563"/>
                </a:moveTo>
                <a:cubicBezTo>
                  <a:pt x="1624980" y="302575"/>
                  <a:pt x="1624523" y="304587"/>
                  <a:pt x="1623792" y="306415"/>
                </a:cubicBezTo>
                <a:cubicBezTo>
                  <a:pt x="1622969" y="308336"/>
                  <a:pt x="1621871" y="309982"/>
                  <a:pt x="1620408" y="311445"/>
                </a:cubicBezTo>
                <a:cubicBezTo>
                  <a:pt x="1618945" y="312908"/>
                  <a:pt x="1617299" y="314005"/>
                  <a:pt x="1615379" y="314828"/>
                </a:cubicBezTo>
                <a:cubicBezTo>
                  <a:pt x="1613550" y="315559"/>
                  <a:pt x="1611539" y="315925"/>
                  <a:pt x="1609527" y="315925"/>
                </a:cubicBezTo>
                <a:cubicBezTo>
                  <a:pt x="1607424" y="315925"/>
                  <a:pt x="1605504" y="315559"/>
                  <a:pt x="1603583" y="314828"/>
                </a:cubicBezTo>
                <a:cubicBezTo>
                  <a:pt x="1601663" y="314005"/>
                  <a:pt x="1600017" y="312908"/>
                  <a:pt x="1598554" y="311445"/>
                </a:cubicBezTo>
                <a:cubicBezTo>
                  <a:pt x="1597091" y="309982"/>
                  <a:pt x="1595994" y="308336"/>
                  <a:pt x="1595262" y="306415"/>
                </a:cubicBezTo>
                <a:cubicBezTo>
                  <a:pt x="1594439" y="304587"/>
                  <a:pt x="1594074" y="302575"/>
                  <a:pt x="1594074" y="300563"/>
                </a:cubicBezTo>
                <a:cubicBezTo>
                  <a:pt x="1594074" y="298460"/>
                  <a:pt x="1594439" y="296540"/>
                  <a:pt x="1595262" y="294620"/>
                </a:cubicBezTo>
                <a:cubicBezTo>
                  <a:pt x="1595994" y="292791"/>
                  <a:pt x="1597091" y="291054"/>
                  <a:pt x="1598554" y="289590"/>
                </a:cubicBezTo>
                <a:cubicBezTo>
                  <a:pt x="1600017" y="288219"/>
                  <a:pt x="1601663" y="287030"/>
                  <a:pt x="1603583" y="286299"/>
                </a:cubicBezTo>
                <a:cubicBezTo>
                  <a:pt x="1605504" y="285476"/>
                  <a:pt x="1607424" y="285110"/>
                  <a:pt x="1609527" y="285110"/>
                </a:cubicBezTo>
                <a:cubicBezTo>
                  <a:pt x="1611539" y="285110"/>
                  <a:pt x="1613550" y="285476"/>
                  <a:pt x="1615379" y="286299"/>
                </a:cubicBezTo>
                <a:cubicBezTo>
                  <a:pt x="1617299" y="287030"/>
                  <a:pt x="1618945" y="288219"/>
                  <a:pt x="1620408" y="289590"/>
                </a:cubicBezTo>
                <a:cubicBezTo>
                  <a:pt x="1621871" y="291054"/>
                  <a:pt x="1622969" y="292791"/>
                  <a:pt x="1623792" y="294620"/>
                </a:cubicBezTo>
                <a:cubicBezTo>
                  <a:pt x="1624523" y="296540"/>
                  <a:pt x="1624980" y="298460"/>
                  <a:pt x="1624980" y="300563"/>
                </a:cubicBezTo>
              </a:path>
              <a:path w="3470422" h="383042">
                <a:moveTo>
                  <a:pt x="1829989" y="330098"/>
                </a:moveTo>
                <a:cubicBezTo>
                  <a:pt x="1829989" y="332202"/>
                  <a:pt x="1829532" y="334122"/>
                  <a:pt x="1828800" y="336042"/>
                </a:cubicBezTo>
                <a:cubicBezTo>
                  <a:pt x="1827977" y="337962"/>
                  <a:pt x="1826880" y="339608"/>
                  <a:pt x="1825417" y="341071"/>
                </a:cubicBezTo>
                <a:cubicBezTo>
                  <a:pt x="1823954" y="342534"/>
                  <a:pt x="1822308" y="343632"/>
                  <a:pt x="1820388" y="344363"/>
                </a:cubicBezTo>
                <a:cubicBezTo>
                  <a:pt x="1818559" y="345186"/>
                  <a:pt x="1816547" y="345552"/>
                  <a:pt x="1814535" y="345552"/>
                </a:cubicBezTo>
                <a:cubicBezTo>
                  <a:pt x="1812432" y="345552"/>
                  <a:pt x="1810512" y="345186"/>
                  <a:pt x="1808592" y="344363"/>
                </a:cubicBezTo>
                <a:cubicBezTo>
                  <a:pt x="1806672" y="343632"/>
                  <a:pt x="1805026" y="342534"/>
                  <a:pt x="1803563" y="341071"/>
                </a:cubicBezTo>
                <a:cubicBezTo>
                  <a:pt x="1802100" y="339608"/>
                  <a:pt x="1801002" y="337962"/>
                  <a:pt x="1800271" y="336042"/>
                </a:cubicBezTo>
                <a:cubicBezTo>
                  <a:pt x="1799448" y="334122"/>
                  <a:pt x="1799082" y="332202"/>
                  <a:pt x="1799082" y="330098"/>
                </a:cubicBezTo>
                <a:cubicBezTo>
                  <a:pt x="1799082" y="328087"/>
                  <a:pt x="1799448" y="326166"/>
                  <a:pt x="1800271" y="324246"/>
                </a:cubicBezTo>
                <a:cubicBezTo>
                  <a:pt x="1801002" y="322326"/>
                  <a:pt x="1802100" y="320680"/>
                  <a:pt x="1803563" y="319217"/>
                </a:cubicBezTo>
                <a:cubicBezTo>
                  <a:pt x="1805026" y="317754"/>
                  <a:pt x="1806672" y="316657"/>
                  <a:pt x="1808592" y="315925"/>
                </a:cubicBezTo>
                <a:cubicBezTo>
                  <a:pt x="1810512" y="315102"/>
                  <a:pt x="1812432" y="314736"/>
                  <a:pt x="1814535" y="314736"/>
                </a:cubicBezTo>
                <a:cubicBezTo>
                  <a:pt x="1816547" y="314736"/>
                  <a:pt x="1818559" y="315102"/>
                  <a:pt x="1820388" y="315925"/>
                </a:cubicBezTo>
                <a:cubicBezTo>
                  <a:pt x="1822308" y="316657"/>
                  <a:pt x="1823954" y="317754"/>
                  <a:pt x="1825417" y="319217"/>
                </a:cubicBezTo>
                <a:cubicBezTo>
                  <a:pt x="1826880" y="320680"/>
                  <a:pt x="1827977" y="322326"/>
                  <a:pt x="1828800" y="324246"/>
                </a:cubicBezTo>
                <a:cubicBezTo>
                  <a:pt x="1829532" y="326166"/>
                  <a:pt x="1829989" y="328087"/>
                  <a:pt x="1829989" y="330098"/>
                </a:cubicBezTo>
              </a:path>
              <a:path w="3470422" h="383042">
                <a:moveTo>
                  <a:pt x="2113270" y="367589"/>
                </a:moveTo>
                <a:cubicBezTo>
                  <a:pt x="2113270" y="369600"/>
                  <a:pt x="2112904" y="371612"/>
                  <a:pt x="2112081" y="373441"/>
                </a:cubicBezTo>
                <a:cubicBezTo>
                  <a:pt x="2111350" y="375361"/>
                  <a:pt x="2110252" y="377007"/>
                  <a:pt x="2108789" y="378470"/>
                </a:cubicBezTo>
                <a:cubicBezTo>
                  <a:pt x="2107326" y="379933"/>
                  <a:pt x="2105680" y="381030"/>
                  <a:pt x="2103760" y="381853"/>
                </a:cubicBezTo>
                <a:cubicBezTo>
                  <a:pt x="2101840" y="382585"/>
                  <a:pt x="2099920" y="383042"/>
                  <a:pt x="2097816" y="383042"/>
                </a:cubicBezTo>
                <a:cubicBezTo>
                  <a:pt x="2095805" y="383042"/>
                  <a:pt x="2093793" y="382585"/>
                  <a:pt x="2091964" y="381853"/>
                </a:cubicBezTo>
                <a:cubicBezTo>
                  <a:pt x="2090044" y="381030"/>
                  <a:pt x="2088398" y="379933"/>
                  <a:pt x="2086935" y="378470"/>
                </a:cubicBezTo>
                <a:cubicBezTo>
                  <a:pt x="2085472" y="377007"/>
                  <a:pt x="2084375" y="375361"/>
                  <a:pt x="2083552" y="373441"/>
                </a:cubicBezTo>
                <a:cubicBezTo>
                  <a:pt x="2082820" y="371612"/>
                  <a:pt x="2082363" y="369600"/>
                  <a:pt x="2082363" y="367589"/>
                </a:cubicBezTo>
                <a:cubicBezTo>
                  <a:pt x="2082363" y="365486"/>
                  <a:pt x="2082820" y="363565"/>
                  <a:pt x="2083552" y="361645"/>
                </a:cubicBezTo>
                <a:cubicBezTo>
                  <a:pt x="2084375" y="359816"/>
                  <a:pt x="2085472" y="358079"/>
                  <a:pt x="2086935" y="356707"/>
                </a:cubicBezTo>
                <a:cubicBezTo>
                  <a:pt x="2088398" y="355244"/>
                  <a:pt x="2090044" y="354147"/>
                  <a:pt x="2091964" y="353324"/>
                </a:cubicBezTo>
                <a:cubicBezTo>
                  <a:pt x="2093793" y="352501"/>
                  <a:pt x="2095805" y="352135"/>
                  <a:pt x="2097816" y="352135"/>
                </a:cubicBezTo>
                <a:cubicBezTo>
                  <a:pt x="2099920" y="352135"/>
                  <a:pt x="2101840" y="352501"/>
                  <a:pt x="2103760" y="353324"/>
                </a:cubicBezTo>
                <a:cubicBezTo>
                  <a:pt x="2105680" y="354147"/>
                  <a:pt x="2107326" y="355244"/>
                  <a:pt x="2108789" y="356707"/>
                </a:cubicBezTo>
                <a:cubicBezTo>
                  <a:pt x="2110252" y="358079"/>
                  <a:pt x="2111350" y="359816"/>
                  <a:pt x="2112081" y="361645"/>
                </a:cubicBezTo>
                <a:cubicBezTo>
                  <a:pt x="2112904" y="363565"/>
                  <a:pt x="2113270" y="365486"/>
                  <a:pt x="2113270" y="367589"/>
                </a:cubicBezTo>
              </a:path>
              <a:path w="3470422" h="383042">
                <a:moveTo>
                  <a:pt x="2446934" y="337048"/>
                </a:moveTo>
                <a:cubicBezTo>
                  <a:pt x="2446934" y="339060"/>
                  <a:pt x="2446569" y="341071"/>
                  <a:pt x="2445837" y="342991"/>
                </a:cubicBezTo>
                <a:cubicBezTo>
                  <a:pt x="2445014" y="344820"/>
                  <a:pt x="2443917" y="346558"/>
                  <a:pt x="2442454" y="347929"/>
                </a:cubicBezTo>
                <a:cubicBezTo>
                  <a:pt x="2440991" y="349392"/>
                  <a:pt x="2439345" y="350490"/>
                  <a:pt x="2437425" y="351312"/>
                </a:cubicBezTo>
                <a:cubicBezTo>
                  <a:pt x="2435504" y="352135"/>
                  <a:pt x="2433584" y="352501"/>
                  <a:pt x="2431481" y="352501"/>
                </a:cubicBezTo>
                <a:cubicBezTo>
                  <a:pt x="2429469" y="352501"/>
                  <a:pt x="2427549" y="352135"/>
                  <a:pt x="2425629" y="351312"/>
                </a:cubicBezTo>
                <a:cubicBezTo>
                  <a:pt x="2423709" y="350490"/>
                  <a:pt x="2422063" y="349392"/>
                  <a:pt x="2420600" y="347929"/>
                </a:cubicBezTo>
                <a:cubicBezTo>
                  <a:pt x="2419137" y="346558"/>
                  <a:pt x="2418039" y="344820"/>
                  <a:pt x="2417216" y="342991"/>
                </a:cubicBezTo>
                <a:cubicBezTo>
                  <a:pt x="2416485" y="341071"/>
                  <a:pt x="2416119" y="339060"/>
                  <a:pt x="2416119" y="337048"/>
                </a:cubicBezTo>
                <a:cubicBezTo>
                  <a:pt x="2416119" y="335036"/>
                  <a:pt x="2416485" y="333024"/>
                  <a:pt x="2417216" y="331196"/>
                </a:cubicBezTo>
                <a:cubicBezTo>
                  <a:pt x="2418039" y="329275"/>
                  <a:pt x="2419137" y="327630"/>
                  <a:pt x="2420600" y="326166"/>
                </a:cubicBezTo>
                <a:cubicBezTo>
                  <a:pt x="2422063" y="324703"/>
                  <a:pt x="2423709" y="323606"/>
                  <a:pt x="2425629" y="322783"/>
                </a:cubicBezTo>
                <a:cubicBezTo>
                  <a:pt x="2427549" y="322052"/>
                  <a:pt x="2429469" y="321594"/>
                  <a:pt x="2431481" y="321594"/>
                </a:cubicBezTo>
                <a:cubicBezTo>
                  <a:pt x="2433584" y="321594"/>
                  <a:pt x="2435504" y="322052"/>
                  <a:pt x="2437425" y="322783"/>
                </a:cubicBezTo>
                <a:cubicBezTo>
                  <a:pt x="2439345" y="323606"/>
                  <a:pt x="2440991" y="324703"/>
                  <a:pt x="2442454" y="326166"/>
                </a:cubicBezTo>
                <a:cubicBezTo>
                  <a:pt x="2443917" y="327630"/>
                  <a:pt x="2445014" y="329275"/>
                  <a:pt x="2445837" y="331196"/>
                </a:cubicBezTo>
                <a:cubicBezTo>
                  <a:pt x="2446569" y="333024"/>
                  <a:pt x="2446934" y="335036"/>
                  <a:pt x="2446934" y="337048"/>
                </a:cubicBezTo>
              </a:path>
              <a:path w="3470422" h="383042">
                <a:moveTo>
                  <a:pt x="2683581" y="303764"/>
                </a:moveTo>
                <a:cubicBezTo>
                  <a:pt x="2683581" y="305775"/>
                  <a:pt x="2683215" y="307787"/>
                  <a:pt x="2682484" y="309616"/>
                </a:cubicBezTo>
                <a:cubicBezTo>
                  <a:pt x="2681661" y="311536"/>
                  <a:pt x="2680564" y="313182"/>
                  <a:pt x="2679101" y="314645"/>
                </a:cubicBezTo>
                <a:cubicBezTo>
                  <a:pt x="2677638" y="316108"/>
                  <a:pt x="2675992" y="317205"/>
                  <a:pt x="2674071" y="318028"/>
                </a:cubicBezTo>
                <a:cubicBezTo>
                  <a:pt x="2672151" y="318760"/>
                  <a:pt x="2670231" y="319126"/>
                  <a:pt x="2668128" y="319126"/>
                </a:cubicBezTo>
                <a:cubicBezTo>
                  <a:pt x="2666116" y="319126"/>
                  <a:pt x="2664196" y="318760"/>
                  <a:pt x="2662276" y="318028"/>
                </a:cubicBezTo>
                <a:cubicBezTo>
                  <a:pt x="2660355" y="317205"/>
                  <a:pt x="2658709" y="316108"/>
                  <a:pt x="2657246" y="314645"/>
                </a:cubicBezTo>
                <a:cubicBezTo>
                  <a:pt x="2655783" y="313182"/>
                  <a:pt x="2654686" y="311536"/>
                  <a:pt x="2653863" y="309616"/>
                </a:cubicBezTo>
                <a:cubicBezTo>
                  <a:pt x="2653132" y="307787"/>
                  <a:pt x="2652766" y="305775"/>
                  <a:pt x="2652766" y="303764"/>
                </a:cubicBezTo>
                <a:cubicBezTo>
                  <a:pt x="2652766" y="301661"/>
                  <a:pt x="2653132" y="299740"/>
                  <a:pt x="2653863" y="297820"/>
                </a:cubicBezTo>
                <a:cubicBezTo>
                  <a:pt x="2654686" y="295991"/>
                  <a:pt x="2655783" y="294254"/>
                  <a:pt x="2657246" y="292791"/>
                </a:cubicBezTo>
                <a:cubicBezTo>
                  <a:pt x="2658709" y="291419"/>
                  <a:pt x="2660355" y="290231"/>
                  <a:pt x="2662276" y="289499"/>
                </a:cubicBezTo>
                <a:cubicBezTo>
                  <a:pt x="2664196" y="288676"/>
                  <a:pt x="2666116" y="288310"/>
                  <a:pt x="2668128" y="288310"/>
                </a:cubicBezTo>
                <a:cubicBezTo>
                  <a:pt x="2670231" y="288310"/>
                  <a:pt x="2672151" y="288676"/>
                  <a:pt x="2674071" y="289499"/>
                </a:cubicBezTo>
                <a:cubicBezTo>
                  <a:pt x="2675992" y="290231"/>
                  <a:pt x="2677638" y="291419"/>
                  <a:pt x="2679101" y="292791"/>
                </a:cubicBezTo>
                <a:cubicBezTo>
                  <a:pt x="2680564" y="294254"/>
                  <a:pt x="2681661" y="295991"/>
                  <a:pt x="2682484" y="297820"/>
                </a:cubicBezTo>
                <a:cubicBezTo>
                  <a:pt x="2683215" y="299740"/>
                  <a:pt x="2683581" y="301661"/>
                  <a:pt x="2683581" y="303764"/>
                </a:cubicBezTo>
              </a:path>
              <a:path w="3470422" h="383042">
                <a:moveTo>
                  <a:pt x="2994386" y="345552"/>
                </a:moveTo>
                <a:cubicBezTo>
                  <a:pt x="2994386" y="347655"/>
                  <a:pt x="2994020" y="349575"/>
                  <a:pt x="2993197" y="351495"/>
                </a:cubicBezTo>
                <a:cubicBezTo>
                  <a:pt x="2992465" y="353324"/>
                  <a:pt x="2991368" y="355062"/>
                  <a:pt x="2989905" y="356525"/>
                </a:cubicBezTo>
                <a:cubicBezTo>
                  <a:pt x="2988442" y="357896"/>
                  <a:pt x="2986796" y="359085"/>
                  <a:pt x="2984876" y="359816"/>
                </a:cubicBezTo>
                <a:cubicBezTo>
                  <a:pt x="2982956" y="360639"/>
                  <a:pt x="2981035" y="361005"/>
                  <a:pt x="2978932" y="361005"/>
                </a:cubicBezTo>
                <a:cubicBezTo>
                  <a:pt x="2976921" y="361005"/>
                  <a:pt x="2974909" y="360639"/>
                  <a:pt x="2973080" y="359816"/>
                </a:cubicBezTo>
                <a:cubicBezTo>
                  <a:pt x="2971160" y="359085"/>
                  <a:pt x="2969514" y="357896"/>
                  <a:pt x="2968051" y="356525"/>
                </a:cubicBezTo>
                <a:cubicBezTo>
                  <a:pt x="2966588" y="355062"/>
                  <a:pt x="2965491" y="353324"/>
                  <a:pt x="2964668" y="351495"/>
                </a:cubicBezTo>
                <a:cubicBezTo>
                  <a:pt x="2963936" y="349575"/>
                  <a:pt x="2963479" y="347655"/>
                  <a:pt x="2963479" y="345552"/>
                </a:cubicBezTo>
                <a:cubicBezTo>
                  <a:pt x="2963479" y="343540"/>
                  <a:pt x="2963936" y="341528"/>
                  <a:pt x="2964668" y="339700"/>
                </a:cubicBezTo>
                <a:cubicBezTo>
                  <a:pt x="2965491" y="337779"/>
                  <a:pt x="2966588" y="336133"/>
                  <a:pt x="2968051" y="334670"/>
                </a:cubicBezTo>
                <a:cubicBezTo>
                  <a:pt x="2969514" y="333207"/>
                  <a:pt x="2971160" y="332110"/>
                  <a:pt x="2973080" y="331287"/>
                </a:cubicBezTo>
                <a:cubicBezTo>
                  <a:pt x="2974909" y="330556"/>
                  <a:pt x="2976921" y="330098"/>
                  <a:pt x="2978932" y="330098"/>
                </a:cubicBezTo>
                <a:cubicBezTo>
                  <a:pt x="2981035" y="330098"/>
                  <a:pt x="2982956" y="330556"/>
                  <a:pt x="2984876" y="331287"/>
                </a:cubicBezTo>
                <a:cubicBezTo>
                  <a:pt x="2986796" y="332110"/>
                  <a:pt x="2988442" y="333207"/>
                  <a:pt x="2989905" y="334670"/>
                </a:cubicBezTo>
                <a:cubicBezTo>
                  <a:pt x="2991368" y="336133"/>
                  <a:pt x="2992465" y="337779"/>
                  <a:pt x="2993197" y="339700"/>
                </a:cubicBezTo>
                <a:cubicBezTo>
                  <a:pt x="2994020" y="341528"/>
                  <a:pt x="2994386" y="343540"/>
                  <a:pt x="2994386" y="345552"/>
                </a:cubicBezTo>
              </a:path>
              <a:path w="3470422" h="383042">
                <a:moveTo>
                  <a:pt x="3219237" y="337322"/>
                </a:moveTo>
                <a:cubicBezTo>
                  <a:pt x="3219237" y="339425"/>
                  <a:pt x="3218871" y="341346"/>
                  <a:pt x="3218048" y="343266"/>
                </a:cubicBezTo>
                <a:cubicBezTo>
                  <a:pt x="3217225" y="345095"/>
                  <a:pt x="3216128" y="346832"/>
                  <a:pt x="3214665" y="348295"/>
                </a:cubicBezTo>
                <a:cubicBezTo>
                  <a:pt x="3213293" y="349667"/>
                  <a:pt x="3211556" y="350855"/>
                  <a:pt x="3209727" y="351587"/>
                </a:cubicBezTo>
                <a:cubicBezTo>
                  <a:pt x="3207807" y="352410"/>
                  <a:pt x="3205795" y="352776"/>
                  <a:pt x="3203783" y="352776"/>
                </a:cubicBezTo>
                <a:cubicBezTo>
                  <a:pt x="3201680" y="352776"/>
                  <a:pt x="3199760" y="352410"/>
                  <a:pt x="3197840" y="351587"/>
                </a:cubicBezTo>
                <a:cubicBezTo>
                  <a:pt x="3196011" y="350855"/>
                  <a:pt x="3194274" y="349667"/>
                  <a:pt x="3192810" y="348295"/>
                </a:cubicBezTo>
                <a:cubicBezTo>
                  <a:pt x="3191439" y="346832"/>
                  <a:pt x="3190250" y="345095"/>
                  <a:pt x="3189519" y="343266"/>
                </a:cubicBezTo>
                <a:cubicBezTo>
                  <a:pt x="3188696" y="341346"/>
                  <a:pt x="3188330" y="339425"/>
                  <a:pt x="3188330" y="337322"/>
                </a:cubicBezTo>
                <a:cubicBezTo>
                  <a:pt x="3188330" y="335310"/>
                  <a:pt x="3188696" y="333299"/>
                  <a:pt x="3189519" y="331470"/>
                </a:cubicBezTo>
                <a:cubicBezTo>
                  <a:pt x="3190250" y="329550"/>
                  <a:pt x="3191439" y="327904"/>
                  <a:pt x="3192810" y="326441"/>
                </a:cubicBezTo>
                <a:cubicBezTo>
                  <a:pt x="3194274" y="324978"/>
                  <a:pt x="3196011" y="323880"/>
                  <a:pt x="3197840" y="323058"/>
                </a:cubicBezTo>
                <a:cubicBezTo>
                  <a:pt x="3199760" y="322326"/>
                  <a:pt x="3201680" y="321869"/>
                  <a:pt x="3203783" y="321869"/>
                </a:cubicBezTo>
                <a:cubicBezTo>
                  <a:pt x="3205795" y="321869"/>
                  <a:pt x="3207807" y="322326"/>
                  <a:pt x="3209727" y="323058"/>
                </a:cubicBezTo>
                <a:cubicBezTo>
                  <a:pt x="3211556" y="323880"/>
                  <a:pt x="3213293" y="324978"/>
                  <a:pt x="3214665" y="326441"/>
                </a:cubicBezTo>
                <a:cubicBezTo>
                  <a:pt x="3216128" y="327904"/>
                  <a:pt x="3217225" y="329550"/>
                  <a:pt x="3218048" y="331470"/>
                </a:cubicBezTo>
                <a:cubicBezTo>
                  <a:pt x="3218871" y="333299"/>
                  <a:pt x="3219237" y="335310"/>
                  <a:pt x="3219237" y="337322"/>
                </a:cubicBezTo>
              </a:path>
              <a:path w="3470422" h="383042">
                <a:moveTo>
                  <a:pt x="3470422" y="312633"/>
                </a:moveTo>
                <a:cubicBezTo>
                  <a:pt x="3470422" y="314736"/>
                  <a:pt x="3470057" y="316657"/>
                  <a:pt x="3469325" y="318577"/>
                </a:cubicBezTo>
                <a:cubicBezTo>
                  <a:pt x="3468502" y="320497"/>
                  <a:pt x="3467405" y="322143"/>
                  <a:pt x="3465942" y="323606"/>
                </a:cubicBezTo>
                <a:cubicBezTo>
                  <a:pt x="3464479" y="324978"/>
                  <a:pt x="3462833" y="326166"/>
                  <a:pt x="3460913" y="326898"/>
                </a:cubicBezTo>
                <a:cubicBezTo>
                  <a:pt x="3458992" y="327721"/>
                  <a:pt x="3457072" y="328087"/>
                  <a:pt x="3454969" y="328087"/>
                </a:cubicBezTo>
                <a:cubicBezTo>
                  <a:pt x="3452957" y="328087"/>
                  <a:pt x="3450946" y="327721"/>
                  <a:pt x="3449117" y="326898"/>
                </a:cubicBezTo>
                <a:cubicBezTo>
                  <a:pt x="3447197" y="326166"/>
                  <a:pt x="3445551" y="324978"/>
                  <a:pt x="3444088" y="323606"/>
                </a:cubicBezTo>
                <a:cubicBezTo>
                  <a:pt x="3442625" y="322143"/>
                  <a:pt x="3441527" y="320497"/>
                  <a:pt x="3440704" y="318577"/>
                </a:cubicBezTo>
                <a:cubicBezTo>
                  <a:pt x="3439973" y="316657"/>
                  <a:pt x="3439516" y="314736"/>
                  <a:pt x="3439516" y="312633"/>
                </a:cubicBezTo>
                <a:cubicBezTo>
                  <a:pt x="3439516" y="310622"/>
                  <a:pt x="3439973" y="308610"/>
                  <a:pt x="3440704" y="306781"/>
                </a:cubicBezTo>
                <a:cubicBezTo>
                  <a:pt x="3441527" y="304861"/>
                  <a:pt x="3442625" y="303215"/>
                  <a:pt x="3444088" y="301752"/>
                </a:cubicBezTo>
                <a:cubicBezTo>
                  <a:pt x="3445551" y="300289"/>
                  <a:pt x="3447197" y="299192"/>
                  <a:pt x="3449117" y="298369"/>
                </a:cubicBezTo>
                <a:cubicBezTo>
                  <a:pt x="3450946" y="297637"/>
                  <a:pt x="3452957" y="297271"/>
                  <a:pt x="3454969" y="297271"/>
                </a:cubicBezTo>
                <a:cubicBezTo>
                  <a:pt x="3457072" y="297271"/>
                  <a:pt x="3458992" y="297637"/>
                  <a:pt x="3460913" y="298369"/>
                </a:cubicBezTo>
                <a:cubicBezTo>
                  <a:pt x="3462833" y="299192"/>
                  <a:pt x="3464479" y="300289"/>
                  <a:pt x="3465942" y="301752"/>
                </a:cubicBezTo>
                <a:cubicBezTo>
                  <a:pt x="3467405" y="303215"/>
                  <a:pt x="3468502" y="304861"/>
                  <a:pt x="3469325" y="306781"/>
                </a:cubicBezTo>
                <a:cubicBezTo>
                  <a:pt x="3470057" y="308610"/>
                  <a:pt x="3470422" y="310622"/>
                  <a:pt x="3470422" y="312633"/>
                </a:cubicBezTo>
              </a:path>
              <a:path w="3470422" h="383042">
                <a:moveTo>
                  <a:pt x="30907" y="69586"/>
                </a:moveTo>
                <a:cubicBezTo>
                  <a:pt x="30907" y="71598"/>
                  <a:pt x="30541" y="73518"/>
                  <a:pt x="29718" y="75438"/>
                </a:cubicBezTo>
                <a:cubicBezTo>
                  <a:pt x="28895" y="77358"/>
                  <a:pt x="27798" y="79004"/>
                  <a:pt x="26335" y="80467"/>
                </a:cubicBezTo>
                <a:cubicBezTo>
                  <a:pt x="24963" y="81930"/>
                  <a:pt x="23226" y="83028"/>
                  <a:pt x="21397" y="83759"/>
                </a:cubicBezTo>
                <a:cubicBezTo>
                  <a:pt x="19477" y="84582"/>
                  <a:pt x="17465" y="84948"/>
                  <a:pt x="15453" y="84948"/>
                </a:cubicBezTo>
                <a:cubicBezTo>
                  <a:pt x="13442" y="84948"/>
                  <a:pt x="11430" y="84582"/>
                  <a:pt x="9510" y="83759"/>
                </a:cubicBezTo>
                <a:cubicBezTo>
                  <a:pt x="7681" y="83028"/>
                  <a:pt x="5944" y="81930"/>
                  <a:pt x="4481" y="80467"/>
                </a:cubicBezTo>
                <a:cubicBezTo>
                  <a:pt x="3109" y="79004"/>
                  <a:pt x="1920" y="77358"/>
                  <a:pt x="1189" y="75438"/>
                </a:cubicBezTo>
                <a:cubicBezTo>
                  <a:pt x="366" y="73518"/>
                  <a:pt x="0" y="71598"/>
                  <a:pt x="0" y="69586"/>
                </a:cubicBezTo>
                <a:cubicBezTo>
                  <a:pt x="0" y="67483"/>
                  <a:pt x="366" y="65562"/>
                  <a:pt x="1189" y="63642"/>
                </a:cubicBezTo>
                <a:cubicBezTo>
                  <a:pt x="1920" y="61722"/>
                  <a:pt x="3109" y="60076"/>
                  <a:pt x="4481" y="58613"/>
                </a:cubicBezTo>
                <a:cubicBezTo>
                  <a:pt x="5944" y="57150"/>
                  <a:pt x="7681" y="56053"/>
                  <a:pt x="9510" y="55321"/>
                </a:cubicBezTo>
                <a:cubicBezTo>
                  <a:pt x="11430" y="54498"/>
                  <a:pt x="13442" y="54132"/>
                  <a:pt x="15453" y="54132"/>
                </a:cubicBezTo>
                <a:cubicBezTo>
                  <a:pt x="17465" y="54132"/>
                  <a:pt x="19477" y="54498"/>
                  <a:pt x="21397" y="55321"/>
                </a:cubicBezTo>
                <a:cubicBezTo>
                  <a:pt x="23226" y="56053"/>
                  <a:pt x="24963" y="57150"/>
                  <a:pt x="26335" y="58613"/>
                </a:cubicBezTo>
                <a:cubicBezTo>
                  <a:pt x="27798" y="60076"/>
                  <a:pt x="28895" y="61722"/>
                  <a:pt x="29718" y="63642"/>
                </a:cubicBezTo>
                <a:cubicBezTo>
                  <a:pt x="30541" y="65562"/>
                  <a:pt x="30907" y="67483"/>
                  <a:pt x="30907" y="69586"/>
                </a:cubicBezTo>
              </a:path>
              <a:path w="3470422" h="383042">
                <a:moveTo>
                  <a:pt x="292425" y="15636"/>
                </a:moveTo>
                <a:cubicBezTo>
                  <a:pt x="292425" y="17739"/>
                  <a:pt x="292059" y="19660"/>
                  <a:pt x="291236" y="21580"/>
                </a:cubicBezTo>
                <a:cubicBezTo>
                  <a:pt x="290505" y="23409"/>
                  <a:pt x="289316" y="25146"/>
                  <a:pt x="287945" y="26609"/>
                </a:cubicBezTo>
                <a:cubicBezTo>
                  <a:pt x="286482" y="27981"/>
                  <a:pt x="284744" y="29169"/>
                  <a:pt x="282915" y="29901"/>
                </a:cubicBezTo>
                <a:cubicBezTo>
                  <a:pt x="280995" y="30724"/>
                  <a:pt x="279075" y="31090"/>
                  <a:pt x="276972" y="31090"/>
                </a:cubicBezTo>
                <a:cubicBezTo>
                  <a:pt x="274960" y="31090"/>
                  <a:pt x="272948" y="30724"/>
                  <a:pt x="271028" y="29901"/>
                </a:cubicBezTo>
                <a:cubicBezTo>
                  <a:pt x="269199" y="29169"/>
                  <a:pt x="267553" y="27981"/>
                  <a:pt x="266090" y="26609"/>
                </a:cubicBezTo>
                <a:cubicBezTo>
                  <a:pt x="264627" y="25146"/>
                  <a:pt x="263530" y="23409"/>
                  <a:pt x="262707" y="21580"/>
                </a:cubicBezTo>
                <a:cubicBezTo>
                  <a:pt x="261884" y="19660"/>
                  <a:pt x="261518" y="17739"/>
                  <a:pt x="261518" y="15636"/>
                </a:cubicBezTo>
                <a:cubicBezTo>
                  <a:pt x="261518" y="13625"/>
                  <a:pt x="261884" y="11613"/>
                  <a:pt x="262707" y="9784"/>
                </a:cubicBezTo>
                <a:cubicBezTo>
                  <a:pt x="263530" y="7864"/>
                  <a:pt x="264627" y="6218"/>
                  <a:pt x="266090" y="4755"/>
                </a:cubicBezTo>
                <a:cubicBezTo>
                  <a:pt x="267553" y="3292"/>
                  <a:pt x="269199" y="2195"/>
                  <a:pt x="271028" y="1372"/>
                </a:cubicBezTo>
                <a:cubicBezTo>
                  <a:pt x="272948" y="640"/>
                  <a:pt x="274960" y="274"/>
                  <a:pt x="276972" y="274"/>
                </a:cubicBezTo>
                <a:cubicBezTo>
                  <a:pt x="279075" y="274"/>
                  <a:pt x="280995" y="640"/>
                  <a:pt x="282915" y="1372"/>
                </a:cubicBezTo>
                <a:cubicBezTo>
                  <a:pt x="284744" y="2195"/>
                  <a:pt x="286482" y="3292"/>
                  <a:pt x="287945" y="4755"/>
                </a:cubicBezTo>
                <a:cubicBezTo>
                  <a:pt x="289316" y="6218"/>
                  <a:pt x="290505" y="7864"/>
                  <a:pt x="291236" y="9784"/>
                </a:cubicBezTo>
                <a:cubicBezTo>
                  <a:pt x="292059" y="11613"/>
                  <a:pt x="292425" y="13625"/>
                  <a:pt x="292425" y="15636"/>
                </a:cubicBezTo>
              </a:path>
              <a:path w="3470422" h="383042">
                <a:moveTo>
                  <a:pt x="586130" y="24232"/>
                </a:moveTo>
                <a:cubicBezTo>
                  <a:pt x="586130" y="26243"/>
                  <a:pt x="585765" y="28255"/>
                  <a:pt x="584942" y="30175"/>
                </a:cubicBezTo>
                <a:cubicBezTo>
                  <a:pt x="584119" y="32004"/>
                  <a:pt x="583021" y="33650"/>
                  <a:pt x="581558" y="35113"/>
                </a:cubicBezTo>
                <a:cubicBezTo>
                  <a:pt x="580187" y="36576"/>
                  <a:pt x="578449" y="37673"/>
                  <a:pt x="576621" y="38496"/>
                </a:cubicBezTo>
                <a:cubicBezTo>
                  <a:pt x="574700" y="39228"/>
                  <a:pt x="572689" y="39685"/>
                  <a:pt x="570677" y="39685"/>
                </a:cubicBezTo>
                <a:cubicBezTo>
                  <a:pt x="568665" y="39685"/>
                  <a:pt x="566654" y="39228"/>
                  <a:pt x="564733" y="38496"/>
                </a:cubicBezTo>
                <a:cubicBezTo>
                  <a:pt x="562905" y="37673"/>
                  <a:pt x="561167" y="36576"/>
                  <a:pt x="559796" y="35113"/>
                </a:cubicBezTo>
                <a:cubicBezTo>
                  <a:pt x="558333" y="33650"/>
                  <a:pt x="557144" y="32004"/>
                  <a:pt x="556412" y="30175"/>
                </a:cubicBezTo>
                <a:cubicBezTo>
                  <a:pt x="555589" y="28255"/>
                  <a:pt x="555224" y="26243"/>
                  <a:pt x="555224" y="24232"/>
                </a:cubicBezTo>
                <a:cubicBezTo>
                  <a:pt x="555224" y="22220"/>
                  <a:pt x="555589" y="20208"/>
                  <a:pt x="556412" y="18288"/>
                </a:cubicBezTo>
                <a:cubicBezTo>
                  <a:pt x="557144" y="16459"/>
                  <a:pt x="558333" y="14722"/>
                  <a:pt x="559796" y="13350"/>
                </a:cubicBezTo>
                <a:cubicBezTo>
                  <a:pt x="561167" y="11887"/>
                  <a:pt x="562905" y="10790"/>
                  <a:pt x="564733" y="9967"/>
                </a:cubicBezTo>
                <a:cubicBezTo>
                  <a:pt x="566654" y="9235"/>
                  <a:pt x="568665" y="8778"/>
                  <a:pt x="570677" y="8778"/>
                </a:cubicBezTo>
                <a:cubicBezTo>
                  <a:pt x="572689" y="8778"/>
                  <a:pt x="574700" y="9235"/>
                  <a:pt x="576621" y="9967"/>
                </a:cubicBezTo>
                <a:cubicBezTo>
                  <a:pt x="578449" y="10790"/>
                  <a:pt x="580187" y="11887"/>
                  <a:pt x="581558" y="13350"/>
                </a:cubicBezTo>
                <a:cubicBezTo>
                  <a:pt x="583021" y="14722"/>
                  <a:pt x="584119" y="16459"/>
                  <a:pt x="584942" y="18288"/>
                </a:cubicBezTo>
                <a:cubicBezTo>
                  <a:pt x="585765" y="20208"/>
                  <a:pt x="586130" y="22220"/>
                  <a:pt x="586130" y="24232"/>
                </a:cubicBezTo>
              </a:path>
              <a:path w="3470422" h="383042">
                <a:moveTo>
                  <a:pt x="882762" y="105705"/>
                </a:moveTo>
                <a:cubicBezTo>
                  <a:pt x="882762" y="107716"/>
                  <a:pt x="882305" y="109637"/>
                  <a:pt x="881573" y="111557"/>
                </a:cubicBezTo>
                <a:cubicBezTo>
                  <a:pt x="880750" y="113477"/>
                  <a:pt x="879653" y="115123"/>
                  <a:pt x="878190" y="116586"/>
                </a:cubicBezTo>
                <a:cubicBezTo>
                  <a:pt x="876727" y="118049"/>
                  <a:pt x="875081" y="119146"/>
                  <a:pt x="873161" y="119878"/>
                </a:cubicBezTo>
                <a:cubicBezTo>
                  <a:pt x="871332" y="120701"/>
                  <a:pt x="869320" y="121067"/>
                  <a:pt x="867308" y="121067"/>
                </a:cubicBezTo>
                <a:cubicBezTo>
                  <a:pt x="865205" y="121067"/>
                  <a:pt x="863285" y="120701"/>
                  <a:pt x="861365" y="119878"/>
                </a:cubicBezTo>
                <a:cubicBezTo>
                  <a:pt x="859445" y="119146"/>
                  <a:pt x="857799" y="118049"/>
                  <a:pt x="856336" y="116586"/>
                </a:cubicBezTo>
                <a:cubicBezTo>
                  <a:pt x="854873" y="115123"/>
                  <a:pt x="853775" y="113477"/>
                  <a:pt x="853044" y="111557"/>
                </a:cubicBezTo>
                <a:cubicBezTo>
                  <a:pt x="852221" y="109637"/>
                  <a:pt x="851855" y="107716"/>
                  <a:pt x="851855" y="105705"/>
                </a:cubicBezTo>
                <a:cubicBezTo>
                  <a:pt x="851855" y="103602"/>
                  <a:pt x="852221" y="101681"/>
                  <a:pt x="853044" y="99761"/>
                </a:cubicBezTo>
                <a:cubicBezTo>
                  <a:pt x="853775" y="97841"/>
                  <a:pt x="854873" y="96195"/>
                  <a:pt x="856336" y="94732"/>
                </a:cubicBezTo>
                <a:cubicBezTo>
                  <a:pt x="857799" y="93269"/>
                  <a:pt x="859445" y="92172"/>
                  <a:pt x="861365" y="91440"/>
                </a:cubicBezTo>
                <a:cubicBezTo>
                  <a:pt x="863285" y="90617"/>
                  <a:pt x="865205" y="90251"/>
                  <a:pt x="867308" y="90251"/>
                </a:cubicBezTo>
                <a:cubicBezTo>
                  <a:pt x="869320" y="90251"/>
                  <a:pt x="871332" y="90617"/>
                  <a:pt x="873161" y="91440"/>
                </a:cubicBezTo>
                <a:cubicBezTo>
                  <a:pt x="875081" y="92172"/>
                  <a:pt x="876727" y="93269"/>
                  <a:pt x="878190" y="94732"/>
                </a:cubicBezTo>
                <a:cubicBezTo>
                  <a:pt x="879653" y="96195"/>
                  <a:pt x="880750" y="97841"/>
                  <a:pt x="881573" y="99761"/>
                </a:cubicBezTo>
                <a:cubicBezTo>
                  <a:pt x="882305" y="101681"/>
                  <a:pt x="882762" y="103602"/>
                  <a:pt x="882762" y="105705"/>
                </a:cubicBezTo>
              </a:path>
              <a:path w="3470422" h="383042">
                <a:moveTo>
                  <a:pt x="1096640" y="15453"/>
                </a:moveTo>
                <a:cubicBezTo>
                  <a:pt x="1096640" y="17465"/>
                  <a:pt x="1096183" y="19477"/>
                  <a:pt x="1095451" y="21306"/>
                </a:cubicBezTo>
                <a:cubicBezTo>
                  <a:pt x="1094628" y="23226"/>
                  <a:pt x="1093531" y="24872"/>
                  <a:pt x="1092068" y="26335"/>
                </a:cubicBezTo>
                <a:cubicBezTo>
                  <a:pt x="1090605" y="27798"/>
                  <a:pt x="1088959" y="28895"/>
                  <a:pt x="1087039" y="29718"/>
                </a:cubicBezTo>
                <a:cubicBezTo>
                  <a:pt x="1085210" y="30450"/>
                  <a:pt x="1083198" y="30815"/>
                  <a:pt x="1081187" y="30815"/>
                </a:cubicBezTo>
                <a:cubicBezTo>
                  <a:pt x="1079083" y="30815"/>
                  <a:pt x="1077163" y="30450"/>
                  <a:pt x="1075243" y="29718"/>
                </a:cubicBezTo>
                <a:cubicBezTo>
                  <a:pt x="1073323" y="28895"/>
                  <a:pt x="1071677" y="27798"/>
                  <a:pt x="1070214" y="26335"/>
                </a:cubicBezTo>
                <a:cubicBezTo>
                  <a:pt x="1068751" y="24872"/>
                  <a:pt x="1067653" y="23226"/>
                  <a:pt x="1066922" y="21306"/>
                </a:cubicBezTo>
                <a:cubicBezTo>
                  <a:pt x="1066099" y="19477"/>
                  <a:pt x="1065733" y="17465"/>
                  <a:pt x="1065733" y="15453"/>
                </a:cubicBezTo>
                <a:cubicBezTo>
                  <a:pt x="1065733" y="13350"/>
                  <a:pt x="1066099" y="11430"/>
                  <a:pt x="1066922" y="9510"/>
                </a:cubicBezTo>
                <a:cubicBezTo>
                  <a:pt x="1067653" y="7590"/>
                  <a:pt x="1068751" y="5944"/>
                  <a:pt x="1070214" y="4481"/>
                </a:cubicBezTo>
                <a:cubicBezTo>
                  <a:pt x="1071677" y="3109"/>
                  <a:pt x="1073323" y="1920"/>
                  <a:pt x="1075243" y="1189"/>
                </a:cubicBezTo>
                <a:cubicBezTo>
                  <a:pt x="1077163" y="366"/>
                  <a:pt x="1079083" y="0"/>
                  <a:pt x="1081187" y="0"/>
                </a:cubicBezTo>
                <a:cubicBezTo>
                  <a:pt x="1083198" y="0"/>
                  <a:pt x="1085210" y="366"/>
                  <a:pt x="1087039" y="1189"/>
                </a:cubicBezTo>
                <a:cubicBezTo>
                  <a:pt x="1088959" y="1920"/>
                  <a:pt x="1090605" y="3109"/>
                  <a:pt x="1092068" y="4481"/>
                </a:cubicBezTo>
                <a:cubicBezTo>
                  <a:pt x="1093531" y="5944"/>
                  <a:pt x="1094628" y="7590"/>
                  <a:pt x="1095451" y="9510"/>
                </a:cubicBezTo>
                <a:cubicBezTo>
                  <a:pt x="1096183" y="11430"/>
                  <a:pt x="1096640" y="13350"/>
                  <a:pt x="1096640" y="15453"/>
                </a:cubicBezTo>
              </a:path>
              <a:path w="3470422" h="383042">
                <a:moveTo>
                  <a:pt x="1398118" y="121890"/>
                </a:moveTo>
                <a:cubicBezTo>
                  <a:pt x="1398118" y="123901"/>
                  <a:pt x="1397752" y="125913"/>
                  <a:pt x="1396929" y="127833"/>
                </a:cubicBezTo>
                <a:cubicBezTo>
                  <a:pt x="1396197" y="129662"/>
                  <a:pt x="1395100" y="131399"/>
                  <a:pt x="1393637" y="132771"/>
                </a:cubicBezTo>
                <a:cubicBezTo>
                  <a:pt x="1392174" y="134234"/>
                  <a:pt x="1390528" y="135331"/>
                  <a:pt x="1388608" y="136154"/>
                </a:cubicBezTo>
                <a:cubicBezTo>
                  <a:pt x="1386688" y="136977"/>
                  <a:pt x="1384767" y="137343"/>
                  <a:pt x="1382664" y="137343"/>
                </a:cubicBezTo>
                <a:cubicBezTo>
                  <a:pt x="1380653" y="137343"/>
                  <a:pt x="1378641" y="136977"/>
                  <a:pt x="1376812" y="136154"/>
                </a:cubicBezTo>
                <a:cubicBezTo>
                  <a:pt x="1374892" y="135331"/>
                  <a:pt x="1373246" y="134234"/>
                  <a:pt x="1371783" y="132771"/>
                </a:cubicBezTo>
                <a:cubicBezTo>
                  <a:pt x="1370320" y="131399"/>
                  <a:pt x="1369223" y="129662"/>
                  <a:pt x="1368400" y="127833"/>
                </a:cubicBezTo>
                <a:cubicBezTo>
                  <a:pt x="1367668" y="125913"/>
                  <a:pt x="1367211" y="123901"/>
                  <a:pt x="1367211" y="121890"/>
                </a:cubicBezTo>
                <a:cubicBezTo>
                  <a:pt x="1367211" y="119878"/>
                  <a:pt x="1367668" y="117866"/>
                  <a:pt x="1368400" y="115946"/>
                </a:cubicBezTo>
                <a:cubicBezTo>
                  <a:pt x="1369223" y="114117"/>
                  <a:pt x="1370320" y="112471"/>
                  <a:pt x="1371783" y="111008"/>
                </a:cubicBezTo>
                <a:cubicBezTo>
                  <a:pt x="1373246" y="109545"/>
                  <a:pt x="1374892" y="108448"/>
                  <a:pt x="1376812" y="107625"/>
                </a:cubicBezTo>
                <a:cubicBezTo>
                  <a:pt x="1378641" y="106893"/>
                  <a:pt x="1380653" y="106436"/>
                  <a:pt x="1382664" y="106436"/>
                </a:cubicBezTo>
                <a:cubicBezTo>
                  <a:pt x="1384767" y="106436"/>
                  <a:pt x="1386688" y="106893"/>
                  <a:pt x="1388608" y="107625"/>
                </a:cubicBezTo>
                <a:cubicBezTo>
                  <a:pt x="1390528" y="108448"/>
                  <a:pt x="1392174" y="109545"/>
                  <a:pt x="1393637" y="111008"/>
                </a:cubicBezTo>
                <a:cubicBezTo>
                  <a:pt x="1395100" y="112471"/>
                  <a:pt x="1396197" y="114117"/>
                  <a:pt x="1396929" y="115946"/>
                </a:cubicBezTo>
                <a:cubicBezTo>
                  <a:pt x="1397752" y="117866"/>
                  <a:pt x="1398118" y="119878"/>
                  <a:pt x="1398118" y="121890"/>
                </a:cubicBezTo>
              </a:path>
              <a:path w="3470422" h="383042">
                <a:moveTo>
                  <a:pt x="1567556" y="81564"/>
                </a:moveTo>
                <a:cubicBezTo>
                  <a:pt x="1567556" y="83668"/>
                  <a:pt x="1567190" y="85588"/>
                  <a:pt x="1566367" y="87508"/>
                </a:cubicBezTo>
                <a:cubicBezTo>
                  <a:pt x="1565636" y="89428"/>
                  <a:pt x="1564447" y="91074"/>
                  <a:pt x="1563075" y="92537"/>
                </a:cubicBezTo>
                <a:cubicBezTo>
                  <a:pt x="1561612" y="94000"/>
                  <a:pt x="1559875" y="95098"/>
                  <a:pt x="1558046" y="95829"/>
                </a:cubicBezTo>
                <a:cubicBezTo>
                  <a:pt x="1556126" y="96652"/>
                  <a:pt x="1554114" y="97018"/>
                  <a:pt x="1552103" y="97018"/>
                </a:cubicBezTo>
                <a:cubicBezTo>
                  <a:pt x="1550091" y="97018"/>
                  <a:pt x="1548079" y="96652"/>
                  <a:pt x="1546159" y="95829"/>
                </a:cubicBezTo>
                <a:cubicBezTo>
                  <a:pt x="1544330" y="95098"/>
                  <a:pt x="1542593" y="94000"/>
                  <a:pt x="1541221" y="92537"/>
                </a:cubicBezTo>
                <a:cubicBezTo>
                  <a:pt x="1539758" y="91074"/>
                  <a:pt x="1538661" y="89428"/>
                  <a:pt x="1537838" y="87508"/>
                </a:cubicBezTo>
                <a:cubicBezTo>
                  <a:pt x="1537015" y="85588"/>
                  <a:pt x="1536649" y="83668"/>
                  <a:pt x="1536649" y="81564"/>
                </a:cubicBezTo>
                <a:cubicBezTo>
                  <a:pt x="1536649" y="79553"/>
                  <a:pt x="1537015" y="77633"/>
                  <a:pt x="1537838" y="75712"/>
                </a:cubicBezTo>
                <a:cubicBezTo>
                  <a:pt x="1538661" y="73792"/>
                  <a:pt x="1539758" y="72146"/>
                  <a:pt x="1541221" y="70683"/>
                </a:cubicBezTo>
                <a:cubicBezTo>
                  <a:pt x="1542593" y="69220"/>
                  <a:pt x="1544330" y="68123"/>
                  <a:pt x="1546159" y="67391"/>
                </a:cubicBezTo>
                <a:cubicBezTo>
                  <a:pt x="1548079" y="66568"/>
                  <a:pt x="1550091" y="66203"/>
                  <a:pt x="1552103" y="66203"/>
                </a:cubicBezTo>
                <a:cubicBezTo>
                  <a:pt x="1554114" y="66203"/>
                  <a:pt x="1556126" y="66568"/>
                  <a:pt x="1558046" y="67391"/>
                </a:cubicBezTo>
                <a:cubicBezTo>
                  <a:pt x="1559875" y="68123"/>
                  <a:pt x="1561612" y="69220"/>
                  <a:pt x="1563075" y="70683"/>
                </a:cubicBezTo>
                <a:cubicBezTo>
                  <a:pt x="1564447" y="72146"/>
                  <a:pt x="1565636" y="73792"/>
                  <a:pt x="1566367" y="75712"/>
                </a:cubicBezTo>
                <a:cubicBezTo>
                  <a:pt x="1567190" y="77633"/>
                  <a:pt x="1567556" y="79553"/>
                  <a:pt x="1567556" y="81564"/>
                </a:cubicBezTo>
              </a:path>
              <a:path w="3470422" h="383042">
                <a:moveTo>
                  <a:pt x="1825508" y="108265"/>
                </a:moveTo>
                <a:cubicBezTo>
                  <a:pt x="1825508" y="110277"/>
                  <a:pt x="1825142" y="112288"/>
                  <a:pt x="1824411" y="114117"/>
                </a:cubicBezTo>
                <a:cubicBezTo>
                  <a:pt x="1823588" y="116037"/>
                  <a:pt x="1822491" y="117683"/>
                  <a:pt x="1821028" y="119146"/>
                </a:cubicBezTo>
                <a:cubicBezTo>
                  <a:pt x="1819565" y="120609"/>
                  <a:pt x="1817919" y="121707"/>
                  <a:pt x="1815998" y="122530"/>
                </a:cubicBezTo>
                <a:cubicBezTo>
                  <a:pt x="1814078" y="123261"/>
                  <a:pt x="1812158" y="123627"/>
                  <a:pt x="1810055" y="123627"/>
                </a:cubicBezTo>
                <a:cubicBezTo>
                  <a:pt x="1808043" y="123627"/>
                  <a:pt x="1806031" y="123261"/>
                  <a:pt x="1804203" y="122530"/>
                </a:cubicBezTo>
                <a:cubicBezTo>
                  <a:pt x="1802282" y="121707"/>
                  <a:pt x="1800636" y="120609"/>
                  <a:pt x="1799173" y="119146"/>
                </a:cubicBezTo>
                <a:cubicBezTo>
                  <a:pt x="1797710" y="117683"/>
                  <a:pt x="1796613" y="116037"/>
                  <a:pt x="1795790" y="114117"/>
                </a:cubicBezTo>
                <a:cubicBezTo>
                  <a:pt x="1795059" y="112288"/>
                  <a:pt x="1794693" y="110277"/>
                  <a:pt x="1794693" y="108265"/>
                </a:cubicBezTo>
                <a:cubicBezTo>
                  <a:pt x="1794693" y="106162"/>
                  <a:pt x="1795059" y="104242"/>
                  <a:pt x="1795790" y="102321"/>
                </a:cubicBezTo>
                <a:cubicBezTo>
                  <a:pt x="1796613" y="100401"/>
                  <a:pt x="1797710" y="98755"/>
                  <a:pt x="1799173" y="97292"/>
                </a:cubicBezTo>
                <a:cubicBezTo>
                  <a:pt x="1800636" y="95921"/>
                  <a:pt x="1802282" y="94732"/>
                  <a:pt x="1804203" y="94000"/>
                </a:cubicBezTo>
                <a:cubicBezTo>
                  <a:pt x="1806031" y="93177"/>
                  <a:pt x="1808043" y="92812"/>
                  <a:pt x="1810055" y="92812"/>
                </a:cubicBezTo>
                <a:cubicBezTo>
                  <a:pt x="1812158" y="92812"/>
                  <a:pt x="1814078" y="93177"/>
                  <a:pt x="1815998" y="94000"/>
                </a:cubicBezTo>
                <a:cubicBezTo>
                  <a:pt x="1817919" y="94732"/>
                  <a:pt x="1819565" y="95921"/>
                  <a:pt x="1821028" y="97292"/>
                </a:cubicBezTo>
                <a:cubicBezTo>
                  <a:pt x="1822491" y="98755"/>
                  <a:pt x="1823588" y="100401"/>
                  <a:pt x="1824411" y="102321"/>
                </a:cubicBezTo>
                <a:cubicBezTo>
                  <a:pt x="1825142" y="104242"/>
                  <a:pt x="1825508" y="106162"/>
                  <a:pt x="1825508" y="108265"/>
                </a:cubicBezTo>
              </a:path>
              <a:path w="3470422" h="383042">
                <a:moveTo>
                  <a:pt x="2090136" y="51572"/>
                </a:moveTo>
                <a:cubicBezTo>
                  <a:pt x="2090136" y="53675"/>
                  <a:pt x="2089678" y="55596"/>
                  <a:pt x="2088947" y="57516"/>
                </a:cubicBezTo>
                <a:cubicBezTo>
                  <a:pt x="2088124" y="59436"/>
                  <a:pt x="2087027" y="61082"/>
                  <a:pt x="2085564" y="62545"/>
                </a:cubicBezTo>
                <a:cubicBezTo>
                  <a:pt x="2084100" y="63917"/>
                  <a:pt x="2082455" y="65105"/>
                  <a:pt x="2080534" y="65837"/>
                </a:cubicBezTo>
                <a:cubicBezTo>
                  <a:pt x="2078706" y="66660"/>
                  <a:pt x="2076694" y="67026"/>
                  <a:pt x="2074682" y="67026"/>
                </a:cubicBezTo>
                <a:cubicBezTo>
                  <a:pt x="2072579" y="67026"/>
                  <a:pt x="2070659" y="66660"/>
                  <a:pt x="2068739" y="65837"/>
                </a:cubicBezTo>
                <a:cubicBezTo>
                  <a:pt x="2066818" y="65105"/>
                  <a:pt x="2065172" y="63917"/>
                  <a:pt x="2063709" y="62545"/>
                </a:cubicBezTo>
                <a:cubicBezTo>
                  <a:pt x="2062246" y="61082"/>
                  <a:pt x="2061149" y="59436"/>
                  <a:pt x="2060418" y="57516"/>
                </a:cubicBezTo>
                <a:cubicBezTo>
                  <a:pt x="2059595" y="55596"/>
                  <a:pt x="2059229" y="53675"/>
                  <a:pt x="2059229" y="51572"/>
                </a:cubicBezTo>
                <a:cubicBezTo>
                  <a:pt x="2059229" y="49560"/>
                  <a:pt x="2059595" y="47549"/>
                  <a:pt x="2060418" y="45720"/>
                </a:cubicBezTo>
                <a:cubicBezTo>
                  <a:pt x="2061149" y="43800"/>
                  <a:pt x="2062246" y="42154"/>
                  <a:pt x="2063709" y="40691"/>
                </a:cubicBezTo>
                <a:cubicBezTo>
                  <a:pt x="2065172" y="39228"/>
                  <a:pt x="2066818" y="38130"/>
                  <a:pt x="2068739" y="37308"/>
                </a:cubicBezTo>
                <a:cubicBezTo>
                  <a:pt x="2070659" y="36576"/>
                  <a:pt x="2072579" y="36210"/>
                  <a:pt x="2074682" y="36210"/>
                </a:cubicBezTo>
                <a:cubicBezTo>
                  <a:pt x="2076694" y="36210"/>
                  <a:pt x="2078706" y="36576"/>
                  <a:pt x="2080534" y="37308"/>
                </a:cubicBezTo>
                <a:cubicBezTo>
                  <a:pt x="2082455" y="38130"/>
                  <a:pt x="2084100" y="39228"/>
                  <a:pt x="2085564" y="40691"/>
                </a:cubicBezTo>
                <a:cubicBezTo>
                  <a:pt x="2087027" y="42154"/>
                  <a:pt x="2088124" y="43800"/>
                  <a:pt x="2088947" y="45720"/>
                </a:cubicBezTo>
                <a:cubicBezTo>
                  <a:pt x="2089678" y="47549"/>
                  <a:pt x="2090136" y="49560"/>
                  <a:pt x="2090136" y="51572"/>
                </a:cubicBezTo>
              </a:path>
              <a:path w="3470422" h="383042">
                <a:moveTo>
                  <a:pt x="2448489" y="21488"/>
                </a:moveTo>
                <a:cubicBezTo>
                  <a:pt x="2448489" y="23500"/>
                  <a:pt x="2448123" y="25512"/>
                  <a:pt x="2447300" y="27432"/>
                </a:cubicBezTo>
                <a:cubicBezTo>
                  <a:pt x="2446569" y="29261"/>
                  <a:pt x="2445471" y="30907"/>
                  <a:pt x="2444008" y="32370"/>
                </a:cubicBezTo>
                <a:cubicBezTo>
                  <a:pt x="2442545" y="33833"/>
                  <a:pt x="2440899" y="34930"/>
                  <a:pt x="2438979" y="35753"/>
                </a:cubicBezTo>
                <a:cubicBezTo>
                  <a:pt x="2437059" y="36485"/>
                  <a:pt x="2435139" y="36942"/>
                  <a:pt x="2433036" y="36942"/>
                </a:cubicBezTo>
                <a:cubicBezTo>
                  <a:pt x="2431024" y="36942"/>
                  <a:pt x="2429012" y="36485"/>
                  <a:pt x="2427183" y="35753"/>
                </a:cubicBezTo>
                <a:cubicBezTo>
                  <a:pt x="2425263" y="34930"/>
                  <a:pt x="2423617" y="33833"/>
                  <a:pt x="2422154" y="32370"/>
                </a:cubicBezTo>
                <a:cubicBezTo>
                  <a:pt x="2420691" y="30907"/>
                  <a:pt x="2419594" y="29261"/>
                  <a:pt x="2418771" y="27432"/>
                </a:cubicBezTo>
                <a:cubicBezTo>
                  <a:pt x="2418039" y="25512"/>
                  <a:pt x="2417582" y="23500"/>
                  <a:pt x="2417582" y="21488"/>
                </a:cubicBezTo>
                <a:cubicBezTo>
                  <a:pt x="2417582" y="19477"/>
                  <a:pt x="2418039" y="17465"/>
                  <a:pt x="2418771" y="15545"/>
                </a:cubicBezTo>
                <a:cubicBezTo>
                  <a:pt x="2419594" y="13716"/>
                  <a:pt x="2420691" y="11979"/>
                  <a:pt x="2422154" y="10607"/>
                </a:cubicBezTo>
                <a:cubicBezTo>
                  <a:pt x="2423617" y="9144"/>
                  <a:pt x="2425263" y="8047"/>
                  <a:pt x="2427183" y="7224"/>
                </a:cubicBezTo>
                <a:cubicBezTo>
                  <a:pt x="2429012" y="6492"/>
                  <a:pt x="2431024" y="6035"/>
                  <a:pt x="2433036" y="6035"/>
                </a:cubicBezTo>
                <a:cubicBezTo>
                  <a:pt x="2435139" y="6035"/>
                  <a:pt x="2437059" y="6492"/>
                  <a:pt x="2438979" y="7224"/>
                </a:cubicBezTo>
                <a:cubicBezTo>
                  <a:pt x="2440899" y="8047"/>
                  <a:pt x="2442545" y="9144"/>
                  <a:pt x="2444008" y="10607"/>
                </a:cubicBezTo>
                <a:cubicBezTo>
                  <a:pt x="2445471" y="11979"/>
                  <a:pt x="2446569" y="13716"/>
                  <a:pt x="2447300" y="15545"/>
                </a:cubicBezTo>
                <a:cubicBezTo>
                  <a:pt x="2448123" y="17465"/>
                  <a:pt x="2448489" y="19477"/>
                  <a:pt x="2448489" y="21488"/>
                </a:cubicBezTo>
              </a:path>
              <a:path w="3470422" h="383042">
                <a:moveTo>
                  <a:pt x="2629723" y="45446"/>
                </a:moveTo>
                <a:cubicBezTo>
                  <a:pt x="2629723" y="47457"/>
                  <a:pt x="2629357" y="49469"/>
                  <a:pt x="2628534" y="51298"/>
                </a:cubicBezTo>
                <a:cubicBezTo>
                  <a:pt x="2627803" y="53218"/>
                  <a:pt x="2626614" y="54864"/>
                  <a:pt x="2625151" y="56327"/>
                </a:cubicBezTo>
                <a:cubicBezTo>
                  <a:pt x="2623779" y="57790"/>
                  <a:pt x="2622042" y="58887"/>
                  <a:pt x="2620213" y="59710"/>
                </a:cubicBezTo>
                <a:cubicBezTo>
                  <a:pt x="2618293" y="60442"/>
                  <a:pt x="2616281" y="60899"/>
                  <a:pt x="2614270" y="60899"/>
                </a:cubicBezTo>
                <a:cubicBezTo>
                  <a:pt x="2612258" y="60899"/>
                  <a:pt x="2610246" y="60442"/>
                  <a:pt x="2608326" y="59710"/>
                </a:cubicBezTo>
                <a:cubicBezTo>
                  <a:pt x="2606497" y="58887"/>
                  <a:pt x="2604760" y="57790"/>
                  <a:pt x="2603388" y="56327"/>
                </a:cubicBezTo>
                <a:cubicBezTo>
                  <a:pt x="2601925" y="54864"/>
                  <a:pt x="2600828" y="53218"/>
                  <a:pt x="2600005" y="51298"/>
                </a:cubicBezTo>
                <a:cubicBezTo>
                  <a:pt x="2599182" y="49469"/>
                  <a:pt x="2598816" y="47457"/>
                  <a:pt x="2598816" y="45446"/>
                </a:cubicBezTo>
                <a:cubicBezTo>
                  <a:pt x="2598816" y="43343"/>
                  <a:pt x="2599182" y="41422"/>
                  <a:pt x="2600005" y="39502"/>
                </a:cubicBezTo>
                <a:cubicBezTo>
                  <a:pt x="2600828" y="37673"/>
                  <a:pt x="2601925" y="35936"/>
                  <a:pt x="2603388" y="34564"/>
                </a:cubicBezTo>
                <a:cubicBezTo>
                  <a:pt x="2604760" y="33101"/>
                  <a:pt x="2606497" y="32004"/>
                  <a:pt x="2608326" y="31181"/>
                </a:cubicBezTo>
                <a:cubicBezTo>
                  <a:pt x="2610246" y="30358"/>
                  <a:pt x="2612258" y="29992"/>
                  <a:pt x="2614270" y="29992"/>
                </a:cubicBezTo>
                <a:cubicBezTo>
                  <a:pt x="2616281" y="29992"/>
                  <a:pt x="2618293" y="30358"/>
                  <a:pt x="2620213" y="31181"/>
                </a:cubicBezTo>
                <a:cubicBezTo>
                  <a:pt x="2622042" y="32004"/>
                  <a:pt x="2623779" y="33101"/>
                  <a:pt x="2625151" y="34564"/>
                </a:cubicBezTo>
                <a:cubicBezTo>
                  <a:pt x="2626614" y="35936"/>
                  <a:pt x="2627803" y="37673"/>
                  <a:pt x="2628534" y="39502"/>
                </a:cubicBezTo>
                <a:cubicBezTo>
                  <a:pt x="2629357" y="41422"/>
                  <a:pt x="2629723" y="43343"/>
                  <a:pt x="2629723" y="45446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10" name="Forma 38"/>
          <p:cNvSpPr/>
          <p:nvPr/>
        </p:nvSpPr>
        <p:spPr>
          <a:xfrm>
            <a:off x="5711800" y="1583009"/>
            <a:ext cx="77815" cy="77724"/>
          </a:xfrm>
          <a:custGeom>
            <a:avLst/>
            <a:gdLst/>
            <a:ahLst/>
            <a:cxnLst/>
            <a:rect l="l" t="t" r="r" b="b"/>
            <a:pathLst>
              <a:path w="77815" h="77724">
                <a:moveTo>
                  <a:pt x="77815" y="38862"/>
                </a:moveTo>
                <a:cubicBezTo>
                  <a:pt x="77815" y="43983"/>
                  <a:pt x="76810" y="49012"/>
                  <a:pt x="74889" y="53767"/>
                </a:cubicBezTo>
                <a:cubicBezTo>
                  <a:pt x="72878" y="58522"/>
                  <a:pt x="70043" y="62728"/>
                  <a:pt x="66385" y="66294"/>
                </a:cubicBezTo>
                <a:cubicBezTo>
                  <a:pt x="62728" y="69952"/>
                  <a:pt x="58522" y="72786"/>
                  <a:pt x="53767" y="74798"/>
                </a:cubicBezTo>
                <a:cubicBezTo>
                  <a:pt x="49012" y="76718"/>
                  <a:pt x="44074" y="77724"/>
                  <a:pt x="38862" y="77724"/>
                </a:cubicBezTo>
                <a:cubicBezTo>
                  <a:pt x="33741" y="77724"/>
                  <a:pt x="28804" y="76718"/>
                  <a:pt x="24049" y="74798"/>
                </a:cubicBezTo>
                <a:cubicBezTo>
                  <a:pt x="19294" y="72786"/>
                  <a:pt x="15088" y="69952"/>
                  <a:pt x="11430" y="66294"/>
                </a:cubicBezTo>
                <a:cubicBezTo>
                  <a:pt x="7772" y="62728"/>
                  <a:pt x="4938" y="58522"/>
                  <a:pt x="2926" y="53767"/>
                </a:cubicBezTo>
                <a:cubicBezTo>
                  <a:pt x="1006" y="49012"/>
                  <a:pt x="0" y="43983"/>
                  <a:pt x="0" y="38862"/>
                </a:cubicBezTo>
                <a:cubicBezTo>
                  <a:pt x="0" y="33741"/>
                  <a:pt x="1006" y="28712"/>
                  <a:pt x="2926" y="23957"/>
                </a:cubicBezTo>
                <a:cubicBezTo>
                  <a:pt x="4938" y="19202"/>
                  <a:pt x="7772" y="14996"/>
                  <a:pt x="11430" y="11339"/>
                </a:cubicBezTo>
                <a:cubicBezTo>
                  <a:pt x="15088" y="7772"/>
                  <a:pt x="19294" y="4938"/>
                  <a:pt x="24049" y="2926"/>
                </a:cubicBezTo>
                <a:cubicBezTo>
                  <a:pt x="28804" y="1006"/>
                  <a:pt x="33741" y="0"/>
                  <a:pt x="38862" y="0"/>
                </a:cubicBezTo>
                <a:cubicBezTo>
                  <a:pt x="44074" y="0"/>
                  <a:pt x="49012" y="1006"/>
                  <a:pt x="53767" y="2926"/>
                </a:cubicBezTo>
                <a:cubicBezTo>
                  <a:pt x="58522" y="4938"/>
                  <a:pt x="62728" y="7772"/>
                  <a:pt x="66385" y="11339"/>
                </a:cubicBezTo>
                <a:cubicBezTo>
                  <a:pt x="70043" y="14996"/>
                  <a:pt x="72878" y="19202"/>
                  <a:pt x="74889" y="23957"/>
                </a:cubicBezTo>
                <a:cubicBezTo>
                  <a:pt x="76810" y="28712"/>
                  <a:pt x="77815" y="33741"/>
                  <a:pt x="77815" y="38862"/>
                </a:cubicBezTo>
              </a:path>
            </a:pathLst>
          </a:custGeom>
          <a:solidFill>
            <a:srgbClr val="C64B35">
              <a:alpha val="86000"/>
            </a:srgbClr>
          </a:solidFill>
          <a:ln w="13157">
            <a:solidFill>
              <a:srgbClr val="F2EFE6">
                <a:alpha val="86000"/>
              </a:srgbClr>
            </a:solidFill>
            <a:prstDash val="solid"/>
          </a:ln>
        </p:spPr>
      </p:sp>
      <p:sp>
        <p:nvSpPr>
          <p:cNvPr id="11" name="Forma 39"/>
          <p:cNvSpPr/>
          <p:nvPr/>
        </p:nvSpPr>
        <p:spPr>
          <a:xfrm>
            <a:off x="2805105" y="973104"/>
            <a:ext cx="3438510" cy="557327"/>
          </a:xfrm>
          <a:custGeom>
            <a:avLst/>
            <a:gdLst/>
            <a:ahLst/>
            <a:cxnLst/>
            <a:rect l="l" t="t" r="r" b="b"/>
            <a:pathLst>
              <a:path w="3438510" h="557327">
                <a:moveTo>
                  <a:pt x="3254990" y="539862"/>
                </a:moveTo>
                <a:cubicBezTo>
                  <a:pt x="3254990" y="541965"/>
                  <a:pt x="3254624" y="543885"/>
                  <a:pt x="3253801" y="545805"/>
                </a:cubicBezTo>
                <a:cubicBezTo>
                  <a:pt x="3252978" y="547634"/>
                  <a:pt x="3251881" y="549372"/>
                  <a:pt x="3250418" y="550743"/>
                </a:cubicBezTo>
                <a:cubicBezTo>
                  <a:pt x="3249046" y="552206"/>
                  <a:pt x="3247309" y="553303"/>
                  <a:pt x="3245480" y="554126"/>
                </a:cubicBezTo>
                <a:cubicBezTo>
                  <a:pt x="3243560" y="554949"/>
                  <a:pt x="3241548" y="555315"/>
                  <a:pt x="3239536" y="555315"/>
                </a:cubicBezTo>
                <a:cubicBezTo>
                  <a:pt x="3237525" y="555315"/>
                  <a:pt x="3235513" y="554949"/>
                  <a:pt x="3233593" y="554126"/>
                </a:cubicBezTo>
                <a:cubicBezTo>
                  <a:pt x="3231764" y="553303"/>
                  <a:pt x="3230027" y="552206"/>
                  <a:pt x="3228564" y="550743"/>
                </a:cubicBezTo>
                <a:cubicBezTo>
                  <a:pt x="3227192" y="549372"/>
                  <a:pt x="3226003" y="547634"/>
                  <a:pt x="3225272" y="545805"/>
                </a:cubicBezTo>
                <a:cubicBezTo>
                  <a:pt x="3224449" y="543885"/>
                  <a:pt x="3224083" y="541965"/>
                  <a:pt x="3224083" y="539862"/>
                </a:cubicBezTo>
                <a:cubicBezTo>
                  <a:pt x="3224083" y="537850"/>
                  <a:pt x="3224449" y="535838"/>
                  <a:pt x="3225272" y="534010"/>
                </a:cubicBezTo>
                <a:cubicBezTo>
                  <a:pt x="3226003" y="532089"/>
                  <a:pt x="3227192" y="530443"/>
                  <a:pt x="3228564" y="528980"/>
                </a:cubicBezTo>
                <a:cubicBezTo>
                  <a:pt x="3230027" y="527517"/>
                  <a:pt x="3231764" y="526420"/>
                  <a:pt x="3233593" y="525597"/>
                </a:cubicBezTo>
                <a:cubicBezTo>
                  <a:pt x="3235513" y="524866"/>
                  <a:pt x="3237525" y="524408"/>
                  <a:pt x="3239536" y="524408"/>
                </a:cubicBezTo>
                <a:cubicBezTo>
                  <a:pt x="3241548" y="524408"/>
                  <a:pt x="3243560" y="524866"/>
                  <a:pt x="3245480" y="525597"/>
                </a:cubicBezTo>
                <a:cubicBezTo>
                  <a:pt x="3247309" y="526420"/>
                  <a:pt x="3249046" y="527517"/>
                  <a:pt x="3250418" y="528980"/>
                </a:cubicBezTo>
                <a:cubicBezTo>
                  <a:pt x="3251881" y="530443"/>
                  <a:pt x="3252978" y="532089"/>
                  <a:pt x="3253801" y="534010"/>
                </a:cubicBezTo>
                <a:cubicBezTo>
                  <a:pt x="3254624" y="535838"/>
                  <a:pt x="3254990" y="537850"/>
                  <a:pt x="3254990" y="539862"/>
                </a:cubicBezTo>
              </a:path>
              <a:path w="3438510" h="557327">
                <a:moveTo>
                  <a:pt x="3431743" y="541873"/>
                </a:moveTo>
                <a:cubicBezTo>
                  <a:pt x="3431743" y="543885"/>
                  <a:pt x="3431286" y="545897"/>
                  <a:pt x="3430554" y="547817"/>
                </a:cubicBezTo>
                <a:cubicBezTo>
                  <a:pt x="3429732" y="549646"/>
                  <a:pt x="3428634" y="551383"/>
                  <a:pt x="3427171" y="552755"/>
                </a:cubicBezTo>
                <a:cubicBezTo>
                  <a:pt x="3425708" y="554218"/>
                  <a:pt x="3424062" y="555315"/>
                  <a:pt x="3422142" y="556138"/>
                </a:cubicBezTo>
                <a:cubicBezTo>
                  <a:pt x="3420313" y="556870"/>
                  <a:pt x="3418302" y="557327"/>
                  <a:pt x="3416290" y="557327"/>
                </a:cubicBezTo>
                <a:cubicBezTo>
                  <a:pt x="3414187" y="557327"/>
                  <a:pt x="3412266" y="556870"/>
                  <a:pt x="3410346" y="556138"/>
                </a:cubicBezTo>
                <a:cubicBezTo>
                  <a:pt x="3408426" y="555315"/>
                  <a:pt x="3406780" y="554218"/>
                  <a:pt x="3405317" y="552755"/>
                </a:cubicBezTo>
                <a:cubicBezTo>
                  <a:pt x="3403945" y="551383"/>
                  <a:pt x="3402757" y="549646"/>
                  <a:pt x="3402025" y="547817"/>
                </a:cubicBezTo>
                <a:cubicBezTo>
                  <a:pt x="3401202" y="545897"/>
                  <a:pt x="3400836" y="543885"/>
                  <a:pt x="3400836" y="541873"/>
                </a:cubicBezTo>
                <a:cubicBezTo>
                  <a:pt x="3400836" y="539862"/>
                  <a:pt x="3401202" y="537850"/>
                  <a:pt x="3402025" y="535930"/>
                </a:cubicBezTo>
                <a:cubicBezTo>
                  <a:pt x="3402757" y="534101"/>
                  <a:pt x="3403945" y="532455"/>
                  <a:pt x="3405317" y="530992"/>
                </a:cubicBezTo>
                <a:cubicBezTo>
                  <a:pt x="3406780" y="529529"/>
                  <a:pt x="3408426" y="528432"/>
                  <a:pt x="3410346" y="527609"/>
                </a:cubicBezTo>
                <a:cubicBezTo>
                  <a:pt x="3412266" y="526877"/>
                  <a:pt x="3414187" y="526420"/>
                  <a:pt x="3416290" y="526420"/>
                </a:cubicBezTo>
                <a:cubicBezTo>
                  <a:pt x="3418302" y="526420"/>
                  <a:pt x="3420313" y="526877"/>
                  <a:pt x="3422142" y="527609"/>
                </a:cubicBezTo>
                <a:cubicBezTo>
                  <a:pt x="3424062" y="528432"/>
                  <a:pt x="3425708" y="529529"/>
                  <a:pt x="3427171" y="530992"/>
                </a:cubicBezTo>
                <a:cubicBezTo>
                  <a:pt x="3428634" y="532455"/>
                  <a:pt x="3429732" y="534101"/>
                  <a:pt x="3430554" y="535930"/>
                </a:cubicBezTo>
                <a:cubicBezTo>
                  <a:pt x="3431286" y="537850"/>
                  <a:pt x="3431743" y="539862"/>
                  <a:pt x="3431743" y="541873"/>
                </a:cubicBezTo>
              </a:path>
              <a:path w="3438510" h="557327">
                <a:moveTo>
                  <a:pt x="30907" y="339151"/>
                </a:moveTo>
                <a:cubicBezTo>
                  <a:pt x="30907" y="341254"/>
                  <a:pt x="30541" y="343174"/>
                  <a:pt x="29718" y="345095"/>
                </a:cubicBezTo>
                <a:cubicBezTo>
                  <a:pt x="28895" y="346923"/>
                  <a:pt x="27798" y="348661"/>
                  <a:pt x="26335" y="350124"/>
                </a:cubicBezTo>
                <a:cubicBezTo>
                  <a:pt x="24963" y="351495"/>
                  <a:pt x="23226" y="352684"/>
                  <a:pt x="21397" y="353416"/>
                </a:cubicBezTo>
                <a:cubicBezTo>
                  <a:pt x="19477" y="354239"/>
                  <a:pt x="17465" y="354604"/>
                  <a:pt x="15453" y="354604"/>
                </a:cubicBezTo>
                <a:cubicBezTo>
                  <a:pt x="13442" y="354604"/>
                  <a:pt x="11430" y="354239"/>
                  <a:pt x="9510" y="353416"/>
                </a:cubicBezTo>
                <a:cubicBezTo>
                  <a:pt x="7681" y="352684"/>
                  <a:pt x="5944" y="351495"/>
                  <a:pt x="4481" y="350124"/>
                </a:cubicBezTo>
                <a:cubicBezTo>
                  <a:pt x="3109" y="348661"/>
                  <a:pt x="1920" y="346923"/>
                  <a:pt x="1189" y="345095"/>
                </a:cubicBezTo>
                <a:cubicBezTo>
                  <a:pt x="366" y="343174"/>
                  <a:pt x="0" y="341254"/>
                  <a:pt x="0" y="339151"/>
                </a:cubicBezTo>
                <a:cubicBezTo>
                  <a:pt x="0" y="337139"/>
                  <a:pt x="366" y="335128"/>
                  <a:pt x="1189" y="333299"/>
                </a:cubicBezTo>
                <a:cubicBezTo>
                  <a:pt x="1920" y="331379"/>
                  <a:pt x="3109" y="329733"/>
                  <a:pt x="4481" y="328270"/>
                </a:cubicBezTo>
                <a:cubicBezTo>
                  <a:pt x="5944" y="326807"/>
                  <a:pt x="7681" y="325709"/>
                  <a:pt x="9510" y="324886"/>
                </a:cubicBezTo>
                <a:cubicBezTo>
                  <a:pt x="11430" y="324155"/>
                  <a:pt x="13442" y="323698"/>
                  <a:pt x="15453" y="323698"/>
                </a:cubicBezTo>
                <a:cubicBezTo>
                  <a:pt x="17465" y="323698"/>
                  <a:pt x="19477" y="324155"/>
                  <a:pt x="21397" y="324886"/>
                </a:cubicBezTo>
                <a:cubicBezTo>
                  <a:pt x="23226" y="325709"/>
                  <a:pt x="24963" y="326807"/>
                  <a:pt x="26335" y="328270"/>
                </a:cubicBezTo>
                <a:cubicBezTo>
                  <a:pt x="27798" y="329733"/>
                  <a:pt x="28895" y="331379"/>
                  <a:pt x="29718" y="333299"/>
                </a:cubicBezTo>
                <a:cubicBezTo>
                  <a:pt x="30541" y="335128"/>
                  <a:pt x="30907" y="337139"/>
                  <a:pt x="30907" y="339151"/>
                </a:cubicBezTo>
              </a:path>
              <a:path w="3438510" h="557327">
                <a:moveTo>
                  <a:pt x="360091" y="293614"/>
                </a:moveTo>
                <a:cubicBezTo>
                  <a:pt x="360091" y="295626"/>
                  <a:pt x="359725" y="297546"/>
                  <a:pt x="358902" y="299466"/>
                </a:cubicBezTo>
                <a:cubicBezTo>
                  <a:pt x="358170" y="301386"/>
                  <a:pt x="357073" y="303032"/>
                  <a:pt x="355610" y="304495"/>
                </a:cubicBezTo>
                <a:cubicBezTo>
                  <a:pt x="354147" y="305958"/>
                  <a:pt x="352501" y="307056"/>
                  <a:pt x="350581" y="307787"/>
                </a:cubicBezTo>
                <a:cubicBezTo>
                  <a:pt x="348661" y="308610"/>
                  <a:pt x="346740" y="308976"/>
                  <a:pt x="344637" y="308976"/>
                </a:cubicBezTo>
                <a:cubicBezTo>
                  <a:pt x="342626" y="308976"/>
                  <a:pt x="340614" y="308610"/>
                  <a:pt x="338785" y="307787"/>
                </a:cubicBezTo>
                <a:cubicBezTo>
                  <a:pt x="336865" y="307056"/>
                  <a:pt x="335219" y="305958"/>
                  <a:pt x="333756" y="304495"/>
                </a:cubicBezTo>
                <a:cubicBezTo>
                  <a:pt x="332293" y="303032"/>
                  <a:pt x="331196" y="301386"/>
                  <a:pt x="330373" y="299466"/>
                </a:cubicBezTo>
                <a:cubicBezTo>
                  <a:pt x="329641" y="297546"/>
                  <a:pt x="329184" y="295626"/>
                  <a:pt x="329184" y="293614"/>
                </a:cubicBezTo>
                <a:cubicBezTo>
                  <a:pt x="329184" y="291511"/>
                  <a:pt x="329641" y="289590"/>
                  <a:pt x="330373" y="287670"/>
                </a:cubicBezTo>
                <a:cubicBezTo>
                  <a:pt x="331196" y="285750"/>
                  <a:pt x="332293" y="284104"/>
                  <a:pt x="333756" y="282641"/>
                </a:cubicBezTo>
                <a:cubicBezTo>
                  <a:pt x="335219" y="281178"/>
                  <a:pt x="336865" y="280081"/>
                  <a:pt x="338785" y="279349"/>
                </a:cubicBezTo>
                <a:cubicBezTo>
                  <a:pt x="340614" y="278526"/>
                  <a:pt x="342626" y="278160"/>
                  <a:pt x="344637" y="278160"/>
                </a:cubicBezTo>
                <a:cubicBezTo>
                  <a:pt x="346740" y="278160"/>
                  <a:pt x="348661" y="278526"/>
                  <a:pt x="350581" y="279349"/>
                </a:cubicBezTo>
                <a:cubicBezTo>
                  <a:pt x="352501" y="280081"/>
                  <a:pt x="354147" y="281178"/>
                  <a:pt x="355610" y="282641"/>
                </a:cubicBezTo>
                <a:cubicBezTo>
                  <a:pt x="357073" y="284104"/>
                  <a:pt x="358170" y="285750"/>
                  <a:pt x="358902" y="287670"/>
                </a:cubicBezTo>
                <a:cubicBezTo>
                  <a:pt x="359725" y="289590"/>
                  <a:pt x="360091" y="291511"/>
                  <a:pt x="360091" y="293614"/>
                </a:cubicBezTo>
              </a:path>
              <a:path w="3438510" h="557327">
                <a:moveTo>
                  <a:pt x="515082" y="346466"/>
                </a:moveTo>
                <a:cubicBezTo>
                  <a:pt x="515082" y="348569"/>
                  <a:pt x="514624" y="350490"/>
                  <a:pt x="513893" y="352410"/>
                </a:cubicBezTo>
                <a:cubicBezTo>
                  <a:pt x="513070" y="354239"/>
                  <a:pt x="511973" y="355976"/>
                  <a:pt x="510510" y="357439"/>
                </a:cubicBezTo>
                <a:cubicBezTo>
                  <a:pt x="509046" y="358811"/>
                  <a:pt x="507401" y="359999"/>
                  <a:pt x="505480" y="360731"/>
                </a:cubicBezTo>
                <a:cubicBezTo>
                  <a:pt x="503652" y="361554"/>
                  <a:pt x="501640" y="361920"/>
                  <a:pt x="499628" y="361920"/>
                </a:cubicBezTo>
                <a:cubicBezTo>
                  <a:pt x="497525" y="361920"/>
                  <a:pt x="495605" y="361554"/>
                  <a:pt x="493685" y="360731"/>
                </a:cubicBezTo>
                <a:cubicBezTo>
                  <a:pt x="491764" y="359999"/>
                  <a:pt x="490118" y="358811"/>
                  <a:pt x="488655" y="357439"/>
                </a:cubicBezTo>
                <a:cubicBezTo>
                  <a:pt x="487284" y="355976"/>
                  <a:pt x="486095" y="354239"/>
                  <a:pt x="485364" y="352410"/>
                </a:cubicBezTo>
                <a:cubicBezTo>
                  <a:pt x="484541" y="350490"/>
                  <a:pt x="484175" y="348569"/>
                  <a:pt x="484175" y="346466"/>
                </a:cubicBezTo>
                <a:cubicBezTo>
                  <a:pt x="484175" y="344454"/>
                  <a:pt x="484541" y="342443"/>
                  <a:pt x="485364" y="340614"/>
                </a:cubicBezTo>
                <a:cubicBezTo>
                  <a:pt x="486095" y="338694"/>
                  <a:pt x="487284" y="337048"/>
                  <a:pt x="488655" y="335585"/>
                </a:cubicBezTo>
                <a:cubicBezTo>
                  <a:pt x="490118" y="334122"/>
                  <a:pt x="491764" y="333024"/>
                  <a:pt x="493685" y="332202"/>
                </a:cubicBezTo>
                <a:cubicBezTo>
                  <a:pt x="495605" y="331470"/>
                  <a:pt x="497525" y="331013"/>
                  <a:pt x="499628" y="331013"/>
                </a:cubicBezTo>
                <a:cubicBezTo>
                  <a:pt x="501640" y="331013"/>
                  <a:pt x="503652" y="331470"/>
                  <a:pt x="505480" y="332202"/>
                </a:cubicBezTo>
                <a:cubicBezTo>
                  <a:pt x="507401" y="333024"/>
                  <a:pt x="509046" y="334122"/>
                  <a:pt x="510510" y="335585"/>
                </a:cubicBezTo>
                <a:cubicBezTo>
                  <a:pt x="511973" y="337048"/>
                  <a:pt x="513070" y="338694"/>
                  <a:pt x="513893" y="340614"/>
                </a:cubicBezTo>
                <a:cubicBezTo>
                  <a:pt x="514624" y="342443"/>
                  <a:pt x="515082" y="344454"/>
                  <a:pt x="515082" y="346466"/>
                </a:cubicBezTo>
              </a:path>
              <a:path w="3438510" h="557327">
                <a:moveTo>
                  <a:pt x="826343" y="358719"/>
                </a:moveTo>
                <a:cubicBezTo>
                  <a:pt x="826343" y="360731"/>
                  <a:pt x="825886" y="362742"/>
                  <a:pt x="825155" y="364663"/>
                </a:cubicBezTo>
                <a:cubicBezTo>
                  <a:pt x="824332" y="366492"/>
                  <a:pt x="823234" y="368137"/>
                  <a:pt x="821771" y="369600"/>
                </a:cubicBezTo>
                <a:cubicBezTo>
                  <a:pt x="820308" y="371064"/>
                  <a:pt x="818662" y="372161"/>
                  <a:pt x="816742" y="372984"/>
                </a:cubicBezTo>
                <a:cubicBezTo>
                  <a:pt x="814913" y="373715"/>
                  <a:pt x="812902" y="374172"/>
                  <a:pt x="810890" y="374172"/>
                </a:cubicBezTo>
                <a:cubicBezTo>
                  <a:pt x="808787" y="374172"/>
                  <a:pt x="806867" y="373715"/>
                  <a:pt x="804946" y="372984"/>
                </a:cubicBezTo>
                <a:cubicBezTo>
                  <a:pt x="803026" y="372161"/>
                  <a:pt x="801380" y="371064"/>
                  <a:pt x="799917" y="369600"/>
                </a:cubicBezTo>
                <a:cubicBezTo>
                  <a:pt x="798454" y="368137"/>
                  <a:pt x="797357" y="366492"/>
                  <a:pt x="796625" y="364663"/>
                </a:cubicBezTo>
                <a:cubicBezTo>
                  <a:pt x="795802" y="362742"/>
                  <a:pt x="795437" y="360731"/>
                  <a:pt x="795437" y="358719"/>
                </a:cubicBezTo>
                <a:cubicBezTo>
                  <a:pt x="795437" y="356707"/>
                  <a:pt x="795802" y="354696"/>
                  <a:pt x="796625" y="352776"/>
                </a:cubicBezTo>
                <a:cubicBezTo>
                  <a:pt x="797357" y="350947"/>
                  <a:pt x="798454" y="349209"/>
                  <a:pt x="799917" y="347838"/>
                </a:cubicBezTo>
                <a:cubicBezTo>
                  <a:pt x="801380" y="346375"/>
                  <a:pt x="803026" y="345277"/>
                  <a:pt x="804946" y="344454"/>
                </a:cubicBezTo>
                <a:cubicBezTo>
                  <a:pt x="806867" y="343723"/>
                  <a:pt x="808787" y="343266"/>
                  <a:pt x="810890" y="343266"/>
                </a:cubicBezTo>
                <a:cubicBezTo>
                  <a:pt x="812902" y="343266"/>
                  <a:pt x="814913" y="343723"/>
                  <a:pt x="816742" y="344454"/>
                </a:cubicBezTo>
                <a:cubicBezTo>
                  <a:pt x="818662" y="345277"/>
                  <a:pt x="820308" y="346375"/>
                  <a:pt x="821771" y="347838"/>
                </a:cubicBezTo>
                <a:cubicBezTo>
                  <a:pt x="823234" y="349209"/>
                  <a:pt x="824332" y="350947"/>
                  <a:pt x="825155" y="352776"/>
                </a:cubicBezTo>
                <a:cubicBezTo>
                  <a:pt x="825886" y="354696"/>
                  <a:pt x="826343" y="356707"/>
                  <a:pt x="826343" y="358719"/>
                </a:cubicBezTo>
              </a:path>
              <a:path w="3438510" h="557327">
                <a:moveTo>
                  <a:pt x="1048451" y="361371"/>
                </a:moveTo>
                <a:cubicBezTo>
                  <a:pt x="1048451" y="363474"/>
                  <a:pt x="1048085" y="365394"/>
                  <a:pt x="1047354" y="367314"/>
                </a:cubicBezTo>
                <a:cubicBezTo>
                  <a:pt x="1046531" y="369235"/>
                  <a:pt x="1045434" y="370881"/>
                  <a:pt x="1043970" y="372344"/>
                </a:cubicBezTo>
                <a:cubicBezTo>
                  <a:pt x="1042507" y="373715"/>
                  <a:pt x="1040862" y="374904"/>
                  <a:pt x="1038941" y="375636"/>
                </a:cubicBezTo>
                <a:cubicBezTo>
                  <a:pt x="1037021" y="376458"/>
                  <a:pt x="1035101" y="376824"/>
                  <a:pt x="1032998" y="376824"/>
                </a:cubicBezTo>
                <a:cubicBezTo>
                  <a:pt x="1030986" y="376824"/>
                  <a:pt x="1029066" y="376458"/>
                  <a:pt x="1027146" y="375636"/>
                </a:cubicBezTo>
                <a:cubicBezTo>
                  <a:pt x="1025225" y="374904"/>
                  <a:pt x="1023579" y="373715"/>
                  <a:pt x="1022116" y="372344"/>
                </a:cubicBezTo>
                <a:cubicBezTo>
                  <a:pt x="1020653" y="370881"/>
                  <a:pt x="1019556" y="369235"/>
                  <a:pt x="1018733" y="367314"/>
                </a:cubicBezTo>
                <a:cubicBezTo>
                  <a:pt x="1018002" y="365394"/>
                  <a:pt x="1017636" y="363474"/>
                  <a:pt x="1017636" y="361371"/>
                </a:cubicBezTo>
                <a:cubicBezTo>
                  <a:pt x="1017636" y="359359"/>
                  <a:pt x="1018002" y="357348"/>
                  <a:pt x="1018733" y="355519"/>
                </a:cubicBezTo>
                <a:cubicBezTo>
                  <a:pt x="1019556" y="353598"/>
                  <a:pt x="1020653" y="351953"/>
                  <a:pt x="1022116" y="350490"/>
                </a:cubicBezTo>
                <a:cubicBezTo>
                  <a:pt x="1023579" y="349026"/>
                  <a:pt x="1025225" y="347929"/>
                  <a:pt x="1027146" y="347106"/>
                </a:cubicBezTo>
                <a:cubicBezTo>
                  <a:pt x="1029066" y="346375"/>
                  <a:pt x="1030986" y="346009"/>
                  <a:pt x="1032998" y="346009"/>
                </a:cubicBezTo>
                <a:cubicBezTo>
                  <a:pt x="1035101" y="346009"/>
                  <a:pt x="1037021" y="346375"/>
                  <a:pt x="1038941" y="347106"/>
                </a:cubicBezTo>
                <a:cubicBezTo>
                  <a:pt x="1040862" y="347929"/>
                  <a:pt x="1042507" y="349026"/>
                  <a:pt x="1043970" y="350490"/>
                </a:cubicBezTo>
                <a:cubicBezTo>
                  <a:pt x="1045434" y="351953"/>
                  <a:pt x="1046531" y="353598"/>
                  <a:pt x="1047354" y="355519"/>
                </a:cubicBezTo>
                <a:cubicBezTo>
                  <a:pt x="1048085" y="357348"/>
                  <a:pt x="1048451" y="359359"/>
                  <a:pt x="1048451" y="361371"/>
                </a:cubicBezTo>
              </a:path>
              <a:path w="3438510" h="557327">
                <a:moveTo>
                  <a:pt x="1382481" y="400964"/>
                </a:moveTo>
                <a:cubicBezTo>
                  <a:pt x="1382481" y="402976"/>
                  <a:pt x="1382116" y="404988"/>
                  <a:pt x="1381384" y="406817"/>
                </a:cubicBezTo>
                <a:cubicBezTo>
                  <a:pt x="1380561" y="408737"/>
                  <a:pt x="1379464" y="410383"/>
                  <a:pt x="1378001" y="411846"/>
                </a:cubicBezTo>
                <a:cubicBezTo>
                  <a:pt x="1376538" y="413309"/>
                  <a:pt x="1374892" y="414406"/>
                  <a:pt x="1372972" y="415229"/>
                </a:cubicBezTo>
                <a:cubicBezTo>
                  <a:pt x="1371051" y="415961"/>
                  <a:pt x="1369131" y="416418"/>
                  <a:pt x="1367028" y="416418"/>
                </a:cubicBezTo>
                <a:cubicBezTo>
                  <a:pt x="1365016" y="416418"/>
                  <a:pt x="1363096" y="415961"/>
                  <a:pt x="1361176" y="415229"/>
                </a:cubicBezTo>
                <a:cubicBezTo>
                  <a:pt x="1359256" y="414406"/>
                  <a:pt x="1357610" y="413309"/>
                  <a:pt x="1356147" y="411846"/>
                </a:cubicBezTo>
                <a:cubicBezTo>
                  <a:pt x="1354684" y="410383"/>
                  <a:pt x="1353586" y="408737"/>
                  <a:pt x="1352763" y="406817"/>
                </a:cubicBezTo>
                <a:cubicBezTo>
                  <a:pt x="1352032" y="404988"/>
                  <a:pt x="1351666" y="402976"/>
                  <a:pt x="1351666" y="400964"/>
                </a:cubicBezTo>
                <a:cubicBezTo>
                  <a:pt x="1351666" y="398861"/>
                  <a:pt x="1352032" y="396941"/>
                  <a:pt x="1352763" y="395021"/>
                </a:cubicBezTo>
                <a:cubicBezTo>
                  <a:pt x="1353586" y="393192"/>
                  <a:pt x="1354684" y="391455"/>
                  <a:pt x="1356147" y="390083"/>
                </a:cubicBezTo>
                <a:cubicBezTo>
                  <a:pt x="1357610" y="388620"/>
                  <a:pt x="1359256" y="387523"/>
                  <a:pt x="1361176" y="386700"/>
                </a:cubicBezTo>
                <a:cubicBezTo>
                  <a:pt x="1363096" y="385877"/>
                  <a:pt x="1365016" y="385511"/>
                  <a:pt x="1367028" y="385511"/>
                </a:cubicBezTo>
                <a:cubicBezTo>
                  <a:pt x="1369131" y="385511"/>
                  <a:pt x="1371051" y="385877"/>
                  <a:pt x="1372972" y="386700"/>
                </a:cubicBezTo>
                <a:cubicBezTo>
                  <a:pt x="1374892" y="387523"/>
                  <a:pt x="1376538" y="388620"/>
                  <a:pt x="1378001" y="390083"/>
                </a:cubicBezTo>
                <a:cubicBezTo>
                  <a:pt x="1379464" y="391455"/>
                  <a:pt x="1380561" y="393192"/>
                  <a:pt x="1381384" y="395021"/>
                </a:cubicBezTo>
                <a:cubicBezTo>
                  <a:pt x="1382116" y="396941"/>
                  <a:pt x="1382481" y="398861"/>
                  <a:pt x="1382481" y="400964"/>
                </a:cubicBezTo>
              </a:path>
              <a:path w="3438510" h="557327">
                <a:moveTo>
                  <a:pt x="1624797" y="345369"/>
                </a:moveTo>
                <a:cubicBezTo>
                  <a:pt x="1624797" y="347381"/>
                  <a:pt x="1624340" y="349392"/>
                  <a:pt x="1623609" y="351221"/>
                </a:cubicBezTo>
                <a:cubicBezTo>
                  <a:pt x="1622786" y="353141"/>
                  <a:pt x="1621688" y="354787"/>
                  <a:pt x="1620225" y="356250"/>
                </a:cubicBezTo>
                <a:cubicBezTo>
                  <a:pt x="1618762" y="357713"/>
                  <a:pt x="1617116" y="358811"/>
                  <a:pt x="1615196" y="359634"/>
                </a:cubicBezTo>
                <a:cubicBezTo>
                  <a:pt x="1613367" y="360365"/>
                  <a:pt x="1611356" y="360731"/>
                  <a:pt x="1609344" y="360731"/>
                </a:cubicBezTo>
                <a:cubicBezTo>
                  <a:pt x="1607241" y="360731"/>
                  <a:pt x="1605321" y="360365"/>
                  <a:pt x="1603400" y="359634"/>
                </a:cubicBezTo>
                <a:cubicBezTo>
                  <a:pt x="1601480" y="358811"/>
                  <a:pt x="1599834" y="357713"/>
                  <a:pt x="1598371" y="356250"/>
                </a:cubicBezTo>
                <a:cubicBezTo>
                  <a:pt x="1596908" y="354787"/>
                  <a:pt x="1595811" y="353141"/>
                  <a:pt x="1595079" y="351221"/>
                </a:cubicBezTo>
                <a:cubicBezTo>
                  <a:pt x="1594256" y="349392"/>
                  <a:pt x="1593891" y="347381"/>
                  <a:pt x="1593891" y="345369"/>
                </a:cubicBezTo>
                <a:cubicBezTo>
                  <a:pt x="1593891" y="343266"/>
                  <a:pt x="1594256" y="341346"/>
                  <a:pt x="1595079" y="339425"/>
                </a:cubicBezTo>
                <a:cubicBezTo>
                  <a:pt x="1595811" y="337505"/>
                  <a:pt x="1596908" y="335859"/>
                  <a:pt x="1598371" y="334396"/>
                </a:cubicBezTo>
                <a:cubicBezTo>
                  <a:pt x="1599834" y="333024"/>
                  <a:pt x="1601480" y="331836"/>
                  <a:pt x="1603400" y="331104"/>
                </a:cubicBezTo>
                <a:cubicBezTo>
                  <a:pt x="1605321" y="330281"/>
                  <a:pt x="1607241" y="329916"/>
                  <a:pt x="1609344" y="329916"/>
                </a:cubicBezTo>
                <a:cubicBezTo>
                  <a:pt x="1611356" y="329916"/>
                  <a:pt x="1613367" y="330281"/>
                  <a:pt x="1615196" y="331104"/>
                </a:cubicBezTo>
                <a:cubicBezTo>
                  <a:pt x="1617116" y="331836"/>
                  <a:pt x="1618762" y="333024"/>
                  <a:pt x="1620225" y="334396"/>
                </a:cubicBezTo>
                <a:cubicBezTo>
                  <a:pt x="1621688" y="335859"/>
                  <a:pt x="1622786" y="337505"/>
                  <a:pt x="1623609" y="339425"/>
                </a:cubicBezTo>
                <a:cubicBezTo>
                  <a:pt x="1624340" y="341346"/>
                  <a:pt x="1624797" y="343266"/>
                  <a:pt x="1624797" y="345369"/>
                </a:cubicBezTo>
              </a:path>
              <a:path w="3438510" h="557327">
                <a:moveTo>
                  <a:pt x="1818376" y="359725"/>
                </a:moveTo>
                <a:cubicBezTo>
                  <a:pt x="1818376" y="361828"/>
                  <a:pt x="1817919" y="363748"/>
                  <a:pt x="1817187" y="365669"/>
                </a:cubicBezTo>
                <a:cubicBezTo>
                  <a:pt x="1816364" y="367497"/>
                  <a:pt x="1815267" y="369235"/>
                  <a:pt x="1813804" y="370698"/>
                </a:cubicBezTo>
                <a:cubicBezTo>
                  <a:pt x="1812341" y="372069"/>
                  <a:pt x="1810695" y="373258"/>
                  <a:pt x="1808775" y="373990"/>
                </a:cubicBezTo>
                <a:cubicBezTo>
                  <a:pt x="1806946" y="374813"/>
                  <a:pt x="1804934" y="375178"/>
                  <a:pt x="1802922" y="375178"/>
                </a:cubicBezTo>
                <a:cubicBezTo>
                  <a:pt x="1800819" y="375178"/>
                  <a:pt x="1798899" y="374813"/>
                  <a:pt x="1796979" y="373990"/>
                </a:cubicBezTo>
                <a:cubicBezTo>
                  <a:pt x="1795059" y="373258"/>
                  <a:pt x="1793413" y="372069"/>
                  <a:pt x="1791950" y="370698"/>
                </a:cubicBezTo>
                <a:cubicBezTo>
                  <a:pt x="1790487" y="369235"/>
                  <a:pt x="1789389" y="367497"/>
                  <a:pt x="1788658" y="365669"/>
                </a:cubicBezTo>
                <a:cubicBezTo>
                  <a:pt x="1787835" y="363748"/>
                  <a:pt x="1787469" y="361828"/>
                  <a:pt x="1787469" y="359725"/>
                </a:cubicBezTo>
                <a:cubicBezTo>
                  <a:pt x="1787469" y="357713"/>
                  <a:pt x="1787835" y="355702"/>
                  <a:pt x="1788658" y="353873"/>
                </a:cubicBezTo>
                <a:cubicBezTo>
                  <a:pt x="1789389" y="351953"/>
                  <a:pt x="1790487" y="350307"/>
                  <a:pt x="1791950" y="348844"/>
                </a:cubicBezTo>
                <a:cubicBezTo>
                  <a:pt x="1793413" y="347381"/>
                  <a:pt x="1795059" y="346283"/>
                  <a:pt x="1796979" y="345460"/>
                </a:cubicBezTo>
                <a:cubicBezTo>
                  <a:pt x="1798899" y="344729"/>
                  <a:pt x="1800819" y="344272"/>
                  <a:pt x="1802922" y="344272"/>
                </a:cubicBezTo>
                <a:cubicBezTo>
                  <a:pt x="1804934" y="344272"/>
                  <a:pt x="1806946" y="344729"/>
                  <a:pt x="1808775" y="345460"/>
                </a:cubicBezTo>
                <a:cubicBezTo>
                  <a:pt x="1810695" y="346283"/>
                  <a:pt x="1812341" y="347381"/>
                  <a:pt x="1813804" y="348844"/>
                </a:cubicBezTo>
                <a:cubicBezTo>
                  <a:pt x="1815267" y="350307"/>
                  <a:pt x="1816364" y="351953"/>
                  <a:pt x="1817187" y="353873"/>
                </a:cubicBezTo>
                <a:cubicBezTo>
                  <a:pt x="1817919" y="355702"/>
                  <a:pt x="1818376" y="357713"/>
                  <a:pt x="1818376" y="359725"/>
                </a:cubicBezTo>
              </a:path>
              <a:path w="3438510" h="557327">
                <a:moveTo>
                  <a:pt x="2162922" y="335859"/>
                </a:moveTo>
                <a:cubicBezTo>
                  <a:pt x="2162922" y="337871"/>
                  <a:pt x="2162556" y="339882"/>
                  <a:pt x="2161733" y="341803"/>
                </a:cubicBezTo>
                <a:cubicBezTo>
                  <a:pt x="2161002" y="343632"/>
                  <a:pt x="2159904" y="345277"/>
                  <a:pt x="2158441" y="346740"/>
                </a:cubicBezTo>
                <a:cubicBezTo>
                  <a:pt x="2156978" y="348204"/>
                  <a:pt x="2155332" y="349301"/>
                  <a:pt x="2153412" y="350124"/>
                </a:cubicBezTo>
                <a:cubicBezTo>
                  <a:pt x="2151492" y="350855"/>
                  <a:pt x="2149572" y="351312"/>
                  <a:pt x="2147468" y="351312"/>
                </a:cubicBezTo>
                <a:cubicBezTo>
                  <a:pt x="2145457" y="351312"/>
                  <a:pt x="2143445" y="350855"/>
                  <a:pt x="2141616" y="350124"/>
                </a:cubicBezTo>
                <a:cubicBezTo>
                  <a:pt x="2139696" y="349301"/>
                  <a:pt x="2138050" y="348204"/>
                  <a:pt x="2136587" y="346740"/>
                </a:cubicBezTo>
                <a:cubicBezTo>
                  <a:pt x="2135124" y="345277"/>
                  <a:pt x="2134027" y="343632"/>
                  <a:pt x="2133204" y="341803"/>
                </a:cubicBezTo>
                <a:cubicBezTo>
                  <a:pt x="2132472" y="339882"/>
                  <a:pt x="2132015" y="337871"/>
                  <a:pt x="2132015" y="335859"/>
                </a:cubicBezTo>
                <a:cubicBezTo>
                  <a:pt x="2132015" y="333847"/>
                  <a:pt x="2132472" y="331836"/>
                  <a:pt x="2133204" y="329916"/>
                </a:cubicBezTo>
                <a:cubicBezTo>
                  <a:pt x="2134027" y="328087"/>
                  <a:pt x="2135124" y="326349"/>
                  <a:pt x="2136587" y="324978"/>
                </a:cubicBezTo>
                <a:cubicBezTo>
                  <a:pt x="2138050" y="323515"/>
                  <a:pt x="2139696" y="322417"/>
                  <a:pt x="2141616" y="321594"/>
                </a:cubicBezTo>
                <a:cubicBezTo>
                  <a:pt x="2143445" y="320863"/>
                  <a:pt x="2145457" y="320406"/>
                  <a:pt x="2147468" y="320406"/>
                </a:cubicBezTo>
                <a:cubicBezTo>
                  <a:pt x="2149572" y="320406"/>
                  <a:pt x="2151492" y="320863"/>
                  <a:pt x="2153412" y="321594"/>
                </a:cubicBezTo>
                <a:cubicBezTo>
                  <a:pt x="2155332" y="322417"/>
                  <a:pt x="2156978" y="323515"/>
                  <a:pt x="2158441" y="324978"/>
                </a:cubicBezTo>
                <a:cubicBezTo>
                  <a:pt x="2159904" y="326349"/>
                  <a:pt x="2161002" y="328087"/>
                  <a:pt x="2161733" y="329916"/>
                </a:cubicBezTo>
                <a:cubicBezTo>
                  <a:pt x="2162556" y="331836"/>
                  <a:pt x="2162922" y="333847"/>
                  <a:pt x="2162922" y="335859"/>
                </a:cubicBezTo>
              </a:path>
              <a:path w="3438510" h="557327">
                <a:moveTo>
                  <a:pt x="2353391" y="273497"/>
                </a:moveTo>
                <a:cubicBezTo>
                  <a:pt x="2353391" y="275509"/>
                  <a:pt x="2352934" y="277429"/>
                  <a:pt x="2352203" y="279349"/>
                </a:cubicBezTo>
                <a:cubicBezTo>
                  <a:pt x="2351380" y="281269"/>
                  <a:pt x="2350282" y="282915"/>
                  <a:pt x="2348819" y="284378"/>
                </a:cubicBezTo>
                <a:cubicBezTo>
                  <a:pt x="2347356" y="285841"/>
                  <a:pt x="2345710" y="286939"/>
                  <a:pt x="2343790" y="287670"/>
                </a:cubicBezTo>
                <a:cubicBezTo>
                  <a:pt x="2341961" y="288493"/>
                  <a:pt x="2339950" y="288859"/>
                  <a:pt x="2337938" y="288859"/>
                </a:cubicBezTo>
                <a:cubicBezTo>
                  <a:pt x="2335835" y="288859"/>
                  <a:pt x="2333915" y="288493"/>
                  <a:pt x="2331994" y="287670"/>
                </a:cubicBezTo>
                <a:cubicBezTo>
                  <a:pt x="2330074" y="286939"/>
                  <a:pt x="2328428" y="285841"/>
                  <a:pt x="2326965" y="284378"/>
                </a:cubicBezTo>
                <a:cubicBezTo>
                  <a:pt x="2325502" y="282915"/>
                  <a:pt x="2324405" y="281269"/>
                  <a:pt x="2323673" y="279349"/>
                </a:cubicBezTo>
                <a:cubicBezTo>
                  <a:pt x="2322850" y="277429"/>
                  <a:pt x="2322485" y="275509"/>
                  <a:pt x="2322485" y="273497"/>
                </a:cubicBezTo>
                <a:cubicBezTo>
                  <a:pt x="2322485" y="271394"/>
                  <a:pt x="2322850" y="269474"/>
                  <a:pt x="2323673" y="267553"/>
                </a:cubicBezTo>
                <a:cubicBezTo>
                  <a:pt x="2324405" y="265633"/>
                  <a:pt x="2325502" y="263987"/>
                  <a:pt x="2326965" y="262524"/>
                </a:cubicBezTo>
                <a:cubicBezTo>
                  <a:pt x="2328428" y="261061"/>
                  <a:pt x="2330074" y="259964"/>
                  <a:pt x="2331994" y="259232"/>
                </a:cubicBezTo>
                <a:cubicBezTo>
                  <a:pt x="2333915" y="258409"/>
                  <a:pt x="2335835" y="258044"/>
                  <a:pt x="2337938" y="258044"/>
                </a:cubicBezTo>
                <a:cubicBezTo>
                  <a:pt x="2339950" y="258044"/>
                  <a:pt x="2341961" y="258409"/>
                  <a:pt x="2343790" y="259232"/>
                </a:cubicBezTo>
                <a:cubicBezTo>
                  <a:pt x="2345710" y="259964"/>
                  <a:pt x="2347356" y="261061"/>
                  <a:pt x="2348819" y="262524"/>
                </a:cubicBezTo>
                <a:cubicBezTo>
                  <a:pt x="2350282" y="263987"/>
                  <a:pt x="2351380" y="265633"/>
                  <a:pt x="2352203" y="267553"/>
                </a:cubicBezTo>
                <a:cubicBezTo>
                  <a:pt x="2352934" y="269474"/>
                  <a:pt x="2353391" y="271394"/>
                  <a:pt x="2353391" y="273497"/>
                </a:cubicBezTo>
              </a:path>
              <a:path w="3438510" h="557327">
                <a:moveTo>
                  <a:pt x="2713573" y="275143"/>
                </a:moveTo>
                <a:cubicBezTo>
                  <a:pt x="2713573" y="277246"/>
                  <a:pt x="2713208" y="279166"/>
                  <a:pt x="2712385" y="281087"/>
                </a:cubicBezTo>
                <a:cubicBezTo>
                  <a:pt x="2711653" y="283007"/>
                  <a:pt x="2710556" y="284653"/>
                  <a:pt x="2709093" y="286116"/>
                </a:cubicBezTo>
                <a:cubicBezTo>
                  <a:pt x="2707630" y="287487"/>
                  <a:pt x="2705984" y="288676"/>
                  <a:pt x="2704064" y="289408"/>
                </a:cubicBezTo>
                <a:cubicBezTo>
                  <a:pt x="2702143" y="290231"/>
                  <a:pt x="2700223" y="290596"/>
                  <a:pt x="2698120" y="290596"/>
                </a:cubicBezTo>
                <a:cubicBezTo>
                  <a:pt x="2696108" y="290596"/>
                  <a:pt x="2694097" y="290231"/>
                  <a:pt x="2692268" y="289408"/>
                </a:cubicBezTo>
                <a:cubicBezTo>
                  <a:pt x="2690348" y="288676"/>
                  <a:pt x="2688702" y="287487"/>
                  <a:pt x="2687239" y="286116"/>
                </a:cubicBezTo>
                <a:cubicBezTo>
                  <a:pt x="2685776" y="284653"/>
                  <a:pt x="2684678" y="283007"/>
                  <a:pt x="2683855" y="281087"/>
                </a:cubicBezTo>
                <a:cubicBezTo>
                  <a:pt x="2683124" y="279166"/>
                  <a:pt x="2682667" y="277246"/>
                  <a:pt x="2682667" y="275143"/>
                </a:cubicBezTo>
                <a:cubicBezTo>
                  <a:pt x="2682667" y="273131"/>
                  <a:pt x="2683124" y="271120"/>
                  <a:pt x="2683855" y="269291"/>
                </a:cubicBezTo>
                <a:cubicBezTo>
                  <a:pt x="2684678" y="267371"/>
                  <a:pt x="2685776" y="265725"/>
                  <a:pt x="2687239" y="264262"/>
                </a:cubicBezTo>
                <a:cubicBezTo>
                  <a:pt x="2688702" y="262799"/>
                  <a:pt x="2690348" y="261701"/>
                  <a:pt x="2692268" y="260878"/>
                </a:cubicBezTo>
                <a:cubicBezTo>
                  <a:pt x="2694097" y="260147"/>
                  <a:pt x="2696108" y="259781"/>
                  <a:pt x="2698120" y="259781"/>
                </a:cubicBezTo>
                <a:cubicBezTo>
                  <a:pt x="2700223" y="259781"/>
                  <a:pt x="2702143" y="260147"/>
                  <a:pt x="2704064" y="260878"/>
                </a:cubicBezTo>
                <a:cubicBezTo>
                  <a:pt x="2705984" y="261701"/>
                  <a:pt x="2707630" y="262799"/>
                  <a:pt x="2709093" y="264262"/>
                </a:cubicBezTo>
                <a:cubicBezTo>
                  <a:pt x="2710556" y="265725"/>
                  <a:pt x="2711653" y="267371"/>
                  <a:pt x="2712385" y="269291"/>
                </a:cubicBezTo>
                <a:cubicBezTo>
                  <a:pt x="2713208" y="271120"/>
                  <a:pt x="2713573" y="273131"/>
                  <a:pt x="2713573" y="275143"/>
                </a:cubicBezTo>
              </a:path>
              <a:path w="3438510" h="557327">
                <a:moveTo>
                  <a:pt x="2887675" y="368412"/>
                </a:moveTo>
                <a:cubicBezTo>
                  <a:pt x="2887675" y="370515"/>
                  <a:pt x="2887218" y="372435"/>
                  <a:pt x="2886486" y="374355"/>
                </a:cubicBezTo>
                <a:cubicBezTo>
                  <a:pt x="2885664" y="376184"/>
                  <a:pt x="2884566" y="377922"/>
                  <a:pt x="2883103" y="379385"/>
                </a:cubicBezTo>
                <a:cubicBezTo>
                  <a:pt x="2881640" y="380756"/>
                  <a:pt x="2879994" y="381945"/>
                  <a:pt x="2878074" y="382676"/>
                </a:cubicBezTo>
                <a:cubicBezTo>
                  <a:pt x="2876245" y="383499"/>
                  <a:pt x="2874234" y="383865"/>
                  <a:pt x="2872222" y="383865"/>
                </a:cubicBezTo>
                <a:cubicBezTo>
                  <a:pt x="2870119" y="383865"/>
                  <a:pt x="2868198" y="383499"/>
                  <a:pt x="2866278" y="382676"/>
                </a:cubicBezTo>
                <a:cubicBezTo>
                  <a:pt x="2864358" y="381945"/>
                  <a:pt x="2862712" y="380756"/>
                  <a:pt x="2861249" y="379385"/>
                </a:cubicBezTo>
                <a:cubicBezTo>
                  <a:pt x="2859786" y="377922"/>
                  <a:pt x="2858689" y="376184"/>
                  <a:pt x="2857957" y="374355"/>
                </a:cubicBezTo>
                <a:cubicBezTo>
                  <a:pt x="2857134" y="372435"/>
                  <a:pt x="2856768" y="370515"/>
                  <a:pt x="2856768" y="368412"/>
                </a:cubicBezTo>
                <a:cubicBezTo>
                  <a:pt x="2856768" y="366400"/>
                  <a:pt x="2857134" y="364388"/>
                  <a:pt x="2857957" y="362560"/>
                </a:cubicBezTo>
                <a:cubicBezTo>
                  <a:pt x="2858689" y="360639"/>
                  <a:pt x="2859786" y="358993"/>
                  <a:pt x="2861249" y="357530"/>
                </a:cubicBezTo>
                <a:cubicBezTo>
                  <a:pt x="2862712" y="356067"/>
                  <a:pt x="2864358" y="354970"/>
                  <a:pt x="2866278" y="354147"/>
                </a:cubicBezTo>
                <a:cubicBezTo>
                  <a:pt x="2868198" y="353416"/>
                  <a:pt x="2870119" y="352958"/>
                  <a:pt x="2872222" y="352958"/>
                </a:cubicBezTo>
                <a:cubicBezTo>
                  <a:pt x="2874234" y="352958"/>
                  <a:pt x="2876245" y="353416"/>
                  <a:pt x="2878074" y="354147"/>
                </a:cubicBezTo>
                <a:cubicBezTo>
                  <a:pt x="2879994" y="354970"/>
                  <a:pt x="2881640" y="356067"/>
                  <a:pt x="2883103" y="357530"/>
                </a:cubicBezTo>
                <a:cubicBezTo>
                  <a:pt x="2884566" y="358993"/>
                  <a:pt x="2885664" y="360639"/>
                  <a:pt x="2886486" y="362560"/>
                </a:cubicBezTo>
                <a:cubicBezTo>
                  <a:pt x="2887218" y="364388"/>
                  <a:pt x="2887675" y="366400"/>
                  <a:pt x="2887675" y="368412"/>
                </a:cubicBezTo>
              </a:path>
              <a:path w="3438510" h="557327">
                <a:moveTo>
                  <a:pt x="3143433" y="300563"/>
                </a:moveTo>
                <a:cubicBezTo>
                  <a:pt x="3143433" y="302666"/>
                  <a:pt x="3143067" y="304587"/>
                  <a:pt x="3142336" y="306507"/>
                </a:cubicBezTo>
                <a:cubicBezTo>
                  <a:pt x="3141513" y="308427"/>
                  <a:pt x="3140415" y="310073"/>
                  <a:pt x="3138952" y="311536"/>
                </a:cubicBezTo>
                <a:cubicBezTo>
                  <a:pt x="3137489" y="312999"/>
                  <a:pt x="3135843" y="314096"/>
                  <a:pt x="3133923" y="314828"/>
                </a:cubicBezTo>
                <a:cubicBezTo>
                  <a:pt x="3132003" y="315651"/>
                  <a:pt x="3130083" y="316017"/>
                  <a:pt x="3127980" y="316017"/>
                </a:cubicBezTo>
                <a:cubicBezTo>
                  <a:pt x="3125968" y="316017"/>
                  <a:pt x="3123956" y="315651"/>
                  <a:pt x="3122127" y="314828"/>
                </a:cubicBezTo>
                <a:cubicBezTo>
                  <a:pt x="3120207" y="314096"/>
                  <a:pt x="3118561" y="312999"/>
                  <a:pt x="3117098" y="311536"/>
                </a:cubicBezTo>
                <a:cubicBezTo>
                  <a:pt x="3115635" y="310073"/>
                  <a:pt x="3114538" y="308427"/>
                  <a:pt x="3113715" y="306507"/>
                </a:cubicBezTo>
                <a:cubicBezTo>
                  <a:pt x="3112983" y="304587"/>
                  <a:pt x="3112526" y="302666"/>
                  <a:pt x="3112526" y="300563"/>
                </a:cubicBezTo>
                <a:cubicBezTo>
                  <a:pt x="3112526" y="298552"/>
                  <a:pt x="3112983" y="296540"/>
                  <a:pt x="3113715" y="294711"/>
                </a:cubicBezTo>
                <a:cubicBezTo>
                  <a:pt x="3114538" y="292791"/>
                  <a:pt x="3115635" y="291145"/>
                  <a:pt x="3117098" y="289682"/>
                </a:cubicBezTo>
                <a:cubicBezTo>
                  <a:pt x="3118561" y="288219"/>
                  <a:pt x="3120207" y="287122"/>
                  <a:pt x="3122127" y="286299"/>
                </a:cubicBezTo>
                <a:cubicBezTo>
                  <a:pt x="3123956" y="285567"/>
                  <a:pt x="3125968" y="285201"/>
                  <a:pt x="3127980" y="285201"/>
                </a:cubicBezTo>
                <a:cubicBezTo>
                  <a:pt x="3130083" y="285201"/>
                  <a:pt x="3132003" y="285567"/>
                  <a:pt x="3133923" y="286299"/>
                </a:cubicBezTo>
                <a:cubicBezTo>
                  <a:pt x="3135843" y="287122"/>
                  <a:pt x="3137489" y="288219"/>
                  <a:pt x="3138952" y="289682"/>
                </a:cubicBezTo>
                <a:cubicBezTo>
                  <a:pt x="3140415" y="291145"/>
                  <a:pt x="3141513" y="292791"/>
                  <a:pt x="3142336" y="294711"/>
                </a:cubicBezTo>
                <a:cubicBezTo>
                  <a:pt x="3143067" y="296540"/>
                  <a:pt x="3143433" y="298552"/>
                  <a:pt x="3143433" y="300563"/>
                </a:cubicBezTo>
              </a:path>
              <a:path w="3438510" h="557327">
                <a:moveTo>
                  <a:pt x="3438510" y="386334"/>
                </a:moveTo>
                <a:cubicBezTo>
                  <a:pt x="3438510" y="388437"/>
                  <a:pt x="3438053" y="390357"/>
                  <a:pt x="3437321" y="392278"/>
                </a:cubicBezTo>
                <a:cubicBezTo>
                  <a:pt x="3436498" y="394198"/>
                  <a:pt x="3435401" y="395844"/>
                  <a:pt x="3433938" y="397307"/>
                </a:cubicBezTo>
                <a:cubicBezTo>
                  <a:pt x="3432475" y="398770"/>
                  <a:pt x="3430829" y="399867"/>
                  <a:pt x="3428909" y="400599"/>
                </a:cubicBezTo>
                <a:cubicBezTo>
                  <a:pt x="3427080" y="401422"/>
                  <a:pt x="3425068" y="401787"/>
                  <a:pt x="3423056" y="401787"/>
                </a:cubicBezTo>
                <a:cubicBezTo>
                  <a:pt x="3420953" y="401787"/>
                  <a:pt x="3419033" y="401422"/>
                  <a:pt x="3417113" y="400599"/>
                </a:cubicBezTo>
                <a:cubicBezTo>
                  <a:pt x="3415193" y="399867"/>
                  <a:pt x="3413547" y="398770"/>
                  <a:pt x="3412084" y="397307"/>
                </a:cubicBezTo>
                <a:cubicBezTo>
                  <a:pt x="3410621" y="395844"/>
                  <a:pt x="3409523" y="394198"/>
                  <a:pt x="3408792" y="392278"/>
                </a:cubicBezTo>
                <a:cubicBezTo>
                  <a:pt x="3407969" y="390357"/>
                  <a:pt x="3407603" y="388437"/>
                  <a:pt x="3407603" y="386334"/>
                </a:cubicBezTo>
                <a:cubicBezTo>
                  <a:pt x="3407603" y="384322"/>
                  <a:pt x="3407969" y="382402"/>
                  <a:pt x="3408792" y="380482"/>
                </a:cubicBezTo>
                <a:cubicBezTo>
                  <a:pt x="3409523" y="378562"/>
                  <a:pt x="3410621" y="376916"/>
                  <a:pt x="3412084" y="375453"/>
                </a:cubicBezTo>
                <a:cubicBezTo>
                  <a:pt x="3413547" y="373990"/>
                  <a:pt x="3415193" y="372892"/>
                  <a:pt x="3417113" y="372161"/>
                </a:cubicBezTo>
                <a:cubicBezTo>
                  <a:pt x="3419033" y="371338"/>
                  <a:pt x="3420953" y="370972"/>
                  <a:pt x="3423056" y="370972"/>
                </a:cubicBezTo>
                <a:cubicBezTo>
                  <a:pt x="3425068" y="370972"/>
                  <a:pt x="3427080" y="371338"/>
                  <a:pt x="3428909" y="372161"/>
                </a:cubicBezTo>
                <a:cubicBezTo>
                  <a:pt x="3430829" y="372892"/>
                  <a:pt x="3432475" y="373990"/>
                  <a:pt x="3433938" y="375453"/>
                </a:cubicBezTo>
                <a:cubicBezTo>
                  <a:pt x="3435401" y="376916"/>
                  <a:pt x="3436498" y="378562"/>
                  <a:pt x="3437321" y="380482"/>
                </a:cubicBezTo>
                <a:cubicBezTo>
                  <a:pt x="3438053" y="382402"/>
                  <a:pt x="3438510" y="384322"/>
                  <a:pt x="3438510" y="386334"/>
                </a:cubicBezTo>
              </a:path>
              <a:path w="3438510" h="557327">
                <a:moveTo>
                  <a:pt x="30907" y="19020"/>
                </a:moveTo>
                <a:cubicBezTo>
                  <a:pt x="30907" y="21031"/>
                  <a:pt x="30541" y="23043"/>
                  <a:pt x="29718" y="24963"/>
                </a:cubicBezTo>
                <a:cubicBezTo>
                  <a:pt x="28895" y="26792"/>
                  <a:pt x="27798" y="28529"/>
                  <a:pt x="26335" y="29901"/>
                </a:cubicBezTo>
                <a:cubicBezTo>
                  <a:pt x="24963" y="31364"/>
                  <a:pt x="23226" y="32461"/>
                  <a:pt x="21397" y="33284"/>
                </a:cubicBezTo>
                <a:cubicBezTo>
                  <a:pt x="19477" y="34107"/>
                  <a:pt x="17465" y="34473"/>
                  <a:pt x="15453" y="34473"/>
                </a:cubicBezTo>
                <a:cubicBezTo>
                  <a:pt x="13442" y="34473"/>
                  <a:pt x="11430" y="34107"/>
                  <a:pt x="9510" y="33284"/>
                </a:cubicBezTo>
                <a:cubicBezTo>
                  <a:pt x="7681" y="32461"/>
                  <a:pt x="5944" y="31364"/>
                  <a:pt x="4481" y="29901"/>
                </a:cubicBezTo>
                <a:cubicBezTo>
                  <a:pt x="3109" y="28529"/>
                  <a:pt x="1920" y="26792"/>
                  <a:pt x="1189" y="24963"/>
                </a:cubicBezTo>
                <a:cubicBezTo>
                  <a:pt x="366" y="23043"/>
                  <a:pt x="0" y="21031"/>
                  <a:pt x="0" y="19020"/>
                </a:cubicBezTo>
                <a:cubicBezTo>
                  <a:pt x="0" y="17008"/>
                  <a:pt x="366" y="14996"/>
                  <a:pt x="1189" y="13167"/>
                </a:cubicBezTo>
                <a:cubicBezTo>
                  <a:pt x="1920" y="11247"/>
                  <a:pt x="3109" y="9601"/>
                  <a:pt x="4481" y="8138"/>
                </a:cubicBezTo>
                <a:cubicBezTo>
                  <a:pt x="5944" y="6675"/>
                  <a:pt x="7681" y="5578"/>
                  <a:pt x="9510" y="4755"/>
                </a:cubicBezTo>
                <a:cubicBezTo>
                  <a:pt x="11430" y="4023"/>
                  <a:pt x="13442" y="3566"/>
                  <a:pt x="15453" y="3566"/>
                </a:cubicBezTo>
                <a:cubicBezTo>
                  <a:pt x="17465" y="3566"/>
                  <a:pt x="19477" y="4023"/>
                  <a:pt x="21397" y="4755"/>
                </a:cubicBezTo>
                <a:cubicBezTo>
                  <a:pt x="23226" y="5578"/>
                  <a:pt x="24963" y="6675"/>
                  <a:pt x="26335" y="8138"/>
                </a:cubicBezTo>
                <a:cubicBezTo>
                  <a:pt x="27798" y="9601"/>
                  <a:pt x="28895" y="11247"/>
                  <a:pt x="29718" y="13167"/>
                </a:cubicBezTo>
                <a:cubicBezTo>
                  <a:pt x="30541" y="14996"/>
                  <a:pt x="30907" y="17008"/>
                  <a:pt x="30907" y="19020"/>
                </a:cubicBezTo>
              </a:path>
              <a:path w="3438510" h="557327">
                <a:moveTo>
                  <a:pt x="337505" y="105247"/>
                </a:moveTo>
                <a:cubicBezTo>
                  <a:pt x="337505" y="107259"/>
                  <a:pt x="337139" y="109179"/>
                  <a:pt x="336316" y="111100"/>
                </a:cubicBezTo>
                <a:cubicBezTo>
                  <a:pt x="335585" y="113020"/>
                  <a:pt x="334488" y="114666"/>
                  <a:pt x="333024" y="116129"/>
                </a:cubicBezTo>
                <a:cubicBezTo>
                  <a:pt x="331561" y="117592"/>
                  <a:pt x="329916" y="118689"/>
                  <a:pt x="327995" y="119421"/>
                </a:cubicBezTo>
                <a:cubicBezTo>
                  <a:pt x="326075" y="120244"/>
                  <a:pt x="324155" y="120609"/>
                  <a:pt x="322052" y="120609"/>
                </a:cubicBezTo>
                <a:cubicBezTo>
                  <a:pt x="320040" y="120609"/>
                  <a:pt x="318028" y="120244"/>
                  <a:pt x="316200" y="119421"/>
                </a:cubicBezTo>
                <a:cubicBezTo>
                  <a:pt x="314279" y="118689"/>
                  <a:pt x="312633" y="117592"/>
                  <a:pt x="311170" y="116129"/>
                </a:cubicBezTo>
                <a:cubicBezTo>
                  <a:pt x="309707" y="114666"/>
                  <a:pt x="308610" y="113020"/>
                  <a:pt x="307787" y="111100"/>
                </a:cubicBezTo>
                <a:cubicBezTo>
                  <a:pt x="307056" y="109179"/>
                  <a:pt x="306598" y="107259"/>
                  <a:pt x="306598" y="105247"/>
                </a:cubicBezTo>
                <a:cubicBezTo>
                  <a:pt x="306598" y="103144"/>
                  <a:pt x="307056" y="101224"/>
                  <a:pt x="307787" y="99304"/>
                </a:cubicBezTo>
                <a:cubicBezTo>
                  <a:pt x="308610" y="97384"/>
                  <a:pt x="309707" y="95738"/>
                  <a:pt x="311170" y="94275"/>
                </a:cubicBezTo>
                <a:cubicBezTo>
                  <a:pt x="312633" y="92812"/>
                  <a:pt x="314279" y="91714"/>
                  <a:pt x="316200" y="90983"/>
                </a:cubicBezTo>
                <a:cubicBezTo>
                  <a:pt x="318028" y="90160"/>
                  <a:pt x="320040" y="89794"/>
                  <a:pt x="322052" y="89794"/>
                </a:cubicBezTo>
                <a:cubicBezTo>
                  <a:pt x="324155" y="89794"/>
                  <a:pt x="326075" y="90160"/>
                  <a:pt x="327995" y="90983"/>
                </a:cubicBezTo>
                <a:cubicBezTo>
                  <a:pt x="329916" y="91714"/>
                  <a:pt x="331561" y="92812"/>
                  <a:pt x="333024" y="94275"/>
                </a:cubicBezTo>
                <a:cubicBezTo>
                  <a:pt x="334488" y="95738"/>
                  <a:pt x="335585" y="97384"/>
                  <a:pt x="336316" y="99304"/>
                </a:cubicBezTo>
                <a:cubicBezTo>
                  <a:pt x="337139" y="101224"/>
                  <a:pt x="337505" y="103144"/>
                  <a:pt x="337505" y="105247"/>
                </a:cubicBezTo>
              </a:path>
              <a:path w="3438510" h="557327">
                <a:moveTo>
                  <a:pt x="513436" y="17922"/>
                </a:moveTo>
                <a:cubicBezTo>
                  <a:pt x="513436" y="20025"/>
                  <a:pt x="513070" y="21946"/>
                  <a:pt x="512247" y="23866"/>
                </a:cubicBezTo>
                <a:cubicBezTo>
                  <a:pt x="511515" y="25695"/>
                  <a:pt x="510418" y="27432"/>
                  <a:pt x="508955" y="28895"/>
                </a:cubicBezTo>
                <a:cubicBezTo>
                  <a:pt x="507492" y="30267"/>
                  <a:pt x="505846" y="31455"/>
                  <a:pt x="503926" y="32187"/>
                </a:cubicBezTo>
                <a:cubicBezTo>
                  <a:pt x="502006" y="33010"/>
                  <a:pt x="500085" y="33376"/>
                  <a:pt x="497982" y="33376"/>
                </a:cubicBezTo>
                <a:cubicBezTo>
                  <a:pt x="495971" y="33376"/>
                  <a:pt x="493959" y="33010"/>
                  <a:pt x="492130" y="32187"/>
                </a:cubicBezTo>
                <a:cubicBezTo>
                  <a:pt x="490210" y="31455"/>
                  <a:pt x="488564" y="30267"/>
                  <a:pt x="487101" y="28895"/>
                </a:cubicBezTo>
                <a:cubicBezTo>
                  <a:pt x="485638" y="27432"/>
                  <a:pt x="484541" y="25695"/>
                  <a:pt x="483718" y="23866"/>
                </a:cubicBezTo>
                <a:cubicBezTo>
                  <a:pt x="482986" y="21946"/>
                  <a:pt x="482529" y="20025"/>
                  <a:pt x="482529" y="17922"/>
                </a:cubicBezTo>
                <a:cubicBezTo>
                  <a:pt x="482529" y="15911"/>
                  <a:pt x="482986" y="13899"/>
                  <a:pt x="483718" y="12070"/>
                </a:cubicBezTo>
                <a:cubicBezTo>
                  <a:pt x="484541" y="10150"/>
                  <a:pt x="485638" y="8504"/>
                  <a:pt x="487101" y="7041"/>
                </a:cubicBezTo>
                <a:cubicBezTo>
                  <a:pt x="488564" y="5578"/>
                  <a:pt x="490210" y="4481"/>
                  <a:pt x="492130" y="3658"/>
                </a:cubicBezTo>
                <a:cubicBezTo>
                  <a:pt x="493959" y="2926"/>
                  <a:pt x="495971" y="2469"/>
                  <a:pt x="497982" y="2469"/>
                </a:cubicBezTo>
                <a:cubicBezTo>
                  <a:pt x="500085" y="2469"/>
                  <a:pt x="502006" y="2926"/>
                  <a:pt x="503926" y="3658"/>
                </a:cubicBezTo>
                <a:cubicBezTo>
                  <a:pt x="505846" y="4481"/>
                  <a:pt x="507492" y="5578"/>
                  <a:pt x="508955" y="7041"/>
                </a:cubicBezTo>
                <a:cubicBezTo>
                  <a:pt x="510418" y="8504"/>
                  <a:pt x="511515" y="10150"/>
                  <a:pt x="512247" y="12070"/>
                </a:cubicBezTo>
                <a:cubicBezTo>
                  <a:pt x="513070" y="13899"/>
                  <a:pt x="513436" y="15911"/>
                  <a:pt x="513436" y="17922"/>
                </a:cubicBezTo>
              </a:path>
              <a:path w="3438510" h="557327">
                <a:moveTo>
                  <a:pt x="833567" y="46817"/>
                </a:moveTo>
                <a:cubicBezTo>
                  <a:pt x="833567" y="48920"/>
                  <a:pt x="833201" y="50841"/>
                  <a:pt x="832378" y="52761"/>
                </a:cubicBezTo>
                <a:cubicBezTo>
                  <a:pt x="831647" y="54681"/>
                  <a:pt x="830550" y="56327"/>
                  <a:pt x="829086" y="57790"/>
                </a:cubicBezTo>
                <a:cubicBezTo>
                  <a:pt x="827623" y="59253"/>
                  <a:pt x="825978" y="60350"/>
                  <a:pt x="824057" y="61082"/>
                </a:cubicBezTo>
                <a:cubicBezTo>
                  <a:pt x="822137" y="61905"/>
                  <a:pt x="820217" y="62271"/>
                  <a:pt x="818114" y="62271"/>
                </a:cubicBezTo>
                <a:cubicBezTo>
                  <a:pt x="816102" y="62271"/>
                  <a:pt x="814090" y="61905"/>
                  <a:pt x="812262" y="61082"/>
                </a:cubicBezTo>
                <a:cubicBezTo>
                  <a:pt x="810341" y="60350"/>
                  <a:pt x="808695" y="59253"/>
                  <a:pt x="807232" y="57790"/>
                </a:cubicBezTo>
                <a:cubicBezTo>
                  <a:pt x="805769" y="56327"/>
                  <a:pt x="804672" y="54681"/>
                  <a:pt x="803849" y="52761"/>
                </a:cubicBezTo>
                <a:cubicBezTo>
                  <a:pt x="803118" y="50841"/>
                  <a:pt x="802660" y="48920"/>
                  <a:pt x="802660" y="46817"/>
                </a:cubicBezTo>
                <a:cubicBezTo>
                  <a:pt x="802660" y="44806"/>
                  <a:pt x="803118" y="42885"/>
                  <a:pt x="803849" y="40965"/>
                </a:cubicBezTo>
                <a:cubicBezTo>
                  <a:pt x="804672" y="39045"/>
                  <a:pt x="805769" y="37399"/>
                  <a:pt x="807232" y="35936"/>
                </a:cubicBezTo>
                <a:cubicBezTo>
                  <a:pt x="808695" y="34473"/>
                  <a:pt x="810341" y="33376"/>
                  <a:pt x="812262" y="32644"/>
                </a:cubicBezTo>
                <a:cubicBezTo>
                  <a:pt x="814090" y="31821"/>
                  <a:pt x="816102" y="31455"/>
                  <a:pt x="818114" y="31455"/>
                </a:cubicBezTo>
                <a:cubicBezTo>
                  <a:pt x="820217" y="31455"/>
                  <a:pt x="822137" y="31821"/>
                  <a:pt x="824057" y="32644"/>
                </a:cubicBezTo>
                <a:cubicBezTo>
                  <a:pt x="825978" y="33376"/>
                  <a:pt x="827623" y="34473"/>
                  <a:pt x="829086" y="35936"/>
                </a:cubicBezTo>
                <a:cubicBezTo>
                  <a:pt x="830550" y="37399"/>
                  <a:pt x="831647" y="39045"/>
                  <a:pt x="832378" y="40965"/>
                </a:cubicBezTo>
                <a:cubicBezTo>
                  <a:pt x="833201" y="42885"/>
                  <a:pt x="833567" y="44806"/>
                  <a:pt x="833567" y="46817"/>
                </a:cubicBezTo>
              </a:path>
              <a:path w="3438510" h="557327">
                <a:moveTo>
                  <a:pt x="1034369" y="131765"/>
                </a:moveTo>
                <a:cubicBezTo>
                  <a:pt x="1034369" y="133868"/>
                  <a:pt x="1034004" y="135788"/>
                  <a:pt x="1033272" y="137709"/>
                </a:cubicBezTo>
                <a:cubicBezTo>
                  <a:pt x="1032449" y="139537"/>
                  <a:pt x="1031352" y="141275"/>
                  <a:pt x="1029889" y="142738"/>
                </a:cubicBezTo>
                <a:cubicBezTo>
                  <a:pt x="1028426" y="144109"/>
                  <a:pt x="1026780" y="145298"/>
                  <a:pt x="1024860" y="146030"/>
                </a:cubicBezTo>
                <a:cubicBezTo>
                  <a:pt x="1022939" y="146853"/>
                  <a:pt x="1021019" y="147218"/>
                  <a:pt x="1019007" y="147218"/>
                </a:cubicBezTo>
                <a:cubicBezTo>
                  <a:pt x="1016904" y="147218"/>
                  <a:pt x="1014984" y="146853"/>
                  <a:pt x="1013064" y="146030"/>
                </a:cubicBezTo>
                <a:cubicBezTo>
                  <a:pt x="1011144" y="145298"/>
                  <a:pt x="1009498" y="144109"/>
                  <a:pt x="1008035" y="142738"/>
                </a:cubicBezTo>
                <a:cubicBezTo>
                  <a:pt x="1006572" y="141275"/>
                  <a:pt x="1005474" y="139537"/>
                  <a:pt x="1004651" y="137709"/>
                </a:cubicBezTo>
                <a:cubicBezTo>
                  <a:pt x="1003920" y="135788"/>
                  <a:pt x="1003554" y="133868"/>
                  <a:pt x="1003554" y="131765"/>
                </a:cubicBezTo>
                <a:cubicBezTo>
                  <a:pt x="1003554" y="129753"/>
                  <a:pt x="1003920" y="127742"/>
                  <a:pt x="1004651" y="125913"/>
                </a:cubicBezTo>
                <a:cubicBezTo>
                  <a:pt x="1005474" y="123993"/>
                  <a:pt x="1006572" y="122347"/>
                  <a:pt x="1008035" y="120884"/>
                </a:cubicBezTo>
                <a:cubicBezTo>
                  <a:pt x="1009498" y="119421"/>
                  <a:pt x="1011144" y="118323"/>
                  <a:pt x="1013064" y="117500"/>
                </a:cubicBezTo>
                <a:cubicBezTo>
                  <a:pt x="1014984" y="116769"/>
                  <a:pt x="1016904" y="116312"/>
                  <a:pt x="1019007" y="116312"/>
                </a:cubicBezTo>
                <a:cubicBezTo>
                  <a:pt x="1021019" y="116312"/>
                  <a:pt x="1022939" y="116769"/>
                  <a:pt x="1024860" y="117500"/>
                </a:cubicBezTo>
                <a:cubicBezTo>
                  <a:pt x="1026780" y="118323"/>
                  <a:pt x="1028426" y="119421"/>
                  <a:pt x="1029889" y="120884"/>
                </a:cubicBezTo>
                <a:cubicBezTo>
                  <a:pt x="1031352" y="122347"/>
                  <a:pt x="1032449" y="123993"/>
                  <a:pt x="1033272" y="125913"/>
                </a:cubicBezTo>
                <a:cubicBezTo>
                  <a:pt x="1034004" y="127742"/>
                  <a:pt x="1034369" y="129753"/>
                  <a:pt x="1034369" y="131765"/>
                </a:cubicBezTo>
              </a:path>
              <a:path w="3438510" h="557327">
                <a:moveTo>
                  <a:pt x="1378092" y="83210"/>
                </a:moveTo>
                <a:cubicBezTo>
                  <a:pt x="1378092" y="85222"/>
                  <a:pt x="1377635" y="87234"/>
                  <a:pt x="1376904" y="89154"/>
                </a:cubicBezTo>
                <a:cubicBezTo>
                  <a:pt x="1376081" y="90983"/>
                  <a:pt x="1374983" y="92629"/>
                  <a:pt x="1373520" y="94092"/>
                </a:cubicBezTo>
                <a:cubicBezTo>
                  <a:pt x="1372057" y="95555"/>
                  <a:pt x="1370411" y="96652"/>
                  <a:pt x="1368491" y="97475"/>
                </a:cubicBezTo>
                <a:cubicBezTo>
                  <a:pt x="1366662" y="98207"/>
                  <a:pt x="1364651" y="98664"/>
                  <a:pt x="1362639" y="98664"/>
                </a:cubicBezTo>
                <a:cubicBezTo>
                  <a:pt x="1360536" y="98664"/>
                  <a:pt x="1358616" y="98207"/>
                  <a:pt x="1356695" y="97475"/>
                </a:cubicBezTo>
                <a:cubicBezTo>
                  <a:pt x="1354775" y="96652"/>
                  <a:pt x="1353129" y="95555"/>
                  <a:pt x="1351666" y="94092"/>
                </a:cubicBezTo>
                <a:cubicBezTo>
                  <a:pt x="1350203" y="92629"/>
                  <a:pt x="1349106" y="90983"/>
                  <a:pt x="1348374" y="89154"/>
                </a:cubicBezTo>
                <a:cubicBezTo>
                  <a:pt x="1347551" y="87234"/>
                  <a:pt x="1347186" y="85222"/>
                  <a:pt x="1347186" y="83210"/>
                </a:cubicBezTo>
                <a:cubicBezTo>
                  <a:pt x="1347186" y="81199"/>
                  <a:pt x="1347551" y="79187"/>
                  <a:pt x="1348374" y="77267"/>
                </a:cubicBezTo>
                <a:cubicBezTo>
                  <a:pt x="1349106" y="75438"/>
                  <a:pt x="1350203" y="73701"/>
                  <a:pt x="1351666" y="72329"/>
                </a:cubicBezTo>
                <a:cubicBezTo>
                  <a:pt x="1353129" y="70866"/>
                  <a:pt x="1354775" y="69769"/>
                  <a:pt x="1356695" y="68946"/>
                </a:cubicBezTo>
                <a:cubicBezTo>
                  <a:pt x="1358616" y="68214"/>
                  <a:pt x="1360536" y="67757"/>
                  <a:pt x="1362639" y="67757"/>
                </a:cubicBezTo>
                <a:cubicBezTo>
                  <a:pt x="1364651" y="67757"/>
                  <a:pt x="1366662" y="68214"/>
                  <a:pt x="1368491" y="68946"/>
                </a:cubicBezTo>
                <a:cubicBezTo>
                  <a:pt x="1370411" y="69769"/>
                  <a:pt x="1372057" y="70866"/>
                  <a:pt x="1373520" y="72329"/>
                </a:cubicBezTo>
                <a:cubicBezTo>
                  <a:pt x="1374983" y="73701"/>
                  <a:pt x="1376081" y="75438"/>
                  <a:pt x="1376904" y="77267"/>
                </a:cubicBezTo>
                <a:cubicBezTo>
                  <a:pt x="1377635" y="79187"/>
                  <a:pt x="1378092" y="81199"/>
                  <a:pt x="1378092" y="83210"/>
                </a:cubicBezTo>
              </a:path>
              <a:path w="3438510" h="557327">
                <a:moveTo>
                  <a:pt x="1561064" y="15453"/>
                </a:moveTo>
                <a:cubicBezTo>
                  <a:pt x="1561064" y="17465"/>
                  <a:pt x="1560698" y="19477"/>
                  <a:pt x="1559875" y="21306"/>
                </a:cubicBezTo>
                <a:cubicBezTo>
                  <a:pt x="1559143" y="23226"/>
                  <a:pt x="1558046" y="24872"/>
                  <a:pt x="1556583" y="26335"/>
                </a:cubicBezTo>
                <a:cubicBezTo>
                  <a:pt x="1555120" y="27798"/>
                  <a:pt x="1553474" y="28895"/>
                  <a:pt x="1551554" y="29718"/>
                </a:cubicBezTo>
                <a:cubicBezTo>
                  <a:pt x="1549634" y="30450"/>
                  <a:pt x="1547713" y="30815"/>
                  <a:pt x="1545610" y="30815"/>
                </a:cubicBezTo>
                <a:cubicBezTo>
                  <a:pt x="1543599" y="30815"/>
                  <a:pt x="1541587" y="30450"/>
                  <a:pt x="1539758" y="29718"/>
                </a:cubicBezTo>
                <a:cubicBezTo>
                  <a:pt x="1537838" y="28895"/>
                  <a:pt x="1536192" y="27798"/>
                  <a:pt x="1534729" y="26335"/>
                </a:cubicBezTo>
                <a:cubicBezTo>
                  <a:pt x="1533266" y="24872"/>
                  <a:pt x="1532169" y="23226"/>
                  <a:pt x="1531346" y="21306"/>
                </a:cubicBezTo>
                <a:cubicBezTo>
                  <a:pt x="1530614" y="19477"/>
                  <a:pt x="1530157" y="17465"/>
                  <a:pt x="1530157" y="15453"/>
                </a:cubicBezTo>
                <a:cubicBezTo>
                  <a:pt x="1530157" y="13350"/>
                  <a:pt x="1530614" y="11430"/>
                  <a:pt x="1531346" y="9510"/>
                </a:cubicBezTo>
                <a:cubicBezTo>
                  <a:pt x="1532169" y="7590"/>
                  <a:pt x="1533266" y="5944"/>
                  <a:pt x="1534729" y="4481"/>
                </a:cubicBezTo>
                <a:cubicBezTo>
                  <a:pt x="1536192" y="3109"/>
                  <a:pt x="1537838" y="1920"/>
                  <a:pt x="1539758" y="1189"/>
                </a:cubicBezTo>
                <a:cubicBezTo>
                  <a:pt x="1541587" y="366"/>
                  <a:pt x="1543599" y="0"/>
                  <a:pt x="1545610" y="0"/>
                </a:cubicBezTo>
                <a:cubicBezTo>
                  <a:pt x="1547713" y="0"/>
                  <a:pt x="1549634" y="366"/>
                  <a:pt x="1551554" y="1189"/>
                </a:cubicBezTo>
                <a:cubicBezTo>
                  <a:pt x="1553474" y="1920"/>
                  <a:pt x="1555120" y="3109"/>
                  <a:pt x="1556583" y="4481"/>
                </a:cubicBezTo>
                <a:cubicBezTo>
                  <a:pt x="1558046" y="5944"/>
                  <a:pt x="1559143" y="7590"/>
                  <a:pt x="1559875" y="9510"/>
                </a:cubicBezTo>
                <a:cubicBezTo>
                  <a:pt x="1560698" y="11430"/>
                  <a:pt x="1561064" y="13350"/>
                  <a:pt x="1561064" y="15453"/>
                </a:cubicBezTo>
              </a:path>
              <a:path w="3438510" h="557327">
                <a:moveTo>
                  <a:pt x="1899849" y="33558"/>
                </a:moveTo>
                <a:cubicBezTo>
                  <a:pt x="1899849" y="35570"/>
                  <a:pt x="1899483" y="37582"/>
                  <a:pt x="1898660" y="39411"/>
                </a:cubicBezTo>
                <a:cubicBezTo>
                  <a:pt x="1897929" y="41331"/>
                  <a:pt x="1896831" y="42977"/>
                  <a:pt x="1895368" y="44440"/>
                </a:cubicBezTo>
                <a:cubicBezTo>
                  <a:pt x="1893905" y="45903"/>
                  <a:pt x="1892259" y="47000"/>
                  <a:pt x="1890339" y="47823"/>
                </a:cubicBezTo>
                <a:cubicBezTo>
                  <a:pt x="1888419" y="48555"/>
                  <a:pt x="1886499" y="49012"/>
                  <a:pt x="1884396" y="49012"/>
                </a:cubicBezTo>
                <a:cubicBezTo>
                  <a:pt x="1882384" y="49012"/>
                  <a:pt x="1880372" y="48555"/>
                  <a:pt x="1878543" y="47823"/>
                </a:cubicBezTo>
                <a:cubicBezTo>
                  <a:pt x="1876623" y="47000"/>
                  <a:pt x="1874977" y="45903"/>
                  <a:pt x="1873514" y="44440"/>
                </a:cubicBezTo>
                <a:cubicBezTo>
                  <a:pt x="1872051" y="42977"/>
                  <a:pt x="1870954" y="41331"/>
                  <a:pt x="1870131" y="39411"/>
                </a:cubicBezTo>
                <a:cubicBezTo>
                  <a:pt x="1869399" y="37582"/>
                  <a:pt x="1868942" y="35570"/>
                  <a:pt x="1868942" y="33558"/>
                </a:cubicBezTo>
                <a:cubicBezTo>
                  <a:pt x="1868942" y="31455"/>
                  <a:pt x="1869399" y="29535"/>
                  <a:pt x="1870131" y="27615"/>
                </a:cubicBezTo>
                <a:cubicBezTo>
                  <a:pt x="1870954" y="25786"/>
                  <a:pt x="1872051" y="24049"/>
                  <a:pt x="1873514" y="22677"/>
                </a:cubicBezTo>
                <a:cubicBezTo>
                  <a:pt x="1874977" y="21214"/>
                  <a:pt x="1876623" y="20117"/>
                  <a:pt x="1878543" y="19294"/>
                </a:cubicBezTo>
                <a:cubicBezTo>
                  <a:pt x="1880372" y="18471"/>
                  <a:pt x="1882384" y="18105"/>
                  <a:pt x="1884396" y="18105"/>
                </a:cubicBezTo>
                <a:cubicBezTo>
                  <a:pt x="1886499" y="18105"/>
                  <a:pt x="1888419" y="18471"/>
                  <a:pt x="1890339" y="19294"/>
                </a:cubicBezTo>
                <a:cubicBezTo>
                  <a:pt x="1892259" y="20117"/>
                  <a:pt x="1893905" y="21214"/>
                  <a:pt x="1895368" y="22677"/>
                </a:cubicBezTo>
                <a:cubicBezTo>
                  <a:pt x="1896831" y="24049"/>
                  <a:pt x="1897929" y="25786"/>
                  <a:pt x="1898660" y="27615"/>
                </a:cubicBezTo>
                <a:cubicBezTo>
                  <a:pt x="1899483" y="29535"/>
                  <a:pt x="1899849" y="31455"/>
                  <a:pt x="1899849" y="33558"/>
                </a:cubicBezTo>
              </a:path>
              <a:path w="3438510" h="557327">
                <a:moveTo>
                  <a:pt x="2091507" y="26243"/>
                </a:moveTo>
                <a:cubicBezTo>
                  <a:pt x="2091507" y="28346"/>
                  <a:pt x="2091050" y="30267"/>
                  <a:pt x="2090318" y="32187"/>
                </a:cubicBezTo>
                <a:cubicBezTo>
                  <a:pt x="2089495" y="34107"/>
                  <a:pt x="2088398" y="35753"/>
                  <a:pt x="2086935" y="37216"/>
                </a:cubicBezTo>
                <a:cubicBezTo>
                  <a:pt x="2085472" y="38679"/>
                  <a:pt x="2083826" y="39776"/>
                  <a:pt x="2081906" y="40508"/>
                </a:cubicBezTo>
                <a:cubicBezTo>
                  <a:pt x="2080077" y="41331"/>
                  <a:pt x="2078065" y="41697"/>
                  <a:pt x="2076054" y="41697"/>
                </a:cubicBezTo>
                <a:cubicBezTo>
                  <a:pt x="2073951" y="41697"/>
                  <a:pt x="2072030" y="41331"/>
                  <a:pt x="2070110" y="40508"/>
                </a:cubicBezTo>
                <a:cubicBezTo>
                  <a:pt x="2068190" y="39776"/>
                  <a:pt x="2066544" y="38679"/>
                  <a:pt x="2065081" y="37216"/>
                </a:cubicBezTo>
                <a:cubicBezTo>
                  <a:pt x="2063709" y="35753"/>
                  <a:pt x="2062521" y="34107"/>
                  <a:pt x="2061789" y="32187"/>
                </a:cubicBezTo>
                <a:cubicBezTo>
                  <a:pt x="2060966" y="30267"/>
                  <a:pt x="2060600" y="28346"/>
                  <a:pt x="2060600" y="26243"/>
                </a:cubicBezTo>
                <a:cubicBezTo>
                  <a:pt x="2060600" y="24232"/>
                  <a:pt x="2060966" y="22311"/>
                  <a:pt x="2061789" y="20391"/>
                </a:cubicBezTo>
                <a:cubicBezTo>
                  <a:pt x="2062521" y="18471"/>
                  <a:pt x="2063709" y="16825"/>
                  <a:pt x="2065081" y="15362"/>
                </a:cubicBezTo>
                <a:cubicBezTo>
                  <a:pt x="2066544" y="13899"/>
                  <a:pt x="2068190" y="12802"/>
                  <a:pt x="2070110" y="12070"/>
                </a:cubicBezTo>
                <a:cubicBezTo>
                  <a:pt x="2072030" y="11247"/>
                  <a:pt x="2073951" y="10881"/>
                  <a:pt x="2076054" y="10881"/>
                </a:cubicBezTo>
                <a:cubicBezTo>
                  <a:pt x="2078065" y="10881"/>
                  <a:pt x="2080077" y="11247"/>
                  <a:pt x="2081906" y="12070"/>
                </a:cubicBezTo>
                <a:cubicBezTo>
                  <a:pt x="2083826" y="12802"/>
                  <a:pt x="2085472" y="13899"/>
                  <a:pt x="2086935" y="15362"/>
                </a:cubicBezTo>
                <a:cubicBezTo>
                  <a:pt x="2088398" y="16825"/>
                  <a:pt x="2089495" y="18471"/>
                  <a:pt x="2090318" y="20391"/>
                </a:cubicBezTo>
                <a:cubicBezTo>
                  <a:pt x="2091050" y="22311"/>
                  <a:pt x="2091507" y="24232"/>
                  <a:pt x="2091507" y="26243"/>
                </a:cubicBezTo>
              </a:path>
              <a:path w="3438510" h="557327">
                <a:moveTo>
                  <a:pt x="2353666" y="25420"/>
                </a:moveTo>
                <a:cubicBezTo>
                  <a:pt x="2353666" y="27432"/>
                  <a:pt x="2353300" y="29444"/>
                  <a:pt x="2352568" y="31364"/>
                </a:cubicBezTo>
                <a:cubicBezTo>
                  <a:pt x="2351745" y="33193"/>
                  <a:pt x="2350648" y="34930"/>
                  <a:pt x="2349185" y="36302"/>
                </a:cubicBezTo>
                <a:cubicBezTo>
                  <a:pt x="2347722" y="37765"/>
                  <a:pt x="2346076" y="38862"/>
                  <a:pt x="2344156" y="39685"/>
                </a:cubicBezTo>
                <a:cubicBezTo>
                  <a:pt x="2342236" y="40508"/>
                  <a:pt x="2340315" y="40874"/>
                  <a:pt x="2338304" y="40874"/>
                </a:cubicBezTo>
                <a:cubicBezTo>
                  <a:pt x="2336201" y="40874"/>
                  <a:pt x="2334280" y="40508"/>
                  <a:pt x="2332360" y="39685"/>
                </a:cubicBezTo>
                <a:cubicBezTo>
                  <a:pt x="2330440" y="38862"/>
                  <a:pt x="2328794" y="37765"/>
                  <a:pt x="2327331" y="36302"/>
                </a:cubicBezTo>
                <a:cubicBezTo>
                  <a:pt x="2325868" y="34930"/>
                  <a:pt x="2324771" y="33193"/>
                  <a:pt x="2323948" y="31364"/>
                </a:cubicBezTo>
                <a:cubicBezTo>
                  <a:pt x="2323216" y="29444"/>
                  <a:pt x="2322850" y="27432"/>
                  <a:pt x="2322850" y="25420"/>
                </a:cubicBezTo>
                <a:cubicBezTo>
                  <a:pt x="2322850" y="23409"/>
                  <a:pt x="2323216" y="21397"/>
                  <a:pt x="2323948" y="19568"/>
                </a:cubicBezTo>
                <a:cubicBezTo>
                  <a:pt x="2324771" y="17648"/>
                  <a:pt x="2325868" y="16002"/>
                  <a:pt x="2327331" y="14539"/>
                </a:cubicBezTo>
                <a:cubicBezTo>
                  <a:pt x="2328794" y="13076"/>
                  <a:pt x="2330440" y="11979"/>
                  <a:pt x="2332360" y="11156"/>
                </a:cubicBezTo>
                <a:cubicBezTo>
                  <a:pt x="2334280" y="10424"/>
                  <a:pt x="2336201" y="9967"/>
                  <a:pt x="2338304" y="9967"/>
                </a:cubicBezTo>
                <a:cubicBezTo>
                  <a:pt x="2340315" y="9967"/>
                  <a:pt x="2342236" y="10424"/>
                  <a:pt x="2344156" y="11156"/>
                </a:cubicBezTo>
                <a:cubicBezTo>
                  <a:pt x="2346076" y="11979"/>
                  <a:pt x="2347722" y="13076"/>
                  <a:pt x="2349185" y="14539"/>
                </a:cubicBezTo>
                <a:cubicBezTo>
                  <a:pt x="2350648" y="16002"/>
                  <a:pt x="2351745" y="17648"/>
                  <a:pt x="2352568" y="19568"/>
                </a:cubicBezTo>
                <a:cubicBezTo>
                  <a:pt x="2353300" y="21397"/>
                  <a:pt x="2353666" y="23409"/>
                  <a:pt x="2353666" y="25420"/>
                </a:cubicBezTo>
              </a:path>
              <a:path w="3438510" h="557327">
                <a:moveTo>
                  <a:pt x="2669408" y="94549"/>
                </a:moveTo>
                <a:cubicBezTo>
                  <a:pt x="2669408" y="96652"/>
                  <a:pt x="2668951" y="98572"/>
                  <a:pt x="2668219" y="100493"/>
                </a:cubicBezTo>
                <a:cubicBezTo>
                  <a:pt x="2667396" y="102413"/>
                  <a:pt x="2666299" y="104059"/>
                  <a:pt x="2664836" y="105522"/>
                </a:cubicBezTo>
                <a:cubicBezTo>
                  <a:pt x="2663373" y="106893"/>
                  <a:pt x="2661727" y="108082"/>
                  <a:pt x="2659807" y="108814"/>
                </a:cubicBezTo>
                <a:cubicBezTo>
                  <a:pt x="2657978" y="109637"/>
                  <a:pt x="2655966" y="110002"/>
                  <a:pt x="2653955" y="110002"/>
                </a:cubicBezTo>
                <a:cubicBezTo>
                  <a:pt x="2651851" y="110002"/>
                  <a:pt x="2649931" y="109637"/>
                  <a:pt x="2648011" y="108814"/>
                </a:cubicBezTo>
                <a:cubicBezTo>
                  <a:pt x="2646091" y="108082"/>
                  <a:pt x="2644445" y="106893"/>
                  <a:pt x="2642982" y="105522"/>
                </a:cubicBezTo>
                <a:cubicBezTo>
                  <a:pt x="2641519" y="104059"/>
                  <a:pt x="2640421" y="102413"/>
                  <a:pt x="2639690" y="100493"/>
                </a:cubicBezTo>
                <a:cubicBezTo>
                  <a:pt x="2638867" y="98572"/>
                  <a:pt x="2638501" y="96652"/>
                  <a:pt x="2638501" y="94549"/>
                </a:cubicBezTo>
                <a:cubicBezTo>
                  <a:pt x="2638501" y="92537"/>
                  <a:pt x="2638867" y="90526"/>
                  <a:pt x="2639690" y="88697"/>
                </a:cubicBezTo>
                <a:cubicBezTo>
                  <a:pt x="2640421" y="86777"/>
                  <a:pt x="2641519" y="85131"/>
                  <a:pt x="2642982" y="83668"/>
                </a:cubicBezTo>
                <a:cubicBezTo>
                  <a:pt x="2644445" y="82205"/>
                  <a:pt x="2646091" y="81107"/>
                  <a:pt x="2648011" y="80284"/>
                </a:cubicBezTo>
                <a:cubicBezTo>
                  <a:pt x="2649931" y="79553"/>
                  <a:pt x="2651851" y="79187"/>
                  <a:pt x="2653955" y="79187"/>
                </a:cubicBezTo>
                <a:cubicBezTo>
                  <a:pt x="2655966" y="79187"/>
                  <a:pt x="2657978" y="79553"/>
                  <a:pt x="2659807" y="80284"/>
                </a:cubicBezTo>
                <a:cubicBezTo>
                  <a:pt x="2661727" y="81107"/>
                  <a:pt x="2663373" y="82205"/>
                  <a:pt x="2664836" y="83668"/>
                </a:cubicBezTo>
                <a:cubicBezTo>
                  <a:pt x="2666299" y="85131"/>
                  <a:pt x="2667396" y="86777"/>
                  <a:pt x="2668219" y="88697"/>
                </a:cubicBezTo>
                <a:cubicBezTo>
                  <a:pt x="2668951" y="90526"/>
                  <a:pt x="2669408" y="92537"/>
                  <a:pt x="2669408" y="94549"/>
                </a:cubicBezTo>
              </a:path>
              <a:path w="3438510" h="557327">
                <a:moveTo>
                  <a:pt x="2946928" y="17008"/>
                </a:moveTo>
                <a:cubicBezTo>
                  <a:pt x="2946928" y="19020"/>
                  <a:pt x="2946563" y="21031"/>
                  <a:pt x="2945740" y="22860"/>
                </a:cubicBezTo>
                <a:cubicBezTo>
                  <a:pt x="2945008" y="24780"/>
                  <a:pt x="2943819" y="26426"/>
                  <a:pt x="2942448" y="27889"/>
                </a:cubicBezTo>
                <a:cubicBezTo>
                  <a:pt x="2940985" y="29352"/>
                  <a:pt x="2939247" y="30450"/>
                  <a:pt x="2937419" y="31272"/>
                </a:cubicBezTo>
                <a:cubicBezTo>
                  <a:pt x="2935498" y="32004"/>
                  <a:pt x="2933487" y="32370"/>
                  <a:pt x="2931475" y="32370"/>
                </a:cubicBezTo>
                <a:cubicBezTo>
                  <a:pt x="2929463" y="32370"/>
                  <a:pt x="2927452" y="32004"/>
                  <a:pt x="2925531" y="31272"/>
                </a:cubicBezTo>
                <a:cubicBezTo>
                  <a:pt x="2923703" y="30450"/>
                  <a:pt x="2921965" y="29352"/>
                  <a:pt x="2920594" y="27889"/>
                </a:cubicBezTo>
                <a:cubicBezTo>
                  <a:pt x="2919131" y="26426"/>
                  <a:pt x="2918033" y="24780"/>
                  <a:pt x="2917210" y="22860"/>
                </a:cubicBezTo>
                <a:cubicBezTo>
                  <a:pt x="2916387" y="21031"/>
                  <a:pt x="2916022" y="19020"/>
                  <a:pt x="2916022" y="17008"/>
                </a:cubicBezTo>
                <a:cubicBezTo>
                  <a:pt x="2916022" y="14905"/>
                  <a:pt x="2916387" y="12984"/>
                  <a:pt x="2917210" y="11064"/>
                </a:cubicBezTo>
                <a:cubicBezTo>
                  <a:pt x="2918033" y="9144"/>
                  <a:pt x="2919131" y="7498"/>
                  <a:pt x="2920594" y="6035"/>
                </a:cubicBezTo>
                <a:cubicBezTo>
                  <a:pt x="2921965" y="4572"/>
                  <a:pt x="2923703" y="3475"/>
                  <a:pt x="2925531" y="2743"/>
                </a:cubicBezTo>
                <a:cubicBezTo>
                  <a:pt x="2927452" y="1920"/>
                  <a:pt x="2929463" y="1554"/>
                  <a:pt x="2931475" y="1554"/>
                </a:cubicBezTo>
                <a:cubicBezTo>
                  <a:pt x="2933487" y="1554"/>
                  <a:pt x="2935498" y="1920"/>
                  <a:pt x="2937419" y="2743"/>
                </a:cubicBezTo>
                <a:cubicBezTo>
                  <a:pt x="2939247" y="3475"/>
                  <a:pt x="2940985" y="4572"/>
                  <a:pt x="2942448" y="6035"/>
                </a:cubicBezTo>
                <a:cubicBezTo>
                  <a:pt x="2943819" y="7498"/>
                  <a:pt x="2945008" y="9144"/>
                  <a:pt x="2945740" y="11064"/>
                </a:cubicBezTo>
                <a:cubicBezTo>
                  <a:pt x="2946563" y="12984"/>
                  <a:pt x="2946928" y="14905"/>
                  <a:pt x="2946928" y="17008"/>
                </a:cubicBezTo>
              </a:path>
              <a:path w="3438510" h="557327">
                <a:moveTo>
                  <a:pt x="3173608" y="122255"/>
                </a:moveTo>
                <a:cubicBezTo>
                  <a:pt x="3173608" y="124358"/>
                  <a:pt x="3173242" y="126279"/>
                  <a:pt x="3172419" y="128199"/>
                </a:cubicBezTo>
                <a:cubicBezTo>
                  <a:pt x="3171688" y="130119"/>
                  <a:pt x="3170499" y="131765"/>
                  <a:pt x="3169128" y="133228"/>
                </a:cubicBezTo>
                <a:cubicBezTo>
                  <a:pt x="3167664" y="134691"/>
                  <a:pt x="3166019" y="135788"/>
                  <a:pt x="3164098" y="136520"/>
                </a:cubicBezTo>
                <a:cubicBezTo>
                  <a:pt x="3162178" y="137343"/>
                  <a:pt x="3160258" y="137709"/>
                  <a:pt x="3158155" y="137709"/>
                </a:cubicBezTo>
                <a:cubicBezTo>
                  <a:pt x="3156143" y="137709"/>
                  <a:pt x="3154131" y="137343"/>
                  <a:pt x="3152303" y="136520"/>
                </a:cubicBezTo>
                <a:cubicBezTo>
                  <a:pt x="3150382" y="135788"/>
                  <a:pt x="3148736" y="134691"/>
                  <a:pt x="3147273" y="133228"/>
                </a:cubicBezTo>
                <a:cubicBezTo>
                  <a:pt x="3145810" y="131765"/>
                  <a:pt x="3144713" y="130119"/>
                  <a:pt x="3143890" y="128199"/>
                </a:cubicBezTo>
                <a:cubicBezTo>
                  <a:pt x="3143159" y="126279"/>
                  <a:pt x="3142701" y="124358"/>
                  <a:pt x="3142701" y="122255"/>
                </a:cubicBezTo>
                <a:cubicBezTo>
                  <a:pt x="3142701" y="120244"/>
                  <a:pt x="3143159" y="118323"/>
                  <a:pt x="3143890" y="116403"/>
                </a:cubicBezTo>
                <a:cubicBezTo>
                  <a:pt x="3144713" y="114483"/>
                  <a:pt x="3145810" y="112837"/>
                  <a:pt x="3147273" y="111374"/>
                </a:cubicBezTo>
                <a:cubicBezTo>
                  <a:pt x="3148736" y="109911"/>
                  <a:pt x="3150382" y="108814"/>
                  <a:pt x="3152303" y="108082"/>
                </a:cubicBezTo>
                <a:cubicBezTo>
                  <a:pt x="3154131" y="107259"/>
                  <a:pt x="3156143" y="106893"/>
                  <a:pt x="3158155" y="106893"/>
                </a:cubicBezTo>
                <a:cubicBezTo>
                  <a:pt x="3160258" y="106893"/>
                  <a:pt x="3162178" y="107259"/>
                  <a:pt x="3164098" y="108082"/>
                </a:cubicBezTo>
                <a:cubicBezTo>
                  <a:pt x="3166019" y="108814"/>
                  <a:pt x="3167664" y="109911"/>
                  <a:pt x="3169128" y="111374"/>
                </a:cubicBezTo>
                <a:cubicBezTo>
                  <a:pt x="3170499" y="112837"/>
                  <a:pt x="3171688" y="114483"/>
                  <a:pt x="3172419" y="116403"/>
                </a:cubicBezTo>
                <a:cubicBezTo>
                  <a:pt x="3173242" y="118323"/>
                  <a:pt x="3173608" y="120244"/>
                  <a:pt x="3173608" y="122255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12" name="Forma 40"/>
          <p:cNvSpPr/>
          <p:nvPr/>
        </p:nvSpPr>
        <p:spPr>
          <a:xfrm>
            <a:off x="6223132" y="1042142"/>
            <a:ext cx="77815" cy="77724"/>
          </a:xfrm>
          <a:custGeom>
            <a:avLst/>
            <a:gdLst/>
            <a:ahLst/>
            <a:cxnLst/>
            <a:rect l="l" t="t" r="r" b="b"/>
            <a:pathLst>
              <a:path w="77815" h="77724">
                <a:moveTo>
                  <a:pt x="77815" y="38862"/>
                </a:moveTo>
                <a:cubicBezTo>
                  <a:pt x="77815" y="43983"/>
                  <a:pt x="76810" y="49012"/>
                  <a:pt x="74889" y="53767"/>
                </a:cubicBezTo>
                <a:cubicBezTo>
                  <a:pt x="72878" y="58522"/>
                  <a:pt x="70043" y="62728"/>
                  <a:pt x="66385" y="66294"/>
                </a:cubicBezTo>
                <a:cubicBezTo>
                  <a:pt x="62728" y="69952"/>
                  <a:pt x="58522" y="72786"/>
                  <a:pt x="53767" y="74798"/>
                </a:cubicBezTo>
                <a:cubicBezTo>
                  <a:pt x="49012" y="76718"/>
                  <a:pt x="44074" y="77724"/>
                  <a:pt x="38862" y="77724"/>
                </a:cubicBezTo>
                <a:cubicBezTo>
                  <a:pt x="33741" y="77724"/>
                  <a:pt x="28804" y="76718"/>
                  <a:pt x="24049" y="74798"/>
                </a:cubicBezTo>
                <a:cubicBezTo>
                  <a:pt x="19294" y="72786"/>
                  <a:pt x="15088" y="69952"/>
                  <a:pt x="11430" y="66294"/>
                </a:cubicBezTo>
                <a:cubicBezTo>
                  <a:pt x="7772" y="62728"/>
                  <a:pt x="4938" y="58522"/>
                  <a:pt x="2926" y="53767"/>
                </a:cubicBezTo>
                <a:cubicBezTo>
                  <a:pt x="1006" y="49012"/>
                  <a:pt x="0" y="43983"/>
                  <a:pt x="0" y="38862"/>
                </a:cubicBezTo>
                <a:cubicBezTo>
                  <a:pt x="0" y="33741"/>
                  <a:pt x="1006" y="28712"/>
                  <a:pt x="2926" y="23957"/>
                </a:cubicBezTo>
                <a:cubicBezTo>
                  <a:pt x="4938" y="19202"/>
                  <a:pt x="7772" y="14996"/>
                  <a:pt x="11430" y="11339"/>
                </a:cubicBezTo>
                <a:cubicBezTo>
                  <a:pt x="15088" y="7772"/>
                  <a:pt x="19294" y="4938"/>
                  <a:pt x="24049" y="2926"/>
                </a:cubicBezTo>
                <a:cubicBezTo>
                  <a:pt x="28804" y="1006"/>
                  <a:pt x="33741" y="0"/>
                  <a:pt x="38862" y="0"/>
                </a:cubicBezTo>
                <a:cubicBezTo>
                  <a:pt x="44074" y="0"/>
                  <a:pt x="49012" y="1006"/>
                  <a:pt x="53767" y="2926"/>
                </a:cubicBezTo>
                <a:cubicBezTo>
                  <a:pt x="58522" y="4938"/>
                  <a:pt x="62728" y="7772"/>
                  <a:pt x="66385" y="11339"/>
                </a:cubicBezTo>
                <a:cubicBezTo>
                  <a:pt x="70043" y="14996"/>
                  <a:pt x="72878" y="19202"/>
                  <a:pt x="74889" y="23957"/>
                </a:cubicBezTo>
                <a:cubicBezTo>
                  <a:pt x="76810" y="28712"/>
                  <a:pt x="77815" y="33741"/>
                  <a:pt x="77815" y="38862"/>
                </a:cubicBezTo>
              </a:path>
            </a:pathLst>
          </a:custGeom>
          <a:solidFill>
            <a:srgbClr val="315D70">
              <a:alpha val="86000"/>
            </a:srgbClr>
          </a:solidFill>
          <a:ln w="13157">
            <a:solidFill>
              <a:srgbClr val="F2EFE6">
                <a:alpha val="86000"/>
              </a:srgbClr>
            </a:solidFill>
            <a:prstDash val="solid"/>
          </a:ln>
        </p:spPr>
      </p:sp>
      <p:sp>
        <p:nvSpPr>
          <p:cNvPr id="13" name="Forma 41"/>
          <p:cNvSpPr/>
          <p:nvPr/>
        </p:nvSpPr>
        <p:spPr>
          <a:xfrm>
            <a:off x="2805105" y="703174"/>
            <a:ext cx="3493648" cy="158557"/>
          </a:xfrm>
          <a:custGeom>
            <a:avLst/>
            <a:gdLst/>
            <a:ahLst/>
            <a:cxnLst/>
            <a:rect l="l" t="t" r="r" b="b"/>
            <a:pathLst>
              <a:path w="3493648" h="158557">
                <a:moveTo>
                  <a:pt x="30907" y="123810"/>
                </a:moveTo>
                <a:cubicBezTo>
                  <a:pt x="30907" y="125821"/>
                  <a:pt x="30541" y="127833"/>
                  <a:pt x="29718" y="129662"/>
                </a:cubicBezTo>
                <a:cubicBezTo>
                  <a:pt x="28895" y="131582"/>
                  <a:pt x="27798" y="133228"/>
                  <a:pt x="26335" y="134691"/>
                </a:cubicBezTo>
                <a:cubicBezTo>
                  <a:pt x="24963" y="136154"/>
                  <a:pt x="23226" y="137251"/>
                  <a:pt x="21397" y="138074"/>
                </a:cubicBezTo>
                <a:cubicBezTo>
                  <a:pt x="19477" y="138806"/>
                  <a:pt x="17465" y="139172"/>
                  <a:pt x="15453" y="139172"/>
                </a:cubicBezTo>
                <a:cubicBezTo>
                  <a:pt x="13442" y="139172"/>
                  <a:pt x="11430" y="138806"/>
                  <a:pt x="9510" y="138074"/>
                </a:cubicBezTo>
                <a:cubicBezTo>
                  <a:pt x="7681" y="137251"/>
                  <a:pt x="5944" y="136154"/>
                  <a:pt x="4481" y="134691"/>
                </a:cubicBezTo>
                <a:cubicBezTo>
                  <a:pt x="3109" y="133228"/>
                  <a:pt x="1920" y="131582"/>
                  <a:pt x="1189" y="129662"/>
                </a:cubicBezTo>
                <a:cubicBezTo>
                  <a:pt x="366" y="127833"/>
                  <a:pt x="0" y="125821"/>
                  <a:pt x="0" y="123810"/>
                </a:cubicBezTo>
                <a:cubicBezTo>
                  <a:pt x="0" y="121707"/>
                  <a:pt x="366" y="119786"/>
                  <a:pt x="1189" y="117866"/>
                </a:cubicBezTo>
                <a:cubicBezTo>
                  <a:pt x="1920" y="115946"/>
                  <a:pt x="3109" y="114300"/>
                  <a:pt x="4481" y="112837"/>
                </a:cubicBezTo>
                <a:cubicBezTo>
                  <a:pt x="5944" y="111465"/>
                  <a:pt x="7681" y="110277"/>
                  <a:pt x="9510" y="109545"/>
                </a:cubicBezTo>
                <a:cubicBezTo>
                  <a:pt x="11430" y="108722"/>
                  <a:pt x="13442" y="108356"/>
                  <a:pt x="15453" y="108356"/>
                </a:cubicBezTo>
                <a:cubicBezTo>
                  <a:pt x="17465" y="108356"/>
                  <a:pt x="19477" y="108722"/>
                  <a:pt x="21397" y="109545"/>
                </a:cubicBezTo>
                <a:cubicBezTo>
                  <a:pt x="23226" y="110277"/>
                  <a:pt x="24963" y="111465"/>
                  <a:pt x="26335" y="112837"/>
                </a:cubicBezTo>
                <a:cubicBezTo>
                  <a:pt x="27798" y="114300"/>
                  <a:pt x="28895" y="115946"/>
                  <a:pt x="29718" y="117866"/>
                </a:cubicBezTo>
                <a:cubicBezTo>
                  <a:pt x="30541" y="119786"/>
                  <a:pt x="30907" y="121707"/>
                  <a:pt x="30907" y="123810"/>
                </a:cubicBezTo>
              </a:path>
              <a:path w="3493648" h="158557">
                <a:moveTo>
                  <a:pt x="235915" y="118506"/>
                </a:moveTo>
                <a:cubicBezTo>
                  <a:pt x="235915" y="120609"/>
                  <a:pt x="235549" y="122530"/>
                  <a:pt x="234726" y="124450"/>
                </a:cubicBezTo>
                <a:cubicBezTo>
                  <a:pt x="233904" y="126279"/>
                  <a:pt x="232806" y="128016"/>
                  <a:pt x="231343" y="129479"/>
                </a:cubicBezTo>
                <a:cubicBezTo>
                  <a:pt x="229972" y="130851"/>
                  <a:pt x="228234" y="132039"/>
                  <a:pt x="226405" y="132771"/>
                </a:cubicBezTo>
                <a:cubicBezTo>
                  <a:pt x="224485" y="133594"/>
                  <a:pt x="222474" y="133960"/>
                  <a:pt x="220462" y="133960"/>
                </a:cubicBezTo>
                <a:cubicBezTo>
                  <a:pt x="218450" y="133960"/>
                  <a:pt x="216438" y="133594"/>
                  <a:pt x="214518" y="132771"/>
                </a:cubicBezTo>
                <a:cubicBezTo>
                  <a:pt x="212689" y="132039"/>
                  <a:pt x="210952" y="130851"/>
                  <a:pt x="209489" y="129479"/>
                </a:cubicBezTo>
                <a:cubicBezTo>
                  <a:pt x="208117" y="128016"/>
                  <a:pt x="206929" y="126279"/>
                  <a:pt x="206197" y="124450"/>
                </a:cubicBezTo>
                <a:cubicBezTo>
                  <a:pt x="205374" y="122530"/>
                  <a:pt x="205008" y="120609"/>
                  <a:pt x="205008" y="118506"/>
                </a:cubicBezTo>
                <a:cubicBezTo>
                  <a:pt x="205008" y="116495"/>
                  <a:pt x="205374" y="114483"/>
                  <a:pt x="206197" y="112654"/>
                </a:cubicBezTo>
                <a:cubicBezTo>
                  <a:pt x="206929" y="110734"/>
                  <a:pt x="208117" y="109088"/>
                  <a:pt x="209489" y="107625"/>
                </a:cubicBezTo>
                <a:cubicBezTo>
                  <a:pt x="210952" y="106162"/>
                  <a:pt x="212689" y="105065"/>
                  <a:pt x="214518" y="104242"/>
                </a:cubicBezTo>
                <a:cubicBezTo>
                  <a:pt x="216438" y="103510"/>
                  <a:pt x="218450" y="103053"/>
                  <a:pt x="220462" y="103053"/>
                </a:cubicBezTo>
                <a:cubicBezTo>
                  <a:pt x="222474" y="103053"/>
                  <a:pt x="224485" y="103510"/>
                  <a:pt x="226405" y="104242"/>
                </a:cubicBezTo>
                <a:cubicBezTo>
                  <a:pt x="228234" y="105065"/>
                  <a:pt x="229972" y="106162"/>
                  <a:pt x="231343" y="107625"/>
                </a:cubicBezTo>
                <a:cubicBezTo>
                  <a:pt x="232806" y="109088"/>
                  <a:pt x="233904" y="110734"/>
                  <a:pt x="234726" y="112654"/>
                </a:cubicBezTo>
                <a:cubicBezTo>
                  <a:pt x="235549" y="114483"/>
                  <a:pt x="235915" y="116495"/>
                  <a:pt x="235915" y="118506"/>
                </a:cubicBezTo>
              </a:path>
              <a:path w="3493648" h="158557">
                <a:moveTo>
                  <a:pt x="535015" y="104882"/>
                </a:moveTo>
                <a:cubicBezTo>
                  <a:pt x="535015" y="106893"/>
                  <a:pt x="534558" y="108905"/>
                  <a:pt x="533827" y="110734"/>
                </a:cubicBezTo>
                <a:cubicBezTo>
                  <a:pt x="533004" y="112654"/>
                  <a:pt x="531906" y="114300"/>
                  <a:pt x="530443" y="115763"/>
                </a:cubicBezTo>
                <a:cubicBezTo>
                  <a:pt x="528980" y="117226"/>
                  <a:pt x="527334" y="118323"/>
                  <a:pt x="525414" y="119146"/>
                </a:cubicBezTo>
                <a:cubicBezTo>
                  <a:pt x="523585" y="119878"/>
                  <a:pt x="521574" y="120335"/>
                  <a:pt x="519562" y="120335"/>
                </a:cubicBezTo>
                <a:cubicBezTo>
                  <a:pt x="517459" y="120335"/>
                  <a:pt x="515539" y="119878"/>
                  <a:pt x="513618" y="119146"/>
                </a:cubicBezTo>
                <a:cubicBezTo>
                  <a:pt x="511698" y="118323"/>
                  <a:pt x="510052" y="117226"/>
                  <a:pt x="508589" y="115763"/>
                </a:cubicBezTo>
                <a:cubicBezTo>
                  <a:pt x="507126" y="114300"/>
                  <a:pt x="506029" y="112654"/>
                  <a:pt x="505206" y="110734"/>
                </a:cubicBezTo>
                <a:cubicBezTo>
                  <a:pt x="504474" y="108905"/>
                  <a:pt x="504109" y="106893"/>
                  <a:pt x="504109" y="104882"/>
                </a:cubicBezTo>
                <a:cubicBezTo>
                  <a:pt x="504109" y="102779"/>
                  <a:pt x="504474" y="100858"/>
                  <a:pt x="505206" y="98938"/>
                </a:cubicBezTo>
                <a:cubicBezTo>
                  <a:pt x="506029" y="97109"/>
                  <a:pt x="507126" y="95372"/>
                  <a:pt x="508589" y="94000"/>
                </a:cubicBezTo>
                <a:cubicBezTo>
                  <a:pt x="510052" y="92537"/>
                  <a:pt x="511698" y="91349"/>
                  <a:pt x="513618" y="90617"/>
                </a:cubicBezTo>
                <a:cubicBezTo>
                  <a:pt x="515539" y="89794"/>
                  <a:pt x="517459" y="89428"/>
                  <a:pt x="519562" y="89428"/>
                </a:cubicBezTo>
                <a:cubicBezTo>
                  <a:pt x="521574" y="89428"/>
                  <a:pt x="523585" y="89794"/>
                  <a:pt x="525414" y="90617"/>
                </a:cubicBezTo>
                <a:cubicBezTo>
                  <a:pt x="527334" y="91349"/>
                  <a:pt x="528980" y="92537"/>
                  <a:pt x="530443" y="94000"/>
                </a:cubicBezTo>
                <a:cubicBezTo>
                  <a:pt x="531906" y="95372"/>
                  <a:pt x="533004" y="97109"/>
                  <a:pt x="533827" y="98938"/>
                </a:cubicBezTo>
                <a:cubicBezTo>
                  <a:pt x="534558" y="100858"/>
                  <a:pt x="535015" y="102779"/>
                  <a:pt x="535015" y="104882"/>
                </a:cubicBezTo>
              </a:path>
              <a:path w="3493648" h="158557">
                <a:moveTo>
                  <a:pt x="858622" y="106802"/>
                </a:moveTo>
                <a:cubicBezTo>
                  <a:pt x="858622" y="108814"/>
                  <a:pt x="858164" y="110825"/>
                  <a:pt x="857433" y="112746"/>
                </a:cubicBezTo>
                <a:cubicBezTo>
                  <a:pt x="856610" y="114574"/>
                  <a:pt x="855513" y="116312"/>
                  <a:pt x="854050" y="117683"/>
                </a:cubicBezTo>
                <a:cubicBezTo>
                  <a:pt x="852587" y="119146"/>
                  <a:pt x="850941" y="120244"/>
                  <a:pt x="849020" y="121067"/>
                </a:cubicBezTo>
                <a:cubicBezTo>
                  <a:pt x="847192" y="121890"/>
                  <a:pt x="845180" y="122255"/>
                  <a:pt x="843168" y="122255"/>
                </a:cubicBezTo>
                <a:cubicBezTo>
                  <a:pt x="841065" y="122255"/>
                  <a:pt x="839145" y="121890"/>
                  <a:pt x="837225" y="121067"/>
                </a:cubicBezTo>
                <a:cubicBezTo>
                  <a:pt x="835304" y="120244"/>
                  <a:pt x="833658" y="119146"/>
                  <a:pt x="832195" y="117683"/>
                </a:cubicBezTo>
                <a:cubicBezTo>
                  <a:pt x="830732" y="116312"/>
                  <a:pt x="829635" y="114574"/>
                  <a:pt x="828904" y="112746"/>
                </a:cubicBezTo>
                <a:cubicBezTo>
                  <a:pt x="828081" y="110825"/>
                  <a:pt x="827715" y="108814"/>
                  <a:pt x="827715" y="106802"/>
                </a:cubicBezTo>
                <a:cubicBezTo>
                  <a:pt x="827715" y="104790"/>
                  <a:pt x="828081" y="102779"/>
                  <a:pt x="828904" y="100950"/>
                </a:cubicBezTo>
                <a:cubicBezTo>
                  <a:pt x="829635" y="99030"/>
                  <a:pt x="830732" y="97384"/>
                  <a:pt x="832195" y="95921"/>
                </a:cubicBezTo>
                <a:cubicBezTo>
                  <a:pt x="833658" y="94458"/>
                  <a:pt x="835304" y="93360"/>
                  <a:pt x="837225" y="92537"/>
                </a:cubicBezTo>
                <a:cubicBezTo>
                  <a:pt x="839145" y="91806"/>
                  <a:pt x="841065" y="91349"/>
                  <a:pt x="843168" y="91349"/>
                </a:cubicBezTo>
                <a:cubicBezTo>
                  <a:pt x="845180" y="91349"/>
                  <a:pt x="847192" y="91806"/>
                  <a:pt x="849020" y="92537"/>
                </a:cubicBezTo>
                <a:cubicBezTo>
                  <a:pt x="850941" y="93360"/>
                  <a:pt x="852587" y="94458"/>
                  <a:pt x="854050" y="95921"/>
                </a:cubicBezTo>
                <a:cubicBezTo>
                  <a:pt x="855513" y="97384"/>
                  <a:pt x="856610" y="99030"/>
                  <a:pt x="857433" y="100950"/>
                </a:cubicBezTo>
                <a:cubicBezTo>
                  <a:pt x="858164" y="102779"/>
                  <a:pt x="858622" y="104790"/>
                  <a:pt x="858622" y="106802"/>
                </a:cubicBezTo>
              </a:path>
              <a:path w="3493648" h="158557">
                <a:moveTo>
                  <a:pt x="1088685" y="121615"/>
                </a:moveTo>
                <a:cubicBezTo>
                  <a:pt x="1088685" y="123627"/>
                  <a:pt x="1088319" y="125639"/>
                  <a:pt x="1087496" y="127559"/>
                </a:cubicBezTo>
                <a:cubicBezTo>
                  <a:pt x="1086764" y="129388"/>
                  <a:pt x="1085667" y="131034"/>
                  <a:pt x="1084204" y="132497"/>
                </a:cubicBezTo>
                <a:cubicBezTo>
                  <a:pt x="1082741" y="133960"/>
                  <a:pt x="1081095" y="135057"/>
                  <a:pt x="1079175" y="135880"/>
                </a:cubicBezTo>
                <a:cubicBezTo>
                  <a:pt x="1077255" y="136611"/>
                  <a:pt x="1075334" y="137069"/>
                  <a:pt x="1073231" y="137069"/>
                </a:cubicBezTo>
                <a:cubicBezTo>
                  <a:pt x="1071220" y="137069"/>
                  <a:pt x="1069208" y="136611"/>
                  <a:pt x="1067379" y="135880"/>
                </a:cubicBezTo>
                <a:cubicBezTo>
                  <a:pt x="1065459" y="135057"/>
                  <a:pt x="1063813" y="133960"/>
                  <a:pt x="1062350" y="132497"/>
                </a:cubicBezTo>
                <a:cubicBezTo>
                  <a:pt x="1060887" y="131034"/>
                  <a:pt x="1059790" y="129388"/>
                  <a:pt x="1058967" y="127559"/>
                </a:cubicBezTo>
                <a:cubicBezTo>
                  <a:pt x="1058235" y="125639"/>
                  <a:pt x="1057778" y="123627"/>
                  <a:pt x="1057778" y="121615"/>
                </a:cubicBezTo>
                <a:cubicBezTo>
                  <a:pt x="1057778" y="119604"/>
                  <a:pt x="1058235" y="117592"/>
                  <a:pt x="1058967" y="115672"/>
                </a:cubicBezTo>
                <a:cubicBezTo>
                  <a:pt x="1059790" y="113843"/>
                  <a:pt x="1060887" y="112105"/>
                  <a:pt x="1062350" y="110734"/>
                </a:cubicBezTo>
                <a:cubicBezTo>
                  <a:pt x="1063813" y="109271"/>
                  <a:pt x="1065459" y="108174"/>
                  <a:pt x="1067379" y="107351"/>
                </a:cubicBezTo>
                <a:cubicBezTo>
                  <a:pt x="1069208" y="106528"/>
                  <a:pt x="1071220" y="106162"/>
                  <a:pt x="1073231" y="106162"/>
                </a:cubicBezTo>
                <a:cubicBezTo>
                  <a:pt x="1075334" y="106162"/>
                  <a:pt x="1077255" y="106528"/>
                  <a:pt x="1079175" y="107351"/>
                </a:cubicBezTo>
                <a:cubicBezTo>
                  <a:pt x="1081095" y="108174"/>
                  <a:pt x="1082741" y="109271"/>
                  <a:pt x="1084204" y="110734"/>
                </a:cubicBezTo>
                <a:cubicBezTo>
                  <a:pt x="1085667" y="112105"/>
                  <a:pt x="1086764" y="113843"/>
                  <a:pt x="1087496" y="115672"/>
                </a:cubicBezTo>
                <a:cubicBezTo>
                  <a:pt x="1088319" y="117592"/>
                  <a:pt x="1088685" y="119604"/>
                  <a:pt x="1088685" y="121615"/>
                </a:cubicBezTo>
              </a:path>
              <a:path w="3493648" h="158557">
                <a:moveTo>
                  <a:pt x="1333012" y="142738"/>
                </a:moveTo>
                <a:cubicBezTo>
                  <a:pt x="1333012" y="144750"/>
                  <a:pt x="1332555" y="146670"/>
                  <a:pt x="1331824" y="148590"/>
                </a:cubicBezTo>
                <a:cubicBezTo>
                  <a:pt x="1331001" y="150510"/>
                  <a:pt x="1329903" y="152156"/>
                  <a:pt x="1328440" y="153619"/>
                </a:cubicBezTo>
                <a:cubicBezTo>
                  <a:pt x="1326977" y="155082"/>
                  <a:pt x="1325331" y="156180"/>
                  <a:pt x="1323411" y="156911"/>
                </a:cubicBezTo>
                <a:cubicBezTo>
                  <a:pt x="1321582" y="157734"/>
                  <a:pt x="1319571" y="158100"/>
                  <a:pt x="1317559" y="158100"/>
                </a:cubicBezTo>
                <a:cubicBezTo>
                  <a:pt x="1315456" y="158100"/>
                  <a:pt x="1313536" y="157734"/>
                  <a:pt x="1311615" y="156911"/>
                </a:cubicBezTo>
                <a:cubicBezTo>
                  <a:pt x="1309695" y="156180"/>
                  <a:pt x="1308049" y="155082"/>
                  <a:pt x="1306586" y="153619"/>
                </a:cubicBezTo>
                <a:cubicBezTo>
                  <a:pt x="1305123" y="152156"/>
                  <a:pt x="1304026" y="150510"/>
                  <a:pt x="1303203" y="148590"/>
                </a:cubicBezTo>
                <a:cubicBezTo>
                  <a:pt x="1302471" y="146670"/>
                  <a:pt x="1302106" y="144750"/>
                  <a:pt x="1302106" y="142738"/>
                </a:cubicBezTo>
                <a:cubicBezTo>
                  <a:pt x="1302106" y="140635"/>
                  <a:pt x="1302471" y="138714"/>
                  <a:pt x="1303203" y="136794"/>
                </a:cubicBezTo>
                <a:cubicBezTo>
                  <a:pt x="1304026" y="134874"/>
                  <a:pt x="1305123" y="133228"/>
                  <a:pt x="1306586" y="131765"/>
                </a:cubicBezTo>
                <a:cubicBezTo>
                  <a:pt x="1308049" y="130302"/>
                  <a:pt x="1309695" y="129205"/>
                  <a:pt x="1311615" y="128473"/>
                </a:cubicBezTo>
                <a:cubicBezTo>
                  <a:pt x="1313536" y="127650"/>
                  <a:pt x="1315456" y="127284"/>
                  <a:pt x="1317559" y="127284"/>
                </a:cubicBezTo>
                <a:cubicBezTo>
                  <a:pt x="1319571" y="127284"/>
                  <a:pt x="1321582" y="127650"/>
                  <a:pt x="1323411" y="128473"/>
                </a:cubicBezTo>
                <a:cubicBezTo>
                  <a:pt x="1325331" y="129205"/>
                  <a:pt x="1326977" y="130302"/>
                  <a:pt x="1328440" y="131765"/>
                </a:cubicBezTo>
                <a:cubicBezTo>
                  <a:pt x="1329903" y="133228"/>
                  <a:pt x="1331001" y="134874"/>
                  <a:pt x="1331824" y="136794"/>
                </a:cubicBezTo>
                <a:cubicBezTo>
                  <a:pt x="1332555" y="138714"/>
                  <a:pt x="1333012" y="140635"/>
                  <a:pt x="1333012" y="142738"/>
                </a:cubicBezTo>
              </a:path>
              <a:path w="3493648" h="158557">
                <a:moveTo>
                  <a:pt x="1584564" y="143195"/>
                </a:moveTo>
                <a:cubicBezTo>
                  <a:pt x="1584564" y="145207"/>
                  <a:pt x="1584198" y="147127"/>
                  <a:pt x="1583466" y="149047"/>
                </a:cubicBezTo>
                <a:cubicBezTo>
                  <a:pt x="1582644" y="150967"/>
                  <a:pt x="1581546" y="152613"/>
                  <a:pt x="1580083" y="154076"/>
                </a:cubicBezTo>
                <a:cubicBezTo>
                  <a:pt x="1578620" y="155539"/>
                  <a:pt x="1576974" y="156637"/>
                  <a:pt x="1575054" y="157368"/>
                </a:cubicBezTo>
                <a:cubicBezTo>
                  <a:pt x="1573134" y="158191"/>
                  <a:pt x="1571214" y="158557"/>
                  <a:pt x="1569202" y="158557"/>
                </a:cubicBezTo>
                <a:cubicBezTo>
                  <a:pt x="1567099" y="158557"/>
                  <a:pt x="1565178" y="158191"/>
                  <a:pt x="1563258" y="157368"/>
                </a:cubicBezTo>
                <a:cubicBezTo>
                  <a:pt x="1561338" y="156637"/>
                  <a:pt x="1559692" y="155539"/>
                  <a:pt x="1558229" y="154076"/>
                </a:cubicBezTo>
                <a:cubicBezTo>
                  <a:pt x="1556766" y="152613"/>
                  <a:pt x="1555669" y="150967"/>
                  <a:pt x="1554846" y="149047"/>
                </a:cubicBezTo>
                <a:cubicBezTo>
                  <a:pt x="1554114" y="147127"/>
                  <a:pt x="1553748" y="145207"/>
                  <a:pt x="1553748" y="143195"/>
                </a:cubicBezTo>
                <a:cubicBezTo>
                  <a:pt x="1553748" y="141092"/>
                  <a:pt x="1554114" y="139172"/>
                  <a:pt x="1554846" y="137251"/>
                </a:cubicBezTo>
                <a:cubicBezTo>
                  <a:pt x="1555669" y="135331"/>
                  <a:pt x="1556766" y="133685"/>
                  <a:pt x="1558229" y="132222"/>
                </a:cubicBezTo>
                <a:cubicBezTo>
                  <a:pt x="1559692" y="130759"/>
                  <a:pt x="1561338" y="129662"/>
                  <a:pt x="1563258" y="128930"/>
                </a:cubicBezTo>
                <a:cubicBezTo>
                  <a:pt x="1565178" y="128107"/>
                  <a:pt x="1567099" y="127742"/>
                  <a:pt x="1569202" y="127742"/>
                </a:cubicBezTo>
                <a:cubicBezTo>
                  <a:pt x="1571214" y="127742"/>
                  <a:pt x="1573134" y="128107"/>
                  <a:pt x="1575054" y="128930"/>
                </a:cubicBezTo>
                <a:cubicBezTo>
                  <a:pt x="1576974" y="129662"/>
                  <a:pt x="1578620" y="130759"/>
                  <a:pt x="1580083" y="132222"/>
                </a:cubicBezTo>
                <a:cubicBezTo>
                  <a:pt x="1581546" y="133685"/>
                  <a:pt x="1582644" y="135331"/>
                  <a:pt x="1583466" y="137251"/>
                </a:cubicBezTo>
                <a:cubicBezTo>
                  <a:pt x="1584198" y="139172"/>
                  <a:pt x="1584564" y="141092"/>
                  <a:pt x="1584564" y="143195"/>
                </a:cubicBezTo>
              </a:path>
              <a:path w="3493648" h="158557">
                <a:moveTo>
                  <a:pt x="1912833" y="72329"/>
                </a:moveTo>
                <a:cubicBezTo>
                  <a:pt x="1912833" y="74432"/>
                  <a:pt x="1912468" y="76352"/>
                  <a:pt x="1911645" y="78273"/>
                </a:cubicBezTo>
                <a:cubicBezTo>
                  <a:pt x="1910913" y="80101"/>
                  <a:pt x="1909816" y="81839"/>
                  <a:pt x="1908353" y="83302"/>
                </a:cubicBezTo>
                <a:cubicBezTo>
                  <a:pt x="1906890" y="84673"/>
                  <a:pt x="1905244" y="85862"/>
                  <a:pt x="1903324" y="86594"/>
                </a:cubicBezTo>
                <a:cubicBezTo>
                  <a:pt x="1901403" y="87417"/>
                  <a:pt x="1899483" y="87782"/>
                  <a:pt x="1897380" y="87782"/>
                </a:cubicBezTo>
                <a:cubicBezTo>
                  <a:pt x="1895368" y="87782"/>
                  <a:pt x="1893357" y="87417"/>
                  <a:pt x="1891528" y="86594"/>
                </a:cubicBezTo>
                <a:cubicBezTo>
                  <a:pt x="1889608" y="85862"/>
                  <a:pt x="1887962" y="84673"/>
                  <a:pt x="1886499" y="83302"/>
                </a:cubicBezTo>
                <a:cubicBezTo>
                  <a:pt x="1885036" y="81839"/>
                  <a:pt x="1883938" y="80101"/>
                  <a:pt x="1883115" y="78273"/>
                </a:cubicBezTo>
                <a:cubicBezTo>
                  <a:pt x="1882384" y="76352"/>
                  <a:pt x="1881927" y="74432"/>
                  <a:pt x="1881927" y="72329"/>
                </a:cubicBezTo>
                <a:cubicBezTo>
                  <a:pt x="1881927" y="70317"/>
                  <a:pt x="1882384" y="68306"/>
                  <a:pt x="1883115" y="66477"/>
                </a:cubicBezTo>
                <a:cubicBezTo>
                  <a:pt x="1883938" y="64557"/>
                  <a:pt x="1885036" y="62911"/>
                  <a:pt x="1886499" y="61448"/>
                </a:cubicBezTo>
                <a:cubicBezTo>
                  <a:pt x="1887962" y="59985"/>
                  <a:pt x="1889608" y="58887"/>
                  <a:pt x="1891528" y="58064"/>
                </a:cubicBezTo>
                <a:cubicBezTo>
                  <a:pt x="1893357" y="57333"/>
                  <a:pt x="1895368" y="56876"/>
                  <a:pt x="1897380" y="56876"/>
                </a:cubicBezTo>
                <a:cubicBezTo>
                  <a:pt x="1899483" y="56876"/>
                  <a:pt x="1901403" y="57333"/>
                  <a:pt x="1903324" y="58064"/>
                </a:cubicBezTo>
                <a:cubicBezTo>
                  <a:pt x="1905244" y="58887"/>
                  <a:pt x="1906890" y="59985"/>
                  <a:pt x="1908353" y="61448"/>
                </a:cubicBezTo>
                <a:cubicBezTo>
                  <a:pt x="1909816" y="62911"/>
                  <a:pt x="1910913" y="64557"/>
                  <a:pt x="1911645" y="66477"/>
                </a:cubicBezTo>
                <a:cubicBezTo>
                  <a:pt x="1912468" y="68306"/>
                  <a:pt x="1912833" y="70317"/>
                  <a:pt x="1912833" y="72329"/>
                </a:cubicBezTo>
              </a:path>
              <a:path w="3493648" h="158557">
                <a:moveTo>
                  <a:pt x="2105406" y="82479"/>
                </a:moveTo>
                <a:cubicBezTo>
                  <a:pt x="2105406" y="84491"/>
                  <a:pt x="2105040" y="86502"/>
                  <a:pt x="2104309" y="88331"/>
                </a:cubicBezTo>
                <a:cubicBezTo>
                  <a:pt x="2103486" y="90251"/>
                  <a:pt x="2102388" y="91897"/>
                  <a:pt x="2100925" y="93360"/>
                </a:cubicBezTo>
                <a:cubicBezTo>
                  <a:pt x="2099462" y="94823"/>
                  <a:pt x="2097816" y="95921"/>
                  <a:pt x="2095896" y="96744"/>
                </a:cubicBezTo>
                <a:cubicBezTo>
                  <a:pt x="2093976" y="97475"/>
                  <a:pt x="2092056" y="97932"/>
                  <a:pt x="2090044" y="97932"/>
                </a:cubicBezTo>
                <a:cubicBezTo>
                  <a:pt x="2087941" y="97932"/>
                  <a:pt x="2086021" y="97475"/>
                  <a:pt x="2084100" y="96744"/>
                </a:cubicBezTo>
                <a:cubicBezTo>
                  <a:pt x="2082180" y="95921"/>
                  <a:pt x="2080534" y="94823"/>
                  <a:pt x="2079071" y="93360"/>
                </a:cubicBezTo>
                <a:cubicBezTo>
                  <a:pt x="2077608" y="91897"/>
                  <a:pt x="2076511" y="90251"/>
                  <a:pt x="2075688" y="88331"/>
                </a:cubicBezTo>
                <a:cubicBezTo>
                  <a:pt x="2074956" y="86502"/>
                  <a:pt x="2074591" y="84491"/>
                  <a:pt x="2074591" y="82479"/>
                </a:cubicBezTo>
                <a:cubicBezTo>
                  <a:pt x="2074591" y="80376"/>
                  <a:pt x="2074956" y="78456"/>
                  <a:pt x="2075688" y="76535"/>
                </a:cubicBezTo>
                <a:cubicBezTo>
                  <a:pt x="2076511" y="74706"/>
                  <a:pt x="2077608" y="72969"/>
                  <a:pt x="2079071" y="71598"/>
                </a:cubicBezTo>
                <a:cubicBezTo>
                  <a:pt x="2080534" y="70134"/>
                  <a:pt x="2082180" y="69037"/>
                  <a:pt x="2084100" y="68214"/>
                </a:cubicBezTo>
                <a:cubicBezTo>
                  <a:pt x="2086021" y="67391"/>
                  <a:pt x="2087941" y="67026"/>
                  <a:pt x="2090044" y="67026"/>
                </a:cubicBezTo>
                <a:cubicBezTo>
                  <a:pt x="2092056" y="67026"/>
                  <a:pt x="2093976" y="67391"/>
                  <a:pt x="2095896" y="68214"/>
                </a:cubicBezTo>
                <a:cubicBezTo>
                  <a:pt x="2097816" y="69037"/>
                  <a:pt x="2099462" y="70134"/>
                  <a:pt x="2100925" y="71598"/>
                </a:cubicBezTo>
                <a:cubicBezTo>
                  <a:pt x="2102388" y="72969"/>
                  <a:pt x="2103486" y="74706"/>
                  <a:pt x="2104309" y="76535"/>
                </a:cubicBezTo>
                <a:cubicBezTo>
                  <a:pt x="2105040" y="78456"/>
                  <a:pt x="2105406" y="80376"/>
                  <a:pt x="2105406" y="82479"/>
                </a:cubicBezTo>
              </a:path>
              <a:path w="3493648" h="158557">
                <a:moveTo>
                  <a:pt x="2468514" y="131125"/>
                </a:moveTo>
                <a:cubicBezTo>
                  <a:pt x="2468514" y="133137"/>
                  <a:pt x="2468057" y="135148"/>
                  <a:pt x="2467326" y="136977"/>
                </a:cubicBezTo>
                <a:cubicBezTo>
                  <a:pt x="2466503" y="138897"/>
                  <a:pt x="2465405" y="140543"/>
                  <a:pt x="2463942" y="142006"/>
                </a:cubicBezTo>
                <a:cubicBezTo>
                  <a:pt x="2462479" y="143469"/>
                  <a:pt x="2460833" y="144567"/>
                  <a:pt x="2458913" y="145390"/>
                </a:cubicBezTo>
                <a:cubicBezTo>
                  <a:pt x="2457084" y="146121"/>
                  <a:pt x="2455073" y="146487"/>
                  <a:pt x="2453061" y="146487"/>
                </a:cubicBezTo>
                <a:cubicBezTo>
                  <a:pt x="2450958" y="146487"/>
                  <a:pt x="2449038" y="146121"/>
                  <a:pt x="2447117" y="145390"/>
                </a:cubicBezTo>
                <a:cubicBezTo>
                  <a:pt x="2445197" y="144567"/>
                  <a:pt x="2443551" y="143469"/>
                  <a:pt x="2442088" y="142006"/>
                </a:cubicBezTo>
                <a:cubicBezTo>
                  <a:pt x="2440625" y="140543"/>
                  <a:pt x="2439528" y="138897"/>
                  <a:pt x="2438796" y="136977"/>
                </a:cubicBezTo>
                <a:cubicBezTo>
                  <a:pt x="2437973" y="135148"/>
                  <a:pt x="2437608" y="133137"/>
                  <a:pt x="2437608" y="131125"/>
                </a:cubicBezTo>
                <a:cubicBezTo>
                  <a:pt x="2437608" y="129022"/>
                  <a:pt x="2437973" y="127102"/>
                  <a:pt x="2438796" y="125181"/>
                </a:cubicBezTo>
                <a:cubicBezTo>
                  <a:pt x="2439528" y="123261"/>
                  <a:pt x="2440625" y="121615"/>
                  <a:pt x="2442088" y="120152"/>
                </a:cubicBezTo>
                <a:cubicBezTo>
                  <a:pt x="2443551" y="118781"/>
                  <a:pt x="2445197" y="117592"/>
                  <a:pt x="2447117" y="116860"/>
                </a:cubicBezTo>
                <a:cubicBezTo>
                  <a:pt x="2449038" y="116037"/>
                  <a:pt x="2450958" y="115672"/>
                  <a:pt x="2453061" y="115672"/>
                </a:cubicBezTo>
                <a:cubicBezTo>
                  <a:pt x="2455073" y="115672"/>
                  <a:pt x="2457084" y="116037"/>
                  <a:pt x="2458913" y="116860"/>
                </a:cubicBezTo>
                <a:cubicBezTo>
                  <a:pt x="2460833" y="117592"/>
                  <a:pt x="2462479" y="118781"/>
                  <a:pt x="2463942" y="120152"/>
                </a:cubicBezTo>
                <a:cubicBezTo>
                  <a:pt x="2465405" y="121615"/>
                  <a:pt x="2466503" y="123261"/>
                  <a:pt x="2467326" y="125181"/>
                </a:cubicBezTo>
                <a:cubicBezTo>
                  <a:pt x="2468057" y="127102"/>
                  <a:pt x="2468514" y="129022"/>
                  <a:pt x="2468514" y="131125"/>
                </a:cubicBezTo>
              </a:path>
              <a:path w="3493648" h="158557">
                <a:moveTo>
                  <a:pt x="2717597" y="88057"/>
                </a:moveTo>
                <a:cubicBezTo>
                  <a:pt x="2717597" y="90068"/>
                  <a:pt x="2717231" y="92080"/>
                  <a:pt x="2716408" y="94000"/>
                </a:cubicBezTo>
                <a:cubicBezTo>
                  <a:pt x="2715677" y="95829"/>
                  <a:pt x="2714488" y="97566"/>
                  <a:pt x="2713116" y="98938"/>
                </a:cubicBezTo>
                <a:cubicBezTo>
                  <a:pt x="2711653" y="100401"/>
                  <a:pt x="2709916" y="101498"/>
                  <a:pt x="2708087" y="102321"/>
                </a:cubicBezTo>
                <a:cubicBezTo>
                  <a:pt x="2706167" y="103144"/>
                  <a:pt x="2704247" y="103510"/>
                  <a:pt x="2702143" y="103510"/>
                </a:cubicBezTo>
                <a:cubicBezTo>
                  <a:pt x="2700132" y="103510"/>
                  <a:pt x="2698120" y="103144"/>
                  <a:pt x="2696200" y="102321"/>
                </a:cubicBezTo>
                <a:cubicBezTo>
                  <a:pt x="2694371" y="101498"/>
                  <a:pt x="2692725" y="100401"/>
                  <a:pt x="2691262" y="98938"/>
                </a:cubicBezTo>
                <a:cubicBezTo>
                  <a:pt x="2689799" y="97566"/>
                  <a:pt x="2688702" y="95829"/>
                  <a:pt x="2687879" y="94000"/>
                </a:cubicBezTo>
                <a:cubicBezTo>
                  <a:pt x="2687056" y="92080"/>
                  <a:pt x="2686690" y="90068"/>
                  <a:pt x="2686690" y="88057"/>
                </a:cubicBezTo>
                <a:cubicBezTo>
                  <a:pt x="2686690" y="86045"/>
                  <a:pt x="2687056" y="84033"/>
                  <a:pt x="2687879" y="82205"/>
                </a:cubicBezTo>
                <a:cubicBezTo>
                  <a:pt x="2688702" y="80284"/>
                  <a:pt x="2689799" y="78638"/>
                  <a:pt x="2691262" y="77175"/>
                </a:cubicBezTo>
                <a:cubicBezTo>
                  <a:pt x="2692725" y="75712"/>
                  <a:pt x="2694371" y="74615"/>
                  <a:pt x="2696200" y="73792"/>
                </a:cubicBezTo>
                <a:cubicBezTo>
                  <a:pt x="2698120" y="73061"/>
                  <a:pt x="2700132" y="72603"/>
                  <a:pt x="2702143" y="72603"/>
                </a:cubicBezTo>
                <a:cubicBezTo>
                  <a:pt x="2704247" y="72603"/>
                  <a:pt x="2706167" y="73061"/>
                  <a:pt x="2708087" y="73792"/>
                </a:cubicBezTo>
                <a:cubicBezTo>
                  <a:pt x="2709916" y="74615"/>
                  <a:pt x="2711653" y="75712"/>
                  <a:pt x="2713116" y="77175"/>
                </a:cubicBezTo>
                <a:cubicBezTo>
                  <a:pt x="2714488" y="78638"/>
                  <a:pt x="2715677" y="80284"/>
                  <a:pt x="2716408" y="82205"/>
                </a:cubicBezTo>
                <a:cubicBezTo>
                  <a:pt x="2717231" y="84033"/>
                  <a:pt x="2717597" y="86045"/>
                  <a:pt x="2717597" y="88057"/>
                </a:cubicBezTo>
              </a:path>
              <a:path w="3493648" h="158557">
                <a:moveTo>
                  <a:pt x="2939247" y="34930"/>
                </a:moveTo>
                <a:cubicBezTo>
                  <a:pt x="2939247" y="36942"/>
                  <a:pt x="2938882" y="38953"/>
                  <a:pt x="2938059" y="40782"/>
                </a:cubicBezTo>
                <a:cubicBezTo>
                  <a:pt x="2937327" y="42702"/>
                  <a:pt x="2936230" y="44348"/>
                  <a:pt x="2934767" y="45811"/>
                </a:cubicBezTo>
                <a:cubicBezTo>
                  <a:pt x="2933304" y="47274"/>
                  <a:pt x="2931658" y="48372"/>
                  <a:pt x="2929738" y="49195"/>
                </a:cubicBezTo>
                <a:cubicBezTo>
                  <a:pt x="2927817" y="49926"/>
                  <a:pt x="2925897" y="50383"/>
                  <a:pt x="2923794" y="50383"/>
                </a:cubicBezTo>
                <a:cubicBezTo>
                  <a:pt x="2921782" y="50383"/>
                  <a:pt x="2919771" y="49926"/>
                  <a:pt x="2917942" y="49195"/>
                </a:cubicBezTo>
                <a:cubicBezTo>
                  <a:pt x="2916022" y="48372"/>
                  <a:pt x="2914376" y="47274"/>
                  <a:pt x="2912913" y="45811"/>
                </a:cubicBezTo>
                <a:cubicBezTo>
                  <a:pt x="2911450" y="44348"/>
                  <a:pt x="2910352" y="42702"/>
                  <a:pt x="2909529" y="40782"/>
                </a:cubicBezTo>
                <a:cubicBezTo>
                  <a:pt x="2908798" y="38953"/>
                  <a:pt x="2908341" y="36942"/>
                  <a:pt x="2908341" y="34930"/>
                </a:cubicBezTo>
                <a:cubicBezTo>
                  <a:pt x="2908341" y="32827"/>
                  <a:pt x="2908798" y="30907"/>
                  <a:pt x="2909529" y="28986"/>
                </a:cubicBezTo>
                <a:cubicBezTo>
                  <a:pt x="2910352" y="27158"/>
                  <a:pt x="2911450" y="25420"/>
                  <a:pt x="2912913" y="24049"/>
                </a:cubicBezTo>
                <a:cubicBezTo>
                  <a:pt x="2914376" y="22586"/>
                  <a:pt x="2916022" y="21488"/>
                  <a:pt x="2917942" y="20665"/>
                </a:cubicBezTo>
                <a:cubicBezTo>
                  <a:pt x="2919771" y="19842"/>
                  <a:pt x="2921782" y="19477"/>
                  <a:pt x="2923794" y="19477"/>
                </a:cubicBezTo>
                <a:cubicBezTo>
                  <a:pt x="2925897" y="19477"/>
                  <a:pt x="2927817" y="19842"/>
                  <a:pt x="2929738" y="20665"/>
                </a:cubicBezTo>
                <a:cubicBezTo>
                  <a:pt x="2931658" y="21488"/>
                  <a:pt x="2933304" y="22586"/>
                  <a:pt x="2934767" y="24049"/>
                </a:cubicBezTo>
                <a:cubicBezTo>
                  <a:pt x="2936230" y="25420"/>
                  <a:pt x="2937327" y="27158"/>
                  <a:pt x="2938059" y="28986"/>
                </a:cubicBezTo>
                <a:cubicBezTo>
                  <a:pt x="2938882" y="30907"/>
                  <a:pt x="2939247" y="32827"/>
                  <a:pt x="2939247" y="34930"/>
                </a:cubicBezTo>
              </a:path>
              <a:path w="3493648" h="158557">
                <a:moveTo>
                  <a:pt x="3190250" y="78273"/>
                </a:moveTo>
                <a:cubicBezTo>
                  <a:pt x="3190250" y="80284"/>
                  <a:pt x="3189793" y="82205"/>
                  <a:pt x="3189061" y="84125"/>
                </a:cubicBezTo>
                <a:cubicBezTo>
                  <a:pt x="3188238" y="86045"/>
                  <a:pt x="3187141" y="87691"/>
                  <a:pt x="3185678" y="89154"/>
                </a:cubicBezTo>
                <a:cubicBezTo>
                  <a:pt x="3184215" y="90617"/>
                  <a:pt x="3182569" y="91714"/>
                  <a:pt x="3180649" y="92446"/>
                </a:cubicBezTo>
                <a:cubicBezTo>
                  <a:pt x="3178820" y="93269"/>
                  <a:pt x="3176808" y="93635"/>
                  <a:pt x="3174797" y="93635"/>
                </a:cubicBezTo>
                <a:cubicBezTo>
                  <a:pt x="3172694" y="93635"/>
                  <a:pt x="3170773" y="93269"/>
                  <a:pt x="3168853" y="92446"/>
                </a:cubicBezTo>
                <a:cubicBezTo>
                  <a:pt x="3166933" y="91714"/>
                  <a:pt x="3165287" y="90617"/>
                  <a:pt x="3163824" y="89154"/>
                </a:cubicBezTo>
                <a:cubicBezTo>
                  <a:pt x="3162361" y="87691"/>
                  <a:pt x="3161264" y="86045"/>
                  <a:pt x="3160532" y="84125"/>
                </a:cubicBezTo>
                <a:cubicBezTo>
                  <a:pt x="3159709" y="82205"/>
                  <a:pt x="3159343" y="80284"/>
                  <a:pt x="3159343" y="78273"/>
                </a:cubicBezTo>
                <a:cubicBezTo>
                  <a:pt x="3159343" y="76170"/>
                  <a:pt x="3159709" y="74249"/>
                  <a:pt x="3160532" y="72329"/>
                </a:cubicBezTo>
                <a:cubicBezTo>
                  <a:pt x="3161264" y="70409"/>
                  <a:pt x="3162361" y="68763"/>
                  <a:pt x="3163824" y="67300"/>
                </a:cubicBezTo>
                <a:cubicBezTo>
                  <a:pt x="3165287" y="65837"/>
                  <a:pt x="3166933" y="64740"/>
                  <a:pt x="3168853" y="64008"/>
                </a:cubicBezTo>
                <a:cubicBezTo>
                  <a:pt x="3170773" y="63185"/>
                  <a:pt x="3172694" y="62819"/>
                  <a:pt x="3174797" y="62819"/>
                </a:cubicBezTo>
                <a:cubicBezTo>
                  <a:pt x="3176808" y="62819"/>
                  <a:pt x="3178820" y="63185"/>
                  <a:pt x="3180649" y="64008"/>
                </a:cubicBezTo>
                <a:cubicBezTo>
                  <a:pt x="3182569" y="64740"/>
                  <a:pt x="3184215" y="65837"/>
                  <a:pt x="3185678" y="67300"/>
                </a:cubicBezTo>
                <a:cubicBezTo>
                  <a:pt x="3187141" y="68763"/>
                  <a:pt x="3188238" y="70409"/>
                  <a:pt x="3189061" y="72329"/>
                </a:cubicBezTo>
                <a:cubicBezTo>
                  <a:pt x="3189793" y="74249"/>
                  <a:pt x="3190250" y="76170"/>
                  <a:pt x="3190250" y="78273"/>
                </a:cubicBezTo>
              </a:path>
              <a:path w="3493648" h="158557">
                <a:moveTo>
                  <a:pt x="3493648" y="15453"/>
                </a:moveTo>
                <a:cubicBezTo>
                  <a:pt x="3493648" y="17465"/>
                  <a:pt x="3493282" y="19477"/>
                  <a:pt x="3492459" y="21306"/>
                </a:cubicBezTo>
                <a:cubicBezTo>
                  <a:pt x="3491636" y="23226"/>
                  <a:pt x="3490539" y="24872"/>
                  <a:pt x="3489076" y="26335"/>
                </a:cubicBezTo>
                <a:cubicBezTo>
                  <a:pt x="3487613" y="27798"/>
                  <a:pt x="3485967" y="28895"/>
                  <a:pt x="3484138" y="29718"/>
                </a:cubicBezTo>
                <a:cubicBezTo>
                  <a:pt x="3482218" y="30450"/>
                  <a:pt x="3480206" y="30815"/>
                  <a:pt x="3478195" y="30815"/>
                </a:cubicBezTo>
                <a:cubicBezTo>
                  <a:pt x="3476092" y="30815"/>
                  <a:pt x="3474171" y="30450"/>
                  <a:pt x="3472251" y="29718"/>
                </a:cubicBezTo>
                <a:cubicBezTo>
                  <a:pt x="3470422" y="28895"/>
                  <a:pt x="3468685" y="27798"/>
                  <a:pt x="3467222" y="26335"/>
                </a:cubicBezTo>
                <a:cubicBezTo>
                  <a:pt x="3465850" y="24872"/>
                  <a:pt x="3464662" y="23226"/>
                  <a:pt x="3463930" y="21306"/>
                </a:cubicBezTo>
                <a:cubicBezTo>
                  <a:pt x="3463107" y="19477"/>
                  <a:pt x="3462741" y="17465"/>
                  <a:pt x="3462741" y="15453"/>
                </a:cubicBezTo>
                <a:cubicBezTo>
                  <a:pt x="3462741" y="13350"/>
                  <a:pt x="3463107" y="11430"/>
                  <a:pt x="3463930" y="9510"/>
                </a:cubicBezTo>
                <a:cubicBezTo>
                  <a:pt x="3464662" y="7590"/>
                  <a:pt x="3465850" y="5944"/>
                  <a:pt x="3467222" y="4481"/>
                </a:cubicBezTo>
                <a:cubicBezTo>
                  <a:pt x="3468685" y="3109"/>
                  <a:pt x="3470422" y="1920"/>
                  <a:pt x="3472251" y="1189"/>
                </a:cubicBezTo>
                <a:cubicBezTo>
                  <a:pt x="3474171" y="366"/>
                  <a:pt x="3476092" y="0"/>
                  <a:pt x="3478195" y="0"/>
                </a:cubicBezTo>
                <a:cubicBezTo>
                  <a:pt x="3480206" y="0"/>
                  <a:pt x="3482218" y="366"/>
                  <a:pt x="3484138" y="1189"/>
                </a:cubicBezTo>
                <a:cubicBezTo>
                  <a:pt x="3485967" y="1920"/>
                  <a:pt x="3487613" y="3109"/>
                  <a:pt x="3489076" y="4481"/>
                </a:cubicBezTo>
                <a:cubicBezTo>
                  <a:pt x="3490539" y="5944"/>
                  <a:pt x="3491636" y="7590"/>
                  <a:pt x="3492459" y="9510"/>
                </a:cubicBezTo>
                <a:cubicBezTo>
                  <a:pt x="3493282" y="11430"/>
                  <a:pt x="3493648" y="13350"/>
                  <a:pt x="3493648" y="15453"/>
                </a:cubicBezTo>
              </a:path>
            </a:pathLst>
          </a:custGeom>
          <a:solidFill>
            <a:srgbClr val="F2EFE6">
              <a:alpha val="86000"/>
            </a:srgbClr>
          </a:solidFill>
          <a:ln w="6007">
            <a:solidFill>
              <a:srgbClr val="8D948E">
                <a:alpha val="86000"/>
              </a:srgbClr>
            </a:solidFill>
            <a:prstDash val="solid"/>
          </a:ln>
        </p:spPr>
      </p:sp>
      <p:sp>
        <p:nvSpPr>
          <p:cNvPr id="14" name="Forma 42"/>
          <p:cNvSpPr/>
          <p:nvPr/>
        </p:nvSpPr>
        <p:spPr>
          <a:xfrm>
            <a:off x="3085277" y="1112276"/>
            <a:ext cx="3148736" cy="2865181"/>
          </a:xfrm>
          <a:custGeom>
            <a:avLst/>
            <a:gdLst/>
            <a:ahLst/>
            <a:cxnLst/>
            <a:rect l="l" t="t" r="r" b="b"/>
            <a:pathLst>
              <a:path w="3148736" h="2865181">
                <a:moveTo>
                  <a:pt x="0" y="2847990"/>
                </a:moveTo>
                <a:lnTo>
                  <a:pt x="17191" y="2811871"/>
                </a:lnTo>
                <a:lnTo>
                  <a:pt x="53401" y="2829062"/>
                </a:lnTo>
                <a:lnTo>
                  <a:pt x="36119" y="2865181"/>
                </a:lnTo>
                <a:lnTo>
                  <a:pt x="0" y="2847990"/>
                </a:lnTo>
              </a:path>
              <a:path w="3148736" h="2865181">
                <a:moveTo>
                  <a:pt x="46726" y="2749967"/>
                </a:moveTo>
                <a:lnTo>
                  <a:pt x="63917" y="2713848"/>
                </a:lnTo>
                <a:lnTo>
                  <a:pt x="100127" y="2731038"/>
                </a:lnTo>
                <a:lnTo>
                  <a:pt x="82936" y="2767157"/>
                </a:lnTo>
                <a:lnTo>
                  <a:pt x="46726" y="2749967"/>
                </a:lnTo>
              </a:path>
              <a:path w="3148736" h="2865181">
                <a:moveTo>
                  <a:pt x="93452" y="2651943"/>
                </a:moveTo>
                <a:lnTo>
                  <a:pt x="110642" y="2615824"/>
                </a:lnTo>
                <a:lnTo>
                  <a:pt x="146853" y="2633015"/>
                </a:lnTo>
                <a:lnTo>
                  <a:pt x="129662" y="2669134"/>
                </a:lnTo>
                <a:lnTo>
                  <a:pt x="93452" y="2651943"/>
                </a:lnTo>
              </a:path>
              <a:path w="3148736" h="2865181">
                <a:moveTo>
                  <a:pt x="140178" y="2553828"/>
                </a:moveTo>
                <a:lnTo>
                  <a:pt x="157368" y="2517709"/>
                </a:lnTo>
                <a:lnTo>
                  <a:pt x="193578" y="2534900"/>
                </a:lnTo>
                <a:lnTo>
                  <a:pt x="176388" y="2571018"/>
                </a:lnTo>
                <a:lnTo>
                  <a:pt x="140178" y="2553828"/>
                </a:lnTo>
              </a:path>
              <a:path w="3148736" h="2865181">
                <a:moveTo>
                  <a:pt x="186903" y="2455804"/>
                </a:moveTo>
                <a:lnTo>
                  <a:pt x="204186" y="2419685"/>
                </a:lnTo>
                <a:lnTo>
                  <a:pt x="240304" y="2436876"/>
                </a:lnTo>
                <a:lnTo>
                  <a:pt x="223114" y="2472995"/>
                </a:lnTo>
                <a:lnTo>
                  <a:pt x="186903" y="2455804"/>
                </a:lnTo>
              </a:path>
              <a:path w="3148736" h="2865181">
                <a:moveTo>
                  <a:pt x="233629" y="2357780"/>
                </a:moveTo>
                <a:lnTo>
                  <a:pt x="250911" y="2321662"/>
                </a:lnTo>
                <a:lnTo>
                  <a:pt x="287030" y="2338852"/>
                </a:lnTo>
                <a:lnTo>
                  <a:pt x="269839" y="2374971"/>
                </a:lnTo>
                <a:lnTo>
                  <a:pt x="233629" y="2357780"/>
                </a:lnTo>
              </a:path>
              <a:path w="3148736" h="2865181">
                <a:moveTo>
                  <a:pt x="280355" y="2259757"/>
                </a:moveTo>
                <a:lnTo>
                  <a:pt x="297637" y="2223638"/>
                </a:lnTo>
                <a:lnTo>
                  <a:pt x="333756" y="2240829"/>
                </a:lnTo>
                <a:lnTo>
                  <a:pt x="316565" y="2276947"/>
                </a:lnTo>
                <a:lnTo>
                  <a:pt x="280355" y="2259757"/>
                </a:lnTo>
              </a:path>
              <a:path w="3148736" h="2865181">
                <a:moveTo>
                  <a:pt x="327081" y="2161733"/>
                </a:moveTo>
                <a:lnTo>
                  <a:pt x="344363" y="2125614"/>
                </a:lnTo>
                <a:lnTo>
                  <a:pt x="380482" y="2142805"/>
                </a:lnTo>
                <a:lnTo>
                  <a:pt x="363291" y="2178924"/>
                </a:lnTo>
                <a:lnTo>
                  <a:pt x="327081" y="2161733"/>
                </a:lnTo>
              </a:path>
              <a:path w="3148736" h="2865181">
                <a:moveTo>
                  <a:pt x="373898" y="2063709"/>
                </a:moveTo>
                <a:lnTo>
                  <a:pt x="391089" y="2027591"/>
                </a:lnTo>
                <a:lnTo>
                  <a:pt x="427208" y="2044781"/>
                </a:lnTo>
                <a:lnTo>
                  <a:pt x="410017" y="2080900"/>
                </a:lnTo>
                <a:lnTo>
                  <a:pt x="373898" y="2063709"/>
                </a:lnTo>
              </a:path>
              <a:path w="3148736" h="2865181">
                <a:moveTo>
                  <a:pt x="420624" y="1965686"/>
                </a:moveTo>
                <a:lnTo>
                  <a:pt x="437815" y="1929567"/>
                </a:lnTo>
                <a:lnTo>
                  <a:pt x="473934" y="1946758"/>
                </a:lnTo>
                <a:lnTo>
                  <a:pt x="456743" y="1982876"/>
                </a:lnTo>
                <a:lnTo>
                  <a:pt x="420624" y="1965686"/>
                </a:lnTo>
              </a:path>
              <a:path w="3148736" h="2865181">
                <a:moveTo>
                  <a:pt x="467350" y="1867571"/>
                </a:moveTo>
                <a:lnTo>
                  <a:pt x="484541" y="1831452"/>
                </a:lnTo>
                <a:lnTo>
                  <a:pt x="520659" y="1848642"/>
                </a:lnTo>
                <a:lnTo>
                  <a:pt x="503469" y="1884761"/>
                </a:lnTo>
                <a:lnTo>
                  <a:pt x="467350" y="1867571"/>
                </a:lnTo>
              </a:path>
              <a:path w="3148736" h="2865181">
                <a:moveTo>
                  <a:pt x="514076" y="1769547"/>
                </a:moveTo>
                <a:lnTo>
                  <a:pt x="531266" y="1733428"/>
                </a:lnTo>
                <a:lnTo>
                  <a:pt x="567385" y="1750619"/>
                </a:lnTo>
                <a:lnTo>
                  <a:pt x="550194" y="1786738"/>
                </a:lnTo>
                <a:lnTo>
                  <a:pt x="514076" y="1769547"/>
                </a:lnTo>
              </a:path>
              <a:path w="3148736" h="2865181">
                <a:moveTo>
                  <a:pt x="560802" y="1671523"/>
                </a:moveTo>
                <a:lnTo>
                  <a:pt x="577992" y="1635404"/>
                </a:lnTo>
                <a:lnTo>
                  <a:pt x="614202" y="1652595"/>
                </a:lnTo>
                <a:lnTo>
                  <a:pt x="596920" y="1688714"/>
                </a:lnTo>
                <a:lnTo>
                  <a:pt x="560802" y="1671523"/>
                </a:lnTo>
              </a:path>
              <a:path w="3148736" h="2865181">
                <a:moveTo>
                  <a:pt x="607527" y="1573500"/>
                </a:moveTo>
                <a:lnTo>
                  <a:pt x="624718" y="1537381"/>
                </a:lnTo>
                <a:lnTo>
                  <a:pt x="660928" y="1554571"/>
                </a:lnTo>
                <a:lnTo>
                  <a:pt x="643646" y="1590690"/>
                </a:lnTo>
                <a:lnTo>
                  <a:pt x="607527" y="1573500"/>
                </a:lnTo>
              </a:path>
              <a:path w="3148736" h="2865181">
                <a:moveTo>
                  <a:pt x="654253" y="1475476"/>
                </a:moveTo>
                <a:lnTo>
                  <a:pt x="671444" y="1439357"/>
                </a:lnTo>
                <a:lnTo>
                  <a:pt x="707654" y="1456548"/>
                </a:lnTo>
                <a:lnTo>
                  <a:pt x="690372" y="1492667"/>
                </a:lnTo>
                <a:lnTo>
                  <a:pt x="654253" y="1475476"/>
                </a:lnTo>
              </a:path>
              <a:path w="3148736" h="2865181">
                <a:moveTo>
                  <a:pt x="700979" y="1377452"/>
                </a:moveTo>
                <a:lnTo>
                  <a:pt x="718170" y="1341333"/>
                </a:lnTo>
                <a:lnTo>
                  <a:pt x="754380" y="1358524"/>
                </a:lnTo>
                <a:lnTo>
                  <a:pt x="737098" y="1394643"/>
                </a:lnTo>
                <a:lnTo>
                  <a:pt x="700979" y="1377452"/>
                </a:lnTo>
              </a:path>
              <a:path w="3148736" h="2865181">
                <a:moveTo>
                  <a:pt x="747705" y="1279428"/>
                </a:moveTo>
                <a:lnTo>
                  <a:pt x="764896" y="1243310"/>
                </a:lnTo>
                <a:lnTo>
                  <a:pt x="801106" y="1260500"/>
                </a:lnTo>
                <a:lnTo>
                  <a:pt x="783915" y="1296619"/>
                </a:lnTo>
                <a:lnTo>
                  <a:pt x="747705" y="1279428"/>
                </a:lnTo>
              </a:path>
              <a:path w="3148736" h="2865181">
                <a:moveTo>
                  <a:pt x="794431" y="1181313"/>
                </a:moveTo>
                <a:lnTo>
                  <a:pt x="811621" y="1145195"/>
                </a:lnTo>
                <a:lnTo>
                  <a:pt x="847832" y="1162385"/>
                </a:lnTo>
                <a:lnTo>
                  <a:pt x="830641" y="1198504"/>
                </a:lnTo>
                <a:lnTo>
                  <a:pt x="794431" y="1181313"/>
                </a:lnTo>
              </a:path>
              <a:path w="3148736" h="2865181">
                <a:moveTo>
                  <a:pt x="841157" y="1083290"/>
                </a:moveTo>
                <a:lnTo>
                  <a:pt x="858347" y="1047171"/>
                </a:lnTo>
                <a:lnTo>
                  <a:pt x="894558" y="1064362"/>
                </a:lnTo>
                <a:lnTo>
                  <a:pt x="877367" y="1100480"/>
                </a:lnTo>
                <a:lnTo>
                  <a:pt x="841157" y="1083290"/>
                </a:lnTo>
              </a:path>
              <a:path w="3148736" h="2865181">
                <a:moveTo>
                  <a:pt x="887882" y="985266"/>
                </a:moveTo>
                <a:lnTo>
                  <a:pt x="905165" y="949147"/>
                </a:lnTo>
                <a:lnTo>
                  <a:pt x="941283" y="966338"/>
                </a:lnTo>
                <a:lnTo>
                  <a:pt x="924093" y="1002457"/>
                </a:lnTo>
                <a:lnTo>
                  <a:pt x="887882" y="985266"/>
                </a:lnTo>
              </a:path>
              <a:path w="3148736" h="2865181">
                <a:moveTo>
                  <a:pt x="934608" y="887242"/>
                </a:moveTo>
                <a:lnTo>
                  <a:pt x="951890" y="851124"/>
                </a:lnTo>
                <a:lnTo>
                  <a:pt x="988009" y="868314"/>
                </a:lnTo>
                <a:lnTo>
                  <a:pt x="970818" y="904433"/>
                </a:lnTo>
                <a:lnTo>
                  <a:pt x="934608" y="887242"/>
                </a:lnTo>
              </a:path>
              <a:path w="3148736" h="2865181">
                <a:moveTo>
                  <a:pt x="981334" y="789219"/>
                </a:moveTo>
                <a:lnTo>
                  <a:pt x="998616" y="753100"/>
                </a:lnTo>
                <a:lnTo>
                  <a:pt x="1034735" y="770291"/>
                </a:lnTo>
                <a:lnTo>
                  <a:pt x="1017544" y="806409"/>
                </a:lnTo>
                <a:lnTo>
                  <a:pt x="981334" y="789219"/>
                </a:lnTo>
              </a:path>
              <a:path w="3148736" h="2865181">
                <a:moveTo>
                  <a:pt x="1066739" y="734080"/>
                </a:moveTo>
                <a:lnTo>
                  <a:pt x="1090605" y="766267"/>
                </a:lnTo>
                <a:lnTo>
                  <a:pt x="1058418" y="790042"/>
                </a:lnTo>
                <a:lnTo>
                  <a:pt x="1034552" y="757855"/>
                </a:lnTo>
                <a:lnTo>
                  <a:pt x="1066739" y="734080"/>
                </a:lnTo>
              </a:path>
              <a:path w="3148736" h="2865181">
                <a:moveTo>
                  <a:pt x="1131479" y="821314"/>
                </a:moveTo>
                <a:lnTo>
                  <a:pt x="1155253" y="853501"/>
                </a:lnTo>
                <a:lnTo>
                  <a:pt x="1123066" y="877275"/>
                </a:lnTo>
                <a:lnTo>
                  <a:pt x="1099200" y="845180"/>
                </a:lnTo>
                <a:lnTo>
                  <a:pt x="1131479" y="821314"/>
                </a:lnTo>
              </a:path>
              <a:path w="3148736" h="2865181">
                <a:moveTo>
                  <a:pt x="1196127" y="908639"/>
                </a:moveTo>
                <a:lnTo>
                  <a:pt x="1219901" y="940735"/>
                </a:lnTo>
                <a:lnTo>
                  <a:pt x="1187714" y="964601"/>
                </a:lnTo>
                <a:lnTo>
                  <a:pt x="1163940" y="932414"/>
                </a:lnTo>
                <a:lnTo>
                  <a:pt x="1196127" y="908639"/>
                </a:lnTo>
              </a:path>
              <a:path w="3148736" h="2865181">
                <a:moveTo>
                  <a:pt x="1260775" y="995873"/>
                </a:moveTo>
                <a:lnTo>
                  <a:pt x="1284641" y="1028060"/>
                </a:lnTo>
                <a:lnTo>
                  <a:pt x="1252454" y="1051834"/>
                </a:lnTo>
                <a:lnTo>
                  <a:pt x="1228588" y="1019647"/>
                </a:lnTo>
                <a:lnTo>
                  <a:pt x="1260775" y="995873"/>
                </a:lnTo>
              </a:path>
              <a:path w="3148736" h="2865181">
                <a:moveTo>
                  <a:pt x="1325514" y="1083198"/>
                </a:moveTo>
                <a:lnTo>
                  <a:pt x="1349289" y="1115294"/>
                </a:lnTo>
                <a:lnTo>
                  <a:pt x="1317102" y="1139068"/>
                </a:lnTo>
                <a:lnTo>
                  <a:pt x="1293327" y="1106973"/>
                </a:lnTo>
                <a:lnTo>
                  <a:pt x="1325514" y="1083198"/>
                </a:lnTo>
              </a:path>
              <a:path w="3148736" h="2865181">
                <a:moveTo>
                  <a:pt x="1390162" y="1170432"/>
                </a:moveTo>
                <a:lnTo>
                  <a:pt x="1414028" y="1202619"/>
                </a:lnTo>
                <a:lnTo>
                  <a:pt x="1381750" y="1226393"/>
                </a:lnTo>
                <a:lnTo>
                  <a:pt x="1357975" y="1194206"/>
                </a:lnTo>
                <a:lnTo>
                  <a:pt x="1390162" y="1170432"/>
                </a:lnTo>
              </a:path>
              <a:path w="3148736" h="2865181">
                <a:moveTo>
                  <a:pt x="1454810" y="1257666"/>
                </a:moveTo>
                <a:lnTo>
                  <a:pt x="1478676" y="1289853"/>
                </a:lnTo>
                <a:lnTo>
                  <a:pt x="1446489" y="1313627"/>
                </a:lnTo>
                <a:lnTo>
                  <a:pt x="1422624" y="1281532"/>
                </a:lnTo>
                <a:lnTo>
                  <a:pt x="1454810" y="1257666"/>
                </a:lnTo>
              </a:path>
              <a:path w="3148736" h="2865181">
                <a:moveTo>
                  <a:pt x="1519550" y="1344991"/>
                </a:moveTo>
                <a:lnTo>
                  <a:pt x="1543324" y="1377086"/>
                </a:lnTo>
                <a:lnTo>
                  <a:pt x="1511137" y="1400952"/>
                </a:lnTo>
                <a:lnTo>
                  <a:pt x="1487363" y="1368765"/>
                </a:lnTo>
                <a:lnTo>
                  <a:pt x="1519550" y="1344991"/>
                </a:lnTo>
              </a:path>
              <a:path w="3148736" h="2865181">
                <a:moveTo>
                  <a:pt x="1584198" y="1432225"/>
                </a:moveTo>
                <a:lnTo>
                  <a:pt x="1608064" y="1464412"/>
                </a:lnTo>
                <a:lnTo>
                  <a:pt x="1575877" y="1488186"/>
                </a:lnTo>
                <a:lnTo>
                  <a:pt x="1552011" y="1456091"/>
                </a:lnTo>
                <a:lnTo>
                  <a:pt x="1584198" y="1432225"/>
                </a:lnTo>
              </a:path>
              <a:path w="3148736" h="2865181">
                <a:moveTo>
                  <a:pt x="1648846" y="1519550"/>
                </a:moveTo>
                <a:lnTo>
                  <a:pt x="1672712" y="1551645"/>
                </a:lnTo>
                <a:lnTo>
                  <a:pt x="1640525" y="1575511"/>
                </a:lnTo>
                <a:lnTo>
                  <a:pt x="1616659" y="1543324"/>
                </a:lnTo>
                <a:lnTo>
                  <a:pt x="1648846" y="1519550"/>
                </a:lnTo>
              </a:path>
              <a:path w="3148736" h="2865181">
                <a:moveTo>
                  <a:pt x="1713586" y="1606784"/>
                </a:moveTo>
                <a:lnTo>
                  <a:pt x="1737360" y="1638971"/>
                </a:lnTo>
                <a:lnTo>
                  <a:pt x="1705173" y="1662745"/>
                </a:lnTo>
                <a:lnTo>
                  <a:pt x="1681399" y="1630558"/>
                </a:lnTo>
                <a:lnTo>
                  <a:pt x="1713586" y="1606784"/>
                </a:lnTo>
              </a:path>
              <a:path w="3148736" h="2865181">
                <a:moveTo>
                  <a:pt x="1778234" y="1694017"/>
                </a:moveTo>
                <a:lnTo>
                  <a:pt x="1802100" y="1726204"/>
                </a:lnTo>
                <a:lnTo>
                  <a:pt x="1769913" y="1749979"/>
                </a:lnTo>
                <a:lnTo>
                  <a:pt x="1746047" y="1717883"/>
                </a:lnTo>
                <a:lnTo>
                  <a:pt x="1778234" y="1694017"/>
                </a:lnTo>
              </a:path>
              <a:path w="3148736" h="2865181">
                <a:moveTo>
                  <a:pt x="1842882" y="1781343"/>
                </a:moveTo>
                <a:lnTo>
                  <a:pt x="1866748" y="1813438"/>
                </a:lnTo>
                <a:lnTo>
                  <a:pt x="1834561" y="1837304"/>
                </a:lnTo>
                <a:lnTo>
                  <a:pt x="1810695" y="1805117"/>
                </a:lnTo>
                <a:lnTo>
                  <a:pt x="1842882" y="1781343"/>
                </a:lnTo>
              </a:path>
              <a:path w="3148736" h="2865181">
                <a:moveTo>
                  <a:pt x="1907621" y="1868576"/>
                </a:moveTo>
                <a:lnTo>
                  <a:pt x="1931396" y="1900763"/>
                </a:lnTo>
                <a:lnTo>
                  <a:pt x="1899209" y="1924538"/>
                </a:lnTo>
                <a:lnTo>
                  <a:pt x="1875434" y="1892442"/>
                </a:lnTo>
                <a:lnTo>
                  <a:pt x="1907621" y="1868576"/>
                </a:lnTo>
              </a:path>
              <a:path w="3148736" h="2865181">
                <a:moveTo>
                  <a:pt x="1972269" y="1955902"/>
                </a:moveTo>
                <a:lnTo>
                  <a:pt x="1996135" y="1987997"/>
                </a:lnTo>
                <a:lnTo>
                  <a:pt x="1963948" y="2011863"/>
                </a:lnTo>
                <a:lnTo>
                  <a:pt x="1940082" y="1979676"/>
                </a:lnTo>
                <a:lnTo>
                  <a:pt x="1972269" y="1955902"/>
                </a:lnTo>
              </a:path>
              <a:path w="3148736" h="2865181">
                <a:moveTo>
                  <a:pt x="2036917" y="2043135"/>
                </a:moveTo>
                <a:lnTo>
                  <a:pt x="2060783" y="2075322"/>
                </a:lnTo>
                <a:lnTo>
                  <a:pt x="2028596" y="2099097"/>
                </a:lnTo>
                <a:lnTo>
                  <a:pt x="2004731" y="2066910"/>
                </a:lnTo>
                <a:lnTo>
                  <a:pt x="2036917" y="2043135"/>
                </a:lnTo>
              </a:path>
              <a:path w="3148736" h="2865181">
                <a:moveTo>
                  <a:pt x="2052645" y="2029328"/>
                </a:moveTo>
                <a:lnTo>
                  <a:pt x="2067184" y="1992020"/>
                </a:lnTo>
                <a:lnTo>
                  <a:pt x="2104492" y="2006559"/>
                </a:lnTo>
                <a:lnTo>
                  <a:pt x="2090044" y="2043867"/>
                </a:lnTo>
                <a:lnTo>
                  <a:pt x="2052645" y="2029328"/>
                </a:lnTo>
              </a:path>
              <a:path w="3148736" h="2865181">
                <a:moveTo>
                  <a:pt x="2092056" y="1928104"/>
                </a:moveTo>
                <a:lnTo>
                  <a:pt x="2106595" y="1890888"/>
                </a:lnTo>
                <a:lnTo>
                  <a:pt x="2143902" y="1905335"/>
                </a:lnTo>
                <a:lnTo>
                  <a:pt x="2129363" y="1942643"/>
                </a:lnTo>
                <a:lnTo>
                  <a:pt x="2092056" y="1928104"/>
                </a:lnTo>
              </a:path>
              <a:path w="3148736" h="2865181">
                <a:moveTo>
                  <a:pt x="2131466" y="1826971"/>
                </a:moveTo>
                <a:lnTo>
                  <a:pt x="2145914" y="1789664"/>
                </a:lnTo>
                <a:lnTo>
                  <a:pt x="2183313" y="1804111"/>
                </a:lnTo>
                <a:lnTo>
                  <a:pt x="2168774" y="1841419"/>
                </a:lnTo>
                <a:lnTo>
                  <a:pt x="2131466" y="1826971"/>
                </a:lnTo>
              </a:path>
              <a:path w="3148736" h="2865181">
                <a:moveTo>
                  <a:pt x="2170786" y="1725747"/>
                </a:moveTo>
                <a:lnTo>
                  <a:pt x="2185325" y="1688440"/>
                </a:lnTo>
                <a:lnTo>
                  <a:pt x="2222632" y="1702887"/>
                </a:lnTo>
                <a:lnTo>
                  <a:pt x="2208185" y="1740195"/>
                </a:lnTo>
                <a:lnTo>
                  <a:pt x="2170786" y="1725747"/>
                </a:lnTo>
              </a:path>
              <a:path w="3148736" h="2865181">
                <a:moveTo>
                  <a:pt x="2210196" y="1624523"/>
                </a:moveTo>
                <a:lnTo>
                  <a:pt x="2224735" y="1587216"/>
                </a:lnTo>
                <a:lnTo>
                  <a:pt x="2262043" y="1601754"/>
                </a:lnTo>
                <a:lnTo>
                  <a:pt x="2247504" y="1638971"/>
                </a:lnTo>
                <a:lnTo>
                  <a:pt x="2210196" y="1624523"/>
                </a:lnTo>
              </a:path>
              <a:path w="3148736" h="2865181">
                <a:moveTo>
                  <a:pt x="2249607" y="1523299"/>
                </a:moveTo>
                <a:lnTo>
                  <a:pt x="2264054" y="1485991"/>
                </a:lnTo>
                <a:lnTo>
                  <a:pt x="2301453" y="1500530"/>
                </a:lnTo>
                <a:lnTo>
                  <a:pt x="2286914" y="1537838"/>
                </a:lnTo>
                <a:lnTo>
                  <a:pt x="2249607" y="1523299"/>
                </a:lnTo>
              </a:path>
              <a:path w="3148736" h="2865181">
                <a:moveTo>
                  <a:pt x="2288926" y="1422075"/>
                </a:moveTo>
                <a:lnTo>
                  <a:pt x="2303465" y="1384767"/>
                </a:lnTo>
                <a:lnTo>
                  <a:pt x="2340773" y="1399306"/>
                </a:lnTo>
                <a:lnTo>
                  <a:pt x="2326234" y="1436614"/>
                </a:lnTo>
                <a:lnTo>
                  <a:pt x="2288926" y="1422075"/>
                </a:lnTo>
              </a:path>
              <a:path w="3148736" h="2865181">
                <a:moveTo>
                  <a:pt x="2328337" y="1320851"/>
                </a:moveTo>
                <a:lnTo>
                  <a:pt x="2342784" y="1283635"/>
                </a:lnTo>
                <a:lnTo>
                  <a:pt x="2380183" y="1298082"/>
                </a:lnTo>
                <a:lnTo>
                  <a:pt x="2365644" y="1335390"/>
                </a:lnTo>
                <a:lnTo>
                  <a:pt x="2328337" y="1320851"/>
                </a:lnTo>
              </a:path>
              <a:path w="3148736" h="2865181">
                <a:moveTo>
                  <a:pt x="2367656" y="1219718"/>
                </a:moveTo>
                <a:lnTo>
                  <a:pt x="2382195" y="1182411"/>
                </a:lnTo>
                <a:lnTo>
                  <a:pt x="2419502" y="1196858"/>
                </a:lnTo>
                <a:lnTo>
                  <a:pt x="2405055" y="1234166"/>
                </a:lnTo>
                <a:lnTo>
                  <a:pt x="2367656" y="1219718"/>
                </a:lnTo>
              </a:path>
              <a:path w="3148736" h="2865181">
                <a:moveTo>
                  <a:pt x="2407067" y="1118494"/>
                </a:moveTo>
                <a:lnTo>
                  <a:pt x="2421606" y="1081187"/>
                </a:lnTo>
                <a:lnTo>
                  <a:pt x="2458913" y="1095634"/>
                </a:lnTo>
                <a:lnTo>
                  <a:pt x="2444374" y="1132942"/>
                </a:lnTo>
                <a:lnTo>
                  <a:pt x="2407067" y="1118494"/>
                </a:lnTo>
              </a:path>
              <a:path w="3148736" h="2865181">
                <a:moveTo>
                  <a:pt x="2446477" y="1017270"/>
                </a:moveTo>
                <a:lnTo>
                  <a:pt x="2460925" y="979962"/>
                </a:lnTo>
                <a:lnTo>
                  <a:pt x="2498324" y="994501"/>
                </a:lnTo>
                <a:lnTo>
                  <a:pt x="2483785" y="1031718"/>
                </a:lnTo>
                <a:lnTo>
                  <a:pt x="2446477" y="1017270"/>
                </a:lnTo>
              </a:path>
              <a:path w="3148736" h="2865181">
                <a:moveTo>
                  <a:pt x="2485796" y="916046"/>
                </a:moveTo>
                <a:lnTo>
                  <a:pt x="2500335" y="878738"/>
                </a:lnTo>
                <a:lnTo>
                  <a:pt x="2537643" y="893277"/>
                </a:lnTo>
                <a:lnTo>
                  <a:pt x="2523195" y="930585"/>
                </a:lnTo>
                <a:lnTo>
                  <a:pt x="2485796" y="916046"/>
                </a:lnTo>
              </a:path>
              <a:path w="3148736" h="2865181">
                <a:moveTo>
                  <a:pt x="2525207" y="814822"/>
                </a:moveTo>
                <a:lnTo>
                  <a:pt x="2539746" y="777606"/>
                </a:lnTo>
                <a:lnTo>
                  <a:pt x="2577054" y="792053"/>
                </a:lnTo>
                <a:lnTo>
                  <a:pt x="2562515" y="829361"/>
                </a:lnTo>
                <a:lnTo>
                  <a:pt x="2525207" y="814822"/>
                </a:lnTo>
              </a:path>
              <a:path w="3148736" h="2865181">
                <a:moveTo>
                  <a:pt x="2564618" y="713598"/>
                </a:moveTo>
                <a:lnTo>
                  <a:pt x="2579065" y="676382"/>
                </a:lnTo>
                <a:lnTo>
                  <a:pt x="2616464" y="690829"/>
                </a:lnTo>
                <a:lnTo>
                  <a:pt x="2601925" y="728137"/>
                </a:lnTo>
                <a:lnTo>
                  <a:pt x="2564618" y="713598"/>
                </a:lnTo>
              </a:path>
              <a:path w="3148736" h="2865181">
                <a:moveTo>
                  <a:pt x="2603937" y="612465"/>
                </a:moveTo>
                <a:lnTo>
                  <a:pt x="2618476" y="575158"/>
                </a:lnTo>
                <a:lnTo>
                  <a:pt x="2655783" y="589605"/>
                </a:lnTo>
                <a:lnTo>
                  <a:pt x="2641336" y="626913"/>
                </a:lnTo>
                <a:lnTo>
                  <a:pt x="2603937" y="612465"/>
                </a:lnTo>
              </a:path>
              <a:path w="3148736" h="2865181">
                <a:moveTo>
                  <a:pt x="2643348" y="511241"/>
                </a:moveTo>
                <a:lnTo>
                  <a:pt x="2648194" y="498805"/>
                </a:lnTo>
                <a:lnTo>
                  <a:pt x="2671877" y="473751"/>
                </a:lnTo>
                <a:lnTo>
                  <a:pt x="2700955" y="501183"/>
                </a:lnTo>
                <a:lnTo>
                  <a:pt x="2680015" y="523403"/>
                </a:lnTo>
                <a:lnTo>
                  <a:pt x="2665385" y="509687"/>
                </a:lnTo>
                <a:lnTo>
                  <a:pt x="2684130" y="516910"/>
                </a:lnTo>
                <a:lnTo>
                  <a:pt x="2680655" y="525689"/>
                </a:lnTo>
                <a:lnTo>
                  <a:pt x="2643348" y="511241"/>
                </a:lnTo>
              </a:path>
              <a:path w="3148736" h="2865181">
                <a:moveTo>
                  <a:pt x="2718968" y="423824"/>
                </a:moveTo>
                <a:lnTo>
                  <a:pt x="2746492" y="394746"/>
                </a:lnTo>
                <a:lnTo>
                  <a:pt x="2775661" y="422270"/>
                </a:lnTo>
                <a:lnTo>
                  <a:pt x="2748138" y="451348"/>
                </a:lnTo>
                <a:lnTo>
                  <a:pt x="2718968" y="423824"/>
                </a:lnTo>
              </a:path>
              <a:path w="3148736" h="2865181">
                <a:moveTo>
                  <a:pt x="2793675" y="344912"/>
                </a:moveTo>
                <a:lnTo>
                  <a:pt x="2821107" y="315834"/>
                </a:lnTo>
                <a:lnTo>
                  <a:pt x="2850276" y="343266"/>
                </a:lnTo>
                <a:lnTo>
                  <a:pt x="2822753" y="372344"/>
                </a:lnTo>
                <a:lnTo>
                  <a:pt x="2793675" y="344912"/>
                </a:lnTo>
              </a:path>
              <a:path w="3148736" h="2865181">
                <a:moveTo>
                  <a:pt x="2868290" y="265908"/>
                </a:moveTo>
                <a:lnTo>
                  <a:pt x="2895722" y="236830"/>
                </a:lnTo>
                <a:lnTo>
                  <a:pt x="2924891" y="264353"/>
                </a:lnTo>
                <a:lnTo>
                  <a:pt x="2897368" y="293431"/>
                </a:lnTo>
                <a:lnTo>
                  <a:pt x="2868290" y="265908"/>
                </a:lnTo>
              </a:path>
              <a:path w="3148736" h="2865181">
                <a:moveTo>
                  <a:pt x="2942905" y="186995"/>
                </a:moveTo>
                <a:lnTo>
                  <a:pt x="2970428" y="157917"/>
                </a:lnTo>
                <a:lnTo>
                  <a:pt x="2999506" y="185349"/>
                </a:lnTo>
                <a:lnTo>
                  <a:pt x="2971983" y="214427"/>
                </a:lnTo>
                <a:lnTo>
                  <a:pt x="2942905" y="186995"/>
                </a:lnTo>
              </a:path>
              <a:path w="3148736" h="2865181">
                <a:moveTo>
                  <a:pt x="3017520" y="108082"/>
                </a:moveTo>
                <a:lnTo>
                  <a:pt x="3045043" y="78913"/>
                </a:lnTo>
                <a:lnTo>
                  <a:pt x="3074121" y="106436"/>
                </a:lnTo>
                <a:lnTo>
                  <a:pt x="3046689" y="135514"/>
                </a:lnTo>
                <a:lnTo>
                  <a:pt x="3017520" y="108082"/>
                </a:lnTo>
              </a:path>
              <a:path w="3148736" h="2865181">
                <a:moveTo>
                  <a:pt x="3092135" y="29078"/>
                </a:moveTo>
                <a:lnTo>
                  <a:pt x="3119658" y="0"/>
                </a:lnTo>
                <a:lnTo>
                  <a:pt x="3148736" y="27432"/>
                </a:lnTo>
                <a:lnTo>
                  <a:pt x="3121304" y="56510"/>
                </a:lnTo>
                <a:lnTo>
                  <a:pt x="3092135" y="29078"/>
                </a:lnTo>
              </a:path>
            </a:pathLst>
          </a:custGeom>
          <a:solidFill>
            <a:srgbClr val="707976">
              <a:alpha val="36000"/>
            </a:srgbClr>
          </a:solidFill>
          <a:ln/>
        </p:spPr>
      </p:sp>
      <p:sp>
        <p:nvSpPr>
          <p:cNvPr id="15" name="Forma 43"/>
          <p:cNvSpPr/>
          <p:nvPr/>
        </p:nvSpPr>
        <p:spPr>
          <a:xfrm>
            <a:off x="3080339" y="1813438"/>
            <a:ext cx="1062441" cy="2178375"/>
          </a:xfrm>
          <a:custGeom>
            <a:avLst/>
            <a:gdLst/>
            <a:ahLst/>
            <a:cxnLst/>
            <a:rect l="l" t="t" r="r" b="b"/>
            <a:pathLst>
              <a:path w="1062441" h="2178375">
                <a:moveTo>
                  <a:pt x="2377" y="2145548"/>
                </a:moveTo>
                <a:lnTo>
                  <a:pt x="1018824" y="13167"/>
                </a:lnTo>
                <a:cubicBezTo>
                  <a:pt x="1020105" y="10424"/>
                  <a:pt x="1021842" y="8047"/>
                  <a:pt x="1024128" y="6035"/>
                </a:cubicBezTo>
                <a:cubicBezTo>
                  <a:pt x="1026414" y="4023"/>
                  <a:pt x="1028974" y="2469"/>
                  <a:pt x="1031809" y="1463"/>
                </a:cubicBezTo>
                <a:cubicBezTo>
                  <a:pt x="1034644" y="457"/>
                  <a:pt x="1037570" y="0"/>
                  <a:pt x="1040679" y="183"/>
                </a:cubicBezTo>
                <a:cubicBezTo>
                  <a:pt x="1043696" y="274"/>
                  <a:pt x="1046531" y="1006"/>
                  <a:pt x="1049274" y="2377"/>
                </a:cubicBezTo>
                <a:cubicBezTo>
                  <a:pt x="1052017" y="3658"/>
                  <a:pt x="1054395" y="5395"/>
                  <a:pt x="1056498" y="7681"/>
                </a:cubicBezTo>
                <a:cubicBezTo>
                  <a:pt x="1058509" y="9967"/>
                  <a:pt x="1059972" y="12527"/>
                  <a:pt x="1061070" y="15362"/>
                </a:cubicBezTo>
                <a:cubicBezTo>
                  <a:pt x="1062076" y="18197"/>
                  <a:pt x="1062441" y="21123"/>
                  <a:pt x="1062350" y="24140"/>
                </a:cubicBezTo>
                <a:cubicBezTo>
                  <a:pt x="1062167" y="27158"/>
                  <a:pt x="1061436" y="30084"/>
                  <a:pt x="1060155" y="32827"/>
                </a:cubicBezTo>
                <a:lnTo>
                  <a:pt x="43708" y="2165208"/>
                </a:lnTo>
                <a:cubicBezTo>
                  <a:pt x="42337" y="2167951"/>
                  <a:pt x="40599" y="2170328"/>
                  <a:pt x="38313" y="2172340"/>
                </a:cubicBezTo>
                <a:cubicBezTo>
                  <a:pt x="36119" y="2174352"/>
                  <a:pt x="33558" y="2175906"/>
                  <a:pt x="30632" y="2176912"/>
                </a:cubicBezTo>
                <a:cubicBezTo>
                  <a:pt x="27798" y="2177918"/>
                  <a:pt x="24872" y="2178375"/>
                  <a:pt x="21854" y="2178192"/>
                </a:cubicBezTo>
                <a:cubicBezTo>
                  <a:pt x="18837" y="2178009"/>
                  <a:pt x="15911" y="2177278"/>
                  <a:pt x="13167" y="2175998"/>
                </a:cubicBezTo>
                <a:cubicBezTo>
                  <a:pt x="10424" y="2174718"/>
                  <a:pt x="8047" y="2172889"/>
                  <a:pt x="6035" y="2170694"/>
                </a:cubicBezTo>
                <a:cubicBezTo>
                  <a:pt x="4023" y="2168408"/>
                  <a:pt x="2469" y="2165848"/>
                  <a:pt x="1463" y="2163013"/>
                </a:cubicBezTo>
                <a:cubicBezTo>
                  <a:pt x="457" y="2160179"/>
                  <a:pt x="0" y="2157161"/>
                  <a:pt x="183" y="2154144"/>
                </a:cubicBezTo>
                <a:cubicBezTo>
                  <a:pt x="274" y="2151126"/>
                  <a:pt x="1006" y="2148291"/>
                  <a:pt x="2377" y="2145548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16" name="Forma 44"/>
          <p:cNvSpPr/>
          <p:nvPr/>
        </p:nvSpPr>
        <p:spPr>
          <a:xfrm>
            <a:off x="4096695" y="1813347"/>
            <a:ext cx="1060887" cy="1415308"/>
          </a:xfrm>
          <a:custGeom>
            <a:avLst/>
            <a:gdLst/>
            <a:ahLst/>
            <a:cxnLst/>
            <a:rect l="l" t="t" r="r" b="b"/>
            <a:pathLst>
              <a:path w="1060887" h="1415308">
                <a:moveTo>
                  <a:pt x="41514" y="9418"/>
                </a:moveTo>
                <a:lnTo>
                  <a:pt x="1056223" y="1378641"/>
                </a:lnTo>
                <a:cubicBezTo>
                  <a:pt x="1058052" y="1381018"/>
                  <a:pt x="1059241" y="1383762"/>
                  <a:pt x="1060064" y="1386688"/>
                </a:cubicBezTo>
                <a:cubicBezTo>
                  <a:pt x="1060795" y="1389614"/>
                  <a:pt x="1060887" y="1392540"/>
                  <a:pt x="1060430" y="1395557"/>
                </a:cubicBezTo>
                <a:cubicBezTo>
                  <a:pt x="1059972" y="1398575"/>
                  <a:pt x="1058967" y="1401409"/>
                  <a:pt x="1057412" y="1403970"/>
                </a:cubicBezTo>
                <a:cubicBezTo>
                  <a:pt x="1055858" y="1406530"/>
                  <a:pt x="1053846" y="1408816"/>
                  <a:pt x="1051469" y="1410553"/>
                </a:cubicBezTo>
                <a:cubicBezTo>
                  <a:pt x="1049000" y="1412382"/>
                  <a:pt x="1046256" y="1413662"/>
                  <a:pt x="1043330" y="1414394"/>
                </a:cubicBezTo>
                <a:cubicBezTo>
                  <a:pt x="1040404" y="1415125"/>
                  <a:pt x="1037478" y="1415308"/>
                  <a:pt x="1034461" y="1414851"/>
                </a:cubicBezTo>
                <a:cubicBezTo>
                  <a:pt x="1031443" y="1414394"/>
                  <a:pt x="1028609" y="1413388"/>
                  <a:pt x="1026048" y="1411834"/>
                </a:cubicBezTo>
                <a:cubicBezTo>
                  <a:pt x="1023396" y="1410279"/>
                  <a:pt x="1021202" y="1408267"/>
                  <a:pt x="1019465" y="1405799"/>
                </a:cubicBezTo>
                <a:lnTo>
                  <a:pt x="4663" y="36667"/>
                </a:lnTo>
                <a:cubicBezTo>
                  <a:pt x="2926" y="34199"/>
                  <a:pt x="1646" y="31547"/>
                  <a:pt x="914" y="28621"/>
                </a:cubicBezTo>
                <a:cubicBezTo>
                  <a:pt x="183" y="25695"/>
                  <a:pt x="0" y="22677"/>
                  <a:pt x="457" y="19660"/>
                </a:cubicBezTo>
                <a:cubicBezTo>
                  <a:pt x="914" y="16642"/>
                  <a:pt x="1920" y="13899"/>
                  <a:pt x="3475" y="11247"/>
                </a:cubicBezTo>
                <a:cubicBezTo>
                  <a:pt x="5029" y="8687"/>
                  <a:pt x="7041" y="6492"/>
                  <a:pt x="9510" y="4663"/>
                </a:cubicBezTo>
                <a:cubicBezTo>
                  <a:pt x="11887" y="2835"/>
                  <a:pt x="14630" y="1646"/>
                  <a:pt x="17556" y="914"/>
                </a:cubicBezTo>
                <a:cubicBezTo>
                  <a:pt x="20483" y="183"/>
                  <a:pt x="23500" y="0"/>
                  <a:pt x="26426" y="457"/>
                </a:cubicBezTo>
                <a:cubicBezTo>
                  <a:pt x="29444" y="914"/>
                  <a:pt x="32278" y="1920"/>
                  <a:pt x="34839" y="3475"/>
                </a:cubicBezTo>
                <a:cubicBezTo>
                  <a:pt x="37490" y="5029"/>
                  <a:pt x="39685" y="7041"/>
                  <a:pt x="41514" y="9418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7" name="Forma 45"/>
          <p:cNvSpPr/>
          <p:nvPr/>
        </p:nvSpPr>
        <p:spPr>
          <a:xfrm>
            <a:off x="5111587" y="1599011"/>
            <a:ext cx="662026" cy="1629552"/>
          </a:xfrm>
          <a:custGeom>
            <a:avLst/>
            <a:gdLst/>
            <a:ahLst/>
            <a:cxnLst/>
            <a:rect l="l" t="t" r="r" b="b"/>
            <a:pathLst>
              <a:path w="662026" h="1629552">
                <a:moveTo>
                  <a:pt x="1646" y="1598280"/>
                </a:moveTo>
                <a:lnTo>
                  <a:pt x="617769" y="14630"/>
                </a:lnTo>
                <a:cubicBezTo>
                  <a:pt x="618866" y="11796"/>
                  <a:pt x="620512" y="9327"/>
                  <a:pt x="622615" y="7132"/>
                </a:cubicBezTo>
                <a:cubicBezTo>
                  <a:pt x="624718" y="4938"/>
                  <a:pt x="627096" y="3200"/>
                  <a:pt x="629930" y="2012"/>
                </a:cubicBezTo>
                <a:cubicBezTo>
                  <a:pt x="632673" y="823"/>
                  <a:pt x="635599" y="91"/>
                  <a:pt x="638617" y="91"/>
                </a:cubicBezTo>
                <a:cubicBezTo>
                  <a:pt x="641634" y="0"/>
                  <a:pt x="644561" y="549"/>
                  <a:pt x="647395" y="1646"/>
                </a:cubicBezTo>
                <a:cubicBezTo>
                  <a:pt x="650230" y="2743"/>
                  <a:pt x="652699" y="4298"/>
                  <a:pt x="654893" y="6401"/>
                </a:cubicBezTo>
                <a:cubicBezTo>
                  <a:pt x="657088" y="8504"/>
                  <a:pt x="658825" y="10973"/>
                  <a:pt x="660014" y="13716"/>
                </a:cubicBezTo>
                <a:cubicBezTo>
                  <a:pt x="661294" y="16459"/>
                  <a:pt x="661934" y="19385"/>
                  <a:pt x="662026" y="22403"/>
                </a:cubicBezTo>
                <a:cubicBezTo>
                  <a:pt x="662026" y="25420"/>
                  <a:pt x="661568" y="28346"/>
                  <a:pt x="660471" y="31181"/>
                </a:cubicBezTo>
                <a:lnTo>
                  <a:pt x="44257" y="1614922"/>
                </a:lnTo>
                <a:cubicBezTo>
                  <a:pt x="43160" y="1617665"/>
                  <a:pt x="41605" y="1620225"/>
                  <a:pt x="39502" y="1622420"/>
                </a:cubicBezTo>
                <a:cubicBezTo>
                  <a:pt x="37399" y="1624614"/>
                  <a:pt x="34930" y="1626260"/>
                  <a:pt x="32187" y="1627541"/>
                </a:cubicBezTo>
                <a:cubicBezTo>
                  <a:pt x="29352" y="1628729"/>
                  <a:pt x="26518" y="1629369"/>
                  <a:pt x="23409" y="1629461"/>
                </a:cubicBezTo>
                <a:cubicBezTo>
                  <a:pt x="20391" y="1629552"/>
                  <a:pt x="17465" y="1629004"/>
                  <a:pt x="14630" y="1627906"/>
                </a:cubicBezTo>
                <a:cubicBezTo>
                  <a:pt x="11796" y="1626809"/>
                  <a:pt x="9327" y="1625255"/>
                  <a:pt x="7132" y="1623151"/>
                </a:cubicBezTo>
                <a:cubicBezTo>
                  <a:pt x="4938" y="1621048"/>
                  <a:pt x="3200" y="1618579"/>
                  <a:pt x="2012" y="1615836"/>
                </a:cubicBezTo>
                <a:cubicBezTo>
                  <a:pt x="823" y="1613002"/>
                  <a:pt x="91" y="1610167"/>
                  <a:pt x="91" y="1607149"/>
                </a:cubicBezTo>
                <a:cubicBezTo>
                  <a:pt x="0" y="1604040"/>
                  <a:pt x="549" y="1601114"/>
                  <a:pt x="1646" y="1598280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18" name="Forma 46"/>
          <p:cNvSpPr/>
          <p:nvPr/>
        </p:nvSpPr>
        <p:spPr>
          <a:xfrm>
            <a:off x="5727710" y="1058052"/>
            <a:ext cx="557235" cy="586770"/>
          </a:xfrm>
          <a:custGeom>
            <a:avLst/>
            <a:gdLst/>
            <a:ahLst/>
            <a:cxnLst/>
            <a:rect l="l" t="t" r="r" b="b"/>
            <a:pathLst>
              <a:path w="557235" h="586770">
                <a:moveTo>
                  <a:pt x="6309" y="548183"/>
                </a:moveTo>
                <a:lnTo>
                  <a:pt x="517642" y="7224"/>
                </a:lnTo>
                <a:cubicBezTo>
                  <a:pt x="519654" y="5029"/>
                  <a:pt x="522122" y="3292"/>
                  <a:pt x="524866" y="2103"/>
                </a:cubicBezTo>
                <a:cubicBezTo>
                  <a:pt x="527700" y="823"/>
                  <a:pt x="530535" y="183"/>
                  <a:pt x="533552" y="91"/>
                </a:cubicBezTo>
                <a:cubicBezTo>
                  <a:pt x="536661" y="0"/>
                  <a:pt x="539587" y="457"/>
                  <a:pt x="542422" y="1554"/>
                </a:cubicBezTo>
                <a:cubicBezTo>
                  <a:pt x="545257" y="2652"/>
                  <a:pt x="547726" y="4206"/>
                  <a:pt x="549920" y="6309"/>
                </a:cubicBezTo>
                <a:cubicBezTo>
                  <a:pt x="552206" y="8412"/>
                  <a:pt x="553852" y="10790"/>
                  <a:pt x="555132" y="13625"/>
                </a:cubicBezTo>
                <a:cubicBezTo>
                  <a:pt x="556412" y="16368"/>
                  <a:pt x="557052" y="19294"/>
                  <a:pt x="557144" y="22311"/>
                </a:cubicBezTo>
                <a:cubicBezTo>
                  <a:pt x="557235" y="25329"/>
                  <a:pt x="556687" y="28255"/>
                  <a:pt x="555681" y="31090"/>
                </a:cubicBezTo>
                <a:cubicBezTo>
                  <a:pt x="554584" y="33924"/>
                  <a:pt x="552938" y="36393"/>
                  <a:pt x="550926" y="38588"/>
                </a:cubicBezTo>
                <a:lnTo>
                  <a:pt x="39594" y="579547"/>
                </a:lnTo>
                <a:cubicBezTo>
                  <a:pt x="37490" y="581741"/>
                  <a:pt x="35113" y="583479"/>
                  <a:pt x="32370" y="584667"/>
                </a:cubicBezTo>
                <a:cubicBezTo>
                  <a:pt x="29535" y="585948"/>
                  <a:pt x="26700" y="586588"/>
                  <a:pt x="23592" y="586679"/>
                </a:cubicBezTo>
                <a:cubicBezTo>
                  <a:pt x="20574" y="586770"/>
                  <a:pt x="17648" y="586313"/>
                  <a:pt x="14813" y="585216"/>
                </a:cubicBezTo>
                <a:cubicBezTo>
                  <a:pt x="11979" y="584119"/>
                  <a:pt x="9418" y="582564"/>
                  <a:pt x="7224" y="580461"/>
                </a:cubicBezTo>
                <a:cubicBezTo>
                  <a:pt x="5029" y="578358"/>
                  <a:pt x="3292" y="575981"/>
                  <a:pt x="2103" y="573237"/>
                </a:cubicBezTo>
                <a:cubicBezTo>
                  <a:pt x="823" y="570403"/>
                  <a:pt x="183" y="567568"/>
                  <a:pt x="91" y="564459"/>
                </a:cubicBezTo>
                <a:cubicBezTo>
                  <a:pt x="0" y="561442"/>
                  <a:pt x="457" y="558516"/>
                  <a:pt x="1554" y="555681"/>
                </a:cubicBezTo>
                <a:cubicBezTo>
                  <a:pt x="2652" y="552846"/>
                  <a:pt x="4206" y="550377"/>
                  <a:pt x="6309" y="548183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9" name="Forma 47"/>
          <p:cNvSpPr/>
          <p:nvPr/>
        </p:nvSpPr>
        <p:spPr>
          <a:xfrm>
            <a:off x="3000421" y="978134"/>
            <a:ext cx="3364626" cy="3093507"/>
          </a:xfrm>
          <a:custGeom>
            <a:avLst/>
            <a:gdLst/>
            <a:ahLst/>
            <a:cxnLst/>
            <a:rect l="l" t="t" r="r" b="b"/>
            <a:pathLst>
              <a:path w="3364626" h="3093507">
                <a:moveTo>
                  <a:pt x="206014" y="2990637"/>
                </a:moveTo>
                <a:cubicBezTo>
                  <a:pt x="206014" y="2997403"/>
                  <a:pt x="205283" y="3004078"/>
                  <a:pt x="204003" y="3010753"/>
                </a:cubicBezTo>
                <a:cubicBezTo>
                  <a:pt x="202722" y="3017337"/>
                  <a:pt x="200711" y="3023829"/>
                  <a:pt x="198150" y="3030047"/>
                </a:cubicBezTo>
                <a:cubicBezTo>
                  <a:pt x="195590" y="3036265"/>
                  <a:pt x="192390" y="3042209"/>
                  <a:pt x="188641" y="3047787"/>
                </a:cubicBezTo>
                <a:cubicBezTo>
                  <a:pt x="184892" y="3053456"/>
                  <a:pt x="180594" y="3058668"/>
                  <a:pt x="175839" y="3063423"/>
                </a:cubicBezTo>
                <a:cubicBezTo>
                  <a:pt x="170993" y="3068178"/>
                  <a:pt x="165872" y="3072475"/>
                  <a:pt x="160203" y="3076224"/>
                </a:cubicBezTo>
                <a:cubicBezTo>
                  <a:pt x="154625" y="3079974"/>
                  <a:pt x="148681" y="3083082"/>
                  <a:pt x="142372" y="3085734"/>
                </a:cubicBezTo>
                <a:cubicBezTo>
                  <a:pt x="136154" y="3088295"/>
                  <a:pt x="129753" y="3090215"/>
                  <a:pt x="123078" y="3091586"/>
                </a:cubicBezTo>
                <a:cubicBezTo>
                  <a:pt x="116495" y="3092867"/>
                  <a:pt x="109728" y="3093507"/>
                  <a:pt x="102961" y="3093507"/>
                </a:cubicBezTo>
                <a:cubicBezTo>
                  <a:pt x="96195" y="3093507"/>
                  <a:pt x="89520" y="3092867"/>
                  <a:pt x="82936" y="3091586"/>
                </a:cubicBezTo>
                <a:cubicBezTo>
                  <a:pt x="76261" y="3090215"/>
                  <a:pt x="69860" y="3088295"/>
                  <a:pt x="63551" y="3085734"/>
                </a:cubicBezTo>
                <a:cubicBezTo>
                  <a:pt x="57333" y="3083082"/>
                  <a:pt x="51389" y="3079974"/>
                  <a:pt x="45811" y="3076224"/>
                </a:cubicBezTo>
                <a:cubicBezTo>
                  <a:pt x="40142" y="3072475"/>
                  <a:pt x="34930" y="3068178"/>
                  <a:pt x="30175" y="3063423"/>
                </a:cubicBezTo>
                <a:cubicBezTo>
                  <a:pt x="25420" y="3058668"/>
                  <a:pt x="21123" y="3053456"/>
                  <a:pt x="17374" y="3047787"/>
                </a:cubicBezTo>
                <a:cubicBezTo>
                  <a:pt x="13625" y="3042209"/>
                  <a:pt x="10424" y="3036265"/>
                  <a:pt x="7864" y="3030047"/>
                </a:cubicBezTo>
                <a:cubicBezTo>
                  <a:pt x="5212" y="3023829"/>
                  <a:pt x="3292" y="3017337"/>
                  <a:pt x="2012" y="3010753"/>
                </a:cubicBezTo>
                <a:cubicBezTo>
                  <a:pt x="640" y="3004078"/>
                  <a:pt x="0" y="2997403"/>
                  <a:pt x="0" y="2990637"/>
                </a:cubicBezTo>
                <a:cubicBezTo>
                  <a:pt x="0" y="2983870"/>
                  <a:pt x="640" y="2977195"/>
                  <a:pt x="2012" y="2970611"/>
                </a:cubicBezTo>
                <a:cubicBezTo>
                  <a:pt x="3292" y="2963936"/>
                  <a:pt x="5212" y="2957535"/>
                  <a:pt x="7864" y="2951317"/>
                </a:cubicBezTo>
                <a:cubicBezTo>
                  <a:pt x="10424" y="2945100"/>
                  <a:pt x="13625" y="2939156"/>
                  <a:pt x="17374" y="2933487"/>
                </a:cubicBezTo>
                <a:cubicBezTo>
                  <a:pt x="21123" y="2927909"/>
                  <a:pt x="25420" y="2922697"/>
                  <a:pt x="30175" y="2917942"/>
                </a:cubicBezTo>
                <a:cubicBezTo>
                  <a:pt x="34930" y="2913187"/>
                  <a:pt x="40142" y="2908889"/>
                  <a:pt x="45811" y="2905140"/>
                </a:cubicBezTo>
                <a:cubicBezTo>
                  <a:pt x="51389" y="2901391"/>
                  <a:pt x="57333" y="2898191"/>
                  <a:pt x="63551" y="2895630"/>
                </a:cubicBezTo>
                <a:cubicBezTo>
                  <a:pt x="69860" y="2893070"/>
                  <a:pt x="76261" y="2891058"/>
                  <a:pt x="82936" y="2889778"/>
                </a:cubicBezTo>
                <a:cubicBezTo>
                  <a:pt x="89520" y="2888498"/>
                  <a:pt x="96195" y="2887767"/>
                  <a:pt x="102961" y="2887767"/>
                </a:cubicBezTo>
                <a:cubicBezTo>
                  <a:pt x="109728" y="2887767"/>
                  <a:pt x="116495" y="2888498"/>
                  <a:pt x="123078" y="2889778"/>
                </a:cubicBezTo>
                <a:cubicBezTo>
                  <a:pt x="129753" y="2891058"/>
                  <a:pt x="136154" y="2893070"/>
                  <a:pt x="142372" y="2895630"/>
                </a:cubicBezTo>
                <a:cubicBezTo>
                  <a:pt x="148681" y="2898191"/>
                  <a:pt x="154625" y="2901391"/>
                  <a:pt x="160203" y="2905140"/>
                </a:cubicBezTo>
                <a:cubicBezTo>
                  <a:pt x="165872" y="2908889"/>
                  <a:pt x="170993" y="2913187"/>
                  <a:pt x="175839" y="2917942"/>
                </a:cubicBezTo>
                <a:cubicBezTo>
                  <a:pt x="180594" y="2922697"/>
                  <a:pt x="184892" y="2927909"/>
                  <a:pt x="188641" y="2933487"/>
                </a:cubicBezTo>
                <a:cubicBezTo>
                  <a:pt x="192390" y="2939156"/>
                  <a:pt x="195590" y="2945100"/>
                  <a:pt x="198150" y="2951317"/>
                </a:cubicBezTo>
                <a:cubicBezTo>
                  <a:pt x="200711" y="2957535"/>
                  <a:pt x="202722" y="2963936"/>
                  <a:pt x="204003" y="2970611"/>
                </a:cubicBezTo>
                <a:cubicBezTo>
                  <a:pt x="205283" y="2977195"/>
                  <a:pt x="206014" y="2983870"/>
                  <a:pt x="206014" y="2990637"/>
                </a:cubicBezTo>
              </a:path>
              <a:path w="3364626" h="3093507">
                <a:moveTo>
                  <a:pt x="1222461" y="858347"/>
                </a:moveTo>
                <a:cubicBezTo>
                  <a:pt x="1222461" y="865022"/>
                  <a:pt x="1221730" y="871789"/>
                  <a:pt x="1220450" y="878373"/>
                </a:cubicBezTo>
                <a:cubicBezTo>
                  <a:pt x="1219170" y="884956"/>
                  <a:pt x="1217158" y="891449"/>
                  <a:pt x="1214598" y="897666"/>
                </a:cubicBezTo>
                <a:cubicBezTo>
                  <a:pt x="1212037" y="903884"/>
                  <a:pt x="1208837" y="909828"/>
                  <a:pt x="1205088" y="915497"/>
                </a:cubicBezTo>
                <a:cubicBezTo>
                  <a:pt x="1201339" y="921075"/>
                  <a:pt x="1197041" y="926287"/>
                  <a:pt x="1192286" y="931042"/>
                </a:cubicBezTo>
                <a:cubicBezTo>
                  <a:pt x="1187440" y="935797"/>
                  <a:pt x="1182319" y="940095"/>
                  <a:pt x="1176650" y="943844"/>
                </a:cubicBezTo>
                <a:cubicBezTo>
                  <a:pt x="1171072" y="947593"/>
                  <a:pt x="1165128" y="950793"/>
                  <a:pt x="1158819" y="953353"/>
                </a:cubicBezTo>
                <a:cubicBezTo>
                  <a:pt x="1152601" y="955914"/>
                  <a:pt x="1146200" y="957834"/>
                  <a:pt x="1139525" y="959206"/>
                </a:cubicBezTo>
                <a:cubicBezTo>
                  <a:pt x="1132942" y="960486"/>
                  <a:pt x="1126175" y="961126"/>
                  <a:pt x="1119408" y="961126"/>
                </a:cubicBezTo>
                <a:cubicBezTo>
                  <a:pt x="1112642" y="961126"/>
                  <a:pt x="1105967" y="960486"/>
                  <a:pt x="1099383" y="959206"/>
                </a:cubicBezTo>
                <a:cubicBezTo>
                  <a:pt x="1092708" y="957834"/>
                  <a:pt x="1086307" y="955914"/>
                  <a:pt x="1079998" y="953353"/>
                </a:cubicBezTo>
                <a:cubicBezTo>
                  <a:pt x="1073780" y="950793"/>
                  <a:pt x="1067836" y="947593"/>
                  <a:pt x="1062258" y="943844"/>
                </a:cubicBezTo>
                <a:cubicBezTo>
                  <a:pt x="1056589" y="940095"/>
                  <a:pt x="1051377" y="935797"/>
                  <a:pt x="1046622" y="931042"/>
                </a:cubicBezTo>
                <a:cubicBezTo>
                  <a:pt x="1041867" y="926287"/>
                  <a:pt x="1037570" y="921075"/>
                  <a:pt x="1033821" y="915497"/>
                </a:cubicBezTo>
                <a:cubicBezTo>
                  <a:pt x="1030072" y="909828"/>
                  <a:pt x="1026871" y="903884"/>
                  <a:pt x="1024311" y="897666"/>
                </a:cubicBezTo>
                <a:cubicBezTo>
                  <a:pt x="1021659" y="891449"/>
                  <a:pt x="1019739" y="884956"/>
                  <a:pt x="1018459" y="878373"/>
                </a:cubicBezTo>
                <a:cubicBezTo>
                  <a:pt x="1017087" y="871789"/>
                  <a:pt x="1016447" y="865022"/>
                  <a:pt x="1016447" y="858347"/>
                </a:cubicBezTo>
                <a:cubicBezTo>
                  <a:pt x="1016447" y="851581"/>
                  <a:pt x="1017087" y="844906"/>
                  <a:pt x="1018459" y="838230"/>
                </a:cubicBezTo>
                <a:cubicBezTo>
                  <a:pt x="1019739" y="831647"/>
                  <a:pt x="1021659" y="825155"/>
                  <a:pt x="1024311" y="818937"/>
                </a:cubicBezTo>
                <a:cubicBezTo>
                  <a:pt x="1026871" y="812719"/>
                  <a:pt x="1030072" y="806775"/>
                  <a:pt x="1033821" y="801197"/>
                </a:cubicBezTo>
                <a:cubicBezTo>
                  <a:pt x="1037570" y="795528"/>
                  <a:pt x="1041867" y="790316"/>
                  <a:pt x="1046622" y="785561"/>
                </a:cubicBezTo>
                <a:cubicBezTo>
                  <a:pt x="1051377" y="780806"/>
                  <a:pt x="1056589" y="776508"/>
                  <a:pt x="1062258" y="772759"/>
                </a:cubicBezTo>
                <a:cubicBezTo>
                  <a:pt x="1067836" y="769010"/>
                  <a:pt x="1073780" y="765810"/>
                  <a:pt x="1079998" y="763250"/>
                </a:cubicBezTo>
                <a:cubicBezTo>
                  <a:pt x="1086307" y="760689"/>
                  <a:pt x="1092708" y="758769"/>
                  <a:pt x="1099383" y="757398"/>
                </a:cubicBezTo>
                <a:cubicBezTo>
                  <a:pt x="1105967" y="756117"/>
                  <a:pt x="1112642" y="755477"/>
                  <a:pt x="1119408" y="755477"/>
                </a:cubicBezTo>
                <a:cubicBezTo>
                  <a:pt x="1126175" y="755477"/>
                  <a:pt x="1132942" y="756117"/>
                  <a:pt x="1139525" y="757398"/>
                </a:cubicBezTo>
                <a:cubicBezTo>
                  <a:pt x="1146200" y="758769"/>
                  <a:pt x="1152601" y="760689"/>
                  <a:pt x="1158819" y="763250"/>
                </a:cubicBezTo>
                <a:cubicBezTo>
                  <a:pt x="1165128" y="765810"/>
                  <a:pt x="1171072" y="769010"/>
                  <a:pt x="1176650" y="772759"/>
                </a:cubicBezTo>
                <a:cubicBezTo>
                  <a:pt x="1182319" y="776508"/>
                  <a:pt x="1187440" y="780806"/>
                  <a:pt x="1192286" y="785561"/>
                </a:cubicBezTo>
                <a:cubicBezTo>
                  <a:pt x="1197041" y="790316"/>
                  <a:pt x="1201339" y="795528"/>
                  <a:pt x="1205088" y="801197"/>
                </a:cubicBezTo>
                <a:cubicBezTo>
                  <a:pt x="1208837" y="806775"/>
                  <a:pt x="1212037" y="812719"/>
                  <a:pt x="1214598" y="818937"/>
                </a:cubicBezTo>
                <a:cubicBezTo>
                  <a:pt x="1217158" y="825155"/>
                  <a:pt x="1219170" y="831647"/>
                  <a:pt x="1220450" y="838230"/>
                </a:cubicBezTo>
                <a:cubicBezTo>
                  <a:pt x="1221730" y="844906"/>
                  <a:pt x="1222461" y="851581"/>
                  <a:pt x="1222461" y="858347"/>
                </a:cubicBezTo>
              </a:path>
              <a:path w="3364626" h="3093507">
                <a:moveTo>
                  <a:pt x="2237171" y="2227478"/>
                </a:moveTo>
                <a:cubicBezTo>
                  <a:pt x="2237171" y="2234245"/>
                  <a:pt x="2236531" y="2240920"/>
                  <a:pt x="2235159" y="2247504"/>
                </a:cubicBezTo>
                <a:cubicBezTo>
                  <a:pt x="2233879" y="2254179"/>
                  <a:pt x="2231868" y="2260580"/>
                  <a:pt x="2229307" y="2266798"/>
                </a:cubicBezTo>
                <a:cubicBezTo>
                  <a:pt x="2226747" y="2273016"/>
                  <a:pt x="2223546" y="2278959"/>
                  <a:pt x="2219797" y="2284628"/>
                </a:cubicBezTo>
                <a:cubicBezTo>
                  <a:pt x="2216048" y="2290206"/>
                  <a:pt x="2211751" y="2295418"/>
                  <a:pt x="2206996" y="2300173"/>
                </a:cubicBezTo>
                <a:cubicBezTo>
                  <a:pt x="2202241" y="2304928"/>
                  <a:pt x="2197029" y="2309226"/>
                  <a:pt x="2191360" y="2312975"/>
                </a:cubicBezTo>
                <a:cubicBezTo>
                  <a:pt x="2185782" y="2316724"/>
                  <a:pt x="2179838" y="2319924"/>
                  <a:pt x="2173620" y="2322485"/>
                </a:cubicBezTo>
                <a:cubicBezTo>
                  <a:pt x="2167311" y="2325045"/>
                  <a:pt x="2160910" y="2327057"/>
                  <a:pt x="2154235" y="2328337"/>
                </a:cubicBezTo>
                <a:cubicBezTo>
                  <a:pt x="2147651" y="2329708"/>
                  <a:pt x="2140976" y="2330348"/>
                  <a:pt x="2134210" y="2330348"/>
                </a:cubicBezTo>
                <a:cubicBezTo>
                  <a:pt x="2127443" y="2330348"/>
                  <a:pt x="2120676" y="2329708"/>
                  <a:pt x="2114093" y="2328337"/>
                </a:cubicBezTo>
                <a:cubicBezTo>
                  <a:pt x="2107418" y="2327057"/>
                  <a:pt x="2101017" y="2325045"/>
                  <a:pt x="2094799" y="2322485"/>
                </a:cubicBezTo>
                <a:cubicBezTo>
                  <a:pt x="2088490" y="2319924"/>
                  <a:pt x="2082546" y="2316724"/>
                  <a:pt x="2076968" y="2312975"/>
                </a:cubicBezTo>
                <a:cubicBezTo>
                  <a:pt x="2071299" y="2309226"/>
                  <a:pt x="2066087" y="2304928"/>
                  <a:pt x="2061332" y="2300173"/>
                </a:cubicBezTo>
                <a:cubicBezTo>
                  <a:pt x="2056577" y="2295418"/>
                  <a:pt x="2052279" y="2290206"/>
                  <a:pt x="2048530" y="2284628"/>
                </a:cubicBezTo>
                <a:cubicBezTo>
                  <a:pt x="2044781" y="2278959"/>
                  <a:pt x="2041581" y="2273016"/>
                  <a:pt x="2039021" y="2266798"/>
                </a:cubicBezTo>
                <a:cubicBezTo>
                  <a:pt x="2036460" y="2260580"/>
                  <a:pt x="2034449" y="2254179"/>
                  <a:pt x="2033168" y="2247504"/>
                </a:cubicBezTo>
                <a:cubicBezTo>
                  <a:pt x="2031797" y="2240920"/>
                  <a:pt x="2031157" y="2234245"/>
                  <a:pt x="2031157" y="2227478"/>
                </a:cubicBezTo>
                <a:cubicBezTo>
                  <a:pt x="2031157" y="2220712"/>
                  <a:pt x="2031797" y="2214037"/>
                  <a:pt x="2033168" y="2207362"/>
                </a:cubicBezTo>
                <a:cubicBezTo>
                  <a:pt x="2034449" y="2200778"/>
                  <a:pt x="2036460" y="2194286"/>
                  <a:pt x="2039021" y="2188068"/>
                </a:cubicBezTo>
                <a:cubicBezTo>
                  <a:pt x="2041581" y="2181850"/>
                  <a:pt x="2044781" y="2175906"/>
                  <a:pt x="2048530" y="2170328"/>
                </a:cubicBezTo>
                <a:cubicBezTo>
                  <a:pt x="2052279" y="2164659"/>
                  <a:pt x="2056577" y="2159538"/>
                  <a:pt x="2061332" y="2154692"/>
                </a:cubicBezTo>
                <a:cubicBezTo>
                  <a:pt x="2066087" y="2149937"/>
                  <a:pt x="2071299" y="2145640"/>
                  <a:pt x="2076968" y="2141891"/>
                </a:cubicBezTo>
                <a:cubicBezTo>
                  <a:pt x="2082546" y="2138142"/>
                  <a:pt x="2088490" y="2135033"/>
                  <a:pt x="2094799" y="2132381"/>
                </a:cubicBezTo>
                <a:cubicBezTo>
                  <a:pt x="2101017" y="2129820"/>
                  <a:pt x="2107418" y="2127900"/>
                  <a:pt x="2114093" y="2126529"/>
                </a:cubicBezTo>
                <a:cubicBezTo>
                  <a:pt x="2120676" y="2125248"/>
                  <a:pt x="2127443" y="2124608"/>
                  <a:pt x="2134210" y="2124608"/>
                </a:cubicBezTo>
                <a:cubicBezTo>
                  <a:pt x="2140976" y="2124608"/>
                  <a:pt x="2147651" y="2125248"/>
                  <a:pt x="2154235" y="2126529"/>
                </a:cubicBezTo>
                <a:cubicBezTo>
                  <a:pt x="2160910" y="2127900"/>
                  <a:pt x="2167311" y="2129820"/>
                  <a:pt x="2173620" y="2132381"/>
                </a:cubicBezTo>
                <a:cubicBezTo>
                  <a:pt x="2179838" y="2135033"/>
                  <a:pt x="2185782" y="2138142"/>
                  <a:pt x="2191360" y="2141891"/>
                </a:cubicBezTo>
                <a:cubicBezTo>
                  <a:pt x="2197029" y="2145640"/>
                  <a:pt x="2202241" y="2149937"/>
                  <a:pt x="2206996" y="2154692"/>
                </a:cubicBezTo>
                <a:cubicBezTo>
                  <a:pt x="2211751" y="2159538"/>
                  <a:pt x="2216048" y="2164659"/>
                  <a:pt x="2219797" y="2170328"/>
                </a:cubicBezTo>
                <a:cubicBezTo>
                  <a:pt x="2223546" y="2175906"/>
                  <a:pt x="2226747" y="2181850"/>
                  <a:pt x="2229307" y="2188068"/>
                </a:cubicBezTo>
                <a:cubicBezTo>
                  <a:pt x="2231868" y="2194286"/>
                  <a:pt x="2233879" y="2200778"/>
                  <a:pt x="2235159" y="2207362"/>
                </a:cubicBezTo>
                <a:cubicBezTo>
                  <a:pt x="2236531" y="2214037"/>
                  <a:pt x="2237171" y="2220712"/>
                  <a:pt x="2237171" y="2227478"/>
                </a:cubicBezTo>
              </a:path>
              <a:path w="3364626" h="3093507">
                <a:moveTo>
                  <a:pt x="2853294" y="643738"/>
                </a:moveTo>
                <a:cubicBezTo>
                  <a:pt x="2853294" y="650504"/>
                  <a:pt x="2852654" y="657179"/>
                  <a:pt x="2851374" y="663854"/>
                </a:cubicBezTo>
                <a:cubicBezTo>
                  <a:pt x="2850002" y="670438"/>
                  <a:pt x="2848082" y="676930"/>
                  <a:pt x="2845521" y="683148"/>
                </a:cubicBezTo>
                <a:cubicBezTo>
                  <a:pt x="2842870" y="689366"/>
                  <a:pt x="2839761" y="695310"/>
                  <a:pt x="2835920" y="700888"/>
                </a:cubicBezTo>
                <a:cubicBezTo>
                  <a:pt x="2832171" y="706557"/>
                  <a:pt x="2827965" y="711769"/>
                  <a:pt x="2823119" y="716524"/>
                </a:cubicBezTo>
                <a:cubicBezTo>
                  <a:pt x="2818364" y="721279"/>
                  <a:pt x="2813152" y="725576"/>
                  <a:pt x="2807574" y="729325"/>
                </a:cubicBezTo>
                <a:cubicBezTo>
                  <a:pt x="2801904" y="733074"/>
                  <a:pt x="2795961" y="736183"/>
                  <a:pt x="2789743" y="738835"/>
                </a:cubicBezTo>
                <a:cubicBezTo>
                  <a:pt x="2783525" y="741396"/>
                  <a:pt x="2777033" y="743316"/>
                  <a:pt x="2770449" y="744687"/>
                </a:cubicBezTo>
                <a:cubicBezTo>
                  <a:pt x="2763774" y="745968"/>
                  <a:pt x="2757099" y="746608"/>
                  <a:pt x="2750332" y="746608"/>
                </a:cubicBezTo>
                <a:cubicBezTo>
                  <a:pt x="2743566" y="746608"/>
                  <a:pt x="2736891" y="745968"/>
                  <a:pt x="2730216" y="744687"/>
                </a:cubicBezTo>
                <a:cubicBezTo>
                  <a:pt x="2723632" y="743316"/>
                  <a:pt x="2717140" y="741396"/>
                  <a:pt x="2710922" y="738835"/>
                </a:cubicBezTo>
                <a:cubicBezTo>
                  <a:pt x="2704704" y="736183"/>
                  <a:pt x="2698760" y="733074"/>
                  <a:pt x="2693091" y="729325"/>
                </a:cubicBezTo>
                <a:cubicBezTo>
                  <a:pt x="2687513" y="725576"/>
                  <a:pt x="2682301" y="721279"/>
                  <a:pt x="2677546" y="716524"/>
                </a:cubicBezTo>
                <a:cubicBezTo>
                  <a:pt x="2672700" y="711769"/>
                  <a:pt x="2668494" y="706557"/>
                  <a:pt x="2664744" y="700888"/>
                </a:cubicBezTo>
                <a:cubicBezTo>
                  <a:pt x="2660904" y="695310"/>
                  <a:pt x="2657795" y="689366"/>
                  <a:pt x="2655143" y="683148"/>
                </a:cubicBezTo>
                <a:cubicBezTo>
                  <a:pt x="2652583" y="676930"/>
                  <a:pt x="2650663" y="670438"/>
                  <a:pt x="2649291" y="663854"/>
                </a:cubicBezTo>
                <a:cubicBezTo>
                  <a:pt x="2648011" y="657179"/>
                  <a:pt x="2647371" y="650504"/>
                  <a:pt x="2647371" y="643738"/>
                </a:cubicBezTo>
                <a:cubicBezTo>
                  <a:pt x="2647371" y="637062"/>
                  <a:pt x="2648011" y="630296"/>
                  <a:pt x="2649291" y="623712"/>
                </a:cubicBezTo>
                <a:cubicBezTo>
                  <a:pt x="2650663" y="617037"/>
                  <a:pt x="2652583" y="610636"/>
                  <a:pt x="2655143" y="604418"/>
                </a:cubicBezTo>
                <a:cubicBezTo>
                  <a:pt x="2657795" y="598200"/>
                  <a:pt x="2660904" y="592257"/>
                  <a:pt x="2664744" y="586588"/>
                </a:cubicBezTo>
                <a:cubicBezTo>
                  <a:pt x="2668494" y="581010"/>
                  <a:pt x="2672700" y="575798"/>
                  <a:pt x="2677546" y="571043"/>
                </a:cubicBezTo>
                <a:cubicBezTo>
                  <a:pt x="2682301" y="566288"/>
                  <a:pt x="2687513" y="561990"/>
                  <a:pt x="2693091" y="558241"/>
                </a:cubicBezTo>
                <a:cubicBezTo>
                  <a:pt x="2698760" y="554492"/>
                  <a:pt x="2704704" y="551292"/>
                  <a:pt x="2710922" y="548731"/>
                </a:cubicBezTo>
                <a:cubicBezTo>
                  <a:pt x="2717140" y="546171"/>
                  <a:pt x="2723632" y="544159"/>
                  <a:pt x="2730216" y="542879"/>
                </a:cubicBezTo>
                <a:cubicBezTo>
                  <a:pt x="2736891" y="541599"/>
                  <a:pt x="2743566" y="540868"/>
                  <a:pt x="2750332" y="540868"/>
                </a:cubicBezTo>
                <a:cubicBezTo>
                  <a:pt x="2757099" y="540868"/>
                  <a:pt x="2763774" y="541599"/>
                  <a:pt x="2770449" y="542879"/>
                </a:cubicBezTo>
                <a:cubicBezTo>
                  <a:pt x="2777033" y="544159"/>
                  <a:pt x="2783525" y="546171"/>
                  <a:pt x="2789743" y="548731"/>
                </a:cubicBezTo>
                <a:cubicBezTo>
                  <a:pt x="2795961" y="551292"/>
                  <a:pt x="2801904" y="554492"/>
                  <a:pt x="2807574" y="558241"/>
                </a:cubicBezTo>
                <a:cubicBezTo>
                  <a:pt x="2813152" y="561990"/>
                  <a:pt x="2818364" y="566288"/>
                  <a:pt x="2823119" y="571043"/>
                </a:cubicBezTo>
                <a:cubicBezTo>
                  <a:pt x="2827965" y="575798"/>
                  <a:pt x="2832171" y="581010"/>
                  <a:pt x="2835920" y="586588"/>
                </a:cubicBezTo>
                <a:cubicBezTo>
                  <a:pt x="2839761" y="592257"/>
                  <a:pt x="2842870" y="598200"/>
                  <a:pt x="2845521" y="604418"/>
                </a:cubicBezTo>
                <a:cubicBezTo>
                  <a:pt x="2848082" y="610636"/>
                  <a:pt x="2850002" y="617037"/>
                  <a:pt x="2851374" y="623712"/>
                </a:cubicBezTo>
                <a:cubicBezTo>
                  <a:pt x="2852654" y="630296"/>
                  <a:pt x="2853294" y="637062"/>
                  <a:pt x="2853294" y="643738"/>
                </a:cubicBezTo>
              </a:path>
              <a:path w="3364626" h="3093507">
                <a:moveTo>
                  <a:pt x="3364626" y="102870"/>
                </a:moveTo>
                <a:cubicBezTo>
                  <a:pt x="3364626" y="109637"/>
                  <a:pt x="3363986" y="116312"/>
                  <a:pt x="3362615" y="122895"/>
                </a:cubicBezTo>
                <a:cubicBezTo>
                  <a:pt x="3361334" y="129570"/>
                  <a:pt x="3359323" y="135971"/>
                  <a:pt x="3356762" y="142189"/>
                </a:cubicBezTo>
                <a:cubicBezTo>
                  <a:pt x="3354202" y="148499"/>
                  <a:pt x="3351002" y="154442"/>
                  <a:pt x="3347253" y="160020"/>
                </a:cubicBezTo>
                <a:cubicBezTo>
                  <a:pt x="3343504" y="165598"/>
                  <a:pt x="3339206" y="170810"/>
                  <a:pt x="3334451" y="175565"/>
                </a:cubicBezTo>
                <a:cubicBezTo>
                  <a:pt x="3329696" y="180411"/>
                  <a:pt x="3324484" y="184617"/>
                  <a:pt x="3318815" y="188366"/>
                </a:cubicBezTo>
                <a:cubicBezTo>
                  <a:pt x="3313237" y="192115"/>
                  <a:pt x="3307293" y="195316"/>
                  <a:pt x="3301075" y="197876"/>
                </a:cubicBezTo>
                <a:cubicBezTo>
                  <a:pt x="3294766" y="200528"/>
                  <a:pt x="3288365" y="202448"/>
                  <a:pt x="3281690" y="203728"/>
                </a:cubicBezTo>
                <a:cubicBezTo>
                  <a:pt x="3275106" y="205100"/>
                  <a:pt x="3268340" y="205740"/>
                  <a:pt x="3261573" y="205740"/>
                </a:cubicBezTo>
                <a:cubicBezTo>
                  <a:pt x="3254898" y="205740"/>
                  <a:pt x="3248132" y="205100"/>
                  <a:pt x="3241548" y="203728"/>
                </a:cubicBezTo>
                <a:cubicBezTo>
                  <a:pt x="3234873" y="202448"/>
                  <a:pt x="3228472" y="200528"/>
                  <a:pt x="3222163" y="197876"/>
                </a:cubicBezTo>
                <a:cubicBezTo>
                  <a:pt x="3215945" y="195316"/>
                  <a:pt x="3210001" y="192115"/>
                  <a:pt x="3204423" y="188366"/>
                </a:cubicBezTo>
                <a:cubicBezTo>
                  <a:pt x="3198754" y="184617"/>
                  <a:pt x="3193542" y="180411"/>
                  <a:pt x="3188787" y="175565"/>
                </a:cubicBezTo>
                <a:cubicBezTo>
                  <a:pt x="3184032" y="170810"/>
                  <a:pt x="3179735" y="165598"/>
                  <a:pt x="3175986" y="160020"/>
                </a:cubicBezTo>
                <a:cubicBezTo>
                  <a:pt x="3172236" y="154442"/>
                  <a:pt x="3169036" y="148499"/>
                  <a:pt x="3166476" y="142189"/>
                </a:cubicBezTo>
                <a:cubicBezTo>
                  <a:pt x="3163915" y="135971"/>
                  <a:pt x="3161904" y="129570"/>
                  <a:pt x="3160624" y="122895"/>
                </a:cubicBezTo>
                <a:cubicBezTo>
                  <a:pt x="3159252" y="116312"/>
                  <a:pt x="3158612" y="109637"/>
                  <a:pt x="3158612" y="102870"/>
                </a:cubicBezTo>
                <a:cubicBezTo>
                  <a:pt x="3158612" y="96103"/>
                  <a:pt x="3159252" y="89428"/>
                  <a:pt x="3160624" y="82753"/>
                </a:cubicBezTo>
                <a:cubicBezTo>
                  <a:pt x="3161904" y="76170"/>
                  <a:pt x="3163915" y="69769"/>
                  <a:pt x="3166476" y="63459"/>
                </a:cubicBezTo>
                <a:cubicBezTo>
                  <a:pt x="3169036" y="57241"/>
                  <a:pt x="3172236" y="51298"/>
                  <a:pt x="3175986" y="45720"/>
                </a:cubicBezTo>
                <a:cubicBezTo>
                  <a:pt x="3179735" y="40142"/>
                  <a:pt x="3184032" y="34930"/>
                  <a:pt x="3188787" y="30084"/>
                </a:cubicBezTo>
                <a:cubicBezTo>
                  <a:pt x="3193542" y="25329"/>
                  <a:pt x="3198754" y="21123"/>
                  <a:pt x="3204423" y="17374"/>
                </a:cubicBezTo>
                <a:cubicBezTo>
                  <a:pt x="3210001" y="13625"/>
                  <a:pt x="3215945" y="10424"/>
                  <a:pt x="3222163" y="7864"/>
                </a:cubicBezTo>
                <a:cubicBezTo>
                  <a:pt x="3228472" y="5212"/>
                  <a:pt x="3234873" y="3292"/>
                  <a:pt x="3241548" y="2012"/>
                </a:cubicBezTo>
                <a:cubicBezTo>
                  <a:pt x="3248132" y="640"/>
                  <a:pt x="3254898" y="0"/>
                  <a:pt x="3261573" y="0"/>
                </a:cubicBezTo>
                <a:cubicBezTo>
                  <a:pt x="3268340" y="0"/>
                  <a:pt x="3275106" y="640"/>
                  <a:pt x="3281690" y="2012"/>
                </a:cubicBezTo>
                <a:cubicBezTo>
                  <a:pt x="3288365" y="3292"/>
                  <a:pt x="3294766" y="5212"/>
                  <a:pt x="3301075" y="7864"/>
                </a:cubicBezTo>
                <a:cubicBezTo>
                  <a:pt x="3307293" y="10424"/>
                  <a:pt x="3313237" y="13625"/>
                  <a:pt x="3318815" y="17374"/>
                </a:cubicBezTo>
                <a:cubicBezTo>
                  <a:pt x="3324484" y="21123"/>
                  <a:pt x="3329696" y="25329"/>
                  <a:pt x="3334451" y="30084"/>
                </a:cubicBezTo>
                <a:cubicBezTo>
                  <a:pt x="3339206" y="34930"/>
                  <a:pt x="3343504" y="40142"/>
                  <a:pt x="3347253" y="45720"/>
                </a:cubicBezTo>
                <a:cubicBezTo>
                  <a:pt x="3351002" y="51298"/>
                  <a:pt x="3354202" y="57241"/>
                  <a:pt x="3356762" y="63459"/>
                </a:cubicBezTo>
                <a:cubicBezTo>
                  <a:pt x="3359323" y="69769"/>
                  <a:pt x="3361334" y="76170"/>
                  <a:pt x="3362615" y="82753"/>
                </a:cubicBezTo>
                <a:cubicBezTo>
                  <a:pt x="3363986" y="89428"/>
                  <a:pt x="3364626" y="96103"/>
                  <a:pt x="3364626" y="102870"/>
                </a:cubicBezTo>
              </a:path>
            </a:pathLst>
          </a:custGeom>
          <a:solidFill>
            <a:srgbClr val="FBFAF6"/>
          </a:solidFill>
          <a:ln w="22885">
            <a:solidFill>
              <a:srgbClr val="C49A4B"/>
            </a:solidFill>
            <a:prstDash val="solid"/>
          </a:ln>
        </p:spPr>
      </p:sp>
      <p:sp>
        <p:nvSpPr>
          <p:cNvPr id="20" name="Forma 48"/>
          <p:cNvSpPr/>
          <p:nvPr/>
        </p:nvSpPr>
        <p:spPr>
          <a:xfrm>
            <a:off x="671718" y="4435297"/>
            <a:ext cx="2798704" cy="9327"/>
          </a:xfrm>
          <a:custGeom>
            <a:avLst/>
            <a:gdLst/>
            <a:ahLst/>
            <a:cxnLst/>
            <a:rect l="l" t="t" r="r" b="b"/>
            <a:pathLst>
              <a:path w="2798704" h="9327">
                <a:moveTo>
                  <a:pt x="0" y="0"/>
                </a:moveTo>
                <a:lnTo>
                  <a:pt x="2798704" y="0"/>
                </a:lnTo>
                <a:lnTo>
                  <a:pt x="2798704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21" name="Forma 49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77723" y="3985870"/>
            <a:ext cx="144018" cy="12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76" b="1" dirty="0">
                <a:solidFill>
                  <a:srgbClr val="6C6F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76" dirty="0"/>
          </a:p>
        </p:txBody>
      </p:sp>
      <p:sp>
        <p:nvSpPr>
          <p:cNvPr id="23" name="Text 21"/>
          <p:cNvSpPr txBox="1"/>
          <p:nvPr/>
        </p:nvSpPr>
        <p:spPr>
          <a:xfrm>
            <a:off x="4188409" y="1687800"/>
            <a:ext cx="192207" cy="12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76" b="1" dirty="0">
                <a:solidFill>
                  <a:srgbClr val="3C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676" dirty="0"/>
          </a:p>
        </p:txBody>
      </p:sp>
      <p:sp>
        <p:nvSpPr>
          <p:cNvPr id="24" name="Text 22"/>
          <p:cNvSpPr txBox="1"/>
          <p:nvPr/>
        </p:nvSpPr>
        <p:spPr>
          <a:xfrm>
            <a:off x="5203119" y="3222711"/>
            <a:ext cx="192207" cy="12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76" b="1" dirty="0">
                <a:solidFill>
                  <a:srgbClr val="3C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676" dirty="0"/>
          </a:p>
        </p:txBody>
      </p:sp>
      <p:sp>
        <p:nvSpPr>
          <p:cNvPr id="25" name="Text 23"/>
          <p:cNvSpPr txBox="1"/>
          <p:nvPr/>
        </p:nvSpPr>
        <p:spPr>
          <a:xfrm>
            <a:off x="5819242" y="1473281"/>
            <a:ext cx="192207" cy="12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76" b="1" dirty="0">
                <a:solidFill>
                  <a:srgbClr val="3C40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676" dirty="0"/>
          </a:p>
        </p:txBody>
      </p:sp>
      <p:sp>
        <p:nvSpPr>
          <p:cNvPr id="26" name="Text 24"/>
          <p:cNvSpPr txBox="1"/>
          <p:nvPr/>
        </p:nvSpPr>
        <p:spPr>
          <a:xfrm>
            <a:off x="6125566" y="1098103"/>
            <a:ext cx="144018" cy="128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1"/>
              </a:lnSpc>
              <a:buNone/>
            </a:pPr>
            <a:r>
              <a:rPr lang="en-US" sz="676" b="1" dirty="0">
                <a:solidFill>
                  <a:srgbClr val="575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676" dirty="0"/>
          </a:p>
        </p:txBody>
      </p:sp>
      <p:sp>
        <p:nvSpPr>
          <p:cNvPr id="27" name="Text 25"/>
          <p:cNvSpPr txBox="1"/>
          <p:nvPr/>
        </p:nvSpPr>
        <p:spPr>
          <a:xfrm>
            <a:off x="671718" y="4547128"/>
            <a:ext cx="2546330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visitan tres puntos de observación.</a:t>
            </a:r>
            <a:endParaRPr lang="en-US" sz="1028" dirty="0"/>
          </a:p>
        </p:txBody>
      </p:sp>
      <p:sp>
        <p:nvSpPr>
          <p:cNvPr id="28" name="Text 26"/>
          <p:cNvSpPr txBox="1"/>
          <p:nvPr/>
        </p:nvSpPr>
        <p:spPr>
          <a:xfrm>
            <a:off x="653064" y="465887"/>
            <a:ext cx="111300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6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MISIÓN BASE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633496" y="698876"/>
            <a:ext cx="503469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5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</a:t>
            </a:r>
            <a:endParaRPr lang="en-US" sz="3085" dirty="0"/>
          </a:p>
        </p:txBody>
      </p:sp>
      <p:sp>
        <p:nvSpPr>
          <p:cNvPr id="30" name="Text 28"/>
          <p:cNvSpPr txBox="1"/>
          <p:nvPr/>
        </p:nvSpPr>
        <p:spPr>
          <a:xfrm>
            <a:off x="1002640" y="698876"/>
            <a:ext cx="513436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dirty="0">
                <a:solidFill>
                  <a:srgbClr val="2027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085" dirty="0"/>
          </a:p>
        </p:txBody>
      </p:sp>
      <p:sp>
        <p:nvSpPr>
          <p:cNvPr id="31" name="Text 29"/>
          <p:cNvSpPr txBox="1"/>
          <p:nvPr/>
        </p:nvSpPr>
        <p:spPr>
          <a:xfrm>
            <a:off x="1380744" y="698876"/>
            <a:ext cx="774040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8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P1 </a:t>
            </a:r>
            <a:endParaRPr lang="en-US" sz="3085" dirty="0"/>
          </a:p>
        </p:txBody>
      </p:sp>
      <p:sp>
        <p:nvSpPr>
          <p:cNvPr id="32" name="Text 30"/>
          <p:cNvSpPr txBox="1"/>
          <p:nvPr/>
        </p:nvSpPr>
        <p:spPr>
          <a:xfrm>
            <a:off x="1991563" y="698876"/>
            <a:ext cx="513436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dirty="0">
                <a:solidFill>
                  <a:srgbClr val="2027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085" dirty="0"/>
          </a:p>
        </p:txBody>
      </p:sp>
      <p:sp>
        <p:nvSpPr>
          <p:cNvPr id="33" name="Text 31"/>
          <p:cNvSpPr txBox="1"/>
          <p:nvPr/>
        </p:nvSpPr>
        <p:spPr>
          <a:xfrm>
            <a:off x="2369668" y="698876"/>
            <a:ext cx="834024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8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P2 </a:t>
            </a:r>
            <a:endParaRPr lang="en-US" sz="3085" dirty="0"/>
          </a:p>
        </p:txBody>
      </p:sp>
      <p:sp>
        <p:nvSpPr>
          <p:cNvPr id="34" name="Text 32"/>
          <p:cNvSpPr txBox="1"/>
          <p:nvPr/>
        </p:nvSpPr>
        <p:spPr>
          <a:xfrm>
            <a:off x="3033979" y="698876"/>
            <a:ext cx="513436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dirty="0">
                <a:solidFill>
                  <a:srgbClr val="2027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085" dirty="0"/>
          </a:p>
        </p:txBody>
      </p:sp>
      <p:sp>
        <p:nvSpPr>
          <p:cNvPr id="35" name="Text 33"/>
          <p:cNvSpPr txBox="1"/>
          <p:nvPr/>
        </p:nvSpPr>
        <p:spPr>
          <a:xfrm>
            <a:off x="3412084" y="698876"/>
            <a:ext cx="833201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8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P3 </a:t>
            </a:r>
            <a:endParaRPr lang="en-US" sz="3085" dirty="0"/>
          </a:p>
        </p:txBody>
      </p:sp>
      <p:sp>
        <p:nvSpPr>
          <p:cNvPr id="36" name="Text 34"/>
          <p:cNvSpPr txBox="1"/>
          <p:nvPr/>
        </p:nvSpPr>
        <p:spPr>
          <a:xfrm>
            <a:off x="4075572" y="698876"/>
            <a:ext cx="513436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dirty="0">
                <a:solidFill>
                  <a:srgbClr val="2027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085" dirty="0"/>
          </a:p>
        </p:txBody>
      </p:sp>
      <p:sp>
        <p:nvSpPr>
          <p:cNvPr id="37" name="Text 35"/>
          <p:cNvSpPr txBox="1"/>
          <p:nvPr/>
        </p:nvSpPr>
        <p:spPr>
          <a:xfrm>
            <a:off x="4453677" y="698876"/>
            <a:ext cx="502920" cy="58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2"/>
              </a:lnSpc>
              <a:buNone/>
            </a:pPr>
            <a:r>
              <a:rPr lang="en-US" sz="3085" b="1" spc="-5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</a:t>
            </a:r>
            <a:endParaRPr lang="en-US" sz="3085" dirty="0"/>
          </a:p>
        </p:txBody>
      </p:sp>
      <p:sp>
        <p:nvSpPr>
          <p:cNvPr id="38" name="Text 3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35</a:t>
            </a:r>
            <a:endParaRPr lang="en-US" sz="88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50"/>
          <p:cNvSpPr/>
          <p:nvPr/>
        </p:nvSpPr>
        <p:spPr>
          <a:xfrm>
            <a:off x="4507260" y="520385"/>
            <a:ext cx="4111600" cy="4102638"/>
          </a:xfrm>
          <a:custGeom>
            <a:avLst/>
            <a:gdLst/>
            <a:ahLst/>
            <a:cxnLst/>
            <a:rect l="l" t="t" r="r" b="b"/>
            <a:pathLst>
              <a:path w="4111600" h="4102638">
                <a:moveTo>
                  <a:pt x="0" y="4102638"/>
                </a:moveTo>
                <a:lnTo>
                  <a:pt x="334030" y="4102638"/>
                </a:lnTo>
                <a:moveTo>
                  <a:pt x="0" y="4102638"/>
                </a:moveTo>
                <a:lnTo>
                  <a:pt x="0" y="3780221"/>
                </a:lnTo>
                <a:moveTo>
                  <a:pt x="0" y="4102638"/>
                </a:moveTo>
                <a:lnTo>
                  <a:pt x="332110" y="3812591"/>
                </a:lnTo>
                <a:moveTo>
                  <a:pt x="334030" y="4102638"/>
                </a:moveTo>
                <a:lnTo>
                  <a:pt x="626638" y="4102638"/>
                </a:lnTo>
                <a:moveTo>
                  <a:pt x="334030" y="4102638"/>
                </a:moveTo>
                <a:lnTo>
                  <a:pt x="628467" y="3860505"/>
                </a:lnTo>
                <a:moveTo>
                  <a:pt x="334030" y="4102638"/>
                </a:moveTo>
                <a:lnTo>
                  <a:pt x="0" y="3780221"/>
                </a:lnTo>
                <a:moveTo>
                  <a:pt x="626638" y="4102638"/>
                </a:moveTo>
                <a:lnTo>
                  <a:pt x="862919" y="4101541"/>
                </a:lnTo>
                <a:moveTo>
                  <a:pt x="626638" y="4102638"/>
                </a:moveTo>
                <a:lnTo>
                  <a:pt x="628467" y="3860505"/>
                </a:lnTo>
                <a:moveTo>
                  <a:pt x="626638" y="4102638"/>
                </a:moveTo>
                <a:lnTo>
                  <a:pt x="863194" y="3838377"/>
                </a:lnTo>
                <a:moveTo>
                  <a:pt x="626638" y="4102638"/>
                </a:moveTo>
                <a:lnTo>
                  <a:pt x="332110" y="3812591"/>
                </a:lnTo>
                <a:moveTo>
                  <a:pt x="862919" y="4101541"/>
                </a:moveTo>
                <a:lnTo>
                  <a:pt x="1170341" y="4102638"/>
                </a:lnTo>
                <a:moveTo>
                  <a:pt x="862919" y="4101541"/>
                </a:moveTo>
                <a:lnTo>
                  <a:pt x="863194" y="3838377"/>
                </a:lnTo>
                <a:moveTo>
                  <a:pt x="862919" y="4101541"/>
                </a:moveTo>
                <a:lnTo>
                  <a:pt x="1270193" y="3803995"/>
                </a:lnTo>
                <a:moveTo>
                  <a:pt x="862919" y="4101541"/>
                </a:moveTo>
                <a:lnTo>
                  <a:pt x="628467" y="3860505"/>
                </a:lnTo>
                <a:moveTo>
                  <a:pt x="1170341" y="4102638"/>
                </a:moveTo>
                <a:lnTo>
                  <a:pt x="1485900" y="4102638"/>
                </a:lnTo>
                <a:moveTo>
                  <a:pt x="1170341" y="4102638"/>
                </a:moveTo>
                <a:lnTo>
                  <a:pt x="1270193" y="3803995"/>
                </a:lnTo>
                <a:moveTo>
                  <a:pt x="1170341" y="4102638"/>
                </a:moveTo>
                <a:lnTo>
                  <a:pt x="1523848" y="3779581"/>
                </a:lnTo>
                <a:moveTo>
                  <a:pt x="1485900" y="4102638"/>
                </a:moveTo>
                <a:lnTo>
                  <a:pt x="1851477" y="4052072"/>
                </a:lnTo>
                <a:moveTo>
                  <a:pt x="1485900" y="4102638"/>
                </a:moveTo>
                <a:lnTo>
                  <a:pt x="1523848" y="3779581"/>
                </a:lnTo>
                <a:moveTo>
                  <a:pt x="1485900" y="4102638"/>
                </a:moveTo>
                <a:lnTo>
                  <a:pt x="1270193" y="3803995"/>
                </a:lnTo>
                <a:moveTo>
                  <a:pt x="1851477" y="4052072"/>
                </a:moveTo>
                <a:lnTo>
                  <a:pt x="2115373" y="4102638"/>
                </a:lnTo>
                <a:moveTo>
                  <a:pt x="1851477" y="4052072"/>
                </a:moveTo>
                <a:lnTo>
                  <a:pt x="1855958" y="3823838"/>
                </a:lnTo>
                <a:moveTo>
                  <a:pt x="1851477" y="4052072"/>
                </a:moveTo>
                <a:lnTo>
                  <a:pt x="2219432" y="3762024"/>
                </a:lnTo>
                <a:moveTo>
                  <a:pt x="1851477" y="4052072"/>
                </a:moveTo>
                <a:lnTo>
                  <a:pt x="1523848" y="3779581"/>
                </a:lnTo>
                <a:moveTo>
                  <a:pt x="2115373" y="4102638"/>
                </a:moveTo>
                <a:lnTo>
                  <a:pt x="2504084" y="4033327"/>
                </a:lnTo>
                <a:moveTo>
                  <a:pt x="2115373" y="4102638"/>
                </a:moveTo>
                <a:lnTo>
                  <a:pt x="2219432" y="3762024"/>
                </a:lnTo>
                <a:moveTo>
                  <a:pt x="2115373" y="4102638"/>
                </a:moveTo>
                <a:lnTo>
                  <a:pt x="2444557" y="3781318"/>
                </a:lnTo>
                <a:moveTo>
                  <a:pt x="2115373" y="4102638"/>
                </a:moveTo>
                <a:lnTo>
                  <a:pt x="1855958" y="3823838"/>
                </a:lnTo>
                <a:moveTo>
                  <a:pt x="2504084" y="4033327"/>
                </a:moveTo>
                <a:lnTo>
                  <a:pt x="2806842" y="4102638"/>
                </a:lnTo>
                <a:moveTo>
                  <a:pt x="2504084" y="4033327"/>
                </a:moveTo>
                <a:lnTo>
                  <a:pt x="2444557" y="3781318"/>
                </a:lnTo>
                <a:moveTo>
                  <a:pt x="2504084" y="4033327"/>
                </a:moveTo>
                <a:lnTo>
                  <a:pt x="2798796" y="3734684"/>
                </a:lnTo>
                <a:moveTo>
                  <a:pt x="2504084" y="4033327"/>
                </a:moveTo>
                <a:lnTo>
                  <a:pt x="2219432" y="3762024"/>
                </a:lnTo>
                <a:moveTo>
                  <a:pt x="2806842" y="4102638"/>
                </a:moveTo>
                <a:lnTo>
                  <a:pt x="3179369" y="4102638"/>
                </a:lnTo>
                <a:moveTo>
                  <a:pt x="2806842" y="4102638"/>
                </a:moveTo>
                <a:lnTo>
                  <a:pt x="2798796" y="3734684"/>
                </a:lnTo>
                <a:moveTo>
                  <a:pt x="2806842" y="4102638"/>
                </a:moveTo>
                <a:lnTo>
                  <a:pt x="3141055" y="3825667"/>
                </a:lnTo>
                <a:moveTo>
                  <a:pt x="2806842" y="4102638"/>
                </a:moveTo>
                <a:lnTo>
                  <a:pt x="2444557" y="3781318"/>
                </a:lnTo>
                <a:moveTo>
                  <a:pt x="3179369" y="4102638"/>
                </a:moveTo>
                <a:lnTo>
                  <a:pt x="3471611" y="4102638"/>
                </a:lnTo>
                <a:moveTo>
                  <a:pt x="3179369" y="4102638"/>
                </a:moveTo>
                <a:lnTo>
                  <a:pt x="3141055" y="3825667"/>
                </a:lnTo>
                <a:moveTo>
                  <a:pt x="3179369" y="4102638"/>
                </a:moveTo>
                <a:lnTo>
                  <a:pt x="3490539" y="3852001"/>
                </a:lnTo>
                <a:moveTo>
                  <a:pt x="3179369" y="4102638"/>
                </a:moveTo>
                <a:lnTo>
                  <a:pt x="2798796" y="3734684"/>
                </a:lnTo>
                <a:moveTo>
                  <a:pt x="3471611" y="4102638"/>
                </a:moveTo>
                <a:lnTo>
                  <a:pt x="3671225" y="4102638"/>
                </a:lnTo>
                <a:moveTo>
                  <a:pt x="3471611" y="4102638"/>
                </a:moveTo>
                <a:lnTo>
                  <a:pt x="3490539" y="3852001"/>
                </a:lnTo>
                <a:moveTo>
                  <a:pt x="3471611" y="4102638"/>
                </a:moveTo>
                <a:lnTo>
                  <a:pt x="3141055" y="3825667"/>
                </a:lnTo>
                <a:moveTo>
                  <a:pt x="3671225" y="4102638"/>
                </a:moveTo>
                <a:lnTo>
                  <a:pt x="4007267" y="4053718"/>
                </a:lnTo>
                <a:moveTo>
                  <a:pt x="3671225" y="4102638"/>
                </a:moveTo>
                <a:lnTo>
                  <a:pt x="3713744" y="3752972"/>
                </a:lnTo>
                <a:moveTo>
                  <a:pt x="3671225" y="4102638"/>
                </a:moveTo>
                <a:lnTo>
                  <a:pt x="3983035" y="3794486"/>
                </a:lnTo>
                <a:moveTo>
                  <a:pt x="3671225" y="4102638"/>
                </a:moveTo>
                <a:lnTo>
                  <a:pt x="3490539" y="3852001"/>
                </a:lnTo>
                <a:moveTo>
                  <a:pt x="4007267" y="4053718"/>
                </a:moveTo>
                <a:lnTo>
                  <a:pt x="3983035" y="3794486"/>
                </a:lnTo>
                <a:moveTo>
                  <a:pt x="4007267" y="4053718"/>
                </a:moveTo>
                <a:lnTo>
                  <a:pt x="3713744" y="3752972"/>
                </a:lnTo>
                <a:moveTo>
                  <a:pt x="0" y="3780221"/>
                </a:moveTo>
                <a:lnTo>
                  <a:pt x="332110" y="3812591"/>
                </a:lnTo>
                <a:moveTo>
                  <a:pt x="0" y="3780221"/>
                </a:moveTo>
                <a:lnTo>
                  <a:pt x="0" y="3456981"/>
                </a:lnTo>
                <a:moveTo>
                  <a:pt x="0" y="3780221"/>
                </a:moveTo>
                <a:lnTo>
                  <a:pt x="351587" y="3471702"/>
                </a:lnTo>
                <a:moveTo>
                  <a:pt x="332110" y="3812591"/>
                </a:moveTo>
                <a:lnTo>
                  <a:pt x="628467" y="3860505"/>
                </a:lnTo>
                <a:moveTo>
                  <a:pt x="332110" y="3812591"/>
                </a:moveTo>
                <a:lnTo>
                  <a:pt x="351587" y="3471702"/>
                </a:lnTo>
                <a:moveTo>
                  <a:pt x="332110" y="3812591"/>
                </a:moveTo>
                <a:lnTo>
                  <a:pt x="679399" y="3511845"/>
                </a:lnTo>
                <a:moveTo>
                  <a:pt x="332110" y="3812591"/>
                </a:moveTo>
                <a:lnTo>
                  <a:pt x="0" y="3456981"/>
                </a:lnTo>
                <a:moveTo>
                  <a:pt x="628467" y="3860505"/>
                </a:moveTo>
                <a:lnTo>
                  <a:pt x="863194" y="3838377"/>
                </a:lnTo>
                <a:moveTo>
                  <a:pt x="628467" y="3860505"/>
                </a:moveTo>
                <a:lnTo>
                  <a:pt x="679399" y="3511845"/>
                </a:lnTo>
                <a:moveTo>
                  <a:pt x="628467" y="3860505"/>
                </a:moveTo>
                <a:lnTo>
                  <a:pt x="961949" y="3468411"/>
                </a:lnTo>
                <a:moveTo>
                  <a:pt x="628467" y="3860505"/>
                </a:moveTo>
                <a:lnTo>
                  <a:pt x="351587" y="3471702"/>
                </a:lnTo>
                <a:moveTo>
                  <a:pt x="863194" y="3838377"/>
                </a:moveTo>
                <a:lnTo>
                  <a:pt x="1270193" y="3803995"/>
                </a:lnTo>
                <a:moveTo>
                  <a:pt x="863194" y="3838377"/>
                </a:moveTo>
                <a:lnTo>
                  <a:pt x="961949" y="3468411"/>
                </a:lnTo>
                <a:moveTo>
                  <a:pt x="863194" y="3838377"/>
                </a:moveTo>
                <a:lnTo>
                  <a:pt x="679399" y="3511845"/>
                </a:lnTo>
                <a:moveTo>
                  <a:pt x="1270193" y="3803995"/>
                </a:moveTo>
                <a:lnTo>
                  <a:pt x="1523848" y="3779581"/>
                </a:lnTo>
                <a:moveTo>
                  <a:pt x="1270193" y="3803995"/>
                </a:moveTo>
                <a:lnTo>
                  <a:pt x="1254557" y="3489716"/>
                </a:lnTo>
                <a:moveTo>
                  <a:pt x="1270193" y="3803995"/>
                </a:moveTo>
                <a:lnTo>
                  <a:pt x="1605504" y="3414095"/>
                </a:lnTo>
                <a:moveTo>
                  <a:pt x="1270193" y="3803995"/>
                </a:moveTo>
                <a:lnTo>
                  <a:pt x="961949" y="3468411"/>
                </a:lnTo>
                <a:moveTo>
                  <a:pt x="1523848" y="3779581"/>
                </a:moveTo>
                <a:lnTo>
                  <a:pt x="1855958" y="3823838"/>
                </a:lnTo>
                <a:moveTo>
                  <a:pt x="1523848" y="3779581"/>
                </a:moveTo>
                <a:lnTo>
                  <a:pt x="1859250" y="3457621"/>
                </a:lnTo>
                <a:moveTo>
                  <a:pt x="1855958" y="3823838"/>
                </a:moveTo>
                <a:lnTo>
                  <a:pt x="2219432" y="3762024"/>
                </a:lnTo>
                <a:moveTo>
                  <a:pt x="1855958" y="3823838"/>
                </a:moveTo>
                <a:lnTo>
                  <a:pt x="1859250" y="3457621"/>
                </a:lnTo>
                <a:moveTo>
                  <a:pt x="1855958" y="3823838"/>
                </a:moveTo>
                <a:lnTo>
                  <a:pt x="2105589" y="3451769"/>
                </a:lnTo>
                <a:moveTo>
                  <a:pt x="1855958" y="3823838"/>
                </a:moveTo>
                <a:lnTo>
                  <a:pt x="1605504" y="3414095"/>
                </a:lnTo>
                <a:moveTo>
                  <a:pt x="2219432" y="3762024"/>
                </a:moveTo>
                <a:lnTo>
                  <a:pt x="2444557" y="3781318"/>
                </a:lnTo>
                <a:moveTo>
                  <a:pt x="2219432" y="3762024"/>
                </a:moveTo>
                <a:lnTo>
                  <a:pt x="2105589" y="3451769"/>
                </a:lnTo>
                <a:moveTo>
                  <a:pt x="2219432" y="3762024"/>
                </a:moveTo>
                <a:lnTo>
                  <a:pt x="2507193" y="3406597"/>
                </a:lnTo>
                <a:moveTo>
                  <a:pt x="2219432" y="3762024"/>
                </a:moveTo>
                <a:lnTo>
                  <a:pt x="1859250" y="3457621"/>
                </a:lnTo>
                <a:moveTo>
                  <a:pt x="2444557" y="3781318"/>
                </a:moveTo>
                <a:lnTo>
                  <a:pt x="2798796" y="3734684"/>
                </a:lnTo>
                <a:moveTo>
                  <a:pt x="2444557" y="3781318"/>
                </a:moveTo>
                <a:lnTo>
                  <a:pt x="2507193" y="3406597"/>
                </a:lnTo>
                <a:moveTo>
                  <a:pt x="2444557" y="3781318"/>
                </a:moveTo>
                <a:lnTo>
                  <a:pt x="2844881" y="3516325"/>
                </a:lnTo>
                <a:moveTo>
                  <a:pt x="2444557" y="3781318"/>
                </a:moveTo>
                <a:lnTo>
                  <a:pt x="2105589" y="3451769"/>
                </a:lnTo>
                <a:moveTo>
                  <a:pt x="2798796" y="3734684"/>
                </a:moveTo>
                <a:lnTo>
                  <a:pt x="2844881" y="3516325"/>
                </a:lnTo>
                <a:moveTo>
                  <a:pt x="2798796" y="3734684"/>
                </a:moveTo>
                <a:lnTo>
                  <a:pt x="3087746" y="3456889"/>
                </a:lnTo>
                <a:moveTo>
                  <a:pt x="2798796" y="3734684"/>
                </a:moveTo>
                <a:lnTo>
                  <a:pt x="2507193" y="3406597"/>
                </a:lnTo>
                <a:moveTo>
                  <a:pt x="3141055" y="3825667"/>
                </a:moveTo>
                <a:lnTo>
                  <a:pt x="3490539" y="3852001"/>
                </a:lnTo>
                <a:moveTo>
                  <a:pt x="3141055" y="3825667"/>
                </a:moveTo>
                <a:lnTo>
                  <a:pt x="3087746" y="3456889"/>
                </a:lnTo>
                <a:moveTo>
                  <a:pt x="3141055" y="3825667"/>
                </a:moveTo>
                <a:lnTo>
                  <a:pt x="3341858" y="3488985"/>
                </a:lnTo>
                <a:moveTo>
                  <a:pt x="3141055" y="3825667"/>
                </a:moveTo>
                <a:lnTo>
                  <a:pt x="2844881" y="3516325"/>
                </a:lnTo>
                <a:moveTo>
                  <a:pt x="3490539" y="3852001"/>
                </a:moveTo>
                <a:lnTo>
                  <a:pt x="3713744" y="3752972"/>
                </a:lnTo>
                <a:moveTo>
                  <a:pt x="3490539" y="3852001"/>
                </a:moveTo>
                <a:lnTo>
                  <a:pt x="3341858" y="3488985"/>
                </a:lnTo>
                <a:moveTo>
                  <a:pt x="3490539" y="3852001"/>
                </a:moveTo>
                <a:lnTo>
                  <a:pt x="3674974" y="3542294"/>
                </a:lnTo>
                <a:moveTo>
                  <a:pt x="3490539" y="3852001"/>
                </a:moveTo>
                <a:lnTo>
                  <a:pt x="3087746" y="3456889"/>
                </a:lnTo>
                <a:moveTo>
                  <a:pt x="3713744" y="3752972"/>
                </a:moveTo>
                <a:lnTo>
                  <a:pt x="3983035" y="3794486"/>
                </a:lnTo>
                <a:moveTo>
                  <a:pt x="3713744" y="3752972"/>
                </a:moveTo>
                <a:lnTo>
                  <a:pt x="3674974" y="3542294"/>
                </a:lnTo>
                <a:moveTo>
                  <a:pt x="3713744" y="3752972"/>
                </a:moveTo>
                <a:lnTo>
                  <a:pt x="3968587" y="3441436"/>
                </a:lnTo>
                <a:moveTo>
                  <a:pt x="3713744" y="3752972"/>
                </a:moveTo>
                <a:lnTo>
                  <a:pt x="3341858" y="3488985"/>
                </a:lnTo>
                <a:moveTo>
                  <a:pt x="3983035" y="3794486"/>
                </a:moveTo>
                <a:lnTo>
                  <a:pt x="3968587" y="3441436"/>
                </a:lnTo>
                <a:moveTo>
                  <a:pt x="3983035" y="3794486"/>
                </a:moveTo>
                <a:lnTo>
                  <a:pt x="3674974" y="3542294"/>
                </a:lnTo>
                <a:moveTo>
                  <a:pt x="0" y="3456981"/>
                </a:moveTo>
                <a:lnTo>
                  <a:pt x="351587" y="3471702"/>
                </a:lnTo>
                <a:moveTo>
                  <a:pt x="0" y="3456981"/>
                </a:moveTo>
                <a:lnTo>
                  <a:pt x="0" y="3212287"/>
                </a:lnTo>
                <a:moveTo>
                  <a:pt x="351587" y="3471702"/>
                </a:moveTo>
                <a:lnTo>
                  <a:pt x="679399" y="3511845"/>
                </a:lnTo>
                <a:moveTo>
                  <a:pt x="351587" y="3471702"/>
                </a:moveTo>
                <a:lnTo>
                  <a:pt x="293614" y="3115635"/>
                </a:lnTo>
                <a:moveTo>
                  <a:pt x="351587" y="3471702"/>
                </a:moveTo>
                <a:lnTo>
                  <a:pt x="0" y="3212287"/>
                </a:lnTo>
                <a:moveTo>
                  <a:pt x="679399" y="3511845"/>
                </a:moveTo>
                <a:lnTo>
                  <a:pt x="961949" y="3468411"/>
                </a:lnTo>
                <a:moveTo>
                  <a:pt x="679399" y="3511845"/>
                </a:moveTo>
                <a:lnTo>
                  <a:pt x="555864" y="3181015"/>
                </a:lnTo>
                <a:moveTo>
                  <a:pt x="679399" y="3511845"/>
                </a:moveTo>
                <a:lnTo>
                  <a:pt x="939272" y="3113715"/>
                </a:lnTo>
                <a:moveTo>
                  <a:pt x="679399" y="3511845"/>
                </a:moveTo>
                <a:lnTo>
                  <a:pt x="293614" y="3115635"/>
                </a:lnTo>
                <a:moveTo>
                  <a:pt x="961949" y="3468411"/>
                </a:moveTo>
                <a:lnTo>
                  <a:pt x="1254557" y="3489716"/>
                </a:lnTo>
                <a:moveTo>
                  <a:pt x="961949" y="3468411"/>
                </a:moveTo>
                <a:lnTo>
                  <a:pt x="939272" y="3113715"/>
                </a:lnTo>
                <a:moveTo>
                  <a:pt x="961949" y="3468411"/>
                </a:moveTo>
                <a:lnTo>
                  <a:pt x="1291773" y="3116732"/>
                </a:lnTo>
                <a:moveTo>
                  <a:pt x="961949" y="3468411"/>
                </a:moveTo>
                <a:lnTo>
                  <a:pt x="555864" y="3181015"/>
                </a:lnTo>
                <a:moveTo>
                  <a:pt x="1254557" y="3489716"/>
                </a:moveTo>
                <a:lnTo>
                  <a:pt x="1605504" y="3414095"/>
                </a:lnTo>
                <a:moveTo>
                  <a:pt x="1254557" y="3489716"/>
                </a:moveTo>
                <a:lnTo>
                  <a:pt x="1291773" y="3116732"/>
                </a:lnTo>
                <a:moveTo>
                  <a:pt x="1254557" y="3489716"/>
                </a:moveTo>
                <a:lnTo>
                  <a:pt x="1518270" y="3186318"/>
                </a:lnTo>
                <a:moveTo>
                  <a:pt x="1254557" y="3489716"/>
                </a:moveTo>
                <a:lnTo>
                  <a:pt x="939272" y="3113715"/>
                </a:lnTo>
                <a:moveTo>
                  <a:pt x="1605504" y="3414095"/>
                </a:moveTo>
                <a:lnTo>
                  <a:pt x="1518270" y="3186318"/>
                </a:lnTo>
                <a:moveTo>
                  <a:pt x="1605504" y="3414095"/>
                </a:moveTo>
                <a:lnTo>
                  <a:pt x="1841327" y="3113623"/>
                </a:lnTo>
                <a:moveTo>
                  <a:pt x="1605504" y="3414095"/>
                </a:moveTo>
                <a:lnTo>
                  <a:pt x="1291773" y="3116732"/>
                </a:lnTo>
                <a:moveTo>
                  <a:pt x="1859250" y="3457621"/>
                </a:moveTo>
                <a:lnTo>
                  <a:pt x="2105589" y="3451769"/>
                </a:lnTo>
                <a:moveTo>
                  <a:pt x="1859250" y="3457621"/>
                </a:moveTo>
                <a:lnTo>
                  <a:pt x="1841327" y="3113623"/>
                </a:lnTo>
                <a:moveTo>
                  <a:pt x="1859250" y="3457621"/>
                </a:moveTo>
                <a:lnTo>
                  <a:pt x="2244852" y="3227283"/>
                </a:lnTo>
                <a:moveTo>
                  <a:pt x="1859250" y="3457621"/>
                </a:moveTo>
                <a:lnTo>
                  <a:pt x="1518270" y="3186318"/>
                </a:lnTo>
                <a:moveTo>
                  <a:pt x="2105589" y="3451769"/>
                </a:moveTo>
                <a:lnTo>
                  <a:pt x="2507193" y="3406597"/>
                </a:lnTo>
                <a:moveTo>
                  <a:pt x="2105589" y="3451769"/>
                </a:moveTo>
                <a:lnTo>
                  <a:pt x="2244852" y="3227283"/>
                </a:lnTo>
                <a:moveTo>
                  <a:pt x="2105589" y="3451769"/>
                </a:moveTo>
                <a:lnTo>
                  <a:pt x="2434041" y="3214665"/>
                </a:lnTo>
                <a:moveTo>
                  <a:pt x="2105589" y="3451769"/>
                </a:moveTo>
                <a:lnTo>
                  <a:pt x="1841327" y="3113623"/>
                </a:lnTo>
                <a:moveTo>
                  <a:pt x="2507193" y="3406597"/>
                </a:moveTo>
                <a:lnTo>
                  <a:pt x="2434041" y="3214665"/>
                </a:lnTo>
                <a:moveTo>
                  <a:pt x="2507193" y="3406597"/>
                </a:moveTo>
                <a:lnTo>
                  <a:pt x="2244852" y="3227283"/>
                </a:lnTo>
                <a:moveTo>
                  <a:pt x="2844881" y="3516325"/>
                </a:moveTo>
                <a:lnTo>
                  <a:pt x="2753441" y="3175528"/>
                </a:lnTo>
                <a:moveTo>
                  <a:pt x="2844881" y="3516325"/>
                </a:moveTo>
                <a:lnTo>
                  <a:pt x="3119201" y="3209910"/>
                </a:lnTo>
                <a:moveTo>
                  <a:pt x="2844881" y="3516325"/>
                </a:moveTo>
                <a:lnTo>
                  <a:pt x="2434041" y="3214665"/>
                </a:lnTo>
                <a:moveTo>
                  <a:pt x="3087746" y="3456889"/>
                </a:moveTo>
                <a:lnTo>
                  <a:pt x="3341858" y="3488985"/>
                </a:lnTo>
                <a:moveTo>
                  <a:pt x="3087746" y="3456889"/>
                </a:moveTo>
                <a:lnTo>
                  <a:pt x="3119201" y="3209910"/>
                </a:lnTo>
                <a:moveTo>
                  <a:pt x="3087746" y="3456889"/>
                </a:moveTo>
                <a:lnTo>
                  <a:pt x="3338932" y="3185678"/>
                </a:lnTo>
                <a:moveTo>
                  <a:pt x="3087746" y="3456889"/>
                </a:moveTo>
                <a:lnTo>
                  <a:pt x="2753441" y="3175528"/>
                </a:lnTo>
                <a:moveTo>
                  <a:pt x="3341858" y="3488985"/>
                </a:moveTo>
                <a:lnTo>
                  <a:pt x="3674974" y="3542294"/>
                </a:lnTo>
                <a:moveTo>
                  <a:pt x="3341858" y="3488985"/>
                </a:moveTo>
                <a:lnTo>
                  <a:pt x="3338932" y="3185678"/>
                </a:lnTo>
                <a:moveTo>
                  <a:pt x="3341858" y="3488985"/>
                </a:moveTo>
                <a:lnTo>
                  <a:pt x="3706155" y="3162910"/>
                </a:lnTo>
                <a:moveTo>
                  <a:pt x="3341858" y="3488985"/>
                </a:moveTo>
                <a:lnTo>
                  <a:pt x="3119201" y="3209910"/>
                </a:lnTo>
                <a:moveTo>
                  <a:pt x="3674974" y="3542294"/>
                </a:moveTo>
                <a:lnTo>
                  <a:pt x="3968587" y="3441436"/>
                </a:lnTo>
                <a:moveTo>
                  <a:pt x="3674974" y="3542294"/>
                </a:moveTo>
                <a:lnTo>
                  <a:pt x="3706155" y="3162910"/>
                </a:lnTo>
                <a:moveTo>
                  <a:pt x="3674974" y="3542294"/>
                </a:moveTo>
                <a:lnTo>
                  <a:pt x="4107393" y="3143616"/>
                </a:lnTo>
                <a:moveTo>
                  <a:pt x="3968587" y="3441436"/>
                </a:moveTo>
                <a:lnTo>
                  <a:pt x="4107393" y="3143616"/>
                </a:lnTo>
                <a:moveTo>
                  <a:pt x="3968587" y="3441436"/>
                </a:moveTo>
                <a:lnTo>
                  <a:pt x="3706155" y="3162910"/>
                </a:lnTo>
                <a:moveTo>
                  <a:pt x="0" y="3212287"/>
                </a:moveTo>
                <a:lnTo>
                  <a:pt x="293614" y="3115635"/>
                </a:lnTo>
                <a:moveTo>
                  <a:pt x="0" y="3212287"/>
                </a:moveTo>
                <a:lnTo>
                  <a:pt x="2377" y="2845064"/>
                </a:lnTo>
                <a:moveTo>
                  <a:pt x="0" y="3212287"/>
                </a:moveTo>
                <a:lnTo>
                  <a:pt x="337871" y="2932298"/>
                </a:lnTo>
                <a:moveTo>
                  <a:pt x="293614" y="3115635"/>
                </a:moveTo>
                <a:lnTo>
                  <a:pt x="555864" y="3181015"/>
                </a:lnTo>
                <a:moveTo>
                  <a:pt x="293614" y="3115635"/>
                </a:moveTo>
                <a:lnTo>
                  <a:pt x="337871" y="2932298"/>
                </a:lnTo>
                <a:moveTo>
                  <a:pt x="293614" y="3115635"/>
                </a:moveTo>
                <a:lnTo>
                  <a:pt x="2377" y="2845064"/>
                </a:lnTo>
                <a:moveTo>
                  <a:pt x="555864" y="3181015"/>
                </a:moveTo>
                <a:lnTo>
                  <a:pt x="683057" y="2819918"/>
                </a:lnTo>
                <a:moveTo>
                  <a:pt x="555864" y="3181015"/>
                </a:moveTo>
                <a:lnTo>
                  <a:pt x="337871" y="2932298"/>
                </a:lnTo>
                <a:moveTo>
                  <a:pt x="939272" y="3113715"/>
                </a:moveTo>
                <a:lnTo>
                  <a:pt x="1291773" y="3116732"/>
                </a:lnTo>
                <a:moveTo>
                  <a:pt x="939272" y="3113715"/>
                </a:moveTo>
                <a:lnTo>
                  <a:pt x="989838" y="2817175"/>
                </a:lnTo>
                <a:moveTo>
                  <a:pt x="939272" y="3113715"/>
                </a:moveTo>
                <a:lnTo>
                  <a:pt x="1225387" y="2878988"/>
                </a:lnTo>
                <a:moveTo>
                  <a:pt x="939272" y="3113715"/>
                </a:moveTo>
                <a:lnTo>
                  <a:pt x="683057" y="2819918"/>
                </a:lnTo>
                <a:moveTo>
                  <a:pt x="1291773" y="3116732"/>
                </a:moveTo>
                <a:lnTo>
                  <a:pt x="1518270" y="3186318"/>
                </a:lnTo>
                <a:moveTo>
                  <a:pt x="1291773" y="3116732"/>
                </a:moveTo>
                <a:lnTo>
                  <a:pt x="1225387" y="2878988"/>
                </a:lnTo>
                <a:moveTo>
                  <a:pt x="1291773" y="3116732"/>
                </a:moveTo>
                <a:lnTo>
                  <a:pt x="989838" y="2817175"/>
                </a:lnTo>
                <a:moveTo>
                  <a:pt x="1518270" y="3186318"/>
                </a:moveTo>
                <a:lnTo>
                  <a:pt x="1841327" y="3113623"/>
                </a:lnTo>
                <a:moveTo>
                  <a:pt x="1518270" y="3186318"/>
                </a:moveTo>
                <a:lnTo>
                  <a:pt x="1491112" y="2842504"/>
                </a:lnTo>
                <a:moveTo>
                  <a:pt x="1518270" y="3186318"/>
                </a:moveTo>
                <a:lnTo>
                  <a:pt x="1795333" y="2930286"/>
                </a:lnTo>
                <a:moveTo>
                  <a:pt x="1518270" y="3186318"/>
                </a:moveTo>
                <a:lnTo>
                  <a:pt x="1225387" y="2878988"/>
                </a:lnTo>
                <a:moveTo>
                  <a:pt x="1841327" y="3113623"/>
                </a:moveTo>
                <a:lnTo>
                  <a:pt x="2244852" y="3227283"/>
                </a:lnTo>
                <a:moveTo>
                  <a:pt x="1841327" y="3113623"/>
                </a:moveTo>
                <a:lnTo>
                  <a:pt x="2128540" y="2915656"/>
                </a:lnTo>
                <a:moveTo>
                  <a:pt x="1841327" y="3113623"/>
                </a:moveTo>
                <a:lnTo>
                  <a:pt x="1491112" y="2842504"/>
                </a:lnTo>
                <a:moveTo>
                  <a:pt x="2244852" y="3227283"/>
                </a:moveTo>
                <a:lnTo>
                  <a:pt x="2128540" y="2915656"/>
                </a:lnTo>
                <a:moveTo>
                  <a:pt x="2244852" y="3227283"/>
                </a:moveTo>
                <a:lnTo>
                  <a:pt x="2459462" y="2932664"/>
                </a:lnTo>
                <a:moveTo>
                  <a:pt x="2244852" y="3227283"/>
                </a:moveTo>
                <a:lnTo>
                  <a:pt x="1795333" y="2930286"/>
                </a:lnTo>
                <a:moveTo>
                  <a:pt x="2434041" y="3214665"/>
                </a:moveTo>
                <a:lnTo>
                  <a:pt x="2753441" y="3175528"/>
                </a:lnTo>
                <a:moveTo>
                  <a:pt x="2434041" y="3214665"/>
                </a:moveTo>
                <a:lnTo>
                  <a:pt x="2459462" y="2932664"/>
                </a:lnTo>
                <a:moveTo>
                  <a:pt x="2434041" y="3214665"/>
                </a:moveTo>
                <a:lnTo>
                  <a:pt x="2717231" y="2917302"/>
                </a:lnTo>
                <a:moveTo>
                  <a:pt x="2434041" y="3214665"/>
                </a:moveTo>
                <a:lnTo>
                  <a:pt x="2128540" y="2915656"/>
                </a:lnTo>
                <a:moveTo>
                  <a:pt x="2753441" y="3175528"/>
                </a:moveTo>
                <a:lnTo>
                  <a:pt x="3119201" y="3209910"/>
                </a:lnTo>
                <a:moveTo>
                  <a:pt x="2753441" y="3175528"/>
                </a:moveTo>
                <a:lnTo>
                  <a:pt x="3043489" y="2884383"/>
                </a:lnTo>
                <a:moveTo>
                  <a:pt x="2753441" y="3175528"/>
                </a:moveTo>
                <a:lnTo>
                  <a:pt x="2459462" y="2932664"/>
                </a:lnTo>
                <a:moveTo>
                  <a:pt x="3119201" y="3209910"/>
                </a:moveTo>
                <a:lnTo>
                  <a:pt x="3338932" y="3185678"/>
                </a:lnTo>
                <a:moveTo>
                  <a:pt x="3119201" y="3209910"/>
                </a:moveTo>
                <a:lnTo>
                  <a:pt x="3043489" y="2884383"/>
                </a:lnTo>
                <a:moveTo>
                  <a:pt x="3119201" y="3209910"/>
                </a:moveTo>
                <a:lnTo>
                  <a:pt x="3342315" y="2805288"/>
                </a:lnTo>
                <a:moveTo>
                  <a:pt x="3119201" y="3209910"/>
                </a:moveTo>
                <a:lnTo>
                  <a:pt x="2717231" y="2917302"/>
                </a:lnTo>
                <a:moveTo>
                  <a:pt x="3338932" y="3185678"/>
                </a:moveTo>
                <a:lnTo>
                  <a:pt x="3706155" y="3162910"/>
                </a:lnTo>
                <a:moveTo>
                  <a:pt x="3338932" y="3185678"/>
                </a:moveTo>
                <a:lnTo>
                  <a:pt x="3342315" y="2805288"/>
                </a:lnTo>
                <a:moveTo>
                  <a:pt x="3338932" y="3185678"/>
                </a:moveTo>
                <a:lnTo>
                  <a:pt x="3744194" y="2917759"/>
                </a:lnTo>
                <a:moveTo>
                  <a:pt x="3338932" y="3185678"/>
                </a:moveTo>
                <a:lnTo>
                  <a:pt x="3043489" y="2884383"/>
                </a:lnTo>
                <a:moveTo>
                  <a:pt x="3706155" y="3162910"/>
                </a:moveTo>
                <a:lnTo>
                  <a:pt x="4107393" y="3143616"/>
                </a:lnTo>
                <a:moveTo>
                  <a:pt x="3706155" y="3162910"/>
                </a:moveTo>
                <a:lnTo>
                  <a:pt x="3744194" y="2917759"/>
                </a:lnTo>
                <a:moveTo>
                  <a:pt x="3706155" y="3162910"/>
                </a:moveTo>
                <a:lnTo>
                  <a:pt x="3342315" y="2805288"/>
                </a:lnTo>
                <a:moveTo>
                  <a:pt x="4107393" y="3143616"/>
                </a:moveTo>
                <a:lnTo>
                  <a:pt x="3998580" y="2886944"/>
                </a:lnTo>
                <a:moveTo>
                  <a:pt x="4107393" y="3143616"/>
                </a:moveTo>
                <a:lnTo>
                  <a:pt x="3744194" y="2917759"/>
                </a:lnTo>
                <a:moveTo>
                  <a:pt x="2377" y="2845064"/>
                </a:moveTo>
                <a:lnTo>
                  <a:pt x="337871" y="2932298"/>
                </a:lnTo>
                <a:moveTo>
                  <a:pt x="2377" y="2845064"/>
                </a:moveTo>
                <a:lnTo>
                  <a:pt x="0" y="2611892"/>
                </a:lnTo>
                <a:moveTo>
                  <a:pt x="2377" y="2845064"/>
                </a:moveTo>
                <a:lnTo>
                  <a:pt x="364663" y="2477018"/>
                </a:lnTo>
                <a:moveTo>
                  <a:pt x="337871" y="2932298"/>
                </a:moveTo>
                <a:lnTo>
                  <a:pt x="683057" y="2819918"/>
                </a:lnTo>
                <a:moveTo>
                  <a:pt x="337871" y="2932298"/>
                </a:moveTo>
                <a:lnTo>
                  <a:pt x="364663" y="2477018"/>
                </a:lnTo>
                <a:moveTo>
                  <a:pt x="337871" y="2932298"/>
                </a:moveTo>
                <a:lnTo>
                  <a:pt x="615757" y="2555931"/>
                </a:lnTo>
                <a:moveTo>
                  <a:pt x="337871" y="2932298"/>
                </a:moveTo>
                <a:lnTo>
                  <a:pt x="0" y="2611892"/>
                </a:lnTo>
                <a:moveTo>
                  <a:pt x="683057" y="2819918"/>
                </a:moveTo>
                <a:lnTo>
                  <a:pt x="989838" y="2817175"/>
                </a:lnTo>
                <a:moveTo>
                  <a:pt x="683057" y="2819918"/>
                </a:moveTo>
                <a:lnTo>
                  <a:pt x="867308" y="2615093"/>
                </a:lnTo>
                <a:moveTo>
                  <a:pt x="683057" y="2819918"/>
                </a:moveTo>
                <a:lnTo>
                  <a:pt x="364663" y="2477018"/>
                </a:lnTo>
                <a:moveTo>
                  <a:pt x="989838" y="2817175"/>
                </a:moveTo>
                <a:lnTo>
                  <a:pt x="1225387" y="2878988"/>
                </a:lnTo>
                <a:moveTo>
                  <a:pt x="989838" y="2817175"/>
                </a:moveTo>
                <a:lnTo>
                  <a:pt x="867308" y="2615093"/>
                </a:lnTo>
                <a:moveTo>
                  <a:pt x="989838" y="2817175"/>
                </a:moveTo>
                <a:lnTo>
                  <a:pt x="615757" y="2555931"/>
                </a:lnTo>
                <a:moveTo>
                  <a:pt x="1225387" y="2878988"/>
                </a:moveTo>
                <a:lnTo>
                  <a:pt x="1491112" y="2842504"/>
                </a:lnTo>
                <a:moveTo>
                  <a:pt x="1225387" y="2878988"/>
                </a:moveTo>
                <a:lnTo>
                  <a:pt x="1217706" y="2589947"/>
                </a:lnTo>
                <a:moveTo>
                  <a:pt x="1225387" y="2878988"/>
                </a:moveTo>
                <a:lnTo>
                  <a:pt x="1603766" y="2605857"/>
                </a:lnTo>
                <a:moveTo>
                  <a:pt x="1225387" y="2878988"/>
                </a:moveTo>
                <a:lnTo>
                  <a:pt x="867308" y="2615093"/>
                </a:lnTo>
                <a:moveTo>
                  <a:pt x="1491112" y="2842504"/>
                </a:moveTo>
                <a:lnTo>
                  <a:pt x="1795333" y="2930286"/>
                </a:lnTo>
                <a:moveTo>
                  <a:pt x="1491112" y="2842504"/>
                </a:moveTo>
                <a:lnTo>
                  <a:pt x="1603766" y="2605857"/>
                </a:lnTo>
                <a:moveTo>
                  <a:pt x="1491112" y="2842504"/>
                </a:moveTo>
                <a:lnTo>
                  <a:pt x="1217706" y="2589947"/>
                </a:lnTo>
                <a:moveTo>
                  <a:pt x="1795333" y="2930286"/>
                </a:moveTo>
                <a:lnTo>
                  <a:pt x="2128540" y="2915656"/>
                </a:lnTo>
                <a:moveTo>
                  <a:pt x="1795333" y="2930286"/>
                </a:moveTo>
                <a:lnTo>
                  <a:pt x="1789206" y="2483602"/>
                </a:lnTo>
                <a:moveTo>
                  <a:pt x="1795333" y="2930286"/>
                </a:moveTo>
                <a:lnTo>
                  <a:pt x="1603766" y="2605857"/>
                </a:lnTo>
                <a:moveTo>
                  <a:pt x="2128540" y="2915656"/>
                </a:moveTo>
                <a:lnTo>
                  <a:pt x="2459462" y="2932664"/>
                </a:lnTo>
                <a:moveTo>
                  <a:pt x="2128540" y="2915656"/>
                </a:moveTo>
                <a:lnTo>
                  <a:pt x="2178192" y="2608235"/>
                </a:lnTo>
                <a:moveTo>
                  <a:pt x="2128540" y="2915656"/>
                </a:moveTo>
                <a:lnTo>
                  <a:pt x="2491008" y="2626705"/>
                </a:lnTo>
                <a:moveTo>
                  <a:pt x="2128540" y="2915656"/>
                </a:moveTo>
                <a:lnTo>
                  <a:pt x="1789206" y="2483602"/>
                </a:lnTo>
                <a:moveTo>
                  <a:pt x="2459462" y="2932664"/>
                </a:moveTo>
                <a:lnTo>
                  <a:pt x="2717231" y="2917302"/>
                </a:lnTo>
                <a:moveTo>
                  <a:pt x="2459462" y="2932664"/>
                </a:moveTo>
                <a:lnTo>
                  <a:pt x="2491008" y="2626705"/>
                </a:lnTo>
                <a:moveTo>
                  <a:pt x="2459462" y="2932664"/>
                </a:moveTo>
                <a:lnTo>
                  <a:pt x="2799253" y="2479304"/>
                </a:lnTo>
                <a:moveTo>
                  <a:pt x="2459462" y="2932664"/>
                </a:moveTo>
                <a:lnTo>
                  <a:pt x="2178192" y="2608235"/>
                </a:lnTo>
                <a:moveTo>
                  <a:pt x="2717231" y="2917302"/>
                </a:moveTo>
                <a:lnTo>
                  <a:pt x="3043489" y="2884383"/>
                </a:lnTo>
                <a:moveTo>
                  <a:pt x="2717231" y="2917302"/>
                </a:moveTo>
                <a:lnTo>
                  <a:pt x="2799253" y="2479304"/>
                </a:lnTo>
                <a:moveTo>
                  <a:pt x="2717231" y="2917302"/>
                </a:moveTo>
                <a:lnTo>
                  <a:pt x="3161812" y="2523104"/>
                </a:lnTo>
                <a:moveTo>
                  <a:pt x="2717231" y="2917302"/>
                </a:moveTo>
                <a:lnTo>
                  <a:pt x="2491008" y="2626705"/>
                </a:lnTo>
                <a:moveTo>
                  <a:pt x="3043489" y="2884383"/>
                </a:moveTo>
                <a:lnTo>
                  <a:pt x="3342315" y="2805288"/>
                </a:lnTo>
                <a:moveTo>
                  <a:pt x="3043489" y="2884383"/>
                </a:moveTo>
                <a:lnTo>
                  <a:pt x="3161812" y="2523104"/>
                </a:lnTo>
                <a:moveTo>
                  <a:pt x="3043489" y="2884383"/>
                </a:moveTo>
                <a:lnTo>
                  <a:pt x="3378891" y="2574127"/>
                </a:lnTo>
                <a:moveTo>
                  <a:pt x="3043489" y="2884383"/>
                </a:moveTo>
                <a:lnTo>
                  <a:pt x="2799253" y="2479304"/>
                </a:lnTo>
                <a:moveTo>
                  <a:pt x="3342315" y="2805288"/>
                </a:moveTo>
                <a:lnTo>
                  <a:pt x="3744194" y="2917759"/>
                </a:lnTo>
                <a:moveTo>
                  <a:pt x="3342315" y="2805288"/>
                </a:moveTo>
                <a:lnTo>
                  <a:pt x="3378891" y="2574127"/>
                </a:lnTo>
                <a:moveTo>
                  <a:pt x="3342315" y="2805288"/>
                </a:moveTo>
                <a:lnTo>
                  <a:pt x="3674791" y="2511308"/>
                </a:lnTo>
                <a:moveTo>
                  <a:pt x="3342315" y="2805288"/>
                </a:moveTo>
                <a:lnTo>
                  <a:pt x="3161812" y="2523104"/>
                </a:lnTo>
                <a:moveTo>
                  <a:pt x="3744194" y="2917759"/>
                </a:moveTo>
                <a:lnTo>
                  <a:pt x="3998580" y="2886944"/>
                </a:lnTo>
                <a:moveTo>
                  <a:pt x="3744194" y="2917759"/>
                </a:moveTo>
                <a:lnTo>
                  <a:pt x="3674791" y="2511308"/>
                </a:lnTo>
                <a:moveTo>
                  <a:pt x="3744194" y="2917759"/>
                </a:moveTo>
                <a:lnTo>
                  <a:pt x="4042105" y="2510302"/>
                </a:lnTo>
                <a:moveTo>
                  <a:pt x="3744194" y="2917759"/>
                </a:moveTo>
                <a:lnTo>
                  <a:pt x="3378891" y="2574127"/>
                </a:lnTo>
                <a:moveTo>
                  <a:pt x="3998580" y="2886944"/>
                </a:moveTo>
                <a:lnTo>
                  <a:pt x="4042105" y="2510302"/>
                </a:lnTo>
                <a:moveTo>
                  <a:pt x="0" y="2611892"/>
                </a:moveTo>
                <a:lnTo>
                  <a:pt x="358902" y="2168408"/>
                </a:lnTo>
                <a:moveTo>
                  <a:pt x="364663" y="2477018"/>
                </a:moveTo>
                <a:lnTo>
                  <a:pt x="615757" y="2555931"/>
                </a:lnTo>
                <a:moveTo>
                  <a:pt x="364663" y="2477018"/>
                </a:moveTo>
                <a:lnTo>
                  <a:pt x="358902" y="2168408"/>
                </a:lnTo>
                <a:moveTo>
                  <a:pt x="364663" y="2477018"/>
                </a:moveTo>
                <a:lnTo>
                  <a:pt x="675833" y="2196206"/>
                </a:lnTo>
                <a:moveTo>
                  <a:pt x="364663" y="2477018"/>
                </a:moveTo>
                <a:lnTo>
                  <a:pt x="0" y="2286549"/>
                </a:lnTo>
                <a:moveTo>
                  <a:pt x="615757" y="2555931"/>
                </a:moveTo>
                <a:lnTo>
                  <a:pt x="675833" y="2196206"/>
                </a:lnTo>
                <a:moveTo>
                  <a:pt x="615757" y="2555931"/>
                </a:moveTo>
                <a:lnTo>
                  <a:pt x="981060" y="2206447"/>
                </a:lnTo>
                <a:moveTo>
                  <a:pt x="615757" y="2555931"/>
                </a:moveTo>
                <a:lnTo>
                  <a:pt x="358902" y="2168408"/>
                </a:lnTo>
                <a:moveTo>
                  <a:pt x="867308" y="2615093"/>
                </a:moveTo>
                <a:lnTo>
                  <a:pt x="1217706" y="2589947"/>
                </a:lnTo>
                <a:moveTo>
                  <a:pt x="1217706" y="2589947"/>
                </a:moveTo>
                <a:lnTo>
                  <a:pt x="1603766" y="2605857"/>
                </a:lnTo>
                <a:moveTo>
                  <a:pt x="1217706" y="2589947"/>
                </a:moveTo>
                <a:lnTo>
                  <a:pt x="1199693" y="2240920"/>
                </a:lnTo>
                <a:moveTo>
                  <a:pt x="1217706" y="2589947"/>
                </a:moveTo>
                <a:lnTo>
                  <a:pt x="1530248" y="2316541"/>
                </a:lnTo>
                <a:moveTo>
                  <a:pt x="1217706" y="2589947"/>
                </a:moveTo>
                <a:lnTo>
                  <a:pt x="981060" y="2206447"/>
                </a:lnTo>
                <a:moveTo>
                  <a:pt x="1603766" y="2605857"/>
                </a:moveTo>
                <a:lnTo>
                  <a:pt x="1789206" y="2483602"/>
                </a:lnTo>
                <a:moveTo>
                  <a:pt x="1603766" y="2605857"/>
                </a:moveTo>
                <a:lnTo>
                  <a:pt x="1530248" y="2316541"/>
                </a:lnTo>
                <a:moveTo>
                  <a:pt x="1603766" y="2605857"/>
                </a:moveTo>
                <a:lnTo>
                  <a:pt x="1789938" y="2277770"/>
                </a:lnTo>
                <a:moveTo>
                  <a:pt x="1603766" y="2605857"/>
                </a:moveTo>
                <a:lnTo>
                  <a:pt x="1199693" y="2240920"/>
                </a:lnTo>
                <a:moveTo>
                  <a:pt x="1789206" y="2483602"/>
                </a:moveTo>
                <a:lnTo>
                  <a:pt x="2178192" y="2608235"/>
                </a:lnTo>
                <a:moveTo>
                  <a:pt x="1789206" y="2483602"/>
                </a:moveTo>
                <a:lnTo>
                  <a:pt x="1789938" y="2277770"/>
                </a:lnTo>
                <a:moveTo>
                  <a:pt x="1789206" y="2483602"/>
                </a:moveTo>
                <a:lnTo>
                  <a:pt x="2136404" y="2213854"/>
                </a:lnTo>
                <a:moveTo>
                  <a:pt x="1789206" y="2483602"/>
                </a:moveTo>
                <a:lnTo>
                  <a:pt x="1530248" y="2316541"/>
                </a:lnTo>
                <a:moveTo>
                  <a:pt x="2178192" y="2608235"/>
                </a:moveTo>
                <a:lnTo>
                  <a:pt x="2491008" y="2626705"/>
                </a:lnTo>
                <a:moveTo>
                  <a:pt x="2178192" y="2608235"/>
                </a:moveTo>
                <a:lnTo>
                  <a:pt x="2136404" y="2213854"/>
                </a:lnTo>
                <a:moveTo>
                  <a:pt x="2178192" y="2608235"/>
                </a:moveTo>
                <a:lnTo>
                  <a:pt x="2555199" y="2251801"/>
                </a:lnTo>
                <a:moveTo>
                  <a:pt x="2178192" y="2608235"/>
                </a:moveTo>
                <a:lnTo>
                  <a:pt x="1789938" y="2277770"/>
                </a:lnTo>
                <a:moveTo>
                  <a:pt x="2491008" y="2626705"/>
                </a:moveTo>
                <a:lnTo>
                  <a:pt x="2799253" y="2479304"/>
                </a:lnTo>
                <a:moveTo>
                  <a:pt x="2491008" y="2626705"/>
                </a:moveTo>
                <a:lnTo>
                  <a:pt x="2555199" y="2251801"/>
                </a:lnTo>
                <a:moveTo>
                  <a:pt x="2491008" y="2626705"/>
                </a:moveTo>
                <a:lnTo>
                  <a:pt x="2862712" y="2167951"/>
                </a:lnTo>
                <a:moveTo>
                  <a:pt x="2799253" y="2479304"/>
                </a:moveTo>
                <a:lnTo>
                  <a:pt x="3161812" y="2523104"/>
                </a:lnTo>
                <a:moveTo>
                  <a:pt x="2799253" y="2479304"/>
                </a:moveTo>
                <a:lnTo>
                  <a:pt x="2862712" y="2167951"/>
                </a:lnTo>
                <a:moveTo>
                  <a:pt x="2799253" y="2479304"/>
                </a:moveTo>
                <a:lnTo>
                  <a:pt x="2555199" y="2251801"/>
                </a:lnTo>
                <a:moveTo>
                  <a:pt x="3161812" y="2523104"/>
                </a:moveTo>
                <a:lnTo>
                  <a:pt x="3372582" y="2286000"/>
                </a:lnTo>
                <a:moveTo>
                  <a:pt x="3161812" y="2523104"/>
                </a:moveTo>
                <a:lnTo>
                  <a:pt x="2862712" y="2167951"/>
                </a:lnTo>
                <a:moveTo>
                  <a:pt x="3378891" y="2574127"/>
                </a:moveTo>
                <a:lnTo>
                  <a:pt x="3372582" y="2286000"/>
                </a:lnTo>
                <a:moveTo>
                  <a:pt x="3378891" y="2574127"/>
                </a:moveTo>
                <a:lnTo>
                  <a:pt x="3679363" y="2289383"/>
                </a:lnTo>
                <a:moveTo>
                  <a:pt x="3378891" y="2574127"/>
                </a:moveTo>
                <a:lnTo>
                  <a:pt x="3176077" y="2264603"/>
                </a:lnTo>
                <a:moveTo>
                  <a:pt x="3674791" y="2511308"/>
                </a:moveTo>
                <a:lnTo>
                  <a:pt x="4042105" y="2510302"/>
                </a:lnTo>
                <a:moveTo>
                  <a:pt x="3674791" y="2511308"/>
                </a:moveTo>
                <a:lnTo>
                  <a:pt x="4056278" y="2181576"/>
                </a:lnTo>
                <a:moveTo>
                  <a:pt x="3674791" y="2511308"/>
                </a:moveTo>
                <a:lnTo>
                  <a:pt x="3372582" y="2286000"/>
                </a:lnTo>
                <a:moveTo>
                  <a:pt x="4042105" y="2510302"/>
                </a:moveTo>
                <a:lnTo>
                  <a:pt x="4056278" y="2181576"/>
                </a:lnTo>
                <a:moveTo>
                  <a:pt x="4042105" y="2510302"/>
                </a:moveTo>
                <a:lnTo>
                  <a:pt x="3679363" y="2289383"/>
                </a:lnTo>
                <a:moveTo>
                  <a:pt x="0" y="2286549"/>
                </a:moveTo>
                <a:lnTo>
                  <a:pt x="358902" y="2168408"/>
                </a:lnTo>
                <a:moveTo>
                  <a:pt x="0" y="2286549"/>
                </a:moveTo>
                <a:lnTo>
                  <a:pt x="52852" y="1936974"/>
                </a:lnTo>
                <a:moveTo>
                  <a:pt x="0" y="2286549"/>
                </a:moveTo>
                <a:lnTo>
                  <a:pt x="334213" y="1887322"/>
                </a:lnTo>
                <a:moveTo>
                  <a:pt x="358902" y="2168408"/>
                </a:moveTo>
                <a:lnTo>
                  <a:pt x="675833" y="2196206"/>
                </a:lnTo>
                <a:moveTo>
                  <a:pt x="358902" y="2168408"/>
                </a:moveTo>
                <a:lnTo>
                  <a:pt x="334213" y="1887322"/>
                </a:lnTo>
                <a:moveTo>
                  <a:pt x="358902" y="2168408"/>
                </a:moveTo>
                <a:lnTo>
                  <a:pt x="556595" y="1908901"/>
                </a:lnTo>
                <a:moveTo>
                  <a:pt x="358902" y="2168408"/>
                </a:moveTo>
                <a:lnTo>
                  <a:pt x="52852" y="1936974"/>
                </a:lnTo>
                <a:moveTo>
                  <a:pt x="675833" y="2196206"/>
                </a:moveTo>
                <a:lnTo>
                  <a:pt x="981060" y="2206447"/>
                </a:lnTo>
                <a:moveTo>
                  <a:pt x="675833" y="2196206"/>
                </a:moveTo>
                <a:lnTo>
                  <a:pt x="334213" y="1887322"/>
                </a:lnTo>
                <a:moveTo>
                  <a:pt x="981060" y="2206447"/>
                </a:moveTo>
                <a:lnTo>
                  <a:pt x="1199693" y="2240920"/>
                </a:lnTo>
                <a:moveTo>
                  <a:pt x="981060" y="2206447"/>
                </a:moveTo>
                <a:lnTo>
                  <a:pt x="995233" y="1890065"/>
                </a:lnTo>
                <a:moveTo>
                  <a:pt x="981060" y="2206447"/>
                </a:moveTo>
                <a:lnTo>
                  <a:pt x="1280983" y="1937156"/>
                </a:lnTo>
                <a:moveTo>
                  <a:pt x="981060" y="2206447"/>
                </a:moveTo>
                <a:lnTo>
                  <a:pt x="556595" y="1908901"/>
                </a:lnTo>
                <a:moveTo>
                  <a:pt x="1199693" y="2240920"/>
                </a:moveTo>
                <a:lnTo>
                  <a:pt x="1530248" y="2316541"/>
                </a:lnTo>
                <a:moveTo>
                  <a:pt x="1199693" y="2240920"/>
                </a:moveTo>
                <a:lnTo>
                  <a:pt x="1280983" y="1937156"/>
                </a:lnTo>
                <a:moveTo>
                  <a:pt x="1199693" y="2240920"/>
                </a:moveTo>
                <a:lnTo>
                  <a:pt x="1502816" y="1888968"/>
                </a:lnTo>
                <a:moveTo>
                  <a:pt x="1199693" y="2240920"/>
                </a:moveTo>
                <a:lnTo>
                  <a:pt x="995233" y="1890065"/>
                </a:lnTo>
                <a:moveTo>
                  <a:pt x="1530248" y="2316541"/>
                </a:moveTo>
                <a:lnTo>
                  <a:pt x="1789938" y="2277770"/>
                </a:lnTo>
                <a:moveTo>
                  <a:pt x="1530248" y="2316541"/>
                </a:moveTo>
                <a:lnTo>
                  <a:pt x="1502816" y="1888968"/>
                </a:lnTo>
                <a:moveTo>
                  <a:pt x="1530248" y="2316541"/>
                </a:moveTo>
                <a:lnTo>
                  <a:pt x="1837212" y="1887139"/>
                </a:lnTo>
                <a:moveTo>
                  <a:pt x="1530248" y="2316541"/>
                </a:moveTo>
                <a:lnTo>
                  <a:pt x="1280983" y="1937156"/>
                </a:lnTo>
                <a:moveTo>
                  <a:pt x="1789938" y="2277770"/>
                </a:moveTo>
                <a:lnTo>
                  <a:pt x="2136404" y="2213854"/>
                </a:lnTo>
                <a:moveTo>
                  <a:pt x="1789938" y="2277770"/>
                </a:moveTo>
                <a:lnTo>
                  <a:pt x="1837212" y="1887139"/>
                </a:lnTo>
                <a:moveTo>
                  <a:pt x="1789938" y="2277770"/>
                </a:moveTo>
                <a:lnTo>
                  <a:pt x="2247047" y="1949867"/>
                </a:lnTo>
                <a:moveTo>
                  <a:pt x="1789938" y="2277770"/>
                </a:moveTo>
                <a:lnTo>
                  <a:pt x="1502816" y="1888968"/>
                </a:lnTo>
                <a:moveTo>
                  <a:pt x="2136404" y="2213854"/>
                </a:moveTo>
                <a:lnTo>
                  <a:pt x="2555199" y="2251801"/>
                </a:lnTo>
                <a:moveTo>
                  <a:pt x="2136404" y="2213854"/>
                </a:moveTo>
                <a:lnTo>
                  <a:pt x="2247047" y="1949867"/>
                </a:lnTo>
                <a:moveTo>
                  <a:pt x="2136404" y="2213854"/>
                </a:moveTo>
                <a:lnTo>
                  <a:pt x="2468971" y="1864462"/>
                </a:lnTo>
                <a:moveTo>
                  <a:pt x="2136404" y="2213854"/>
                </a:moveTo>
                <a:lnTo>
                  <a:pt x="1837212" y="1887139"/>
                </a:lnTo>
                <a:moveTo>
                  <a:pt x="2555199" y="2251801"/>
                </a:moveTo>
                <a:lnTo>
                  <a:pt x="2468971" y="1864462"/>
                </a:lnTo>
                <a:moveTo>
                  <a:pt x="2555199" y="2251801"/>
                </a:moveTo>
                <a:lnTo>
                  <a:pt x="2829702" y="1984888"/>
                </a:lnTo>
                <a:moveTo>
                  <a:pt x="2555199" y="2251801"/>
                </a:moveTo>
                <a:lnTo>
                  <a:pt x="2247047" y="1949867"/>
                </a:lnTo>
                <a:moveTo>
                  <a:pt x="2862712" y="2167951"/>
                </a:moveTo>
                <a:lnTo>
                  <a:pt x="3176077" y="2264603"/>
                </a:lnTo>
                <a:moveTo>
                  <a:pt x="2862712" y="2167951"/>
                </a:moveTo>
                <a:lnTo>
                  <a:pt x="2829702" y="1984888"/>
                </a:lnTo>
                <a:moveTo>
                  <a:pt x="2862712" y="2167951"/>
                </a:moveTo>
                <a:lnTo>
                  <a:pt x="3047512" y="1987814"/>
                </a:lnTo>
                <a:moveTo>
                  <a:pt x="3176077" y="2264603"/>
                </a:moveTo>
                <a:lnTo>
                  <a:pt x="3372582" y="2286000"/>
                </a:lnTo>
                <a:moveTo>
                  <a:pt x="3176077" y="2264603"/>
                </a:moveTo>
                <a:lnTo>
                  <a:pt x="3047512" y="1987814"/>
                </a:lnTo>
                <a:moveTo>
                  <a:pt x="3176077" y="2264603"/>
                </a:moveTo>
                <a:lnTo>
                  <a:pt x="3478835" y="1886316"/>
                </a:lnTo>
                <a:moveTo>
                  <a:pt x="3176077" y="2264603"/>
                </a:moveTo>
                <a:lnTo>
                  <a:pt x="2829702" y="1984888"/>
                </a:lnTo>
                <a:moveTo>
                  <a:pt x="3372582" y="2286000"/>
                </a:moveTo>
                <a:lnTo>
                  <a:pt x="3679363" y="2289383"/>
                </a:lnTo>
                <a:moveTo>
                  <a:pt x="3372582" y="2286000"/>
                </a:moveTo>
                <a:lnTo>
                  <a:pt x="3478835" y="1886316"/>
                </a:lnTo>
                <a:moveTo>
                  <a:pt x="3372582" y="2286000"/>
                </a:moveTo>
                <a:lnTo>
                  <a:pt x="3671499" y="1883207"/>
                </a:lnTo>
                <a:moveTo>
                  <a:pt x="3372582" y="2286000"/>
                </a:moveTo>
                <a:lnTo>
                  <a:pt x="3047512" y="1987814"/>
                </a:lnTo>
                <a:moveTo>
                  <a:pt x="3679363" y="2289383"/>
                </a:moveTo>
                <a:lnTo>
                  <a:pt x="4056278" y="2181576"/>
                </a:lnTo>
                <a:moveTo>
                  <a:pt x="3679363" y="2289383"/>
                </a:moveTo>
                <a:lnTo>
                  <a:pt x="3671499" y="1883207"/>
                </a:lnTo>
                <a:moveTo>
                  <a:pt x="3679363" y="2289383"/>
                </a:moveTo>
                <a:lnTo>
                  <a:pt x="4111600" y="1909450"/>
                </a:lnTo>
                <a:moveTo>
                  <a:pt x="3679363" y="2289383"/>
                </a:moveTo>
                <a:lnTo>
                  <a:pt x="3478835" y="1886316"/>
                </a:lnTo>
                <a:moveTo>
                  <a:pt x="4056278" y="2181576"/>
                </a:moveTo>
                <a:lnTo>
                  <a:pt x="4111600" y="1909450"/>
                </a:lnTo>
                <a:moveTo>
                  <a:pt x="4056278" y="2181576"/>
                </a:moveTo>
                <a:lnTo>
                  <a:pt x="3671499" y="1883207"/>
                </a:lnTo>
                <a:moveTo>
                  <a:pt x="52852" y="1936974"/>
                </a:moveTo>
                <a:lnTo>
                  <a:pt x="334213" y="1887322"/>
                </a:lnTo>
                <a:moveTo>
                  <a:pt x="52852" y="1936974"/>
                </a:moveTo>
                <a:lnTo>
                  <a:pt x="0" y="1616385"/>
                </a:lnTo>
                <a:moveTo>
                  <a:pt x="52852" y="1936974"/>
                </a:moveTo>
                <a:lnTo>
                  <a:pt x="253197" y="1699230"/>
                </a:lnTo>
                <a:moveTo>
                  <a:pt x="334213" y="1887322"/>
                </a:moveTo>
                <a:lnTo>
                  <a:pt x="556595" y="1908901"/>
                </a:lnTo>
                <a:moveTo>
                  <a:pt x="334213" y="1887322"/>
                </a:moveTo>
                <a:lnTo>
                  <a:pt x="253197" y="1699230"/>
                </a:lnTo>
                <a:moveTo>
                  <a:pt x="334213" y="1887322"/>
                </a:moveTo>
                <a:lnTo>
                  <a:pt x="694212" y="1600749"/>
                </a:lnTo>
                <a:moveTo>
                  <a:pt x="334213" y="1887322"/>
                </a:moveTo>
                <a:lnTo>
                  <a:pt x="0" y="1616385"/>
                </a:lnTo>
                <a:moveTo>
                  <a:pt x="556595" y="1908901"/>
                </a:moveTo>
                <a:lnTo>
                  <a:pt x="995233" y="1890065"/>
                </a:lnTo>
                <a:moveTo>
                  <a:pt x="556595" y="1908901"/>
                </a:moveTo>
                <a:lnTo>
                  <a:pt x="694212" y="1600749"/>
                </a:lnTo>
                <a:moveTo>
                  <a:pt x="556595" y="1908901"/>
                </a:moveTo>
                <a:lnTo>
                  <a:pt x="935706" y="1556766"/>
                </a:lnTo>
                <a:moveTo>
                  <a:pt x="556595" y="1908901"/>
                </a:moveTo>
                <a:lnTo>
                  <a:pt x="253197" y="1699230"/>
                </a:lnTo>
                <a:moveTo>
                  <a:pt x="995233" y="1890065"/>
                </a:moveTo>
                <a:lnTo>
                  <a:pt x="1280983" y="1937156"/>
                </a:lnTo>
                <a:moveTo>
                  <a:pt x="995233" y="1890065"/>
                </a:moveTo>
                <a:lnTo>
                  <a:pt x="935706" y="1556766"/>
                </a:lnTo>
                <a:moveTo>
                  <a:pt x="995233" y="1890065"/>
                </a:moveTo>
                <a:lnTo>
                  <a:pt x="1231880" y="1566367"/>
                </a:lnTo>
                <a:moveTo>
                  <a:pt x="995233" y="1890065"/>
                </a:moveTo>
                <a:lnTo>
                  <a:pt x="694212" y="1600749"/>
                </a:lnTo>
                <a:moveTo>
                  <a:pt x="1280983" y="1937156"/>
                </a:moveTo>
                <a:lnTo>
                  <a:pt x="1502816" y="1888968"/>
                </a:lnTo>
                <a:moveTo>
                  <a:pt x="1280983" y="1937156"/>
                </a:moveTo>
                <a:lnTo>
                  <a:pt x="1231880" y="1566367"/>
                </a:lnTo>
                <a:moveTo>
                  <a:pt x="1280983" y="1937156"/>
                </a:moveTo>
                <a:lnTo>
                  <a:pt x="1603400" y="1668689"/>
                </a:lnTo>
                <a:moveTo>
                  <a:pt x="1280983" y="1937156"/>
                </a:moveTo>
                <a:lnTo>
                  <a:pt x="935706" y="1556766"/>
                </a:lnTo>
                <a:moveTo>
                  <a:pt x="1502816" y="1888968"/>
                </a:moveTo>
                <a:lnTo>
                  <a:pt x="1837212" y="1887139"/>
                </a:lnTo>
                <a:moveTo>
                  <a:pt x="1502816" y="1888968"/>
                </a:moveTo>
                <a:lnTo>
                  <a:pt x="1603400" y="1668689"/>
                </a:lnTo>
                <a:moveTo>
                  <a:pt x="1502816" y="1888968"/>
                </a:moveTo>
                <a:lnTo>
                  <a:pt x="1824685" y="1655978"/>
                </a:lnTo>
                <a:moveTo>
                  <a:pt x="1502816" y="1888968"/>
                </a:moveTo>
                <a:lnTo>
                  <a:pt x="1231880" y="1566367"/>
                </a:lnTo>
                <a:moveTo>
                  <a:pt x="1837212" y="1887139"/>
                </a:moveTo>
                <a:lnTo>
                  <a:pt x="1824685" y="1655978"/>
                </a:lnTo>
                <a:moveTo>
                  <a:pt x="1837212" y="1887139"/>
                </a:moveTo>
                <a:lnTo>
                  <a:pt x="2133478" y="1610533"/>
                </a:lnTo>
                <a:moveTo>
                  <a:pt x="2247047" y="1949867"/>
                </a:moveTo>
                <a:lnTo>
                  <a:pt x="2468971" y="1864462"/>
                </a:lnTo>
                <a:moveTo>
                  <a:pt x="2247047" y="1949867"/>
                </a:moveTo>
                <a:lnTo>
                  <a:pt x="2133478" y="1610533"/>
                </a:lnTo>
                <a:moveTo>
                  <a:pt x="2247047" y="1949867"/>
                </a:moveTo>
                <a:lnTo>
                  <a:pt x="1824685" y="1655978"/>
                </a:lnTo>
                <a:moveTo>
                  <a:pt x="2468971" y="1864462"/>
                </a:moveTo>
                <a:lnTo>
                  <a:pt x="2829702" y="1984888"/>
                </a:lnTo>
                <a:moveTo>
                  <a:pt x="2468971" y="1864462"/>
                </a:moveTo>
                <a:lnTo>
                  <a:pt x="2446934" y="1636410"/>
                </a:lnTo>
                <a:moveTo>
                  <a:pt x="2468971" y="1864462"/>
                </a:moveTo>
                <a:lnTo>
                  <a:pt x="2737531" y="1560332"/>
                </a:lnTo>
                <a:moveTo>
                  <a:pt x="2468971" y="1864462"/>
                </a:moveTo>
                <a:lnTo>
                  <a:pt x="2133478" y="1610533"/>
                </a:lnTo>
                <a:moveTo>
                  <a:pt x="2829702" y="1984888"/>
                </a:moveTo>
                <a:lnTo>
                  <a:pt x="3047512" y="1987814"/>
                </a:lnTo>
                <a:moveTo>
                  <a:pt x="2829702" y="1984888"/>
                </a:moveTo>
                <a:lnTo>
                  <a:pt x="3082717" y="1630375"/>
                </a:lnTo>
                <a:moveTo>
                  <a:pt x="2829702" y="1984888"/>
                </a:moveTo>
                <a:lnTo>
                  <a:pt x="2446934" y="1636410"/>
                </a:lnTo>
                <a:moveTo>
                  <a:pt x="3047512" y="1987814"/>
                </a:moveTo>
                <a:lnTo>
                  <a:pt x="3478835" y="1886316"/>
                </a:lnTo>
                <a:moveTo>
                  <a:pt x="3047512" y="1987814"/>
                </a:moveTo>
                <a:lnTo>
                  <a:pt x="2737531" y="1560332"/>
                </a:lnTo>
                <a:moveTo>
                  <a:pt x="3478835" y="1886316"/>
                </a:moveTo>
                <a:lnTo>
                  <a:pt x="3671499" y="1883207"/>
                </a:lnTo>
                <a:moveTo>
                  <a:pt x="3478835" y="1886316"/>
                </a:moveTo>
                <a:lnTo>
                  <a:pt x="3428909" y="1561338"/>
                </a:lnTo>
                <a:moveTo>
                  <a:pt x="3478835" y="1886316"/>
                </a:moveTo>
                <a:lnTo>
                  <a:pt x="3714201" y="1559235"/>
                </a:lnTo>
                <a:moveTo>
                  <a:pt x="3478835" y="1886316"/>
                </a:moveTo>
                <a:lnTo>
                  <a:pt x="3082717" y="1630375"/>
                </a:lnTo>
                <a:moveTo>
                  <a:pt x="3671499" y="1883207"/>
                </a:moveTo>
                <a:lnTo>
                  <a:pt x="4111600" y="1909450"/>
                </a:lnTo>
                <a:moveTo>
                  <a:pt x="3671499" y="1883207"/>
                </a:moveTo>
                <a:lnTo>
                  <a:pt x="3714201" y="1559235"/>
                </a:lnTo>
                <a:moveTo>
                  <a:pt x="3671499" y="1883207"/>
                </a:moveTo>
                <a:lnTo>
                  <a:pt x="4037259" y="1619037"/>
                </a:lnTo>
                <a:moveTo>
                  <a:pt x="4111600" y="1909450"/>
                </a:moveTo>
                <a:lnTo>
                  <a:pt x="4037259" y="1619037"/>
                </a:lnTo>
                <a:moveTo>
                  <a:pt x="4111600" y="1909450"/>
                </a:moveTo>
                <a:lnTo>
                  <a:pt x="3714201" y="1559235"/>
                </a:lnTo>
                <a:moveTo>
                  <a:pt x="0" y="1616385"/>
                </a:moveTo>
                <a:lnTo>
                  <a:pt x="301295" y="1363188"/>
                </a:lnTo>
                <a:moveTo>
                  <a:pt x="253197" y="1699230"/>
                </a:moveTo>
                <a:lnTo>
                  <a:pt x="694212" y="1600749"/>
                </a:lnTo>
                <a:moveTo>
                  <a:pt x="253197" y="1699230"/>
                </a:moveTo>
                <a:lnTo>
                  <a:pt x="301295" y="1363188"/>
                </a:lnTo>
                <a:moveTo>
                  <a:pt x="253197" y="1699230"/>
                </a:moveTo>
                <a:lnTo>
                  <a:pt x="544068" y="1267724"/>
                </a:lnTo>
                <a:moveTo>
                  <a:pt x="253197" y="1699230"/>
                </a:moveTo>
                <a:lnTo>
                  <a:pt x="3658" y="1388699"/>
                </a:lnTo>
                <a:moveTo>
                  <a:pt x="694212" y="1600749"/>
                </a:moveTo>
                <a:lnTo>
                  <a:pt x="935706" y="1556766"/>
                </a:lnTo>
                <a:moveTo>
                  <a:pt x="694212" y="1600749"/>
                </a:moveTo>
                <a:lnTo>
                  <a:pt x="544068" y="1267724"/>
                </a:lnTo>
                <a:moveTo>
                  <a:pt x="694212" y="1600749"/>
                </a:moveTo>
                <a:lnTo>
                  <a:pt x="880750" y="1318108"/>
                </a:lnTo>
                <a:moveTo>
                  <a:pt x="694212" y="1600749"/>
                </a:moveTo>
                <a:lnTo>
                  <a:pt x="301295" y="1363188"/>
                </a:lnTo>
                <a:moveTo>
                  <a:pt x="935706" y="1556766"/>
                </a:moveTo>
                <a:lnTo>
                  <a:pt x="1231880" y="1566367"/>
                </a:lnTo>
                <a:moveTo>
                  <a:pt x="935706" y="1556766"/>
                </a:moveTo>
                <a:lnTo>
                  <a:pt x="1277142" y="1305306"/>
                </a:lnTo>
                <a:moveTo>
                  <a:pt x="935706" y="1556766"/>
                </a:moveTo>
                <a:lnTo>
                  <a:pt x="544068" y="1267724"/>
                </a:lnTo>
                <a:moveTo>
                  <a:pt x="1231880" y="1566367"/>
                </a:moveTo>
                <a:lnTo>
                  <a:pt x="1603400" y="1668689"/>
                </a:lnTo>
                <a:moveTo>
                  <a:pt x="1231880" y="1566367"/>
                </a:moveTo>
                <a:lnTo>
                  <a:pt x="1525676" y="1311250"/>
                </a:lnTo>
                <a:moveTo>
                  <a:pt x="1231880" y="1566367"/>
                </a:moveTo>
                <a:lnTo>
                  <a:pt x="880750" y="1318108"/>
                </a:lnTo>
                <a:moveTo>
                  <a:pt x="1603400" y="1668689"/>
                </a:moveTo>
                <a:lnTo>
                  <a:pt x="1824685" y="1655978"/>
                </a:lnTo>
                <a:moveTo>
                  <a:pt x="1603400" y="1668689"/>
                </a:moveTo>
                <a:lnTo>
                  <a:pt x="1525676" y="1311250"/>
                </a:lnTo>
                <a:moveTo>
                  <a:pt x="1603400" y="1668689"/>
                </a:moveTo>
                <a:lnTo>
                  <a:pt x="1871868" y="1270010"/>
                </a:lnTo>
                <a:moveTo>
                  <a:pt x="1824685" y="1655978"/>
                </a:moveTo>
                <a:lnTo>
                  <a:pt x="2133478" y="1610533"/>
                </a:lnTo>
                <a:moveTo>
                  <a:pt x="1824685" y="1655978"/>
                </a:moveTo>
                <a:lnTo>
                  <a:pt x="1871868" y="1270010"/>
                </a:lnTo>
                <a:moveTo>
                  <a:pt x="1824685" y="1655978"/>
                </a:moveTo>
                <a:lnTo>
                  <a:pt x="2112538" y="1304757"/>
                </a:lnTo>
                <a:moveTo>
                  <a:pt x="1824685" y="1655978"/>
                </a:moveTo>
                <a:lnTo>
                  <a:pt x="1525676" y="1311250"/>
                </a:lnTo>
                <a:moveTo>
                  <a:pt x="2133478" y="1610533"/>
                </a:moveTo>
                <a:lnTo>
                  <a:pt x="2446934" y="1636410"/>
                </a:lnTo>
                <a:moveTo>
                  <a:pt x="2133478" y="1610533"/>
                </a:moveTo>
                <a:lnTo>
                  <a:pt x="2112538" y="1304757"/>
                </a:lnTo>
                <a:moveTo>
                  <a:pt x="2133478" y="1610533"/>
                </a:moveTo>
                <a:lnTo>
                  <a:pt x="2445288" y="1348649"/>
                </a:lnTo>
                <a:moveTo>
                  <a:pt x="2133478" y="1610533"/>
                </a:moveTo>
                <a:lnTo>
                  <a:pt x="1871868" y="1270010"/>
                </a:lnTo>
                <a:moveTo>
                  <a:pt x="2446934" y="1636410"/>
                </a:moveTo>
                <a:lnTo>
                  <a:pt x="2737531" y="1560332"/>
                </a:lnTo>
                <a:moveTo>
                  <a:pt x="2446934" y="1636410"/>
                </a:moveTo>
                <a:lnTo>
                  <a:pt x="2445288" y="1348649"/>
                </a:lnTo>
                <a:moveTo>
                  <a:pt x="2446934" y="1636410"/>
                </a:moveTo>
                <a:lnTo>
                  <a:pt x="2837109" y="1312896"/>
                </a:lnTo>
                <a:moveTo>
                  <a:pt x="2446934" y="1636410"/>
                </a:moveTo>
                <a:lnTo>
                  <a:pt x="2112538" y="1304757"/>
                </a:lnTo>
                <a:moveTo>
                  <a:pt x="2737531" y="1560332"/>
                </a:moveTo>
                <a:lnTo>
                  <a:pt x="2837109" y="1312896"/>
                </a:lnTo>
                <a:moveTo>
                  <a:pt x="2737531" y="1560332"/>
                </a:moveTo>
                <a:lnTo>
                  <a:pt x="3114995" y="1273759"/>
                </a:lnTo>
                <a:moveTo>
                  <a:pt x="2737531" y="1560332"/>
                </a:moveTo>
                <a:lnTo>
                  <a:pt x="2445288" y="1348649"/>
                </a:lnTo>
                <a:moveTo>
                  <a:pt x="3082717" y="1630375"/>
                </a:moveTo>
                <a:lnTo>
                  <a:pt x="3428909" y="1561338"/>
                </a:lnTo>
                <a:moveTo>
                  <a:pt x="3082717" y="1630375"/>
                </a:moveTo>
                <a:lnTo>
                  <a:pt x="3114995" y="1273759"/>
                </a:lnTo>
                <a:moveTo>
                  <a:pt x="3082717" y="1630375"/>
                </a:moveTo>
                <a:lnTo>
                  <a:pt x="3479932" y="1322862"/>
                </a:lnTo>
                <a:moveTo>
                  <a:pt x="3082717" y="1630375"/>
                </a:moveTo>
                <a:lnTo>
                  <a:pt x="2837109" y="1312896"/>
                </a:lnTo>
                <a:moveTo>
                  <a:pt x="3428909" y="1561338"/>
                </a:moveTo>
                <a:lnTo>
                  <a:pt x="3714201" y="1559235"/>
                </a:lnTo>
                <a:moveTo>
                  <a:pt x="3428909" y="1561338"/>
                </a:moveTo>
                <a:lnTo>
                  <a:pt x="3479932" y="1322862"/>
                </a:lnTo>
                <a:moveTo>
                  <a:pt x="3428909" y="1561338"/>
                </a:moveTo>
                <a:lnTo>
                  <a:pt x="3743919" y="1313170"/>
                </a:lnTo>
                <a:moveTo>
                  <a:pt x="3428909" y="1561338"/>
                </a:moveTo>
                <a:lnTo>
                  <a:pt x="3114995" y="1273759"/>
                </a:lnTo>
                <a:moveTo>
                  <a:pt x="3714201" y="1559235"/>
                </a:moveTo>
                <a:lnTo>
                  <a:pt x="4037259" y="1619037"/>
                </a:lnTo>
                <a:moveTo>
                  <a:pt x="3714201" y="1559235"/>
                </a:moveTo>
                <a:lnTo>
                  <a:pt x="3743919" y="1313170"/>
                </a:lnTo>
                <a:moveTo>
                  <a:pt x="3714201" y="1559235"/>
                </a:moveTo>
                <a:lnTo>
                  <a:pt x="4038996" y="1284275"/>
                </a:lnTo>
                <a:moveTo>
                  <a:pt x="3714201" y="1559235"/>
                </a:moveTo>
                <a:lnTo>
                  <a:pt x="3479932" y="1322862"/>
                </a:lnTo>
                <a:moveTo>
                  <a:pt x="4037259" y="1619037"/>
                </a:moveTo>
                <a:lnTo>
                  <a:pt x="4038996" y="1284275"/>
                </a:lnTo>
                <a:moveTo>
                  <a:pt x="4037259" y="1619037"/>
                </a:moveTo>
                <a:lnTo>
                  <a:pt x="3743919" y="1313170"/>
                </a:lnTo>
                <a:moveTo>
                  <a:pt x="3658" y="1388699"/>
                </a:moveTo>
                <a:lnTo>
                  <a:pt x="301295" y="1363188"/>
                </a:lnTo>
                <a:moveTo>
                  <a:pt x="3658" y="1388699"/>
                </a:moveTo>
                <a:lnTo>
                  <a:pt x="0" y="999073"/>
                </a:lnTo>
                <a:moveTo>
                  <a:pt x="3658" y="1388699"/>
                </a:moveTo>
                <a:lnTo>
                  <a:pt x="307147" y="935797"/>
                </a:lnTo>
                <a:moveTo>
                  <a:pt x="301295" y="1363188"/>
                </a:moveTo>
                <a:lnTo>
                  <a:pt x="544068" y="1267724"/>
                </a:lnTo>
                <a:moveTo>
                  <a:pt x="301295" y="1363188"/>
                </a:moveTo>
                <a:lnTo>
                  <a:pt x="307147" y="935797"/>
                </a:lnTo>
                <a:moveTo>
                  <a:pt x="301295" y="1363188"/>
                </a:moveTo>
                <a:lnTo>
                  <a:pt x="651967" y="945855"/>
                </a:lnTo>
                <a:moveTo>
                  <a:pt x="544068" y="1267724"/>
                </a:moveTo>
                <a:lnTo>
                  <a:pt x="880750" y="1318108"/>
                </a:lnTo>
                <a:moveTo>
                  <a:pt x="544068" y="1267724"/>
                </a:moveTo>
                <a:lnTo>
                  <a:pt x="651967" y="945855"/>
                </a:lnTo>
                <a:moveTo>
                  <a:pt x="544068" y="1267724"/>
                </a:moveTo>
                <a:lnTo>
                  <a:pt x="1000262" y="1041410"/>
                </a:lnTo>
                <a:moveTo>
                  <a:pt x="880750" y="1318108"/>
                </a:moveTo>
                <a:lnTo>
                  <a:pt x="1277142" y="1305306"/>
                </a:lnTo>
                <a:moveTo>
                  <a:pt x="880750" y="1318108"/>
                </a:moveTo>
                <a:lnTo>
                  <a:pt x="1000262" y="1041410"/>
                </a:lnTo>
                <a:moveTo>
                  <a:pt x="880750" y="1318108"/>
                </a:moveTo>
                <a:lnTo>
                  <a:pt x="1251448" y="935614"/>
                </a:lnTo>
                <a:moveTo>
                  <a:pt x="880750" y="1318108"/>
                </a:moveTo>
                <a:lnTo>
                  <a:pt x="651967" y="945855"/>
                </a:lnTo>
                <a:moveTo>
                  <a:pt x="1277142" y="1305306"/>
                </a:moveTo>
                <a:lnTo>
                  <a:pt x="1251448" y="935614"/>
                </a:lnTo>
                <a:moveTo>
                  <a:pt x="1277142" y="1305306"/>
                </a:moveTo>
                <a:lnTo>
                  <a:pt x="1605504" y="1060430"/>
                </a:lnTo>
                <a:moveTo>
                  <a:pt x="1277142" y="1305306"/>
                </a:moveTo>
                <a:lnTo>
                  <a:pt x="1000262" y="1041410"/>
                </a:lnTo>
                <a:moveTo>
                  <a:pt x="1525676" y="1311250"/>
                </a:moveTo>
                <a:lnTo>
                  <a:pt x="1871868" y="1270010"/>
                </a:lnTo>
                <a:moveTo>
                  <a:pt x="1525676" y="1311250"/>
                </a:moveTo>
                <a:lnTo>
                  <a:pt x="1605504" y="1060430"/>
                </a:lnTo>
                <a:moveTo>
                  <a:pt x="1871868" y="1270010"/>
                </a:moveTo>
                <a:lnTo>
                  <a:pt x="1804477" y="1013155"/>
                </a:lnTo>
                <a:moveTo>
                  <a:pt x="1871868" y="1270010"/>
                </a:moveTo>
                <a:lnTo>
                  <a:pt x="2107418" y="1044428"/>
                </a:lnTo>
                <a:moveTo>
                  <a:pt x="1871868" y="1270010"/>
                </a:moveTo>
                <a:lnTo>
                  <a:pt x="1605504" y="1060430"/>
                </a:lnTo>
                <a:moveTo>
                  <a:pt x="2112538" y="1304757"/>
                </a:moveTo>
                <a:lnTo>
                  <a:pt x="2445288" y="1348649"/>
                </a:lnTo>
                <a:moveTo>
                  <a:pt x="2112538" y="1304757"/>
                </a:moveTo>
                <a:lnTo>
                  <a:pt x="2107418" y="1044428"/>
                </a:lnTo>
                <a:moveTo>
                  <a:pt x="2112538" y="1304757"/>
                </a:moveTo>
                <a:lnTo>
                  <a:pt x="2418039" y="978042"/>
                </a:lnTo>
                <a:moveTo>
                  <a:pt x="2112538" y="1304757"/>
                </a:moveTo>
                <a:lnTo>
                  <a:pt x="1804477" y="1013155"/>
                </a:lnTo>
                <a:moveTo>
                  <a:pt x="2445288" y="1348649"/>
                </a:moveTo>
                <a:lnTo>
                  <a:pt x="2837109" y="1312896"/>
                </a:lnTo>
                <a:moveTo>
                  <a:pt x="2445288" y="1348649"/>
                </a:moveTo>
                <a:lnTo>
                  <a:pt x="2418039" y="978042"/>
                </a:lnTo>
                <a:moveTo>
                  <a:pt x="2445288" y="1348649"/>
                </a:moveTo>
                <a:lnTo>
                  <a:pt x="2838938" y="942655"/>
                </a:lnTo>
                <a:moveTo>
                  <a:pt x="2445288" y="1348649"/>
                </a:moveTo>
                <a:lnTo>
                  <a:pt x="2107418" y="1044428"/>
                </a:lnTo>
                <a:moveTo>
                  <a:pt x="2837109" y="1312896"/>
                </a:moveTo>
                <a:lnTo>
                  <a:pt x="3114995" y="1273759"/>
                </a:lnTo>
                <a:moveTo>
                  <a:pt x="2837109" y="1312896"/>
                </a:moveTo>
                <a:lnTo>
                  <a:pt x="3051719" y="970727"/>
                </a:lnTo>
                <a:moveTo>
                  <a:pt x="2837109" y="1312896"/>
                </a:moveTo>
                <a:lnTo>
                  <a:pt x="2418039" y="978042"/>
                </a:lnTo>
                <a:moveTo>
                  <a:pt x="3114995" y="1273759"/>
                </a:moveTo>
                <a:lnTo>
                  <a:pt x="3479932" y="1322862"/>
                </a:lnTo>
                <a:moveTo>
                  <a:pt x="3114995" y="1273759"/>
                </a:moveTo>
                <a:lnTo>
                  <a:pt x="3051719" y="970727"/>
                </a:lnTo>
                <a:moveTo>
                  <a:pt x="3114995" y="1273759"/>
                </a:moveTo>
                <a:lnTo>
                  <a:pt x="3440796" y="1059607"/>
                </a:lnTo>
                <a:moveTo>
                  <a:pt x="3114995" y="1273759"/>
                </a:moveTo>
                <a:lnTo>
                  <a:pt x="2838938" y="942655"/>
                </a:lnTo>
                <a:moveTo>
                  <a:pt x="3479932" y="1322862"/>
                </a:moveTo>
                <a:lnTo>
                  <a:pt x="3743919" y="1313170"/>
                </a:lnTo>
                <a:moveTo>
                  <a:pt x="3479932" y="1322862"/>
                </a:moveTo>
                <a:lnTo>
                  <a:pt x="3785982" y="931774"/>
                </a:lnTo>
                <a:moveTo>
                  <a:pt x="3479932" y="1322862"/>
                </a:moveTo>
                <a:lnTo>
                  <a:pt x="3051719" y="970727"/>
                </a:lnTo>
                <a:moveTo>
                  <a:pt x="3743919" y="1313170"/>
                </a:moveTo>
                <a:lnTo>
                  <a:pt x="4038996" y="1284275"/>
                </a:lnTo>
                <a:moveTo>
                  <a:pt x="3743919" y="1313170"/>
                </a:moveTo>
                <a:lnTo>
                  <a:pt x="3785982" y="931774"/>
                </a:lnTo>
                <a:moveTo>
                  <a:pt x="3743919" y="1313170"/>
                </a:moveTo>
                <a:lnTo>
                  <a:pt x="3440796" y="1059607"/>
                </a:lnTo>
                <a:moveTo>
                  <a:pt x="4038996" y="1284275"/>
                </a:moveTo>
                <a:lnTo>
                  <a:pt x="3993459" y="934151"/>
                </a:lnTo>
                <a:moveTo>
                  <a:pt x="4038996" y="1284275"/>
                </a:moveTo>
                <a:lnTo>
                  <a:pt x="3785982" y="931774"/>
                </a:lnTo>
                <a:moveTo>
                  <a:pt x="0" y="999073"/>
                </a:moveTo>
                <a:lnTo>
                  <a:pt x="307147" y="935797"/>
                </a:lnTo>
                <a:moveTo>
                  <a:pt x="0" y="999073"/>
                </a:moveTo>
                <a:lnTo>
                  <a:pt x="0" y="696407"/>
                </a:lnTo>
                <a:moveTo>
                  <a:pt x="307147" y="935797"/>
                </a:moveTo>
                <a:lnTo>
                  <a:pt x="651967" y="945855"/>
                </a:lnTo>
                <a:moveTo>
                  <a:pt x="307147" y="935797"/>
                </a:moveTo>
                <a:lnTo>
                  <a:pt x="568574" y="705002"/>
                </a:lnTo>
                <a:moveTo>
                  <a:pt x="307147" y="935797"/>
                </a:moveTo>
                <a:lnTo>
                  <a:pt x="0" y="696407"/>
                </a:lnTo>
                <a:moveTo>
                  <a:pt x="651967" y="945855"/>
                </a:moveTo>
                <a:lnTo>
                  <a:pt x="1000262" y="1041410"/>
                </a:lnTo>
                <a:moveTo>
                  <a:pt x="651967" y="945855"/>
                </a:moveTo>
                <a:lnTo>
                  <a:pt x="568574" y="705002"/>
                </a:lnTo>
                <a:moveTo>
                  <a:pt x="651967" y="945855"/>
                </a:moveTo>
                <a:lnTo>
                  <a:pt x="934060" y="719267"/>
                </a:lnTo>
                <a:moveTo>
                  <a:pt x="1000262" y="1041410"/>
                </a:moveTo>
                <a:lnTo>
                  <a:pt x="1251448" y="935614"/>
                </a:lnTo>
                <a:moveTo>
                  <a:pt x="1000262" y="1041410"/>
                </a:moveTo>
                <a:lnTo>
                  <a:pt x="934060" y="719267"/>
                </a:lnTo>
                <a:moveTo>
                  <a:pt x="1000262" y="1041410"/>
                </a:moveTo>
                <a:lnTo>
                  <a:pt x="1194938" y="722467"/>
                </a:lnTo>
                <a:moveTo>
                  <a:pt x="1000262" y="1041410"/>
                </a:moveTo>
                <a:lnTo>
                  <a:pt x="568574" y="705002"/>
                </a:lnTo>
                <a:moveTo>
                  <a:pt x="1251448" y="935614"/>
                </a:moveTo>
                <a:lnTo>
                  <a:pt x="1605504" y="1060430"/>
                </a:lnTo>
                <a:moveTo>
                  <a:pt x="1251448" y="935614"/>
                </a:moveTo>
                <a:lnTo>
                  <a:pt x="1194938" y="722467"/>
                </a:lnTo>
                <a:moveTo>
                  <a:pt x="1251448" y="935614"/>
                </a:moveTo>
                <a:lnTo>
                  <a:pt x="1587124" y="768828"/>
                </a:lnTo>
                <a:moveTo>
                  <a:pt x="1251448" y="935614"/>
                </a:moveTo>
                <a:lnTo>
                  <a:pt x="934060" y="719267"/>
                </a:lnTo>
                <a:moveTo>
                  <a:pt x="1605504" y="1060430"/>
                </a:moveTo>
                <a:lnTo>
                  <a:pt x="1587124" y="768828"/>
                </a:lnTo>
                <a:moveTo>
                  <a:pt x="1605504" y="1060430"/>
                </a:moveTo>
                <a:lnTo>
                  <a:pt x="1871594" y="703631"/>
                </a:lnTo>
                <a:moveTo>
                  <a:pt x="1605504" y="1060430"/>
                </a:moveTo>
                <a:lnTo>
                  <a:pt x="1194938" y="722467"/>
                </a:lnTo>
                <a:moveTo>
                  <a:pt x="1804477" y="1013155"/>
                </a:moveTo>
                <a:lnTo>
                  <a:pt x="2107418" y="1044428"/>
                </a:lnTo>
                <a:moveTo>
                  <a:pt x="1804477" y="1013155"/>
                </a:moveTo>
                <a:lnTo>
                  <a:pt x="1871594" y="703631"/>
                </a:lnTo>
                <a:moveTo>
                  <a:pt x="1804477" y="1013155"/>
                </a:moveTo>
                <a:lnTo>
                  <a:pt x="1587124" y="768828"/>
                </a:lnTo>
                <a:moveTo>
                  <a:pt x="2107418" y="1044428"/>
                </a:moveTo>
                <a:lnTo>
                  <a:pt x="2418039" y="978042"/>
                </a:lnTo>
                <a:moveTo>
                  <a:pt x="2107418" y="1044428"/>
                </a:moveTo>
                <a:lnTo>
                  <a:pt x="2098914" y="720547"/>
                </a:lnTo>
                <a:moveTo>
                  <a:pt x="2107418" y="1044428"/>
                </a:moveTo>
                <a:lnTo>
                  <a:pt x="2503627" y="692475"/>
                </a:lnTo>
                <a:moveTo>
                  <a:pt x="2107418" y="1044428"/>
                </a:moveTo>
                <a:lnTo>
                  <a:pt x="1871594" y="703631"/>
                </a:lnTo>
                <a:moveTo>
                  <a:pt x="2418039" y="978042"/>
                </a:moveTo>
                <a:lnTo>
                  <a:pt x="2838938" y="942655"/>
                </a:lnTo>
                <a:moveTo>
                  <a:pt x="2418039" y="978042"/>
                </a:moveTo>
                <a:lnTo>
                  <a:pt x="2503627" y="692475"/>
                </a:lnTo>
                <a:moveTo>
                  <a:pt x="2418039" y="978042"/>
                </a:moveTo>
                <a:lnTo>
                  <a:pt x="2727198" y="619323"/>
                </a:lnTo>
                <a:moveTo>
                  <a:pt x="2418039" y="978042"/>
                </a:moveTo>
                <a:lnTo>
                  <a:pt x="2098914" y="720547"/>
                </a:lnTo>
                <a:moveTo>
                  <a:pt x="2838938" y="942655"/>
                </a:moveTo>
                <a:lnTo>
                  <a:pt x="2727198" y="619323"/>
                </a:lnTo>
                <a:moveTo>
                  <a:pt x="2838938" y="942655"/>
                </a:moveTo>
                <a:lnTo>
                  <a:pt x="3150199" y="621335"/>
                </a:lnTo>
                <a:moveTo>
                  <a:pt x="2838938" y="942655"/>
                </a:moveTo>
                <a:lnTo>
                  <a:pt x="2503627" y="692475"/>
                </a:lnTo>
                <a:moveTo>
                  <a:pt x="3051719" y="970727"/>
                </a:moveTo>
                <a:lnTo>
                  <a:pt x="3150199" y="621335"/>
                </a:lnTo>
                <a:moveTo>
                  <a:pt x="3051719" y="970727"/>
                </a:moveTo>
                <a:lnTo>
                  <a:pt x="3354568" y="730697"/>
                </a:lnTo>
                <a:moveTo>
                  <a:pt x="3051719" y="970727"/>
                </a:moveTo>
                <a:lnTo>
                  <a:pt x="2727198" y="619323"/>
                </a:lnTo>
                <a:moveTo>
                  <a:pt x="3440796" y="1059607"/>
                </a:moveTo>
                <a:lnTo>
                  <a:pt x="3354568" y="730697"/>
                </a:lnTo>
                <a:moveTo>
                  <a:pt x="3440796" y="1059607"/>
                </a:moveTo>
                <a:lnTo>
                  <a:pt x="3655040" y="651144"/>
                </a:lnTo>
                <a:moveTo>
                  <a:pt x="3440796" y="1059607"/>
                </a:moveTo>
                <a:lnTo>
                  <a:pt x="3150199" y="621335"/>
                </a:lnTo>
                <a:moveTo>
                  <a:pt x="3785982" y="931774"/>
                </a:moveTo>
                <a:lnTo>
                  <a:pt x="3993459" y="934151"/>
                </a:lnTo>
                <a:moveTo>
                  <a:pt x="3785982" y="931774"/>
                </a:moveTo>
                <a:lnTo>
                  <a:pt x="3655040" y="651144"/>
                </a:lnTo>
                <a:moveTo>
                  <a:pt x="3785982" y="931774"/>
                </a:moveTo>
                <a:lnTo>
                  <a:pt x="4001414" y="751728"/>
                </a:lnTo>
                <a:moveTo>
                  <a:pt x="3785982" y="931774"/>
                </a:moveTo>
                <a:lnTo>
                  <a:pt x="3354568" y="730697"/>
                </a:lnTo>
                <a:moveTo>
                  <a:pt x="3993459" y="934151"/>
                </a:moveTo>
                <a:lnTo>
                  <a:pt x="4001414" y="751728"/>
                </a:lnTo>
                <a:moveTo>
                  <a:pt x="3993459" y="934151"/>
                </a:moveTo>
                <a:lnTo>
                  <a:pt x="3655040" y="651144"/>
                </a:lnTo>
                <a:moveTo>
                  <a:pt x="0" y="696407"/>
                </a:moveTo>
                <a:lnTo>
                  <a:pt x="386608" y="642915"/>
                </a:lnTo>
                <a:moveTo>
                  <a:pt x="0" y="696407"/>
                </a:moveTo>
                <a:lnTo>
                  <a:pt x="0" y="320863"/>
                </a:lnTo>
                <a:moveTo>
                  <a:pt x="0" y="696407"/>
                </a:moveTo>
                <a:lnTo>
                  <a:pt x="360091" y="421904"/>
                </a:lnTo>
                <a:moveTo>
                  <a:pt x="386608" y="642915"/>
                </a:moveTo>
                <a:lnTo>
                  <a:pt x="568574" y="705002"/>
                </a:lnTo>
                <a:moveTo>
                  <a:pt x="386608" y="642915"/>
                </a:moveTo>
                <a:lnTo>
                  <a:pt x="360091" y="421904"/>
                </a:lnTo>
                <a:moveTo>
                  <a:pt x="386608" y="642915"/>
                </a:moveTo>
                <a:lnTo>
                  <a:pt x="566654" y="319583"/>
                </a:lnTo>
                <a:moveTo>
                  <a:pt x="568574" y="705002"/>
                </a:moveTo>
                <a:lnTo>
                  <a:pt x="934060" y="719267"/>
                </a:lnTo>
                <a:moveTo>
                  <a:pt x="568574" y="705002"/>
                </a:moveTo>
                <a:lnTo>
                  <a:pt x="566654" y="319583"/>
                </a:lnTo>
                <a:moveTo>
                  <a:pt x="568574" y="705002"/>
                </a:moveTo>
                <a:lnTo>
                  <a:pt x="360091" y="421904"/>
                </a:lnTo>
                <a:moveTo>
                  <a:pt x="934060" y="719267"/>
                </a:moveTo>
                <a:lnTo>
                  <a:pt x="1194938" y="722467"/>
                </a:lnTo>
                <a:moveTo>
                  <a:pt x="934060" y="719267"/>
                </a:moveTo>
                <a:lnTo>
                  <a:pt x="1178387" y="453085"/>
                </a:lnTo>
                <a:moveTo>
                  <a:pt x="934060" y="719267"/>
                </a:moveTo>
                <a:lnTo>
                  <a:pt x="566654" y="319583"/>
                </a:lnTo>
                <a:moveTo>
                  <a:pt x="1194938" y="722467"/>
                </a:moveTo>
                <a:lnTo>
                  <a:pt x="1587124" y="768828"/>
                </a:lnTo>
                <a:moveTo>
                  <a:pt x="1194938" y="722467"/>
                </a:moveTo>
                <a:lnTo>
                  <a:pt x="1178387" y="453085"/>
                </a:lnTo>
                <a:moveTo>
                  <a:pt x="1194938" y="722467"/>
                </a:moveTo>
                <a:lnTo>
                  <a:pt x="1581912" y="396118"/>
                </a:lnTo>
                <a:moveTo>
                  <a:pt x="1194938" y="722467"/>
                </a:moveTo>
                <a:lnTo>
                  <a:pt x="942564" y="353507"/>
                </a:lnTo>
                <a:moveTo>
                  <a:pt x="1587124" y="768828"/>
                </a:moveTo>
                <a:lnTo>
                  <a:pt x="1871594" y="703631"/>
                </a:lnTo>
                <a:moveTo>
                  <a:pt x="1587124" y="768828"/>
                </a:moveTo>
                <a:lnTo>
                  <a:pt x="1581912" y="396118"/>
                </a:lnTo>
                <a:moveTo>
                  <a:pt x="1587124" y="768828"/>
                </a:moveTo>
                <a:lnTo>
                  <a:pt x="1796887" y="316657"/>
                </a:lnTo>
                <a:moveTo>
                  <a:pt x="1587124" y="768828"/>
                </a:moveTo>
                <a:lnTo>
                  <a:pt x="1178387" y="453085"/>
                </a:lnTo>
                <a:moveTo>
                  <a:pt x="1871594" y="703631"/>
                </a:moveTo>
                <a:lnTo>
                  <a:pt x="1796887" y="316657"/>
                </a:lnTo>
                <a:moveTo>
                  <a:pt x="1871594" y="703631"/>
                </a:moveTo>
                <a:lnTo>
                  <a:pt x="2194651" y="337871"/>
                </a:lnTo>
                <a:moveTo>
                  <a:pt x="1871594" y="703631"/>
                </a:moveTo>
                <a:lnTo>
                  <a:pt x="1581912" y="396118"/>
                </a:lnTo>
                <a:moveTo>
                  <a:pt x="2098914" y="720547"/>
                </a:moveTo>
                <a:lnTo>
                  <a:pt x="2503627" y="692475"/>
                </a:lnTo>
                <a:moveTo>
                  <a:pt x="2098914" y="720547"/>
                </a:moveTo>
                <a:lnTo>
                  <a:pt x="2194651" y="337871"/>
                </a:lnTo>
                <a:moveTo>
                  <a:pt x="2098914" y="720547"/>
                </a:moveTo>
                <a:lnTo>
                  <a:pt x="2419685" y="329367"/>
                </a:lnTo>
                <a:moveTo>
                  <a:pt x="2098914" y="720547"/>
                </a:moveTo>
                <a:lnTo>
                  <a:pt x="1796887" y="316657"/>
                </a:lnTo>
                <a:moveTo>
                  <a:pt x="2503627" y="692475"/>
                </a:moveTo>
                <a:lnTo>
                  <a:pt x="2727198" y="619323"/>
                </a:lnTo>
                <a:moveTo>
                  <a:pt x="2503627" y="692475"/>
                </a:moveTo>
                <a:lnTo>
                  <a:pt x="2419685" y="329367"/>
                </a:lnTo>
                <a:moveTo>
                  <a:pt x="2503627" y="692475"/>
                </a:moveTo>
                <a:lnTo>
                  <a:pt x="2727564" y="328361"/>
                </a:lnTo>
                <a:moveTo>
                  <a:pt x="2503627" y="692475"/>
                </a:moveTo>
                <a:lnTo>
                  <a:pt x="2194651" y="337871"/>
                </a:lnTo>
                <a:moveTo>
                  <a:pt x="2727198" y="619323"/>
                </a:moveTo>
                <a:lnTo>
                  <a:pt x="3150199" y="621335"/>
                </a:lnTo>
                <a:moveTo>
                  <a:pt x="2727198" y="619323"/>
                </a:moveTo>
                <a:lnTo>
                  <a:pt x="2727564" y="328361"/>
                </a:lnTo>
                <a:moveTo>
                  <a:pt x="2727198" y="619323"/>
                </a:moveTo>
                <a:lnTo>
                  <a:pt x="3098262" y="409468"/>
                </a:lnTo>
                <a:moveTo>
                  <a:pt x="2727198" y="619323"/>
                </a:moveTo>
                <a:lnTo>
                  <a:pt x="2419685" y="329367"/>
                </a:lnTo>
                <a:moveTo>
                  <a:pt x="3150199" y="621335"/>
                </a:moveTo>
                <a:lnTo>
                  <a:pt x="3354568" y="730697"/>
                </a:lnTo>
                <a:moveTo>
                  <a:pt x="3150199" y="621335"/>
                </a:moveTo>
                <a:lnTo>
                  <a:pt x="3098262" y="409468"/>
                </a:lnTo>
                <a:moveTo>
                  <a:pt x="3150199" y="621335"/>
                </a:moveTo>
                <a:lnTo>
                  <a:pt x="3424245" y="318394"/>
                </a:lnTo>
                <a:moveTo>
                  <a:pt x="3150199" y="621335"/>
                </a:moveTo>
                <a:lnTo>
                  <a:pt x="2727564" y="328361"/>
                </a:lnTo>
                <a:moveTo>
                  <a:pt x="3354568" y="730697"/>
                </a:moveTo>
                <a:lnTo>
                  <a:pt x="3424245" y="318394"/>
                </a:lnTo>
                <a:moveTo>
                  <a:pt x="3354568" y="730697"/>
                </a:moveTo>
                <a:lnTo>
                  <a:pt x="3690427" y="442021"/>
                </a:lnTo>
                <a:moveTo>
                  <a:pt x="3354568" y="730697"/>
                </a:moveTo>
                <a:lnTo>
                  <a:pt x="3098262" y="409468"/>
                </a:lnTo>
                <a:moveTo>
                  <a:pt x="3655040" y="651144"/>
                </a:moveTo>
                <a:lnTo>
                  <a:pt x="4001414" y="751728"/>
                </a:lnTo>
                <a:moveTo>
                  <a:pt x="3655040" y="651144"/>
                </a:moveTo>
                <a:lnTo>
                  <a:pt x="3690427" y="442021"/>
                </a:lnTo>
                <a:moveTo>
                  <a:pt x="3655040" y="651144"/>
                </a:moveTo>
                <a:lnTo>
                  <a:pt x="4041191" y="425105"/>
                </a:lnTo>
                <a:moveTo>
                  <a:pt x="3655040" y="651144"/>
                </a:moveTo>
                <a:lnTo>
                  <a:pt x="3424245" y="318394"/>
                </a:lnTo>
                <a:moveTo>
                  <a:pt x="4001414" y="751728"/>
                </a:moveTo>
                <a:lnTo>
                  <a:pt x="3690427" y="442021"/>
                </a:lnTo>
                <a:moveTo>
                  <a:pt x="0" y="320863"/>
                </a:moveTo>
                <a:lnTo>
                  <a:pt x="360091" y="421904"/>
                </a:lnTo>
                <a:moveTo>
                  <a:pt x="0" y="320863"/>
                </a:moveTo>
                <a:lnTo>
                  <a:pt x="0" y="127102"/>
                </a:lnTo>
                <a:moveTo>
                  <a:pt x="0" y="320863"/>
                </a:moveTo>
                <a:lnTo>
                  <a:pt x="240762" y="120975"/>
                </a:lnTo>
                <a:moveTo>
                  <a:pt x="360091" y="421904"/>
                </a:moveTo>
                <a:lnTo>
                  <a:pt x="566654" y="319583"/>
                </a:lnTo>
                <a:moveTo>
                  <a:pt x="360091" y="421904"/>
                </a:moveTo>
                <a:lnTo>
                  <a:pt x="240762" y="120975"/>
                </a:lnTo>
                <a:moveTo>
                  <a:pt x="360091" y="421904"/>
                </a:moveTo>
                <a:lnTo>
                  <a:pt x="591891" y="104882"/>
                </a:lnTo>
                <a:moveTo>
                  <a:pt x="360091" y="421904"/>
                </a:moveTo>
                <a:lnTo>
                  <a:pt x="0" y="127102"/>
                </a:lnTo>
                <a:moveTo>
                  <a:pt x="566654" y="319583"/>
                </a:moveTo>
                <a:lnTo>
                  <a:pt x="942564" y="353507"/>
                </a:lnTo>
                <a:moveTo>
                  <a:pt x="566654" y="319583"/>
                </a:moveTo>
                <a:lnTo>
                  <a:pt x="591891" y="104882"/>
                </a:lnTo>
                <a:moveTo>
                  <a:pt x="566654" y="319583"/>
                </a:moveTo>
                <a:lnTo>
                  <a:pt x="971916" y="107168"/>
                </a:lnTo>
                <a:moveTo>
                  <a:pt x="942564" y="353507"/>
                </a:moveTo>
                <a:lnTo>
                  <a:pt x="1178387" y="453085"/>
                </a:lnTo>
                <a:moveTo>
                  <a:pt x="942564" y="353507"/>
                </a:moveTo>
                <a:lnTo>
                  <a:pt x="971916" y="107168"/>
                </a:lnTo>
                <a:moveTo>
                  <a:pt x="942564" y="353507"/>
                </a:moveTo>
                <a:lnTo>
                  <a:pt x="1242121" y="124541"/>
                </a:lnTo>
                <a:moveTo>
                  <a:pt x="942564" y="353507"/>
                </a:moveTo>
                <a:lnTo>
                  <a:pt x="591891" y="104882"/>
                </a:lnTo>
                <a:moveTo>
                  <a:pt x="1178387" y="453085"/>
                </a:moveTo>
                <a:lnTo>
                  <a:pt x="1581912" y="396118"/>
                </a:lnTo>
                <a:moveTo>
                  <a:pt x="1178387" y="453085"/>
                </a:moveTo>
                <a:lnTo>
                  <a:pt x="1242121" y="124541"/>
                </a:lnTo>
                <a:moveTo>
                  <a:pt x="1178387" y="453085"/>
                </a:moveTo>
                <a:lnTo>
                  <a:pt x="971916" y="107168"/>
                </a:lnTo>
                <a:moveTo>
                  <a:pt x="1581912" y="396118"/>
                </a:moveTo>
                <a:lnTo>
                  <a:pt x="1796887" y="316657"/>
                </a:lnTo>
                <a:moveTo>
                  <a:pt x="1581912" y="396118"/>
                </a:moveTo>
                <a:lnTo>
                  <a:pt x="1528968" y="149322"/>
                </a:lnTo>
                <a:moveTo>
                  <a:pt x="1581912" y="396118"/>
                </a:moveTo>
                <a:lnTo>
                  <a:pt x="1824502" y="149870"/>
                </a:lnTo>
                <a:moveTo>
                  <a:pt x="1796887" y="316657"/>
                </a:moveTo>
                <a:lnTo>
                  <a:pt x="2194651" y="337871"/>
                </a:lnTo>
                <a:moveTo>
                  <a:pt x="1796887" y="316657"/>
                </a:moveTo>
                <a:lnTo>
                  <a:pt x="1824502" y="149870"/>
                </a:lnTo>
                <a:moveTo>
                  <a:pt x="1796887" y="316657"/>
                </a:moveTo>
                <a:lnTo>
                  <a:pt x="2209922" y="66751"/>
                </a:lnTo>
                <a:moveTo>
                  <a:pt x="1796887" y="316657"/>
                </a:moveTo>
                <a:lnTo>
                  <a:pt x="1528968" y="149322"/>
                </a:lnTo>
                <a:moveTo>
                  <a:pt x="2194651" y="337871"/>
                </a:moveTo>
                <a:lnTo>
                  <a:pt x="2419685" y="329367"/>
                </a:lnTo>
                <a:moveTo>
                  <a:pt x="2194651" y="337871"/>
                </a:moveTo>
                <a:lnTo>
                  <a:pt x="2209922" y="66751"/>
                </a:lnTo>
                <a:moveTo>
                  <a:pt x="2194651" y="337871"/>
                </a:moveTo>
                <a:lnTo>
                  <a:pt x="2436053" y="78638"/>
                </a:lnTo>
                <a:moveTo>
                  <a:pt x="2194651" y="337871"/>
                </a:moveTo>
                <a:lnTo>
                  <a:pt x="1824502" y="149870"/>
                </a:lnTo>
                <a:moveTo>
                  <a:pt x="2419685" y="329367"/>
                </a:moveTo>
                <a:lnTo>
                  <a:pt x="2727564" y="328361"/>
                </a:lnTo>
                <a:moveTo>
                  <a:pt x="2419685" y="329367"/>
                </a:moveTo>
                <a:lnTo>
                  <a:pt x="2436053" y="78638"/>
                </a:lnTo>
                <a:moveTo>
                  <a:pt x="2419685" y="329367"/>
                </a:moveTo>
                <a:lnTo>
                  <a:pt x="2862346" y="135697"/>
                </a:lnTo>
                <a:moveTo>
                  <a:pt x="2419685" y="329367"/>
                </a:moveTo>
                <a:lnTo>
                  <a:pt x="2209922" y="66751"/>
                </a:lnTo>
                <a:moveTo>
                  <a:pt x="2727564" y="328361"/>
                </a:moveTo>
                <a:lnTo>
                  <a:pt x="3098262" y="409468"/>
                </a:lnTo>
                <a:moveTo>
                  <a:pt x="2727564" y="328361"/>
                </a:moveTo>
                <a:lnTo>
                  <a:pt x="2862346" y="135697"/>
                </a:lnTo>
                <a:moveTo>
                  <a:pt x="2727564" y="328361"/>
                </a:moveTo>
                <a:lnTo>
                  <a:pt x="3154954" y="85222"/>
                </a:lnTo>
                <a:moveTo>
                  <a:pt x="2727564" y="328361"/>
                </a:moveTo>
                <a:lnTo>
                  <a:pt x="2436053" y="78638"/>
                </a:lnTo>
                <a:moveTo>
                  <a:pt x="3098262" y="409468"/>
                </a:moveTo>
                <a:lnTo>
                  <a:pt x="3424245" y="318394"/>
                </a:lnTo>
                <a:moveTo>
                  <a:pt x="3098262" y="409468"/>
                </a:moveTo>
                <a:lnTo>
                  <a:pt x="3154954" y="85222"/>
                </a:lnTo>
                <a:moveTo>
                  <a:pt x="3098262" y="409468"/>
                </a:moveTo>
                <a:lnTo>
                  <a:pt x="3415193" y="22860"/>
                </a:lnTo>
                <a:moveTo>
                  <a:pt x="3098262" y="409468"/>
                </a:moveTo>
                <a:lnTo>
                  <a:pt x="2862346" y="135697"/>
                </a:lnTo>
                <a:moveTo>
                  <a:pt x="3424245" y="318394"/>
                </a:moveTo>
                <a:lnTo>
                  <a:pt x="3690427" y="442021"/>
                </a:lnTo>
                <a:moveTo>
                  <a:pt x="3424245" y="318394"/>
                </a:moveTo>
                <a:lnTo>
                  <a:pt x="3415193" y="22860"/>
                </a:lnTo>
                <a:moveTo>
                  <a:pt x="3424245" y="318394"/>
                </a:moveTo>
                <a:lnTo>
                  <a:pt x="3709904" y="73701"/>
                </a:lnTo>
                <a:moveTo>
                  <a:pt x="3424245" y="318394"/>
                </a:moveTo>
                <a:lnTo>
                  <a:pt x="3154954" y="85222"/>
                </a:lnTo>
                <a:moveTo>
                  <a:pt x="3690427" y="442021"/>
                </a:moveTo>
                <a:lnTo>
                  <a:pt x="4041191" y="425105"/>
                </a:lnTo>
                <a:moveTo>
                  <a:pt x="3690427" y="442021"/>
                </a:moveTo>
                <a:lnTo>
                  <a:pt x="3709904" y="73701"/>
                </a:lnTo>
                <a:moveTo>
                  <a:pt x="3690427" y="442021"/>
                </a:moveTo>
                <a:lnTo>
                  <a:pt x="4066154" y="0"/>
                </a:lnTo>
                <a:moveTo>
                  <a:pt x="3690427" y="442021"/>
                </a:moveTo>
                <a:lnTo>
                  <a:pt x="3415193" y="22860"/>
                </a:lnTo>
                <a:moveTo>
                  <a:pt x="4041191" y="425105"/>
                </a:moveTo>
                <a:lnTo>
                  <a:pt x="4066154" y="0"/>
                </a:lnTo>
                <a:moveTo>
                  <a:pt x="4041191" y="425105"/>
                </a:moveTo>
                <a:lnTo>
                  <a:pt x="3709904" y="73701"/>
                </a:lnTo>
                <a:moveTo>
                  <a:pt x="0" y="127102"/>
                </a:moveTo>
                <a:lnTo>
                  <a:pt x="240762" y="120975"/>
                </a:lnTo>
                <a:moveTo>
                  <a:pt x="240762" y="120975"/>
                </a:moveTo>
                <a:lnTo>
                  <a:pt x="591891" y="104882"/>
                </a:lnTo>
                <a:moveTo>
                  <a:pt x="591891" y="104882"/>
                </a:moveTo>
                <a:lnTo>
                  <a:pt x="971916" y="107168"/>
                </a:lnTo>
                <a:moveTo>
                  <a:pt x="971916" y="107168"/>
                </a:moveTo>
                <a:lnTo>
                  <a:pt x="1242121" y="124541"/>
                </a:lnTo>
                <a:moveTo>
                  <a:pt x="1242121" y="124541"/>
                </a:moveTo>
                <a:lnTo>
                  <a:pt x="1528968" y="149322"/>
                </a:lnTo>
                <a:moveTo>
                  <a:pt x="1528968" y="149322"/>
                </a:moveTo>
                <a:lnTo>
                  <a:pt x="1824502" y="149870"/>
                </a:lnTo>
                <a:moveTo>
                  <a:pt x="1824502" y="149870"/>
                </a:moveTo>
                <a:lnTo>
                  <a:pt x="2209922" y="66751"/>
                </a:lnTo>
                <a:moveTo>
                  <a:pt x="2209922" y="66751"/>
                </a:moveTo>
                <a:lnTo>
                  <a:pt x="2436053" y="78638"/>
                </a:lnTo>
                <a:moveTo>
                  <a:pt x="2862346" y="135697"/>
                </a:moveTo>
                <a:lnTo>
                  <a:pt x="3154954" y="85222"/>
                </a:lnTo>
                <a:moveTo>
                  <a:pt x="3154954" y="85222"/>
                </a:moveTo>
                <a:lnTo>
                  <a:pt x="3415193" y="22860"/>
                </a:lnTo>
                <a:moveTo>
                  <a:pt x="3415193" y="22860"/>
                </a:moveTo>
                <a:lnTo>
                  <a:pt x="3709904" y="73701"/>
                </a:lnTo>
                <a:moveTo>
                  <a:pt x="3709904" y="73701"/>
                </a:moveTo>
                <a:lnTo>
                  <a:pt x="4066154" y="0"/>
                </a:lnTo>
              </a:path>
            </a:pathLst>
          </a:custGeom>
          <a:ln w="9068" cap="rnd">
            <a:solidFill>
              <a:srgbClr val="BDB9AE"/>
            </a:solidFill>
            <a:prstDash val="solid"/>
            <a:round/>
          </a:ln>
        </p:spPr>
      </p:sp>
      <p:sp>
        <p:nvSpPr>
          <p:cNvPr id="3" name="Forma 51"/>
          <p:cNvSpPr/>
          <p:nvPr/>
        </p:nvSpPr>
        <p:spPr>
          <a:xfrm>
            <a:off x="4489064" y="4282501"/>
            <a:ext cx="4043568" cy="358628"/>
          </a:xfrm>
          <a:custGeom>
            <a:avLst/>
            <a:gdLst/>
            <a:ahLst/>
            <a:cxnLst/>
            <a:rect l="l" t="t" r="r" b="b"/>
            <a:pathLst>
              <a:path w="4043568" h="358628">
                <a:moveTo>
                  <a:pt x="36302" y="340523"/>
                </a:moveTo>
                <a:cubicBezTo>
                  <a:pt x="36302" y="342991"/>
                  <a:pt x="35844" y="345277"/>
                  <a:pt x="34930" y="347472"/>
                </a:cubicBezTo>
                <a:cubicBezTo>
                  <a:pt x="34016" y="349667"/>
                  <a:pt x="32644" y="351678"/>
                  <a:pt x="30998" y="353324"/>
                </a:cubicBezTo>
                <a:cubicBezTo>
                  <a:pt x="29261" y="355062"/>
                  <a:pt x="27341" y="356342"/>
                  <a:pt x="25055" y="357256"/>
                </a:cubicBezTo>
                <a:cubicBezTo>
                  <a:pt x="22860" y="358170"/>
                  <a:pt x="20574" y="358628"/>
                  <a:pt x="18105" y="358628"/>
                </a:cubicBezTo>
                <a:cubicBezTo>
                  <a:pt x="15728" y="358628"/>
                  <a:pt x="13442" y="358170"/>
                  <a:pt x="11156" y="357256"/>
                </a:cubicBezTo>
                <a:cubicBezTo>
                  <a:pt x="8961" y="356342"/>
                  <a:pt x="7041" y="355062"/>
                  <a:pt x="5304" y="353324"/>
                </a:cubicBezTo>
                <a:cubicBezTo>
                  <a:pt x="3658" y="351678"/>
                  <a:pt x="2286" y="349667"/>
                  <a:pt x="1372" y="347472"/>
                </a:cubicBezTo>
                <a:cubicBezTo>
                  <a:pt x="457" y="345277"/>
                  <a:pt x="0" y="342991"/>
                  <a:pt x="0" y="340523"/>
                </a:cubicBezTo>
                <a:cubicBezTo>
                  <a:pt x="0" y="338145"/>
                  <a:pt x="457" y="335859"/>
                  <a:pt x="1372" y="333665"/>
                </a:cubicBezTo>
                <a:cubicBezTo>
                  <a:pt x="2286" y="331379"/>
                  <a:pt x="3658" y="329458"/>
                  <a:pt x="5304" y="327721"/>
                </a:cubicBezTo>
                <a:cubicBezTo>
                  <a:pt x="7041" y="326075"/>
                  <a:pt x="8961" y="324703"/>
                  <a:pt x="11156" y="323789"/>
                </a:cubicBezTo>
                <a:cubicBezTo>
                  <a:pt x="13442" y="322875"/>
                  <a:pt x="15728" y="322417"/>
                  <a:pt x="18105" y="322417"/>
                </a:cubicBezTo>
                <a:cubicBezTo>
                  <a:pt x="20574" y="322417"/>
                  <a:pt x="22860" y="322875"/>
                  <a:pt x="25055" y="323789"/>
                </a:cubicBezTo>
                <a:cubicBezTo>
                  <a:pt x="27341" y="324703"/>
                  <a:pt x="29261" y="326075"/>
                  <a:pt x="30998" y="327721"/>
                </a:cubicBezTo>
                <a:cubicBezTo>
                  <a:pt x="32644" y="329458"/>
                  <a:pt x="34016" y="331379"/>
                  <a:pt x="34930" y="333665"/>
                </a:cubicBezTo>
                <a:cubicBezTo>
                  <a:pt x="35844" y="335859"/>
                  <a:pt x="36302" y="338145"/>
                  <a:pt x="36302" y="340523"/>
                </a:cubicBezTo>
              </a:path>
              <a:path w="4043568" h="358628">
                <a:moveTo>
                  <a:pt x="370241" y="340523"/>
                </a:moveTo>
                <a:cubicBezTo>
                  <a:pt x="370241" y="342991"/>
                  <a:pt x="369783" y="345277"/>
                  <a:pt x="368869" y="347472"/>
                </a:cubicBezTo>
                <a:cubicBezTo>
                  <a:pt x="367955" y="349667"/>
                  <a:pt x="366674" y="351678"/>
                  <a:pt x="364937" y="353324"/>
                </a:cubicBezTo>
                <a:cubicBezTo>
                  <a:pt x="363291" y="355062"/>
                  <a:pt x="361279" y="356342"/>
                  <a:pt x="359085" y="357256"/>
                </a:cubicBezTo>
                <a:cubicBezTo>
                  <a:pt x="356890" y="358170"/>
                  <a:pt x="354513" y="358628"/>
                  <a:pt x="352135" y="358628"/>
                </a:cubicBezTo>
                <a:cubicBezTo>
                  <a:pt x="349758" y="358628"/>
                  <a:pt x="347381" y="358170"/>
                  <a:pt x="345186" y="357256"/>
                </a:cubicBezTo>
                <a:cubicBezTo>
                  <a:pt x="342991" y="356342"/>
                  <a:pt x="340980" y="355062"/>
                  <a:pt x="339334" y="353324"/>
                </a:cubicBezTo>
                <a:cubicBezTo>
                  <a:pt x="337596" y="351678"/>
                  <a:pt x="336316" y="349667"/>
                  <a:pt x="335402" y="347472"/>
                </a:cubicBezTo>
                <a:cubicBezTo>
                  <a:pt x="334488" y="345277"/>
                  <a:pt x="334030" y="342991"/>
                  <a:pt x="334030" y="340523"/>
                </a:cubicBezTo>
                <a:cubicBezTo>
                  <a:pt x="334030" y="338145"/>
                  <a:pt x="334488" y="335859"/>
                  <a:pt x="335402" y="333665"/>
                </a:cubicBezTo>
                <a:cubicBezTo>
                  <a:pt x="336316" y="331379"/>
                  <a:pt x="337596" y="329458"/>
                  <a:pt x="339334" y="327721"/>
                </a:cubicBezTo>
                <a:cubicBezTo>
                  <a:pt x="340980" y="326075"/>
                  <a:pt x="342991" y="324703"/>
                  <a:pt x="345186" y="323789"/>
                </a:cubicBezTo>
                <a:cubicBezTo>
                  <a:pt x="347381" y="322875"/>
                  <a:pt x="349758" y="322417"/>
                  <a:pt x="352135" y="322417"/>
                </a:cubicBezTo>
                <a:cubicBezTo>
                  <a:pt x="354513" y="322417"/>
                  <a:pt x="356890" y="322875"/>
                  <a:pt x="359085" y="323789"/>
                </a:cubicBezTo>
                <a:cubicBezTo>
                  <a:pt x="361279" y="324703"/>
                  <a:pt x="363291" y="326075"/>
                  <a:pt x="364937" y="327721"/>
                </a:cubicBezTo>
                <a:cubicBezTo>
                  <a:pt x="366674" y="329458"/>
                  <a:pt x="367955" y="331379"/>
                  <a:pt x="368869" y="333665"/>
                </a:cubicBezTo>
                <a:cubicBezTo>
                  <a:pt x="369783" y="335859"/>
                  <a:pt x="370241" y="338145"/>
                  <a:pt x="370241" y="340523"/>
                </a:cubicBezTo>
              </a:path>
              <a:path w="4043568" h="358628">
                <a:moveTo>
                  <a:pt x="662940" y="340523"/>
                </a:moveTo>
                <a:cubicBezTo>
                  <a:pt x="662940" y="342991"/>
                  <a:pt x="662483" y="345277"/>
                  <a:pt x="661568" y="347472"/>
                </a:cubicBezTo>
                <a:cubicBezTo>
                  <a:pt x="660654" y="349667"/>
                  <a:pt x="659282" y="351678"/>
                  <a:pt x="657636" y="353324"/>
                </a:cubicBezTo>
                <a:cubicBezTo>
                  <a:pt x="655899" y="355062"/>
                  <a:pt x="653979" y="356342"/>
                  <a:pt x="651784" y="357256"/>
                </a:cubicBezTo>
                <a:cubicBezTo>
                  <a:pt x="649498" y="358170"/>
                  <a:pt x="647212" y="358628"/>
                  <a:pt x="644835" y="358628"/>
                </a:cubicBezTo>
                <a:cubicBezTo>
                  <a:pt x="642366" y="358628"/>
                  <a:pt x="640080" y="358170"/>
                  <a:pt x="637885" y="357256"/>
                </a:cubicBezTo>
                <a:cubicBezTo>
                  <a:pt x="635599" y="356342"/>
                  <a:pt x="633679" y="355062"/>
                  <a:pt x="631942" y="353324"/>
                </a:cubicBezTo>
                <a:cubicBezTo>
                  <a:pt x="630296" y="351678"/>
                  <a:pt x="628924" y="349667"/>
                  <a:pt x="628010" y="347472"/>
                </a:cubicBezTo>
                <a:cubicBezTo>
                  <a:pt x="627096" y="345277"/>
                  <a:pt x="626638" y="342991"/>
                  <a:pt x="626638" y="340523"/>
                </a:cubicBezTo>
                <a:cubicBezTo>
                  <a:pt x="626638" y="338145"/>
                  <a:pt x="627096" y="335859"/>
                  <a:pt x="628010" y="333665"/>
                </a:cubicBezTo>
                <a:cubicBezTo>
                  <a:pt x="628924" y="331379"/>
                  <a:pt x="630296" y="329458"/>
                  <a:pt x="631942" y="327721"/>
                </a:cubicBezTo>
                <a:cubicBezTo>
                  <a:pt x="633679" y="326075"/>
                  <a:pt x="635599" y="324703"/>
                  <a:pt x="637885" y="323789"/>
                </a:cubicBezTo>
                <a:cubicBezTo>
                  <a:pt x="640080" y="322875"/>
                  <a:pt x="642366" y="322417"/>
                  <a:pt x="644835" y="322417"/>
                </a:cubicBezTo>
                <a:cubicBezTo>
                  <a:pt x="647212" y="322417"/>
                  <a:pt x="649498" y="322875"/>
                  <a:pt x="651784" y="323789"/>
                </a:cubicBezTo>
                <a:cubicBezTo>
                  <a:pt x="653979" y="324703"/>
                  <a:pt x="655899" y="326075"/>
                  <a:pt x="657636" y="327721"/>
                </a:cubicBezTo>
                <a:cubicBezTo>
                  <a:pt x="659282" y="329458"/>
                  <a:pt x="660654" y="331379"/>
                  <a:pt x="661568" y="333665"/>
                </a:cubicBezTo>
                <a:cubicBezTo>
                  <a:pt x="662483" y="335859"/>
                  <a:pt x="662940" y="338145"/>
                  <a:pt x="662940" y="340523"/>
                </a:cubicBezTo>
              </a:path>
              <a:path w="4043568" h="358628">
                <a:moveTo>
                  <a:pt x="899221" y="339425"/>
                </a:moveTo>
                <a:cubicBezTo>
                  <a:pt x="899221" y="341803"/>
                  <a:pt x="898764" y="344089"/>
                  <a:pt x="897849" y="346375"/>
                </a:cubicBezTo>
                <a:cubicBezTo>
                  <a:pt x="896935" y="348569"/>
                  <a:pt x="895655" y="350490"/>
                  <a:pt x="893917" y="352227"/>
                </a:cubicBezTo>
                <a:cubicBezTo>
                  <a:pt x="892180" y="353873"/>
                  <a:pt x="890260" y="355244"/>
                  <a:pt x="888065" y="356159"/>
                </a:cubicBezTo>
                <a:cubicBezTo>
                  <a:pt x="885779" y="357073"/>
                  <a:pt x="883493" y="357530"/>
                  <a:pt x="881116" y="357530"/>
                </a:cubicBezTo>
                <a:cubicBezTo>
                  <a:pt x="878647" y="357530"/>
                  <a:pt x="876361" y="357073"/>
                  <a:pt x="874166" y="356159"/>
                </a:cubicBezTo>
                <a:cubicBezTo>
                  <a:pt x="871972" y="355244"/>
                  <a:pt x="869960" y="353873"/>
                  <a:pt x="868223" y="352227"/>
                </a:cubicBezTo>
                <a:cubicBezTo>
                  <a:pt x="866577" y="350490"/>
                  <a:pt x="865297" y="348569"/>
                  <a:pt x="864291" y="346375"/>
                </a:cubicBezTo>
                <a:cubicBezTo>
                  <a:pt x="863376" y="344089"/>
                  <a:pt x="862919" y="341803"/>
                  <a:pt x="862919" y="339425"/>
                </a:cubicBezTo>
                <a:cubicBezTo>
                  <a:pt x="862919" y="337048"/>
                  <a:pt x="863376" y="334670"/>
                  <a:pt x="864291" y="332476"/>
                </a:cubicBezTo>
                <a:cubicBezTo>
                  <a:pt x="865297" y="330281"/>
                  <a:pt x="866577" y="328270"/>
                  <a:pt x="868223" y="326624"/>
                </a:cubicBezTo>
                <a:cubicBezTo>
                  <a:pt x="869960" y="324886"/>
                  <a:pt x="871972" y="323606"/>
                  <a:pt x="874166" y="322692"/>
                </a:cubicBezTo>
                <a:cubicBezTo>
                  <a:pt x="876361" y="321777"/>
                  <a:pt x="878647" y="321320"/>
                  <a:pt x="881116" y="321320"/>
                </a:cubicBezTo>
                <a:cubicBezTo>
                  <a:pt x="883493" y="321320"/>
                  <a:pt x="885779" y="321777"/>
                  <a:pt x="888065" y="322692"/>
                </a:cubicBezTo>
                <a:cubicBezTo>
                  <a:pt x="890260" y="323606"/>
                  <a:pt x="892180" y="324886"/>
                  <a:pt x="893917" y="326624"/>
                </a:cubicBezTo>
                <a:cubicBezTo>
                  <a:pt x="895655" y="328270"/>
                  <a:pt x="896935" y="330281"/>
                  <a:pt x="897849" y="332476"/>
                </a:cubicBezTo>
                <a:cubicBezTo>
                  <a:pt x="898764" y="334670"/>
                  <a:pt x="899221" y="337048"/>
                  <a:pt x="899221" y="339425"/>
                </a:cubicBezTo>
              </a:path>
              <a:path w="4043568" h="358628">
                <a:moveTo>
                  <a:pt x="1206642" y="340523"/>
                </a:moveTo>
                <a:cubicBezTo>
                  <a:pt x="1206642" y="342991"/>
                  <a:pt x="1206185" y="345277"/>
                  <a:pt x="1205271" y="347472"/>
                </a:cubicBezTo>
                <a:cubicBezTo>
                  <a:pt x="1204356" y="349667"/>
                  <a:pt x="1202985" y="351678"/>
                  <a:pt x="1201339" y="353324"/>
                </a:cubicBezTo>
                <a:cubicBezTo>
                  <a:pt x="1199601" y="355062"/>
                  <a:pt x="1197681" y="356342"/>
                  <a:pt x="1195395" y="357256"/>
                </a:cubicBezTo>
                <a:cubicBezTo>
                  <a:pt x="1193201" y="358170"/>
                  <a:pt x="1190915" y="358628"/>
                  <a:pt x="1188446" y="358628"/>
                </a:cubicBezTo>
                <a:cubicBezTo>
                  <a:pt x="1186068" y="358628"/>
                  <a:pt x="1183782" y="358170"/>
                  <a:pt x="1181496" y="357256"/>
                </a:cubicBezTo>
                <a:cubicBezTo>
                  <a:pt x="1179302" y="356342"/>
                  <a:pt x="1177381" y="355062"/>
                  <a:pt x="1175644" y="353324"/>
                </a:cubicBezTo>
                <a:cubicBezTo>
                  <a:pt x="1173907" y="351678"/>
                  <a:pt x="1172627" y="349667"/>
                  <a:pt x="1171712" y="347472"/>
                </a:cubicBezTo>
                <a:cubicBezTo>
                  <a:pt x="1170798" y="345277"/>
                  <a:pt x="1170341" y="342991"/>
                  <a:pt x="1170341" y="340523"/>
                </a:cubicBezTo>
                <a:cubicBezTo>
                  <a:pt x="1170341" y="338145"/>
                  <a:pt x="1170798" y="335859"/>
                  <a:pt x="1171712" y="333665"/>
                </a:cubicBezTo>
                <a:cubicBezTo>
                  <a:pt x="1172627" y="331379"/>
                  <a:pt x="1173907" y="329458"/>
                  <a:pt x="1175644" y="327721"/>
                </a:cubicBezTo>
                <a:cubicBezTo>
                  <a:pt x="1177381" y="326075"/>
                  <a:pt x="1179302" y="324703"/>
                  <a:pt x="1181496" y="323789"/>
                </a:cubicBezTo>
                <a:cubicBezTo>
                  <a:pt x="1183782" y="322875"/>
                  <a:pt x="1186068" y="322417"/>
                  <a:pt x="1188446" y="322417"/>
                </a:cubicBezTo>
                <a:cubicBezTo>
                  <a:pt x="1190915" y="322417"/>
                  <a:pt x="1193201" y="322875"/>
                  <a:pt x="1195395" y="323789"/>
                </a:cubicBezTo>
                <a:cubicBezTo>
                  <a:pt x="1197681" y="324703"/>
                  <a:pt x="1199601" y="326075"/>
                  <a:pt x="1201339" y="327721"/>
                </a:cubicBezTo>
                <a:cubicBezTo>
                  <a:pt x="1202985" y="329458"/>
                  <a:pt x="1204356" y="331379"/>
                  <a:pt x="1205271" y="333665"/>
                </a:cubicBezTo>
                <a:cubicBezTo>
                  <a:pt x="1206185" y="335859"/>
                  <a:pt x="1206642" y="338145"/>
                  <a:pt x="1206642" y="340523"/>
                </a:cubicBezTo>
              </a:path>
              <a:path w="4043568" h="358628">
                <a:moveTo>
                  <a:pt x="1522202" y="340523"/>
                </a:moveTo>
                <a:cubicBezTo>
                  <a:pt x="1522202" y="342991"/>
                  <a:pt x="1521744" y="345277"/>
                  <a:pt x="1520830" y="347472"/>
                </a:cubicBezTo>
                <a:cubicBezTo>
                  <a:pt x="1519916" y="349667"/>
                  <a:pt x="1518544" y="351678"/>
                  <a:pt x="1516898" y="353324"/>
                </a:cubicBezTo>
                <a:cubicBezTo>
                  <a:pt x="1515161" y="355062"/>
                  <a:pt x="1513241" y="356342"/>
                  <a:pt x="1510955" y="357256"/>
                </a:cubicBezTo>
                <a:cubicBezTo>
                  <a:pt x="1508760" y="358170"/>
                  <a:pt x="1506474" y="358628"/>
                  <a:pt x="1504097" y="358628"/>
                </a:cubicBezTo>
                <a:cubicBezTo>
                  <a:pt x="1501628" y="358628"/>
                  <a:pt x="1499342" y="358170"/>
                  <a:pt x="1497147" y="357256"/>
                </a:cubicBezTo>
                <a:cubicBezTo>
                  <a:pt x="1494861" y="356342"/>
                  <a:pt x="1492941" y="355062"/>
                  <a:pt x="1491204" y="353324"/>
                </a:cubicBezTo>
                <a:cubicBezTo>
                  <a:pt x="1489558" y="351678"/>
                  <a:pt x="1488186" y="349667"/>
                  <a:pt x="1487272" y="347472"/>
                </a:cubicBezTo>
                <a:cubicBezTo>
                  <a:pt x="1486357" y="345277"/>
                  <a:pt x="1485900" y="342991"/>
                  <a:pt x="1485900" y="340523"/>
                </a:cubicBezTo>
                <a:cubicBezTo>
                  <a:pt x="1485900" y="338145"/>
                  <a:pt x="1486357" y="335859"/>
                  <a:pt x="1487272" y="333665"/>
                </a:cubicBezTo>
                <a:cubicBezTo>
                  <a:pt x="1488186" y="331379"/>
                  <a:pt x="1489558" y="329458"/>
                  <a:pt x="1491204" y="327721"/>
                </a:cubicBezTo>
                <a:cubicBezTo>
                  <a:pt x="1492941" y="326075"/>
                  <a:pt x="1494861" y="324703"/>
                  <a:pt x="1497147" y="323789"/>
                </a:cubicBezTo>
                <a:cubicBezTo>
                  <a:pt x="1499342" y="322875"/>
                  <a:pt x="1501628" y="322417"/>
                  <a:pt x="1504097" y="322417"/>
                </a:cubicBezTo>
                <a:cubicBezTo>
                  <a:pt x="1506474" y="322417"/>
                  <a:pt x="1508760" y="322875"/>
                  <a:pt x="1510955" y="323789"/>
                </a:cubicBezTo>
                <a:cubicBezTo>
                  <a:pt x="1513241" y="324703"/>
                  <a:pt x="1515161" y="326075"/>
                  <a:pt x="1516898" y="327721"/>
                </a:cubicBezTo>
                <a:cubicBezTo>
                  <a:pt x="1518544" y="329458"/>
                  <a:pt x="1519916" y="331379"/>
                  <a:pt x="1520830" y="333665"/>
                </a:cubicBezTo>
                <a:cubicBezTo>
                  <a:pt x="1521744" y="335859"/>
                  <a:pt x="1522202" y="338145"/>
                  <a:pt x="1522202" y="340523"/>
                </a:cubicBezTo>
              </a:path>
              <a:path w="4043568" h="358628">
                <a:moveTo>
                  <a:pt x="1887779" y="289956"/>
                </a:moveTo>
                <a:cubicBezTo>
                  <a:pt x="1887779" y="292334"/>
                  <a:pt x="1887322" y="294620"/>
                  <a:pt x="1886407" y="296906"/>
                </a:cubicBezTo>
                <a:cubicBezTo>
                  <a:pt x="1885493" y="299100"/>
                  <a:pt x="1884121" y="301020"/>
                  <a:pt x="1882475" y="302758"/>
                </a:cubicBezTo>
                <a:cubicBezTo>
                  <a:pt x="1880738" y="304404"/>
                  <a:pt x="1878818" y="305775"/>
                  <a:pt x="1876532" y="306690"/>
                </a:cubicBezTo>
                <a:cubicBezTo>
                  <a:pt x="1874337" y="307604"/>
                  <a:pt x="1872051" y="308061"/>
                  <a:pt x="1869582" y="308061"/>
                </a:cubicBezTo>
                <a:cubicBezTo>
                  <a:pt x="1867205" y="308061"/>
                  <a:pt x="1864919" y="307604"/>
                  <a:pt x="1862724" y="306690"/>
                </a:cubicBezTo>
                <a:cubicBezTo>
                  <a:pt x="1860438" y="305775"/>
                  <a:pt x="1858518" y="304404"/>
                  <a:pt x="1856781" y="302758"/>
                </a:cubicBezTo>
                <a:cubicBezTo>
                  <a:pt x="1855135" y="301020"/>
                  <a:pt x="1853763" y="299100"/>
                  <a:pt x="1852849" y="296906"/>
                </a:cubicBezTo>
                <a:cubicBezTo>
                  <a:pt x="1851934" y="294620"/>
                  <a:pt x="1851477" y="292334"/>
                  <a:pt x="1851477" y="289956"/>
                </a:cubicBezTo>
                <a:cubicBezTo>
                  <a:pt x="1851477" y="287579"/>
                  <a:pt x="1851934" y="285201"/>
                  <a:pt x="1852849" y="283007"/>
                </a:cubicBezTo>
                <a:cubicBezTo>
                  <a:pt x="1853763" y="280812"/>
                  <a:pt x="1855135" y="278801"/>
                  <a:pt x="1856781" y="277155"/>
                </a:cubicBezTo>
                <a:cubicBezTo>
                  <a:pt x="1858518" y="275417"/>
                  <a:pt x="1860438" y="274137"/>
                  <a:pt x="1862724" y="273223"/>
                </a:cubicBezTo>
                <a:cubicBezTo>
                  <a:pt x="1864919" y="272308"/>
                  <a:pt x="1867205" y="271851"/>
                  <a:pt x="1869582" y="271851"/>
                </a:cubicBezTo>
                <a:cubicBezTo>
                  <a:pt x="1872051" y="271851"/>
                  <a:pt x="1874337" y="272308"/>
                  <a:pt x="1876532" y="273223"/>
                </a:cubicBezTo>
                <a:cubicBezTo>
                  <a:pt x="1878818" y="274137"/>
                  <a:pt x="1880738" y="275417"/>
                  <a:pt x="1882475" y="277155"/>
                </a:cubicBezTo>
                <a:cubicBezTo>
                  <a:pt x="1884121" y="278801"/>
                  <a:pt x="1885493" y="280812"/>
                  <a:pt x="1886407" y="283007"/>
                </a:cubicBezTo>
                <a:cubicBezTo>
                  <a:pt x="1887322" y="285201"/>
                  <a:pt x="1887779" y="287579"/>
                  <a:pt x="1887779" y="289956"/>
                </a:cubicBezTo>
              </a:path>
              <a:path w="4043568" h="358628">
                <a:moveTo>
                  <a:pt x="2151675" y="340523"/>
                </a:moveTo>
                <a:cubicBezTo>
                  <a:pt x="2151675" y="342991"/>
                  <a:pt x="2151217" y="345277"/>
                  <a:pt x="2150303" y="347472"/>
                </a:cubicBezTo>
                <a:cubicBezTo>
                  <a:pt x="2149389" y="349667"/>
                  <a:pt x="2148108" y="351678"/>
                  <a:pt x="2146371" y="353324"/>
                </a:cubicBezTo>
                <a:cubicBezTo>
                  <a:pt x="2144634" y="355062"/>
                  <a:pt x="2142714" y="356342"/>
                  <a:pt x="2140519" y="357256"/>
                </a:cubicBezTo>
                <a:cubicBezTo>
                  <a:pt x="2138233" y="358170"/>
                  <a:pt x="2135947" y="358628"/>
                  <a:pt x="2133570" y="358628"/>
                </a:cubicBezTo>
                <a:cubicBezTo>
                  <a:pt x="2131101" y="358628"/>
                  <a:pt x="2128815" y="358170"/>
                  <a:pt x="2126620" y="357256"/>
                </a:cubicBezTo>
                <a:cubicBezTo>
                  <a:pt x="2124334" y="356342"/>
                  <a:pt x="2122414" y="355062"/>
                  <a:pt x="2120676" y="353324"/>
                </a:cubicBezTo>
                <a:cubicBezTo>
                  <a:pt x="2119031" y="351678"/>
                  <a:pt x="2117659" y="349667"/>
                  <a:pt x="2116745" y="347472"/>
                </a:cubicBezTo>
                <a:cubicBezTo>
                  <a:pt x="2115830" y="345277"/>
                  <a:pt x="2115373" y="342991"/>
                  <a:pt x="2115373" y="340523"/>
                </a:cubicBezTo>
                <a:cubicBezTo>
                  <a:pt x="2115373" y="338145"/>
                  <a:pt x="2115830" y="335859"/>
                  <a:pt x="2116745" y="333665"/>
                </a:cubicBezTo>
                <a:cubicBezTo>
                  <a:pt x="2117659" y="331379"/>
                  <a:pt x="2119031" y="329458"/>
                  <a:pt x="2120676" y="327721"/>
                </a:cubicBezTo>
                <a:cubicBezTo>
                  <a:pt x="2122414" y="326075"/>
                  <a:pt x="2124334" y="324703"/>
                  <a:pt x="2126620" y="323789"/>
                </a:cubicBezTo>
                <a:cubicBezTo>
                  <a:pt x="2128815" y="322875"/>
                  <a:pt x="2131101" y="322417"/>
                  <a:pt x="2133570" y="322417"/>
                </a:cubicBezTo>
                <a:cubicBezTo>
                  <a:pt x="2135947" y="322417"/>
                  <a:pt x="2138233" y="322875"/>
                  <a:pt x="2140519" y="323789"/>
                </a:cubicBezTo>
                <a:cubicBezTo>
                  <a:pt x="2142714" y="324703"/>
                  <a:pt x="2144634" y="326075"/>
                  <a:pt x="2146371" y="327721"/>
                </a:cubicBezTo>
                <a:cubicBezTo>
                  <a:pt x="2148108" y="329458"/>
                  <a:pt x="2149389" y="331379"/>
                  <a:pt x="2150303" y="333665"/>
                </a:cubicBezTo>
                <a:cubicBezTo>
                  <a:pt x="2151217" y="335859"/>
                  <a:pt x="2151675" y="338145"/>
                  <a:pt x="2151675" y="340523"/>
                </a:cubicBezTo>
              </a:path>
              <a:path w="4043568" h="358628">
                <a:moveTo>
                  <a:pt x="2540386" y="271211"/>
                </a:moveTo>
                <a:cubicBezTo>
                  <a:pt x="2540386" y="273588"/>
                  <a:pt x="2539929" y="275874"/>
                  <a:pt x="2539014" y="278069"/>
                </a:cubicBezTo>
                <a:cubicBezTo>
                  <a:pt x="2538009" y="280264"/>
                  <a:pt x="2536728" y="282275"/>
                  <a:pt x="2535083" y="283921"/>
                </a:cubicBezTo>
                <a:cubicBezTo>
                  <a:pt x="2533345" y="285659"/>
                  <a:pt x="2531334" y="286939"/>
                  <a:pt x="2529139" y="287853"/>
                </a:cubicBezTo>
                <a:cubicBezTo>
                  <a:pt x="2526944" y="288768"/>
                  <a:pt x="2524658" y="289225"/>
                  <a:pt x="2522190" y="289225"/>
                </a:cubicBezTo>
                <a:cubicBezTo>
                  <a:pt x="2519812" y="289225"/>
                  <a:pt x="2517526" y="288768"/>
                  <a:pt x="2515240" y="287853"/>
                </a:cubicBezTo>
                <a:cubicBezTo>
                  <a:pt x="2513046" y="286939"/>
                  <a:pt x="2511125" y="285659"/>
                  <a:pt x="2509388" y="283921"/>
                </a:cubicBezTo>
                <a:cubicBezTo>
                  <a:pt x="2507651" y="282275"/>
                  <a:pt x="2506370" y="280264"/>
                  <a:pt x="2505456" y="278069"/>
                </a:cubicBezTo>
                <a:cubicBezTo>
                  <a:pt x="2504542" y="275874"/>
                  <a:pt x="2504084" y="273588"/>
                  <a:pt x="2504084" y="271211"/>
                </a:cubicBezTo>
                <a:cubicBezTo>
                  <a:pt x="2504084" y="268742"/>
                  <a:pt x="2504542" y="266456"/>
                  <a:pt x="2505456" y="264262"/>
                </a:cubicBezTo>
                <a:cubicBezTo>
                  <a:pt x="2506370" y="262067"/>
                  <a:pt x="2507651" y="260055"/>
                  <a:pt x="2509388" y="258409"/>
                </a:cubicBezTo>
                <a:cubicBezTo>
                  <a:pt x="2511125" y="256672"/>
                  <a:pt x="2513046" y="255392"/>
                  <a:pt x="2515240" y="254478"/>
                </a:cubicBezTo>
                <a:cubicBezTo>
                  <a:pt x="2517526" y="253563"/>
                  <a:pt x="2519812" y="253106"/>
                  <a:pt x="2522190" y="253106"/>
                </a:cubicBezTo>
                <a:cubicBezTo>
                  <a:pt x="2524658" y="253106"/>
                  <a:pt x="2526944" y="253563"/>
                  <a:pt x="2529139" y="254478"/>
                </a:cubicBezTo>
                <a:cubicBezTo>
                  <a:pt x="2531334" y="255392"/>
                  <a:pt x="2533345" y="256672"/>
                  <a:pt x="2535083" y="258409"/>
                </a:cubicBezTo>
                <a:cubicBezTo>
                  <a:pt x="2536728" y="260055"/>
                  <a:pt x="2538009" y="262067"/>
                  <a:pt x="2539014" y="264262"/>
                </a:cubicBezTo>
                <a:cubicBezTo>
                  <a:pt x="2539929" y="266456"/>
                  <a:pt x="2540386" y="268742"/>
                  <a:pt x="2540386" y="271211"/>
                </a:cubicBezTo>
              </a:path>
              <a:path w="4043568" h="358628">
                <a:moveTo>
                  <a:pt x="2843144" y="340523"/>
                </a:moveTo>
                <a:cubicBezTo>
                  <a:pt x="2843144" y="342991"/>
                  <a:pt x="2842595" y="345277"/>
                  <a:pt x="2841681" y="347472"/>
                </a:cubicBezTo>
                <a:cubicBezTo>
                  <a:pt x="2840766" y="349667"/>
                  <a:pt x="2839486" y="351678"/>
                  <a:pt x="2837749" y="353324"/>
                </a:cubicBezTo>
                <a:cubicBezTo>
                  <a:pt x="2836103" y="355062"/>
                  <a:pt x="2834091" y="356342"/>
                  <a:pt x="2831897" y="357256"/>
                </a:cubicBezTo>
                <a:cubicBezTo>
                  <a:pt x="2829702" y="358170"/>
                  <a:pt x="2827325" y="358628"/>
                  <a:pt x="2824947" y="358628"/>
                </a:cubicBezTo>
                <a:cubicBezTo>
                  <a:pt x="2822570" y="358628"/>
                  <a:pt x="2820284" y="358170"/>
                  <a:pt x="2817998" y="357256"/>
                </a:cubicBezTo>
                <a:cubicBezTo>
                  <a:pt x="2815803" y="356342"/>
                  <a:pt x="2813792" y="355062"/>
                  <a:pt x="2812146" y="353324"/>
                </a:cubicBezTo>
                <a:cubicBezTo>
                  <a:pt x="2810408" y="351678"/>
                  <a:pt x="2809128" y="349667"/>
                  <a:pt x="2808214" y="347472"/>
                </a:cubicBezTo>
                <a:cubicBezTo>
                  <a:pt x="2807299" y="345277"/>
                  <a:pt x="2806842" y="342991"/>
                  <a:pt x="2806842" y="340523"/>
                </a:cubicBezTo>
                <a:cubicBezTo>
                  <a:pt x="2806842" y="338145"/>
                  <a:pt x="2807299" y="335859"/>
                  <a:pt x="2808214" y="333665"/>
                </a:cubicBezTo>
                <a:cubicBezTo>
                  <a:pt x="2809128" y="331379"/>
                  <a:pt x="2810408" y="329458"/>
                  <a:pt x="2812146" y="327721"/>
                </a:cubicBezTo>
                <a:cubicBezTo>
                  <a:pt x="2813792" y="326075"/>
                  <a:pt x="2815803" y="324703"/>
                  <a:pt x="2817998" y="323789"/>
                </a:cubicBezTo>
                <a:cubicBezTo>
                  <a:pt x="2820284" y="322875"/>
                  <a:pt x="2822570" y="322417"/>
                  <a:pt x="2824947" y="322417"/>
                </a:cubicBezTo>
                <a:cubicBezTo>
                  <a:pt x="2827325" y="322417"/>
                  <a:pt x="2829702" y="322875"/>
                  <a:pt x="2831897" y="323789"/>
                </a:cubicBezTo>
                <a:cubicBezTo>
                  <a:pt x="2834091" y="324703"/>
                  <a:pt x="2836103" y="326075"/>
                  <a:pt x="2837749" y="327721"/>
                </a:cubicBezTo>
                <a:cubicBezTo>
                  <a:pt x="2839486" y="329458"/>
                  <a:pt x="2840766" y="331379"/>
                  <a:pt x="2841681" y="333665"/>
                </a:cubicBezTo>
                <a:cubicBezTo>
                  <a:pt x="2842595" y="335859"/>
                  <a:pt x="2843144" y="338145"/>
                  <a:pt x="2843144" y="340523"/>
                </a:cubicBezTo>
              </a:path>
              <a:path w="4043568" h="358628">
                <a:moveTo>
                  <a:pt x="3215670" y="340523"/>
                </a:moveTo>
                <a:cubicBezTo>
                  <a:pt x="3215670" y="342991"/>
                  <a:pt x="3215213" y="345277"/>
                  <a:pt x="3214299" y="347472"/>
                </a:cubicBezTo>
                <a:cubicBezTo>
                  <a:pt x="3213384" y="349667"/>
                  <a:pt x="3212013" y="351678"/>
                  <a:pt x="3210367" y="353324"/>
                </a:cubicBezTo>
                <a:cubicBezTo>
                  <a:pt x="3208630" y="355062"/>
                  <a:pt x="3206709" y="356342"/>
                  <a:pt x="3204423" y="357256"/>
                </a:cubicBezTo>
                <a:cubicBezTo>
                  <a:pt x="3202229" y="358170"/>
                  <a:pt x="3199943" y="358628"/>
                  <a:pt x="3197474" y="358628"/>
                </a:cubicBezTo>
                <a:cubicBezTo>
                  <a:pt x="3195096" y="358628"/>
                  <a:pt x="3192810" y="358170"/>
                  <a:pt x="3190616" y="357256"/>
                </a:cubicBezTo>
                <a:cubicBezTo>
                  <a:pt x="3188330" y="356342"/>
                  <a:pt x="3186410" y="355062"/>
                  <a:pt x="3184672" y="353324"/>
                </a:cubicBezTo>
                <a:cubicBezTo>
                  <a:pt x="3183026" y="351678"/>
                  <a:pt x="3181655" y="349667"/>
                  <a:pt x="3180740" y="347472"/>
                </a:cubicBezTo>
                <a:cubicBezTo>
                  <a:pt x="3179826" y="345277"/>
                  <a:pt x="3179369" y="342991"/>
                  <a:pt x="3179369" y="340523"/>
                </a:cubicBezTo>
                <a:cubicBezTo>
                  <a:pt x="3179369" y="338145"/>
                  <a:pt x="3179826" y="335859"/>
                  <a:pt x="3180740" y="333665"/>
                </a:cubicBezTo>
                <a:cubicBezTo>
                  <a:pt x="3181655" y="331379"/>
                  <a:pt x="3183026" y="329458"/>
                  <a:pt x="3184672" y="327721"/>
                </a:cubicBezTo>
                <a:cubicBezTo>
                  <a:pt x="3186410" y="326075"/>
                  <a:pt x="3188330" y="324703"/>
                  <a:pt x="3190616" y="323789"/>
                </a:cubicBezTo>
                <a:cubicBezTo>
                  <a:pt x="3192810" y="322875"/>
                  <a:pt x="3195096" y="322417"/>
                  <a:pt x="3197474" y="322417"/>
                </a:cubicBezTo>
                <a:cubicBezTo>
                  <a:pt x="3199943" y="322417"/>
                  <a:pt x="3202229" y="322875"/>
                  <a:pt x="3204423" y="323789"/>
                </a:cubicBezTo>
                <a:cubicBezTo>
                  <a:pt x="3206709" y="324703"/>
                  <a:pt x="3208630" y="326075"/>
                  <a:pt x="3210367" y="327721"/>
                </a:cubicBezTo>
                <a:cubicBezTo>
                  <a:pt x="3212013" y="329458"/>
                  <a:pt x="3213384" y="331379"/>
                  <a:pt x="3214299" y="333665"/>
                </a:cubicBezTo>
                <a:cubicBezTo>
                  <a:pt x="3215213" y="335859"/>
                  <a:pt x="3215670" y="338145"/>
                  <a:pt x="3215670" y="340523"/>
                </a:cubicBezTo>
              </a:path>
              <a:path w="4043568" h="358628">
                <a:moveTo>
                  <a:pt x="3507821" y="340523"/>
                </a:moveTo>
                <a:cubicBezTo>
                  <a:pt x="3507821" y="342991"/>
                  <a:pt x="3507364" y="345277"/>
                  <a:pt x="3506450" y="347472"/>
                </a:cubicBezTo>
                <a:cubicBezTo>
                  <a:pt x="3505535" y="349667"/>
                  <a:pt x="3504255" y="351678"/>
                  <a:pt x="3502518" y="353324"/>
                </a:cubicBezTo>
                <a:cubicBezTo>
                  <a:pt x="3500872" y="355062"/>
                  <a:pt x="3498860" y="356342"/>
                  <a:pt x="3496666" y="357256"/>
                </a:cubicBezTo>
                <a:cubicBezTo>
                  <a:pt x="3494471" y="358170"/>
                  <a:pt x="3492094" y="358628"/>
                  <a:pt x="3489716" y="358628"/>
                </a:cubicBezTo>
                <a:cubicBezTo>
                  <a:pt x="3487339" y="358628"/>
                  <a:pt x="3484961" y="358170"/>
                  <a:pt x="3482767" y="357256"/>
                </a:cubicBezTo>
                <a:cubicBezTo>
                  <a:pt x="3480572" y="356342"/>
                  <a:pt x="3478560" y="355062"/>
                  <a:pt x="3476915" y="353324"/>
                </a:cubicBezTo>
                <a:cubicBezTo>
                  <a:pt x="3475177" y="351678"/>
                  <a:pt x="3473897" y="349667"/>
                  <a:pt x="3472983" y="347472"/>
                </a:cubicBezTo>
                <a:cubicBezTo>
                  <a:pt x="3472068" y="345277"/>
                  <a:pt x="3471611" y="342991"/>
                  <a:pt x="3471611" y="340523"/>
                </a:cubicBezTo>
                <a:cubicBezTo>
                  <a:pt x="3471611" y="338145"/>
                  <a:pt x="3472068" y="335859"/>
                  <a:pt x="3472983" y="333665"/>
                </a:cubicBezTo>
                <a:cubicBezTo>
                  <a:pt x="3473897" y="331379"/>
                  <a:pt x="3475177" y="329458"/>
                  <a:pt x="3476915" y="327721"/>
                </a:cubicBezTo>
                <a:cubicBezTo>
                  <a:pt x="3478560" y="326075"/>
                  <a:pt x="3480572" y="324703"/>
                  <a:pt x="3482767" y="323789"/>
                </a:cubicBezTo>
                <a:cubicBezTo>
                  <a:pt x="3484961" y="322875"/>
                  <a:pt x="3487339" y="322417"/>
                  <a:pt x="3489716" y="322417"/>
                </a:cubicBezTo>
                <a:cubicBezTo>
                  <a:pt x="3492094" y="322417"/>
                  <a:pt x="3494471" y="322875"/>
                  <a:pt x="3496666" y="323789"/>
                </a:cubicBezTo>
                <a:cubicBezTo>
                  <a:pt x="3498860" y="324703"/>
                  <a:pt x="3500872" y="326075"/>
                  <a:pt x="3502518" y="327721"/>
                </a:cubicBezTo>
                <a:cubicBezTo>
                  <a:pt x="3504255" y="329458"/>
                  <a:pt x="3505535" y="331379"/>
                  <a:pt x="3506450" y="333665"/>
                </a:cubicBezTo>
                <a:cubicBezTo>
                  <a:pt x="3507364" y="335859"/>
                  <a:pt x="3507821" y="338145"/>
                  <a:pt x="3507821" y="340523"/>
                </a:cubicBezTo>
              </a:path>
              <a:path w="4043568" h="358628">
                <a:moveTo>
                  <a:pt x="3707526" y="340523"/>
                </a:moveTo>
                <a:cubicBezTo>
                  <a:pt x="3707526" y="342991"/>
                  <a:pt x="3707069" y="345277"/>
                  <a:pt x="3706155" y="347472"/>
                </a:cubicBezTo>
                <a:cubicBezTo>
                  <a:pt x="3705240" y="349667"/>
                  <a:pt x="3703960" y="351678"/>
                  <a:pt x="3702223" y="353324"/>
                </a:cubicBezTo>
                <a:cubicBezTo>
                  <a:pt x="3700485" y="355062"/>
                  <a:pt x="3698565" y="356342"/>
                  <a:pt x="3696371" y="357256"/>
                </a:cubicBezTo>
                <a:cubicBezTo>
                  <a:pt x="3694085" y="358170"/>
                  <a:pt x="3691799" y="358628"/>
                  <a:pt x="3689421" y="358628"/>
                </a:cubicBezTo>
                <a:cubicBezTo>
                  <a:pt x="3686952" y="358628"/>
                  <a:pt x="3684666" y="358170"/>
                  <a:pt x="3682472" y="357256"/>
                </a:cubicBezTo>
                <a:cubicBezTo>
                  <a:pt x="3680186" y="356342"/>
                  <a:pt x="3678265" y="355062"/>
                  <a:pt x="3676528" y="353324"/>
                </a:cubicBezTo>
                <a:cubicBezTo>
                  <a:pt x="3674882" y="351678"/>
                  <a:pt x="3673511" y="349667"/>
                  <a:pt x="3672596" y="347472"/>
                </a:cubicBezTo>
                <a:cubicBezTo>
                  <a:pt x="3671682" y="345277"/>
                  <a:pt x="3671225" y="342991"/>
                  <a:pt x="3671225" y="340523"/>
                </a:cubicBezTo>
                <a:cubicBezTo>
                  <a:pt x="3671225" y="338145"/>
                  <a:pt x="3671682" y="335859"/>
                  <a:pt x="3672596" y="333665"/>
                </a:cubicBezTo>
                <a:cubicBezTo>
                  <a:pt x="3673511" y="331379"/>
                  <a:pt x="3674882" y="329458"/>
                  <a:pt x="3676528" y="327721"/>
                </a:cubicBezTo>
                <a:cubicBezTo>
                  <a:pt x="3678265" y="326075"/>
                  <a:pt x="3680186" y="324703"/>
                  <a:pt x="3682472" y="323789"/>
                </a:cubicBezTo>
                <a:cubicBezTo>
                  <a:pt x="3684666" y="322875"/>
                  <a:pt x="3686952" y="322417"/>
                  <a:pt x="3689421" y="322417"/>
                </a:cubicBezTo>
                <a:cubicBezTo>
                  <a:pt x="3691799" y="322417"/>
                  <a:pt x="3694085" y="322875"/>
                  <a:pt x="3696371" y="323789"/>
                </a:cubicBezTo>
                <a:cubicBezTo>
                  <a:pt x="3698565" y="324703"/>
                  <a:pt x="3700485" y="326075"/>
                  <a:pt x="3702223" y="327721"/>
                </a:cubicBezTo>
                <a:cubicBezTo>
                  <a:pt x="3703960" y="329458"/>
                  <a:pt x="3705240" y="331379"/>
                  <a:pt x="3706155" y="333665"/>
                </a:cubicBezTo>
                <a:cubicBezTo>
                  <a:pt x="3707069" y="335859"/>
                  <a:pt x="3707526" y="338145"/>
                  <a:pt x="3707526" y="340523"/>
                </a:cubicBezTo>
              </a:path>
              <a:path w="4043568" h="358628">
                <a:moveTo>
                  <a:pt x="4043568" y="291511"/>
                </a:moveTo>
                <a:cubicBezTo>
                  <a:pt x="4043568" y="293980"/>
                  <a:pt x="4043111" y="296266"/>
                  <a:pt x="4042197" y="298460"/>
                </a:cubicBezTo>
                <a:cubicBezTo>
                  <a:pt x="4041191" y="300655"/>
                  <a:pt x="4039911" y="302666"/>
                  <a:pt x="4038265" y="304312"/>
                </a:cubicBezTo>
                <a:cubicBezTo>
                  <a:pt x="4036527" y="306050"/>
                  <a:pt x="4034607" y="307330"/>
                  <a:pt x="4032321" y="308244"/>
                </a:cubicBezTo>
                <a:cubicBezTo>
                  <a:pt x="4030127" y="309159"/>
                  <a:pt x="4027841" y="309616"/>
                  <a:pt x="4025372" y="309616"/>
                </a:cubicBezTo>
                <a:cubicBezTo>
                  <a:pt x="4022994" y="309616"/>
                  <a:pt x="4020708" y="309159"/>
                  <a:pt x="4018422" y="308244"/>
                </a:cubicBezTo>
                <a:cubicBezTo>
                  <a:pt x="4016228" y="307330"/>
                  <a:pt x="4014307" y="306050"/>
                  <a:pt x="4012570" y="304312"/>
                </a:cubicBezTo>
                <a:cubicBezTo>
                  <a:pt x="4010833" y="302666"/>
                  <a:pt x="4009553" y="300655"/>
                  <a:pt x="4008638" y="298460"/>
                </a:cubicBezTo>
                <a:cubicBezTo>
                  <a:pt x="4007724" y="296266"/>
                  <a:pt x="4007267" y="293980"/>
                  <a:pt x="4007267" y="291511"/>
                </a:cubicBezTo>
                <a:cubicBezTo>
                  <a:pt x="4007267" y="289133"/>
                  <a:pt x="4007724" y="286847"/>
                  <a:pt x="4008638" y="284653"/>
                </a:cubicBezTo>
                <a:cubicBezTo>
                  <a:pt x="4009553" y="282367"/>
                  <a:pt x="4010833" y="280446"/>
                  <a:pt x="4012570" y="278709"/>
                </a:cubicBezTo>
                <a:cubicBezTo>
                  <a:pt x="4014307" y="277063"/>
                  <a:pt x="4016228" y="275783"/>
                  <a:pt x="4018422" y="274777"/>
                </a:cubicBezTo>
                <a:cubicBezTo>
                  <a:pt x="4020708" y="273863"/>
                  <a:pt x="4022994" y="273406"/>
                  <a:pt x="4025372" y="273406"/>
                </a:cubicBezTo>
                <a:cubicBezTo>
                  <a:pt x="4027841" y="273406"/>
                  <a:pt x="4030127" y="273863"/>
                  <a:pt x="4032321" y="274777"/>
                </a:cubicBezTo>
                <a:cubicBezTo>
                  <a:pt x="4034607" y="275783"/>
                  <a:pt x="4036527" y="277063"/>
                  <a:pt x="4038265" y="278709"/>
                </a:cubicBezTo>
                <a:cubicBezTo>
                  <a:pt x="4039911" y="280446"/>
                  <a:pt x="4041282" y="282367"/>
                  <a:pt x="4042197" y="284653"/>
                </a:cubicBezTo>
                <a:cubicBezTo>
                  <a:pt x="4043111" y="286847"/>
                  <a:pt x="4043568" y="289133"/>
                  <a:pt x="4043568" y="291511"/>
                </a:cubicBezTo>
              </a:path>
              <a:path w="4043568" h="358628">
                <a:moveTo>
                  <a:pt x="36302" y="18105"/>
                </a:moveTo>
                <a:cubicBezTo>
                  <a:pt x="36302" y="20483"/>
                  <a:pt x="35844" y="22769"/>
                  <a:pt x="34930" y="25055"/>
                </a:cubicBezTo>
                <a:cubicBezTo>
                  <a:pt x="34016" y="27249"/>
                  <a:pt x="32644" y="29169"/>
                  <a:pt x="30998" y="30907"/>
                </a:cubicBezTo>
                <a:cubicBezTo>
                  <a:pt x="29261" y="32553"/>
                  <a:pt x="27341" y="33924"/>
                  <a:pt x="25055" y="34839"/>
                </a:cubicBezTo>
                <a:cubicBezTo>
                  <a:pt x="22860" y="35753"/>
                  <a:pt x="20574" y="36210"/>
                  <a:pt x="18105" y="36210"/>
                </a:cubicBezTo>
                <a:cubicBezTo>
                  <a:pt x="15728" y="36210"/>
                  <a:pt x="13442" y="35753"/>
                  <a:pt x="11156" y="34839"/>
                </a:cubicBezTo>
                <a:cubicBezTo>
                  <a:pt x="8961" y="33924"/>
                  <a:pt x="7041" y="32553"/>
                  <a:pt x="5304" y="30907"/>
                </a:cubicBezTo>
                <a:cubicBezTo>
                  <a:pt x="3658" y="29169"/>
                  <a:pt x="2286" y="27249"/>
                  <a:pt x="1372" y="25055"/>
                </a:cubicBezTo>
                <a:cubicBezTo>
                  <a:pt x="457" y="22769"/>
                  <a:pt x="0" y="20483"/>
                  <a:pt x="0" y="18105"/>
                </a:cubicBezTo>
                <a:cubicBezTo>
                  <a:pt x="0" y="15728"/>
                  <a:pt x="457" y="13350"/>
                  <a:pt x="1372" y="11156"/>
                </a:cubicBezTo>
                <a:cubicBezTo>
                  <a:pt x="2286" y="8961"/>
                  <a:pt x="3658" y="7041"/>
                  <a:pt x="5304" y="5304"/>
                </a:cubicBezTo>
                <a:cubicBezTo>
                  <a:pt x="7041" y="3566"/>
                  <a:pt x="8961" y="2286"/>
                  <a:pt x="11156" y="1372"/>
                </a:cubicBezTo>
                <a:cubicBezTo>
                  <a:pt x="13442" y="457"/>
                  <a:pt x="15728" y="0"/>
                  <a:pt x="18105" y="0"/>
                </a:cubicBezTo>
                <a:cubicBezTo>
                  <a:pt x="20574" y="0"/>
                  <a:pt x="22860" y="457"/>
                  <a:pt x="25055" y="1372"/>
                </a:cubicBezTo>
                <a:cubicBezTo>
                  <a:pt x="27341" y="2286"/>
                  <a:pt x="29261" y="3566"/>
                  <a:pt x="30998" y="5304"/>
                </a:cubicBezTo>
                <a:cubicBezTo>
                  <a:pt x="32644" y="7041"/>
                  <a:pt x="34016" y="8961"/>
                  <a:pt x="34930" y="11156"/>
                </a:cubicBezTo>
                <a:cubicBezTo>
                  <a:pt x="35844" y="13350"/>
                  <a:pt x="36302" y="15728"/>
                  <a:pt x="36302" y="18105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4" name="Forma 52"/>
          <p:cNvSpPr/>
          <p:nvPr/>
        </p:nvSpPr>
        <p:spPr>
          <a:xfrm>
            <a:off x="4793651" y="4287439"/>
            <a:ext cx="91349" cy="91166"/>
          </a:xfrm>
          <a:custGeom>
            <a:avLst/>
            <a:gdLst/>
            <a:ahLst/>
            <a:cxnLst/>
            <a:rect l="l" t="t" r="r" b="b"/>
            <a:pathLst>
              <a:path w="91349" h="91166">
                <a:moveTo>
                  <a:pt x="91349" y="45629"/>
                </a:moveTo>
                <a:cubicBezTo>
                  <a:pt x="91349" y="51664"/>
                  <a:pt x="90251" y="57424"/>
                  <a:pt x="87874" y="63002"/>
                </a:cubicBezTo>
                <a:cubicBezTo>
                  <a:pt x="85588" y="68580"/>
                  <a:pt x="82296" y="73518"/>
                  <a:pt x="77998" y="77815"/>
                </a:cubicBezTo>
                <a:cubicBezTo>
                  <a:pt x="73701" y="82113"/>
                  <a:pt x="68763" y="85405"/>
                  <a:pt x="63185" y="87691"/>
                </a:cubicBezTo>
                <a:cubicBezTo>
                  <a:pt x="57607" y="89977"/>
                  <a:pt x="51755" y="91166"/>
                  <a:pt x="45720" y="91166"/>
                </a:cubicBezTo>
                <a:cubicBezTo>
                  <a:pt x="39594" y="91166"/>
                  <a:pt x="33833" y="89977"/>
                  <a:pt x="28164" y="87691"/>
                </a:cubicBezTo>
                <a:cubicBezTo>
                  <a:pt x="22586" y="85405"/>
                  <a:pt x="17648" y="82113"/>
                  <a:pt x="13350" y="77815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664"/>
                  <a:pt x="0" y="45629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833" y="1189"/>
                  <a:pt x="39594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763" y="5761"/>
                  <a:pt x="73701" y="9053"/>
                  <a:pt x="77998" y="13350"/>
                </a:cubicBezTo>
                <a:cubicBezTo>
                  <a:pt x="82296" y="17648"/>
                  <a:pt x="85588" y="22586"/>
                  <a:pt x="87874" y="28164"/>
                </a:cubicBezTo>
                <a:cubicBezTo>
                  <a:pt x="90251" y="33741"/>
                  <a:pt x="91349" y="39502"/>
                  <a:pt x="91349" y="45629"/>
                </a:cubicBezTo>
              </a:path>
            </a:pathLst>
          </a:custGeom>
          <a:solidFill>
            <a:srgbClr val="315D70"/>
          </a:solidFill>
          <a:ln w="15443">
            <a:solidFill>
              <a:srgbClr val="F2EFE6"/>
            </a:solidFill>
            <a:prstDash val="solid"/>
          </a:ln>
        </p:spPr>
      </p:sp>
      <p:sp>
        <p:nvSpPr>
          <p:cNvPr id="5" name="Forma 53"/>
          <p:cNvSpPr/>
          <p:nvPr/>
        </p:nvSpPr>
        <p:spPr>
          <a:xfrm>
            <a:off x="4489064" y="3319455"/>
            <a:ext cx="4143604" cy="1079541"/>
          </a:xfrm>
          <a:custGeom>
            <a:avLst/>
            <a:gdLst/>
            <a:ahLst/>
            <a:cxnLst/>
            <a:rect l="l" t="t" r="r" b="b"/>
            <a:pathLst>
              <a:path w="4143604" h="1079541">
                <a:moveTo>
                  <a:pt x="664769" y="1061436"/>
                </a:moveTo>
                <a:cubicBezTo>
                  <a:pt x="664769" y="1063904"/>
                  <a:pt x="664312" y="1066190"/>
                  <a:pt x="663397" y="1068385"/>
                </a:cubicBezTo>
                <a:cubicBezTo>
                  <a:pt x="662483" y="1070580"/>
                  <a:pt x="661111" y="1072591"/>
                  <a:pt x="659465" y="1074237"/>
                </a:cubicBezTo>
                <a:cubicBezTo>
                  <a:pt x="657728" y="1075974"/>
                  <a:pt x="655808" y="1077255"/>
                  <a:pt x="653522" y="1078169"/>
                </a:cubicBezTo>
                <a:cubicBezTo>
                  <a:pt x="651327" y="1079083"/>
                  <a:pt x="649041" y="1079541"/>
                  <a:pt x="646572" y="1079541"/>
                </a:cubicBezTo>
                <a:cubicBezTo>
                  <a:pt x="644195" y="1079541"/>
                  <a:pt x="641909" y="1079083"/>
                  <a:pt x="639714" y="1078169"/>
                </a:cubicBezTo>
                <a:cubicBezTo>
                  <a:pt x="637428" y="1077255"/>
                  <a:pt x="635508" y="1075974"/>
                  <a:pt x="633771" y="1074237"/>
                </a:cubicBezTo>
                <a:cubicBezTo>
                  <a:pt x="632125" y="1072591"/>
                  <a:pt x="630753" y="1070580"/>
                  <a:pt x="629839" y="1068385"/>
                </a:cubicBezTo>
                <a:cubicBezTo>
                  <a:pt x="628924" y="1066190"/>
                  <a:pt x="628467" y="1063904"/>
                  <a:pt x="628467" y="1061436"/>
                </a:cubicBezTo>
                <a:cubicBezTo>
                  <a:pt x="628467" y="1059058"/>
                  <a:pt x="628924" y="1056772"/>
                  <a:pt x="629839" y="1054578"/>
                </a:cubicBezTo>
                <a:cubicBezTo>
                  <a:pt x="630753" y="1052292"/>
                  <a:pt x="632125" y="1050371"/>
                  <a:pt x="633771" y="1048634"/>
                </a:cubicBezTo>
                <a:cubicBezTo>
                  <a:pt x="635508" y="1046988"/>
                  <a:pt x="637428" y="1045708"/>
                  <a:pt x="639714" y="1044702"/>
                </a:cubicBezTo>
                <a:cubicBezTo>
                  <a:pt x="641909" y="1043788"/>
                  <a:pt x="644195" y="1043330"/>
                  <a:pt x="646572" y="1043330"/>
                </a:cubicBezTo>
                <a:cubicBezTo>
                  <a:pt x="649041" y="1043330"/>
                  <a:pt x="651327" y="1043788"/>
                  <a:pt x="653522" y="1044702"/>
                </a:cubicBezTo>
                <a:cubicBezTo>
                  <a:pt x="655808" y="1045708"/>
                  <a:pt x="657728" y="1046988"/>
                  <a:pt x="659465" y="1048634"/>
                </a:cubicBezTo>
                <a:cubicBezTo>
                  <a:pt x="661111" y="1050371"/>
                  <a:pt x="662483" y="1052292"/>
                  <a:pt x="663397" y="1054578"/>
                </a:cubicBezTo>
                <a:cubicBezTo>
                  <a:pt x="664312" y="1056772"/>
                  <a:pt x="664769" y="1059058"/>
                  <a:pt x="664769" y="1061436"/>
                </a:cubicBezTo>
              </a:path>
              <a:path w="4143604" h="1079541">
                <a:moveTo>
                  <a:pt x="899495" y="1039307"/>
                </a:moveTo>
                <a:cubicBezTo>
                  <a:pt x="899495" y="1041684"/>
                  <a:pt x="899038" y="1043970"/>
                  <a:pt x="898124" y="1046165"/>
                </a:cubicBezTo>
                <a:cubicBezTo>
                  <a:pt x="897209" y="1048451"/>
                  <a:pt x="895929" y="1050371"/>
                  <a:pt x="894192" y="1052109"/>
                </a:cubicBezTo>
                <a:cubicBezTo>
                  <a:pt x="892454" y="1053755"/>
                  <a:pt x="890534" y="1055126"/>
                  <a:pt x="888340" y="1056041"/>
                </a:cubicBezTo>
                <a:cubicBezTo>
                  <a:pt x="886054" y="1056955"/>
                  <a:pt x="883768" y="1057412"/>
                  <a:pt x="881390" y="1057412"/>
                </a:cubicBezTo>
                <a:cubicBezTo>
                  <a:pt x="878921" y="1057412"/>
                  <a:pt x="876635" y="1056955"/>
                  <a:pt x="874441" y="1056041"/>
                </a:cubicBezTo>
                <a:cubicBezTo>
                  <a:pt x="872155" y="1055126"/>
                  <a:pt x="870234" y="1053755"/>
                  <a:pt x="868497" y="1052109"/>
                </a:cubicBezTo>
                <a:cubicBezTo>
                  <a:pt x="866851" y="1050371"/>
                  <a:pt x="865480" y="1048451"/>
                  <a:pt x="864565" y="1046165"/>
                </a:cubicBezTo>
                <a:cubicBezTo>
                  <a:pt x="863651" y="1043970"/>
                  <a:pt x="863194" y="1041684"/>
                  <a:pt x="863194" y="1039307"/>
                </a:cubicBezTo>
                <a:cubicBezTo>
                  <a:pt x="863194" y="1036838"/>
                  <a:pt x="863651" y="1034552"/>
                  <a:pt x="864565" y="1032358"/>
                </a:cubicBezTo>
                <a:cubicBezTo>
                  <a:pt x="865480" y="1030163"/>
                  <a:pt x="866851" y="1028151"/>
                  <a:pt x="868497" y="1026505"/>
                </a:cubicBezTo>
                <a:cubicBezTo>
                  <a:pt x="870234" y="1024768"/>
                  <a:pt x="872155" y="1023488"/>
                  <a:pt x="874441" y="1022574"/>
                </a:cubicBezTo>
                <a:cubicBezTo>
                  <a:pt x="876635" y="1021659"/>
                  <a:pt x="878921" y="1021202"/>
                  <a:pt x="881390" y="1021202"/>
                </a:cubicBezTo>
                <a:cubicBezTo>
                  <a:pt x="883768" y="1021202"/>
                  <a:pt x="886054" y="1021659"/>
                  <a:pt x="888340" y="1022574"/>
                </a:cubicBezTo>
                <a:cubicBezTo>
                  <a:pt x="890534" y="1023488"/>
                  <a:pt x="892454" y="1024768"/>
                  <a:pt x="894192" y="1026505"/>
                </a:cubicBezTo>
                <a:cubicBezTo>
                  <a:pt x="895929" y="1028151"/>
                  <a:pt x="897209" y="1030163"/>
                  <a:pt x="898124" y="1032358"/>
                </a:cubicBezTo>
                <a:cubicBezTo>
                  <a:pt x="899038" y="1034552"/>
                  <a:pt x="899495" y="1036838"/>
                  <a:pt x="899495" y="1039307"/>
                </a:cubicBezTo>
              </a:path>
              <a:path w="4143604" h="1079541">
                <a:moveTo>
                  <a:pt x="1306495" y="1004926"/>
                </a:moveTo>
                <a:cubicBezTo>
                  <a:pt x="1306495" y="1007394"/>
                  <a:pt x="1306038" y="1009680"/>
                  <a:pt x="1305123" y="1011875"/>
                </a:cubicBezTo>
                <a:cubicBezTo>
                  <a:pt x="1304117" y="1014070"/>
                  <a:pt x="1302837" y="1016081"/>
                  <a:pt x="1301100" y="1017727"/>
                </a:cubicBezTo>
                <a:cubicBezTo>
                  <a:pt x="1299454" y="1019465"/>
                  <a:pt x="1297442" y="1020745"/>
                  <a:pt x="1295248" y="1021659"/>
                </a:cubicBezTo>
                <a:cubicBezTo>
                  <a:pt x="1293053" y="1022574"/>
                  <a:pt x="1290767" y="1023031"/>
                  <a:pt x="1288298" y="1023031"/>
                </a:cubicBezTo>
                <a:cubicBezTo>
                  <a:pt x="1285921" y="1023031"/>
                  <a:pt x="1283635" y="1022574"/>
                  <a:pt x="1281349" y="1021659"/>
                </a:cubicBezTo>
                <a:cubicBezTo>
                  <a:pt x="1279154" y="1020745"/>
                  <a:pt x="1277234" y="1019465"/>
                  <a:pt x="1275497" y="1017727"/>
                </a:cubicBezTo>
                <a:cubicBezTo>
                  <a:pt x="1273759" y="1016081"/>
                  <a:pt x="1272479" y="1014070"/>
                  <a:pt x="1271565" y="1011875"/>
                </a:cubicBezTo>
                <a:cubicBezTo>
                  <a:pt x="1270650" y="1009680"/>
                  <a:pt x="1270193" y="1007394"/>
                  <a:pt x="1270193" y="1004926"/>
                </a:cubicBezTo>
                <a:cubicBezTo>
                  <a:pt x="1270193" y="1002548"/>
                  <a:pt x="1270650" y="1000262"/>
                  <a:pt x="1271565" y="998068"/>
                </a:cubicBezTo>
                <a:cubicBezTo>
                  <a:pt x="1272479" y="995782"/>
                  <a:pt x="1273759" y="993861"/>
                  <a:pt x="1275497" y="992124"/>
                </a:cubicBezTo>
                <a:cubicBezTo>
                  <a:pt x="1277234" y="990478"/>
                  <a:pt x="1279154" y="989106"/>
                  <a:pt x="1281349" y="988192"/>
                </a:cubicBezTo>
                <a:cubicBezTo>
                  <a:pt x="1283635" y="987278"/>
                  <a:pt x="1285921" y="986820"/>
                  <a:pt x="1288298" y="986820"/>
                </a:cubicBezTo>
                <a:cubicBezTo>
                  <a:pt x="1290767" y="986820"/>
                  <a:pt x="1293053" y="987278"/>
                  <a:pt x="1295248" y="988192"/>
                </a:cubicBezTo>
                <a:cubicBezTo>
                  <a:pt x="1297442" y="989106"/>
                  <a:pt x="1299454" y="990478"/>
                  <a:pt x="1301100" y="992124"/>
                </a:cubicBezTo>
                <a:cubicBezTo>
                  <a:pt x="1302837" y="993861"/>
                  <a:pt x="1304117" y="995782"/>
                  <a:pt x="1305123" y="998068"/>
                </a:cubicBezTo>
                <a:cubicBezTo>
                  <a:pt x="1306038" y="1000262"/>
                  <a:pt x="1306495" y="1002548"/>
                  <a:pt x="1306495" y="1004926"/>
                </a:cubicBezTo>
              </a:path>
              <a:path w="4143604" h="1079541">
                <a:moveTo>
                  <a:pt x="1560149" y="980511"/>
                </a:moveTo>
                <a:cubicBezTo>
                  <a:pt x="1560149" y="982889"/>
                  <a:pt x="1559692" y="985175"/>
                  <a:pt x="1558778" y="987369"/>
                </a:cubicBezTo>
                <a:cubicBezTo>
                  <a:pt x="1557863" y="989655"/>
                  <a:pt x="1556583" y="991575"/>
                  <a:pt x="1554846" y="993313"/>
                </a:cubicBezTo>
                <a:cubicBezTo>
                  <a:pt x="1553108" y="994959"/>
                  <a:pt x="1551188" y="996330"/>
                  <a:pt x="1548994" y="997245"/>
                </a:cubicBezTo>
                <a:cubicBezTo>
                  <a:pt x="1546708" y="998159"/>
                  <a:pt x="1544422" y="998616"/>
                  <a:pt x="1542044" y="998616"/>
                </a:cubicBezTo>
                <a:cubicBezTo>
                  <a:pt x="1539575" y="998616"/>
                  <a:pt x="1537289" y="998159"/>
                  <a:pt x="1535095" y="997245"/>
                </a:cubicBezTo>
                <a:cubicBezTo>
                  <a:pt x="1532809" y="996330"/>
                  <a:pt x="1530888" y="994959"/>
                  <a:pt x="1529151" y="993313"/>
                </a:cubicBezTo>
                <a:cubicBezTo>
                  <a:pt x="1527505" y="991575"/>
                  <a:pt x="1526134" y="989655"/>
                  <a:pt x="1525219" y="987369"/>
                </a:cubicBezTo>
                <a:cubicBezTo>
                  <a:pt x="1524305" y="985175"/>
                  <a:pt x="1523848" y="982889"/>
                  <a:pt x="1523848" y="980511"/>
                </a:cubicBezTo>
                <a:cubicBezTo>
                  <a:pt x="1523848" y="978042"/>
                  <a:pt x="1524305" y="975756"/>
                  <a:pt x="1525219" y="973562"/>
                </a:cubicBezTo>
                <a:cubicBezTo>
                  <a:pt x="1526134" y="971367"/>
                  <a:pt x="1527505" y="969355"/>
                  <a:pt x="1529151" y="967710"/>
                </a:cubicBezTo>
                <a:cubicBezTo>
                  <a:pt x="1530888" y="965972"/>
                  <a:pt x="1532809" y="964692"/>
                  <a:pt x="1535095" y="963778"/>
                </a:cubicBezTo>
                <a:cubicBezTo>
                  <a:pt x="1537289" y="962863"/>
                  <a:pt x="1539575" y="962406"/>
                  <a:pt x="1542044" y="962406"/>
                </a:cubicBezTo>
                <a:cubicBezTo>
                  <a:pt x="1544422" y="962406"/>
                  <a:pt x="1546708" y="962863"/>
                  <a:pt x="1548994" y="963778"/>
                </a:cubicBezTo>
                <a:cubicBezTo>
                  <a:pt x="1551188" y="964692"/>
                  <a:pt x="1553108" y="965972"/>
                  <a:pt x="1554846" y="967710"/>
                </a:cubicBezTo>
                <a:cubicBezTo>
                  <a:pt x="1556583" y="969355"/>
                  <a:pt x="1557863" y="971367"/>
                  <a:pt x="1558778" y="973562"/>
                </a:cubicBezTo>
                <a:cubicBezTo>
                  <a:pt x="1559692" y="975756"/>
                  <a:pt x="1560149" y="978042"/>
                  <a:pt x="1560149" y="980511"/>
                </a:cubicBezTo>
              </a:path>
              <a:path w="4143604" h="1079541">
                <a:moveTo>
                  <a:pt x="1892259" y="1024768"/>
                </a:moveTo>
                <a:cubicBezTo>
                  <a:pt x="1892259" y="1027237"/>
                  <a:pt x="1891802" y="1029523"/>
                  <a:pt x="1890888" y="1031718"/>
                </a:cubicBezTo>
                <a:cubicBezTo>
                  <a:pt x="1889973" y="1033912"/>
                  <a:pt x="1888693" y="1035924"/>
                  <a:pt x="1886956" y="1037570"/>
                </a:cubicBezTo>
                <a:cubicBezTo>
                  <a:pt x="1885218" y="1039307"/>
                  <a:pt x="1883298" y="1040587"/>
                  <a:pt x="1881104" y="1041502"/>
                </a:cubicBezTo>
                <a:cubicBezTo>
                  <a:pt x="1878818" y="1042416"/>
                  <a:pt x="1876532" y="1042873"/>
                  <a:pt x="1874154" y="1042873"/>
                </a:cubicBezTo>
                <a:cubicBezTo>
                  <a:pt x="1871685" y="1042873"/>
                  <a:pt x="1869399" y="1042416"/>
                  <a:pt x="1867205" y="1041502"/>
                </a:cubicBezTo>
                <a:cubicBezTo>
                  <a:pt x="1864919" y="1040587"/>
                  <a:pt x="1862999" y="1039307"/>
                  <a:pt x="1861261" y="1037570"/>
                </a:cubicBezTo>
                <a:cubicBezTo>
                  <a:pt x="1859615" y="1035924"/>
                  <a:pt x="1858244" y="1033912"/>
                  <a:pt x="1857329" y="1031718"/>
                </a:cubicBezTo>
                <a:cubicBezTo>
                  <a:pt x="1856415" y="1029523"/>
                  <a:pt x="1855958" y="1027237"/>
                  <a:pt x="1855958" y="1024768"/>
                </a:cubicBezTo>
                <a:cubicBezTo>
                  <a:pt x="1855958" y="1022391"/>
                  <a:pt x="1856415" y="1020105"/>
                  <a:pt x="1857329" y="1017910"/>
                </a:cubicBezTo>
                <a:cubicBezTo>
                  <a:pt x="1858244" y="1015624"/>
                  <a:pt x="1859615" y="1013704"/>
                  <a:pt x="1861261" y="1011966"/>
                </a:cubicBezTo>
                <a:cubicBezTo>
                  <a:pt x="1862999" y="1010321"/>
                  <a:pt x="1864919" y="1008949"/>
                  <a:pt x="1867205" y="1008035"/>
                </a:cubicBezTo>
                <a:cubicBezTo>
                  <a:pt x="1869399" y="1007120"/>
                  <a:pt x="1871685" y="1006663"/>
                  <a:pt x="1874154" y="1006663"/>
                </a:cubicBezTo>
                <a:cubicBezTo>
                  <a:pt x="1876532" y="1006663"/>
                  <a:pt x="1878818" y="1007120"/>
                  <a:pt x="1881104" y="1008035"/>
                </a:cubicBezTo>
                <a:cubicBezTo>
                  <a:pt x="1883298" y="1008949"/>
                  <a:pt x="1885218" y="1010321"/>
                  <a:pt x="1886956" y="1011966"/>
                </a:cubicBezTo>
                <a:cubicBezTo>
                  <a:pt x="1888693" y="1013704"/>
                  <a:pt x="1889973" y="1015624"/>
                  <a:pt x="1890888" y="1017910"/>
                </a:cubicBezTo>
                <a:cubicBezTo>
                  <a:pt x="1891802" y="1020105"/>
                  <a:pt x="1892259" y="1022391"/>
                  <a:pt x="1892259" y="1024768"/>
                </a:cubicBezTo>
              </a:path>
              <a:path w="4143604" h="1079541">
                <a:moveTo>
                  <a:pt x="2255733" y="962955"/>
                </a:moveTo>
                <a:cubicBezTo>
                  <a:pt x="2255733" y="965332"/>
                  <a:pt x="2255276" y="967618"/>
                  <a:pt x="2254362" y="969813"/>
                </a:cubicBezTo>
                <a:cubicBezTo>
                  <a:pt x="2253447" y="972099"/>
                  <a:pt x="2252167" y="974019"/>
                  <a:pt x="2250430" y="975756"/>
                </a:cubicBezTo>
                <a:cubicBezTo>
                  <a:pt x="2248692" y="977402"/>
                  <a:pt x="2246772" y="978682"/>
                  <a:pt x="2244578" y="979688"/>
                </a:cubicBezTo>
                <a:cubicBezTo>
                  <a:pt x="2242292" y="980603"/>
                  <a:pt x="2240006" y="981060"/>
                  <a:pt x="2237628" y="981060"/>
                </a:cubicBezTo>
                <a:cubicBezTo>
                  <a:pt x="2235159" y="981060"/>
                  <a:pt x="2232873" y="980603"/>
                  <a:pt x="2230679" y="979688"/>
                </a:cubicBezTo>
                <a:cubicBezTo>
                  <a:pt x="2228484" y="978682"/>
                  <a:pt x="2226473" y="977402"/>
                  <a:pt x="2224735" y="975756"/>
                </a:cubicBezTo>
                <a:cubicBezTo>
                  <a:pt x="2223089" y="974019"/>
                  <a:pt x="2221809" y="972099"/>
                  <a:pt x="2220803" y="969813"/>
                </a:cubicBezTo>
                <a:cubicBezTo>
                  <a:pt x="2219889" y="967618"/>
                  <a:pt x="2219432" y="965332"/>
                  <a:pt x="2219432" y="962955"/>
                </a:cubicBezTo>
                <a:cubicBezTo>
                  <a:pt x="2219432" y="960486"/>
                  <a:pt x="2219889" y="958200"/>
                  <a:pt x="2220803" y="956005"/>
                </a:cubicBezTo>
                <a:cubicBezTo>
                  <a:pt x="2221809" y="953811"/>
                  <a:pt x="2223089" y="951799"/>
                  <a:pt x="2224735" y="950153"/>
                </a:cubicBezTo>
                <a:cubicBezTo>
                  <a:pt x="2226473" y="948416"/>
                  <a:pt x="2228484" y="947136"/>
                  <a:pt x="2230679" y="946221"/>
                </a:cubicBezTo>
                <a:cubicBezTo>
                  <a:pt x="2232873" y="945307"/>
                  <a:pt x="2235159" y="944850"/>
                  <a:pt x="2237628" y="944850"/>
                </a:cubicBezTo>
                <a:cubicBezTo>
                  <a:pt x="2240006" y="944850"/>
                  <a:pt x="2242292" y="945307"/>
                  <a:pt x="2244578" y="946221"/>
                </a:cubicBezTo>
                <a:cubicBezTo>
                  <a:pt x="2246772" y="947136"/>
                  <a:pt x="2248692" y="948416"/>
                  <a:pt x="2250430" y="950153"/>
                </a:cubicBezTo>
                <a:cubicBezTo>
                  <a:pt x="2252167" y="951799"/>
                  <a:pt x="2253447" y="953811"/>
                  <a:pt x="2254362" y="956005"/>
                </a:cubicBezTo>
                <a:cubicBezTo>
                  <a:pt x="2255276" y="958200"/>
                  <a:pt x="2255733" y="960486"/>
                  <a:pt x="2255733" y="962955"/>
                </a:cubicBezTo>
              </a:path>
              <a:path w="4143604" h="1079541">
                <a:moveTo>
                  <a:pt x="2480859" y="982248"/>
                </a:moveTo>
                <a:cubicBezTo>
                  <a:pt x="2480859" y="984626"/>
                  <a:pt x="2480401" y="986912"/>
                  <a:pt x="2479487" y="989198"/>
                </a:cubicBezTo>
                <a:cubicBezTo>
                  <a:pt x="2478481" y="991392"/>
                  <a:pt x="2477201" y="993313"/>
                  <a:pt x="2475555" y="995050"/>
                </a:cubicBezTo>
                <a:cubicBezTo>
                  <a:pt x="2473818" y="996696"/>
                  <a:pt x="2471806" y="998068"/>
                  <a:pt x="2469612" y="998982"/>
                </a:cubicBezTo>
                <a:cubicBezTo>
                  <a:pt x="2467417" y="999896"/>
                  <a:pt x="2465131" y="1000354"/>
                  <a:pt x="2462662" y="1000354"/>
                </a:cubicBezTo>
                <a:cubicBezTo>
                  <a:pt x="2460285" y="1000354"/>
                  <a:pt x="2457999" y="999896"/>
                  <a:pt x="2455713" y="998982"/>
                </a:cubicBezTo>
                <a:cubicBezTo>
                  <a:pt x="2453518" y="998068"/>
                  <a:pt x="2451598" y="996696"/>
                  <a:pt x="2449860" y="995050"/>
                </a:cubicBezTo>
                <a:cubicBezTo>
                  <a:pt x="2448123" y="993313"/>
                  <a:pt x="2446843" y="991392"/>
                  <a:pt x="2445929" y="989198"/>
                </a:cubicBezTo>
                <a:cubicBezTo>
                  <a:pt x="2445014" y="986912"/>
                  <a:pt x="2444557" y="984626"/>
                  <a:pt x="2444557" y="982248"/>
                </a:cubicBezTo>
                <a:cubicBezTo>
                  <a:pt x="2444557" y="979871"/>
                  <a:pt x="2445014" y="977494"/>
                  <a:pt x="2445929" y="975299"/>
                </a:cubicBezTo>
                <a:cubicBezTo>
                  <a:pt x="2446843" y="973104"/>
                  <a:pt x="2448123" y="971093"/>
                  <a:pt x="2449860" y="969447"/>
                </a:cubicBezTo>
                <a:cubicBezTo>
                  <a:pt x="2451598" y="967710"/>
                  <a:pt x="2453518" y="966429"/>
                  <a:pt x="2455713" y="965515"/>
                </a:cubicBezTo>
                <a:cubicBezTo>
                  <a:pt x="2457999" y="964601"/>
                  <a:pt x="2460285" y="964143"/>
                  <a:pt x="2462662" y="964143"/>
                </a:cubicBezTo>
                <a:cubicBezTo>
                  <a:pt x="2465131" y="964143"/>
                  <a:pt x="2467417" y="964601"/>
                  <a:pt x="2469612" y="965515"/>
                </a:cubicBezTo>
                <a:cubicBezTo>
                  <a:pt x="2471806" y="966429"/>
                  <a:pt x="2473818" y="967710"/>
                  <a:pt x="2475555" y="969447"/>
                </a:cubicBezTo>
                <a:cubicBezTo>
                  <a:pt x="2477201" y="971093"/>
                  <a:pt x="2478481" y="973104"/>
                  <a:pt x="2479487" y="975299"/>
                </a:cubicBezTo>
                <a:cubicBezTo>
                  <a:pt x="2480401" y="977494"/>
                  <a:pt x="2480859" y="979871"/>
                  <a:pt x="2480859" y="982248"/>
                </a:cubicBezTo>
              </a:path>
              <a:path w="4143604" h="1079541">
                <a:moveTo>
                  <a:pt x="2835097" y="935614"/>
                </a:moveTo>
                <a:cubicBezTo>
                  <a:pt x="2835097" y="938083"/>
                  <a:pt x="2834640" y="940369"/>
                  <a:pt x="2833726" y="942564"/>
                </a:cubicBezTo>
                <a:cubicBezTo>
                  <a:pt x="2832811" y="944758"/>
                  <a:pt x="2831531" y="946770"/>
                  <a:pt x="2829794" y="948416"/>
                </a:cubicBezTo>
                <a:cubicBezTo>
                  <a:pt x="2828056" y="950153"/>
                  <a:pt x="2826136" y="951433"/>
                  <a:pt x="2823942" y="952348"/>
                </a:cubicBezTo>
                <a:cubicBezTo>
                  <a:pt x="2821656" y="953262"/>
                  <a:pt x="2819370" y="953719"/>
                  <a:pt x="2816992" y="953719"/>
                </a:cubicBezTo>
                <a:cubicBezTo>
                  <a:pt x="2814523" y="953719"/>
                  <a:pt x="2812237" y="953262"/>
                  <a:pt x="2810043" y="952348"/>
                </a:cubicBezTo>
                <a:cubicBezTo>
                  <a:pt x="2807757" y="951433"/>
                  <a:pt x="2805836" y="950153"/>
                  <a:pt x="2804099" y="948416"/>
                </a:cubicBezTo>
                <a:cubicBezTo>
                  <a:pt x="2802453" y="946770"/>
                  <a:pt x="2801082" y="944758"/>
                  <a:pt x="2800167" y="942564"/>
                </a:cubicBezTo>
                <a:cubicBezTo>
                  <a:pt x="2799253" y="940369"/>
                  <a:pt x="2798796" y="938083"/>
                  <a:pt x="2798796" y="935614"/>
                </a:cubicBezTo>
                <a:cubicBezTo>
                  <a:pt x="2798796" y="933237"/>
                  <a:pt x="2799253" y="930951"/>
                  <a:pt x="2800167" y="928756"/>
                </a:cubicBezTo>
                <a:cubicBezTo>
                  <a:pt x="2801082" y="926470"/>
                  <a:pt x="2802453" y="924550"/>
                  <a:pt x="2804099" y="922812"/>
                </a:cubicBezTo>
                <a:cubicBezTo>
                  <a:pt x="2805836" y="921167"/>
                  <a:pt x="2807757" y="919795"/>
                  <a:pt x="2810043" y="918881"/>
                </a:cubicBezTo>
                <a:cubicBezTo>
                  <a:pt x="2812237" y="917966"/>
                  <a:pt x="2814523" y="917509"/>
                  <a:pt x="2816992" y="917509"/>
                </a:cubicBezTo>
                <a:cubicBezTo>
                  <a:pt x="2819370" y="917509"/>
                  <a:pt x="2821656" y="917966"/>
                  <a:pt x="2823942" y="918881"/>
                </a:cubicBezTo>
                <a:cubicBezTo>
                  <a:pt x="2826136" y="919795"/>
                  <a:pt x="2828056" y="921167"/>
                  <a:pt x="2829794" y="922812"/>
                </a:cubicBezTo>
                <a:cubicBezTo>
                  <a:pt x="2831531" y="924550"/>
                  <a:pt x="2832811" y="926470"/>
                  <a:pt x="2833726" y="928756"/>
                </a:cubicBezTo>
                <a:cubicBezTo>
                  <a:pt x="2834640" y="930951"/>
                  <a:pt x="2835097" y="933237"/>
                  <a:pt x="2835097" y="935614"/>
                </a:cubicBezTo>
              </a:path>
              <a:path w="4143604" h="1079541">
                <a:moveTo>
                  <a:pt x="3177266" y="1026597"/>
                </a:moveTo>
                <a:cubicBezTo>
                  <a:pt x="3177266" y="1028974"/>
                  <a:pt x="3176808" y="1031352"/>
                  <a:pt x="3175894" y="1033546"/>
                </a:cubicBezTo>
                <a:cubicBezTo>
                  <a:pt x="3174980" y="1035741"/>
                  <a:pt x="3173700" y="1037753"/>
                  <a:pt x="3171962" y="1039398"/>
                </a:cubicBezTo>
                <a:cubicBezTo>
                  <a:pt x="3170316" y="1041136"/>
                  <a:pt x="3168305" y="1042416"/>
                  <a:pt x="3166110" y="1043330"/>
                </a:cubicBezTo>
                <a:cubicBezTo>
                  <a:pt x="3163915" y="1044245"/>
                  <a:pt x="3161538" y="1044702"/>
                  <a:pt x="3159161" y="1044702"/>
                </a:cubicBezTo>
                <a:cubicBezTo>
                  <a:pt x="3156783" y="1044702"/>
                  <a:pt x="3154406" y="1044245"/>
                  <a:pt x="3152211" y="1043330"/>
                </a:cubicBezTo>
                <a:cubicBezTo>
                  <a:pt x="3150017" y="1042416"/>
                  <a:pt x="3148005" y="1041136"/>
                  <a:pt x="3146359" y="1039398"/>
                </a:cubicBezTo>
                <a:cubicBezTo>
                  <a:pt x="3144622" y="1037753"/>
                  <a:pt x="3143341" y="1035741"/>
                  <a:pt x="3142427" y="1033546"/>
                </a:cubicBezTo>
                <a:cubicBezTo>
                  <a:pt x="3141513" y="1031352"/>
                  <a:pt x="3141055" y="1028974"/>
                  <a:pt x="3141055" y="1026597"/>
                </a:cubicBezTo>
                <a:cubicBezTo>
                  <a:pt x="3141055" y="1024219"/>
                  <a:pt x="3141513" y="1021933"/>
                  <a:pt x="3142427" y="1019647"/>
                </a:cubicBezTo>
                <a:cubicBezTo>
                  <a:pt x="3143341" y="1017453"/>
                  <a:pt x="3144622" y="1015533"/>
                  <a:pt x="3146359" y="1013795"/>
                </a:cubicBezTo>
                <a:cubicBezTo>
                  <a:pt x="3148005" y="1012149"/>
                  <a:pt x="3150017" y="1010778"/>
                  <a:pt x="3152211" y="1009863"/>
                </a:cubicBezTo>
                <a:cubicBezTo>
                  <a:pt x="3154406" y="1008949"/>
                  <a:pt x="3156783" y="1008492"/>
                  <a:pt x="3159161" y="1008492"/>
                </a:cubicBezTo>
                <a:cubicBezTo>
                  <a:pt x="3161538" y="1008492"/>
                  <a:pt x="3163915" y="1008949"/>
                  <a:pt x="3166110" y="1009863"/>
                </a:cubicBezTo>
                <a:cubicBezTo>
                  <a:pt x="3168305" y="1010778"/>
                  <a:pt x="3170316" y="1012149"/>
                  <a:pt x="3171962" y="1013795"/>
                </a:cubicBezTo>
                <a:cubicBezTo>
                  <a:pt x="3173700" y="1015533"/>
                  <a:pt x="3174980" y="1017453"/>
                  <a:pt x="3175894" y="1019647"/>
                </a:cubicBezTo>
                <a:cubicBezTo>
                  <a:pt x="3176808" y="1021933"/>
                  <a:pt x="3177266" y="1024219"/>
                  <a:pt x="3177266" y="1026597"/>
                </a:cubicBezTo>
              </a:path>
              <a:path w="4143604" h="1079541">
                <a:moveTo>
                  <a:pt x="3526841" y="1052932"/>
                </a:moveTo>
                <a:cubicBezTo>
                  <a:pt x="3526841" y="1055309"/>
                  <a:pt x="3526384" y="1057686"/>
                  <a:pt x="3525378" y="1059881"/>
                </a:cubicBezTo>
                <a:cubicBezTo>
                  <a:pt x="3524463" y="1062076"/>
                  <a:pt x="3523183" y="1064087"/>
                  <a:pt x="3521446" y="1065733"/>
                </a:cubicBezTo>
                <a:cubicBezTo>
                  <a:pt x="3519800" y="1067471"/>
                  <a:pt x="3517788" y="1068751"/>
                  <a:pt x="3515594" y="1069665"/>
                </a:cubicBezTo>
                <a:cubicBezTo>
                  <a:pt x="3513399" y="1070580"/>
                  <a:pt x="3511022" y="1071037"/>
                  <a:pt x="3508644" y="1071037"/>
                </a:cubicBezTo>
                <a:cubicBezTo>
                  <a:pt x="3506267" y="1071037"/>
                  <a:pt x="3503981" y="1070580"/>
                  <a:pt x="3501695" y="1069665"/>
                </a:cubicBezTo>
                <a:cubicBezTo>
                  <a:pt x="3499500" y="1068751"/>
                  <a:pt x="3497489" y="1067471"/>
                  <a:pt x="3495843" y="1065733"/>
                </a:cubicBezTo>
                <a:cubicBezTo>
                  <a:pt x="3494105" y="1064087"/>
                  <a:pt x="3492825" y="1062076"/>
                  <a:pt x="3491911" y="1059881"/>
                </a:cubicBezTo>
                <a:cubicBezTo>
                  <a:pt x="3490996" y="1057686"/>
                  <a:pt x="3490539" y="1055309"/>
                  <a:pt x="3490539" y="1052932"/>
                </a:cubicBezTo>
                <a:cubicBezTo>
                  <a:pt x="3490539" y="1050554"/>
                  <a:pt x="3490996" y="1048268"/>
                  <a:pt x="3491911" y="1045982"/>
                </a:cubicBezTo>
                <a:cubicBezTo>
                  <a:pt x="3492825" y="1043788"/>
                  <a:pt x="3494105" y="1041867"/>
                  <a:pt x="3495843" y="1040130"/>
                </a:cubicBezTo>
                <a:cubicBezTo>
                  <a:pt x="3497489" y="1038484"/>
                  <a:pt x="3499500" y="1037112"/>
                  <a:pt x="3501695" y="1036198"/>
                </a:cubicBezTo>
                <a:cubicBezTo>
                  <a:pt x="3503981" y="1035284"/>
                  <a:pt x="3506267" y="1034826"/>
                  <a:pt x="3508644" y="1034826"/>
                </a:cubicBezTo>
                <a:cubicBezTo>
                  <a:pt x="3511022" y="1034826"/>
                  <a:pt x="3513399" y="1035284"/>
                  <a:pt x="3515594" y="1036198"/>
                </a:cubicBezTo>
                <a:cubicBezTo>
                  <a:pt x="3517788" y="1037112"/>
                  <a:pt x="3519800" y="1038484"/>
                  <a:pt x="3521446" y="1040130"/>
                </a:cubicBezTo>
                <a:cubicBezTo>
                  <a:pt x="3523183" y="1041867"/>
                  <a:pt x="3524463" y="1043788"/>
                  <a:pt x="3525378" y="1045982"/>
                </a:cubicBezTo>
                <a:cubicBezTo>
                  <a:pt x="3526384" y="1048268"/>
                  <a:pt x="3526841" y="1050554"/>
                  <a:pt x="3526841" y="1052932"/>
                </a:cubicBezTo>
              </a:path>
              <a:path w="4143604" h="1079541">
                <a:moveTo>
                  <a:pt x="3750046" y="953902"/>
                </a:moveTo>
                <a:cubicBezTo>
                  <a:pt x="3750046" y="956371"/>
                  <a:pt x="3749589" y="958657"/>
                  <a:pt x="3748674" y="960852"/>
                </a:cubicBezTo>
                <a:cubicBezTo>
                  <a:pt x="3747760" y="963046"/>
                  <a:pt x="3746480" y="965058"/>
                  <a:pt x="3744742" y="966704"/>
                </a:cubicBezTo>
                <a:cubicBezTo>
                  <a:pt x="3743005" y="968441"/>
                  <a:pt x="3741085" y="969721"/>
                  <a:pt x="3738890" y="970636"/>
                </a:cubicBezTo>
                <a:cubicBezTo>
                  <a:pt x="3736604" y="971550"/>
                  <a:pt x="3734318" y="972007"/>
                  <a:pt x="3731941" y="972007"/>
                </a:cubicBezTo>
                <a:cubicBezTo>
                  <a:pt x="3729563" y="972007"/>
                  <a:pt x="3727186" y="971550"/>
                  <a:pt x="3724991" y="970636"/>
                </a:cubicBezTo>
                <a:cubicBezTo>
                  <a:pt x="3722797" y="969721"/>
                  <a:pt x="3720785" y="968441"/>
                  <a:pt x="3719139" y="966704"/>
                </a:cubicBezTo>
                <a:cubicBezTo>
                  <a:pt x="3717402" y="965058"/>
                  <a:pt x="3716122" y="963046"/>
                  <a:pt x="3715207" y="960852"/>
                </a:cubicBezTo>
                <a:cubicBezTo>
                  <a:pt x="3714201" y="958657"/>
                  <a:pt x="3713744" y="956371"/>
                  <a:pt x="3713744" y="953902"/>
                </a:cubicBezTo>
                <a:cubicBezTo>
                  <a:pt x="3713744" y="951525"/>
                  <a:pt x="3714201" y="949239"/>
                  <a:pt x="3715207" y="947044"/>
                </a:cubicBezTo>
                <a:cubicBezTo>
                  <a:pt x="3716122" y="944758"/>
                  <a:pt x="3717402" y="942838"/>
                  <a:pt x="3719139" y="941100"/>
                </a:cubicBezTo>
                <a:cubicBezTo>
                  <a:pt x="3720785" y="939455"/>
                  <a:pt x="3722797" y="938174"/>
                  <a:pt x="3724991" y="937260"/>
                </a:cubicBezTo>
                <a:cubicBezTo>
                  <a:pt x="3727186" y="936254"/>
                  <a:pt x="3729563" y="935797"/>
                  <a:pt x="3731941" y="935797"/>
                </a:cubicBezTo>
                <a:cubicBezTo>
                  <a:pt x="3734318" y="935797"/>
                  <a:pt x="3736604" y="936254"/>
                  <a:pt x="3738890" y="937260"/>
                </a:cubicBezTo>
                <a:cubicBezTo>
                  <a:pt x="3741085" y="938174"/>
                  <a:pt x="3743005" y="939455"/>
                  <a:pt x="3744742" y="941100"/>
                </a:cubicBezTo>
                <a:cubicBezTo>
                  <a:pt x="3746480" y="942838"/>
                  <a:pt x="3747760" y="944758"/>
                  <a:pt x="3748674" y="947044"/>
                </a:cubicBezTo>
                <a:cubicBezTo>
                  <a:pt x="3749589" y="949239"/>
                  <a:pt x="3750046" y="951525"/>
                  <a:pt x="3750046" y="953902"/>
                </a:cubicBezTo>
              </a:path>
              <a:path w="4143604" h="1079541">
                <a:moveTo>
                  <a:pt x="4019245" y="995416"/>
                </a:moveTo>
                <a:cubicBezTo>
                  <a:pt x="4019245" y="997793"/>
                  <a:pt x="4018788" y="1000171"/>
                  <a:pt x="4017874" y="1002365"/>
                </a:cubicBezTo>
                <a:cubicBezTo>
                  <a:pt x="4016959" y="1004560"/>
                  <a:pt x="4015679" y="1006572"/>
                  <a:pt x="4013942" y="1008217"/>
                </a:cubicBezTo>
                <a:cubicBezTo>
                  <a:pt x="4012296" y="1009955"/>
                  <a:pt x="4010284" y="1011235"/>
                  <a:pt x="4008090" y="1012149"/>
                </a:cubicBezTo>
                <a:cubicBezTo>
                  <a:pt x="4005895" y="1013064"/>
                  <a:pt x="4003518" y="1013521"/>
                  <a:pt x="4001140" y="1013521"/>
                </a:cubicBezTo>
                <a:cubicBezTo>
                  <a:pt x="3998763" y="1013521"/>
                  <a:pt x="3996385" y="1013064"/>
                  <a:pt x="3994191" y="1012149"/>
                </a:cubicBezTo>
                <a:cubicBezTo>
                  <a:pt x="3991996" y="1011235"/>
                  <a:pt x="3989984" y="1009955"/>
                  <a:pt x="3988338" y="1008217"/>
                </a:cubicBezTo>
                <a:cubicBezTo>
                  <a:pt x="3986601" y="1006572"/>
                  <a:pt x="3985321" y="1004560"/>
                  <a:pt x="3984407" y="1002365"/>
                </a:cubicBezTo>
                <a:cubicBezTo>
                  <a:pt x="3983492" y="1000171"/>
                  <a:pt x="3983035" y="997793"/>
                  <a:pt x="3983035" y="995416"/>
                </a:cubicBezTo>
                <a:cubicBezTo>
                  <a:pt x="3983035" y="993038"/>
                  <a:pt x="3983492" y="990752"/>
                  <a:pt x="3984407" y="988466"/>
                </a:cubicBezTo>
                <a:cubicBezTo>
                  <a:pt x="3985321" y="986272"/>
                  <a:pt x="3986601" y="984352"/>
                  <a:pt x="3988338" y="982614"/>
                </a:cubicBezTo>
                <a:cubicBezTo>
                  <a:pt x="3989984" y="980968"/>
                  <a:pt x="3991996" y="979597"/>
                  <a:pt x="3994191" y="978682"/>
                </a:cubicBezTo>
                <a:cubicBezTo>
                  <a:pt x="3996385" y="977768"/>
                  <a:pt x="3998763" y="977311"/>
                  <a:pt x="4001140" y="977311"/>
                </a:cubicBezTo>
                <a:cubicBezTo>
                  <a:pt x="4003518" y="977311"/>
                  <a:pt x="4005895" y="977768"/>
                  <a:pt x="4008090" y="978682"/>
                </a:cubicBezTo>
                <a:cubicBezTo>
                  <a:pt x="4010284" y="979597"/>
                  <a:pt x="4012296" y="980968"/>
                  <a:pt x="4013942" y="982614"/>
                </a:cubicBezTo>
                <a:cubicBezTo>
                  <a:pt x="4015679" y="984352"/>
                  <a:pt x="4016959" y="986272"/>
                  <a:pt x="4017874" y="988466"/>
                </a:cubicBezTo>
                <a:cubicBezTo>
                  <a:pt x="4018788" y="990752"/>
                  <a:pt x="4019245" y="993038"/>
                  <a:pt x="4019245" y="995416"/>
                </a:cubicBezTo>
              </a:path>
              <a:path w="4143604" h="1079541">
                <a:moveTo>
                  <a:pt x="36302" y="657911"/>
                </a:moveTo>
                <a:cubicBezTo>
                  <a:pt x="36302" y="660288"/>
                  <a:pt x="35844" y="662574"/>
                  <a:pt x="34930" y="664860"/>
                </a:cubicBezTo>
                <a:cubicBezTo>
                  <a:pt x="34016" y="667055"/>
                  <a:pt x="32644" y="668975"/>
                  <a:pt x="30998" y="670712"/>
                </a:cubicBezTo>
                <a:cubicBezTo>
                  <a:pt x="29261" y="672358"/>
                  <a:pt x="27341" y="673730"/>
                  <a:pt x="25055" y="674644"/>
                </a:cubicBezTo>
                <a:cubicBezTo>
                  <a:pt x="22860" y="675559"/>
                  <a:pt x="20574" y="676016"/>
                  <a:pt x="18105" y="676016"/>
                </a:cubicBezTo>
                <a:cubicBezTo>
                  <a:pt x="15728" y="676016"/>
                  <a:pt x="13442" y="675559"/>
                  <a:pt x="11156" y="674644"/>
                </a:cubicBezTo>
                <a:cubicBezTo>
                  <a:pt x="8961" y="673730"/>
                  <a:pt x="7041" y="672358"/>
                  <a:pt x="5304" y="670712"/>
                </a:cubicBezTo>
                <a:cubicBezTo>
                  <a:pt x="3658" y="668975"/>
                  <a:pt x="2286" y="667055"/>
                  <a:pt x="1372" y="664860"/>
                </a:cubicBezTo>
                <a:cubicBezTo>
                  <a:pt x="457" y="662574"/>
                  <a:pt x="0" y="660288"/>
                  <a:pt x="0" y="657911"/>
                </a:cubicBezTo>
                <a:cubicBezTo>
                  <a:pt x="0" y="655533"/>
                  <a:pt x="457" y="653156"/>
                  <a:pt x="1372" y="650961"/>
                </a:cubicBezTo>
                <a:cubicBezTo>
                  <a:pt x="2286" y="648767"/>
                  <a:pt x="3658" y="646847"/>
                  <a:pt x="5304" y="645109"/>
                </a:cubicBezTo>
                <a:cubicBezTo>
                  <a:pt x="7041" y="643372"/>
                  <a:pt x="8961" y="642092"/>
                  <a:pt x="11156" y="641177"/>
                </a:cubicBezTo>
                <a:cubicBezTo>
                  <a:pt x="13442" y="640263"/>
                  <a:pt x="15728" y="639806"/>
                  <a:pt x="18105" y="639806"/>
                </a:cubicBezTo>
                <a:cubicBezTo>
                  <a:pt x="20574" y="639806"/>
                  <a:pt x="22860" y="640263"/>
                  <a:pt x="25055" y="641177"/>
                </a:cubicBezTo>
                <a:cubicBezTo>
                  <a:pt x="27341" y="642092"/>
                  <a:pt x="29261" y="643372"/>
                  <a:pt x="30998" y="645109"/>
                </a:cubicBezTo>
                <a:cubicBezTo>
                  <a:pt x="32644" y="646847"/>
                  <a:pt x="34016" y="648767"/>
                  <a:pt x="34930" y="650961"/>
                </a:cubicBezTo>
                <a:cubicBezTo>
                  <a:pt x="35844" y="653156"/>
                  <a:pt x="36302" y="655533"/>
                  <a:pt x="36302" y="657911"/>
                </a:cubicBezTo>
              </a:path>
              <a:path w="4143604" h="1079541">
                <a:moveTo>
                  <a:pt x="387888" y="672633"/>
                </a:moveTo>
                <a:cubicBezTo>
                  <a:pt x="387888" y="675010"/>
                  <a:pt x="387431" y="677388"/>
                  <a:pt x="386517" y="679582"/>
                </a:cubicBezTo>
                <a:cubicBezTo>
                  <a:pt x="385602" y="681777"/>
                  <a:pt x="384231" y="683788"/>
                  <a:pt x="382585" y="685434"/>
                </a:cubicBezTo>
                <a:cubicBezTo>
                  <a:pt x="380848" y="687172"/>
                  <a:pt x="378927" y="688452"/>
                  <a:pt x="376641" y="689366"/>
                </a:cubicBezTo>
                <a:cubicBezTo>
                  <a:pt x="374447" y="690281"/>
                  <a:pt x="372161" y="690738"/>
                  <a:pt x="369692" y="690738"/>
                </a:cubicBezTo>
                <a:cubicBezTo>
                  <a:pt x="367314" y="690738"/>
                  <a:pt x="365028" y="690281"/>
                  <a:pt x="362834" y="689366"/>
                </a:cubicBezTo>
                <a:cubicBezTo>
                  <a:pt x="360548" y="688452"/>
                  <a:pt x="358628" y="687172"/>
                  <a:pt x="356890" y="685434"/>
                </a:cubicBezTo>
                <a:cubicBezTo>
                  <a:pt x="355244" y="683788"/>
                  <a:pt x="353873" y="681777"/>
                  <a:pt x="352958" y="679582"/>
                </a:cubicBezTo>
                <a:cubicBezTo>
                  <a:pt x="352044" y="677388"/>
                  <a:pt x="351587" y="675010"/>
                  <a:pt x="351587" y="672633"/>
                </a:cubicBezTo>
                <a:cubicBezTo>
                  <a:pt x="351587" y="670255"/>
                  <a:pt x="352044" y="667969"/>
                  <a:pt x="352958" y="665683"/>
                </a:cubicBezTo>
                <a:cubicBezTo>
                  <a:pt x="353873" y="663489"/>
                  <a:pt x="355244" y="661568"/>
                  <a:pt x="356890" y="659831"/>
                </a:cubicBezTo>
                <a:cubicBezTo>
                  <a:pt x="358628" y="658185"/>
                  <a:pt x="360548" y="656814"/>
                  <a:pt x="362834" y="655899"/>
                </a:cubicBezTo>
                <a:cubicBezTo>
                  <a:pt x="365028" y="654985"/>
                  <a:pt x="367314" y="654528"/>
                  <a:pt x="369692" y="654528"/>
                </a:cubicBezTo>
                <a:cubicBezTo>
                  <a:pt x="372161" y="654528"/>
                  <a:pt x="374447" y="654985"/>
                  <a:pt x="376641" y="655899"/>
                </a:cubicBezTo>
                <a:cubicBezTo>
                  <a:pt x="378927" y="656814"/>
                  <a:pt x="380848" y="658185"/>
                  <a:pt x="382585" y="659831"/>
                </a:cubicBezTo>
                <a:cubicBezTo>
                  <a:pt x="384231" y="661568"/>
                  <a:pt x="385602" y="663489"/>
                  <a:pt x="386517" y="665683"/>
                </a:cubicBezTo>
                <a:cubicBezTo>
                  <a:pt x="387431" y="667969"/>
                  <a:pt x="387888" y="670255"/>
                  <a:pt x="387888" y="672633"/>
                </a:cubicBezTo>
              </a:path>
              <a:path w="4143604" h="1079541">
                <a:moveTo>
                  <a:pt x="715701" y="712775"/>
                </a:moveTo>
                <a:cubicBezTo>
                  <a:pt x="715701" y="715244"/>
                  <a:pt x="715244" y="717530"/>
                  <a:pt x="714329" y="719724"/>
                </a:cubicBezTo>
                <a:cubicBezTo>
                  <a:pt x="713415" y="721919"/>
                  <a:pt x="712043" y="723930"/>
                  <a:pt x="710397" y="725576"/>
                </a:cubicBezTo>
                <a:cubicBezTo>
                  <a:pt x="708660" y="727314"/>
                  <a:pt x="706740" y="728594"/>
                  <a:pt x="704454" y="729508"/>
                </a:cubicBezTo>
                <a:cubicBezTo>
                  <a:pt x="702259" y="730423"/>
                  <a:pt x="699973" y="730880"/>
                  <a:pt x="697504" y="730880"/>
                </a:cubicBezTo>
                <a:cubicBezTo>
                  <a:pt x="695127" y="730880"/>
                  <a:pt x="692841" y="730423"/>
                  <a:pt x="690555" y="729508"/>
                </a:cubicBezTo>
                <a:cubicBezTo>
                  <a:pt x="688360" y="728594"/>
                  <a:pt x="686440" y="727314"/>
                  <a:pt x="684703" y="725576"/>
                </a:cubicBezTo>
                <a:cubicBezTo>
                  <a:pt x="682965" y="723930"/>
                  <a:pt x="681685" y="721919"/>
                  <a:pt x="680771" y="719724"/>
                </a:cubicBezTo>
                <a:cubicBezTo>
                  <a:pt x="679856" y="717530"/>
                  <a:pt x="679399" y="715244"/>
                  <a:pt x="679399" y="712775"/>
                </a:cubicBezTo>
                <a:cubicBezTo>
                  <a:pt x="679399" y="710397"/>
                  <a:pt x="679856" y="708111"/>
                  <a:pt x="680771" y="705917"/>
                </a:cubicBezTo>
                <a:cubicBezTo>
                  <a:pt x="681685" y="703631"/>
                  <a:pt x="682965" y="701711"/>
                  <a:pt x="684703" y="699973"/>
                </a:cubicBezTo>
                <a:cubicBezTo>
                  <a:pt x="686440" y="698327"/>
                  <a:pt x="688360" y="697047"/>
                  <a:pt x="690555" y="696041"/>
                </a:cubicBezTo>
                <a:cubicBezTo>
                  <a:pt x="692841" y="695127"/>
                  <a:pt x="695127" y="694670"/>
                  <a:pt x="697504" y="694670"/>
                </a:cubicBezTo>
                <a:cubicBezTo>
                  <a:pt x="699973" y="694670"/>
                  <a:pt x="702259" y="695127"/>
                  <a:pt x="704454" y="696041"/>
                </a:cubicBezTo>
                <a:cubicBezTo>
                  <a:pt x="706740" y="697047"/>
                  <a:pt x="708660" y="698327"/>
                  <a:pt x="710397" y="699973"/>
                </a:cubicBezTo>
                <a:cubicBezTo>
                  <a:pt x="712043" y="701711"/>
                  <a:pt x="713415" y="703631"/>
                  <a:pt x="714329" y="705917"/>
                </a:cubicBezTo>
                <a:cubicBezTo>
                  <a:pt x="715244" y="708111"/>
                  <a:pt x="715701" y="710397"/>
                  <a:pt x="715701" y="712775"/>
                </a:cubicBezTo>
              </a:path>
              <a:path w="4143604" h="1079541">
                <a:moveTo>
                  <a:pt x="998159" y="669341"/>
                </a:moveTo>
                <a:cubicBezTo>
                  <a:pt x="998159" y="671718"/>
                  <a:pt x="997702" y="674004"/>
                  <a:pt x="996787" y="676199"/>
                </a:cubicBezTo>
                <a:cubicBezTo>
                  <a:pt x="995873" y="678485"/>
                  <a:pt x="994593" y="680405"/>
                  <a:pt x="992856" y="682142"/>
                </a:cubicBezTo>
                <a:cubicBezTo>
                  <a:pt x="991210" y="683788"/>
                  <a:pt x="989198" y="685068"/>
                  <a:pt x="987003" y="685983"/>
                </a:cubicBezTo>
                <a:cubicBezTo>
                  <a:pt x="984809" y="686897"/>
                  <a:pt x="982431" y="687354"/>
                  <a:pt x="980054" y="687354"/>
                </a:cubicBezTo>
                <a:cubicBezTo>
                  <a:pt x="977676" y="687354"/>
                  <a:pt x="975299" y="686897"/>
                  <a:pt x="973104" y="685983"/>
                </a:cubicBezTo>
                <a:cubicBezTo>
                  <a:pt x="970910" y="685068"/>
                  <a:pt x="968898" y="683788"/>
                  <a:pt x="967252" y="682142"/>
                </a:cubicBezTo>
                <a:cubicBezTo>
                  <a:pt x="965515" y="680405"/>
                  <a:pt x="964235" y="678485"/>
                  <a:pt x="963320" y="676199"/>
                </a:cubicBezTo>
                <a:cubicBezTo>
                  <a:pt x="962406" y="674004"/>
                  <a:pt x="961949" y="671718"/>
                  <a:pt x="961949" y="669341"/>
                </a:cubicBezTo>
                <a:cubicBezTo>
                  <a:pt x="961949" y="666872"/>
                  <a:pt x="962406" y="664586"/>
                  <a:pt x="963320" y="662391"/>
                </a:cubicBezTo>
                <a:cubicBezTo>
                  <a:pt x="964235" y="660197"/>
                  <a:pt x="965515" y="658185"/>
                  <a:pt x="967252" y="656539"/>
                </a:cubicBezTo>
                <a:cubicBezTo>
                  <a:pt x="968898" y="654802"/>
                  <a:pt x="970910" y="653522"/>
                  <a:pt x="973104" y="652607"/>
                </a:cubicBezTo>
                <a:cubicBezTo>
                  <a:pt x="975299" y="651693"/>
                  <a:pt x="977676" y="651236"/>
                  <a:pt x="980054" y="651236"/>
                </a:cubicBezTo>
                <a:cubicBezTo>
                  <a:pt x="982431" y="651236"/>
                  <a:pt x="984809" y="651693"/>
                  <a:pt x="987003" y="652607"/>
                </a:cubicBezTo>
                <a:cubicBezTo>
                  <a:pt x="989198" y="653522"/>
                  <a:pt x="991210" y="654802"/>
                  <a:pt x="992856" y="656539"/>
                </a:cubicBezTo>
                <a:cubicBezTo>
                  <a:pt x="994593" y="658185"/>
                  <a:pt x="995873" y="660197"/>
                  <a:pt x="996787" y="662391"/>
                </a:cubicBezTo>
                <a:cubicBezTo>
                  <a:pt x="997702" y="664586"/>
                  <a:pt x="998159" y="666872"/>
                  <a:pt x="998159" y="669341"/>
                </a:cubicBezTo>
              </a:path>
              <a:path w="4143604" h="1079541">
                <a:moveTo>
                  <a:pt x="1290858" y="690646"/>
                </a:moveTo>
                <a:cubicBezTo>
                  <a:pt x="1290858" y="693115"/>
                  <a:pt x="1290401" y="695401"/>
                  <a:pt x="1289487" y="697596"/>
                </a:cubicBezTo>
                <a:cubicBezTo>
                  <a:pt x="1288572" y="699790"/>
                  <a:pt x="1287292" y="701802"/>
                  <a:pt x="1285555" y="703448"/>
                </a:cubicBezTo>
                <a:cubicBezTo>
                  <a:pt x="1283818" y="705185"/>
                  <a:pt x="1281897" y="706465"/>
                  <a:pt x="1279703" y="707380"/>
                </a:cubicBezTo>
                <a:cubicBezTo>
                  <a:pt x="1277417" y="708294"/>
                  <a:pt x="1275131" y="708751"/>
                  <a:pt x="1272753" y="708751"/>
                </a:cubicBezTo>
                <a:cubicBezTo>
                  <a:pt x="1270284" y="708751"/>
                  <a:pt x="1267998" y="708294"/>
                  <a:pt x="1265804" y="707380"/>
                </a:cubicBezTo>
                <a:cubicBezTo>
                  <a:pt x="1263609" y="706465"/>
                  <a:pt x="1261598" y="705185"/>
                  <a:pt x="1259860" y="703448"/>
                </a:cubicBezTo>
                <a:cubicBezTo>
                  <a:pt x="1258214" y="701802"/>
                  <a:pt x="1256934" y="699790"/>
                  <a:pt x="1255928" y="697596"/>
                </a:cubicBezTo>
                <a:cubicBezTo>
                  <a:pt x="1255014" y="695401"/>
                  <a:pt x="1254557" y="693115"/>
                  <a:pt x="1254557" y="690646"/>
                </a:cubicBezTo>
                <a:cubicBezTo>
                  <a:pt x="1254557" y="688269"/>
                  <a:pt x="1255014" y="685983"/>
                  <a:pt x="1255928" y="683788"/>
                </a:cubicBezTo>
                <a:cubicBezTo>
                  <a:pt x="1256934" y="681502"/>
                  <a:pt x="1258214" y="679582"/>
                  <a:pt x="1259860" y="677845"/>
                </a:cubicBezTo>
                <a:cubicBezTo>
                  <a:pt x="1261598" y="676199"/>
                  <a:pt x="1263609" y="674919"/>
                  <a:pt x="1265804" y="674004"/>
                </a:cubicBezTo>
                <a:cubicBezTo>
                  <a:pt x="1267998" y="672998"/>
                  <a:pt x="1270284" y="672541"/>
                  <a:pt x="1272753" y="672541"/>
                </a:cubicBezTo>
                <a:cubicBezTo>
                  <a:pt x="1275131" y="672541"/>
                  <a:pt x="1277417" y="672998"/>
                  <a:pt x="1279703" y="674004"/>
                </a:cubicBezTo>
                <a:cubicBezTo>
                  <a:pt x="1281897" y="674919"/>
                  <a:pt x="1283818" y="676199"/>
                  <a:pt x="1285555" y="677845"/>
                </a:cubicBezTo>
                <a:cubicBezTo>
                  <a:pt x="1287292" y="679582"/>
                  <a:pt x="1288572" y="681502"/>
                  <a:pt x="1289487" y="683788"/>
                </a:cubicBezTo>
                <a:cubicBezTo>
                  <a:pt x="1290401" y="685983"/>
                  <a:pt x="1290858" y="688269"/>
                  <a:pt x="1290858" y="690646"/>
                </a:cubicBezTo>
              </a:path>
              <a:path w="4143604" h="1079541">
                <a:moveTo>
                  <a:pt x="1641805" y="615025"/>
                </a:moveTo>
                <a:cubicBezTo>
                  <a:pt x="1641805" y="617403"/>
                  <a:pt x="1641348" y="619689"/>
                  <a:pt x="1640434" y="621883"/>
                </a:cubicBezTo>
                <a:cubicBezTo>
                  <a:pt x="1639519" y="624169"/>
                  <a:pt x="1638148" y="626090"/>
                  <a:pt x="1636502" y="627827"/>
                </a:cubicBezTo>
                <a:cubicBezTo>
                  <a:pt x="1634764" y="629473"/>
                  <a:pt x="1632844" y="630845"/>
                  <a:pt x="1630558" y="631759"/>
                </a:cubicBezTo>
                <a:cubicBezTo>
                  <a:pt x="1628364" y="632673"/>
                  <a:pt x="1626078" y="633131"/>
                  <a:pt x="1623609" y="633131"/>
                </a:cubicBezTo>
                <a:cubicBezTo>
                  <a:pt x="1621231" y="633131"/>
                  <a:pt x="1618945" y="632673"/>
                  <a:pt x="1616751" y="631759"/>
                </a:cubicBezTo>
                <a:cubicBezTo>
                  <a:pt x="1614465" y="630845"/>
                  <a:pt x="1612544" y="629473"/>
                  <a:pt x="1610807" y="627827"/>
                </a:cubicBezTo>
                <a:cubicBezTo>
                  <a:pt x="1609161" y="626090"/>
                  <a:pt x="1607790" y="624169"/>
                  <a:pt x="1606875" y="621883"/>
                </a:cubicBezTo>
                <a:cubicBezTo>
                  <a:pt x="1605961" y="619689"/>
                  <a:pt x="1605504" y="617403"/>
                  <a:pt x="1605504" y="615025"/>
                </a:cubicBezTo>
                <a:cubicBezTo>
                  <a:pt x="1605504" y="612557"/>
                  <a:pt x="1605961" y="610271"/>
                  <a:pt x="1606875" y="608076"/>
                </a:cubicBezTo>
                <a:cubicBezTo>
                  <a:pt x="1607790" y="605881"/>
                  <a:pt x="1609161" y="603870"/>
                  <a:pt x="1610807" y="602224"/>
                </a:cubicBezTo>
                <a:cubicBezTo>
                  <a:pt x="1612544" y="600486"/>
                  <a:pt x="1614465" y="599206"/>
                  <a:pt x="1616751" y="598292"/>
                </a:cubicBezTo>
                <a:cubicBezTo>
                  <a:pt x="1618945" y="597378"/>
                  <a:pt x="1621231" y="596920"/>
                  <a:pt x="1623609" y="596920"/>
                </a:cubicBezTo>
                <a:cubicBezTo>
                  <a:pt x="1626078" y="596920"/>
                  <a:pt x="1628364" y="597378"/>
                  <a:pt x="1630558" y="598292"/>
                </a:cubicBezTo>
                <a:cubicBezTo>
                  <a:pt x="1632844" y="599206"/>
                  <a:pt x="1634764" y="600486"/>
                  <a:pt x="1636502" y="602224"/>
                </a:cubicBezTo>
                <a:cubicBezTo>
                  <a:pt x="1638148" y="603870"/>
                  <a:pt x="1639519" y="605881"/>
                  <a:pt x="1640434" y="608076"/>
                </a:cubicBezTo>
                <a:cubicBezTo>
                  <a:pt x="1641348" y="610271"/>
                  <a:pt x="1641805" y="612557"/>
                  <a:pt x="1641805" y="615025"/>
                </a:cubicBezTo>
              </a:path>
              <a:path w="4143604" h="1079541">
                <a:moveTo>
                  <a:pt x="1895460" y="658551"/>
                </a:moveTo>
                <a:cubicBezTo>
                  <a:pt x="1895460" y="660928"/>
                  <a:pt x="1895003" y="663214"/>
                  <a:pt x="1894088" y="665409"/>
                </a:cubicBezTo>
                <a:cubicBezTo>
                  <a:pt x="1893174" y="667695"/>
                  <a:pt x="1891894" y="669615"/>
                  <a:pt x="1890156" y="671261"/>
                </a:cubicBezTo>
                <a:cubicBezTo>
                  <a:pt x="1888510" y="672998"/>
                  <a:pt x="1886499" y="674279"/>
                  <a:pt x="1884304" y="675193"/>
                </a:cubicBezTo>
                <a:cubicBezTo>
                  <a:pt x="1882110" y="676107"/>
                  <a:pt x="1879732" y="676565"/>
                  <a:pt x="1877355" y="676565"/>
                </a:cubicBezTo>
                <a:cubicBezTo>
                  <a:pt x="1874977" y="676565"/>
                  <a:pt x="1872600" y="676107"/>
                  <a:pt x="1870405" y="675193"/>
                </a:cubicBezTo>
                <a:cubicBezTo>
                  <a:pt x="1868211" y="674279"/>
                  <a:pt x="1866199" y="672998"/>
                  <a:pt x="1864553" y="671261"/>
                </a:cubicBezTo>
                <a:cubicBezTo>
                  <a:pt x="1862816" y="669615"/>
                  <a:pt x="1861536" y="667695"/>
                  <a:pt x="1860621" y="665409"/>
                </a:cubicBezTo>
                <a:cubicBezTo>
                  <a:pt x="1859707" y="663214"/>
                  <a:pt x="1859250" y="660928"/>
                  <a:pt x="1859250" y="658551"/>
                </a:cubicBezTo>
                <a:cubicBezTo>
                  <a:pt x="1859250" y="656082"/>
                  <a:pt x="1859707" y="653796"/>
                  <a:pt x="1860621" y="651601"/>
                </a:cubicBezTo>
                <a:cubicBezTo>
                  <a:pt x="1861536" y="649407"/>
                  <a:pt x="1862816" y="647395"/>
                  <a:pt x="1864553" y="645749"/>
                </a:cubicBezTo>
                <a:cubicBezTo>
                  <a:pt x="1866199" y="644012"/>
                  <a:pt x="1868211" y="642732"/>
                  <a:pt x="1870405" y="641817"/>
                </a:cubicBezTo>
                <a:cubicBezTo>
                  <a:pt x="1872600" y="640903"/>
                  <a:pt x="1874977" y="640446"/>
                  <a:pt x="1877355" y="640446"/>
                </a:cubicBezTo>
                <a:cubicBezTo>
                  <a:pt x="1879732" y="640446"/>
                  <a:pt x="1882110" y="640903"/>
                  <a:pt x="1884304" y="641817"/>
                </a:cubicBezTo>
                <a:cubicBezTo>
                  <a:pt x="1886499" y="642732"/>
                  <a:pt x="1888510" y="644012"/>
                  <a:pt x="1890156" y="645749"/>
                </a:cubicBezTo>
                <a:cubicBezTo>
                  <a:pt x="1891894" y="647395"/>
                  <a:pt x="1893174" y="649407"/>
                  <a:pt x="1894088" y="651601"/>
                </a:cubicBezTo>
                <a:cubicBezTo>
                  <a:pt x="1895003" y="653796"/>
                  <a:pt x="1895460" y="656082"/>
                  <a:pt x="1895460" y="658551"/>
                </a:cubicBezTo>
              </a:path>
              <a:path w="4143604" h="1079541">
                <a:moveTo>
                  <a:pt x="2141891" y="652699"/>
                </a:moveTo>
                <a:cubicBezTo>
                  <a:pt x="2141891" y="655168"/>
                  <a:pt x="2141433" y="657454"/>
                  <a:pt x="2140519" y="659648"/>
                </a:cubicBezTo>
                <a:cubicBezTo>
                  <a:pt x="2139605" y="661843"/>
                  <a:pt x="2138233" y="663854"/>
                  <a:pt x="2136587" y="665500"/>
                </a:cubicBezTo>
                <a:cubicBezTo>
                  <a:pt x="2134850" y="667238"/>
                  <a:pt x="2132929" y="668518"/>
                  <a:pt x="2130643" y="669432"/>
                </a:cubicBezTo>
                <a:cubicBezTo>
                  <a:pt x="2128449" y="670347"/>
                  <a:pt x="2126163" y="670804"/>
                  <a:pt x="2123694" y="670804"/>
                </a:cubicBezTo>
                <a:cubicBezTo>
                  <a:pt x="2121317" y="670804"/>
                  <a:pt x="2119031" y="670347"/>
                  <a:pt x="2116745" y="669432"/>
                </a:cubicBezTo>
                <a:cubicBezTo>
                  <a:pt x="2114550" y="668518"/>
                  <a:pt x="2112630" y="667238"/>
                  <a:pt x="2110892" y="665500"/>
                </a:cubicBezTo>
                <a:cubicBezTo>
                  <a:pt x="2109155" y="663854"/>
                  <a:pt x="2107875" y="661843"/>
                  <a:pt x="2106960" y="659648"/>
                </a:cubicBezTo>
                <a:cubicBezTo>
                  <a:pt x="2106046" y="657454"/>
                  <a:pt x="2105589" y="655168"/>
                  <a:pt x="2105589" y="652699"/>
                </a:cubicBezTo>
                <a:cubicBezTo>
                  <a:pt x="2105589" y="650321"/>
                  <a:pt x="2106046" y="648035"/>
                  <a:pt x="2106960" y="645841"/>
                </a:cubicBezTo>
                <a:cubicBezTo>
                  <a:pt x="2107875" y="643555"/>
                  <a:pt x="2109155" y="641634"/>
                  <a:pt x="2110892" y="639989"/>
                </a:cubicBezTo>
                <a:cubicBezTo>
                  <a:pt x="2112630" y="638251"/>
                  <a:pt x="2114550" y="636971"/>
                  <a:pt x="2116745" y="636057"/>
                </a:cubicBezTo>
                <a:cubicBezTo>
                  <a:pt x="2119031" y="635142"/>
                  <a:pt x="2121317" y="634685"/>
                  <a:pt x="2123694" y="634685"/>
                </a:cubicBezTo>
                <a:cubicBezTo>
                  <a:pt x="2126163" y="634685"/>
                  <a:pt x="2128449" y="635142"/>
                  <a:pt x="2130643" y="636057"/>
                </a:cubicBezTo>
                <a:cubicBezTo>
                  <a:pt x="2132929" y="636971"/>
                  <a:pt x="2134850" y="638251"/>
                  <a:pt x="2136587" y="639989"/>
                </a:cubicBezTo>
                <a:cubicBezTo>
                  <a:pt x="2138233" y="641634"/>
                  <a:pt x="2139605" y="643555"/>
                  <a:pt x="2140519" y="645841"/>
                </a:cubicBezTo>
                <a:cubicBezTo>
                  <a:pt x="2141433" y="648035"/>
                  <a:pt x="2141891" y="650321"/>
                  <a:pt x="2141891" y="652699"/>
                </a:cubicBezTo>
              </a:path>
              <a:path w="4143604" h="1079541">
                <a:moveTo>
                  <a:pt x="2543404" y="607527"/>
                </a:moveTo>
                <a:cubicBezTo>
                  <a:pt x="2543404" y="609905"/>
                  <a:pt x="2542946" y="612191"/>
                  <a:pt x="2542032" y="614385"/>
                </a:cubicBezTo>
                <a:cubicBezTo>
                  <a:pt x="2541118" y="616671"/>
                  <a:pt x="2539837" y="618592"/>
                  <a:pt x="2538100" y="620329"/>
                </a:cubicBezTo>
                <a:cubicBezTo>
                  <a:pt x="2536454" y="621975"/>
                  <a:pt x="2534442" y="623255"/>
                  <a:pt x="2532248" y="624169"/>
                </a:cubicBezTo>
                <a:cubicBezTo>
                  <a:pt x="2530053" y="625175"/>
                  <a:pt x="2527676" y="625632"/>
                  <a:pt x="2525298" y="625632"/>
                </a:cubicBezTo>
                <a:cubicBezTo>
                  <a:pt x="2522921" y="625632"/>
                  <a:pt x="2520544" y="625175"/>
                  <a:pt x="2518349" y="624169"/>
                </a:cubicBezTo>
                <a:cubicBezTo>
                  <a:pt x="2516154" y="623255"/>
                  <a:pt x="2514143" y="621975"/>
                  <a:pt x="2512497" y="620329"/>
                </a:cubicBezTo>
                <a:cubicBezTo>
                  <a:pt x="2510760" y="618592"/>
                  <a:pt x="2509479" y="616671"/>
                  <a:pt x="2508565" y="614385"/>
                </a:cubicBezTo>
                <a:cubicBezTo>
                  <a:pt x="2507651" y="612191"/>
                  <a:pt x="2507193" y="609905"/>
                  <a:pt x="2507193" y="607527"/>
                </a:cubicBezTo>
                <a:cubicBezTo>
                  <a:pt x="2507193" y="605058"/>
                  <a:pt x="2507651" y="602772"/>
                  <a:pt x="2508565" y="600578"/>
                </a:cubicBezTo>
                <a:cubicBezTo>
                  <a:pt x="2509479" y="598383"/>
                  <a:pt x="2510760" y="596372"/>
                  <a:pt x="2512497" y="594726"/>
                </a:cubicBezTo>
                <a:cubicBezTo>
                  <a:pt x="2514143" y="592988"/>
                  <a:pt x="2516154" y="591708"/>
                  <a:pt x="2518349" y="590794"/>
                </a:cubicBezTo>
                <a:cubicBezTo>
                  <a:pt x="2520544" y="589879"/>
                  <a:pt x="2522921" y="589422"/>
                  <a:pt x="2525298" y="589422"/>
                </a:cubicBezTo>
                <a:cubicBezTo>
                  <a:pt x="2527676" y="589422"/>
                  <a:pt x="2530053" y="589879"/>
                  <a:pt x="2532248" y="590794"/>
                </a:cubicBezTo>
                <a:cubicBezTo>
                  <a:pt x="2534442" y="591708"/>
                  <a:pt x="2536454" y="592988"/>
                  <a:pt x="2538100" y="594726"/>
                </a:cubicBezTo>
                <a:cubicBezTo>
                  <a:pt x="2539837" y="596372"/>
                  <a:pt x="2541118" y="598383"/>
                  <a:pt x="2542032" y="600578"/>
                </a:cubicBezTo>
                <a:cubicBezTo>
                  <a:pt x="2542946" y="602772"/>
                  <a:pt x="2543404" y="605058"/>
                  <a:pt x="2543404" y="607527"/>
                </a:cubicBezTo>
              </a:path>
              <a:path w="4143604" h="1079541">
                <a:moveTo>
                  <a:pt x="2881092" y="717255"/>
                </a:moveTo>
                <a:cubicBezTo>
                  <a:pt x="2881092" y="719724"/>
                  <a:pt x="2880634" y="722010"/>
                  <a:pt x="2879720" y="724205"/>
                </a:cubicBezTo>
                <a:cubicBezTo>
                  <a:pt x="2878806" y="726399"/>
                  <a:pt x="2877525" y="728411"/>
                  <a:pt x="2875788" y="730057"/>
                </a:cubicBezTo>
                <a:cubicBezTo>
                  <a:pt x="2874142" y="731794"/>
                  <a:pt x="2872130" y="733074"/>
                  <a:pt x="2869936" y="733989"/>
                </a:cubicBezTo>
                <a:cubicBezTo>
                  <a:pt x="2867741" y="734903"/>
                  <a:pt x="2865364" y="735360"/>
                  <a:pt x="2862986" y="735360"/>
                </a:cubicBezTo>
                <a:cubicBezTo>
                  <a:pt x="2860609" y="735360"/>
                  <a:pt x="2858232" y="734903"/>
                  <a:pt x="2856037" y="733989"/>
                </a:cubicBezTo>
                <a:cubicBezTo>
                  <a:pt x="2853842" y="733074"/>
                  <a:pt x="2851831" y="731794"/>
                  <a:pt x="2850185" y="730057"/>
                </a:cubicBezTo>
                <a:cubicBezTo>
                  <a:pt x="2848447" y="728411"/>
                  <a:pt x="2847167" y="726399"/>
                  <a:pt x="2846253" y="724205"/>
                </a:cubicBezTo>
                <a:cubicBezTo>
                  <a:pt x="2845338" y="722010"/>
                  <a:pt x="2844881" y="719724"/>
                  <a:pt x="2844881" y="717255"/>
                </a:cubicBezTo>
                <a:cubicBezTo>
                  <a:pt x="2844881" y="714878"/>
                  <a:pt x="2845338" y="712592"/>
                  <a:pt x="2846253" y="710397"/>
                </a:cubicBezTo>
                <a:cubicBezTo>
                  <a:pt x="2847167" y="708111"/>
                  <a:pt x="2848447" y="706191"/>
                  <a:pt x="2850185" y="704454"/>
                </a:cubicBezTo>
                <a:cubicBezTo>
                  <a:pt x="2851831" y="702808"/>
                  <a:pt x="2853842" y="701528"/>
                  <a:pt x="2856037" y="700613"/>
                </a:cubicBezTo>
                <a:cubicBezTo>
                  <a:pt x="2858232" y="699699"/>
                  <a:pt x="2860609" y="699242"/>
                  <a:pt x="2862986" y="699242"/>
                </a:cubicBezTo>
                <a:cubicBezTo>
                  <a:pt x="2865364" y="699242"/>
                  <a:pt x="2867741" y="699699"/>
                  <a:pt x="2869936" y="700613"/>
                </a:cubicBezTo>
                <a:cubicBezTo>
                  <a:pt x="2872130" y="701528"/>
                  <a:pt x="2874142" y="702808"/>
                  <a:pt x="2875788" y="704545"/>
                </a:cubicBezTo>
                <a:cubicBezTo>
                  <a:pt x="2877525" y="706191"/>
                  <a:pt x="2878806" y="708111"/>
                  <a:pt x="2879720" y="710397"/>
                </a:cubicBezTo>
                <a:cubicBezTo>
                  <a:pt x="2880634" y="712592"/>
                  <a:pt x="2881092" y="714878"/>
                  <a:pt x="2881092" y="717255"/>
                </a:cubicBezTo>
              </a:path>
              <a:path w="4143604" h="1079541">
                <a:moveTo>
                  <a:pt x="3124048" y="657819"/>
                </a:moveTo>
                <a:cubicBezTo>
                  <a:pt x="3124048" y="660197"/>
                  <a:pt x="3123590" y="662574"/>
                  <a:pt x="3122676" y="664769"/>
                </a:cubicBezTo>
                <a:cubicBezTo>
                  <a:pt x="3121670" y="666963"/>
                  <a:pt x="3120390" y="668975"/>
                  <a:pt x="3118744" y="670621"/>
                </a:cubicBezTo>
                <a:cubicBezTo>
                  <a:pt x="3117007" y="672358"/>
                  <a:pt x="3114995" y="673638"/>
                  <a:pt x="3112800" y="674553"/>
                </a:cubicBezTo>
                <a:cubicBezTo>
                  <a:pt x="3110606" y="675467"/>
                  <a:pt x="3108320" y="675924"/>
                  <a:pt x="3105851" y="675924"/>
                </a:cubicBezTo>
                <a:cubicBezTo>
                  <a:pt x="3103474" y="675924"/>
                  <a:pt x="3101188" y="675467"/>
                  <a:pt x="3098902" y="674553"/>
                </a:cubicBezTo>
                <a:cubicBezTo>
                  <a:pt x="3096707" y="673638"/>
                  <a:pt x="3094787" y="672358"/>
                  <a:pt x="3093049" y="670621"/>
                </a:cubicBezTo>
                <a:cubicBezTo>
                  <a:pt x="3091312" y="668975"/>
                  <a:pt x="3090032" y="666963"/>
                  <a:pt x="3089118" y="664769"/>
                </a:cubicBezTo>
                <a:cubicBezTo>
                  <a:pt x="3088203" y="662574"/>
                  <a:pt x="3087746" y="660197"/>
                  <a:pt x="3087746" y="657819"/>
                </a:cubicBezTo>
                <a:cubicBezTo>
                  <a:pt x="3087746" y="655442"/>
                  <a:pt x="3088203" y="653156"/>
                  <a:pt x="3089118" y="650870"/>
                </a:cubicBezTo>
                <a:cubicBezTo>
                  <a:pt x="3090032" y="648675"/>
                  <a:pt x="3091312" y="646755"/>
                  <a:pt x="3093049" y="645018"/>
                </a:cubicBezTo>
                <a:cubicBezTo>
                  <a:pt x="3094787" y="643372"/>
                  <a:pt x="3096707" y="642000"/>
                  <a:pt x="3098902" y="641086"/>
                </a:cubicBezTo>
                <a:cubicBezTo>
                  <a:pt x="3101188" y="640171"/>
                  <a:pt x="3103474" y="639714"/>
                  <a:pt x="3105851" y="639714"/>
                </a:cubicBezTo>
                <a:cubicBezTo>
                  <a:pt x="3108320" y="639714"/>
                  <a:pt x="3110606" y="640171"/>
                  <a:pt x="3112800" y="641086"/>
                </a:cubicBezTo>
                <a:cubicBezTo>
                  <a:pt x="3114995" y="642000"/>
                  <a:pt x="3117007" y="643372"/>
                  <a:pt x="3118744" y="645018"/>
                </a:cubicBezTo>
                <a:cubicBezTo>
                  <a:pt x="3120390" y="646755"/>
                  <a:pt x="3121670" y="648675"/>
                  <a:pt x="3122676" y="650870"/>
                </a:cubicBezTo>
                <a:cubicBezTo>
                  <a:pt x="3123590" y="653156"/>
                  <a:pt x="3124048" y="655442"/>
                  <a:pt x="3124048" y="657819"/>
                </a:cubicBezTo>
              </a:path>
              <a:path w="4143604" h="1079541">
                <a:moveTo>
                  <a:pt x="3378159" y="689915"/>
                </a:moveTo>
                <a:cubicBezTo>
                  <a:pt x="3378159" y="692292"/>
                  <a:pt x="3377611" y="694578"/>
                  <a:pt x="3376696" y="696773"/>
                </a:cubicBezTo>
                <a:cubicBezTo>
                  <a:pt x="3375782" y="699059"/>
                  <a:pt x="3374502" y="700979"/>
                  <a:pt x="3372764" y="702716"/>
                </a:cubicBezTo>
                <a:cubicBezTo>
                  <a:pt x="3371118" y="704362"/>
                  <a:pt x="3369107" y="705642"/>
                  <a:pt x="3366912" y="706557"/>
                </a:cubicBezTo>
                <a:cubicBezTo>
                  <a:pt x="3364718" y="707563"/>
                  <a:pt x="3362340" y="708020"/>
                  <a:pt x="3359963" y="708020"/>
                </a:cubicBezTo>
                <a:cubicBezTo>
                  <a:pt x="3357585" y="708020"/>
                  <a:pt x="3355208" y="707563"/>
                  <a:pt x="3353013" y="706557"/>
                </a:cubicBezTo>
                <a:cubicBezTo>
                  <a:pt x="3350819" y="705642"/>
                  <a:pt x="3348807" y="704362"/>
                  <a:pt x="3347161" y="702716"/>
                </a:cubicBezTo>
                <a:cubicBezTo>
                  <a:pt x="3345424" y="700979"/>
                  <a:pt x="3344144" y="699059"/>
                  <a:pt x="3343229" y="696773"/>
                </a:cubicBezTo>
                <a:cubicBezTo>
                  <a:pt x="3342315" y="694578"/>
                  <a:pt x="3341858" y="692292"/>
                  <a:pt x="3341858" y="689915"/>
                </a:cubicBezTo>
                <a:cubicBezTo>
                  <a:pt x="3341858" y="687446"/>
                  <a:pt x="3342315" y="685160"/>
                  <a:pt x="3343229" y="682965"/>
                </a:cubicBezTo>
                <a:cubicBezTo>
                  <a:pt x="3344144" y="680771"/>
                  <a:pt x="3345424" y="678759"/>
                  <a:pt x="3347161" y="677113"/>
                </a:cubicBezTo>
                <a:cubicBezTo>
                  <a:pt x="3348807" y="675376"/>
                  <a:pt x="3350819" y="674096"/>
                  <a:pt x="3353013" y="673181"/>
                </a:cubicBezTo>
                <a:cubicBezTo>
                  <a:pt x="3355208" y="672267"/>
                  <a:pt x="3357585" y="671810"/>
                  <a:pt x="3359963" y="671810"/>
                </a:cubicBezTo>
                <a:cubicBezTo>
                  <a:pt x="3362340" y="671810"/>
                  <a:pt x="3364718" y="672267"/>
                  <a:pt x="3366912" y="673181"/>
                </a:cubicBezTo>
                <a:cubicBezTo>
                  <a:pt x="3369107" y="674096"/>
                  <a:pt x="3371118" y="675376"/>
                  <a:pt x="3372764" y="677113"/>
                </a:cubicBezTo>
                <a:cubicBezTo>
                  <a:pt x="3374502" y="678759"/>
                  <a:pt x="3375782" y="680771"/>
                  <a:pt x="3376696" y="682965"/>
                </a:cubicBezTo>
                <a:cubicBezTo>
                  <a:pt x="3377611" y="685160"/>
                  <a:pt x="3378159" y="687446"/>
                  <a:pt x="3378159" y="689915"/>
                </a:cubicBezTo>
              </a:path>
              <a:path w="4143604" h="1079541">
                <a:moveTo>
                  <a:pt x="3711275" y="743224"/>
                </a:moveTo>
                <a:cubicBezTo>
                  <a:pt x="3711184" y="745602"/>
                  <a:pt x="3710727" y="747979"/>
                  <a:pt x="3709812" y="750174"/>
                </a:cubicBezTo>
                <a:cubicBezTo>
                  <a:pt x="3708898" y="752368"/>
                  <a:pt x="3707618" y="754380"/>
                  <a:pt x="3705880" y="756026"/>
                </a:cubicBezTo>
                <a:cubicBezTo>
                  <a:pt x="3704234" y="757763"/>
                  <a:pt x="3702223" y="759043"/>
                  <a:pt x="3700028" y="759958"/>
                </a:cubicBezTo>
                <a:cubicBezTo>
                  <a:pt x="3697834" y="760872"/>
                  <a:pt x="3695456" y="761329"/>
                  <a:pt x="3693079" y="761329"/>
                </a:cubicBezTo>
                <a:cubicBezTo>
                  <a:pt x="3690701" y="761329"/>
                  <a:pt x="3688324" y="760872"/>
                  <a:pt x="3686129" y="759958"/>
                </a:cubicBezTo>
                <a:cubicBezTo>
                  <a:pt x="3683935" y="759043"/>
                  <a:pt x="3681923" y="757763"/>
                  <a:pt x="3680277" y="756026"/>
                </a:cubicBezTo>
                <a:cubicBezTo>
                  <a:pt x="3678540" y="754380"/>
                  <a:pt x="3677260" y="752368"/>
                  <a:pt x="3676345" y="750174"/>
                </a:cubicBezTo>
                <a:cubicBezTo>
                  <a:pt x="3675431" y="747979"/>
                  <a:pt x="3674974" y="745602"/>
                  <a:pt x="3674974" y="743224"/>
                </a:cubicBezTo>
                <a:cubicBezTo>
                  <a:pt x="3674974" y="740847"/>
                  <a:pt x="3675431" y="738561"/>
                  <a:pt x="3676345" y="736275"/>
                </a:cubicBezTo>
                <a:cubicBezTo>
                  <a:pt x="3677260" y="734080"/>
                  <a:pt x="3678540" y="732160"/>
                  <a:pt x="3680277" y="730423"/>
                </a:cubicBezTo>
                <a:cubicBezTo>
                  <a:pt x="3681923" y="728777"/>
                  <a:pt x="3683935" y="727405"/>
                  <a:pt x="3686129" y="726491"/>
                </a:cubicBezTo>
                <a:cubicBezTo>
                  <a:pt x="3688324" y="725576"/>
                  <a:pt x="3690701" y="725119"/>
                  <a:pt x="3693079" y="725119"/>
                </a:cubicBezTo>
                <a:cubicBezTo>
                  <a:pt x="3695456" y="725119"/>
                  <a:pt x="3697834" y="725576"/>
                  <a:pt x="3700028" y="726491"/>
                </a:cubicBezTo>
                <a:cubicBezTo>
                  <a:pt x="3702223" y="727405"/>
                  <a:pt x="3704234" y="728777"/>
                  <a:pt x="3705880" y="730423"/>
                </a:cubicBezTo>
                <a:cubicBezTo>
                  <a:pt x="3707618" y="732160"/>
                  <a:pt x="3708898" y="734080"/>
                  <a:pt x="3709812" y="736275"/>
                </a:cubicBezTo>
                <a:cubicBezTo>
                  <a:pt x="3710727" y="738561"/>
                  <a:pt x="3711184" y="740847"/>
                  <a:pt x="3711275" y="743224"/>
                </a:cubicBezTo>
              </a:path>
              <a:path w="4143604" h="1079541">
                <a:moveTo>
                  <a:pt x="4004798" y="642366"/>
                </a:moveTo>
                <a:cubicBezTo>
                  <a:pt x="4004798" y="644743"/>
                  <a:pt x="4004340" y="647029"/>
                  <a:pt x="4003426" y="649315"/>
                </a:cubicBezTo>
                <a:cubicBezTo>
                  <a:pt x="4002512" y="651510"/>
                  <a:pt x="4001232" y="653430"/>
                  <a:pt x="3999494" y="655168"/>
                </a:cubicBezTo>
                <a:cubicBezTo>
                  <a:pt x="3997848" y="656814"/>
                  <a:pt x="3995837" y="658185"/>
                  <a:pt x="3993642" y="659100"/>
                </a:cubicBezTo>
                <a:cubicBezTo>
                  <a:pt x="3991447" y="660014"/>
                  <a:pt x="3989070" y="660471"/>
                  <a:pt x="3986693" y="660471"/>
                </a:cubicBezTo>
                <a:cubicBezTo>
                  <a:pt x="3984315" y="660471"/>
                  <a:pt x="3981938" y="660014"/>
                  <a:pt x="3979743" y="659100"/>
                </a:cubicBezTo>
                <a:cubicBezTo>
                  <a:pt x="3977549" y="658185"/>
                  <a:pt x="3975537" y="656814"/>
                  <a:pt x="3973891" y="655168"/>
                </a:cubicBezTo>
                <a:cubicBezTo>
                  <a:pt x="3972154" y="653430"/>
                  <a:pt x="3970873" y="651510"/>
                  <a:pt x="3969959" y="649315"/>
                </a:cubicBezTo>
                <a:cubicBezTo>
                  <a:pt x="3969045" y="647029"/>
                  <a:pt x="3968587" y="644743"/>
                  <a:pt x="3968587" y="642366"/>
                </a:cubicBezTo>
                <a:cubicBezTo>
                  <a:pt x="3968587" y="639989"/>
                  <a:pt x="3969045" y="637611"/>
                  <a:pt x="3969959" y="635417"/>
                </a:cubicBezTo>
                <a:cubicBezTo>
                  <a:pt x="3970873" y="633222"/>
                  <a:pt x="3972154" y="631210"/>
                  <a:pt x="3973891" y="629564"/>
                </a:cubicBezTo>
                <a:cubicBezTo>
                  <a:pt x="3975537" y="627827"/>
                  <a:pt x="3977549" y="626547"/>
                  <a:pt x="3979743" y="625632"/>
                </a:cubicBezTo>
                <a:cubicBezTo>
                  <a:pt x="3981938" y="624718"/>
                  <a:pt x="3984315" y="624261"/>
                  <a:pt x="3986693" y="624261"/>
                </a:cubicBezTo>
                <a:cubicBezTo>
                  <a:pt x="3989070" y="624261"/>
                  <a:pt x="3991447" y="624718"/>
                  <a:pt x="3993642" y="625632"/>
                </a:cubicBezTo>
                <a:cubicBezTo>
                  <a:pt x="3995837" y="626547"/>
                  <a:pt x="3997848" y="627827"/>
                  <a:pt x="3999494" y="629564"/>
                </a:cubicBezTo>
                <a:cubicBezTo>
                  <a:pt x="4001232" y="631210"/>
                  <a:pt x="4002512" y="633222"/>
                  <a:pt x="4003426" y="635417"/>
                </a:cubicBezTo>
                <a:cubicBezTo>
                  <a:pt x="4004340" y="637611"/>
                  <a:pt x="4004798" y="639989"/>
                  <a:pt x="4004798" y="642366"/>
                </a:cubicBezTo>
              </a:path>
              <a:path w="4143604" h="1079541">
                <a:moveTo>
                  <a:pt x="36302" y="413217"/>
                </a:moveTo>
                <a:cubicBezTo>
                  <a:pt x="36302" y="415595"/>
                  <a:pt x="35844" y="417881"/>
                  <a:pt x="34930" y="420167"/>
                </a:cubicBezTo>
                <a:cubicBezTo>
                  <a:pt x="34016" y="422361"/>
                  <a:pt x="32644" y="424282"/>
                  <a:pt x="30998" y="426019"/>
                </a:cubicBezTo>
                <a:cubicBezTo>
                  <a:pt x="29261" y="427756"/>
                  <a:pt x="27341" y="429036"/>
                  <a:pt x="25055" y="429951"/>
                </a:cubicBezTo>
                <a:cubicBezTo>
                  <a:pt x="22860" y="430865"/>
                  <a:pt x="20574" y="431322"/>
                  <a:pt x="18105" y="431322"/>
                </a:cubicBezTo>
                <a:cubicBezTo>
                  <a:pt x="15728" y="431322"/>
                  <a:pt x="13442" y="430865"/>
                  <a:pt x="11156" y="429951"/>
                </a:cubicBezTo>
                <a:cubicBezTo>
                  <a:pt x="8961" y="429036"/>
                  <a:pt x="7041" y="427756"/>
                  <a:pt x="5304" y="426019"/>
                </a:cubicBezTo>
                <a:cubicBezTo>
                  <a:pt x="3658" y="424282"/>
                  <a:pt x="2286" y="422361"/>
                  <a:pt x="1372" y="420167"/>
                </a:cubicBezTo>
                <a:cubicBezTo>
                  <a:pt x="457" y="417881"/>
                  <a:pt x="0" y="415595"/>
                  <a:pt x="0" y="413217"/>
                </a:cubicBezTo>
                <a:cubicBezTo>
                  <a:pt x="0" y="410840"/>
                  <a:pt x="457" y="408462"/>
                  <a:pt x="1372" y="406268"/>
                </a:cubicBezTo>
                <a:cubicBezTo>
                  <a:pt x="2286" y="404073"/>
                  <a:pt x="3658" y="402153"/>
                  <a:pt x="5304" y="400416"/>
                </a:cubicBezTo>
                <a:cubicBezTo>
                  <a:pt x="7041" y="398678"/>
                  <a:pt x="8961" y="397398"/>
                  <a:pt x="11156" y="396484"/>
                </a:cubicBezTo>
                <a:cubicBezTo>
                  <a:pt x="13442" y="395569"/>
                  <a:pt x="15728" y="395112"/>
                  <a:pt x="18105" y="395112"/>
                </a:cubicBezTo>
                <a:cubicBezTo>
                  <a:pt x="20574" y="395112"/>
                  <a:pt x="22860" y="395569"/>
                  <a:pt x="25055" y="396484"/>
                </a:cubicBezTo>
                <a:cubicBezTo>
                  <a:pt x="27341" y="397398"/>
                  <a:pt x="29261" y="398678"/>
                  <a:pt x="30998" y="400416"/>
                </a:cubicBezTo>
                <a:cubicBezTo>
                  <a:pt x="32644" y="402153"/>
                  <a:pt x="34016" y="404073"/>
                  <a:pt x="34930" y="406268"/>
                </a:cubicBezTo>
                <a:cubicBezTo>
                  <a:pt x="35844" y="408462"/>
                  <a:pt x="36302" y="410840"/>
                  <a:pt x="36302" y="413217"/>
                </a:cubicBezTo>
              </a:path>
              <a:path w="4143604" h="1079541">
                <a:moveTo>
                  <a:pt x="329916" y="316565"/>
                </a:moveTo>
                <a:cubicBezTo>
                  <a:pt x="329916" y="318943"/>
                  <a:pt x="329458" y="321229"/>
                  <a:pt x="328544" y="323515"/>
                </a:cubicBezTo>
                <a:cubicBezTo>
                  <a:pt x="327630" y="325709"/>
                  <a:pt x="326258" y="327630"/>
                  <a:pt x="324612" y="329367"/>
                </a:cubicBezTo>
                <a:cubicBezTo>
                  <a:pt x="322875" y="331013"/>
                  <a:pt x="320954" y="332384"/>
                  <a:pt x="318668" y="333299"/>
                </a:cubicBezTo>
                <a:cubicBezTo>
                  <a:pt x="316474" y="334213"/>
                  <a:pt x="314188" y="334670"/>
                  <a:pt x="311719" y="334670"/>
                </a:cubicBezTo>
                <a:cubicBezTo>
                  <a:pt x="309342" y="334670"/>
                  <a:pt x="307056" y="334213"/>
                  <a:pt x="304770" y="333299"/>
                </a:cubicBezTo>
                <a:cubicBezTo>
                  <a:pt x="302575" y="332384"/>
                  <a:pt x="300655" y="331013"/>
                  <a:pt x="298917" y="329367"/>
                </a:cubicBezTo>
                <a:cubicBezTo>
                  <a:pt x="297180" y="327630"/>
                  <a:pt x="295900" y="325709"/>
                  <a:pt x="294985" y="323515"/>
                </a:cubicBezTo>
                <a:cubicBezTo>
                  <a:pt x="294071" y="321229"/>
                  <a:pt x="293614" y="318943"/>
                  <a:pt x="293614" y="316565"/>
                </a:cubicBezTo>
                <a:cubicBezTo>
                  <a:pt x="293614" y="314188"/>
                  <a:pt x="294071" y="311810"/>
                  <a:pt x="294985" y="309616"/>
                </a:cubicBezTo>
                <a:cubicBezTo>
                  <a:pt x="295900" y="307421"/>
                  <a:pt x="297180" y="305410"/>
                  <a:pt x="298917" y="303764"/>
                </a:cubicBezTo>
                <a:cubicBezTo>
                  <a:pt x="300655" y="302026"/>
                  <a:pt x="302575" y="300746"/>
                  <a:pt x="304770" y="299832"/>
                </a:cubicBezTo>
                <a:cubicBezTo>
                  <a:pt x="307056" y="298917"/>
                  <a:pt x="309342" y="298460"/>
                  <a:pt x="311719" y="298460"/>
                </a:cubicBezTo>
                <a:cubicBezTo>
                  <a:pt x="314188" y="298460"/>
                  <a:pt x="316474" y="298917"/>
                  <a:pt x="318668" y="299832"/>
                </a:cubicBezTo>
                <a:cubicBezTo>
                  <a:pt x="320954" y="300746"/>
                  <a:pt x="322875" y="302026"/>
                  <a:pt x="324612" y="303764"/>
                </a:cubicBezTo>
                <a:cubicBezTo>
                  <a:pt x="326258" y="305410"/>
                  <a:pt x="327630" y="307421"/>
                  <a:pt x="328544" y="309616"/>
                </a:cubicBezTo>
                <a:cubicBezTo>
                  <a:pt x="329458" y="311810"/>
                  <a:pt x="329916" y="314188"/>
                  <a:pt x="329916" y="316565"/>
                </a:cubicBezTo>
              </a:path>
              <a:path w="4143604" h="1079541">
                <a:moveTo>
                  <a:pt x="592165" y="381945"/>
                </a:moveTo>
                <a:cubicBezTo>
                  <a:pt x="592165" y="384322"/>
                  <a:pt x="591708" y="386608"/>
                  <a:pt x="590794" y="388803"/>
                </a:cubicBezTo>
                <a:cubicBezTo>
                  <a:pt x="589879" y="391089"/>
                  <a:pt x="588599" y="393009"/>
                  <a:pt x="586862" y="394746"/>
                </a:cubicBezTo>
                <a:cubicBezTo>
                  <a:pt x="585216" y="396392"/>
                  <a:pt x="583204" y="397673"/>
                  <a:pt x="581010" y="398678"/>
                </a:cubicBezTo>
                <a:cubicBezTo>
                  <a:pt x="578724" y="399593"/>
                  <a:pt x="576438" y="400050"/>
                  <a:pt x="574060" y="400050"/>
                </a:cubicBezTo>
                <a:cubicBezTo>
                  <a:pt x="571683" y="400050"/>
                  <a:pt x="569305" y="399593"/>
                  <a:pt x="567111" y="398678"/>
                </a:cubicBezTo>
                <a:cubicBezTo>
                  <a:pt x="564916" y="397673"/>
                  <a:pt x="562905" y="396392"/>
                  <a:pt x="561259" y="394746"/>
                </a:cubicBezTo>
                <a:cubicBezTo>
                  <a:pt x="559521" y="393009"/>
                  <a:pt x="558241" y="391089"/>
                  <a:pt x="557327" y="388803"/>
                </a:cubicBezTo>
                <a:cubicBezTo>
                  <a:pt x="556412" y="386608"/>
                  <a:pt x="555864" y="384322"/>
                  <a:pt x="555864" y="381945"/>
                </a:cubicBezTo>
                <a:cubicBezTo>
                  <a:pt x="555864" y="379476"/>
                  <a:pt x="556412" y="377190"/>
                  <a:pt x="557327" y="374995"/>
                </a:cubicBezTo>
                <a:cubicBezTo>
                  <a:pt x="558241" y="372801"/>
                  <a:pt x="559521" y="370789"/>
                  <a:pt x="561259" y="369143"/>
                </a:cubicBezTo>
                <a:cubicBezTo>
                  <a:pt x="562905" y="367406"/>
                  <a:pt x="564916" y="366126"/>
                  <a:pt x="567111" y="365211"/>
                </a:cubicBezTo>
                <a:cubicBezTo>
                  <a:pt x="569305" y="364297"/>
                  <a:pt x="571683" y="363840"/>
                  <a:pt x="574060" y="363840"/>
                </a:cubicBezTo>
                <a:cubicBezTo>
                  <a:pt x="576438" y="363840"/>
                  <a:pt x="578724" y="364297"/>
                  <a:pt x="581010" y="365211"/>
                </a:cubicBezTo>
                <a:cubicBezTo>
                  <a:pt x="583204" y="366126"/>
                  <a:pt x="585216" y="367406"/>
                  <a:pt x="586862" y="369143"/>
                </a:cubicBezTo>
                <a:cubicBezTo>
                  <a:pt x="588599" y="370789"/>
                  <a:pt x="589879" y="372801"/>
                  <a:pt x="590794" y="374995"/>
                </a:cubicBezTo>
                <a:cubicBezTo>
                  <a:pt x="591708" y="377190"/>
                  <a:pt x="592165" y="379476"/>
                  <a:pt x="592165" y="381945"/>
                </a:cubicBezTo>
              </a:path>
              <a:path w="4143604" h="1079541">
                <a:moveTo>
                  <a:pt x="975573" y="314645"/>
                </a:moveTo>
                <a:cubicBezTo>
                  <a:pt x="975573" y="317114"/>
                  <a:pt x="975116" y="319400"/>
                  <a:pt x="974202" y="321594"/>
                </a:cubicBezTo>
                <a:cubicBezTo>
                  <a:pt x="973287" y="323789"/>
                  <a:pt x="971916" y="325801"/>
                  <a:pt x="970270" y="327447"/>
                </a:cubicBezTo>
                <a:cubicBezTo>
                  <a:pt x="968532" y="329184"/>
                  <a:pt x="966612" y="330464"/>
                  <a:pt x="964326" y="331379"/>
                </a:cubicBezTo>
                <a:cubicBezTo>
                  <a:pt x="962132" y="332293"/>
                  <a:pt x="959846" y="332750"/>
                  <a:pt x="957377" y="332750"/>
                </a:cubicBezTo>
                <a:cubicBezTo>
                  <a:pt x="954999" y="332750"/>
                  <a:pt x="952713" y="332293"/>
                  <a:pt x="950519" y="331379"/>
                </a:cubicBezTo>
                <a:cubicBezTo>
                  <a:pt x="948233" y="330464"/>
                  <a:pt x="946313" y="329184"/>
                  <a:pt x="944575" y="327447"/>
                </a:cubicBezTo>
                <a:cubicBezTo>
                  <a:pt x="942929" y="325801"/>
                  <a:pt x="941558" y="323789"/>
                  <a:pt x="940643" y="321594"/>
                </a:cubicBezTo>
                <a:cubicBezTo>
                  <a:pt x="939729" y="319400"/>
                  <a:pt x="939272" y="317114"/>
                  <a:pt x="939272" y="314645"/>
                </a:cubicBezTo>
                <a:cubicBezTo>
                  <a:pt x="939272" y="312268"/>
                  <a:pt x="939729" y="309982"/>
                  <a:pt x="940643" y="307787"/>
                </a:cubicBezTo>
                <a:cubicBezTo>
                  <a:pt x="941558" y="305501"/>
                  <a:pt x="942929" y="303581"/>
                  <a:pt x="944575" y="301843"/>
                </a:cubicBezTo>
                <a:cubicBezTo>
                  <a:pt x="946313" y="300198"/>
                  <a:pt x="948233" y="298826"/>
                  <a:pt x="950519" y="297912"/>
                </a:cubicBezTo>
                <a:cubicBezTo>
                  <a:pt x="952713" y="296997"/>
                  <a:pt x="954999" y="296540"/>
                  <a:pt x="957377" y="296540"/>
                </a:cubicBezTo>
                <a:cubicBezTo>
                  <a:pt x="959846" y="296540"/>
                  <a:pt x="962132" y="296997"/>
                  <a:pt x="964326" y="297912"/>
                </a:cubicBezTo>
                <a:cubicBezTo>
                  <a:pt x="966612" y="298826"/>
                  <a:pt x="968532" y="300198"/>
                  <a:pt x="970270" y="301843"/>
                </a:cubicBezTo>
                <a:cubicBezTo>
                  <a:pt x="971916" y="303581"/>
                  <a:pt x="973287" y="305501"/>
                  <a:pt x="974202" y="307787"/>
                </a:cubicBezTo>
                <a:cubicBezTo>
                  <a:pt x="975116" y="309982"/>
                  <a:pt x="975573" y="312268"/>
                  <a:pt x="975573" y="314645"/>
                </a:cubicBezTo>
              </a:path>
              <a:path w="4143604" h="1079541">
                <a:moveTo>
                  <a:pt x="1327983" y="317663"/>
                </a:moveTo>
                <a:cubicBezTo>
                  <a:pt x="1327983" y="320131"/>
                  <a:pt x="1327526" y="322417"/>
                  <a:pt x="1326612" y="324612"/>
                </a:cubicBezTo>
                <a:cubicBezTo>
                  <a:pt x="1325697" y="326807"/>
                  <a:pt x="1324417" y="328818"/>
                  <a:pt x="1322680" y="330464"/>
                </a:cubicBezTo>
                <a:cubicBezTo>
                  <a:pt x="1321034" y="332202"/>
                  <a:pt x="1319022" y="333482"/>
                  <a:pt x="1316827" y="334396"/>
                </a:cubicBezTo>
                <a:cubicBezTo>
                  <a:pt x="1314633" y="335310"/>
                  <a:pt x="1312255" y="335768"/>
                  <a:pt x="1309878" y="335768"/>
                </a:cubicBezTo>
                <a:cubicBezTo>
                  <a:pt x="1307501" y="335768"/>
                  <a:pt x="1305123" y="335310"/>
                  <a:pt x="1302929" y="334396"/>
                </a:cubicBezTo>
                <a:cubicBezTo>
                  <a:pt x="1300734" y="333482"/>
                  <a:pt x="1298722" y="332202"/>
                  <a:pt x="1297076" y="330464"/>
                </a:cubicBezTo>
                <a:cubicBezTo>
                  <a:pt x="1295339" y="328818"/>
                  <a:pt x="1294059" y="326807"/>
                  <a:pt x="1293144" y="324612"/>
                </a:cubicBezTo>
                <a:cubicBezTo>
                  <a:pt x="1292230" y="322417"/>
                  <a:pt x="1291773" y="320131"/>
                  <a:pt x="1291773" y="317663"/>
                </a:cubicBezTo>
                <a:cubicBezTo>
                  <a:pt x="1291773" y="315285"/>
                  <a:pt x="1292230" y="312999"/>
                  <a:pt x="1293144" y="310805"/>
                </a:cubicBezTo>
                <a:cubicBezTo>
                  <a:pt x="1294059" y="308519"/>
                  <a:pt x="1295339" y="306598"/>
                  <a:pt x="1297076" y="304861"/>
                </a:cubicBezTo>
                <a:cubicBezTo>
                  <a:pt x="1298722" y="303215"/>
                  <a:pt x="1300734" y="301843"/>
                  <a:pt x="1302929" y="300929"/>
                </a:cubicBezTo>
                <a:cubicBezTo>
                  <a:pt x="1305123" y="300015"/>
                  <a:pt x="1307501" y="299557"/>
                  <a:pt x="1309878" y="299557"/>
                </a:cubicBezTo>
                <a:cubicBezTo>
                  <a:pt x="1312255" y="299557"/>
                  <a:pt x="1314633" y="300015"/>
                  <a:pt x="1316827" y="300929"/>
                </a:cubicBezTo>
                <a:cubicBezTo>
                  <a:pt x="1319022" y="301843"/>
                  <a:pt x="1321034" y="303215"/>
                  <a:pt x="1322680" y="304861"/>
                </a:cubicBezTo>
                <a:cubicBezTo>
                  <a:pt x="1324417" y="306598"/>
                  <a:pt x="1325697" y="308519"/>
                  <a:pt x="1326612" y="310805"/>
                </a:cubicBezTo>
                <a:cubicBezTo>
                  <a:pt x="1327526" y="312999"/>
                  <a:pt x="1327983" y="315285"/>
                  <a:pt x="1327983" y="317663"/>
                </a:cubicBezTo>
              </a:path>
              <a:path w="4143604" h="1079541">
                <a:moveTo>
                  <a:pt x="1554571" y="387248"/>
                </a:moveTo>
                <a:cubicBezTo>
                  <a:pt x="1554571" y="389626"/>
                  <a:pt x="1554114" y="391912"/>
                  <a:pt x="1553200" y="394106"/>
                </a:cubicBezTo>
                <a:cubicBezTo>
                  <a:pt x="1552285" y="396392"/>
                  <a:pt x="1551005" y="398313"/>
                  <a:pt x="1549268" y="400050"/>
                </a:cubicBezTo>
                <a:cubicBezTo>
                  <a:pt x="1547531" y="401696"/>
                  <a:pt x="1545610" y="402976"/>
                  <a:pt x="1543416" y="403890"/>
                </a:cubicBezTo>
                <a:cubicBezTo>
                  <a:pt x="1541130" y="404805"/>
                  <a:pt x="1538844" y="405262"/>
                  <a:pt x="1536466" y="405262"/>
                </a:cubicBezTo>
                <a:cubicBezTo>
                  <a:pt x="1533997" y="405262"/>
                  <a:pt x="1531711" y="404805"/>
                  <a:pt x="1529517" y="403890"/>
                </a:cubicBezTo>
                <a:cubicBezTo>
                  <a:pt x="1527231" y="402976"/>
                  <a:pt x="1525311" y="401696"/>
                  <a:pt x="1523573" y="400050"/>
                </a:cubicBezTo>
                <a:cubicBezTo>
                  <a:pt x="1521927" y="398313"/>
                  <a:pt x="1520647" y="396392"/>
                  <a:pt x="1519641" y="394106"/>
                </a:cubicBezTo>
                <a:cubicBezTo>
                  <a:pt x="1518727" y="391912"/>
                  <a:pt x="1518270" y="389626"/>
                  <a:pt x="1518270" y="387248"/>
                </a:cubicBezTo>
                <a:cubicBezTo>
                  <a:pt x="1518270" y="384780"/>
                  <a:pt x="1518727" y="382494"/>
                  <a:pt x="1519641" y="380299"/>
                </a:cubicBezTo>
                <a:cubicBezTo>
                  <a:pt x="1520647" y="378104"/>
                  <a:pt x="1521927" y="376093"/>
                  <a:pt x="1523573" y="374447"/>
                </a:cubicBezTo>
                <a:cubicBezTo>
                  <a:pt x="1525311" y="372709"/>
                  <a:pt x="1527231" y="371429"/>
                  <a:pt x="1529517" y="370515"/>
                </a:cubicBezTo>
                <a:cubicBezTo>
                  <a:pt x="1531711" y="369600"/>
                  <a:pt x="1533997" y="369143"/>
                  <a:pt x="1536466" y="369143"/>
                </a:cubicBezTo>
                <a:cubicBezTo>
                  <a:pt x="1538844" y="369143"/>
                  <a:pt x="1541130" y="369600"/>
                  <a:pt x="1543416" y="370515"/>
                </a:cubicBezTo>
                <a:cubicBezTo>
                  <a:pt x="1545610" y="371429"/>
                  <a:pt x="1547531" y="372709"/>
                  <a:pt x="1549268" y="374447"/>
                </a:cubicBezTo>
                <a:cubicBezTo>
                  <a:pt x="1551005" y="376093"/>
                  <a:pt x="1552285" y="378104"/>
                  <a:pt x="1553200" y="380299"/>
                </a:cubicBezTo>
                <a:cubicBezTo>
                  <a:pt x="1554114" y="382494"/>
                  <a:pt x="1554571" y="384780"/>
                  <a:pt x="1554571" y="387248"/>
                </a:cubicBezTo>
              </a:path>
              <a:path w="4143604" h="1079541">
                <a:moveTo>
                  <a:pt x="1877629" y="314554"/>
                </a:moveTo>
                <a:cubicBezTo>
                  <a:pt x="1877629" y="316931"/>
                  <a:pt x="1877172" y="319217"/>
                  <a:pt x="1876257" y="321503"/>
                </a:cubicBezTo>
                <a:cubicBezTo>
                  <a:pt x="1875343" y="323698"/>
                  <a:pt x="1873971" y="325618"/>
                  <a:pt x="1872325" y="327355"/>
                </a:cubicBezTo>
                <a:cubicBezTo>
                  <a:pt x="1870588" y="329001"/>
                  <a:pt x="1868668" y="330373"/>
                  <a:pt x="1866382" y="331287"/>
                </a:cubicBezTo>
                <a:cubicBezTo>
                  <a:pt x="1864187" y="332202"/>
                  <a:pt x="1861901" y="332659"/>
                  <a:pt x="1859432" y="332659"/>
                </a:cubicBezTo>
                <a:cubicBezTo>
                  <a:pt x="1857055" y="332659"/>
                  <a:pt x="1854769" y="332202"/>
                  <a:pt x="1852574" y="331287"/>
                </a:cubicBezTo>
                <a:cubicBezTo>
                  <a:pt x="1850288" y="330373"/>
                  <a:pt x="1848368" y="329001"/>
                  <a:pt x="1846631" y="327355"/>
                </a:cubicBezTo>
                <a:cubicBezTo>
                  <a:pt x="1844985" y="325618"/>
                  <a:pt x="1843613" y="323698"/>
                  <a:pt x="1842699" y="321503"/>
                </a:cubicBezTo>
                <a:cubicBezTo>
                  <a:pt x="1841784" y="319217"/>
                  <a:pt x="1841327" y="316931"/>
                  <a:pt x="1841327" y="314554"/>
                </a:cubicBezTo>
                <a:cubicBezTo>
                  <a:pt x="1841327" y="312176"/>
                  <a:pt x="1841784" y="309799"/>
                  <a:pt x="1842699" y="307604"/>
                </a:cubicBezTo>
                <a:cubicBezTo>
                  <a:pt x="1843613" y="305410"/>
                  <a:pt x="1844985" y="303398"/>
                  <a:pt x="1846631" y="301752"/>
                </a:cubicBezTo>
                <a:cubicBezTo>
                  <a:pt x="1848368" y="300015"/>
                  <a:pt x="1850288" y="298734"/>
                  <a:pt x="1852574" y="297820"/>
                </a:cubicBezTo>
                <a:cubicBezTo>
                  <a:pt x="1854769" y="296906"/>
                  <a:pt x="1857055" y="296448"/>
                  <a:pt x="1859432" y="296448"/>
                </a:cubicBezTo>
                <a:cubicBezTo>
                  <a:pt x="1861901" y="296448"/>
                  <a:pt x="1864187" y="296906"/>
                  <a:pt x="1866382" y="297820"/>
                </a:cubicBezTo>
                <a:cubicBezTo>
                  <a:pt x="1868668" y="298734"/>
                  <a:pt x="1870588" y="300015"/>
                  <a:pt x="1872325" y="301752"/>
                </a:cubicBezTo>
                <a:cubicBezTo>
                  <a:pt x="1873971" y="303398"/>
                  <a:pt x="1875343" y="305410"/>
                  <a:pt x="1876257" y="307604"/>
                </a:cubicBezTo>
                <a:cubicBezTo>
                  <a:pt x="1877172" y="309799"/>
                  <a:pt x="1877629" y="312176"/>
                  <a:pt x="1877629" y="314554"/>
                </a:cubicBezTo>
              </a:path>
              <a:path w="4143604" h="1079541">
                <a:moveTo>
                  <a:pt x="2281154" y="428122"/>
                </a:moveTo>
                <a:cubicBezTo>
                  <a:pt x="2281154" y="430591"/>
                  <a:pt x="2280696" y="432877"/>
                  <a:pt x="2279782" y="435072"/>
                </a:cubicBezTo>
                <a:cubicBezTo>
                  <a:pt x="2278868" y="437266"/>
                  <a:pt x="2277496" y="439278"/>
                  <a:pt x="2275850" y="440924"/>
                </a:cubicBezTo>
                <a:cubicBezTo>
                  <a:pt x="2274113" y="442661"/>
                  <a:pt x="2272193" y="443941"/>
                  <a:pt x="2269907" y="444856"/>
                </a:cubicBezTo>
                <a:cubicBezTo>
                  <a:pt x="2267712" y="445770"/>
                  <a:pt x="2265426" y="446227"/>
                  <a:pt x="2263049" y="446227"/>
                </a:cubicBezTo>
                <a:cubicBezTo>
                  <a:pt x="2260580" y="446227"/>
                  <a:pt x="2258294" y="445770"/>
                  <a:pt x="2256099" y="444856"/>
                </a:cubicBezTo>
                <a:cubicBezTo>
                  <a:pt x="2253813" y="443941"/>
                  <a:pt x="2251893" y="442661"/>
                  <a:pt x="2250156" y="440924"/>
                </a:cubicBezTo>
                <a:cubicBezTo>
                  <a:pt x="2248510" y="439278"/>
                  <a:pt x="2247138" y="437266"/>
                  <a:pt x="2246224" y="435072"/>
                </a:cubicBezTo>
                <a:cubicBezTo>
                  <a:pt x="2245309" y="432877"/>
                  <a:pt x="2244852" y="430591"/>
                  <a:pt x="2244852" y="428122"/>
                </a:cubicBezTo>
                <a:cubicBezTo>
                  <a:pt x="2244852" y="425745"/>
                  <a:pt x="2245309" y="423459"/>
                  <a:pt x="2246224" y="421264"/>
                </a:cubicBezTo>
                <a:cubicBezTo>
                  <a:pt x="2247138" y="418978"/>
                  <a:pt x="2248510" y="417058"/>
                  <a:pt x="2250156" y="415412"/>
                </a:cubicBezTo>
                <a:cubicBezTo>
                  <a:pt x="2251893" y="413675"/>
                  <a:pt x="2253813" y="412394"/>
                  <a:pt x="2256099" y="411480"/>
                </a:cubicBezTo>
                <a:cubicBezTo>
                  <a:pt x="2258294" y="410566"/>
                  <a:pt x="2260580" y="410108"/>
                  <a:pt x="2263049" y="410108"/>
                </a:cubicBezTo>
                <a:cubicBezTo>
                  <a:pt x="2265426" y="410108"/>
                  <a:pt x="2267712" y="410566"/>
                  <a:pt x="2269907" y="411480"/>
                </a:cubicBezTo>
                <a:cubicBezTo>
                  <a:pt x="2272193" y="412394"/>
                  <a:pt x="2274113" y="413675"/>
                  <a:pt x="2275850" y="415412"/>
                </a:cubicBezTo>
                <a:cubicBezTo>
                  <a:pt x="2277496" y="417058"/>
                  <a:pt x="2278868" y="418978"/>
                  <a:pt x="2279782" y="421264"/>
                </a:cubicBezTo>
                <a:cubicBezTo>
                  <a:pt x="2280696" y="423459"/>
                  <a:pt x="2281154" y="425745"/>
                  <a:pt x="2281154" y="428122"/>
                </a:cubicBezTo>
              </a:path>
              <a:path w="4143604" h="1079541">
                <a:moveTo>
                  <a:pt x="2470343" y="415595"/>
                </a:moveTo>
                <a:cubicBezTo>
                  <a:pt x="2470343" y="418064"/>
                  <a:pt x="2469886" y="420350"/>
                  <a:pt x="2468971" y="422544"/>
                </a:cubicBezTo>
                <a:cubicBezTo>
                  <a:pt x="2468057" y="424739"/>
                  <a:pt x="2466777" y="426750"/>
                  <a:pt x="2465040" y="428396"/>
                </a:cubicBezTo>
                <a:cubicBezTo>
                  <a:pt x="2463302" y="430134"/>
                  <a:pt x="2461382" y="431414"/>
                  <a:pt x="2459187" y="432328"/>
                </a:cubicBezTo>
                <a:cubicBezTo>
                  <a:pt x="2456901" y="433243"/>
                  <a:pt x="2454615" y="433700"/>
                  <a:pt x="2452238" y="433700"/>
                </a:cubicBezTo>
                <a:cubicBezTo>
                  <a:pt x="2449769" y="433700"/>
                  <a:pt x="2447483" y="433243"/>
                  <a:pt x="2445288" y="432328"/>
                </a:cubicBezTo>
                <a:cubicBezTo>
                  <a:pt x="2443002" y="431414"/>
                  <a:pt x="2441082" y="430134"/>
                  <a:pt x="2439345" y="428396"/>
                </a:cubicBezTo>
                <a:cubicBezTo>
                  <a:pt x="2437699" y="426750"/>
                  <a:pt x="2436327" y="424739"/>
                  <a:pt x="2435413" y="422544"/>
                </a:cubicBezTo>
                <a:cubicBezTo>
                  <a:pt x="2434499" y="420350"/>
                  <a:pt x="2434041" y="418064"/>
                  <a:pt x="2434041" y="415595"/>
                </a:cubicBezTo>
                <a:cubicBezTo>
                  <a:pt x="2434041" y="413217"/>
                  <a:pt x="2434499" y="410931"/>
                  <a:pt x="2435413" y="408737"/>
                </a:cubicBezTo>
                <a:cubicBezTo>
                  <a:pt x="2436327" y="406451"/>
                  <a:pt x="2437699" y="404531"/>
                  <a:pt x="2439345" y="402793"/>
                </a:cubicBezTo>
                <a:cubicBezTo>
                  <a:pt x="2441082" y="401147"/>
                  <a:pt x="2443002" y="399867"/>
                  <a:pt x="2445288" y="398953"/>
                </a:cubicBezTo>
                <a:cubicBezTo>
                  <a:pt x="2447483" y="397947"/>
                  <a:pt x="2449769" y="397490"/>
                  <a:pt x="2452238" y="397490"/>
                </a:cubicBezTo>
                <a:cubicBezTo>
                  <a:pt x="2454615" y="397490"/>
                  <a:pt x="2456901" y="397947"/>
                  <a:pt x="2459187" y="398953"/>
                </a:cubicBezTo>
                <a:cubicBezTo>
                  <a:pt x="2461382" y="399867"/>
                  <a:pt x="2463302" y="401147"/>
                  <a:pt x="2465040" y="402793"/>
                </a:cubicBezTo>
                <a:cubicBezTo>
                  <a:pt x="2466777" y="404531"/>
                  <a:pt x="2468057" y="406451"/>
                  <a:pt x="2468971" y="408737"/>
                </a:cubicBezTo>
                <a:cubicBezTo>
                  <a:pt x="2469886" y="410931"/>
                  <a:pt x="2470343" y="413217"/>
                  <a:pt x="2470343" y="415595"/>
                </a:cubicBezTo>
              </a:path>
              <a:path w="4143604" h="1079541">
                <a:moveTo>
                  <a:pt x="2789743" y="376458"/>
                </a:moveTo>
                <a:cubicBezTo>
                  <a:pt x="2789743" y="378836"/>
                  <a:pt x="2789286" y="381122"/>
                  <a:pt x="2788371" y="383316"/>
                </a:cubicBezTo>
                <a:cubicBezTo>
                  <a:pt x="2787457" y="385602"/>
                  <a:pt x="2786177" y="387523"/>
                  <a:pt x="2784439" y="389169"/>
                </a:cubicBezTo>
                <a:cubicBezTo>
                  <a:pt x="2782702" y="390906"/>
                  <a:pt x="2780782" y="392186"/>
                  <a:pt x="2778587" y="393101"/>
                </a:cubicBezTo>
                <a:cubicBezTo>
                  <a:pt x="2776301" y="394015"/>
                  <a:pt x="2774015" y="394472"/>
                  <a:pt x="2771638" y="394472"/>
                </a:cubicBezTo>
                <a:cubicBezTo>
                  <a:pt x="2769169" y="394472"/>
                  <a:pt x="2766883" y="394015"/>
                  <a:pt x="2764688" y="393101"/>
                </a:cubicBezTo>
                <a:cubicBezTo>
                  <a:pt x="2762494" y="392186"/>
                  <a:pt x="2760482" y="390906"/>
                  <a:pt x="2758745" y="389169"/>
                </a:cubicBezTo>
                <a:cubicBezTo>
                  <a:pt x="2757099" y="387523"/>
                  <a:pt x="2755819" y="385602"/>
                  <a:pt x="2754813" y="383316"/>
                </a:cubicBezTo>
                <a:cubicBezTo>
                  <a:pt x="2753898" y="381122"/>
                  <a:pt x="2753441" y="378836"/>
                  <a:pt x="2753441" y="376458"/>
                </a:cubicBezTo>
                <a:cubicBezTo>
                  <a:pt x="2753441" y="373990"/>
                  <a:pt x="2753898" y="371704"/>
                  <a:pt x="2754813" y="369509"/>
                </a:cubicBezTo>
                <a:cubicBezTo>
                  <a:pt x="2755819" y="367314"/>
                  <a:pt x="2757099" y="365303"/>
                  <a:pt x="2758745" y="363657"/>
                </a:cubicBezTo>
                <a:cubicBezTo>
                  <a:pt x="2760482" y="361920"/>
                  <a:pt x="2762494" y="360639"/>
                  <a:pt x="2764688" y="359725"/>
                </a:cubicBezTo>
                <a:cubicBezTo>
                  <a:pt x="2766883" y="358811"/>
                  <a:pt x="2769169" y="358353"/>
                  <a:pt x="2771638" y="358353"/>
                </a:cubicBezTo>
                <a:cubicBezTo>
                  <a:pt x="2774015" y="358353"/>
                  <a:pt x="2776301" y="358811"/>
                  <a:pt x="2778587" y="359725"/>
                </a:cubicBezTo>
                <a:cubicBezTo>
                  <a:pt x="2780782" y="360639"/>
                  <a:pt x="2782702" y="361920"/>
                  <a:pt x="2784439" y="363657"/>
                </a:cubicBezTo>
                <a:cubicBezTo>
                  <a:pt x="2786177" y="365303"/>
                  <a:pt x="2787457" y="367314"/>
                  <a:pt x="2788371" y="369509"/>
                </a:cubicBezTo>
                <a:cubicBezTo>
                  <a:pt x="2789286" y="371704"/>
                  <a:pt x="2789743" y="373990"/>
                  <a:pt x="2789743" y="376458"/>
                </a:cubicBezTo>
              </a:path>
              <a:path w="4143604" h="1079541">
                <a:moveTo>
                  <a:pt x="3155503" y="410840"/>
                </a:moveTo>
                <a:cubicBezTo>
                  <a:pt x="3155503" y="413309"/>
                  <a:pt x="3155046" y="415595"/>
                  <a:pt x="3154131" y="417789"/>
                </a:cubicBezTo>
                <a:cubicBezTo>
                  <a:pt x="3153217" y="419984"/>
                  <a:pt x="3151937" y="421996"/>
                  <a:pt x="3150199" y="423642"/>
                </a:cubicBezTo>
                <a:cubicBezTo>
                  <a:pt x="3148554" y="425379"/>
                  <a:pt x="3146542" y="426659"/>
                  <a:pt x="3144347" y="427573"/>
                </a:cubicBezTo>
                <a:cubicBezTo>
                  <a:pt x="3142061" y="428488"/>
                  <a:pt x="3139775" y="428945"/>
                  <a:pt x="3137398" y="428945"/>
                </a:cubicBezTo>
                <a:cubicBezTo>
                  <a:pt x="3135020" y="428945"/>
                  <a:pt x="3132643" y="428488"/>
                  <a:pt x="3130448" y="427573"/>
                </a:cubicBezTo>
                <a:cubicBezTo>
                  <a:pt x="3128254" y="426659"/>
                  <a:pt x="3126242" y="425379"/>
                  <a:pt x="3124596" y="423642"/>
                </a:cubicBezTo>
                <a:cubicBezTo>
                  <a:pt x="3122859" y="421996"/>
                  <a:pt x="3121579" y="419984"/>
                  <a:pt x="3120664" y="417789"/>
                </a:cubicBezTo>
                <a:cubicBezTo>
                  <a:pt x="3119658" y="415595"/>
                  <a:pt x="3119201" y="413309"/>
                  <a:pt x="3119201" y="410840"/>
                </a:cubicBezTo>
                <a:cubicBezTo>
                  <a:pt x="3119201" y="408462"/>
                  <a:pt x="3119658" y="406176"/>
                  <a:pt x="3120664" y="403982"/>
                </a:cubicBezTo>
                <a:cubicBezTo>
                  <a:pt x="3121579" y="401696"/>
                  <a:pt x="3122859" y="399776"/>
                  <a:pt x="3124596" y="398038"/>
                </a:cubicBezTo>
                <a:cubicBezTo>
                  <a:pt x="3126242" y="396392"/>
                  <a:pt x="3128254" y="395112"/>
                  <a:pt x="3130448" y="394106"/>
                </a:cubicBezTo>
                <a:cubicBezTo>
                  <a:pt x="3132643" y="393192"/>
                  <a:pt x="3135020" y="392735"/>
                  <a:pt x="3137398" y="392735"/>
                </a:cubicBezTo>
                <a:cubicBezTo>
                  <a:pt x="3139775" y="392735"/>
                  <a:pt x="3142061" y="393192"/>
                  <a:pt x="3144347" y="394106"/>
                </a:cubicBezTo>
                <a:cubicBezTo>
                  <a:pt x="3146542" y="395112"/>
                  <a:pt x="3148554" y="396392"/>
                  <a:pt x="3150199" y="398038"/>
                </a:cubicBezTo>
                <a:cubicBezTo>
                  <a:pt x="3151937" y="399776"/>
                  <a:pt x="3153217" y="401696"/>
                  <a:pt x="3154131" y="403982"/>
                </a:cubicBezTo>
                <a:cubicBezTo>
                  <a:pt x="3155046" y="406176"/>
                  <a:pt x="3155503" y="408462"/>
                  <a:pt x="3155503" y="410840"/>
                </a:cubicBezTo>
              </a:path>
              <a:path w="4143604" h="1079541">
                <a:moveTo>
                  <a:pt x="3375233" y="386608"/>
                </a:moveTo>
                <a:cubicBezTo>
                  <a:pt x="3375233" y="388986"/>
                  <a:pt x="3374776" y="391272"/>
                  <a:pt x="3373862" y="393558"/>
                </a:cubicBezTo>
                <a:cubicBezTo>
                  <a:pt x="3372947" y="395752"/>
                  <a:pt x="3371576" y="397673"/>
                  <a:pt x="3369930" y="399410"/>
                </a:cubicBezTo>
                <a:cubicBezTo>
                  <a:pt x="3368192" y="401056"/>
                  <a:pt x="3366272" y="402427"/>
                  <a:pt x="3363986" y="403342"/>
                </a:cubicBezTo>
                <a:cubicBezTo>
                  <a:pt x="3361792" y="404256"/>
                  <a:pt x="3359506" y="404713"/>
                  <a:pt x="3357128" y="404713"/>
                </a:cubicBezTo>
                <a:cubicBezTo>
                  <a:pt x="3354659" y="404713"/>
                  <a:pt x="3352373" y="404256"/>
                  <a:pt x="3350179" y="403342"/>
                </a:cubicBezTo>
                <a:cubicBezTo>
                  <a:pt x="3347893" y="402427"/>
                  <a:pt x="3345972" y="401056"/>
                  <a:pt x="3344235" y="399410"/>
                </a:cubicBezTo>
                <a:cubicBezTo>
                  <a:pt x="3342589" y="397673"/>
                  <a:pt x="3341218" y="395752"/>
                  <a:pt x="3340303" y="393558"/>
                </a:cubicBezTo>
                <a:cubicBezTo>
                  <a:pt x="3339389" y="391272"/>
                  <a:pt x="3338932" y="388986"/>
                  <a:pt x="3338932" y="386608"/>
                </a:cubicBezTo>
                <a:cubicBezTo>
                  <a:pt x="3338932" y="384231"/>
                  <a:pt x="3339389" y="381853"/>
                  <a:pt x="3340303" y="379659"/>
                </a:cubicBezTo>
                <a:cubicBezTo>
                  <a:pt x="3341218" y="377464"/>
                  <a:pt x="3342589" y="375544"/>
                  <a:pt x="3344235" y="373807"/>
                </a:cubicBezTo>
                <a:cubicBezTo>
                  <a:pt x="3345972" y="372069"/>
                  <a:pt x="3347893" y="370789"/>
                  <a:pt x="3350179" y="369875"/>
                </a:cubicBezTo>
                <a:cubicBezTo>
                  <a:pt x="3352373" y="368960"/>
                  <a:pt x="3354659" y="368503"/>
                  <a:pt x="3357128" y="368503"/>
                </a:cubicBezTo>
                <a:cubicBezTo>
                  <a:pt x="3359506" y="368503"/>
                  <a:pt x="3361792" y="368960"/>
                  <a:pt x="3363986" y="369875"/>
                </a:cubicBezTo>
                <a:cubicBezTo>
                  <a:pt x="3366272" y="370789"/>
                  <a:pt x="3368192" y="372069"/>
                  <a:pt x="3369930" y="373807"/>
                </a:cubicBezTo>
                <a:cubicBezTo>
                  <a:pt x="3371576" y="375544"/>
                  <a:pt x="3372947" y="377464"/>
                  <a:pt x="3373862" y="379659"/>
                </a:cubicBezTo>
                <a:cubicBezTo>
                  <a:pt x="3374776" y="381853"/>
                  <a:pt x="3375233" y="384231"/>
                  <a:pt x="3375233" y="386608"/>
                </a:cubicBezTo>
              </a:path>
              <a:path w="4143604" h="1079541">
                <a:moveTo>
                  <a:pt x="3742456" y="363840"/>
                </a:moveTo>
                <a:cubicBezTo>
                  <a:pt x="3742456" y="366217"/>
                  <a:pt x="3741999" y="368503"/>
                  <a:pt x="3741085" y="370698"/>
                </a:cubicBezTo>
                <a:cubicBezTo>
                  <a:pt x="3740170" y="372984"/>
                  <a:pt x="3738890" y="374904"/>
                  <a:pt x="3737153" y="376641"/>
                </a:cubicBezTo>
                <a:cubicBezTo>
                  <a:pt x="3735415" y="378287"/>
                  <a:pt x="3733495" y="379659"/>
                  <a:pt x="3731301" y="380573"/>
                </a:cubicBezTo>
                <a:cubicBezTo>
                  <a:pt x="3729015" y="381488"/>
                  <a:pt x="3726729" y="381945"/>
                  <a:pt x="3724351" y="381945"/>
                </a:cubicBezTo>
                <a:cubicBezTo>
                  <a:pt x="3721882" y="381945"/>
                  <a:pt x="3719596" y="381488"/>
                  <a:pt x="3717402" y="380573"/>
                </a:cubicBezTo>
                <a:cubicBezTo>
                  <a:pt x="3715207" y="379659"/>
                  <a:pt x="3713196" y="378287"/>
                  <a:pt x="3711458" y="376641"/>
                </a:cubicBezTo>
                <a:cubicBezTo>
                  <a:pt x="3709812" y="374904"/>
                  <a:pt x="3708532" y="372984"/>
                  <a:pt x="3707526" y="370698"/>
                </a:cubicBezTo>
                <a:cubicBezTo>
                  <a:pt x="3706612" y="368503"/>
                  <a:pt x="3706155" y="366217"/>
                  <a:pt x="3706155" y="363840"/>
                </a:cubicBezTo>
                <a:cubicBezTo>
                  <a:pt x="3706155" y="361371"/>
                  <a:pt x="3706612" y="359085"/>
                  <a:pt x="3707526" y="356890"/>
                </a:cubicBezTo>
                <a:cubicBezTo>
                  <a:pt x="3708532" y="354696"/>
                  <a:pt x="3709812" y="352684"/>
                  <a:pt x="3711458" y="351038"/>
                </a:cubicBezTo>
                <a:cubicBezTo>
                  <a:pt x="3713196" y="349301"/>
                  <a:pt x="3715207" y="348021"/>
                  <a:pt x="3717402" y="347106"/>
                </a:cubicBezTo>
                <a:cubicBezTo>
                  <a:pt x="3719596" y="346192"/>
                  <a:pt x="3721882" y="345735"/>
                  <a:pt x="3724351" y="345735"/>
                </a:cubicBezTo>
                <a:cubicBezTo>
                  <a:pt x="3726729" y="345735"/>
                  <a:pt x="3729015" y="346192"/>
                  <a:pt x="3731301" y="347106"/>
                </a:cubicBezTo>
                <a:cubicBezTo>
                  <a:pt x="3733495" y="348021"/>
                  <a:pt x="3735415" y="349301"/>
                  <a:pt x="3737153" y="351038"/>
                </a:cubicBezTo>
                <a:cubicBezTo>
                  <a:pt x="3738890" y="352684"/>
                  <a:pt x="3740170" y="354696"/>
                  <a:pt x="3741085" y="356890"/>
                </a:cubicBezTo>
                <a:cubicBezTo>
                  <a:pt x="3741999" y="359085"/>
                  <a:pt x="3742456" y="361371"/>
                  <a:pt x="3742456" y="363840"/>
                </a:cubicBezTo>
              </a:path>
              <a:path w="4143604" h="1079541">
                <a:moveTo>
                  <a:pt x="4143604" y="344546"/>
                </a:moveTo>
                <a:cubicBezTo>
                  <a:pt x="4143604" y="347015"/>
                  <a:pt x="4143146" y="349301"/>
                  <a:pt x="4142232" y="351495"/>
                </a:cubicBezTo>
                <a:cubicBezTo>
                  <a:pt x="4141318" y="353690"/>
                  <a:pt x="4140037" y="355702"/>
                  <a:pt x="4138300" y="357348"/>
                </a:cubicBezTo>
                <a:cubicBezTo>
                  <a:pt x="4136654" y="359085"/>
                  <a:pt x="4134642" y="360365"/>
                  <a:pt x="4132448" y="361279"/>
                </a:cubicBezTo>
                <a:cubicBezTo>
                  <a:pt x="4130253" y="362194"/>
                  <a:pt x="4127876" y="362651"/>
                  <a:pt x="4125498" y="362651"/>
                </a:cubicBezTo>
                <a:cubicBezTo>
                  <a:pt x="4123121" y="362651"/>
                  <a:pt x="4120744" y="362194"/>
                  <a:pt x="4118549" y="361279"/>
                </a:cubicBezTo>
                <a:cubicBezTo>
                  <a:pt x="4116354" y="360365"/>
                  <a:pt x="4114343" y="359085"/>
                  <a:pt x="4112697" y="357348"/>
                </a:cubicBezTo>
                <a:cubicBezTo>
                  <a:pt x="4110960" y="355702"/>
                  <a:pt x="4109679" y="353690"/>
                  <a:pt x="4108765" y="351495"/>
                </a:cubicBezTo>
                <a:cubicBezTo>
                  <a:pt x="4107851" y="349301"/>
                  <a:pt x="4107393" y="347015"/>
                  <a:pt x="4107393" y="344546"/>
                </a:cubicBezTo>
                <a:cubicBezTo>
                  <a:pt x="4107393" y="342168"/>
                  <a:pt x="4107851" y="339882"/>
                  <a:pt x="4108765" y="337688"/>
                </a:cubicBezTo>
                <a:cubicBezTo>
                  <a:pt x="4109679" y="335402"/>
                  <a:pt x="4110960" y="333482"/>
                  <a:pt x="4112697" y="331744"/>
                </a:cubicBezTo>
                <a:cubicBezTo>
                  <a:pt x="4114343" y="330098"/>
                  <a:pt x="4116354" y="328727"/>
                  <a:pt x="4118549" y="327812"/>
                </a:cubicBezTo>
                <a:cubicBezTo>
                  <a:pt x="4120744" y="326898"/>
                  <a:pt x="4123121" y="326441"/>
                  <a:pt x="4125498" y="326441"/>
                </a:cubicBezTo>
                <a:cubicBezTo>
                  <a:pt x="4127876" y="326441"/>
                  <a:pt x="4130253" y="326898"/>
                  <a:pt x="4132448" y="327812"/>
                </a:cubicBezTo>
                <a:cubicBezTo>
                  <a:pt x="4134642" y="328727"/>
                  <a:pt x="4136654" y="330098"/>
                  <a:pt x="4138300" y="331744"/>
                </a:cubicBezTo>
                <a:cubicBezTo>
                  <a:pt x="4140037" y="333482"/>
                  <a:pt x="4141318" y="335402"/>
                  <a:pt x="4142232" y="337688"/>
                </a:cubicBezTo>
                <a:cubicBezTo>
                  <a:pt x="4143146" y="339882"/>
                  <a:pt x="4143604" y="342168"/>
                  <a:pt x="4143604" y="344546"/>
                </a:cubicBezTo>
              </a:path>
              <a:path w="4143604" h="1079541">
                <a:moveTo>
                  <a:pt x="38679" y="45994"/>
                </a:moveTo>
                <a:cubicBezTo>
                  <a:pt x="38679" y="48372"/>
                  <a:pt x="38222" y="50658"/>
                  <a:pt x="37308" y="52944"/>
                </a:cubicBezTo>
                <a:cubicBezTo>
                  <a:pt x="36393" y="55138"/>
                  <a:pt x="35113" y="57059"/>
                  <a:pt x="33376" y="58796"/>
                </a:cubicBezTo>
                <a:cubicBezTo>
                  <a:pt x="31730" y="60442"/>
                  <a:pt x="29718" y="61813"/>
                  <a:pt x="27523" y="62728"/>
                </a:cubicBezTo>
                <a:cubicBezTo>
                  <a:pt x="25237" y="63642"/>
                  <a:pt x="22951" y="64099"/>
                  <a:pt x="20574" y="64099"/>
                </a:cubicBezTo>
                <a:cubicBezTo>
                  <a:pt x="18197" y="64099"/>
                  <a:pt x="15819" y="63642"/>
                  <a:pt x="13625" y="62728"/>
                </a:cubicBezTo>
                <a:cubicBezTo>
                  <a:pt x="11430" y="61813"/>
                  <a:pt x="9418" y="60442"/>
                  <a:pt x="7772" y="58796"/>
                </a:cubicBezTo>
                <a:cubicBezTo>
                  <a:pt x="6035" y="57059"/>
                  <a:pt x="4755" y="55138"/>
                  <a:pt x="3840" y="52944"/>
                </a:cubicBezTo>
                <a:cubicBezTo>
                  <a:pt x="2835" y="50658"/>
                  <a:pt x="2377" y="48372"/>
                  <a:pt x="2377" y="45994"/>
                </a:cubicBezTo>
                <a:cubicBezTo>
                  <a:pt x="2377" y="43617"/>
                  <a:pt x="2835" y="41239"/>
                  <a:pt x="3840" y="39045"/>
                </a:cubicBezTo>
                <a:cubicBezTo>
                  <a:pt x="4755" y="36850"/>
                  <a:pt x="6035" y="34930"/>
                  <a:pt x="7772" y="33193"/>
                </a:cubicBezTo>
                <a:cubicBezTo>
                  <a:pt x="9418" y="31455"/>
                  <a:pt x="11430" y="30175"/>
                  <a:pt x="13625" y="29261"/>
                </a:cubicBezTo>
                <a:cubicBezTo>
                  <a:pt x="15819" y="28346"/>
                  <a:pt x="18197" y="27889"/>
                  <a:pt x="20574" y="27889"/>
                </a:cubicBezTo>
                <a:cubicBezTo>
                  <a:pt x="22951" y="27889"/>
                  <a:pt x="25237" y="28346"/>
                  <a:pt x="27523" y="29261"/>
                </a:cubicBezTo>
                <a:cubicBezTo>
                  <a:pt x="29718" y="30175"/>
                  <a:pt x="31730" y="31455"/>
                  <a:pt x="33376" y="33193"/>
                </a:cubicBezTo>
                <a:cubicBezTo>
                  <a:pt x="35113" y="34930"/>
                  <a:pt x="36393" y="36850"/>
                  <a:pt x="37308" y="39045"/>
                </a:cubicBezTo>
                <a:cubicBezTo>
                  <a:pt x="38222" y="41239"/>
                  <a:pt x="38679" y="43617"/>
                  <a:pt x="38679" y="45994"/>
                </a:cubicBezTo>
              </a:path>
              <a:path w="4143604" h="1079541">
                <a:moveTo>
                  <a:pt x="374172" y="133228"/>
                </a:moveTo>
                <a:cubicBezTo>
                  <a:pt x="374172" y="135697"/>
                  <a:pt x="373715" y="137983"/>
                  <a:pt x="372801" y="140178"/>
                </a:cubicBezTo>
                <a:cubicBezTo>
                  <a:pt x="371886" y="142372"/>
                  <a:pt x="370515" y="144384"/>
                  <a:pt x="368869" y="146030"/>
                </a:cubicBezTo>
                <a:cubicBezTo>
                  <a:pt x="367132" y="147767"/>
                  <a:pt x="365211" y="149047"/>
                  <a:pt x="362925" y="149962"/>
                </a:cubicBezTo>
                <a:cubicBezTo>
                  <a:pt x="360731" y="150876"/>
                  <a:pt x="358445" y="151333"/>
                  <a:pt x="356067" y="151333"/>
                </a:cubicBezTo>
                <a:cubicBezTo>
                  <a:pt x="353598" y="151333"/>
                  <a:pt x="351312" y="150876"/>
                  <a:pt x="349118" y="149962"/>
                </a:cubicBezTo>
                <a:cubicBezTo>
                  <a:pt x="346832" y="149047"/>
                  <a:pt x="344912" y="147767"/>
                  <a:pt x="343174" y="146030"/>
                </a:cubicBezTo>
                <a:cubicBezTo>
                  <a:pt x="341528" y="144384"/>
                  <a:pt x="340157" y="142372"/>
                  <a:pt x="339242" y="140178"/>
                </a:cubicBezTo>
                <a:cubicBezTo>
                  <a:pt x="338328" y="137983"/>
                  <a:pt x="337871" y="135697"/>
                  <a:pt x="337871" y="133228"/>
                </a:cubicBezTo>
                <a:cubicBezTo>
                  <a:pt x="337871" y="130851"/>
                  <a:pt x="338328" y="128565"/>
                  <a:pt x="339242" y="126370"/>
                </a:cubicBezTo>
                <a:cubicBezTo>
                  <a:pt x="340157" y="124084"/>
                  <a:pt x="341528" y="122164"/>
                  <a:pt x="343174" y="120426"/>
                </a:cubicBezTo>
                <a:cubicBezTo>
                  <a:pt x="344912" y="118781"/>
                  <a:pt x="346832" y="117500"/>
                  <a:pt x="349118" y="116586"/>
                </a:cubicBezTo>
                <a:cubicBezTo>
                  <a:pt x="351312" y="115672"/>
                  <a:pt x="353598" y="115214"/>
                  <a:pt x="356067" y="115214"/>
                </a:cubicBezTo>
                <a:cubicBezTo>
                  <a:pt x="358445" y="115214"/>
                  <a:pt x="360731" y="115672"/>
                  <a:pt x="362925" y="116586"/>
                </a:cubicBezTo>
                <a:cubicBezTo>
                  <a:pt x="365211" y="117500"/>
                  <a:pt x="367132" y="118781"/>
                  <a:pt x="368869" y="120426"/>
                </a:cubicBezTo>
                <a:cubicBezTo>
                  <a:pt x="370515" y="122164"/>
                  <a:pt x="371886" y="124084"/>
                  <a:pt x="372801" y="126370"/>
                </a:cubicBezTo>
                <a:cubicBezTo>
                  <a:pt x="373715" y="128565"/>
                  <a:pt x="374172" y="130851"/>
                  <a:pt x="374172" y="133228"/>
                </a:cubicBezTo>
              </a:path>
              <a:path w="4143604" h="1079541">
                <a:moveTo>
                  <a:pt x="719358" y="20848"/>
                </a:moveTo>
                <a:cubicBezTo>
                  <a:pt x="719358" y="23226"/>
                  <a:pt x="718901" y="25512"/>
                  <a:pt x="717987" y="27798"/>
                </a:cubicBezTo>
                <a:cubicBezTo>
                  <a:pt x="717072" y="29992"/>
                  <a:pt x="715792" y="31913"/>
                  <a:pt x="714055" y="33650"/>
                </a:cubicBezTo>
                <a:cubicBezTo>
                  <a:pt x="712318" y="35387"/>
                  <a:pt x="710397" y="36667"/>
                  <a:pt x="708203" y="37582"/>
                </a:cubicBezTo>
                <a:cubicBezTo>
                  <a:pt x="705917" y="38496"/>
                  <a:pt x="703631" y="38953"/>
                  <a:pt x="701253" y="38953"/>
                </a:cubicBezTo>
                <a:cubicBezTo>
                  <a:pt x="698784" y="38953"/>
                  <a:pt x="696498" y="38496"/>
                  <a:pt x="694304" y="37582"/>
                </a:cubicBezTo>
                <a:cubicBezTo>
                  <a:pt x="692109" y="36667"/>
                  <a:pt x="690098" y="35387"/>
                  <a:pt x="688452" y="33650"/>
                </a:cubicBezTo>
                <a:cubicBezTo>
                  <a:pt x="686714" y="31913"/>
                  <a:pt x="685434" y="29992"/>
                  <a:pt x="684520" y="27798"/>
                </a:cubicBezTo>
                <a:cubicBezTo>
                  <a:pt x="683514" y="25512"/>
                  <a:pt x="683057" y="23226"/>
                  <a:pt x="683057" y="20848"/>
                </a:cubicBezTo>
                <a:cubicBezTo>
                  <a:pt x="683057" y="18471"/>
                  <a:pt x="683514" y="16185"/>
                  <a:pt x="684520" y="13899"/>
                </a:cubicBezTo>
                <a:cubicBezTo>
                  <a:pt x="685434" y="11704"/>
                  <a:pt x="686714" y="9784"/>
                  <a:pt x="688452" y="8047"/>
                </a:cubicBezTo>
                <a:cubicBezTo>
                  <a:pt x="690098" y="6309"/>
                  <a:pt x="692109" y="5029"/>
                  <a:pt x="694304" y="4115"/>
                </a:cubicBezTo>
                <a:cubicBezTo>
                  <a:pt x="696498" y="3200"/>
                  <a:pt x="698784" y="2743"/>
                  <a:pt x="701253" y="2743"/>
                </a:cubicBezTo>
                <a:cubicBezTo>
                  <a:pt x="703631" y="2743"/>
                  <a:pt x="705917" y="3200"/>
                  <a:pt x="708203" y="4115"/>
                </a:cubicBezTo>
                <a:cubicBezTo>
                  <a:pt x="710397" y="5029"/>
                  <a:pt x="712318" y="6309"/>
                  <a:pt x="714055" y="8047"/>
                </a:cubicBezTo>
                <a:cubicBezTo>
                  <a:pt x="715792" y="9784"/>
                  <a:pt x="717072" y="11704"/>
                  <a:pt x="717987" y="13899"/>
                </a:cubicBezTo>
                <a:cubicBezTo>
                  <a:pt x="718901" y="16185"/>
                  <a:pt x="719358" y="18471"/>
                  <a:pt x="719358" y="20848"/>
                </a:cubicBezTo>
              </a:path>
              <a:path w="4143604" h="1079541">
                <a:moveTo>
                  <a:pt x="1026048" y="18105"/>
                </a:moveTo>
                <a:cubicBezTo>
                  <a:pt x="1026048" y="20483"/>
                  <a:pt x="1025591" y="22769"/>
                  <a:pt x="1024677" y="25055"/>
                </a:cubicBezTo>
                <a:cubicBezTo>
                  <a:pt x="1023762" y="27249"/>
                  <a:pt x="1022482" y="29169"/>
                  <a:pt x="1020745" y="30907"/>
                </a:cubicBezTo>
                <a:cubicBezTo>
                  <a:pt x="1019099" y="32553"/>
                  <a:pt x="1017087" y="33924"/>
                  <a:pt x="1014893" y="34839"/>
                </a:cubicBezTo>
                <a:cubicBezTo>
                  <a:pt x="1012698" y="35753"/>
                  <a:pt x="1010321" y="36210"/>
                  <a:pt x="1007943" y="36210"/>
                </a:cubicBezTo>
                <a:cubicBezTo>
                  <a:pt x="1005566" y="36210"/>
                  <a:pt x="1003188" y="35753"/>
                  <a:pt x="1000994" y="34839"/>
                </a:cubicBezTo>
                <a:cubicBezTo>
                  <a:pt x="998799" y="33924"/>
                  <a:pt x="996787" y="32553"/>
                  <a:pt x="995142" y="30907"/>
                </a:cubicBezTo>
                <a:cubicBezTo>
                  <a:pt x="993404" y="29169"/>
                  <a:pt x="992124" y="27249"/>
                  <a:pt x="991210" y="25055"/>
                </a:cubicBezTo>
                <a:cubicBezTo>
                  <a:pt x="990295" y="22769"/>
                  <a:pt x="989838" y="20483"/>
                  <a:pt x="989838" y="18105"/>
                </a:cubicBezTo>
                <a:cubicBezTo>
                  <a:pt x="989838" y="15728"/>
                  <a:pt x="990295" y="13350"/>
                  <a:pt x="991210" y="11156"/>
                </a:cubicBezTo>
                <a:cubicBezTo>
                  <a:pt x="992124" y="8961"/>
                  <a:pt x="993404" y="7041"/>
                  <a:pt x="995142" y="5304"/>
                </a:cubicBezTo>
                <a:cubicBezTo>
                  <a:pt x="996787" y="3566"/>
                  <a:pt x="998799" y="2286"/>
                  <a:pt x="1000994" y="1372"/>
                </a:cubicBezTo>
                <a:cubicBezTo>
                  <a:pt x="1003188" y="457"/>
                  <a:pt x="1005566" y="0"/>
                  <a:pt x="1007943" y="0"/>
                </a:cubicBezTo>
                <a:cubicBezTo>
                  <a:pt x="1010321" y="0"/>
                  <a:pt x="1012698" y="457"/>
                  <a:pt x="1014893" y="1372"/>
                </a:cubicBezTo>
                <a:cubicBezTo>
                  <a:pt x="1017087" y="2286"/>
                  <a:pt x="1019099" y="3566"/>
                  <a:pt x="1020745" y="5304"/>
                </a:cubicBezTo>
                <a:cubicBezTo>
                  <a:pt x="1022482" y="7041"/>
                  <a:pt x="1023762" y="8961"/>
                  <a:pt x="1024677" y="11156"/>
                </a:cubicBezTo>
                <a:cubicBezTo>
                  <a:pt x="1025591" y="13350"/>
                  <a:pt x="1026048" y="15728"/>
                  <a:pt x="1026048" y="18105"/>
                </a:cubicBezTo>
              </a:path>
              <a:path w="4143604" h="1079541">
                <a:moveTo>
                  <a:pt x="1261689" y="79919"/>
                </a:moveTo>
                <a:cubicBezTo>
                  <a:pt x="1261689" y="82296"/>
                  <a:pt x="1261232" y="84582"/>
                  <a:pt x="1260318" y="86868"/>
                </a:cubicBezTo>
                <a:cubicBezTo>
                  <a:pt x="1259403" y="89063"/>
                  <a:pt x="1258123" y="90983"/>
                  <a:pt x="1256386" y="92720"/>
                </a:cubicBezTo>
                <a:cubicBezTo>
                  <a:pt x="1254740" y="94366"/>
                  <a:pt x="1252728" y="95738"/>
                  <a:pt x="1250533" y="96652"/>
                </a:cubicBezTo>
                <a:cubicBezTo>
                  <a:pt x="1248247" y="97566"/>
                  <a:pt x="1245961" y="98024"/>
                  <a:pt x="1243584" y="98024"/>
                </a:cubicBezTo>
                <a:cubicBezTo>
                  <a:pt x="1241207" y="98024"/>
                  <a:pt x="1238829" y="97566"/>
                  <a:pt x="1236635" y="96652"/>
                </a:cubicBezTo>
                <a:cubicBezTo>
                  <a:pt x="1234440" y="95738"/>
                  <a:pt x="1232428" y="94366"/>
                  <a:pt x="1230782" y="92720"/>
                </a:cubicBezTo>
                <a:cubicBezTo>
                  <a:pt x="1229045" y="90983"/>
                  <a:pt x="1227765" y="89063"/>
                  <a:pt x="1226850" y="86868"/>
                </a:cubicBezTo>
                <a:cubicBezTo>
                  <a:pt x="1225936" y="84582"/>
                  <a:pt x="1225387" y="82296"/>
                  <a:pt x="1225387" y="79919"/>
                </a:cubicBezTo>
                <a:cubicBezTo>
                  <a:pt x="1225387" y="77541"/>
                  <a:pt x="1225936" y="75164"/>
                  <a:pt x="1226850" y="72969"/>
                </a:cubicBezTo>
                <a:cubicBezTo>
                  <a:pt x="1227765" y="70775"/>
                  <a:pt x="1229045" y="68763"/>
                  <a:pt x="1230782" y="67117"/>
                </a:cubicBezTo>
                <a:cubicBezTo>
                  <a:pt x="1232428" y="65380"/>
                  <a:pt x="1234440" y="64099"/>
                  <a:pt x="1236635" y="63185"/>
                </a:cubicBezTo>
                <a:cubicBezTo>
                  <a:pt x="1238829" y="62271"/>
                  <a:pt x="1241207" y="61813"/>
                  <a:pt x="1243584" y="61813"/>
                </a:cubicBezTo>
                <a:cubicBezTo>
                  <a:pt x="1245961" y="61813"/>
                  <a:pt x="1248247" y="62271"/>
                  <a:pt x="1250533" y="63185"/>
                </a:cubicBezTo>
                <a:cubicBezTo>
                  <a:pt x="1252728" y="64099"/>
                  <a:pt x="1254740" y="65380"/>
                  <a:pt x="1256386" y="67117"/>
                </a:cubicBezTo>
                <a:cubicBezTo>
                  <a:pt x="1258123" y="68763"/>
                  <a:pt x="1259403" y="70775"/>
                  <a:pt x="1260318" y="72969"/>
                </a:cubicBezTo>
                <a:cubicBezTo>
                  <a:pt x="1261232" y="75164"/>
                  <a:pt x="1261689" y="77541"/>
                  <a:pt x="1261689" y="79919"/>
                </a:cubicBezTo>
              </a:path>
              <a:path w="4143604" h="1079541">
                <a:moveTo>
                  <a:pt x="1527414" y="43434"/>
                </a:moveTo>
                <a:cubicBezTo>
                  <a:pt x="1527414" y="45811"/>
                  <a:pt x="1526957" y="48189"/>
                  <a:pt x="1526042" y="50383"/>
                </a:cubicBezTo>
                <a:cubicBezTo>
                  <a:pt x="1525128" y="52578"/>
                  <a:pt x="1523848" y="54498"/>
                  <a:pt x="1522110" y="56236"/>
                </a:cubicBezTo>
                <a:cubicBezTo>
                  <a:pt x="1520464" y="57973"/>
                  <a:pt x="1518453" y="59253"/>
                  <a:pt x="1516258" y="60168"/>
                </a:cubicBezTo>
                <a:cubicBezTo>
                  <a:pt x="1513972" y="61082"/>
                  <a:pt x="1511686" y="61539"/>
                  <a:pt x="1509309" y="61539"/>
                </a:cubicBezTo>
                <a:cubicBezTo>
                  <a:pt x="1506931" y="61539"/>
                  <a:pt x="1504554" y="61082"/>
                  <a:pt x="1502359" y="60168"/>
                </a:cubicBezTo>
                <a:cubicBezTo>
                  <a:pt x="1500165" y="59253"/>
                  <a:pt x="1498153" y="57973"/>
                  <a:pt x="1496507" y="56236"/>
                </a:cubicBezTo>
                <a:cubicBezTo>
                  <a:pt x="1494770" y="54498"/>
                  <a:pt x="1493490" y="52578"/>
                  <a:pt x="1492575" y="50383"/>
                </a:cubicBezTo>
                <a:cubicBezTo>
                  <a:pt x="1491661" y="48189"/>
                  <a:pt x="1491112" y="45811"/>
                  <a:pt x="1491112" y="43434"/>
                </a:cubicBezTo>
                <a:cubicBezTo>
                  <a:pt x="1491112" y="41057"/>
                  <a:pt x="1491661" y="38771"/>
                  <a:pt x="1492575" y="36485"/>
                </a:cubicBezTo>
                <a:cubicBezTo>
                  <a:pt x="1493490" y="34290"/>
                  <a:pt x="1494770" y="32370"/>
                  <a:pt x="1496507" y="30632"/>
                </a:cubicBezTo>
                <a:cubicBezTo>
                  <a:pt x="1498153" y="28986"/>
                  <a:pt x="1500165" y="27615"/>
                  <a:pt x="1502359" y="26700"/>
                </a:cubicBezTo>
                <a:cubicBezTo>
                  <a:pt x="1504554" y="25786"/>
                  <a:pt x="1506931" y="25329"/>
                  <a:pt x="1509309" y="25329"/>
                </a:cubicBezTo>
                <a:cubicBezTo>
                  <a:pt x="1511686" y="25329"/>
                  <a:pt x="1513972" y="25786"/>
                  <a:pt x="1516258" y="26700"/>
                </a:cubicBezTo>
                <a:cubicBezTo>
                  <a:pt x="1518453" y="27615"/>
                  <a:pt x="1520464" y="28986"/>
                  <a:pt x="1522110" y="30632"/>
                </a:cubicBezTo>
                <a:cubicBezTo>
                  <a:pt x="1523848" y="32370"/>
                  <a:pt x="1525128" y="34290"/>
                  <a:pt x="1526042" y="36485"/>
                </a:cubicBezTo>
                <a:cubicBezTo>
                  <a:pt x="1526957" y="38771"/>
                  <a:pt x="1527414" y="41057"/>
                  <a:pt x="1527414" y="43434"/>
                </a:cubicBezTo>
              </a:path>
              <a:path w="4143604" h="1079541">
                <a:moveTo>
                  <a:pt x="1831635" y="131216"/>
                </a:moveTo>
                <a:cubicBezTo>
                  <a:pt x="1831635" y="133685"/>
                  <a:pt x="1831177" y="135971"/>
                  <a:pt x="1830172" y="138166"/>
                </a:cubicBezTo>
                <a:cubicBezTo>
                  <a:pt x="1829257" y="140360"/>
                  <a:pt x="1827977" y="142372"/>
                  <a:pt x="1826240" y="144018"/>
                </a:cubicBezTo>
                <a:cubicBezTo>
                  <a:pt x="1824594" y="145755"/>
                  <a:pt x="1822582" y="147036"/>
                  <a:pt x="1820388" y="147950"/>
                </a:cubicBezTo>
                <a:cubicBezTo>
                  <a:pt x="1818193" y="148864"/>
                  <a:pt x="1815816" y="149322"/>
                  <a:pt x="1813438" y="149322"/>
                </a:cubicBezTo>
                <a:cubicBezTo>
                  <a:pt x="1811061" y="149322"/>
                  <a:pt x="1808775" y="148864"/>
                  <a:pt x="1806489" y="147950"/>
                </a:cubicBezTo>
                <a:cubicBezTo>
                  <a:pt x="1804294" y="147036"/>
                  <a:pt x="1802374" y="145755"/>
                  <a:pt x="1800636" y="144018"/>
                </a:cubicBezTo>
                <a:cubicBezTo>
                  <a:pt x="1798899" y="142372"/>
                  <a:pt x="1797619" y="140360"/>
                  <a:pt x="1796705" y="138166"/>
                </a:cubicBezTo>
                <a:cubicBezTo>
                  <a:pt x="1795790" y="135971"/>
                  <a:pt x="1795333" y="133685"/>
                  <a:pt x="1795333" y="131216"/>
                </a:cubicBezTo>
                <a:cubicBezTo>
                  <a:pt x="1795333" y="128839"/>
                  <a:pt x="1795790" y="126553"/>
                  <a:pt x="1796705" y="124358"/>
                </a:cubicBezTo>
                <a:cubicBezTo>
                  <a:pt x="1797619" y="122072"/>
                  <a:pt x="1798899" y="120152"/>
                  <a:pt x="1800636" y="118415"/>
                </a:cubicBezTo>
                <a:cubicBezTo>
                  <a:pt x="1802374" y="116769"/>
                  <a:pt x="1804294" y="115489"/>
                  <a:pt x="1806489" y="114574"/>
                </a:cubicBezTo>
                <a:cubicBezTo>
                  <a:pt x="1808775" y="113660"/>
                  <a:pt x="1811061" y="113203"/>
                  <a:pt x="1813438" y="113203"/>
                </a:cubicBezTo>
                <a:cubicBezTo>
                  <a:pt x="1815816" y="113203"/>
                  <a:pt x="1818193" y="113660"/>
                  <a:pt x="1820388" y="114574"/>
                </a:cubicBezTo>
                <a:cubicBezTo>
                  <a:pt x="1822582" y="115489"/>
                  <a:pt x="1824594" y="116769"/>
                  <a:pt x="1826240" y="118415"/>
                </a:cubicBezTo>
                <a:cubicBezTo>
                  <a:pt x="1827977" y="120152"/>
                  <a:pt x="1829257" y="122072"/>
                  <a:pt x="1830172" y="124358"/>
                </a:cubicBezTo>
                <a:cubicBezTo>
                  <a:pt x="1831177" y="126553"/>
                  <a:pt x="1831635" y="128839"/>
                  <a:pt x="1831635" y="131216"/>
                </a:cubicBezTo>
              </a:path>
              <a:path w="4143604" h="1079541">
                <a:moveTo>
                  <a:pt x="2164842" y="116586"/>
                </a:moveTo>
                <a:cubicBezTo>
                  <a:pt x="2164842" y="118963"/>
                  <a:pt x="2164385" y="121249"/>
                  <a:pt x="2163470" y="123535"/>
                </a:cubicBezTo>
                <a:cubicBezTo>
                  <a:pt x="2162556" y="125730"/>
                  <a:pt x="2161276" y="127650"/>
                  <a:pt x="2159538" y="129388"/>
                </a:cubicBezTo>
                <a:cubicBezTo>
                  <a:pt x="2157801" y="131034"/>
                  <a:pt x="2155881" y="132405"/>
                  <a:pt x="2153686" y="133320"/>
                </a:cubicBezTo>
                <a:cubicBezTo>
                  <a:pt x="2151400" y="134234"/>
                  <a:pt x="2149114" y="134691"/>
                  <a:pt x="2146737" y="134691"/>
                </a:cubicBezTo>
                <a:cubicBezTo>
                  <a:pt x="2144268" y="134691"/>
                  <a:pt x="2141982" y="134234"/>
                  <a:pt x="2139787" y="133320"/>
                </a:cubicBezTo>
                <a:cubicBezTo>
                  <a:pt x="2137501" y="132405"/>
                  <a:pt x="2135581" y="131034"/>
                  <a:pt x="2133844" y="129388"/>
                </a:cubicBezTo>
                <a:cubicBezTo>
                  <a:pt x="2132198" y="127650"/>
                  <a:pt x="2130826" y="125730"/>
                  <a:pt x="2129912" y="123535"/>
                </a:cubicBezTo>
                <a:cubicBezTo>
                  <a:pt x="2128998" y="121249"/>
                  <a:pt x="2128540" y="118963"/>
                  <a:pt x="2128540" y="116586"/>
                </a:cubicBezTo>
                <a:cubicBezTo>
                  <a:pt x="2128540" y="114209"/>
                  <a:pt x="2128998" y="111831"/>
                  <a:pt x="2129912" y="109637"/>
                </a:cubicBezTo>
                <a:cubicBezTo>
                  <a:pt x="2130826" y="107442"/>
                  <a:pt x="2132198" y="105430"/>
                  <a:pt x="2133844" y="103784"/>
                </a:cubicBezTo>
                <a:cubicBezTo>
                  <a:pt x="2135581" y="102047"/>
                  <a:pt x="2137501" y="100767"/>
                  <a:pt x="2139787" y="99852"/>
                </a:cubicBezTo>
                <a:cubicBezTo>
                  <a:pt x="2141982" y="98938"/>
                  <a:pt x="2144268" y="98481"/>
                  <a:pt x="2146737" y="98481"/>
                </a:cubicBezTo>
                <a:cubicBezTo>
                  <a:pt x="2149114" y="98481"/>
                  <a:pt x="2151400" y="98938"/>
                  <a:pt x="2153686" y="99852"/>
                </a:cubicBezTo>
                <a:cubicBezTo>
                  <a:pt x="2155881" y="100767"/>
                  <a:pt x="2157801" y="102047"/>
                  <a:pt x="2159538" y="103784"/>
                </a:cubicBezTo>
                <a:cubicBezTo>
                  <a:pt x="2161276" y="105430"/>
                  <a:pt x="2162556" y="107442"/>
                  <a:pt x="2163470" y="109637"/>
                </a:cubicBezTo>
                <a:cubicBezTo>
                  <a:pt x="2164385" y="111831"/>
                  <a:pt x="2164842" y="114209"/>
                  <a:pt x="2164842" y="116586"/>
                </a:cubicBezTo>
              </a:path>
              <a:path w="4143604" h="1079541">
                <a:moveTo>
                  <a:pt x="2495763" y="133594"/>
                </a:moveTo>
                <a:cubicBezTo>
                  <a:pt x="2495763" y="135971"/>
                  <a:pt x="2495306" y="138349"/>
                  <a:pt x="2494392" y="140543"/>
                </a:cubicBezTo>
                <a:cubicBezTo>
                  <a:pt x="2493477" y="142738"/>
                  <a:pt x="2492106" y="144750"/>
                  <a:pt x="2490460" y="146395"/>
                </a:cubicBezTo>
                <a:cubicBezTo>
                  <a:pt x="2488722" y="148133"/>
                  <a:pt x="2486802" y="149413"/>
                  <a:pt x="2484516" y="150327"/>
                </a:cubicBezTo>
                <a:cubicBezTo>
                  <a:pt x="2482322" y="151242"/>
                  <a:pt x="2480036" y="151699"/>
                  <a:pt x="2477567" y="151699"/>
                </a:cubicBezTo>
                <a:cubicBezTo>
                  <a:pt x="2475189" y="151699"/>
                  <a:pt x="2472903" y="151242"/>
                  <a:pt x="2470617" y="150327"/>
                </a:cubicBezTo>
                <a:cubicBezTo>
                  <a:pt x="2468423" y="149413"/>
                  <a:pt x="2466503" y="148133"/>
                  <a:pt x="2464765" y="146395"/>
                </a:cubicBezTo>
                <a:cubicBezTo>
                  <a:pt x="2463028" y="144750"/>
                  <a:pt x="2461748" y="142738"/>
                  <a:pt x="2460833" y="140543"/>
                </a:cubicBezTo>
                <a:cubicBezTo>
                  <a:pt x="2459919" y="138349"/>
                  <a:pt x="2459462" y="135971"/>
                  <a:pt x="2459462" y="133594"/>
                </a:cubicBezTo>
                <a:cubicBezTo>
                  <a:pt x="2459462" y="131216"/>
                  <a:pt x="2459919" y="128930"/>
                  <a:pt x="2460833" y="126644"/>
                </a:cubicBezTo>
                <a:cubicBezTo>
                  <a:pt x="2461748" y="124450"/>
                  <a:pt x="2463028" y="122530"/>
                  <a:pt x="2464765" y="120792"/>
                </a:cubicBezTo>
                <a:cubicBezTo>
                  <a:pt x="2466503" y="119146"/>
                  <a:pt x="2468423" y="117775"/>
                  <a:pt x="2470617" y="116860"/>
                </a:cubicBezTo>
                <a:cubicBezTo>
                  <a:pt x="2472903" y="115946"/>
                  <a:pt x="2475189" y="115489"/>
                  <a:pt x="2477567" y="115489"/>
                </a:cubicBezTo>
                <a:cubicBezTo>
                  <a:pt x="2480036" y="115489"/>
                  <a:pt x="2482322" y="115946"/>
                  <a:pt x="2484516" y="116860"/>
                </a:cubicBezTo>
                <a:cubicBezTo>
                  <a:pt x="2486802" y="117775"/>
                  <a:pt x="2488722" y="119146"/>
                  <a:pt x="2490460" y="120792"/>
                </a:cubicBezTo>
                <a:cubicBezTo>
                  <a:pt x="2492106" y="122530"/>
                  <a:pt x="2493477" y="124450"/>
                  <a:pt x="2494392" y="126644"/>
                </a:cubicBezTo>
                <a:cubicBezTo>
                  <a:pt x="2495306" y="128930"/>
                  <a:pt x="2495763" y="131216"/>
                  <a:pt x="2495763" y="133594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6" name="Forma 54"/>
          <p:cNvSpPr/>
          <p:nvPr/>
        </p:nvSpPr>
        <p:spPr>
          <a:xfrm>
            <a:off x="7178772" y="3392150"/>
            <a:ext cx="91349" cy="91166"/>
          </a:xfrm>
          <a:custGeom>
            <a:avLst/>
            <a:gdLst/>
            <a:ahLst/>
            <a:cxnLst/>
            <a:rect l="l" t="t" r="r" b="b"/>
            <a:pathLst>
              <a:path w="91349" h="91166">
                <a:moveTo>
                  <a:pt x="91349" y="45629"/>
                </a:moveTo>
                <a:cubicBezTo>
                  <a:pt x="91349" y="51664"/>
                  <a:pt x="90251" y="57424"/>
                  <a:pt x="87874" y="63002"/>
                </a:cubicBezTo>
                <a:cubicBezTo>
                  <a:pt x="85588" y="68580"/>
                  <a:pt x="82296" y="73518"/>
                  <a:pt x="77998" y="77815"/>
                </a:cubicBezTo>
                <a:cubicBezTo>
                  <a:pt x="73701" y="82113"/>
                  <a:pt x="68763" y="85405"/>
                  <a:pt x="63185" y="87691"/>
                </a:cubicBezTo>
                <a:cubicBezTo>
                  <a:pt x="57607" y="89977"/>
                  <a:pt x="51755" y="91166"/>
                  <a:pt x="45720" y="91166"/>
                </a:cubicBezTo>
                <a:cubicBezTo>
                  <a:pt x="39594" y="91166"/>
                  <a:pt x="33833" y="89977"/>
                  <a:pt x="28164" y="87691"/>
                </a:cubicBezTo>
                <a:cubicBezTo>
                  <a:pt x="22586" y="85405"/>
                  <a:pt x="17648" y="82113"/>
                  <a:pt x="13350" y="77815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664"/>
                  <a:pt x="0" y="45629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833" y="1189"/>
                  <a:pt x="39594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763" y="5761"/>
                  <a:pt x="73701" y="9053"/>
                  <a:pt x="77998" y="13350"/>
                </a:cubicBezTo>
                <a:cubicBezTo>
                  <a:pt x="82296" y="17648"/>
                  <a:pt x="85588" y="22586"/>
                  <a:pt x="87874" y="28164"/>
                </a:cubicBezTo>
                <a:cubicBezTo>
                  <a:pt x="90251" y="33741"/>
                  <a:pt x="91349" y="39502"/>
                  <a:pt x="91349" y="45629"/>
                </a:cubicBezTo>
              </a:path>
            </a:pathLst>
          </a:custGeom>
          <a:solidFill>
            <a:srgbClr val="C64B35"/>
          </a:solidFill>
          <a:ln w="15443">
            <a:solidFill>
              <a:srgbClr val="F2EFE6"/>
            </a:solidFill>
            <a:prstDash val="solid"/>
          </a:ln>
        </p:spPr>
      </p:sp>
      <p:sp>
        <p:nvSpPr>
          <p:cNvPr id="7" name="Forma 55"/>
          <p:cNvSpPr/>
          <p:nvPr/>
        </p:nvSpPr>
        <p:spPr>
          <a:xfrm>
            <a:off x="4489064" y="1770096"/>
            <a:ext cx="4147901" cy="1686245"/>
          </a:xfrm>
          <a:custGeom>
            <a:avLst/>
            <a:gdLst/>
            <a:ahLst/>
            <a:cxnLst/>
            <a:rect l="l" t="t" r="r" b="b"/>
            <a:pathLst>
              <a:path w="4147901" h="1686245">
                <a:moveTo>
                  <a:pt x="3079791" y="1634764"/>
                </a:moveTo>
                <a:cubicBezTo>
                  <a:pt x="3079791" y="1637142"/>
                  <a:pt x="3079333" y="1639519"/>
                  <a:pt x="3078419" y="1641714"/>
                </a:cubicBezTo>
                <a:cubicBezTo>
                  <a:pt x="3077505" y="1643908"/>
                  <a:pt x="3076224" y="1645829"/>
                  <a:pt x="3074487" y="1647566"/>
                </a:cubicBezTo>
                <a:cubicBezTo>
                  <a:pt x="3072750" y="1649303"/>
                  <a:pt x="3070830" y="1650583"/>
                  <a:pt x="3068635" y="1651498"/>
                </a:cubicBezTo>
                <a:cubicBezTo>
                  <a:pt x="3066349" y="1652412"/>
                  <a:pt x="3064063" y="1652869"/>
                  <a:pt x="3061686" y="1652869"/>
                </a:cubicBezTo>
                <a:cubicBezTo>
                  <a:pt x="3059217" y="1652869"/>
                  <a:pt x="3056931" y="1652412"/>
                  <a:pt x="3054736" y="1651498"/>
                </a:cubicBezTo>
                <a:cubicBezTo>
                  <a:pt x="3052542" y="1650583"/>
                  <a:pt x="3050530" y="1649303"/>
                  <a:pt x="3048792" y="1647566"/>
                </a:cubicBezTo>
                <a:cubicBezTo>
                  <a:pt x="3047147" y="1645829"/>
                  <a:pt x="3045866" y="1643908"/>
                  <a:pt x="3044861" y="1641714"/>
                </a:cubicBezTo>
                <a:cubicBezTo>
                  <a:pt x="3043946" y="1639519"/>
                  <a:pt x="3043489" y="1637142"/>
                  <a:pt x="3043489" y="1634764"/>
                </a:cubicBezTo>
                <a:cubicBezTo>
                  <a:pt x="3043489" y="1632387"/>
                  <a:pt x="3043946" y="1630101"/>
                  <a:pt x="3044861" y="1627815"/>
                </a:cubicBezTo>
                <a:cubicBezTo>
                  <a:pt x="3045866" y="1625620"/>
                  <a:pt x="3047147" y="1623700"/>
                  <a:pt x="3048792" y="1621963"/>
                </a:cubicBezTo>
                <a:cubicBezTo>
                  <a:pt x="3050530" y="1620317"/>
                  <a:pt x="3052542" y="1618945"/>
                  <a:pt x="3054736" y="1618031"/>
                </a:cubicBezTo>
                <a:cubicBezTo>
                  <a:pt x="3056931" y="1617116"/>
                  <a:pt x="3059217" y="1616659"/>
                  <a:pt x="3061686" y="1616659"/>
                </a:cubicBezTo>
                <a:cubicBezTo>
                  <a:pt x="3064063" y="1616659"/>
                  <a:pt x="3066349" y="1617116"/>
                  <a:pt x="3068635" y="1618031"/>
                </a:cubicBezTo>
                <a:cubicBezTo>
                  <a:pt x="3070830" y="1618945"/>
                  <a:pt x="3072750" y="1620317"/>
                  <a:pt x="3074487" y="1621963"/>
                </a:cubicBezTo>
                <a:cubicBezTo>
                  <a:pt x="3076224" y="1623700"/>
                  <a:pt x="3077505" y="1625620"/>
                  <a:pt x="3078419" y="1627815"/>
                </a:cubicBezTo>
                <a:cubicBezTo>
                  <a:pt x="3079333" y="1630101"/>
                  <a:pt x="3079791" y="1632387"/>
                  <a:pt x="3079791" y="1634764"/>
                </a:cubicBezTo>
              </a:path>
              <a:path w="4147901" h="1686245">
                <a:moveTo>
                  <a:pt x="3378617" y="1555669"/>
                </a:moveTo>
                <a:cubicBezTo>
                  <a:pt x="3378617" y="1558046"/>
                  <a:pt x="3378159" y="1560332"/>
                  <a:pt x="3377245" y="1562618"/>
                </a:cubicBezTo>
                <a:cubicBezTo>
                  <a:pt x="3376239" y="1564813"/>
                  <a:pt x="3374959" y="1566733"/>
                  <a:pt x="3373313" y="1568470"/>
                </a:cubicBezTo>
                <a:cubicBezTo>
                  <a:pt x="3371576" y="1570116"/>
                  <a:pt x="3369564" y="1571488"/>
                  <a:pt x="3367369" y="1572402"/>
                </a:cubicBezTo>
                <a:cubicBezTo>
                  <a:pt x="3365175" y="1573317"/>
                  <a:pt x="3362889" y="1573774"/>
                  <a:pt x="3360420" y="1573774"/>
                </a:cubicBezTo>
                <a:cubicBezTo>
                  <a:pt x="3358043" y="1573774"/>
                  <a:pt x="3355757" y="1573317"/>
                  <a:pt x="3353471" y="1572402"/>
                </a:cubicBezTo>
                <a:cubicBezTo>
                  <a:pt x="3351276" y="1571488"/>
                  <a:pt x="3349356" y="1570116"/>
                  <a:pt x="3347618" y="1568470"/>
                </a:cubicBezTo>
                <a:cubicBezTo>
                  <a:pt x="3345881" y="1566733"/>
                  <a:pt x="3344601" y="1564813"/>
                  <a:pt x="3343686" y="1562618"/>
                </a:cubicBezTo>
                <a:cubicBezTo>
                  <a:pt x="3342772" y="1560332"/>
                  <a:pt x="3342315" y="1558046"/>
                  <a:pt x="3342315" y="1555669"/>
                </a:cubicBezTo>
                <a:cubicBezTo>
                  <a:pt x="3342315" y="1553291"/>
                  <a:pt x="3342772" y="1550914"/>
                  <a:pt x="3343686" y="1548719"/>
                </a:cubicBezTo>
                <a:cubicBezTo>
                  <a:pt x="3344601" y="1546525"/>
                  <a:pt x="3345881" y="1544604"/>
                  <a:pt x="3347618" y="1542867"/>
                </a:cubicBezTo>
                <a:cubicBezTo>
                  <a:pt x="3349356" y="1541130"/>
                  <a:pt x="3351276" y="1539850"/>
                  <a:pt x="3353471" y="1538935"/>
                </a:cubicBezTo>
                <a:cubicBezTo>
                  <a:pt x="3355757" y="1538021"/>
                  <a:pt x="3358043" y="1537564"/>
                  <a:pt x="3360420" y="1537564"/>
                </a:cubicBezTo>
                <a:cubicBezTo>
                  <a:pt x="3362889" y="1537564"/>
                  <a:pt x="3365175" y="1538021"/>
                  <a:pt x="3367369" y="1538935"/>
                </a:cubicBezTo>
                <a:cubicBezTo>
                  <a:pt x="3369564" y="1539850"/>
                  <a:pt x="3371576" y="1541130"/>
                  <a:pt x="3373313" y="1542867"/>
                </a:cubicBezTo>
                <a:cubicBezTo>
                  <a:pt x="3374959" y="1544604"/>
                  <a:pt x="3376239" y="1546525"/>
                  <a:pt x="3377245" y="1548719"/>
                </a:cubicBezTo>
                <a:cubicBezTo>
                  <a:pt x="3378159" y="1550914"/>
                  <a:pt x="3378617" y="1553291"/>
                  <a:pt x="3378617" y="1555669"/>
                </a:cubicBezTo>
              </a:path>
              <a:path w="4147901" h="1686245">
                <a:moveTo>
                  <a:pt x="3780495" y="1668140"/>
                </a:moveTo>
                <a:cubicBezTo>
                  <a:pt x="3780495" y="1670517"/>
                  <a:pt x="3780038" y="1672895"/>
                  <a:pt x="3779124" y="1675089"/>
                </a:cubicBezTo>
                <a:cubicBezTo>
                  <a:pt x="3778209" y="1677284"/>
                  <a:pt x="3776929" y="1679296"/>
                  <a:pt x="3775192" y="1680942"/>
                </a:cubicBezTo>
                <a:cubicBezTo>
                  <a:pt x="3773454" y="1682679"/>
                  <a:pt x="3771534" y="1683959"/>
                  <a:pt x="3769340" y="1684873"/>
                </a:cubicBezTo>
                <a:cubicBezTo>
                  <a:pt x="3767054" y="1685788"/>
                  <a:pt x="3764768" y="1686245"/>
                  <a:pt x="3762390" y="1686245"/>
                </a:cubicBezTo>
                <a:cubicBezTo>
                  <a:pt x="3759921" y="1686245"/>
                  <a:pt x="3757635" y="1685788"/>
                  <a:pt x="3755441" y="1684873"/>
                </a:cubicBezTo>
                <a:cubicBezTo>
                  <a:pt x="3753155" y="1683959"/>
                  <a:pt x="3751235" y="1682679"/>
                  <a:pt x="3749497" y="1680942"/>
                </a:cubicBezTo>
                <a:cubicBezTo>
                  <a:pt x="3747851" y="1679296"/>
                  <a:pt x="3746480" y="1677284"/>
                  <a:pt x="3745565" y="1675089"/>
                </a:cubicBezTo>
                <a:cubicBezTo>
                  <a:pt x="3744651" y="1672895"/>
                  <a:pt x="3744194" y="1670517"/>
                  <a:pt x="3744194" y="1668140"/>
                </a:cubicBezTo>
                <a:cubicBezTo>
                  <a:pt x="3744194" y="1665762"/>
                  <a:pt x="3744651" y="1663476"/>
                  <a:pt x="3745565" y="1661190"/>
                </a:cubicBezTo>
                <a:cubicBezTo>
                  <a:pt x="3746480" y="1658996"/>
                  <a:pt x="3747851" y="1657076"/>
                  <a:pt x="3749497" y="1655338"/>
                </a:cubicBezTo>
                <a:cubicBezTo>
                  <a:pt x="3751235" y="1653692"/>
                  <a:pt x="3753155" y="1652321"/>
                  <a:pt x="3755441" y="1651406"/>
                </a:cubicBezTo>
                <a:cubicBezTo>
                  <a:pt x="3757635" y="1650492"/>
                  <a:pt x="3759921" y="1650035"/>
                  <a:pt x="3762390" y="1650035"/>
                </a:cubicBezTo>
                <a:cubicBezTo>
                  <a:pt x="3764768" y="1650035"/>
                  <a:pt x="3767054" y="1650492"/>
                  <a:pt x="3769340" y="1651406"/>
                </a:cubicBezTo>
                <a:cubicBezTo>
                  <a:pt x="3771534" y="1652321"/>
                  <a:pt x="3773454" y="1653692"/>
                  <a:pt x="3775192" y="1655338"/>
                </a:cubicBezTo>
                <a:cubicBezTo>
                  <a:pt x="3776929" y="1657076"/>
                  <a:pt x="3778209" y="1658996"/>
                  <a:pt x="3779124" y="1661190"/>
                </a:cubicBezTo>
                <a:cubicBezTo>
                  <a:pt x="3780038" y="1663476"/>
                  <a:pt x="3780495" y="1665762"/>
                  <a:pt x="3780495" y="1668140"/>
                </a:cubicBezTo>
              </a:path>
              <a:path w="4147901" h="1686245">
                <a:moveTo>
                  <a:pt x="4034881" y="1637325"/>
                </a:moveTo>
                <a:cubicBezTo>
                  <a:pt x="4034881" y="1639702"/>
                  <a:pt x="4034424" y="1641988"/>
                  <a:pt x="4033510" y="1644274"/>
                </a:cubicBezTo>
                <a:cubicBezTo>
                  <a:pt x="4032595" y="1646469"/>
                  <a:pt x="4031224" y="1648389"/>
                  <a:pt x="4029578" y="1650126"/>
                </a:cubicBezTo>
                <a:cubicBezTo>
                  <a:pt x="4027841" y="1651772"/>
                  <a:pt x="4025920" y="1653144"/>
                  <a:pt x="4023634" y="1654058"/>
                </a:cubicBezTo>
                <a:cubicBezTo>
                  <a:pt x="4021440" y="1654973"/>
                  <a:pt x="4019154" y="1655430"/>
                  <a:pt x="4016685" y="1655430"/>
                </a:cubicBezTo>
                <a:cubicBezTo>
                  <a:pt x="4014307" y="1655430"/>
                  <a:pt x="4012021" y="1654973"/>
                  <a:pt x="4009827" y="1654058"/>
                </a:cubicBezTo>
                <a:cubicBezTo>
                  <a:pt x="4007541" y="1653144"/>
                  <a:pt x="4005621" y="1651772"/>
                  <a:pt x="4003883" y="1650126"/>
                </a:cubicBezTo>
                <a:cubicBezTo>
                  <a:pt x="4002237" y="1648389"/>
                  <a:pt x="4000866" y="1646469"/>
                  <a:pt x="3999951" y="1644274"/>
                </a:cubicBezTo>
                <a:cubicBezTo>
                  <a:pt x="3999037" y="1641988"/>
                  <a:pt x="3998580" y="1639702"/>
                  <a:pt x="3998580" y="1637325"/>
                </a:cubicBezTo>
                <a:cubicBezTo>
                  <a:pt x="3998580" y="1634947"/>
                  <a:pt x="3999037" y="1632570"/>
                  <a:pt x="3999951" y="1630375"/>
                </a:cubicBezTo>
                <a:cubicBezTo>
                  <a:pt x="4000866" y="1628181"/>
                  <a:pt x="4002237" y="1626260"/>
                  <a:pt x="4003883" y="1624523"/>
                </a:cubicBezTo>
                <a:cubicBezTo>
                  <a:pt x="4005621" y="1622786"/>
                  <a:pt x="4007541" y="1621506"/>
                  <a:pt x="4009827" y="1620591"/>
                </a:cubicBezTo>
                <a:cubicBezTo>
                  <a:pt x="4012021" y="1619677"/>
                  <a:pt x="4014307" y="1619220"/>
                  <a:pt x="4016685" y="1619220"/>
                </a:cubicBezTo>
                <a:cubicBezTo>
                  <a:pt x="4019154" y="1619220"/>
                  <a:pt x="4021440" y="1619677"/>
                  <a:pt x="4023634" y="1620591"/>
                </a:cubicBezTo>
                <a:cubicBezTo>
                  <a:pt x="4025920" y="1621506"/>
                  <a:pt x="4027841" y="1622786"/>
                  <a:pt x="4029578" y="1624523"/>
                </a:cubicBezTo>
                <a:cubicBezTo>
                  <a:pt x="4031224" y="1626260"/>
                  <a:pt x="4032595" y="1628181"/>
                  <a:pt x="4033510" y="1630375"/>
                </a:cubicBezTo>
                <a:cubicBezTo>
                  <a:pt x="4034424" y="1632570"/>
                  <a:pt x="4034881" y="1634947"/>
                  <a:pt x="4034881" y="1637325"/>
                </a:cubicBezTo>
              </a:path>
              <a:path w="4147901" h="1686245">
                <a:moveTo>
                  <a:pt x="36302" y="1362273"/>
                </a:moveTo>
                <a:cubicBezTo>
                  <a:pt x="36302" y="1364651"/>
                  <a:pt x="35844" y="1366937"/>
                  <a:pt x="34930" y="1369223"/>
                </a:cubicBezTo>
                <a:cubicBezTo>
                  <a:pt x="34016" y="1371417"/>
                  <a:pt x="32644" y="1373337"/>
                  <a:pt x="30998" y="1375075"/>
                </a:cubicBezTo>
                <a:cubicBezTo>
                  <a:pt x="29261" y="1376721"/>
                  <a:pt x="27341" y="1378092"/>
                  <a:pt x="25055" y="1379007"/>
                </a:cubicBezTo>
                <a:cubicBezTo>
                  <a:pt x="22860" y="1379921"/>
                  <a:pt x="20574" y="1380378"/>
                  <a:pt x="18105" y="1380378"/>
                </a:cubicBezTo>
                <a:cubicBezTo>
                  <a:pt x="15728" y="1380378"/>
                  <a:pt x="13442" y="1379921"/>
                  <a:pt x="11156" y="1379007"/>
                </a:cubicBezTo>
                <a:cubicBezTo>
                  <a:pt x="8961" y="1378092"/>
                  <a:pt x="7041" y="1376721"/>
                  <a:pt x="5304" y="1375075"/>
                </a:cubicBezTo>
                <a:cubicBezTo>
                  <a:pt x="3658" y="1373337"/>
                  <a:pt x="2286" y="1371417"/>
                  <a:pt x="1372" y="1369223"/>
                </a:cubicBezTo>
                <a:cubicBezTo>
                  <a:pt x="457" y="1366937"/>
                  <a:pt x="0" y="1364651"/>
                  <a:pt x="0" y="1362273"/>
                </a:cubicBezTo>
                <a:cubicBezTo>
                  <a:pt x="0" y="1359896"/>
                  <a:pt x="457" y="1357518"/>
                  <a:pt x="1372" y="1355324"/>
                </a:cubicBezTo>
                <a:cubicBezTo>
                  <a:pt x="2286" y="1353129"/>
                  <a:pt x="3658" y="1351117"/>
                  <a:pt x="5304" y="1349472"/>
                </a:cubicBezTo>
                <a:cubicBezTo>
                  <a:pt x="7041" y="1347734"/>
                  <a:pt x="8961" y="1346454"/>
                  <a:pt x="11156" y="1345540"/>
                </a:cubicBezTo>
                <a:cubicBezTo>
                  <a:pt x="13442" y="1344625"/>
                  <a:pt x="15728" y="1344168"/>
                  <a:pt x="18105" y="1344168"/>
                </a:cubicBezTo>
                <a:cubicBezTo>
                  <a:pt x="20574" y="1344168"/>
                  <a:pt x="22860" y="1344625"/>
                  <a:pt x="25055" y="1345540"/>
                </a:cubicBezTo>
                <a:cubicBezTo>
                  <a:pt x="27341" y="1346454"/>
                  <a:pt x="29261" y="1347734"/>
                  <a:pt x="30998" y="1349472"/>
                </a:cubicBezTo>
                <a:cubicBezTo>
                  <a:pt x="32644" y="1351117"/>
                  <a:pt x="34016" y="1353129"/>
                  <a:pt x="34930" y="1355324"/>
                </a:cubicBezTo>
                <a:cubicBezTo>
                  <a:pt x="35844" y="1357518"/>
                  <a:pt x="36302" y="1359896"/>
                  <a:pt x="36302" y="1362273"/>
                </a:cubicBezTo>
              </a:path>
              <a:path w="4147901" h="1686245">
                <a:moveTo>
                  <a:pt x="400964" y="1227399"/>
                </a:moveTo>
                <a:cubicBezTo>
                  <a:pt x="400964" y="1229777"/>
                  <a:pt x="400507" y="1232063"/>
                  <a:pt x="399593" y="1234349"/>
                </a:cubicBezTo>
                <a:cubicBezTo>
                  <a:pt x="398678" y="1236543"/>
                  <a:pt x="397398" y="1238463"/>
                  <a:pt x="395661" y="1240201"/>
                </a:cubicBezTo>
                <a:cubicBezTo>
                  <a:pt x="393924" y="1241847"/>
                  <a:pt x="392003" y="1243218"/>
                  <a:pt x="389809" y="1244133"/>
                </a:cubicBezTo>
                <a:cubicBezTo>
                  <a:pt x="387523" y="1245047"/>
                  <a:pt x="385237" y="1245504"/>
                  <a:pt x="382859" y="1245504"/>
                </a:cubicBezTo>
                <a:cubicBezTo>
                  <a:pt x="380390" y="1245504"/>
                  <a:pt x="378104" y="1245047"/>
                  <a:pt x="375910" y="1244133"/>
                </a:cubicBezTo>
                <a:cubicBezTo>
                  <a:pt x="373624" y="1243218"/>
                  <a:pt x="371704" y="1241847"/>
                  <a:pt x="369966" y="1240201"/>
                </a:cubicBezTo>
                <a:cubicBezTo>
                  <a:pt x="368320" y="1238463"/>
                  <a:pt x="366949" y="1236543"/>
                  <a:pt x="366034" y="1234349"/>
                </a:cubicBezTo>
                <a:cubicBezTo>
                  <a:pt x="365120" y="1232063"/>
                  <a:pt x="364663" y="1229777"/>
                  <a:pt x="364663" y="1227399"/>
                </a:cubicBezTo>
                <a:cubicBezTo>
                  <a:pt x="364663" y="1225022"/>
                  <a:pt x="365120" y="1222644"/>
                  <a:pt x="366034" y="1220450"/>
                </a:cubicBezTo>
                <a:cubicBezTo>
                  <a:pt x="366949" y="1218255"/>
                  <a:pt x="368320" y="1216243"/>
                  <a:pt x="369966" y="1214598"/>
                </a:cubicBezTo>
                <a:cubicBezTo>
                  <a:pt x="371704" y="1212860"/>
                  <a:pt x="373624" y="1211580"/>
                  <a:pt x="375910" y="1210666"/>
                </a:cubicBezTo>
                <a:cubicBezTo>
                  <a:pt x="378104" y="1209751"/>
                  <a:pt x="380390" y="1209294"/>
                  <a:pt x="382859" y="1209294"/>
                </a:cubicBezTo>
                <a:cubicBezTo>
                  <a:pt x="385237" y="1209294"/>
                  <a:pt x="387523" y="1209751"/>
                  <a:pt x="389809" y="1210666"/>
                </a:cubicBezTo>
                <a:cubicBezTo>
                  <a:pt x="392003" y="1211580"/>
                  <a:pt x="393924" y="1212860"/>
                  <a:pt x="395661" y="1214598"/>
                </a:cubicBezTo>
                <a:cubicBezTo>
                  <a:pt x="397398" y="1216243"/>
                  <a:pt x="398678" y="1218255"/>
                  <a:pt x="399593" y="1220450"/>
                </a:cubicBezTo>
                <a:cubicBezTo>
                  <a:pt x="400507" y="1222644"/>
                  <a:pt x="400964" y="1225022"/>
                  <a:pt x="400964" y="1227399"/>
                </a:cubicBezTo>
              </a:path>
              <a:path w="4147901" h="1686245">
                <a:moveTo>
                  <a:pt x="652059" y="1306312"/>
                </a:moveTo>
                <a:cubicBezTo>
                  <a:pt x="652059" y="1308689"/>
                  <a:pt x="651601" y="1310975"/>
                  <a:pt x="650687" y="1313170"/>
                </a:cubicBezTo>
                <a:cubicBezTo>
                  <a:pt x="649773" y="1315456"/>
                  <a:pt x="648401" y="1317376"/>
                  <a:pt x="646755" y="1319113"/>
                </a:cubicBezTo>
                <a:cubicBezTo>
                  <a:pt x="645018" y="1320759"/>
                  <a:pt x="643098" y="1322131"/>
                  <a:pt x="640812" y="1323045"/>
                </a:cubicBezTo>
                <a:cubicBezTo>
                  <a:pt x="638617" y="1323960"/>
                  <a:pt x="636331" y="1324417"/>
                  <a:pt x="633954" y="1324417"/>
                </a:cubicBezTo>
                <a:cubicBezTo>
                  <a:pt x="631485" y="1324417"/>
                  <a:pt x="629199" y="1323960"/>
                  <a:pt x="627004" y="1323045"/>
                </a:cubicBezTo>
                <a:cubicBezTo>
                  <a:pt x="624718" y="1322131"/>
                  <a:pt x="622798" y="1320759"/>
                  <a:pt x="621060" y="1319113"/>
                </a:cubicBezTo>
                <a:cubicBezTo>
                  <a:pt x="619415" y="1317376"/>
                  <a:pt x="618043" y="1315456"/>
                  <a:pt x="617129" y="1313170"/>
                </a:cubicBezTo>
                <a:cubicBezTo>
                  <a:pt x="616214" y="1310975"/>
                  <a:pt x="615757" y="1308689"/>
                  <a:pt x="615757" y="1306312"/>
                </a:cubicBezTo>
                <a:cubicBezTo>
                  <a:pt x="615757" y="1303843"/>
                  <a:pt x="616214" y="1301557"/>
                  <a:pt x="617129" y="1299362"/>
                </a:cubicBezTo>
                <a:cubicBezTo>
                  <a:pt x="618043" y="1297168"/>
                  <a:pt x="619415" y="1295156"/>
                  <a:pt x="621060" y="1293510"/>
                </a:cubicBezTo>
                <a:cubicBezTo>
                  <a:pt x="622798" y="1291773"/>
                  <a:pt x="624718" y="1290493"/>
                  <a:pt x="627004" y="1289578"/>
                </a:cubicBezTo>
                <a:cubicBezTo>
                  <a:pt x="629199" y="1288664"/>
                  <a:pt x="631485" y="1288207"/>
                  <a:pt x="633954" y="1288207"/>
                </a:cubicBezTo>
                <a:cubicBezTo>
                  <a:pt x="636331" y="1288207"/>
                  <a:pt x="638617" y="1288664"/>
                  <a:pt x="640812" y="1289578"/>
                </a:cubicBezTo>
                <a:cubicBezTo>
                  <a:pt x="643098" y="1290493"/>
                  <a:pt x="645018" y="1291773"/>
                  <a:pt x="646755" y="1293510"/>
                </a:cubicBezTo>
                <a:cubicBezTo>
                  <a:pt x="648401" y="1295156"/>
                  <a:pt x="649773" y="1297168"/>
                  <a:pt x="650687" y="1299362"/>
                </a:cubicBezTo>
                <a:cubicBezTo>
                  <a:pt x="651601" y="1301557"/>
                  <a:pt x="652059" y="1303843"/>
                  <a:pt x="652059" y="1306312"/>
                </a:cubicBezTo>
              </a:path>
              <a:path w="4147901" h="1686245">
                <a:moveTo>
                  <a:pt x="903610" y="1365382"/>
                </a:moveTo>
                <a:cubicBezTo>
                  <a:pt x="903610" y="1367851"/>
                  <a:pt x="903153" y="1370137"/>
                  <a:pt x="902238" y="1372332"/>
                </a:cubicBezTo>
                <a:cubicBezTo>
                  <a:pt x="901324" y="1374526"/>
                  <a:pt x="899952" y="1376538"/>
                  <a:pt x="898307" y="1378184"/>
                </a:cubicBezTo>
                <a:cubicBezTo>
                  <a:pt x="896569" y="1379921"/>
                  <a:pt x="894649" y="1381201"/>
                  <a:pt x="892363" y="1382116"/>
                </a:cubicBezTo>
                <a:cubicBezTo>
                  <a:pt x="890168" y="1383030"/>
                  <a:pt x="887882" y="1383487"/>
                  <a:pt x="885505" y="1383487"/>
                </a:cubicBezTo>
                <a:cubicBezTo>
                  <a:pt x="883036" y="1383487"/>
                  <a:pt x="880750" y="1383030"/>
                  <a:pt x="878556" y="1382116"/>
                </a:cubicBezTo>
                <a:cubicBezTo>
                  <a:pt x="876270" y="1381201"/>
                  <a:pt x="874349" y="1379921"/>
                  <a:pt x="872612" y="1378184"/>
                </a:cubicBezTo>
                <a:cubicBezTo>
                  <a:pt x="870966" y="1376538"/>
                  <a:pt x="869594" y="1374526"/>
                  <a:pt x="868680" y="1372332"/>
                </a:cubicBezTo>
                <a:cubicBezTo>
                  <a:pt x="867766" y="1370137"/>
                  <a:pt x="867308" y="1367851"/>
                  <a:pt x="867308" y="1365382"/>
                </a:cubicBezTo>
                <a:cubicBezTo>
                  <a:pt x="867308" y="1363005"/>
                  <a:pt x="867766" y="1360719"/>
                  <a:pt x="868680" y="1358524"/>
                </a:cubicBezTo>
                <a:cubicBezTo>
                  <a:pt x="869594" y="1356238"/>
                  <a:pt x="870966" y="1354318"/>
                  <a:pt x="872612" y="1352580"/>
                </a:cubicBezTo>
                <a:cubicBezTo>
                  <a:pt x="874349" y="1350935"/>
                  <a:pt x="876270" y="1349654"/>
                  <a:pt x="878556" y="1348649"/>
                </a:cubicBezTo>
                <a:cubicBezTo>
                  <a:pt x="880750" y="1347734"/>
                  <a:pt x="883036" y="1347277"/>
                  <a:pt x="885505" y="1347277"/>
                </a:cubicBezTo>
                <a:cubicBezTo>
                  <a:pt x="887882" y="1347277"/>
                  <a:pt x="890168" y="1347734"/>
                  <a:pt x="892363" y="1348649"/>
                </a:cubicBezTo>
                <a:cubicBezTo>
                  <a:pt x="894649" y="1349654"/>
                  <a:pt x="896569" y="1350935"/>
                  <a:pt x="898307" y="1352580"/>
                </a:cubicBezTo>
                <a:cubicBezTo>
                  <a:pt x="899952" y="1354318"/>
                  <a:pt x="901324" y="1356238"/>
                  <a:pt x="902238" y="1358524"/>
                </a:cubicBezTo>
                <a:cubicBezTo>
                  <a:pt x="903153" y="1360719"/>
                  <a:pt x="903610" y="1363005"/>
                  <a:pt x="903610" y="1365382"/>
                </a:cubicBezTo>
              </a:path>
              <a:path w="4147901" h="1686245">
                <a:moveTo>
                  <a:pt x="1254008" y="1340236"/>
                </a:moveTo>
                <a:cubicBezTo>
                  <a:pt x="1254008" y="1342705"/>
                  <a:pt x="1253551" y="1344991"/>
                  <a:pt x="1252637" y="1347186"/>
                </a:cubicBezTo>
                <a:cubicBezTo>
                  <a:pt x="1251722" y="1349380"/>
                  <a:pt x="1250351" y="1351392"/>
                  <a:pt x="1248705" y="1353038"/>
                </a:cubicBezTo>
                <a:cubicBezTo>
                  <a:pt x="1246967" y="1354775"/>
                  <a:pt x="1245047" y="1356055"/>
                  <a:pt x="1242761" y="1356970"/>
                </a:cubicBezTo>
                <a:cubicBezTo>
                  <a:pt x="1240566" y="1357884"/>
                  <a:pt x="1238280" y="1358341"/>
                  <a:pt x="1235812" y="1358341"/>
                </a:cubicBezTo>
                <a:cubicBezTo>
                  <a:pt x="1233434" y="1358341"/>
                  <a:pt x="1231148" y="1357884"/>
                  <a:pt x="1228862" y="1356970"/>
                </a:cubicBezTo>
                <a:cubicBezTo>
                  <a:pt x="1226668" y="1356055"/>
                  <a:pt x="1224747" y="1354775"/>
                  <a:pt x="1223010" y="1353038"/>
                </a:cubicBezTo>
                <a:cubicBezTo>
                  <a:pt x="1221273" y="1351392"/>
                  <a:pt x="1219992" y="1349380"/>
                  <a:pt x="1219078" y="1347186"/>
                </a:cubicBezTo>
                <a:cubicBezTo>
                  <a:pt x="1218164" y="1344991"/>
                  <a:pt x="1217706" y="1342705"/>
                  <a:pt x="1217706" y="1340236"/>
                </a:cubicBezTo>
                <a:cubicBezTo>
                  <a:pt x="1217706" y="1337859"/>
                  <a:pt x="1218164" y="1335573"/>
                  <a:pt x="1219078" y="1333378"/>
                </a:cubicBezTo>
                <a:cubicBezTo>
                  <a:pt x="1219992" y="1331092"/>
                  <a:pt x="1221273" y="1329172"/>
                  <a:pt x="1223010" y="1327434"/>
                </a:cubicBezTo>
                <a:cubicBezTo>
                  <a:pt x="1224747" y="1325789"/>
                  <a:pt x="1226668" y="1324508"/>
                  <a:pt x="1228862" y="1323594"/>
                </a:cubicBezTo>
                <a:cubicBezTo>
                  <a:pt x="1231148" y="1322680"/>
                  <a:pt x="1233434" y="1322131"/>
                  <a:pt x="1235812" y="1322131"/>
                </a:cubicBezTo>
                <a:cubicBezTo>
                  <a:pt x="1238280" y="1322131"/>
                  <a:pt x="1240566" y="1322680"/>
                  <a:pt x="1242761" y="1323594"/>
                </a:cubicBezTo>
                <a:cubicBezTo>
                  <a:pt x="1245047" y="1324508"/>
                  <a:pt x="1246967" y="1325789"/>
                  <a:pt x="1248705" y="1327434"/>
                </a:cubicBezTo>
                <a:cubicBezTo>
                  <a:pt x="1250351" y="1329172"/>
                  <a:pt x="1251722" y="1331092"/>
                  <a:pt x="1252637" y="1333378"/>
                </a:cubicBezTo>
                <a:cubicBezTo>
                  <a:pt x="1253551" y="1335573"/>
                  <a:pt x="1254008" y="1337859"/>
                  <a:pt x="1254008" y="1340236"/>
                </a:cubicBezTo>
              </a:path>
              <a:path w="4147901" h="1686245">
                <a:moveTo>
                  <a:pt x="1640068" y="1356238"/>
                </a:moveTo>
                <a:cubicBezTo>
                  <a:pt x="1640068" y="1358616"/>
                  <a:pt x="1639611" y="1360902"/>
                  <a:pt x="1638696" y="1363188"/>
                </a:cubicBezTo>
                <a:cubicBezTo>
                  <a:pt x="1637782" y="1365382"/>
                  <a:pt x="1636410" y="1367302"/>
                  <a:pt x="1634764" y="1369040"/>
                </a:cubicBezTo>
                <a:cubicBezTo>
                  <a:pt x="1633027" y="1370686"/>
                  <a:pt x="1631107" y="1372057"/>
                  <a:pt x="1628821" y="1372972"/>
                </a:cubicBezTo>
                <a:cubicBezTo>
                  <a:pt x="1626626" y="1373886"/>
                  <a:pt x="1624340" y="1374343"/>
                  <a:pt x="1621871" y="1374343"/>
                </a:cubicBezTo>
                <a:cubicBezTo>
                  <a:pt x="1619494" y="1374343"/>
                  <a:pt x="1617208" y="1373886"/>
                  <a:pt x="1614922" y="1372972"/>
                </a:cubicBezTo>
                <a:cubicBezTo>
                  <a:pt x="1612727" y="1372057"/>
                  <a:pt x="1610807" y="1370686"/>
                  <a:pt x="1609070" y="1369040"/>
                </a:cubicBezTo>
                <a:cubicBezTo>
                  <a:pt x="1607332" y="1367302"/>
                  <a:pt x="1606052" y="1365382"/>
                  <a:pt x="1605138" y="1363188"/>
                </a:cubicBezTo>
                <a:cubicBezTo>
                  <a:pt x="1604223" y="1360902"/>
                  <a:pt x="1603766" y="1358616"/>
                  <a:pt x="1603766" y="1356238"/>
                </a:cubicBezTo>
                <a:cubicBezTo>
                  <a:pt x="1603766" y="1353861"/>
                  <a:pt x="1604223" y="1351483"/>
                  <a:pt x="1605138" y="1349289"/>
                </a:cubicBezTo>
                <a:cubicBezTo>
                  <a:pt x="1606052" y="1347094"/>
                  <a:pt x="1607332" y="1345082"/>
                  <a:pt x="1609070" y="1343436"/>
                </a:cubicBezTo>
                <a:cubicBezTo>
                  <a:pt x="1610807" y="1341699"/>
                  <a:pt x="1612727" y="1340419"/>
                  <a:pt x="1614922" y="1339505"/>
                </a:cubicBezTo>
                <a:cubicBezTo>
                  <a:pt x="1617208" y="1338590"/>
                  <a:pt x="1619494" y="1338133"/>
                  <a:pt x="1621871" y="1338133"/>
                </a:cubicBezTo>
                <a:cubicBezTo>
                  <a:pt x="1624340" y="1338133"/>
                  <a:pt x="1626626" y="1338590"/>
                  <a:pt x="1628821" y="1339505"/>
                </a:cubicBezTo>
                <a:cubicBezTo>
                  <a:pt x="1631107" y="1340419"/>
                  <a:pt x="1633027" y="1341699"/>
                  <a:pt x="1634764" y="1343436"/>
                </a:cubicBezTo>
                <a:cubicBezTo>
                  <a:pt x="1636410" y="1345082"/>
                  <a:pt x="1637782" y="1347094"/>
                  <a:pt x="1638696" y="1349289"/>
                </a:cubicBezTo>
                <a:cubicBezTo>
                  <a:pt x="1639611" y="1351483"/>
                  <a:pt x="1640068" y="1353861"/>
                  <a:pt x="1640068" y="1356238"/>
                </a:cubicBezTo>
              </a:path>
              <a:path w="4147901" h="1686245">
                <a:moveTo>
                  <a:pt x="1825508" y="1233983"/>
                </a:moveTo>
                <a:cubicBezTo>
                  <a:pt x="1825508" y="1236360"/>
                  <a:pt x="1825051" y="1238646"/>
                  <a:pt x="1824137" y="1240841"/>
                </a:cubicBezTo>
                <a:cubicBezTo>
                  <a:pt x="1823222" y="1243127"/>
                  <a:pt x="1821851" y="1245047"/>
                  <a:pt x="1820205" y="1246784"/>
                </a:cubicBezTo>
                <a:cubicBezTo>
                  <a:pt x="1818467" y="1248430"/>
                  <a:pt x="1816547" y="1249802"/>
                  <a:pt x="1814261" y="1250716"/>
                </a:cubicBezTo>
                <a:cubicBezTo>
                  <a:pt x="1812066" y="1251631"/>
                  <a:pt x="1809780" y="1252088"/>
                  <a:pt x="1807312" y="1252088"/>
                </a:cubicBezTo>
                <a:cubicBezTo>
                  <a:pt x="1804934" y="1252088"/>
                  <a:pt x="1802648" y="1251631"/>
                  <a:pt x="1800362" y="1250716"/>
                </a:cubicBezTo>
                <a:cubicBezTo>
                  <a:pt x="1798168" y="1249802"/>
                  <a:pt x="1796247" y="1248430"/>
                  <a:pt x="1794510" y="1246784"/>
                </a:cubicBezTo>
                <a:cubicBezTo>
                  <a:pt x="1792773" y="1245047"/>
                  <a:pt x="1791492" y="1243127"/>
                  <a:pt x="1790578" y="1240841"/>
                </a:cubicBezTo>
                <a:cubicBezTo>
                  <a:pt x="1789664" y="1238646"/>
                  <a:pt x="1789206" y="1236360"/>
                  <a:pt x="1789206" y="1233983"/>
                </a:cubicBezTo>
                <a:cubicBezTo>
                  <a:pt x="1789206" y="1231514"/>
                  <a:pt x="1789664" y="1229228"/>
                  <a:pt x="1790578" y="1227033"/>
                </a:cubicBezTo>
                <a:cubicBezTo>
                  <a:pt x="1791492" y="1224839"/>
                  <a:pt x="1792773" y="1222827"/>
                  <a:pt x="1794510" y="1221181"/>
                </a:cubicBezTo>
                <a:cubicBezTo>
                  <a:pt x="1796247" y="1219444"/>
                  <a:pt x="1798168" y="1218164"/>
                  <a:pt x="1800362" y="1217249"/>
                </a:cubicBezTo>
                <a:cubicBezTo>
                  <a:pt x="1802648" y="1216335"/>
                  <a:pt x="1804934" y="1215878"/>
                  <a:pt x="1807312" y="1215878"/>
                </a:cubicBezTo>
                <a:cubicBezTo>
                  <a:pt x="1809780" y="1215878"/>
                  <a:pt x="1812066" y="1216335"/>
                  <a:pt x="1814261" y="1217249"/>
                </a:cubicBezTo>
                <a:cubicBezTo>
                  <a:pt x="1816547" y="1218164"/>
                  <a:pt x="1818467" y="1219444"/>
                  <a:pt x="1820205" y="1221181"/>
                </a:cubicBezTo>
                <a:cubicBezTo>
                  <a:pt x="1821851" y="1222827"/>
                  <a:pt x="1823222" y="1224839"/>
                  <a:pt x="1824137" y="1227033"/>
                </a:cubicBezTo>
                <a:cubicBezTo>
                  <a:pt x="1825051" y="1229228"/>
                  <a:pt x="1825508" y="1231514"/>
                  <a:pt x="1825508" y="1233983"/>
                </a:cubicBezTo>
              </a:path>
              <a:path w="4147901" h="1686245">
                <a:moveTo>
                  <a:pt x="2214402" y="1358616"/>
                </a:moveTo>
                <a:cubicBezTo>
                  <a:pt x="2214402" y="1360993"/>
                  <a:pt x="2213945" y="1363279"/>
                  <a:pt x="2213031" y="1365474"/>
                </a:cubicBezTo>
                <a:cubicBezTo>
                  <a:pt x="2212116" y="1367760"/>
                  <a:pt x="2210836" y="1369680"/>
                  <a:pt x="2209099" y="1371417"/>
                </a:cubicBezTo>
                <a:cubicBezTo>
                  <a:pt x="2207453" y="1373063"/>
                  <a:pt x="2205441" y="1374343"/>
                  <a:pt x="2203247" y="1375258"/>
                </a:cubicBezTo>
                <a:cubicBezTo>
                  <a:pt x="2201052" y="1376172"/>
                  <a:pt x="2198675" y="1376721"/>
                  <a:pt x="2196297" y="1376721"/>
                </a:cubicBezTo>
                <a:cubicBezTo>
                  <a:pt x="2193920" y="1376721"/>
                  <a:pt x="2191542" y="1376172"/>
                  <a:pt x="2189348" y="1375258"/>
                </a:cubicBezTo>
                <a:cubicBezTo>
                  <a:pt x="2187153" y="1374343"/>
                  <a:pt x="2185142" y="1373063"/>
                  <a:pt x="2183496" y="1371417"/>
                </a:cubicBezTo>
                <a:cubicBezTo>
                  <a:pt x="2181758" y="1369680"/>
                  <a:pt x="2180478" y="1367760"/>
                  <a:pt x="2179564" y="1365474"/>
                </a:cubicBezTo>
                <a:cubicBezTo>
                  <a:pt x="2178649" y="1363279"/>
                  <a:pt x="2178192" y="1360993"/>
                  <a:pt x="2178192" y="1358616"/>
                </a:cubicBezTo>
                <a:cubicBezTo>
                  <a:pt x="2178192" y="1356147"/>
                  <a:pt x="2178649" y="1353861"/>
                  <a:pt x="2179564" y="1351666"/>
                </a:cubicBezTo>
                <a:cubicBezTo>
                  <a:pt x="2180478" y="1349472"/>
                  <a:pt x="2181758" y="1347460"/>
                  <a:pt x="2183496" y="1345814"/>
                </a:cubicBezTo>
                <a:cubicBezTo>
                  <a:pt x="2185142" y="1344077"/>
                  <a:pt x="2187153" y="1342796"/>
                  <a:pt x="2189348" y="1341882"/>
                </a:cubicBezTo>
                <a:cubicBezTo>
                  <a:pt x="2191542" y="1340968"/>
                  <a:pt x="2193920" y="1340510"/>
                  <a:pt x="2196297" y="1340510"/>
                </a:cubicBezTo>
                <a:cubicBezTo>
                  <a:pt x="2198675" y="1340510"/>
                  <a:pt x="2201052" y="1340968"/>
                  <a:pt x="2203247" y="1341882"/>
                </a:cubicBezTo>
                <a:cubicBezTo>
                  <a:pt x="2205441" y="1342796"/>
                  <a:pt x="2207453" y="1344077"/>
                  <a:pt x="2209099" y="1345814"/>
                </a:cubicBezTo>
                <a:cubicBezTo>
                  <a:pt x="2210836" y="1347460"/>
                  <a:pt x="2212116" y="1349472"/>
                  <a:pt x="2213031" y="1351666"/>
                </a:cubicBezTo>
                <a:cubicBezTo>
                  <a:pt x="2213945" y="1353861"/>
                  <a:pt x="2214402" y="1356147"/>
                  <a:pt x="2214402" y="1358616"/>
                </a:cubicBezTo>
              </a:path>
              <a:path w="4147901" h="1686245">
                <a:moveTo>
                  <a:pt x="2527310" y="1377086"/>
                </a:moveTo>
                <a:cubicBezTo>
                  <a:pt x="2527310" y="1379464"/>
                  <a:pt x="2526853" y="1381750"/>
                  <a:pt x="2525939" y="1384036"/>
                </a:cubicBezTo>
                <a:cubicBezTo>
                  <a:pt x="2525024" y="1386230"/>
                  <a:pt x="2523744" y="1388151"/>
                  <a:pt x="2522007" y="1389888"/>
                </a:cubicBezTo>
                <a:cubicBezTo>
                  <a:pt x="2520269" y="1391534"/>
                  <a:pt x="2518349" y="1392906"/>
                  <a:pt x="2516154" y="1393820"/>
                </a:cubicBezTo>
                <a:cubicBezTo>
                  <a:pt x="2513868" y="1394734"/>
                  <a:pt x="2511582" y="1395192"/>
                  <a:pt x="2509205" y="1395192"/>
                </a:cubicBezTo>
                <a:cubicBezTo>
                  <a:pt x="2506736" y="1395192"/>
                  <a:pt x="2504450" y="1394734"/>
                  <a:pt x="2502256" y="1393820"/>
                </a:cubicBezTo>
                <a:cubicBezTo>
                  <a:pt x="2500061" y="1392906"/>
                  <a:pt x="2498049" y="1391534"/>
                  <a:pt x="2496312" y="1389888"/>
                </a:cubicBezTo>
                <a:cubicBezTo>
                  <a:pt x="2494666" y="1388151"/>
                  <a:pt x="2493386" y="1386230"/>
                  <a:pt x="2492380" y="1384036"/>
                </a:cubicBezTo>
                <a:cubicBezTo>
                  <a:pt x="2491466" y="1381750"/>
                  <a:pt x="2491008" y="1379464"/>
                  <a:pt x="2491008" y="1377086"/>
                </a:cubicBezTo>
                <a:cubicBezTo>
                  <a:pt x="2491008" y="1374709"/>
                  <a:pt x="2491466" y="1372332"/>
                  <a:pt x="2492380" y="1370137"/>
                </a:cubicBezTo>
                <a:cubicBezTo>
                  <a:pt x="2493386" y="1367942"/>
                  <a:pt x="2494666" y="1365931"/>
                  <a:pt x="2496312" y="1364285"/>
                </a:cubicBezTo>
                <a:cubicBezTo>
                  <a:pt x="2498049" y="1362547"/>
                  <a:pt x="2500061" y="1361267"/>
                  <a:pt x="2502256" y="1360353"/>
                </a:cubicBezTo>
                <a:cubicBezTo>
                  <a:pt x="2504450" y="1359438"/>
                  <a:pt x="2506736" y="1358981"/>
                  <a:pt x="2509205" y="1358981"/>
                </a:cubicBezTo>
                <a:cubicBezTo>
                  <a:pt x="2511582" y="1358981"/>
                  <a:pt x="2513868" y="1359438"/>
                  <a:pt x="2516154" y="1360353"/>
                </a:cubicBezTo>
                <a:cubicBezTo>
                  <a:pt x="2518349" y="1361267"/>
                  <a:pt x="2520269" y="1362547"/>
                  <a:pt x="2522007" y="1364285"/>
                </a:cubicBezTo>
                <a:cubicBezTo>
                  <a:pt x="2523744" y="1365931"/>
                  <a:pt x="2525024" y="1367942"/>
                  <a:pt x="2525939" y="1370137"/>
                </a:cubicBezTo>
                <a:cubicBezTo>
                  <a:pt x="2526853" y="1372332"/>
                  <a:pt x="2527310" y="1374709"/>
                  <a:pt x="2527310" y="1377086"/>
                </a:cubicBezTo>
              </a:path>
              <a:path w="4147901" h="1686245">
                <a:moveTo>
                  <a:pt x="2835554" y="1229685"/>
                </a:moveTo>
                <a:cubicBezTo>
                  <a:pt x="2835554" y="1232063"/>
                  <a:pt x="2835006" y="1234349"/>
                  <a:pt x="2834091" y="1236635"/>
                </a:cubicBezTo>
                <a:cubicBezTo>
                  <a:pt x="2833177" y="1238829"/>
                  <a:pt x="2831897" y="1240749"/>
                  <a:pt x="2830159" y="1242487"/>
                </a:cubicBezTo>
                <a:cubicBezTo>
                  <a:pt x="2828514" y="1244133"/>
                  <a:pt x="2826502" y="1245504"/>
                  <a:pt x="2824307" y="1246419"/>
                </a:cubicBezTo>
                <a:cubicBezTo>
                  <a:pt x="2822113" y="1247333"/>
                  <a:pt x="2819735" y="1247790"/>
                  <a:pt x="2817358" y="1247790"/>
                </a:cubicBezTo>
                <a:cubicBezTo>
                  <a:pt x="2814980" y="1247790"/>
                  <a:pt x="2812694" y="1247333"/>
                  <a:pt x="2810408" y="1246419"/>
                </a:cubicBezTo>
                <a:cubicBezTo>
                  <a:pt x="2808214" y="1245504"/>
                  <a:pt x="2806202" y="1244133"/>
                  <a:pt x="2804556" y="1242487"/>
                </a:cubicBezTo>
                <a:cubicBezTo>
                  <a:pt x="2802819" y="1240749"/>
                  <a:pt x="2801539" y="1238829"/>
                  <a:pt x="2800624" y="1236635"/>
                </a:cubicBezTo>
                <a:cubicBezTo>
                  <a:pt x="2799710" y="1234349"/>
                  <a:pt x="2799253" y="1232063"/>
                  <a:pt x="2799253" y="1229685"/>
                </a:cubicBezTo>
                <a:cubicBezTo>
                  <a:pt x="2799253" y="1227308"/>
                  <a:pt x="2799710" y="1224930"/>
                  <a:pt x="2800624" y="1222736"/>
                </a:cubicBezTo>
                <a:cubicBezTo>
                  <a:pt x="2801539" y="1220541"/>
                  <a:pt x="2802819" y="1218529"/>
                  <a:pt x="2804556" y="1216884"/>
                </a:cubicBezTo>
                <a:cubicBezTo>
                  <a:pt x="2806202" y="1215146"/>
                  <a:pt x="2808214" y="1213866"/>
                  <a:pt x="2810408" y="1212952"/>
                </a:cubicBezTo>
                <a:cubicBezTo>
                  <a:pt x="2812694" y="1212037"/>
                  <a:pt x="2814980" y="1211580"/>
                  <a:pt x="2817358" y="1211580"/>
                </a:cubicBezTo>
                <a:cubicBezTo>
                  <a:pt x="2819735" y="1211580"/>
                  <a:pt x="2822113" y="1212037"/>
                  <a:pt x="2824307" y="1212952"/>
                </a:cubicBezTo>
                <a:cubicBezTo>
                  <a:pt x="2826502" y="1213866"/>
                  <a:pt x="2828514" y="1215146"/>
                  <a:pt x="2830159" y="1216884"/>
                </a:cubicBezTo>
                <a:cubicBezTo>
                  <a:pt x="2831897" y="1218529"/>
                  <a:pt x="2833177" y="1220541"/>
                  <a:pt x="2834091" y="1222736"/>
                </a:cubicBezTo>
                <a:cubicBezTo>
                  <a:pt x="2835006" y="1224930"/>
                  <a:pt x="2835554" y="1227308"/>
                  <a:pt x="2835554" y="1229685"/>
                </a:cubicBezTo>
              </a:path>
              <a:path w="4147901" h="1686245">
                <a:moveTo>
                  <a:pt x="3198114" y="1273393"/>
                </a:moveTo>
                <a:cubicBezTo>
                  <a:pt x="3198114" y="1275862"/>
                  <a:pt x="3197657" y="1278148"/>
                  <a:pt x="3196742" y="1280343"/>
                </a:cubicBezTo>
                <a:cubicBezTo>
                  <a:pt x="3195828" y="1282537"/>
                  <a:pt x="3194548" y="1284549"/>
                  <a:pt x="3192810" y="1286195"/>
                </a:cubicBezTo>
                <a:cubicBezTo>
                  <a:pt x="3191073" y="1287932"/>
                  <a:pt x="3189153" y="1289213"/>
                  <a:pt x="3186958" y="1290127"/>
                </a:cubicBezTo>
                <a:cubicBezTo>
                  <a:pt x="3184672" y="1291041"/>
                  <a:pt x="3182386" y="1291499"/>
                  <a:pt x="3180009" y="1291499"/>
                </a:cubicBezTo>
                <a:cubicBezTo>
                  <a:pt x="3177540" y="1291499"/>
                  <a:pt x="3175254" y="1291041"/>
                  <a:pt x="3173059" y="1290127"/>
                </a:cubicBezTo>
                <a:cubicBezTo>
                  <a:pt x="3170773" y="1289213"/>
                  <a:pt x="3168853" y="1287932"/>
                  <a:pt x="3167116" y="1286195"/>
                </a:cubicBezTo>
                <a:cubicBezTo>
                  <a:pt x="3165470" y="1284549"/>
                  <a:pt x="3164098" y="1282537"/>
                  <a:pt x="3163184" y="1280343"/>
                </a:cubicBezTo>
                <a:cubicBezTo>
                  <a:pt x="3162270" y="1278148"/>
                  <a:pt x="3161812" y="1275862"/>
                  <a:pt x="3161812" y="1273393"/>
                </a:cubicBezTo>
                <a:cubicBezTo>
                  <a:pt x="3161812" y="1271016"/>
                  <a:pt x="3162270" y="1268730"/>
                  <a:pt x="3163184" y="1266535"/>
                </a:cubicBezTo>
                <a:cubicBezTo>
                  <a:pt x="3164098" y="1264249"/>
                  <a:pt x="3165470" y="1262329"/>
                  <a:pt x="3167116" y="1260683"/>
                </a:cubicBezTo>
                <a:cubicBezTo>
                  <a:pt x="3168853" y="1258946"/>
                  <a:pt x="3170773" y="1257666"/>
                  <a:pt x="3173059" y="1256751"/>
                </a:cubicBezTo>
                <a:cubicBezTo>
                  <a:pt x="3175254" y="1255837"/>
                  <a:pt x="3177540" y="1255380"/>
                  <a:pt x="3180009" y="1255380"/>
                </a:cubicBezTo>
                <a:cubicBezTo>
                  <a:pt x="3182386" y="1255380"/>
                  <a:pt x="3184672" y="1255837"/>
                  <a:pt x="3186958" y="1256751"/>
                </a:cubicBezTo>
                <a:cubicBezTo>
                  <a:pt x="3189153" y="1257666"/>
                  <a:pt x="3191073" y="1258946"/>
                  <a:pt x="3192810" y="1260683"/>
                </a:cubicBezTo>
                <a:cubicBezTo>
                  <a:pt x="3194548" y="1262329"/>
                  <a:pt x="3195828" y="1264249"/>
                  <a:pt x="3196742" y="1266535"/>
                </a:cubicBezTo>
                <a:cubicBezTo>
                  <a:pt x="3197657" y="1268730"/>
                  <a:pt x="3198114" y="1271016"/>
                  <a:pt x="3198114" y="1273393"/>
                </a:cubicBezTo>
              </a:path>
              <a:path w="4147901" h="1686245">
                <a:moveTo>
                  <a:pt x="3415101" y="1324508"/>
                </a:moveTo>
                <a:cubicBezTo>
                  <a:pt x="3415101" y="1326886"/>
                  <a:pt x="3414644" y="1329263"/>
                  <a:pt x="3413730" y="1331458"/>
                </a:cubicBezTo>
                <a:cubicBezTo>
                  <a:pt x="3412815" y="1333652"/>
                  <a:pt x="3411535" y="1335664"/>
                  <a:pt x="3409798" y="1337310"/>
                </a:cubicBezTo>
                <a:cubicBezTo>
                  <a:pt x="3408152" y="1339047"/>
                  <a:pt x="3406140" y="1340328"/>
                  <a:pt x="3403945" y="1341242"/>
                </a:cubicBezTo>
                <a:cubicBezTo>
                  <a:pt x="3401751" y="1342156"/>
                  <a:pt x="3399373" y="1342614"/>
                  <a:pt x="3396996" y="1342614"/>
                </a:cubicBezTo>
                <a:cubicBezTo>
                  <a:pt x="3394619" y="1342614"/>
                  <a:pt x="3392241" y="1342156"/>
                  <a:pt x="3390047" y="1341242"/>
                </a:cubicBezTo>
                <a:cubicBezTo>
                  <a:pt x="3387852" y="1340328"/>
                  <a:pt x="3385840" y="1339047"/>
                  <a:pt x="3384194" y="1337310"/>
                </a:cubicBezTo>
                <a:cubicBezTo>
                  <a:pt x="3382457" y="1335664"/>
                  <a:pt x="3381177" y="1333652"/>
                  <a:pt x="3380262" y="1331458"/>
                </a:cubicBezTo>
                <a:cubicBezTo>
                  <a:pt x="3379348" y="1329263"/>
                  <a:pt x="3378891" y="1326886"/>
                  <a:pt x="3378891" y="1324508"/>
                </a:cubicBezTo>
                <a:cubicBezTo>
                  <a:pt x="3378891" y="1322131"/>
                  <a:pt x="3379348" y="1319845"/>
                  <a:pt x="3380262" y="1317559"/>
                </a:cubicBezTo>
                <a:cubicBezTo>
                  <a:pt x="3381177" y="1315364"/>
                  <a:pt x="3382457" y="1313444"/>
                  <a:pt x="3384194" y="1311707"/>
                </a:cubicBezTo>
                <a:cubicBezTo>
                  <a:pt x="3385840" y="1310061"/>
                  <a:pt x="3387852" y="1308689"/>
                  <a:pt x="3390047" y="1307775"/>
                </a:cubicBezTo>
                <a:cubicBezTo>
                  <a:pt x="3392241" y="1306860"/>
                  <a:pt x="3394619" y="1306403"/>
                  <a:pt x="3396996" y="1306403"/>
                </a:cubicBezTo>
                <a:cubicBezTo>
                  <a:pt x="3399373" y="1306403"/>
                  <a:pt x="3401751" y="1306860"/>
                  <a:pt x="3403945" y="1307775"/>
                </a:cubicBezTo>
                <a:cubicBezTo>
                  <a:pt x="3406140" y="1308689"/>
                  <a:pt x="3408152" y="1310061"/>
                  <a:pt x="3409798" y="1311707"/>
                </a:cubicBezTo>
                <a:cubicBezTo>
                  <a:pt x="3411535" y="1313444"/>
                  <a:pt x="3412815" y="1315364"/>
                  <a:pt x="3413730" y="1317559"/>
                </a:cubicBezTo>
                <a:cubicBezTo>
                  <a:pt x="3414644" y="1319845"/>
                  <a:pt x="3415101" y="1322131"/>
                  <a:pt x="3415101" y="1324508"/>
                </a:cubicBezTo>
              </a:path>
              <a:path w="4147901" h="1686245">
                <a:moveTo>
                  <a:pt x="3711092" y="1261689"/>
                </a:moveTo>
                <a:cubicBezTo>
                  <a:pt x="3711092" y="1264067"/>
                  <a:pt x="3710635" y="1266444"/>
                  <a:pt x="3709721" y="1268639"/>
                </a:cubicBezTo>
                <a:cubicBezTo>
                  <a:pt x="3708806" y="1270833"/>
                  <a:pt x="3707526" y="1272845"/>
                  <a:pt x="3705789" y="1274491"/>
                </a:cubicBezTo>
                <a:cubicBezTo>
                  <a:pt x="3704052" y="1276228"/>
                  <a:pt x="3702131" y="1277508"/>
                  <a:pt x="3699937" y="1278423"/>
                </a:cubicBezTo>
                <a:cubicBezTo>
                  <a:pt x="3697651" y="1279337"/>
                  <a:pt x="3695365" y="1279794"/>
                  <a:pt x="3692987" y="1279794"/>
                </a:cubicBezTo>
                <a:cubicBezTo>
                  <a:pt x="3690518" y="1279794"/>
                  <a:pt x="3688232" y="1279337"/>
                  <a:pt x="3686038" y="1278423"/>
                </a:cubicBezTo>
                <a:cubicBezTo>
                  <a:pt x="3683752" y="1277508"/>
                  <a:pt x="3681832" y="1276228"/>
                  <a:pt x="3680094" y="1274491"/>
                </a:cubicBezTo>
                <a:cubicBezTo>
                  <a:pt x="3678448" y="1272845"/>
                  <a:pt x="3677077" y="1270833"/>
                  <a:pt x="3676162" y="1268639"/>
                </a:cubicBezTo>
                <a:cubicBezTo>
                  <a:pt x="3675248" y="1266444"/>
                  <a:pt x="3674791" y="1264067"/>
                  <a:pt x="3674791" y="1261689"/>
                </a:cubicBezTo>
                <a:cubicBezTo>
                  <a:pt x="3674791" y="1259312"/>
                  <a:pt x="3675248" y="1257026"/>
                  <a:pt x="3676162" y="1254740"/>
                </a:cubicBezTo>
                <a:cubicBezTo>
                  <a:pt x="3677077" y="1252545"/>
                  <a:pt x="3678448" y="1250625"/>
                  <a:pt x="3680094" y="1248888"/>
                </a:cubicBezTo>
                <a:cubicBezTo>
                  <a:pt x="3681832" y="1247242"/>
                  <a:pt x="3683752" y="1245870"/>
                  <a:pt x="3686038" y="1244956"/>
                </a:cubicBezTo>
                <a:cubicBezTo>
                  <a:pt x="3688232" y="1244041"/>
                  <a:pt x="3690518" y="1243584"/>
                  <a:pt x="3692987" y="1243584"/>
                </a:cubicBezTo>
                <a:cubicBezTo>
                  <a:pt x="3695365" y="1243584"/>
                  <a:pt x="3697651" y="1244041"/>
                  <a:pt x="3699937" y="1244956"/>
                </a:cubicBezTo>
                <a:cubicBezTo>
                  <a:pt x="3702131" y="1245870"/>
                  <a:pt x="3704052" y="1247242"/>
                  <a:pt x="3705789" y="1248888"/>
                </a:cubicBezTo>
                <a:cubicBezTo>
                  <a:pt x="3707526" y="1250625"/>
                  <a:pt x="3708806" y="1252545"/>
                  <a:pt x="3709721" y="1254740"/>
                </a:cubicBezTo>
                <a:cubicBezTo>
                  <a:pt x="3710635" y="1257026"/>
                  <a:pt x="3711092" y="1259312"/>
                  <a:pt x="3711092" y="1261689"/>
                </a:cubicBezTo>
              </a:path>
              <a:path w="4147901" h="1686245">
                <a:moveTo>
                  <a:pt x="4078407" y="1260592"/>
                </a:moveTo>
                <a:cubicBezTo>
                  <a:pt x="4078407" y="1263061"/>
                  <a:pt x="4077950" y="1265347"/>
                  <a:pt x="4077035" y="1267541"/>
                </a:cubicBezTo>
                <a:cubicBezTo>
                  <a:pt x="4076121" y="1269736"/>
                  <a:pt x="4074841" y="1271748"/>
                  <a:pt x="4073103" y="1273393"/>
                </a:cubicBezTo>
                <a:cubicBezTo>
                  <a:pt x="4071366" y="1275131"/>
                  <a:pt x="4069446" y="1276411"/>
                  <a:pt x="4067251" y="1277325"/>
                </a:cubicBezTo>
                <a:cubicBezTo>
                  <a:pt x="4064965" y="1278240"/>
                  <a:pt x="4062679" y="1278697"/>
                  <a:pt x="4060302" y="1278697"/>
                </a:cubicBezTo>
                <a:cubicBezTo>
                  <a:pt x="4057833" y="1278697"/>
                  <a:pt x="4055547" y="1278240"/>
                  <a:pt x="4053352" y="1277325"/>
                </a:cubicBezTo>
                <a:cubicBezTo>
                  <a:pt x="4051066" y="1276411"/>
                  <a:pt x="4049146" y="1275131"/>
                  <a:pt x="4047409" y="1273393"/>
                </a:cubicBezTo>
                <a:cubicBezTo>
                  <a:pt x="4045763" y="1271748"/>
                  <a:pt x="4044391" y="1269736"/>
                  <a:pt x="4043477" y="1267541"/>
                </a:cubicBezTo>
                <a:cubicBezTo>
                  <a:pt x="4042562" y="1265347"/>
                  <a:pt x="4042105" y="1263061"/>
                  <a:pt x="4042105" y="1260592"/>
                </a:cubicBezTo>
                <a:cubicBezTo>
                  <a:pt x="4042105" y="1258214"/>
                  <a:pt x="4042562" y="1255928"/>
                  <a:pt x="4043477" y="1253734"/>
                </a:cubicBezTo>
                <a:cubicBezTo>
                  <a:pt x="4044391" y="1251448"/>
                  <a:pt x="4045763" y="1249528"/>
                  <a:pt x="4047409" y="1247790"/>
                </a:cubicBezTo>
                <a:cubicBezTo>
                  <a:pt x="4049146" y="1246144"/>
                  <a:pt x="4051066" y="1244864"/>
                  <a:pt x="4053352" y="1243950"/>
                </a:cubicBezTo>
                <a:cubicBezTo>
                  <a:pt x="4055547" y="1243035"/>
                  <a:pt x="4057833" y="1242578"/>
                  <a:pt x="4060302" y="1242578"/>
                </a:cubicBezTo>
                <a:cubicBezTo>
                  <a:pt x="4062679" y="1242578"/>
                  <a:pt x="4064965" y="1243035"/>
                  <a:pt x="4067251" y="1243950"/>
                </a:cubicBezTo>
                <a:cubicBezTo>
                  <a:pt x="4069446" y="1244864"/>
                  <a:pt x="4071366" y="1246144"/>
                  <a:pt x="4073103" y="1247790"/>
                </a:cubicBezTo>
                <a:cubicBezTo>
                  <a:pt x="4074841" y="1249528"/>
                  <a:pt x="4076121" y="1251448"/>
                  <a:pt x="4077035" y="1253734"/>
                </a:cubicBezTo>
                <a:cubicBezTo>
                  <a:pt x="4077950" y="1255928"/>
                  <a:pt x="4078407" y="1258214"/>
                  <a:pt x="4078407" y="1260592"/>
                </a:cubicBezTo>
              </a:path>
              <a:path w="4147901" h="1686245">
                <a:moveTo>
                  <a:pt x="36302" y="1036838"/>
                </a:moveTo>
                <a:cubicBezTo>
                  <a:pt x="36302" y="1039307"/>
                  <a:pt x="35844" y="1041593"/>
                  <a:pt x="34930" y="1043788"/>
                </a:cubicBezTo>
                <a:cubicBezTo>
                  <a:pt x="34016" y="1045982"/>
                  <a:pt x="32644" y="1047994"/>
                  <a:pt x="30998" y="1049640"/>
                </a:cubicBezTo>
                <a:cubicBezTo>
                  <a:pt x="29261" y="1051377"/>
                  <a:pt x="27341" y="1052657"/>
                  <a:pt x="25055" y="1053572"/>
                </a:cubicBezTo>
                <a:cubicBezTo>
                  <a:pt x="22860" y="1054486"/>
                  <a:pt x="20574" y="1054943"/>
                  <a:pt x="18105" y="1054943"/>
                </a:cubicBezTo>
                <a:cubicBezTo>
                  <a:pt x="15728" y="1054943"/>
                  <a:pt x="13442" y="1054486"/>
                  <a:pt x="11156" y="1053572"/>
                </a:cubicBezTo>
                <a:cubicBezTo>
                  <a:pt x="8961" y="1052657"/>
                  <a:pt x="7041" y="1051377"/>
                  <a:pt x="5304" y="1049640"/>
                </a:cubicBezTo>
                <a:cubicBezTo>
                  <a:pt x="3658" y="1047994"/>
                  <a:pt x="2286" y="1045982"/>
                  <a:pt x="1372" y="1043788"/>
                </a:cubicBezTo>
                <a:cubicBezTo>
                  <a:pt x="457" y="1041593"/>
                  <a:pt x="0" y="1039307"/>
                  <a:pt x="0" y="1036838"/>
                </a:cubicBezTo>
                <a:cubicBezTo>
                  <a:pt x="0" y="1034461"/>
                  <a:pt x="457" y="1032175"/>
                  <a:pt x="1372" y="1029980"/>
                </a:cubicBezTo>
                <a:cubicBezTo>
                  <a:pt x="2286" y="1027694"/>
                  <a:pt x="3658" y="1025774"/>
                  <a:pt x="5304" y="1024037"/>
                </a:cubicBezTo>
                <a:cubicBezTo>
                  <a:pt x="7041" y="1022391"/>
                  <a:pt x="8961" y="1021019"/>
                  <a:pt x="11156" y="1020105"/>
                </a:cubicBezTo>
                <a:cubicBezTo>
                  <a:pt x="13442" y="1019190"/>
                  <a:pt x="15728" y="1018733"/>
                  <a:pt x="18105" y="1018733"/>
                </a:cubicBezTo>
                <a:cubicBezTo>
                  <a:pt x="20574" y="1018733"/>
                  <a:pt x="22860" y="1019190"/>
                  <a:pt x="25055" y="1020105"/>
                </a:cubicBezTo>
                <a:cubicBezTo>
                  <a:pt x="27341" y="1021019"/>
                  <a:pt x="29261" y="1022391"/>
                  <a:pt x="30998" y="1024037"/>
                </a:cubicBezTo>
                <a:cubicBezTo>
                  <a:pt x="32644" y="1025774"/>
                  <a:pt x="34016" y="1027694"/>
                  <a:pt x="34930" y="1029980"/>
                </a:cubicBezTo>
                <a:cubicBezTo>
                  <a:pt x="35844" y="1032175"/>
                  <a:pt x="36302" y="1034461"/>
                  <a:pt x="36302" y="1036838"/>
                </a:cubicBezTo>
              </a:path>
              <a:path w="4147901" h="1686245">
                <a:moveTo>
                  <a:pt x="395204" y="918789"/>
                </a:moveTo>
                <a:cubicBezTo>
                  <a:pt x="395204" y="921167"/>
                  <a:pt x="394746" y="923544"/>
                  <a:pt x="393832" y="925739"/>
                </a:cubicBezTo>
                <a:cubicBezTo>
                  <a:pt x="392918" y="927933"/>
                  <a:pt x="391546" y="929945"/>
                  <a:pt x="389900" y="931591"/>
                </a:cubicBezTo>
                <a:cubicBezTo>
                  <a:pt x="388163" y="933328"/>
                  <a:pt x="386243" y="934608"/>
                  <a:pt x="383957" y="935523"/>
                </a:cubicBezTo>
                <a:cubicBezTo>
                  <a:pt x="381762" y="936437"/>
                  <a:pt x="379476" y="936894"/>
                  <a:pt x="377099" y="936894"/>
                </a:cubicBezTo>
                <a:cubicBezTo>
                  <a:pt x="374630" y="936894"/>
                  <a:pt x="372344" y="936437"/>
                  <a:pt x="370149" y="935523"/>
                </a:cubicBezTo>
                <a:cubicBezTo>
                  <a:pt x="367863" y="934608"/>
                  <a:pt x="365943" y="933328"/>
                  <a:pt x="364206" y="931591"/>
                </a:cubicBezTo>
                <a:cubicBezTo>
                  <a:pt x="362560" y="929945"/>
                  <a:pt x="361188" y="927933"/>
                  <a:pt x="360274" y="925739"/>
                </a:cubicBezTo>
                <a:cubicBezTo>
                  <a:pt x="359359" y="923544"/>
                  <a:pt x="358902" y="921167"/>
                  <a:pt x="358902" y="918789"/>
                </a:cubicBezTo>
                <a:cubicBezTo>
                  <a:pt x="358902" y="916412"/>
                  <a:pt x="359359" y="914126"/>
                  <a:pt x="360274" y="911840"/>
                </a:cubicBezTo>
                <a:cubicBezTo>
                  <a:pt x="361188" y="909645"/>
                  <a:pt x="362560" y="907725"/>
                  <a:pt x="364206" y="905988"/>
                </a:cubicBezTo>
                <a:cubicBezTo>
                  <a:pt x="365943" y="904342"/>
                  <a:pt x="367863" y="902970"/>
                  <a:pt x="370149" y="902056"/>
                </a:cubicBezTo>
                <a:cubicBezTo>
                  <a:pt x="372344" y="901141"/>
                  <a:pt x="374630" y="900684"/>
                  <a:pt x="377099" y="900684"/>
                </a:cubicBezTo>
                <a:cubicBezTo>
                  <a:pt x="379476" y="900684"/>
                  <a:pt x="381762" y="901141"/>
                  <a:pt x="383957" y="902056"/>
                </a:cubicBezTo>
                <a:cubicBezTo>
                  <a:pt x="386243" y="902970"/>
                  <a:pt x="388163" y="904342"/>
                  <a:pt x="389900" y="905988"/>
                </a:cubicBezTo>
                <a:cubicBezTo>
                  <a:pt x="391546" y="907725"/>
                  <a:pt x="392918" y="909645"/>
                  <a:pt x="393832" y="911840"/>
                </a:cubicBezTo>
                <a:cubicBezTo>
                  <a:pt x="394746" y="914126"/>
                  <a:pt x="395204" y="916412"/>
                  <a:pt x="395204" y="918789"/>
                </a:cubicBezTo>
              </a:path>
              <a:path w="4147901" h="1686245">
                <a:moveTo>
                  <a:pt x="712135" y="946587"/>
                </a:moveTo>
                <a:cubicBezTo>
                  <a:pt x="712135" y="948964"/>
                  <a:pt x="711678" y="951250"/>
                  <a:pt x="710763" y="953536"/>
                </a:cubicBezTo>
                <a:cubicBezTo>
                  <a:pt x="709849" y="955731"/>
                  <a:pt x="708477" y="957651"/>
                  <a:pt x="706831" y="959388"/>
                </a:cubicBezTo>
                <a:cubicBezTo>
                  <a:pt x="705094" y="961034"/>
                  <a:pt x="703174" y="962406"/>
                  <a:pt x="700888" y="963320"/>
                </a:cubicBezTo>
                <a:cubicBezTo>
                  <a:pt x="698693" y="964235"/>
                  <a:pt x="696407" y="964692"/>
                  <a:pt x="693938" y="964692"/>
                </a:cubicBezTo>
                <a:cubicBezTo>
                  <a:pt x="691561" y="964692"/>
                  <a:pt x="689275" y="964235"/>
                  <a:pt x="687080" y="963320"/>
                </a:cubicBezTo>
                <a:cubicBezTo>
                  <a:pt x="684794" y="962406"/>
                  <a:pt x="682874" y="961034"/>
                  <a:pt x="681137" y="959388"/>
                </a:cubicBezTo>
                <a:cubicBezTo>
                  <a:pt x="679491" y="957651"/>
                  <a:pt x="678119" y="955731"/>
                  <a:pt x="677205" y="953536"/>
                </a:cubicBezTo>
                <a:cubicBezTo>
                  <a:pt x="676290" y="951250"/>
                  <a:pt x="675833" y="948964"/>
                  <a:pt x="675833" y="946587"/>
                </a:cubicBezTo>
                <a:cubicBezTo>
                  <a:pt x="675833" y="944209"/>
                  <a:pt x="676290" y="941832"/>
                  <a:pt x="677205" y="939637"/>
                </a:cubicBezTo>
                <a:cubicBezTo>
                  <a:pt x="678119" y="937443"/>
                  <a:pt x="679491" y="935431"/>
                  <a:pt x="681137" y="933785"/>
                </a:cubicBezTo>
                <a:cubicBezTo>
                  <a:pt x="682874" y="932048"/>
                  <a:pt x="684794" y="930768"/>
                  <a:pt x="687080" y="929853"/>
                </a:cubicBezTo>
                <a:cubicBezTo>
                  <a:pt x="689275" y="928939"/>
                  <a:pt x="691561" y="928482"/>
                  <a:pt x="693938" y="928482"/>
                </a:cubicBezTo>
                <a:cubicBezTo>
                  <a:pt x="696407" y="928482"/>
                  <a:pt x="698693" y="928939"/>
                  <a:pt x="700888" y="929853"/>
                </a:cubicBezTo>
                <a:cubicBezTo>
                  <a:pt x="703174" y="930768"/>
                  <a:pt x="705094" y="932048"/>
                  <a:pt x="706831" y="933785"/>
                </a:cubicBezTo>
                <a:cubicBezTo>
                  <a:pt x="708477" y="935431"/>
                  <a:pt x="709849" y="937443"/>
                  <a:pt x="710763" y="939637"/>
                </a:cubicBezTo>
                <a:cubicBezTo>
                  <a:pt x="711678" y="941832"/>
                  <a:pt x="712135" y="944209"/>
                  <a:pt x="712135" y="946587"/>
                </a:cubicBezTo>
              </a:path>
              <a:path w="4147901" h="1686245">
                <a:moveTo>
                  <a:pt x="1017361" y="956828"/>
                </a:moveTo>
                <a:cubicBezTo>
                  <a:pt x="1017361" y="959206"/>
                  <a:pt x="1016904" y="961492"/>
                  <a:pt x="1015990" y="963778"/>
                </a:cubicBezTo>
                <a:cubicBezTo>
                  <a:pt x="1015075" y="965972"/>
                  <a:pt x="1013704" y="967892"/>
                  <a:pt x="1012058" y="969630"/>
                </a:cubicBezTo>
                <a:cubicBezTo>
                  <a:pt x="1010321" y="971276"/>
                  <a:pt x="1008400" y="972647"/>
                  <a:pt x="1006114" y="973562"/>
                </a:cubicBezTo>
                <a:cubicBezTo>
                  <a:pt x="1003920" y="974476"/>
                  <a:pt x="1001634" y="974933"/>
                  <a:pt x="999165" y="974933"/>
                </a:cubicBezTo>
                <a:cubicBezTo>
                  <a:pt x="996787" y="974933"/>
                  <a:pt x="994501" y="974476"/>
                  <a:pt x="992307" y="973562"/>
                </a:cubicBezTo>
                <a:cubicBezTo>
                  <a:pt x="990021" y="972647"/>
                  <a:pt x="988101" y="971276"/>
                  <a:pt x="986363" y="969630"/>
                </a:cubicBezTo>
                <a:cubicBezTo>
                  <a:pt x="984717" y="967892"/>
                  <a:pt x="983346" y="965972"/>
                  <a:pt x="982431" y="963778"/>
                </a:cubicBezTo>
                <a:cubicBezTo>
                  <a:pt x="981517" y="961492"/>
                  <a:pt x="981060" y="959206"/>
                  <a:pt x="981060" y="956828"/>
                </a:cubicBezTo>
                <a:cubicBezTo>
                  <a:pt x="981060" y="954451"/>
                  <a:pt x="981517" y="952073"/>
                  <a:pt x="982431" y="949879"/>
                </a:cubicBezTo>
                <a:cubicBezTo>
                  <a:pt x="983346" y="947684"/>
                  <a:pt x="984717" y="945764"/>
                  <a:pt x="986363" y="944027"/>
                </a:cubicBezTo>
                <a:cubicBezTo>
                  <a:pt x="988101" y="942289"/>
                  <a:pt x="990021" y="941009"/>
                  <a:pt x="992307" y="940095"/>
                </a:cubicBezTo>
                <a:cubicBezTo>
                  <a:pt x="994501" y="939180"/>
                  <a:pt x="996787" y="938723"/>
                  <a:pt x="999165" y="938723"/>
                </a:cubicBezTo>
                <a:cubicBezTo>
                  <a:pt x="1001634" y="938723"/>
                  <a:pt x="1003920" y="939180"/>
                  <a:pt x="1006114" y="940095"/>
                </a:cubicBezTo>
                <a:cubicBezTo>
                  <a:pt x="1008400" y="941009"/>
                  <a:pt x="1010321" y="942289"/>
                  <a:pt x="1012058" y="944027"/>
                </a:cubicBezTo>
                <a:cubicBezTo>
                  <a:pt x="1013704" y="945764"/>
                  <a:pt x="1015075" y="947684"/>
                  <a:pt x="1015990" y="949879"/>
                </a:cubicBezTo>
                <a:cubicBezTo>
                  <a:pt x="1016904" y="952073"/>
                  <a:pt x="1017361" y="954451"/>
                  <a:pt x="1017361" y="956828"/>
                </a:cubicBezTo>
              </a:path>
              <a:path w="4147901" h="1686245">
                <a:moveTo>
                  <a:pt x="1235994" y="991301"/>
                </a:moveTo>
                <a:cubicBezTo>
                  <a:pt x="1235994" y="993678"/>
                  <a:pt x="1235537" y="995964"/>
                  <a:pt x="1234623" y="998250"/>
                </a:cubicBezTo>
                <a:cubicBezTo>
                  <a:pt x="1233708" y="1000445"/>
                  <a:pt x="1232337" y="1002365"/>
                  <a:pt x="1230691" y="1004103"/>
                </a:cubicBezTo>
                <a:cubicBezTo>
                  <a:pt x="1228954" y="1005749"/>
                  <a:pt x="1227033" y="1007120"/>
                  <a:pt x="1224747" y="1008035"/>
                </a:cubicBezTo>
                <a:cubicBezTo>
                  <a:pt x="1222553" y="1008949"/>
                  <a:pt x="1220267" y="1009406"/>
                  <a:pt x="1217798" y="1009406"/>
                </a:cubicBezTo>
                <a:cubicBezTo>
                  <a:pt x="1215420" y="1009406"/>
                  <a:pt x="1213134" y="1008949"/>
                  <a:pt x="1210940" y="1008035"/>
                </a:cubicBezTo>
                <a:cubicBezTo>
                  <a:pt x="1208654" y="1007120"/>
                  <a:pt x="1206734" y="1005749"/>
                  <a:pt x="1204996" y="1004103"/>
                </a:cubicBezTo>
                <a:cubicBezTo>
                  <a:pt x="1203350" y="1002365"/>
                  <a:pt x="1201979" y="1000445"/>
                  <a:pt x="1201064" y="998250"/>
                </a:cubicBezTo>
                <a:cubicBezTo>
                  <a:pt x="1200150" y="995964"/>
                  <a:pt x="1199693" y="993678"/>
                  <a:pt x="1199693" y="991301"/>
                </a:cubicBezTo>
                <a:cubicBezTo>
                  <a:pt x="1199693" y="988924"/>
                  <a:pt x="1200150" y="986546"/>
                  <a:pt x="1201064" y="984352"/>
                </a:cubicBezTo>
                <a:cubicBezTo>
                  <a:pt x="1201979" y="982157"/>
                  <a:pt x="1203350" y="980145"/>
                  <a:pt x="1204996" y="978499"/>
                </a:cubicBezTo>
                <a:cubicBezTo>
                  <a:pt x="1206734" y="976762"/>
                  <a:pt x="1208654" y="975482"/>
                  <a:pt x="1210940" y="974568"/>
                </a:cubicBezTo>
                <a:cubicBezTo>
                  <a:pt x="1213134" y="973653"/>
                  <a:pt x="1215420" y="973196"/>
                  <a:pt x="1217798" y="973196"/>
                </a:cubicBezTo>
                <a:cubicBezTo>
                  <a:pt x="1220267" y="973196"/>
                  <a:pt x="1222553" y="973653"/>
                  <a:pt x="1224747" y="974568"/>
                </a:cubicBezTo>
                <a:cubicBezTo>
                  <a:pt x="1227033" y="975482"/>
                  <a:pt x="1228954" y="976762"/>
                  <a:pt x="1230691" y="978499"/>
                </a:cubicBezTo>
                <a:cubicBezTo>
                  <a:pt x="1232337" y="980145"/>
                  <a:pt x="1233708" y="982157"/>
                  <a:pt x="1234623" y="984352"/>
                </a:cubicBezTo>
                <a:cubicBezTo>
                  <a:pt x="1235537" y="986546"/>
                  <a:pt x="1235994" y="988924"/>
                  <a:pt x="1235994" y="991301"/>
                </a:cubicBezTo>
              </a:path>
              <a:path w="4147901" h="1686245">
                <a:moveTo>
                  <a:pt x="1566550" y="1066922"/>
                </a:moveTo>
                <a:cubicBezTo>
                  <a:pt x="1566550" y="1069299"/>
                  <a:pt x="1566093" y="1071585"/>
                  <a:pt x="1565178" y="1073780"/>
                </a:cubicBezTo>
                <a:cubicBezTo>
                  <a:pt x="1564264" y="1076066"/>
                  <a:pt x="1562892" y="1077986"/>
                  <a:pt x="1561247" y="1079724"/>
                </a:cubicBezTo>
                <a:cubicBezTo>
                  <a:pt x="1559509" y="1081369"/>
                  <a:pt x="1557589" y="1082741"/>
                  <a:pt x="1555303" y="1083655"/>
                </a:cubicBezTo>
                <a:cubicBezTo>
                  <a:pt x="1553108" y="1084570"/>
                  <a:pt x="1550822" y="1085027"/>
                  <a:pt x="1548445" y="1085027"/>
                </a:cubicBezTo>
                <a:cubicBezTo>
                  <a:pt x="1545976" y="1085027"/>
                  <a:pt x="1543690" y="1084570"/>
                  <a:pt x="1541496" y="1083655"/>
                </a:cubicBezTo>
                <a:cubicBezTo>
                  <a:pt x="1539210" y="1082741"/>
                  <a:pt x="1537289" y="1081369"/>
                  <a:pt x="1535552" y="1079724"/>
                </a:cubicBezTo>
                <a:cubicBezTo>
                  <a:pt x="1533906" y="1077986"/>
                  <a:pt x="1532534" y="1076066"/>
                  <a:pt x="1531620" y="1073780"/>
                </a:cubicBezTo>
                <a:cubicBezTo>
                  <a:pt x="1530706" y="1071585"/>
                  <a:pt x="1530248" y="1069299"/>
                  <a:pt x="1530248" y="1066922"/>
                </a:cubicBezTo>
                <a:cubicBezTo>
                  <a:pt x="1530248" y="1064453"/>
                  <a:pt x="1530706" y="1062167"/>
                  <a:pt x="1531620" y="1059972"/>
                </a:cubicBezTo>
                <a:cubicBezTo>
                  <a:pt x="1532534" y="1057778"/>
                  <a:pt x="1533906" y="1055766"/>
                  <a:pt x="1535552" y="1054120"/>
                </a:cubicBezTo>
                <a:cubicBezTo>
                  <a:pt x="1537289" y="1052383"/>
                  <a:pt x="1539210" y="1051103"/>
                  <a:pt x="1541496" y="1050188"/>
                </a:cubicBezTo>
                <a:cubicBezTo>
                  <a:pt x="1543690" y="1049274"/>
                  <a:pt x="1545976" y="1048817"/>
                  <a:pt x="1548445" y="1048817"/>
                </a:cubicBezTo>
                <a:cubicBezTo>
                  <a:pt x="1550822" y="1048817"/>
                  <a:pt x="1553108" y="1049274"/>
                  <a:pt x="1555303" y="1050188"/>
                </a:cubicBezTo>
                <a:cubicBezTo>
                  <a:pt x="1557589" y="1051103"/>
                  <a:pt x="1559509" y="1052383"/>
                  <a:pt x="1561247" y="1054120"/>
                </a:cubicBezTo>
                <a:cubicBezTo>
                  <a:pt x="1562892" y="1055766"/>
                  <a:pt x="1564264" y="1057778"/>
                  <a:pt x="1565178" y="1059972"/>
                </a:cubicBezTo>
                <a:cubicBezTo>
                  <a:pt x="1566093" y="1062167"/>
                  <a:pt x="1566550" y="1064453"/>
                  <a:pt x="1566550" y="1066922"/>
                </a:cubicBezTo>
              </a:path>
              <a:path w="4147901" h="1686245">
                <a:moveTo>
                  <a:pt x="1826240" y="1028151"/>
                </a:moveTo>
                <a:cubicBezTo>
                  <a:pt x="1826240" y="1030529"/>
                  <a:pt x="1825782" y="1032815"/>
                  <a:pt x="1824868" y="1035101"/>
                </a:cubicBezTo>
                <a:cubicBezTo>
                  <a:pt x="1823954" y="1037295"/>
                  <a:pt x="1822582" y="1039216"/>
                  <a:pt x="1820936" y="1040953"/>
                </a:cubicBezTo>
                <a:cubicBezTo>
                  <a:pt x="1819199" y="1042690"/>
                  <a:pt x="1817279" y="1043970"/>
                  <a:pt x="1814993" y="1044885"/>
                </a:cubicBezTo>
                <a:cubicBezTo>
                  <a:pt x="1812798" y="1045799"/>
                  <a:pt x="1810512" y="1046256"/>
                  <a:pt x="1808043" y="1046256"/>
                </a:cubicBezTo>
                <a:cubicBezTo>
                  <a:pt x="1805666" y="1046256"/>
                  <a:pt x="1803380" y="1045799"/>
                  <a:pt x="1801094" y="1044885"/>
                </a:cubicBezTo>
                <a:cubicBezTo>
                  <a:pt x="1798899" y="1043970"/>
                  <a:pt x="1796979" y="1042690"/>
                  <a:pt x="1795242" y="1040953"/>
                </a:cubicBezTo>
                <a:cubicBezTo>
                  <a:pt x="1793596" y="1039216"/>
                  <a:pt x="1792224" y="1037295"/>
                  <a:pt x="1791310" y="1035101"/>
                </a:cubicBezTo>
                <a:cubicBezTo>
                  <a:pt x="1790395" y="1032815"/>
                  <a:pt x="1789938" y="1030529"/>
                  <a:pt x="1789938" y="1028151"/>
                </a:cubicBezTo>
                <a:cubicBezTo>
                  <a:pt x="1789938" y="1025774"/>
                  <a:pt x="1790395" y="1023396"/>
                  <a:pt x="1791310" y="1021202"/>
                </a:cubicBezTo>
                <a:cubicBezTo>
                  <a:pt x="1792224" y="1019007"/>
                  <a:pt x="1793596" y="1017087"/>
                  <a:pt x="1795242" y="1015350"/>
                </a:cubicBezTo>
                <a:cubicBezTo>
                  <a:pt x="1796979" y="1013612"/>
                  <a:pt x="1798899" y="1012332"/>
                  <a:pt x="1801094" y="1011418"/>
                </a:cubicBezTo>
                <a:cubicBezTo>
                  <a:pt x="1803380" y="1010503"/>
                  <a:pt x="1805666" y="1010046"/>
                  <a:pt x="1808043" y="1010046"/>
                </a:cubicBezTo>
                <a:cubicBezTo>
                  <a:pt x="1810512" y="1010046"/>
                  <a:pt x="1812798" y="1010503"/>
                  <a:pt x="1814993" y="1011418"/>
                </a:cubicBezTo>
                <a:cubicBezTo>
                  <a:pt x="1817279" y="1012332"/>
                  <a:pt x="1819199" y="1013612"/>
                  <a:pt x="1820936" y="1015350"/>
                </a:cubicBezTo>
                <a:cubicBezTo>
                  <a:pt x="1822582" y="1017087"/>
                  <a:pt x="1823954" y="1019007"/>
                  <a:pt x="1824868" y="1021202"/>
                </a:cubicBezTo>
                <a:cubicBezTo>
                  <a:pt x="1825782" y="1023396"/>
                  <a:pt x="1826240" y="1025774"/>
                  <a:pt x="1826240" y="1028151"/>
                </a:cubicBezTo>
              </a:path>
              <a:path w="4147901" h="1686245">
                <a:moveTo>
                  <a:pt x="2172706" y="964235"/>
                </a:moveTo>
                <a:cubicBezTo>
                  <a:pt x="2172706" y="966612"/>
                  <a:pt x="2172249" y="968898"/>
                  <a:pt x="2171334" y="971093"/>
                </a:cubicBezTo>
                <a:cubicBezTo>
                  <a:pt x="2170420" y="973379"/>
                  <a:pt x="2169048" y="975299"/>
                  <a:pt x="2167402" y="977036"/>
                </a:cubicBezTo>
                <a:cubicBezTo>
                  <a:pt x="2165665" y="978682"/>
                  <a:pt x="2163745" y="979962"/>
                  <a:pt x="2161550" y="980877"/>
                </a:cubicBezTo>
                <a:cubicBezTo>
                  <a:pt x="2159264" y="981791"/>
                  <a:pt x="2156978" y="982340"/>
                  <a:pt x="2154601" y="982340"/>
                </a:cubicBezTo>
                <a:cubicBezTo>
                  <a:pt x="2152132" y="982340"/>
                  <a:pt x="2149846" y="981791"/>
                  <a:pt x="2147651" y="980877"/>
                </a:cubicBezTo>
                <a:cubicBezTo>
                  <a:pt x="2145365" y="979962"/>
                  <a:pt x="2143445" y="978682"/>
                  <a:pt x="2141708" y="977036"/>
                </a:cubicBezTo>
                <a:cubicBezTo>
                  <a:pt x="2140062" y="975299"/>
                  <a:pt x="2138690" y="973379"/>
                  <a:pt x="2137776" y="971093"/>
                </a:cubicBezTo>
                <a:cubicBezTo>
                  <a:pt x="2136861" y="968898"/>
                  <a:pt x="2136404" y="966612"/>
                  <a:pt x="2136404" y="964235"/>
                </a:cubicBezTo>
                <a:cubicBezTo>
                  <a:pt x="2136404" y="961766"/>
                  <a:pt x="2136861" y="959480"/>
                  <a:pt x="2137776" y="957285"/>
                </a:cubicBezTo>
                <a:cubicBezTo>
                  <a:pt x="2138690" y="955091"/>
                  <a:pt x="2140062" y="953079"/>
                  <a:pt x="2141708" y="951433"/>
                </a:cubicBezTo>
                <a:cubicBezTo>
                  <a:pt x="2143445" y="949696"/>
                  <a:pt x="2145365" y="948416"/>
                  <a:pt x="2147651" y="947501"/>
                </a:cubicBezTo>
                <a:cubicBezTo>
                  <a:pt x="2149846" y="946587"/>
                  <a:pt x="2152132" y="946130"/>
                  <a:pt x="2154601" y="946130"/>
                </a:cubicBezTo>
                <a:cubicBezTo>
                  <a:pt x="2156978" y="946130"/>
                  <a:pt x="2159264" y="946587"/>
                  <a:pt x="2161550" y="947501"/>
                </a:cubicBezTo>
                <a:cubicBezTo>
                  <a:pt x="2163745" y="948416"/>
                  <a:pt x="2165665" y="949696"/>
                  <a:pt x="2167402" y="951433"/>
                </a:cubicBezTo>
                <a:cubicBezTo>
                  <a:pt x="2169048" y="953079"/>
                  <a:pt x="2170420" y="955091"/>
                  <a:pt x="2171334" y="957285"/>
                </a:cubicBezTo>
                <a:cubicBezTo>
                  <a:pt x="2172249" y="959480"/>
                  <a:pt x="2172706" y="961766"/>
                  <a:pt x="2172706" y="964235"/>
                </a:cubicBezTo>
              </a:path>
              <a:path w="4147901" h="1686245">
                <a:moveTo>
                  <a:pt x="2591501" y="1002182"/>
                </a:moveTo>
                <a:cubicBezTo>
                  <a:pt x="2591501" y="1004560"/>
                  <a:pt x="2591044" y="1006846"/>
                  <a:pt x="2590129" y="1009040"/>
                </a:cubicBezTo>
                <a:cubicBezTo>
                  <a:pt x="2589215" y="1011326"/>
                  <a:pt x="2587843" y="1013247"/>
                  <a:pt x="2586198" y="1014893"/>
                </a:cubicBezTo>
                <a:cubicBezTo>
                  <a:pt x="2584460" y="1016630"/>
                  <a:pt x="2582540" y="1017910"/>
                  <a:pt x="2580254" y="1018824"/>
                </a:cubicBezTo>
                <a:cubicBezTo>
                  <a:pt x="2578059" y="1019739"/>
                  <a:pt x="2575773" y="1020196"/>
                  <a:pt x="2573304" y="1020196"/>
                </a:cubicBezTo>
                <a:cubicBezTo>
                  <a:pt x="2570927" y="1020196"/>
                  <a:pt x="2568641" y="1019739"/>
                  <a:pt x="2566446" y="1018824"/>
                </a:cubicBezTo>
                <a:cubicBezTo>
                  <a:pt x="2564160" y="1017910"/>
                  <a:pt x="2562240" y="1016630"/>
                  <a:pt x="2560503" y="1014893"/>
                </a:cubicBezTo>
                <a:cubicBezTo>
                  <a:pt x="2558857" y="1013247"/>
                  <a:pt x="2557485" y="1011326"/>
                  <a:pt x="2556571" y="1009040"/>
                </a:cubicBezTo>
                <a:cubicBezTo>
                  <a:pt x="2555657" y="1006846"/>
                  <a:pt x="2555199" y="1004560"/>
                  <a:pt x="2555199" y="1002182"/>
                </a:cubicBezTo>
                <a:cubicBezTo>
                  <a:pt x="2555199" y="999714"/>
                  <a:pt x="2555657" y="997428"/>
                  <a:pt x="2556571" y="995233"/>
                </a:cubicBezTo>
                <a:cubicBezTo>
                  <a:pt x="2557485" y="993038"/>
                  <a:pt x="2558857" y="991027"/>
                  <a:pt x="2560503" y="989381"/>
                </a:cubicBezTo>
                <a:cubicBezTo>
                  <a:pt x="2562240" y="987643"/>
                  <a:pt x="2564160" y="986363"/>
                  <a:pt x="2566446" y="985449"/>
                </a:cubicBezTo>
                <a:cubicBezTo>
                  <a:pt x="2568641" y="984534"/>
                  <a:pt x="2570927" y="984077"/>
                  <a:pt x="2573304" y="984077"/>
                </a:cubicBezTo>
                <a:cubicBezTo>
                  <a:pt x="2575773" y="984077"/>
                  <a:pt x="2578059" y="984534"/>
                  <a:pt x="2580254" y="985449"/>
                </a:cubicBezTo>
                <a:cubicBezTo>
                  <a:pt x="2582540" y="986363"/>
                  <a:pt x="2584460" y="987643"/>
                  <a:pt x="2586198" y="989381"/>
                </a:cubicBezTo>
                <a:cubicBezTo>
                  <a:pt x="2587843" y="991027"/>
                  <a:pt x="2589215" y="993038"/>
                  <a:pt x="2590129" y="995233"/>
                </a:cubicBezTo>
                <a:cubicBezTo>
                  <a:pt x="2591044" y="997428"/>
                  <a:pt x="2591501" y="999714"/>
                  <a:pt x="2591501" y="1002182"/>
                </a:cubicBezTo>
              </a:path>
              <a:path w="4147901" h="1686245">
                <a:moveTo>
                  <a:pt x="2899014" y="918332"/>
                </a:moveTo>
                <a:cubicBezTo>
                  <a:pt x="2899014" y="920709"/>
                  <a:pt x="2898557" y="923087"/>
                  <a:pt x="2897642" y="925281"/>
                </a:cubicBezTo>
                <a:cubicBezTo>
                  <a:pt x="2896728" y="927476"/>
                  <a:pt x="2895356" y="929488"/>
                  <a:pt x="2893710" y="931134"/>
                </a:cubicBezTo>
                <a:cubicBezTo>
                  <a:pt x="2891973" y="932871"/>
                  <a:pt x="2890053" y="934151"/>
                  <a:pt x="2887767" y="935065"/>
                </a:cubicBezTo>
                <a:cubicBezTo>
                  <a:pt x="2885572" y="935980"/>
                  <a:pt x="2883286" y="936437"/>
                  <a:pt x="2880817" y="936437"/>
                </a:cubicBezTo>
                <a:cubicBezTo>
                  <a:pt x="2878440" y="936437"/>
                  <a:pt x="2876154" y="935980"/>
                  <a:pt x="2873959" y="935065"/>
                </a:cubicBezTo>
                <a:cubicBezTo>
                  <a:pt x="2871673" y="934151"/>
                  <a:pt x="2869753" y="932871"/>
                  <a:pt x="2868016" y="931134"/>
                </a:cubicBezTo>
                <a:cubicBezTo>
                  <a:pt x="2866370" y="929488"/>
                  <a:pt x="2864998" y="927476"/>
                  <a:pt x="2864084" y="925281"/>
                </a:cubicBezTo>
                <a:cubicBezTo>
                  <a:pt x="2863169" y="923087"/>
                  <a:pt x="2862712" y="920709"/>
                  <a:pt x="2862712" y="918332"/>
                </a:cubicBezTo>
                <a:cubicBezTo>
                  <a:pt x="2862712" y="915954"/>
                  <a:pt x="2863169" y="913668"/>
                  <a:pt x="2864084" y="911382"/>
                </a:cubicBezTo>
                <a:cubicBezTo>
                  <a:pt x="2864998" y="909188"/>
                  <a:pt x="2866370" y="907268"/>
                  <a:pt x="2868016" y="905530"/>
                </a:cubicBezTo>
                <a:cubicBezTo>
                  <a:pt x="2869753" y="903884"/>
                  <a:pt x="2871673" y="902513"/>
                  <a:pt x="2873959" y="901598"/>
                </a:cubicBezTo>
                <a:cubicBezTo>
                  <a:pt x="2876154" y="900684"/>
                  <a:pt x="2878440" y="900227"/>
                  <a:pt x="2880817" y="900227"/>
                </a:cubicBezTo>
                <a:cubicBezTo>
                  <a:pt x="2883286" y="900227"/>
                  <a:pt x="2885572" y="900684"/>
                  <a:pt x="2887767" y="901598"/>
                </a:cubicBezTo>
                <a:cubicBezTo>
                  <a:pt x="2890053" y="902513"/>
                  <a:pt x="2891973" y="903884"/>
                  <a:pt x="2893710" y="905530"/>
                </a:cubicBezTo>
                <a:cubicBezTo>
                  <a:pt x="2895356" y="907268"/>
                  <a:pt x="2896728" y="909188"/>
                  <a:pt x="2897642" y="911382"/>
                </a:cubicBezTo>
                <a:cubicBezTo>
                  <a:pt x="2898557" y="913668"/>
                  <a:pt x="2899014" y="915954"/>
                  <a:pt x="2899014" y="918332"/>
                </a:cubicBezTo>
              </a:path>
              <a:path w="4147901" h="1686245">
                <a:moveTo>
                  <a:pt x="3212379" y="1014984"/>
                </a:moveTo>
                <a:cubicBezTo>
                  <a:pt x="3212379" y="1017361"/>
                  <a:pt x="3211921" y="1019647"/>
                  <a:pt x="3211007" y="1021842"/>
                </a:cubicBezTo>
                <a:cubicBezTo>
                  <a:pt x="3210093" y="1024128"/>
                  <a:pt x="3208721" y="1026048"/>
                  <a:pt x="3207075" y="1027786"/>
                </a:cubicBezTo>
                <a:cubicBezTo>
                  <a:pt x="3205338" y="1029432"/>
                  <a:pt x="3203418" y="1030712"/>
                  <a:pt x="3201132" y="1031626"/>
                </a:cubicBezTo>
                <a:cubicBezTo>
                  <a:pt x="3198937" y="1032540"/>
                  <a:pt x="3196651" y="1032998"/>
                  <a:pt x="3194182" y="1032998"/>
                </a:cubicBezTo>
                <a:cubicBezTo>
                  <a:pt x="3191805" y="1032998"/>
                  <a:pt x="3189519" y="1032540"/>
                  <a:pt x="3187324" y="1031626"/>
                </a:cubicBezTo>
                <a:cubicBezTo>
                  <a:pt x="3185038" y="1030712"/>
                  <a:pt x="3183118" y="1029432"/>
                  <a:pt x="3181380" y="1027786"/>
                </a:cubicBezTo>
                <a:cubicBezTo>
                  <a:pt x="3179735" y="1026048"/>
                  <a:pt x="3178363" y="1024128"/>
                  <a:pt x="3177449" y="1021842"/>
                </a:cubicBezTo>
                <a:cubicBezTo>
                  <a:pt x="3176534" y="1019647"/>
                  <a:pt x="3176077" y="1017361"/>
                  <a:pt x="3176077" y="1014984"/>
                </a:cubicBezTo>
                <a:cubicBezTo>
                  <a:pt x="3176077" y="1012515"/>
                  <a:pt x="3176534" y="1010229"/>
                  <a:pt x="3177449" y="1008035"/>
                </a:cubicBezTo>
                <a:cubicBezTo>
                  <a:pt x="3178363" y="1005840"/>
                  <a:pt x="3179735" y="1003828"/>
                  <a:pt x="3181380" y="1002182"/>
                </a:cubicBezTo>
                <a:cubicBezTo>
                  <a:pt x="3183118" y="1000445"/>
                  <a:pt x="3185038" y="999165"/>
                  <a:pt x="3187324" y="998250"/>
                </a:cubicBezTo>
                <a:cubicBezTo>
                  <a:pt x="3189519" y="997336"/>
                  <a:pt x="3191805" y="996879"/>
                  <a:pt x="3194182" y="996879"/>
                </a:cubicBezTo>
                <a:cubicBezTo>
                  <a:pt x="3196651" y="996879"/>
                  <a:pt x="3198937" y="997336"/>
                  <a:pt x="3201132" y="998250"/>
                </a:cubicBezTo>
                <a:cubicBezTo>
                  <a:pt x="3203418" y="999165"/>
                  <a:pt x="3205338" y="1000445"/>
                  <a:pt x="3207075" y="1002182"/>
                </a:cubicBezTo>
                <a:cubicBezTo>
                  <a:pt x="3208721" y="1003828"/>
                  <a:pt x="3210093" y="1005840"/>
                  <a:pt x="3211007" y="1008035"/>
                </a:cubicBezTo>
                <a:cubicBezTo>
                  <a:pt x="3211921" y="1010229"/>
                  <a:pt x="3212379" y="1012515"/>
                  <a:pt x="3212379" y="1014984"/>
                </a:cubicBezTo>
              </a:path>
              <a:path w="4147901" h="1686245">
                <a:moveTo>
                  <a:pt x="3408792" y="1036290"/>
                </a:moveTo>
                <a:cubicBezTo>
                  <a:pt x="3408792" y="1038758"/>
                  <a:pt x="3408335" y="1041044"/>
                  <a:pt x="3407420" y="1043239"/>
                </a:cubicBezTo>
                <a:cubicBezTo>
                  <a:pt x="3406506" y="1045434"/>
                  <a:pt x="3405226" y="1047445"/>
                  <a:pt x="3403488" y="1049091"/>
                </a:cubicBezTo>
                <a:cubicBezTo>
                  <a:pt x="3401842" y="1050828"/>
                  <a:pt x="3399831" y="1052109"/>
                  <a:pt x="3397636" y="1053023"/>
                </a:cubicBezTo>
                <a:cubicBezTo>
                  <a:pt x="3395442" y="1053937"/>
                  <a:pt x="3393064" y="1054395"/>
                  <a:pt x="3390687" y="1054395"/>
                </a:cubicBezTo>
                <a:cubicBezTo>
                  <a:pt x="3388309" y="1054395"/>
                  <a:pt x="3385932" y="1053937"/>
                  <a:pt x="3383737" y="1053023"/>
                </a:cubicBezTo>
                <a:cubicBezTo>
                  <a:pt x="3381543" y="1052109"/>
                  <a:pt x="3379531" y="1050828"/>
                  <a:pt x="3377885" y="1049091"/>
                </a:cubicBezTo>
                <a:cubicBezTo>
                  <a:pt x="3376148" y="1047445"/>
                  <a:pt x="3374868" y="1045434"/>
                  <a:pt x="3373953" y="1043239"/>
                </a:cubicBezTo>
                <a:cubicBezTo>
                  <a:pt x="3373039" y="1041044"/>
                  <a:pt x="3372582" y="1038758"/>
                  <a:pt x="3372582" y="1036290"/>
                </a:cubicBezTo>
                <a:cubicBezTo>
                  <a:pt x="3372582" y="1033912"/>
                  <a:pt x="3373039" y="1031626"/>
                  <a:pt x="3373953" y="1029432"/>
                </a:cubicBezTo>
                <a:cubicBezTo>
                  <a:pt x="3374868" y="1027146"/>
                  <a:pt x="3376148" y="1025225"/>
                  <a:pt x="3377885" y="1023488"/>
                </a:cubicBezTo>
                <a:cubicBezTo>
                  <a:pt x="3379531" y="1021842"/>
                  <a:pt x="3381543" y="1020562"/>
                  <a:pt x="3383737" y="1019647"/>
                </a:cubicBezTo>
                <a:cubicBezTo>
                  <a:pt x="3385932" y="1018642"/>
                  <a:pt x="3388309" y="1018184"/>
                  <a:pt x="3390687" y="1018184"/>
                </a:cubicBezTo>
                <a:cubicBezTo>
                  <a:pt x="3393064" y="1018184"/>
                  <a:pt x="3395442" y="1018642"/>
                  <a:pt x="3397636" y="1019647"/>
                </a:cubicBezTo>
                <a:cubicBezTo>
                  <a:pt x="3399831" y="1020562"/>
                  <a:pt x="3401842" y="1021842"/>
                  <a:pt x="3403488" y="1023488"/>
                </a:cubicBezTo>
                <a:cubicBezTo>
                  <a:pt x="3405226" y="1025225"/>
                  <a:pt x="3406506" y="1027146"/>
                  <a:pt x="3407420" y="1029432"/>
                </a:cubicBezTo>
                <a:cubicBezTo>
                  <a:pt x="3408335" y="1031626"/>
                  <a:pt x="3408792" y="1033912"/>
                  <a:pt x="3408792" y="1036290"/>
                </a:cubicBezTo>
              </a:path>
              <a:path w="4147901" h="1686245">
                <a:moveTo>
                  <a:pt x="3715664" y="1039764"/>
                </a:moveTo>
                <a:cubicBezTo>
                  <a:pt x="3715664" y="1042142"/>
                  <a:pt x="3715207" y="1044428"/>
                  <a:pt x="3714293" y="1046714"/>
                </a:cubicBezTo>
                <a:cubicBezTo>
                  <a:pt x="3713378" y="1048908"/>
                  <a:pt x="3712007" y="1050828"/>
                  <a:pt x="3710361" y="1052566"/>
                </a:cubicBezTo>
                <a:cubicBezTo>
                  <a:pt x="3708624" y="1054212"/>
                  <a:pt x="3706703" y="1055583"/>
                  <a:pt x="3704509" y="1056498"/>
                </a:cubicBezTo>
                <a:cubicBezTo>
                  <a:pt x="3702223" y="1057412"/>
                  <a:pt x="3699937" y="1057869"/>
                  <a:pt x="3697559" y="1057869"/>
                </a:cubicBezTo>
                <a:cubicBezTo>
                  <a:pt x="3695090" y="1057869"/>
                  <a:pt x="3692804" y="1057412"/>
                  <a:pt x="3690610" y="1056498"/>
                </a:cubicBezTo>
                <a:cubicBezTo>
                  <a:pt x="3688324" y="1055583"/>
                  <a:pt x="3686404" y="1054212"/>
                  <a:pt x="3684666" y="1052566"/>
                </a:cubicBezTo>
                <a:cubicBezTo>
                  <a:pt x="3683020" y="1050828"/>
                  <a:pt x="3681649" y="1048908"/>
                  <a:pt x="3680734" y="1046714"/>
                </a:cubicBezTo>
                <a:cubicBezTo>
                  <a:pt x="3679820" y="1044428"/>
                  <a:pt x="3679363" y="1042142"/>
                  <a:pt x="3679363" y="1039764"/>
                </a:cubicBezTo>
                <a:cubicBezTo>
                  <a:pt x="3679363" y="1037387"/>
                  <a:pt x="3679820" y="1035009"/>
                  <a:pt x="3680734" y="1032815"/>
                </a:cubicBezTo>
                <a:cubicBezTo>
                  <a:pt x="3681649" y="1030620"/>
                  <a:pt x="3683020" y="1028609"/>
                  <a:pt x="3684666" y="1026963"/>
                </a:cubicBezTo>
                <a:cubicBezTo>
                  <a:pt x="3686404" y="1025225"/>
                  <a:pt x="3688324" y="1023945"/>
                  <a:pt x="3690610" y="1023031"/>
                </a:cubicBezTo>
                <a:cubicBezTo>
                  <a:pt x="3692804" y="1022116"/>
                  <a:pt x="3695090" y="1021659"/>
                  <a:pt x="3697559" y="1021659"/>
                </a:cubicBezTo>
                <a:cubicBezTo>
                  <a:pt x="3699937" y="1021659"/>
                  <a:pt x="3702223" y="1022116"/>
                  <a:pt x="3704509" y="1023031"/>
                </a:cubicBezTo>
                <a:cubicBezTo>
                  <a:pt x="3706703" y="1023945"/>
                  <a:pt x="3708624" y="1025225"/>
                  <a:pt x="3710361" y="1026963"/>
                </a:cubicBezTo>
                <a:cubicBezTo>
                  <a:pt x="3712007" y="1028609"/>
                  <a:pt x="3713378" y="1030620"/>
                  <a:pt x="3714293" y="1032815"/>
                </a:cubicBezTo>
                <a:cubicBezTo>
                  <a:pt x="3715207" y="1035009"/>
                  <a:pt x="3715664" y="1037387"/>
                  <a:pt x="3715664" y="1039764"/>
                </a:cubicBezTo>
              </a:path>
              <a:path w="4147901" h="1686245">
                <a:moveTo>
                  <a:pt x="4092580" y="931956"/>
                </a:moveTo>
                <a:cubicBezTo>
                  <a:pt x="4092580" y="934334"/>
                  <a:pt x="4092123" y="936620"/>
                  <a:pt x="4091208" y="938906"/>
                </a:cubicBezTo>
                <a:cubicBezTo>
                  <a:pt x="4090294" y="941100"/>
                  <a:pt x="4089014" y="943021"/>
                  <a:pt x="4087277" y="944758"/>
                </a:cubicBezTo>
                <a:cubicBezTo>
                  <a:pt x="4085539" y="946404"/>
                  <a:pt x="4083619" y="947776"/>
                  <a:pt x="4081424" y="948690"/>
                </a:cubicBezTo>
                <a:cubicBezTo>
                  <a:pt x="4079138" y="949604"/>
                  <a:pt x="4076852" y="950062"/>
                  <a:pt x="4074475" y="950062"/>
                </a:cubicBezTo>
                <a:cubicBezTo>
                  <a:pt x="4072006" y="950062"/>
                  <a:pt x="4069720" y="949604"/>
                  <a:pt x="4067526" y="948690"/>
                </a:cubicBezTo>
                <a:cubicBezTo>
                  <a:pt x="4065240" y="947776"/>
                  <a:pt x="4063319" y="946404"/>
                  <a:pt x="4061582" y="944758"/>
                </a:cubicBezTo>
                <a:cubicBezTo>
                  <a:pt x="4059936" y="943021"/>
                  <a:pt x="4058564" y="941100"/>
                  <a:pt x="4057650" y="938906"/>
                </a:cubicBezTo>
                <a:cubicBezTo>
                  <a:pt x="4056736" y="936620"/>
                  <a:pt x="4056278" y="934334"/>
                  <a:pt x="4056278" y="931956"/>
                </a:cubicBezTo>
                <a:cubicBezTo>
                  <a:pt x="4056278" y="929579"/>
                  <a:pt x="4056736" y="927202"/>
                  <a:pt x="4057650" y="925007"/>
                </a:cubicBezTo>
                <a:cubicBezTo>
                  <a:pt x="4058564" y="922812"/>
                  <a:pt x="4059936" y="920892"/>
                  <a:pt x="4061582" y="919155"/>
                </a:cubicBezTo>
                <a:cubicBezTo>
                  <a:pt x="4063319" y="917418"/>
                  <a:pt x="4065240" y="916137"/>
                  <a:pt x="4067526" y="915223"/>
                </a:cubicBezTo>
                <a:cubicBezTo>
                  <a:pt x="4069720" y="914309"/>
                  <a:pt x="4072006" y="913851"/>
                  <a:pt x="4074475" y="913851"/>
                </a:cubicBezTo>
                <a:cubicBezTo>
                  <a:pt x="4076852" y="913851"/>
                  <a:pt x="4079138" y="914309"/>
                  <a:pt x="4081424" y="915223"/>
                </a:cubicBezTo>
                <a:cubicBezTo>
                  <a:pt x="4083619" y="916137"/>
                  <a:pt x="4085539" y="917418"/>
                  <a:pt x="4087277" y="919155"/>
                </a:cubicBezTo>
                <a:cubicBezTo>
                  <a:pt x="4089014" y="920892"/>
                  <a:pt x="4090294" y="922812"/>
                  <a:pt x="4091208" y="925007"/>
                </a:cubicBezTo>
                <a:cubicBezTo>
                  <a:pt x="4092123" y="927202"/>
                  <a:pt x="4092580" y="929579"/>
                  <a:pt x="4092580" y="931956"/>
                </a:cubicBezTo>
              </a:path>
              <a:path w="4147901" h="1686245">
                <a:moveTo>
                  <a:pt x="89154" y="687354"/>
                </a:moveTo>
                <a:cubicBezTo>
                  <a:pt x="89154" y="689732"/>
                  <a:pt x="88697" y="692018"/>
                  <a:pt x="87782" y="694304"/>
                </a:cubicBezTo>
                <a:cubicBezTo>
                  <a:pt x="86868" y="696498"/>
                  <a:pt x="85588" y="698419"/>
                  <a:pt x="83850" y="700156"/>
                </a:cubicBezTo>
                <a:cubicBezTo>
                  <a:pt x="82113" y="701802"/>
                  <a:pt x="80193" y="703174"/>
                  <a:pt x="77998" y="704088"/>
                </a:cubicBezTo>
                <a:cubicBezTo>
                  <a:pt x="75712" y="705002"/>
                  <a:pt x="73426" y="705460"/>
                  <a:pt x="71049" y="705460"/>
                </a:cubicBezTo>
                <a:cubicBezTo>
                  <a:pt x="68580" y="705460"/>
                  <a:pt x="66294" y="705002"/>
                  <a:pt x="64099" y="704088"/>
                </a:cubicBezTo>
                <a:cubicBezTo>
                  <a:pt x="61813" y="703174"/>
                  <a:pt x="59893" y="701802"/>
                  <a:pt x="58156" y="700156"/>
                </a:cubicBezTo>
                <a:cubicBezTo>
                  <a:pt x="56510" y="698419"/>
                  <a:pt x="55138" y="696498"/>
                  <a:pt x="54224" y="694304"/>
                </a:cubicBezTo>
                <a:cubicBezTo>
                  <a:pt x="53310" y="692018"/>
                  <a:pt x="52852" y="689732"/>
                  <a:pt x="52852" y="687354"/>
                </a:cubicBezTo>
                <a:cubicBezTo>
                  <a:pt x="52852" y="684977"/>
                  <a:pt x="53310" y="682600"/>
                  <a:pt x="54224" y="680405"/>
                </a:cubicBezTo>
                <a:cubicBezTo>
                  <a:pt x="55138" y="678210"/>
                  <a:pt x="56510" y="676199"/>
                  <a:pt x="58156" y="674553"/>
                </a:cubicBezTo>
                <a:cubicBezTo>
                  <a:pt x="59893" y="672816"/>
                  <a:pt x="61813" y="671535"/>
                  <a:pt x="64099" y="670621"/>
                </a:cubicBezTo>
                <a:cubicBezTo>
                  <a:pt x="66294" y="669707"/>
                  <a:pt x="68580" y="669249"/>
                  <a:pt x="71049" y="669249"/>
                </a:cubicBezTo>
                <a:cubicBezTo>
                  <a:pt x="73426" y="669249"/>
                  <a:pt x="75712" y="669707"/>
                  <a:pt x="77998" y="670621"/>
                </a:cubicBezTo>
                <a:cubicBezTo>
                  <a:pt x="80193" y="671535"/>
                  <a:pt x="82113" y="672816"/>
                  <a:pt x="83850" y="674553"/>
                </a:cubicBezTo>
                <a:cubicBezTo>
                  <a:pt x="85588" y="676199"/>
                  <a:pt x="86868" y="678210"/>
                  <a:pt x="87782" y="680405"/>
                </a:cubicBezTo>
                <a:cubicBezTo>
                  <a:pt x="88697" y="682600"/>
                  <a:pt x="89154" y="684977"/>
                  <a:pt x="89154" y="687354"/>
                </a:cubicBezTo>
              </a:path>
              <a:path w="4147901" h="1686245">
                <a:moveTo>
                  <a:pt x="370515" y="637703"/>
                </a:moveTo>
                <a:cubicBezTo>
                  <a:pt x="370515" y="640080"/>
                  <a:pt x="370058" y="642457"/>
                  <a:pt x="369143" y="644652"/>
                </a:cubicBezTo>
                <a:cubicBezTo>
                  <a:pt x="368229" y="646847"/>
                  <a:pt x="366949" y="648858"/>
                  <a:pt x="365211" y="650504"/>
                </a:cubicBezTo>
                <a:cubicBezTo>
                  <a:pt x="363565" y="652242"/>
                  <a:pt x="361554" y="653522"/>
                  <a:pt x="359359" y="654436"/>
                </a:cubicBezTo>
                <a:cubicBezTo>
                  <a:pt x="357073" y="655350"/>
                  <a:pt x="354787" y="655808"/>
                  <a:pt x="352410" y="655808"/>
                </a:cubicBezTo>
                <a:cubicBezTo>
                  <a:pt x="350032" y="655808"/>
                  <a:pt x="347655" y="655350"/>
                  <a:pt x="345460" y="654436"/>
                </a:cubicBezTo>
                <a:cubicBezTo>
                  <a:pt x="343266" y="653522"/>
                  <a:pt x="341254" y="652242"/>
                  <a:pt x="339608" y="650504"/>
                </a:cubicBezTo>
                <a:cubicBezTo>
                  <a:pt x="337871" y="648858"/>
                  <a:pt x="336591" y="646847"/>
                  <a:pt x="335676" y="644652"/>
                </a:cubicBezTo>
                <a:cubicBezTo>
                  <a:pt x="334762" y="642457"/>
                  <a:pt x="334213" y="640080"/>
                  <a:pt x="334213" y="637703"/>
                </a:cubicBezTo>
                <a:cubicBezTo>
                  <a:pt x="334213" y="635325"/>
                  <a:pt x="334762" y="633039"/>
                  <a:pt x="335676" y="630753"/>
                </a:cubicBezTo>
                <a:cubicBezTo>
                  <a:pt x="336591" y="628559"/>
                  <a:pt x="337871" y="626638"/>
                  <a:pt x="339608" y="624901"/>
                </a:cubicBezTo>
                <a:cubicBezTo>
                  <a:pt x="341254" y="623255"/>
                  <a:pt x="343266" y="621883"/>
                  <a:pt x="345460" y="620969"/>
                </a:cubicBezTo>
                <a:cubicBezTo>
                  <a:pt x="347655" y="620055"/>
                  <a:pt x="350032" y="619597"/>
                  <a:pt x="352410" y="619597"/>
                </a:cubicBezTo>
                <a:cubicBezTo>
                  <a:pt x="354787" y="619597"/>
                  <a:pt x="357073" y="620055"/>
                  <a:pt x="359359" y="620969"/>
                </a:cubicBezTo>
                <a:cubicBezTo>
                  <a:pt x="361554" y="621883"/>
                  <a:pt x="363565" y="623255"/>
                  <a:pt x="365211" y="624901"/>
                </a:cubicBezTo>
                <a:cubicBezTo>
                  <a:pt x="366949" y="626638"/>
                  <a:pt x="368229" y="628559"/>
                  <a:pt x="369143" y="630753"/>
                </a:cubicBezTo>
                <a:cubicBezTo>
                  <a:pt x="370058" y="633039"/>
                  <a:pt x="370515" y="635325"/>
                  <a:pt x="370515" y="637703"/>
                </a:cubicBezTo>
              </a:path>
              <a:path w="4147901" h="1686245">
                <a:moveTo>
                  <a:pt x="592897" y="659282"/>
                </a:moveTo>
                <a:cubicBezTo>
                  <a:pt x="592897" y="661660"/>
                  <a:pt x="592440" y="663946"/>
                  <a:pt x="591525" y="666140"/>
                </a:cubicBezTo>
                <a:cubicBezTo>
                  <a:pt x="590520" y="668426"/>
                  <a:pt x="589239" y="670347"/>
                  <a:pt x="587593" y="672084"/>
                </a:cubicBezTo>
                <a:cubicBezTo>
                  <a:pt x="585856" y="673730"/>
                  <a:pt x="583844" y="675010"/>
                  <a:pt x="581650" y="675924"/>
                </a:cubicBezTo>
                <a:cubicBezTo>
                  <a:pt x="579455" y="676839"/>
                  <a:pt x="577169" y="677388"/>
                  <a:pt x="574700" y="677388"/>
                </a:cubicBezTo>
                <a:cubicBezTo>
                  <a:pt x="572323" y="677388"/>
                  <a:pt x="570037" y="676839"/>
                  <a:pt x="567751" y="675924"/>
                </a:cubicBezTo>
                <a:cubicBezTo>
                  <a:pt x="565556" y="675010"/>
                  <a:pt x="563636" y="673730"/>
                  <a:pt x="561899" y="672084"/>
                </a:cubicBezTo>
                <a:cubicBezTo>
                  <a:pt x="560161" y="670347"/>
                  <a:pt x="558881" y="668426"/>
                  <a:pt x="557967" y="666140"/>
                </a:cubicBezTo>
                <a:cubicBezTo>
                  <a:pt x="557052" y="663946"/>
                  <a:pt x="556595" y="661660"/>
                  <a:pt x="556595" y="659282"/>
                </a:cubicBezTo>
                <a:cubicBezTo>
                  <a:pt x="556595" y="656814"/>
                  <a:pt x="557052" y="654528"/>
                  <a:pt x="557967" y="652333"/>
                </a:cubicBezTo>
                <a:cubicBezTo>
                  <a:pt x="558881" y="650138"/>
                  <a:pt x="560161" y="648127"/>
                  <a:pt x="561899" y="646481"/>
                </a:cubicBezTo>
                <a:cubicBezTo>
                  <a:pt x="563636" y="644743"/>
                  <a:pt x="565556" y="643463"/>
                  <a:pt x="567751" y="642549"/>
                </a:cubicBezTo>
                <a:cubicBezTo>
                  <a:pt x="570037" y="641634"/>
                  <a:pt x="572323" y="641177"/>
                  <a:pt x="574700" y="641177"/>
                </a:cubicBezTo>
                <a:cubicBezTo>
                  <a:pt x="577169" y="641177"/>
                  <a:pt x="579455" y="641634"/>
                  <a:pt x="581650" y="642549"/>
                </a:cubicBezTo>
                <a:cubicBezTo>
                  <a:pt x="583844" y="643463"/>
                  <a:pt x="585856" y="644743"/>
                  <a:pt x="587593" y="646481"/>
                </a:cubicBezTo>
                <a:cubicBezTo>
                  <a:pt x="589239" y="648127"/>
                  <a:pt x="590520" y="650138"/>
                  <a:pt x="591525" y="652333"/>
                </a:cubicBezTo>
                <a:cubicBezTo>
                  <a:pt x="592440" y="654528"/>
                  <a:pt x="592897" y="656814"/>
                  <a:pt x="592897" y="659282"/>
                </a:cubicBezTo>
              </a:path>
              <a:path w="4147901" h="1686245">
                <a:moveTo>
                  <a:pt x="1031535" y="640446"/>
                </a:moveTo>
                <a:cubicBezTo>
                  <a:pt x="1031535" y="642823"/>
                  <a:pt x="1031077" y="645109"/>
                  <a:pt x="1030163" y="647304"/>
                </a:cubicBezTo>
                <a:cubicBezTo>
                  <a:pt x="1029249" y="649590"/>
                  <a:pt x="1027877" y="651510"/>
                  <a:pt x="1026231" y="653247"/>
                </a:cubicBezTo>
                <a:cubicBezTo>
                  <a:pt x="1024494" y="654893"/>
                  <a:pt x="1022574" y="656173"/>
                  <a:pt x="1020288" y="657088"/>
                </a:cubicBezTo>
                <a:cubicBezTo>
                  <a:pt x="1018093" y="658002"/>
                  <a:pt x="1015807" y="658551"/>
                  <a:pt x="1013430" y="658551"/>
                </a:cubicBezTo>
                <a:cubicBezTo>
                  <a:pt x="1010961" y="658551"/>
                  <a:pt x="1008675" y="658002"/>
                  <a:pt x="1006480" y="657088"/>
                </a:cubicBezTo>
                <a:cubicBezTo>
                  <a:pt x="1004194" y="656173"/>
                  <a:pt x="1002274" y="654893"/>
                  <a:pt x="1000536" y="653247"/>
                </a:cubicBezTo>
                <a:cubicBezTo>
                  <a:pt x="998891" y="651510"/>
                  <a:pt x="997519" y="649590"/>
                  <a:pt x="996605" y="647304"/>
                </a:cubicBezTo>
                <a:cubicBezTo>
                  <a:pt x="995690" y="645109"/>
                  <a:pt x="995233" y="642823"/>
                  <a:pt x="995233" y="640446"/>
                </a:cubicBezTo>
                <a:cubicBezTo>
                  <a:pt x="995233" y="637977"/>
                  <a:pt x="995690" y="635691"/>
                  <a:pt x="996605" y="633496"/>
                </a:cubicBezTo>
                <a:cubicBezTo>
                  <a:pt x="997519" y="631302"/>
                  <a:pt x="998891" y="629290"/>
                  <a:pt x="1000536" y="627644"/>
                </a:cubicBezTo>
                <a:cubicBezTo>
                  <a:pt x="1002274" y="625907"/>
                  <a:pt x="1004194" y="624627"/>
                  <a:pt x="1006480" y="623712"/>
                </a:cubicBezTo>
                <a:cubicBezTo>
                  <a:pt x="1008675" y="622798"/>
                  <a:pt x="1010961" y="622341"/>
                  <a:pt x="1013430" y="622341"/>
                </a:cubicBezTo>
                <a:cubicBezTo>
                  <a:pt x="1015807" y="622341"/>
                  <a:pt x="1018093" y="622798"/>
                  <a:pt x="1020288" y="623712"/>
                </a:cubicBezTo>
                <a:cubicBezTo>
                  <a:pt x="1022574" y="624627"/>
                  <a:pt x="1024494" y="625907"/>
                  <a:pt x="1026231" y="627644"/>
                </a:cubicBezTo>
                <a:cubicBezTo>
                  <a:pt x="1027877" y="629290"/>
                  <a:pt x="1029249" y="631302"/>
                  <a:pt x="1030163" y="633496"/>
                </a:cubicBezTo>
                <a:cubicBezTo>
                  <a:pt x="1031077" y="635691"/>
                  <a:pt x="1031535" y="637977"/>
                  <a:pt x="1031535" y="640446"/>
                </a:cubicBezTo>
              </a:path>
              <a:path w="4147901" h="1686245">
                <a:moveTo>
                  <a:pt x="1317285" y="687537"/>
                </a:moveTo>
                <a:cubicBezTo>
                  <a:pt x="1317285" y="689915"/>
                  <a:pt x="1316827" y="692201"/>
                  <a:pt x="1315913" y="694487"/>
                </a:cubicBezTo>
                <a:cubicBezTo>
                  <a:pt x="1314999" y="696681"/>
                  <a:pt x="1313627" y="698602"/>
                  <a:pt x="1311981" y="700339"/>
                </a:cubicBezTo>
                <a:cubicBezTo>
                  <a:pt x="1310244" y="701985"/>
                  <a:pt x="1308324" y="703356"/>
                  <a:pt x="1306038" y="704271"/>
                </a:cubicBezTo>
                <a:cubicBezTo>
                  <a:pt x="1303843" y="705185"/>
                  <a:pt x="1301557" y="705642"/>
                  <a:pt x="1299180" y="705642"/>
                </a:cubicBezTo>
                <a:cubicBezTo>
                  <a:pt x="1296711" y="705642"/>
                  <a:pt x="1294425" y="705185"/>
                  <a:pt x="1292230" y="704271"/>
                </a:cubicBezTo>
                <a:cubicBezTo>
                  <a:pt x="1289944" y="703356"/>
                  <a:pt x="1288024" y="701985"/>
                  <a:pt x="1286286" y="700339"/>
                </a:cubicBezTo>
                <a:cubicBezTo>
                  <a:pt x="1284641" y="698602"/>
                  <a:pt x="1283269" y="696681"/>
                  <a:pt x="1282355" y="694487"/>
                </a:cubicBezTo>
                <a:cubicBezTo>
                  <a:pt x="1281440" y="692201"/>
                  <a:pt x="1280983" y="689915"/>
                  <a:pt x="1280983" y="687537"/>
                </a:cubicBezTo>
                <a:cubicBezTo>
                  <a:pt x="1280983" y="685160"/>
                  <a:pt x="1281440" y="682782"/>
                  <a:pt x="1282355" y="680588"/>
                </a:cubicBezTo>
                <a:cubicBezTo>
                  <a:pt x="1283269" y="678393"/>
                  <a:pt x="1284641" y="676473"/>
                  <a:pt x="1286286" y="674736"/>
                </a:cubicBezTo>
                <a:cubicBezTo>
                  <a:pt x="1288024" y="672998"/>
                  <a:pt x="1289944" y="671718"/>
                  <a:pt x="1292230" y="670804"/>
                </a:cubicBezTo>
                <a:cubicBezTo>
                  <a:pt x="1294425" y="669889"/>
                  <a:pt x="1296711" y="669432"/>
                  <a:pt x="1299180" y="669432"/>
                </a:cubicBezTo>
                <a:cubicBezTo>
                  <a:pt x="1301557" y="669432"/>
                  <a:pt x="1303843" y="669889"/>
                  <a:pt x="1306038" y="670804"/>
                </a:cubicBezTo>
                <a:cubicBezTo>
                  <a:pt x="1308324" y="671718"/>
                  <a:pt x="1310244" y="672998"/>
                  <a:pt x="1311981" y="674736"/>
                </a:cubicBezTo>
                <a:cubicBezTo>
                  <a:pt x="1313627" y="676473"/>
                  <a:pt x="1314999" y="678393"/>
                  <a:pt x="1315913" y="680588"/>
                </a:cubicBezTo>
                <a:cubicBezTo>
                  <a:pt x="1316827" y="682782"/>
                  <a:pt x="1317285" y="685160"/>
                  <a:pt x="1317285" y="687537"/>
                </a:cubicBezTo>
              </a:path>
              <a:path w="4147901" h="1686245">
                <a:moveTo>
                  <a:pt x="1539027" y="639348"/>
                </a:moveTo>
                <a:cubicBezTo>
                  <a:pt x="1539027" y="641726"/>
                  <a:pt x="1538569" y="644012"/>
                  <a:pt x="1537655" y="646298"/>
                </a:cubicBezTo>
                <a:cubicBezTo>
                  <a:pt x="1536741" y="648492"/>
                  <a:pt x="1535460" y="650413"/>
                  <a:pt x="1533723" y="652150"/>
                </a:cubicBezTo>
                <a:cubicBezTo>
                  <a:pt x="1532077" y="653796"/>
                  <a:pt x="1530066" y="655168"/>
                  <a:pt x="1527871" y="656082"/>
                </a:cubicBezTo>
                <a:cubicBezTo>
                  <a:pt x="1525676" y="656996"/>
                  <a:pt x="1523299" y="657454"/>
                  <a:pt x="1520922" y="657454"/>
                </a:cubicBezTo>
                <a:cubicBezTo>
                  <a:pt x="1518544" y="657454"/>
                  <a:pt x="1516167" y="656996"/>
                  <a:pt x="1513972" y="656082"/>
                </a:cubicBezTo>
                <a:cubicBezTo>
                  <a:pt x="1511778" y="655168"/>
                  <a:pt x="1509766" y="653796"/>
                  <a:pt x="1508120" y="652150"/>
                </a:cubicBezTo>
                <a:cubicBezTo>
                  <a:pt x="1506383" y="650413"/>
                  <a:pt x="1505102" y="648492"/>
                  <a:pt x="1504188" y="646298"/>
                </a:cubicBezTo>
                <a:cubicBezTo>
                  <a:pt x="1503274" y="644012"/>
                  <a:pt x="1502816" y="641726"/>
                  <a:pt x="1502816" y="639348"/>
                </a:cubicBezTo>
                <a:cubicBezTo>
                  <a:pt x="1502816" y="636971"/>
                  <a:pt x="1503274" y="634594"/>
                  <a:pt x="1504188" y="632399"/>
                </a:cubicBezTo>
                <a:cubicBezTo>
                  <a:pt x="1505102" y="630204"/>
                  <a:pt x="1506383" y="628193"/>
                  <a:pt x="1508120" y="626547"/>
                </a:cubicBezTo>
                <a:cubicBezTo>
                  <a:pt x="1509766" y="624810"/>
                  <a:pt x="1511778" y="623529"/>
                  <a:pt x="1513972" y="622615"/>
                </a:cubicBezTo>
                <a:cubicBezTo>
                  <a:pt x="1516167" y="621701"/>
                  <a:pt x="1518544" y="621243"/>
                  <a:pt x="1520922" y="621243"/>
                </a:cubicBezTo>
                <a:cubicBezTo>
                  <a:pt x="1523299" y="621243"/>
                  <a:pt x="1525676" y="621701"/>
                  <a:pt x="1527871" y="622615"/>
                </a:cubicBezTo>
                <a:cubicBezTo>
                  <a:pt x="1530066" y="623529"/>
                  <a:pt x="1532077" y="624810"/>
                  <a:pt x="1533723" y="626547"/>
                </a:cubicBezTo>
                <a:cubicBezTo>
                  <a:pt x="1535460" y="628193"/>
                  <a:pt x="1536741" y="630204"/>
                  <a:pt x="1537655" y="632399"/>
                </a:cubicBezTo>
                <a:cubicBezTo>
                  <a:pt x="1538569" y="634594"/>
                  <a:pt x="1539027" y="636971"/>
                  <a:pt x="1539027" y="639348"/>
                </a:cubicBezTo>
              </a:path>
              <a:path w="4147901" h="1686245">
                <a:moveTo>
                  <a:pt x="1873514" y="637520"/>
                </a:moveTo>
                <a:cubicBezTo>
                  <a:pt x="1873514" y="639897"/>
                  <a:pt x="1873057" y="642275"/>
                  <a:pt x="1872143" y="644469"/>
                </a:cubicBezTo>
                <a:cubicBezTo>
                  <a:pt x="1871228" y="646664"/>
                  <a:pt x="1869948" y="648584"/>
                  <a:pt x="1868211" y="650321"/>
                </a:cubicBezTo>
                <a:cubicBezTo>
                  <a:pt x="1866473" y="652059"/>
                  <a:pt x="1864553" y="653339"/>
                  <a:pt x="1862358" y="654253"/>
                </a:cubicBezTo>
                <a:cubicBezTo>
                  <a:pt x="1860072" y="655168"/>
                  <a:pt x="1857786" y="655625"/>
                  <a:pt x="1855409" y="655625"/>
                </a:cubicBezTo>
                <a:cubicBezTo>
                  <a:pt x="1852940" y="655625"/>
                  <a:pt x="1850654" y="655168"/>
                  <a:pt x="1848460" y="654253"/>
                </a:cubicBezTo>
                <a:cubicBezTo>
                  <a:pt x="1846174" y="653339"/>
                  <a:pt x="1844253" y="652059"/>
                  <a:pt x="1842516" y="650321"/>
                </a:cubicBezTo>
                <a:cubicBezTo>
                  <a:pt x="1840870" y="648584"/>
                  <a:pt x="1839498" y="646664"/>
                  <a:pt x="1838584" y="644469"/>
                </a:cubicBezTo>
                <a:cubicBezTo>
                  <a:pt x="1837670" y="642275"/>
                  <a:pt x="1837212" y="639897"/>
                  <a:pt x="1837212" y="637520"/>
                </a:cubicBezTo>
                <a:cubicBezTo>
                  <a:pt x="1837212" y="635142"/>
                  <a:pt x="1837670" y="632856"/>
                  <a:pt x="1838584" y="630570"/>
                </a:cubicBezTo>
                <a:cubicBezTo>
                  <a:pt x="1839498" y="628376"/>
                  <a:pt x="1840870" y="626455"/>
                  <a:pt x="1842516" y="624718"/>
                </a:cubicBezTo>
                <a:cubicBezTo>
                  <a:pt x="1844253" y="623072"/>
                  <a:pt x="1846174" y="621701"/>
                  <a:pt x="1848460" y="620786"/>
                </a:cubicBezTo>
                <a:cubicBezTo>
                  <a:pt x="1850654" y="619872"/>
                  <a:pt x="1852940" y="619415"/>
                  <a:pt x="1855409" y="619415"/>
                </a:cubicBezTo>
                <a:cubicBezTo>
                  <a:pt x="1857786" y="619415"/>
                  <a:pt x="1860072" y="619872"/>
                  <a:pt x="1862358" y="620786"/>
                </a:cubicBezTo>
                <a:cubicBezTo>
                  <a:pt x="1864553" y="621701"/>
                  <a:pt x="1866473" y="623072"/>
                  <a:pt x="1868211" y="624718"/>
                </a:cubicBezTo>
                <a:cubicBezTo>
                  <a:pt x="1869948" y="626455"/>
                  <a:pt x="1871228" y="628376"/>
                  <a:pt x="1872143" y="630570"/>
                </a:cubicBezTo>
                <a:cubicBezTo>
                  <a:pt x="1873057" y="632856"/>
                  <a:pt x="1873514" y="635142"/>
                  <a:pt x="1873514" y="637520"/>
                </a:cubicBezTo>
              </a:path>
              <a:path w="4147901" h="1686245">
                <a:moveTo>
                  <a:pt x="2283257" y="700248"/>
                </a:moveTo>
                <a:cubicBezTo>
                  <a:pt x="2283257" y="702625"/>
                  <a:pt x="2282800" y="705002"/>
                  <a:pt x="2281885" y="707197"/>
                </a:cubicBezTo>
                <a:cubicBezTo>
                  <a:pt x="2280971" y="709392"/>
                  <a:pt x="2279691" y="711403"/>
                  <a:pt x="2277953" y="713049"/>
                </a:cubicBezTo>
                <a:cubicBezTo>
                  <a:pt x="2276307" y="714786"/>
                  <a:pt x="2274296" y="716067"/>
                  <a:pt x="2272101" y="716981"/>
                </a:cubicBezTo>
                <a:cubicBezTo>
                  <a:pt x="2269907" y="717895"/>
                  <a:pt x="2267529" y="718353"/>
                  <a:pt x="2265152" y="718353"/>
                </a:cubicBezTo>
                <a:cubicBezTo>
                  <a:pt x="2262774" y="718353"/>
                  <a:pt x="2260397" y="717895"/>
                  <a:pt x="2258202" y="716981"/>
                </a:cubicBezTo>
                <a:cubicBezTo>
                  <a:pt x="2256008" y="716067"/>
                  <a:pt x="2253996" y="714786"/>
                  <a:pt x="2252350" y="713049"/>
                </a:cubicBezTo>
                <a:cubicBezTo>
                  <a:pt x="2250613" y="711403"/>
                  <a:pt x="2249333" y="709392"/>
                  <a:pt x="2248418" y="707197"/>
                </a:cubicBezTo>
                <a:cubicBezTo>
                  <a:pt x="2247504" y="705002"/>
                  <a:pt x="2247047" y="702625"/>
                  <a:pt x="2247047" y="700248"/>
                </a:cubicBezTo>
                <a:cubicBezTo>
                  <a:pt x="2247047" y="697870"/>
                  <a:pt x="2247504" y="695584"/>
                  <a:pt x="2248418" y="693298"/>
                </a:cubicBezTo>
                <a:cubicBezTo>
                  <a:pt x="2249333" y="691104"/>
                  <a:pt x="2250613" y="689183"/>
                  <a:pt x="2252350" y="687446"/>
                </a:cubicBezTo>
                <a:cubicBezTo>
                  <a:pt x="2253996" y="685800"/>
                  <a:pt x="2256008" y="684428"/>
                  <a:pt x="2258202" y="683514"/>
                </a:cubicBezTo>
                <a:cubicBezTo>
                  <a:pt x="2260397" y="682600"/>
                  <a:pt x="2262774" y="682142"/>
                  <a:pt x="2265152" y="682142"/>
                </a:cubicBezTo>
                <a:cubicBezTo>
                  <a:pt x="2267529" y="682142"/>
                  <a:pt x="2269907" y="682600"/>
                  <a:pt x="2272101" y="683514"/>
                </a:cubicBezTo>
                <a:cubicBezTo>
                  <a:pt x="2274296" y="684428"/>
                  <a:pt x="2276307" y="685800"/>
                  <a:pt x="2277953" y="687446"/>
                </a:cubicBezTo>
                <a:cubicBezTo>
                  <a:pt x="2279691" y="689183"/>
                  <a:pt x="2280971" y="691104"/>
                  <a:pt x="2281885" y="693298"/>
                </a:cubicBezTo>
                <a:cubicBezTo>
                  <a:pt x="2282800" y="695584"/>
                  <a:pt x="2283257" y="697870"/>
                  <a:pt x="2283257" y="700248"/>
                </a:cubicBezTo>
              </a:path>
              <a:path w="4147901" h="1686245">
                <a:moveTo>
                  <a:pt x="2505273" y="614843"/>
                </a:moveTo>
                <a:cubicBezTo>
                  <a:pt x="2505273" y="617220"/>
                  <a:pt x="2504816" y="619597"/>
                  <a:pt x="2503902" y="621792"/>
                </a:cubicBezTo>
                <a:cubicBezTo>
                  <a:pt x="2502987" y="623987"/>
                  <a:pt x="2501707" y="625998"/>
                  <a:pt x="2499970" y="627644"/>
                </a:cubicBezTo>
                <a:cubicBezTo>
                  <a:pt x="2498232" y="629382"/>
                  <a:pt x="2496312" y="630662"/>
                  <a:pt x="2494117" y="631576"/>
                </a:cubicBezTo>
                <a:cubicBezTo>
                  <a:pt x="2491831" y="632490"/>
                  <a:pt x="2489545" y="632948"/>
                  <a:pt x="2487168" y="632948"/>
                </a:cubicBezTo>
                <a:cubicBezTo>
                  <a:pt x="2484699" y="632948"/>
                  <a:pt x="2482413" y="632490"/>
                  <a:pt x="2480219" y="631576"/>
                </a:cubicBezTo>
                <a:cubicBezTo>
                  <a:pt x="2477933" y="630662"/>
                  <a:pt x="2476012" y="629382"/>
                  <a:pt x="2474275" y="627644"/>
                </a:cubicBezTo>
                <a:cubicBezTo>
                  <a:pt x="2472629" y="625998"/>
                  <a:pt x="2471257" y="623987"/>
                  <a:pt x="2470343" y="621792"/>
                </a:cubicBezTo>
                <a:cubicBezTo>
                  <a:pt x="2469429" y="619597"/>
                  <a:pt x="2468971" y="617220"/>
                  <a:pt x="2468971" y="614843"/>
                </a:cubicBezTo>
                <a:cubicBezTo>
                  <a:pt x="2468971" y="612465"/>
                  <a:pt x="2469429" y="610179"/>
                  <a:pt x="2470343" y="607893"/>
                </a:cubicBezTo>
                <a:cubicBezTo>
                  <a:pt x="2471257" y="605699"/>
                  <a:pt x="2472629" y="603778"/>
                  <a:pt x="2474275" y="602041"/>
                </a:cubicBezTo>
                <a:cubicBezTo>
                  <a:pt x="2476012" y="600395"/>
                  <a:pt x="2477933" y="599023"/>
                  <a:pt x="2480219" y="598109"/>
                </a:cubicBezTo>
                <a:cubicBezTo>
                  <a:pt x="2482413" y="597195"/>
                  <a:pt x="2484699" y="596737"/>
                  <a:pt x="2487168" y="596737"/>
                </a:cubicBezTo>
                <a:cubicBezTo>
                  <a:pt x="2489545" y="596737"/>
                  <a:pt x="2491831" y="597195"/>
                  <a:pt x="2494117" y="598109"/>
                </a:cubicBezTo>
                <a:cubicBezTo>
                  <a:pt x="2496312" y="599023"/>
                  <a:pt x="2498232" y="600395"/>
                  <a:pt x="2499970" y="602041"/>
                </a:cubicBezTo>
                <a:cubicBezTo>
                  <a:pt x="2501707" y="603778"/>
                  <a:pt x="2502987" y="605699"/>
                  <a:pt x="2503902" y="607893"/>
                </a:cubicBezTo>
                <a:cubicBezTo>
                  <a:pt x="2504816" y="610179"/>
                  <a:pt x="2505273" y="612465"/>
                  <a:pt x="2505273" y="614843"/>
                </a:cubicBezTo>
              </a:path>
              <a:path w="4147901" h="1686245">
                <a:moveTo>
                  <a:pt x="2866004" y="735269"/>
                </a:moveTo>
                <a:cubicBezTo>
                  <a:pt x="2866004" y="737646"/>
                  <a:pt x="2865547" y="739932"/>
                  <a:pt x="2864632" y="742218"/>
                </a:cubicBezTo>
                <a:cubicBezTo>
                  <a:pt x="2863718" y="744413"/>
                  <a:pt x="2862438" y="746333"/>
                  <a:pt x="2860700" y="748071"/>
                </a:cubicBezTo>
                <a:cubicBezTo>
                  <a:pt x="2858963" y="749717"/>
                  <a:pt x="2857043" y="751088"/>
                  <a:pt x="2854848" y="752003"/>
                </a:cubicBezTo>
                <a:cubicBezTo>
                  <a:pt x="2852562" y="752917"/>
                  <a:pt x="2850276" y="753374"/>
                  <a:pt x="2847899" y="753374"/>
                </a:cubicBezTo>
                <a:cubicBezTo>
                  <a:pt x="2845430" y="753374"/>
                  <a:pt x="2843144" y="752917"/>
                  <a:pt x="2840949" y="752003"/>
                </a:cubicBezTo>
                <a:cubicBezTo>
                  <a:pt x="2838663" y="751088"/>
                  <a:pt x="2836743" y="749717"/>
                  <a:pt x="2835006" y="748071"/>
                </a:cubicBezTo>
                <a:cubicBezTo>
                  <a:pt x="2833360" y="746333"/>
                  <a:pt x="2831988" y="744413"/>
                  <a:pt x="2831074" y="742218"/>
                </a:cubicBezTo>
                <a:cubicBezTo>
                  <a:pt x="2830159" y="739932"/>
                  <a:pt x="2829702" y="737646"/>
                  <a:pt x="2829702" y="735269"/>
                </a:cubicBezTo>
                <a:cubicBezTo>
                  <a:pt x="2829702" y="732892"/>
                  <a:pt x="2830159" y="730514"/>
                  <a:pt x="2831074" y="728320"/>
                </a:cubicBezTo>
                <a:cubicBezTo>
                  <a:pt x="2831988" y="726125"/>
                  <a:pt x="2833360" y="724205"/>
                  <a:pt x="2835006" y="722467"/>
                </a:cubicBezTo>
                <a:cubicBezTo>
                  <a:pt x="2836743" y="720730"/>
                  <a:pt x="2838663" y="719450"/>
                  <a:pt x="2840949" y="718536"/>
                </a:cubicBezTo>
                <a:cubicBezTo>
                  <a:pt x="2843144" y="717621"/>
                  <a:pt x="2845430" y="717164"/>
                  <a:pt x="2847899" y="717164"/>
                </a:cubicBezTo>
                <a:cubicBezTo>
                  <a:pt x="2850276" y="717164"/>
                  <a:pt x="2852562" y="717621"/>
                  <a:pt x="2854848" y="718536"/>
                </a:cubicBezTo>
                <a:cubicBezTo>
                  <a:pt x="2857043" y="719450"/>
                  <a:pt x="2858963" y="720730"/>
                  <a:pt x="2860700" y="722467"/>
                </a:cubicBezTo>
                <a:cubicBezTo>
                  <a:pt x="2862438" y="724205"/>
                  <a:pt x="2863718" y="726125"/>
                  <a:pt x="2864632" y="728320"/>
                </a:cubicBezTo>
                <a:cubicBezTo>
                  <a:pt x="2865547" y="730514"/>
                  <a:pt x="2866004" y="732892"/>
                  <a:pt x="2866004" y="735269"/>
                </a:cubicBezTo>
              </a:path>
              <a:path w="4147901" h="1686245">
                <a:moveTo>
                  <a:pt x="3083723" y="738104"/>
                </a:moveTo>
                <a:cubicBezTo>
                  <a:pt x="3083723" y="740573"/>
                  <a:pt x="3083265" y="742859"/>
                  <a:pt x="3082351" y="745053"/>
                </a:cubicBezTo>
                <a:cubicBezTo>
                  <a:pt x="3081437" y="747248"/>
                  <a:pt x="3080156" y="749259"/>
                  <a:pt x="3078419" y="750905"/>
                </a:cubicBezTo>
                <a:cubicBezTo>
                  <a:pt x="3076773" y="752643"/>
                  <a:pt x="3074761" y="753923"/>
                  <a:pt x="3072567" y="754837"/>
                </a:cubicBezTo>
                <a:cubicBezTo>
                  <a:pt x="3070372" y="755752"/>
                  <a:pt x="3067995" y="756209"/>
                  <a:pt x="3065617" y="756209"/>
                </a:cubicBezTo>
                <a:cubicBezTo>
                  <a:pt x="3063240" y="756209"/>
                  <a:pt x="3060863" y="755752"/>
                  <a:pt x="3058668" y="754837"/>
                </a:cubicBezTo>
                <a:cubicBezTo>
                  <a:pt x="3056473" y="753923"/>
                  <a:pt x="3054462" y="752643"/>
                  <a:pt x="3052816" y="750905"/>
                </a:cubicBezTo>
                <a:cubicBezTo>
                  <a:pt x="3051078" y="749259"/>
                  <a:pt x="3049798" y="747248"/>
                  <a:pt x="3048884" y="745053"/>
                </a:cubicBezTo>
                <a:cubicBezTo>
                  <a:pt x="3047970" y="742859"/>
                  <a:pt x="3047512" y="740573"/>
                  <a:pt x="3047512" y="738104"/>
                </a:cubicBezTo>
                <a:cubicBezTo>
                  <a:pt x="3047512" y="735726"/>
                  <a:pt x="3047970" y="733440"/>
                  <a:pt x="3048884" y="731246"/>
                </a:cubicBezTo>
                <a:cubicBezTo>
                  <a:pt x="3049798" y="728960"/>
                  <a:pt x="3051078" y="727039"/>
                  <a:pt x="3052816" y="725302"/>
                </a:cubicBezTo>
                <a:cubicBezTo>
                  <a:pt x="3054462" y="723656"/>
                  <a:pt x="3056473" y="722376"/>
                  <a:pt x="3058668" y="721462"/>
                </a:cubicBezTo>
                <a:cubicBezTo>
                  <a:pt x="3060863" y="720547"/>
                  <a:pt x="3063240" y="720090"/>
                  <a:pt x="3065617" y="720090"/>
                </a:cubicBezTo>
                <a:cubicBezTo>
                  <a:pt x="3067995" y="720090"/>
                  <a:pt x="3070372" y="720547"/>
                  <a:pt x="3072567" y="721462"/>
                </a:cubicBezTo>
                <a:cubicBezTo>
                  <a:pt x="3074761" y="722376"/>
                  <a:pt x="3076773" y="723656"/>
                  <a:pt x="3078419" y="725302"/>
                </a:cubicBezTo>
                <a:cubicBezTo>
                  <a:pt x="3080156" y="727039"/>
                  <a:pt x="3081437" y="728960"/>
                  <a:pt x="3082351" y="731246"/>
                </a:cubicBezTo>
                <a:cubicBezTo>
                  <a:pt x="3083265" y="733440"/>
                  <a:pt x="3083723" y="735726"/>
                  <a:pt x="3083723" y="738104"/>
                </a:cubicBezTo>
              </a:path>
              <a:path w="4147901" h="1686245">
                <a:moveTo>
                  <a:pt x="3515136" y="636697"/>
                </a:moveTo>
                <a:cubicBezTo>
                  <a:pt x="3515136" y="639074"/>
                  <a:pt x="3514679" y="641360"/>
                  <a:pt x="3513765" y="643555"/>
                </a:cubicBezTo>
                <a:cubicBezTo>
                  <a:pt x="3512850" y="645841"/>
                  <a:pt x="3511479" y="647761"/>
                  <a:pt x="3509833" y="649407"/>
                </a:cubicBezTo>
                <a:cubicBezTo>
                  <a:pt x="3508096" y="651144"/>
                  <a:pt x="3506175" y="652424"/>
                  <a:pt x="3503889" y="653339"/>
                </a:cubicBezTo>
                <a:cubicBezTo>
                  <a:pt x="3501695" y="654253"/>
                  <a:pt x="3499409" y="654710"/>
                  <a:pt x="3496940" y="654710"/>
                </a:cubicBezTo>
                <a:cubicBezTo>
                  <a:pt x="3494562" y="654710"/>
                  <a:pt x="3492276" y="654253"/>
                  <a:pt x="3489990" y="653339"/>
                </a:cubicBezTo>
                <a:cubicBezTo>
                  <a:pt x="3487796" y="652424"/>
                  <a:pt x="3485876" y="651144"/>
                  <a:pt x="3484138" y="649407"/>
                </a:cubicBezTo>
                <a:cubicBezTo>
                  <a:pt x="3482401" y="647761"/>
                  <a:pt x="3481121" y="645841"/>
                  <a:pt x="3480206" y="643555"/>
                </a:cubicBezTo>
                <a:cubicBezTo>
                  <a:pt x="3479292" y="641360"/>
                  <a:pt x="3478835" y="639074"/>
                  <a:pt x="3478835" y="636697"/>
                </a:cubicBezTo>
                <a:cubicBezTo>
                  <a:pt x="3478835" y="634228"/>
                  <a:pt x="3479292" y="631942"/>
                  <a:pt x="3480206" y="629747"/>
                </a:cubicBezTo>
                <a:cubicBezTo>
                  <a:pt x="3481121" y="627553"/>
                  <a:pt x="3482401" y="625541"/>
                  <a:pt x="3484138" y="623895"/>
                </a:cubicBezTo>
                <a:cubicBezTo>
                  <a:pt x="3485876" y="622158"/>
                  <a:pt x="3487796" y="620878"/>
                  <a:pt x="3489990" y="619963"/>
                </a:cubicBezTo>
                <a:cubicBezTo>
                  <a:pt x="3492276" y="619049"/>
                  <a:pt x="3494562" y="618592"/>
                  <a:pt x="3496940" y="618592"/>
                </a:cubicBezTo>
                <a:cubicBezTo>
                  <a:pt x="3499409" y="618592"/>
                  <a:pt x="3501695" y="619049"/>
                  <a:pt x="3503889" y="619963"/>
                </a:cubicBezTo>
                <a:cubicBezTo>
                  <a:pt x="3506175" y="620878"/>
                  <a:pt x="3508096" y="622158"/>
                  <a:pt x="3509833" y="623895"/>
                </a:cubicBezTo>
                <a:cubicBezTo>
                  <a:pt x="3511479" y="625541"/>
                  <a:pt x="3512850" y="627553"/>
                  <a:pt x="3513765" y="629747"/>
                </a:cubicBezTo>
                <a:cubicBezTo>
                  <a:pt x="3514679" y="631942"/>
                  <a:pt x="3515136" y="634228"/>
                  <a:pt x="3515136" y="636697"/>
                </a:cubicBezTo>
              </a:path>
              <a:path w="4147901" h="1686245">
                <a:moveTo>
                  <a:pt x="3707801" y="633588"/>
                </a:moveTo>
                <a:cubicBezTo>
                  <a:pt x="3707801" y="635965"/>
                  <a:pt x="3707343" y="638251"/>
                  <a:pt x="3706429" y="640537"/>
                </a:cubicBezTo>
                <a:cubicBezTo>
                  <a:pt x="3705515" y="642732"/>
                  <a:pt x="3704234" y="644652"/>
                  <a:pt x="3702497" y="646389"/>
                </a:cubicBezTo>
                <a:cubicBezTo>
                  <a:pt x="3700760" y="648035"/>
                  <a:pt x="3698839" y="649407"/>
                  <a:pt x="3696645" y="650321"/>
                </a:cubicBezTo>
                <a:cubicBezTo>
                  <a:pt x="3694359" y="651236"/>
                  <a:pt x="3692073" y="651693"/>
                  <a:pt x="3689695" y="651693"/>
                </a:cubicBezTo>
                <a:cubicBezTo>
                  <a:pt x="3687227" y="651693"/>
                  <a:pt x="3684941" y="651236"/>
                  <a:pt x="3682746" y="650321"/>
                </a:cubicBezTo>
                <a:cubicBezTo>
                  <a:pt x="3680460" y="649407"/>
                  <a:pt x="3678540" y="648035"/>
                  <a:pt x="3676802" y="646389"/>
                </a:cubicBezTo>
                <a:cubicBezTo>
                  <a:pt x="3675156" y="644652"/>
                  <a:pt x="3673785" y="642732"/>
                  <a:pt x="3672870" y="640537"/>
                </a:cubicBezTo>
                <a:cubicBezTo>
                  <a:pt x="3671956" y="638251"/>
                  <a:pt x="3671499" y="635965"/>
                  <a:pt x="3671499" y="633588"/>
                </a:cubicBezTo>
                <a:cubicBezTo>
                  <a:pt x="3671499" y="631210"/>
                  <a:pt x="3671956" y="628833"/>
                  <a:pt x="3672870" y="626638"/>
                </a:cubicBezTo>
                <a:cubicBezTo>
                  <a:pt x="3673785" y="624444"/>
                  <a:pt x="3675156" y="622432"/>
                  <a:pt x="3676802" y="620786"/>
                </a:cubicBezTo>
                <a:cubicBezTo>
                  <a:pt x="3678540" y="619049"/>
                  <a:pt x="3680460" y="617769"/>
                  <a:pt x="3682746" y="616854"/>
                </a:cubicBezTo>
                <a:cubicBezTo>
                  <a:pt x="3684941" y="615940"/>
                  <a:pt x="3687227" y="615483"/>
                  <a:pt x="3689695" y="615483"/>
                </a:cubicBezTo>
                <a:cubicBezTo>
                  <a:pt x="3692073" y="615483"/>
                  <a:pt x="3694359" y="615940"/>
                  <a:pt x="3696645" y="616854"/>
                </a:cubicBezTo>
                <a:cubicBezTo>
                  <a:pt x="3698839" y="617769"/>
                  <a:pt x="3700760" y="619049"/>
                  <a:pt x="3702497" y="620786"/>
                </a:cubicBezTo>
                <a:cubicBezTo>
                  <a:pt x="3704234" y="622432"/>
                  <a:pt x="3705515" y="624444"/>
                  <a:pt x="3706429" y="626638"/>
                </a:cubicBezTo>
                <a:cubicBezTo>
                  <a:pt x="3707343" y="628833"/>
                  <a:pt x="3707801" y="631210"/>
                  <a:pt x="3707801" y="633588"/>
                </a:cubicBezTo>
              </a:path>
              <a:path w="4147901" h="1686245">
                <a:moveTo>
                  <a:pt x="4147901" y="659740"/>
                </a:moveTo>
                <a:cubicBezTo>
                  <a:pt x="4147901" y="662208"/>
                  <a:pt x="4147444" y="664494"/>
                  <a:pt x="4146530" y="666689"/>
                </a:cubicBezTo>
                <a:cubicBezTo>
                  <a:pt x="4145615" y="668884"/>
                  <a:pt x="4144244" y="670895"/>
                  <a:pt x="4142598" y="672541"/>
                </a:cubicBezTo>
                <a:cubicBezTo>
                  <a:pt x="4140860" y="674279"/>
                  <a:pt x="4138940" y="675559"/>
                  <a:pt x="4136654" y="676473"/>
                </a:cubicBezTo>
                <a:cubicBezTo>
                  <a:pt x="4134460" y="677388"/>
                  <a:pt x="4132174" y="677845"/>
                  <a:pt x="4129705" y="677845"/>
                </a:cubicBezTo>
                <a:cubicBezTo>
                  <a:pt x="4127327" y="677845"/>
                  <a:pt x="4125041" y="677388"/>
                  <a:pt x="4122755" y="676473"/>
                </a:cubicBezTo>
                <a:cubicBezTo>
                  <a:pt x="4120561" y="675559"/>
                  <a:pt x="4118640" y="674279"/>
                  <a:pt x="4116903" y="672541"/>
                </a:cubicBezTo>
                <a:cubicBezTo>
                  <a:pt x="4115166" y="670895"/>
                  <a:pt x="4113886" y="668884"/>
                  <a:pt x="4112971" y="666689"/>
                </a:cubicBezTo>
                <a:cubicBezTo>
                  <a:pt x="4112057" y="664494"/>
                  <a:pt x="4111600" y="662208"/>
                  <a:pt x="4111600" y="659740"/>
                </a:cubicBezTo>
                <a:cubicBezTo>
                  <a:pt x="4111600" y="657362"/>
                  <a:pt x="4112057" y="655076"/>
                  <a:pt x="4112971" y="652882"/>
                </a:cubicBezTo>
                <a:cubicBezTo>
                  <a:pt x="4113886" y="650596"/>
                  <a:pt x="4115166" y="648675"/>
                  <a:pt x="4116903" y="646938"/>
                </a:cubicBezTo>
                <a:cubicBezTo>
                  <a:pt x="4118640" y="645292"/>
                  <a:pt x="4120561" y="644012"/>
                  <a:pt x="4122755" y="643098"/>
                </a:cubicBezTo>
                <a:cubicBezTo>
                  <a:pt x="4125041" y="642183"/>
                  <a:pt x="4127327" y="641634"/>
                  <a:pt x="4129705" y="641634"/>
                </a:cubicBezTo>
                <a:cubicBezTo>
                  <a:pt x="4132174" y="641634"/>
                  <a:pt x="4134460" y="642183"/>
                  <a:pt x="4136654" y="643098"/>
                </a:cubicBezTo>
                <a:cubicBezTo>
                  <a:pt x="4138940" y="644012"/>
                  <a:pt x="4140860" y="645292"/>
                  <a:pt x="4142598" y="646938"/>
                </a:cubicBezTo>
                <a:cubicBezTo>
                  <a:pt x="4144244" y="648675"/>
                  <a:pt x="4145615" y="650596"/>
                  <a:pt x="4146530" y="652882"/>
                </a:cubicBezTo>
                <a:cubicBezTo>
                  <a:pt x="4147444" y="655076"/>
                  <a:pt x="4147901" y="657362"/>
                  <a:pt x="4147901" y="659740"/>
                </a:cubicBezTo>
              </a:path>
              <a:path w="4147901" h="1686245">
                <a:moveTo>
                  <a:pt x="36302" y="366766"/>
                </a:moveTo>
                <a:cubicBezTo>
                  <a:pt x="36302" y="369143"/>
                  <a:pt x="35844" y="371429"/>
                  <a:pt x="34930" y="373715"/>
                </a:cubicBezTo>
                <a:cubicBezTo>
                  <a:pt x="34016" y="375910"/>
                  <a:pt x="32644" y="377830"/>
                  <a:pt x="30998" y="379567"/>
                </a:cubicBezTo>
                <a:cubicBezTo>
                  <a:pt x="29261" y="381213"/>
                  <a:pt x="27341" y="382585"/>
                  <a:pt x="25055" y="383499"/>
                </a:cubicBezTo>
                <a:cubicBezTo>
                  <a:pt x="22860" y="384414"/>
                  <a:pt x="20574" y="384871"/>
                  <a:pt x="18105" y="384871"/>
                </a:cubicBezTo>
                <a:cubicBezTo>
                  <a:pt x="15728" y="384871"/>
                  <a:pt x="13442" y="384414"/>
                  <a:pt x="11156" y="383499"/>
                </a:cubicBezTo>
                <a:cubicBezTo>
                  <a:pt x="8961" y="382585"/>
                  <a:pt x="7041" y="381213"/>
                  <a:pt x="5304" y="379567"/>
                </a:cubicBezTo>
                <a:cubicBezTo>
                  <a:pt x="3658" y="377830"/>
                  <a:pt x="2286" y="375910"/>
                  <a:pt x="1372" y="373715"/>
                </a:cubicBezTo>
                <a:cubicBezTo>
                  <a:pt x="457" y="371429"/>
                  <a:pt x="0" y="369143"/>
                  <a:pt x="0" y="366766"/>
                </a:cubicBezTo>
                <a:cubicBezTo>
                  <a:pt x="0" y="364388"/>
                  <a:pt x="457" y="362011"/>
                  <a:pt x="1372" y="359816"/>
                </a:cubicBezTo>
                <a:cubicBezTo>
                  <a:pt x="2286" y="357622"/>
                  <a:pt x="3658" y="355702"/>
                  <a:pt x="5304" y="353964"/>
                </a:cubicBezTo>
                <a:cubicBezTo>
                  <a:pt x="7041" y="352227"/>
                  <a:pt x="8961" y="350947"/>
                  <a:pt x="11156" y="350032"/>
                </a:cubicBezTo>
                <a:cubicBezTo>
                  <a:pt x="13442" y="349118"/>
                  <a:pt x="15728" y="348661"/>
                  <a:pt x="18105" y="348661"/>
                </a:cubicBezTo>
                <a:cubicBezTo>
                  <a:pt x="20574" y="348661"/>
                  <a:pt x="22860" y="349118"/>
                  <a:pt x="25055" y="350032"/>
                </a:cubicBezTo>
                <a:cubicBezTo>
                  <a:pt x="27341" y="350947"/>
                  <a:pt x="29261" y="352227"/>
                  <a:pt x="30998" y="353964"/>
                </a:cubicBezTo>
                <a:cubicBezTo>
                  <a:pt x="32644" y="355702"/>
                  <a:pt x="34016" y="357622"/>
                  <a:pt x="34930" y="359816"/>
                </a:cubicBezTo>
                <a:cubicBezTo>
                  <a:pt x="35844" y="362011"/>
                  <a:pt x="36302" y="364388"/>
                  <a:pt x="36302" y="366766"/>
                </a:cubicBezTo>
              </a:path>
              <a:path w="4147901" h="1686245">
                <a:moveTo>
                  <a:pt x="289499" y="449519"/>
                </a:moveTo>
                <a:cubicBezTo>
                  <a:pt x="289499" y="451988"/>
                  <a:pt x="289042" y="454274"/>
                  <a:pt x="288127" y="456468"/>
                </a:cubicBezTo>
                <a:cubicBezTo>
                  <a:pt x="287213" y="458663"/>
                  <a:pt x="285933" y="460675"/>
                  <a:pt x="284196" y="462321"/>
                </a:cubicBezTo>
                <a:cubicBezTo>
                  <a:pt x="282458" y="464058"/>
                  <a:pt x="280538" y="465338"/>
                  <a:pt x="278343" y="466253"/>
                </a:cubicBezTo>
                <a:cubicBezTo>
                  <a:pt x="276057" y="467167"/>
                  <a:pt x="273771" y="467624"/>
                  <a:pt x="271394" y="467624"/>
                </a:cubicBezTo>
                <a:cubicBezTo>
                  <a:pt x="268925" y="467624"/>
                  <a:pt x="266639" y="467167"/>
                  <a:pt x="264444" y="466253"/>
                </a:cubicBezTo>
                <a:cubicBezTo>
                  <a:pt x="262250" y="465338"/>
                  <a:pt x="260238" y="464058"/>
                  <a:pt x="258501" y="462321"/>
                </a:cubicBezTo>
                <a:cubicBezTo>
                  <a:pt x="256855" y="460675"/>
                  <a:pt x="255575" y="458663"/>
                  <a:pt x="254569" y="456468"/>
                </a:cubicBezTo>
                <a:cubicBezTo>
                  <a:pt x="253655" y="454274"/>
                  <a:pt x="253197" y="451988"/>
                  <a:pt x="253197" y="449519"/>
                </a:cubicBezTo>
                <a:cubicBezTo>
                  <a:pt x="253197" y="447142"/>
                  <a:pt x="253655" y="444856"/>
                  <a:pt x="254569" y="442661"/>
                </a:cubicBezTo>
                <a:cubicBezTo>
                  <a:pt x="255575" y="440375"/>
                  <a:pt x="256855" y="438455"/>
                  <a:pt x="258501" y="436717"/>
                </a:cubicBezTo>
                <a:cubicBezTo>
                  <a:pt x="260238" y="435072"/>
                  <a:pt x="262250" y="433791"/>
                  <a:pt x="264444" y="432786"/>
                </a:cubicBezTo>
                <a:cubicBezTo>
                  <a:pt x="266639" y="431871"/>
                  <a:pt x="268925" y="431414"/>
                  <a:pt x="271394" y="431414"/>
                </a:cubicBezTo>
                <a:cubicBezTo>
                  <a:pt x="273771" y="431414"/>
                  <a:pt x="276057" y="431871"/>
                  <a:pt x="278343" y="432786"/>
                </a:cubicBezTo>
                <a:cubicBezTo>
                  <a:pt x="280538" y="433791"/>
                  <a:pt x="282458" y="435072"/>
                  <a:pt x="284196" y="436717"/>
                </a:cubicBezTo>
                <a:cubicBezTo>
                  <a:pt x="285933" y="438455"/>
                  <a:pt x="287213" y="440375"/>
                  <a:pt x="288127" y="442661"/>
                </a:cubicBezTo>
                <a:cubicBezTo>
                  <a:pt x="289042" y="444856"/>
                  <a:pt x="289499" y="447142"/>
                  <a:pt x="289499" y="449519"/>
                </a:cubicBezTo>
              </a:path>
              <a:path w="4147901" h="1686245">
                <a:moveTo>
                  <a:pt x="730423" y="351130"/>
                </a:moveTo>
                <a:cubicBezTo>
                  <a:pt x="730423" y="353507"/>
                  <a:pt x="729966" y="355884"/>
                  <a:pt x="729051" y="358079"/>
                </a:cubicBezTo>
                <a:cubicBezTo>
                  <a:pt x="728137" y="360274"/>
                  <a:pt x="726857" y="362285"/>
                  <a:pt x="725119" y="363931"/>
                </a:cubicBezTo>
                <a:cubicBezTo>
                  <a:pt x="723473" y="365669"/>
                  <a:pt x="721462" y="366949"/>
                  <a:pt x="719267" y="367863"/>
                </a:cubicBezTo>
                <a:cubicBezTo>
                  <a:pt x="717072" y="368778"/>
                  <a:pt x="714695" y="369235"/>
                  <a:pt x="712318" y="369235"/>
                </a:cubicBezTo>
                <a:cubicBezTo>
                  <a:pt x="709940" y="369235"/>
                  <a:pt x="707563" y="368778"/>
                  <a:pt x="705368" y="367863"/>
                </a:cubicBezTo>
                <a:cubicBezTo>
                  <a:pt x="703174" y="366949"/>
                  <a:pt x="701162" y="365669"/>
                  <a:pt x="699516" y="363931"/>
                </a:cubicBezTo>
                <a:cubicBezTo>
                  <a:pt x="697779" y="362285"/>
                  <a:pt x="696498" y="360274"/>
                  <a:pt x="695584" y="358079"/>
                </a:cubicBezTo>
                <a:cubicBezTo>
                  <a:pt x="694670" y="355884"/>
                  <a:pt x="694212" y="353507"/>
                  <a:pt x="694212" y="351130"/>
                </a:cubicBezTo>
                <a:cubicBezTo>
                  <a:pt x="694212" y="348752"/>
                  <a:pt x="694670" y="346466"/>
                  <a:pt x="695584" y="344180"/>
                </a:cubicBezTo>
                <a:cubicBezTo>
                  <a:pt x="696498" y="341986"/>
                  <a:pt x="697779" y="340065"/>
                  <a:pt x="699516" y="338328"/>
                </a:cubicBezTo>
                <a:cubicBezTo>
                  <a:pt x="701162" y="336682"/>
                  <a:pt x="703174" y="335310"/>
                  <a:pt x="705368" y="334396"/>
                </a:cubicBezTo>
                <a:cubicBezTo>
                  <a:pt x="707563" y="333482"/>
                  <a:pt x="709940" y="333024"/>
                  <a:pt x="712318" y="333024"/>
                </a:cubicBezTo>
                <a:cubicBezTo>
                  <a:pt x="714695" y="333024"/>
                  <a:pt x="717072" y="333482"/>
                  <a:pt x="719267" y="334396"/>
                </a:cubicBezTo>
                <a:cubicBezTo>
                  <a:pt x="721462" y="335310"/>
                  <a:pt x="723473" y="336682"/>
                  <a:pt x="725119" y="338328"/>
                </a:cubicBezTo>
                <a:cubicBezTo>
                  <a:pt x="726857" y="340065"/>
                  <a:pt x="728137" y="341986"/>
                  <a:pt x="729051" y="344180"/>
                </a:cubicBezTo>
                <a:cubicBezTo>
                  <a:pt x="729966" y="346466"/>
                  <a:pt x="730423" y="348752"/>
                  <a:pt x="730423" y="351130"/>
                </a:cubicBezTo>
              </a:path>
              <a:path w="4147901" h="1686245">
                <a:moveTo>
                  <a:pt x="972007" y="307056"/>
                </a:moveTo>
                <a:cubicBezTo>
                  <a:pt x="972007" y="309524"/>
                  <a:pt x="971550" y="311810"/>
                  <a:pt x="970636" y="314005"/>
                </a:cubicBezTo>
                <a:cubicBezTo>
                  <a:pt x="969721" y="316200"/>
                  <a:pt x="968350" y="318211"/>
                  <a:pt x="966704" y="319857"/>
                </a:cubicBezTo>
                <a:cubicBezTo>
                  <a:pt x="964966" y="321594"/>
                  <a:pt x="963046" y="322875"/>
                  <a:pt x="960760" y="323789"/>
                </a:cubicBezTo>
                <a:cubicBezTo>
                  <a:pt x="958566" y="324703"/>
                  <a:pt x="956280" y="325161"/>
                  <a:pt x="953902" y="325161"/>
                </a:cubicBezTo>
                <a:cubicBezTo>
                  <a:pt x="951433" y="325161"/>
                  <a:pt x="949147" y="324703"/>
                  <a:pt x="946953" y="323789"/>
                </a:cubicBezTo>
                <a:cubicBezTo>
                  <a:pt x="944667" y="322875"/>
                  <a:pt x="942746" y="321594"/>
                  <a:pt x="941009" y="319857"/>
                </a:cubicBezTo>
                <a:cubicBezTo>
                  <a:pt x="939363" y="318211"/>
                  <a:pt x="937992" y="316200"/>
                  <a:pt x="937077" y="314005"/>
                </a:cubicBezTo>
                <a:cubicBezTo>
                  <a:pt x="936163" y="311810"/>
                  <a:pt x="935706" y="309524"/>
                  <a:pt x="935706" y="307056"/>
                </a:cubicBezTo>
                <a:cubicBezTo>
                  <a:pt x="935706" y="304678"/>
                  <a:pt x="936163" y="302392"/>
                  <a:pt x="937077" y="300198"/>
                </a:cubicBezTo>
                <a:cubicBezTo>
                  <a:pt x="937992" y="297912"/>
                  <a:pt x="939363" y="295991"/>
                  <a:pt x="941009" y="294254"/>
                </a:cubicBezTo>
                <a:cubicBezTo>
                  <a:pt x="942746" y="292608"/>
                  <a:pt x="944667" y="291328"/>
                  <a:pt x="946953" y="290413"/>
                </a:cubicBezTo>
                <a:cubicBezTo>
                  <a:pt x="949147" y="289499"/>
                  <a:pt x="951433" y="289042"/>
                  <a:pt x="953902" y="289042"/>
                </a:cubicBezTo>
                <a:cubicBezTo>
                  <a:pt x="956280" y="289042"/>
                  <a:pt x="958566" y="289499"/>
                  <a:pt x="960760" y="290413"/>
                </a:cubicBezTo>
                <a:cubicBezTo>
                  <a:pt x="963046" y="291328"/>
                  <a:pt x="964966" y="292608"/>
                  <a:pt x="966704" y="294254"/>
                </a:cubicBezTo>
                <a:cubicBezTo>
                  <a:pt x="968350" y="295991"/>
                  <a:pt x="969721" y="297912"/>
                  <a:pt x="970636" y="300198"/>
                </a:cubicBezTo>
                <a:cubicBezTo>
                  <a:pt x="971550" y="302392"/>
                  <a:pt x="972007" y="304678"/>
                  <a:pt x="972007" y="307056"/>
                </a:cubicBezTo>
              </a:path>
              <a:path w="4147901" h="1686245">
                <a:moveTo>
                  <a:pt x="1268181" y="316657"/>
                </a:moveTo>
                <a:cubicBezTo>
                  <a:pt x="1268181" y="319126"/>
                  <a:pt x="1267724" y="321412"/>
                  <a:pt x="1266810" y="323606"/>
                </a:cubicBezTo>
                <a:cubicBezTo>
                  <a:pt x="1265895" y="325801"/>
                  <a:pt x="1264524" y="327812"/>
                  <a:pt x="1262878" y="329458"/>
                </a:cubicBezTo>
                <a:cubicBezTo>
                  <a:pt x="1261140" y="331196"/>
                  <a:pt x="1259220" y="332476"/>
                  <a:pt x="1256934" y="333390"/>
                </a:cubicBezTo>
                <a:cubicBezTo>
                  <a:pt x="1254740" y="334305"/>
                  <a:pt x="1252454" y="334762"/>
                  <a:pt x="1249985" y="334762"/>
                </a:cubicBezTo>
                <a:cubicBezTo>
                  <a:pt x="1247607" y="334762"/>
                  <a:pt x="1245321" y="334305"/>
                  <a:pt x="1243035" y="333390"/>
                </a:cubicBezTo>
                <a:cubicBezTo>
                  <a:pt x="1240841" y="332476"/>
                  <a:pt x="1238921" y="331196"/>
                  <a:pt x="1237183" y="329458"/>
                </a:cubicBezTo>
                <a:cubicBezTo>
                  <a:pt x="1235537" y="327812"/>
                  <a:pt x="1234166" y="325801"/>
                  <a:pt x="1233251" y="323606"/>
                </a:cubicBezTo>
                <a:cubicBezTo>
                  <a:pt x="1232337" y="321412"/>
                  <a:pt x="1231880" y="319126"/>
                  <a:pt x="1231880" y="316657"/>
                </a:cubicBezTo>
                <a:cubicBezTo>
                  <a:pt x="1231880" y="314279"/>
                  <a:pt x="1232337" y="311993"/>
                  <a:pt x="1233251" y="309799"/>
                </a:cubicBezTo>
                <a:cubicBezTo>
                  <a:pt x="1234166" y="307513"/>
                  <a:pt x="1235537" y="305592"/>
                  <a:pt x="1237183" y="303855"/>
                </a:cubicBezTo>
                <a:cubicBezTo>
                  <a:pt x="1238921" y="302209"/>
                  <a:pt x="1240841" y="300838"/>
                  <a:pt x="1243035" y="299923"/>
                </a:cubicBezTo>
                <a:cubicBezTo>
                  <a:pt x="1245321" y="299009"/>
                  <a:pt x="1247607" y="298552"/>
                  <a:pt x="1249985" y="298552"/>
                </a:cubicBezTo>
                <a:cubicBezTo>
                  <a:pt x="1252454" y="298552"/>
                  <a:pt x="1254740" y="299009"/>
                  <a:pt x="1256934" y="299923"/>
                </a:cubicBezTo>
                <a:cubicBezTo>
                  <a:pt x="1259220" y="300838"/>
                  <a:pt x="1261140" y="302209"/>
                  <a:pt x="1262878" y="303855"/>
                </a:cubicBezTo>
                <a:cubicBezTo>
                  <a:pt x="1264524" y="305592"/>
                  <a:pt x="1265895" y="307513"/>
                  <a:pt x="1266810" y="309799"/>
                </a:cubicBezTo>
                <a:cubicBezTo>
                  <a:pt x="1267724" y="311993"/>
                  <a:pt x="1268181" y="314279"/>
                  <a:pt x="1268181" y="316657"/>
                </a:cubicBezTo>
              </a:path>
              <a:path w="4147901" h="1686245">
                <a:moveTo>
                  <a:pt x="1639611" y="419070"/>
                </a:moveTo>
                <a:cubicBezTo>
                  <a:pt x="1639611" y="421447"/>
                  <a:pt x="1639153" y="423733"/>
                  <a:pt x="1638239" y="426019"/>
                </a:cubicBezTo>
                <a:cubicBezTo>
                  <a:pt x="1637325" y="428214"/>
                  <a:pt x="1636044" y="430134"/>
                  <a:pt x="1634307" y="431871"/>
                </a:cubicBezTo>
                <a:cubicBezTo>
                  <a:pt x="1632661" y="433517"/>
                  <a:pt x="1630650" y="434889"/>
                  <a:pt x="1628455" y="435803"/>
                </a:cubicBezTo>
                <a:cubicBezTo>
                  <a:pt x="1626260" y="436717"/>
                  <a:pt x="1623883" y="437175"/>
                  <a:pt x="1621506" y="437175"/>
                </a:cubicBezTo>
                <a:cubicBezTo>
                  <a:pt x="1619128" y="437175"/>
                  <a:pt x="1616751" y="436717"/>
                  <a:pt x="1614556" y="435803"/>
                </a:cubicBezTo>
                <a:cubicBezTo>
                  <a:pt x="1612362" y="434889"/>
                  <a:pt x="1610350" y="433517"/>
                  <a:pt x="1608704" y="431871"/>
                </a:cubicBezTo>
                <a:cubicBezTo>
                  <a:pt x="1606967" y="430134"/>
                  <a:pt x="1605686" y="428214"/>
                  <a:pt x="1604772" y="426019"/>
                </a:cubicBezTo>
                <a:cubicBezTo>
                  <a:pt x="1603858" y="423733"/>
                  <a:pt x="1603400" y="421447"/>
                  <a:pt x="1603400" y="419070"/>
                </a:cubicBezTo>
                <a:cubicBezTo>
                  <a:pt x="1603400" y="416692"/>
                  <a:pt x="1603858" y="414315"/>
                  <a:pt x="1604772" y="412120"/>
                </a:cubicBezTo>
                <a:cubicBezTo>
                  <a:pt x="1605686" y="409926"/>
                  <a:pt x="1606967" y="407914"/>
                  <a:pt x="1608704" y="406268"/>
                </a:cubicBezTo>
                <a:cubicBezTo>
                  <a:pt x="1610350" y="404531"/>
                  <a:pt x="1612362" y="403250"/>
                  <a:pt x="1614556" y="402336"/>
                </a:cubicBezTo>
                <a:cubicBezTo>
                  <a:pt x="1616751" y="401422"/>
                  <a:pt x="1619128" y="400964"/>
                  <a:pt x="1621506" y="400964"/>
                </a:cubicBezTo>
                <a:cubicBezTo>
                  <a:pt x="1623883" y="400964"/>
                  <a:pt x="1626260" y="401422"/>
                  <a:pt x="1628455" y="402336"/>
                </a:cubicBezTo>
                <a:cubicBezTo>
                  <a:pt x="1630650" y="403250"/>
                  <a:pt x="1632661" y="404531"/>
                  <a:pt x="1634307" y="406268"/>
                </a:cubicBezTo>
                <a:cubicBezTo>
                  <a:pt x="1636044" y="407914"/>
                  <a:pt x="1637325" y="409926"/>
                  <a:pt x="1638239" y="412120"/>
                </a:cubicBezTo>
                <a:cubicBezTo>
                  <a:pt x="1639153" y="414315"/>
                  <a:pt x="1639611" y="416692"/>
                  <a:pt x="1639611" y="419070"/>
                </a:cubicBezTo>
              </a:path>
              <a:path w="4147901" h="1686245">
                <a:moveTo>
                  <a:pt x="1860987" y="406359"/>
                </a:moveTo>
                <a:cubicBezTo>
                  <a:pt x="1860987" y="408737"/>
                  <a:pt x="1860530" y="411114"/>
                  <a:pt x="1859615" y="413309"/>
                </a:cubicBezTo>
                <a:cubicBezTo>
                  <a:pt x="1858609" y="415503"/>
                  <a:pt x="1857329" y="417515"/>
                  <a:pt x="1855683" y="419161"/>
                </a:cubicBezTo>
                <a:cubicBezTo>
                  <a:pt x="1853946" y="420898"/>
                  <a:pt x="1851934" y="422178"/>
                  <a:pt x="1849740" y="423093"/>
                </a:cubicBezTo>
                <a:cubicBezTo>
                  <a:pt x="1847545" y="424007"/>
                  <a:pt x="1845259" y="424464"/>
                  <a:pt x="1842790" y="424464"/>
                </a:cubicBezTo>
                <a:cubicBezTo>
                  <a:pt x="1840413" y="424464"/>
                  <a:pt x="1838127" y="424007"/>
                  <a:pt x="1835841" y="423093"/>
                </a:cubicBezTo>
                <a:cubicBezTo>
                  <a:pt x="1833646" y="422178"/>
                  <a:pt x="1831726" y="420898"/>
                  <a:pt x="1829989" y="419161"/>
                </a:cubicBezTo>
                <a:cubicBezTo>
                  <a:pt x="1828251" y="417515"/>
                  <a:pt x="1826971" y="415503"/>
                  <a:pt x="1826057" y="413309"/>
                </a:cubicBezTo>
                <a:cubicBezTo>
                  <a:pt x="1825142" y="411114"/>
                  <a:pt x="1824685" y="408737"/>
                  <a:pt x="1824685" y="406359"/>
                </a:cubicBezTo>
                <a:cubicBezTo>
                  <a:pt x="1824685" y="403982"/>
                  <a:pt x="1825142" y="401696"/>
                  <a:pt x="1826057" y="399410"/>
                </a:cubicBezTo>
                <a:cubicBezTo>
                  <a:pt x="1826971" y="397215"/>
                  <a:pt x="1828251" y="395295"/>
                  <a:pt x="1829989" y="393558"/>
                </a:cubicBezTo>
                <a:cubicBezTo>
                  <a:pt x="1831726" y="391912"/>
                  <a:pt x="1833646" y="390540"/>
                  <a:pt x="1835841" y="389626"/>
                </a:cubicBezTo>
                <a:cubicBezTo>
                  <a:pt x="1838127" y="388711"/>
                  <a:pt x="1840413" y="388254"/>
                  <a:pt x="1842790" y="388254"/>
                </a:cubicBezTo>
                <a:cubicBezTo>
                  <a:pt x="1845259" y="388254"/>
                  <a:pt x="1847545" y="388711"/>
                  <a:pt x="1849740" y="389626"/>
                </a:cubicBezTo>
                <a:cubicBezTo>
                  <a:pt x="1851934" y="390540"/>
                  <a:pt x="1853946" y="391912"/>
                  <a:pt x="1855683" y="393558"/>
                </a:cubicBezTo>
                <a:cubicBezTo>
                  <a:pt x="1857329" y="395295"/>
                  <a:pt x="1858609" y="397215"/>
                  <a:pt x="1859615" y="399410"/>
                </a:cubicBezTo>
                <a:cubicBezTo>
                  <a:pt x="1860530" y="401696"/>
                  <a:pt x="1860987" y="403982"/>
                  <a:pt x="1860987" y="406359"/>
                </a:cubicBezTo>
              </a:path>
              <a:path w="4147901" h="1686245">
                <a:moveTo>
                  <a:pt x="2169780" y="360914"/>
                </a:moveTo>
                <a:cubicBezTo>
                  <a:pt x="2169780" y="363291"/>
                  <a:pt x="2169323" y="365669"/>
                  <a:pt x="2168408" y="367863"/>
                </a:cubicBezTo>
                <a:cubicBezTo>
                  <a:pt x="2167402" y="370058"/>
                  <a:pt x="2166122" y="372069"/>
                  <a:pt x="2164476" y="373715"/>
                </a:cubicBezTo>
                <a:cubicBezTo>
                  <a:pt x="2162739" y="375453"/>
                  <a:pt x="2160819" y="376733"/>
                  <a:pt x="2158533" y="377647"/>
                </a:cubicBezTo>
                <a:cubicBezTo>
                  <a:pt x="2156338" y="378562"/>
                  <a:pt x="2154052" y="379019"/>
                  <a:pt x="2151583" y="379019"/>
                </a:cubicBezTo>
                <a:cubicBezTo>
                  <a:pt x="2149206" y="379019"/>
                  <a:pt x="2146920" y="378562"/>
                  <a:pt x="2144634" y="377647"/>
                </a:cubicBezTo>
                <a:cubicBezTo>
                  <a:pt x="2142439" y="376733"/>
                  <a:pt x="2140519" y="375453"/>
                  <a:pt x="2138782" y="373715"/>
                </a:cubicBezTo>
                <a:cubicBezTo>
                  <a:pt x="2137044" y="372069"/>
                  <a:pt x="2135764" y="370058"/>
                  <a:pt x="2134850" y="367863"/>
                </a:cubicBezTo>
                <a:cubicBezTo>
                  <a:pt x="2133935" y="365669"/>
                  <a:pt x="2133478" y="363291"/>
                  <a:pt x="2133478" y="360914"/>
                </a:cubicBezTo>
                <a:cubicBezTo>
                  <a:pt x="2133478" y="358536"/>
                  <a:pt x="2133935" y="356250"/>
                  <a:pt x="2134850" y="353964"/>
                </a:cubicBezTo>
                <a:cubicBezTo>
                  <a:pt x="2135764" y="351770"/>
                  <a:pt x="2137044" y="349849"/>
                  <a:pt x="2138782" y="348112"/>
                </a:cubicBezTo>
                <a:cubicBezTo>
                  <a:pt x="2140519" y="346466"/>
                  <a:pt x="2142439" y="345095"/>
                  <a:pt x="2144634" y="344180"/>
                </a:cubicBezTo>
                <a:cubicBezTo>
                  <a:pt x="2146920" y="343266"/>
                  <a:pt x="2149206" y="342809"/>
                  <a:pt x="2151583" y="342809"/>
                </a:cubicBezTo>
                <a:cubicBezTo>
                  <a:pt x="2154052" y="342809"/>
                  <a:pt x="2156338" y="343266"/>
                  <a:pt x="2158533" y="344180"/>
                </a:cubicBezTo>
                <a:cubicBezTo>
                  <a:pt x="2160819" y="345095"/>
                  <a:pt x="2162739" y="346466"/>
                  <a:pt x="2164476" y="348112"/>
                </a:cubicBezTo>
                <a:cubicBezTo>
                  <a:pt x="2166122" y="349849"/>
                  <a:pt x="2167402" y="351770"/>
                  <a:pt x="2168408" y="353964"/>
                </a:cubicBezTo>
                <a:cubicBezTo>
                  <a:pt x="2169323" y="356250"/>
                  <a:pt x="2169780" y="358536"/>
                  <a:pt x="2169780" y="360914"/>
                </a:cubicBezTo>
              </a:path>
              <a:path w="4147901" h="1686245">
                <a:moveTo>
                  <a:pt x="2483236" y="386791"/>
                </a:moveTo>
                <a:cubicBezTo>
                  <a:pt x="2483236" y="389169"/>
                  <a:pt x="2482779" y="391546"/>
                  <a:pt x="2481864" y="393741"/>
                </a:cubicBezTo>
                <a:cubicBezTo>
                  <a:pt x="2480950" y="395935"/>
                  <a:pt x="2479670" y="397947"/>
                  <a:pt x="2477933" y="399593"/>
                </a:cubicBezTo>
                <a:cubicBezTo>
                  <a:pt x="2476195" y="401330"/>
                  <a:pt x="2474275" y="402610"/>
                  <a:pt x="2472080" y="403525"/>
                </a:cubicBezTo>
                <a:cubicBezTo>
                  <a:pt x="2469794" y="404439"/>
                  <a:pt x="2467508" y="404896"/>
                  <a:pt x="2465131" y="404896"/>
                </a:cubicBezTo>
                <a:cubicBezTo>
                  <a:pt x="2462662" y="404896"/>
                  <a:pt x="2460376" y="404439"/>
                  <a:pt x="2458182" y="403525"/>
                </a:cubicBezTo>
                <a:cubicBezTo>
                  <a:pt x="2455896" y="402610"/>
                  <a:pt x="2453975" y="401330"/>
                  <a:pt x="2452238" y="399593"/>
                </a:cubicBezTo>
                <a:cubicBezTo>
                  <a:pt x="2450592" y="397947"/>
                  <a:pt x="2449220" y="395935"/>
                  <a:pt x="2448306" y="393741"/>
                </a:cubicBezTo>
                <a:cubicBezTo>
                  <a:pt x="2447392" y="391546"/>
                  <a:pt x="2446934" y="389169"/>
                  <a:pt x="2446934" y="386791"/>
                </a:cubicBezTo>
                <a:cubicBezTo>
                  <a:pt x="2446934" y="384414"/>
                  <a:pt x="2447392" y="382128"/>
                  <a:pt x="2448306" y="379842"/>
                </a:cubicBezTo>
                <a:cubicBezTo>
                  <a:pt x="2449220" y="377647"/>
                  <a:pt x="2450592" y="375727"/>
                  <a:pt x="2452238" y="373990"/>
                </a:cubicBezTo>
                <a:cubicBezTo>
                  <a:pt x="2453975" y="372344"/>
                  <a:pt x="2455896" y="370972"/>
                  <a:pt x="2458182" y="370058"/>
                </a:cubicBezTo>
                <a:cubicBezTo>
                  <a:pt x="2460376" y="369143"/>
                  <a:pt x="2462662" y="368686"/>
                  <a:pt x="2465131" y="368686"/>
                </a:cubicBezTo>
                <a:cubicBezTo>
                  <a:pt x="2467508" y="368686"/>
                  <a:pt x="2469794" y="369143"/>
                  <a:pt x="2472080" y="370058"/>
                </a:cubicBezTo>
                <a:cubicBezTo>
                  <a:pt x="2474275" y="370972"/>
                  <a:pt x="2476195" y="372344"/>
                  <a:pt x="2477933" y="373990"/>
                </a:cubicBezTo>
                <a:cubicBezTo>
                  <a:pt x="2479670" y="375727"/>
                  <a:pt x="2480950" y="377647"/>
                  <a:pt x="2481864" y="379842"/>
                </a:cubicBezTo>
                <a:cubicBezTo>
                  <a:pt x="2482779" y="382128"/>
                  <a:pt x="2483236" y="384414"/>
                  <a:pt x="2483236" y="386791"/>
                </a:cubicBezTo>
              </a:path>
              <a:path w="4147901" h="1686245">
                <a:moveTo>
                  <a:pt x="2773832" y="310713"/>
                </a:moveTo>
                <a:cubicBezTo>
                  <a:pt x="2773832" y="313091"/>
                  <a:pt x="2773375" y="315468"/>
                  <a:pt x="2772461" y="317663"/>
                </a:cubicBezTo>
                <a:cubicBezTo>
                  <a:pt x="2771546" y="319857"/>
                  <a:pt x="2770175" y="321777"/>
                  <a:pt x="2768529" y="323515"/>
                </a:cubicBezTo>
                <a:cubicBezTo>
                  <a:pt x="2766792" y="325252"/>
                  <a:pt x="2764871" y="326532"/>
                  <a:pt x="2762677" y="327447"/>
                </a:cubicBezTo>
                <a:cubicBezTo>
                  <a:pt x="2760391" y="328361"/>
                  <a:pt x="2758105" y="328818"/>
                  <a:pt x="2755727" y="328818"/>
                </a:cubicBezTo>
                <a:cubicBezTo>
                  <a:pt x="2753258" y="328818"/>
                  <a:pt x="2750972" y="328361"/>
                  <a:pt x="2748778" y="327447"/>
                </a:cubicBezTo>
                <a:cubicBezTo>
                  <a:pt x="2746492" y="326532"/>
                  <a:pt x="2744572" y="325252"/>
                  <a:pt x="2742834" y="323515"/>
                </a:cubicBezTo>
                <a:cubicBezTo>
                  <a:pt x="2741188" y="321777"/>
                  <a:pt x="2739817" y="319857"/>
                  <a:pt x="2738902" y="317663"/>
                </a:cubicBezTo>
                <a:cubicBezTo>
                  <a:pt x="2737988" y="315468"/>
                  <a:pt x="2737531" y="313091"/>
                  <a:pt x="2737531" y="310713"/>
                </a:cubicBezTo>
                <a:cubicBezTo>
                  <a:pt x="2737531" y="308336"/>
                  <a:pt x="2737988" y="306050"/>
                  <a:pt x="2738902" y="303764"/>
                </a:cubicBezTo>
                <a:cubicBezTo>
                  <a:pt x="2739817" y="301569"/>
                  <a:pt x="2741188" y="299649"/>
                  <a:pt x="2742834" y="297912"/>
                </a:cubicBezTo>
                <a:cubicBezTo>
                  <a:pt x="2744572" y="296266"/>
                  <a:pt x="2746492" y="294894"/>
                  <a:pt x="2748778" y="293980"/>
                </a:cubicBezTo>
                <a:cubicBezTo>
                  <a:pt x="2750972" y="293065"/>
                  <a:pt x="2753258" y="292608"/>
                  <a:pt x="2755727" y="292608"/>
                </a:cubicBezTo>
                <a:cubicBezTo>
                  <a:pt x="2758105" y="292608"/>
                  <a:pt x="2760391" y="293065"/>
                  <a:pt x="2762677" y="293980"/>
                </a:cubicBezTo>
                <a:cubicBezTo>
                  <a:pt x="2764871" y="294894"/>
                  <a:pt x="2766792" y="296266"/>
                  <a:pt x="2768529" y="297912"/>
                </a:cubicBezTo>
                <a:cubicBezTo>
                  <a:pt x="2770175" y="299649"/>
                  <a:pt x="2771546" y="301569"/>
                  <a:pt x="2772461" y="303764"/>
                </a:cubicBezTo>
                <a:cubicBezTo>
                  <a:pt x="2773375" y="306050"/>
                  <a:pt x="2773832" y="308336"/>
                  <a:pt x="2773832" y="310713"/>
                </a:cubicBezTo>
              </a:path>
              <a:path w="4147901" h="1686245">
                <a:moveTo>
                  <a:pt x="3119018" y="380756"/>
                </a:moveTo>
                <a:cubicBezTo>
                  <a:pt x="3119018" y="383134"/>
                  <a:pt x="3118470" y="385511"/>
                  <a:pt x="3117555" y="387706"/>
                </a:cubicBezTo>
                <a:cubicBezTo>
                  <a:pt x="3116641" y="389900"/>
                  <a:pt x="3115361" y="391912"/>
                  <a:pt x="3113623" y="393558"/>
                </a:cubicBezTo>
                <a:cubicBezTo>
                  <a:pt x="3111978" y="395295"/>
                  <a:pt x="3109966" y="396575"/>
                  <a:pt x="3107771" y="397490"/>
                </a:cubicBezTo>
                <a:cubicBezTo>
                  <a:pt x="3105577" y="398404"/>
                  <a:pt x="3103199" y="398861"/>
                  <a:pt x="3100822" y="398861"/>
                </a:cubicBezTo>
                <a:cubicBezTo>
                  <a:pt x="3098444" y="398861"/>
                  <a:pt x="3096067" y="398404"/>
                  <a:pt x="3093872" y="397490"/>
                </a:cubicBezTo>
                <a:cubicBezTo>
                  <a:pt x="3091678" y="396575"/>
                  <a:pt x="3089666" y="395295"/>
                  <a:pt x="3088020" y="393558"/>
                </a:cubicBezTo>
                <a:cubicBezTo>
                  <a:pt x="3086283" y="391912"/>
                  <a:pt x="3085003" y="389900"/>
                  <a:pt x="3084088" y="387706"/>
                </a:cubicBezTo>
                <a:cubicBezTo>
                  <a:pt x="3083174" y="385511"/>
                  <a:pt x="3082717" y="383134"/>
                  <a:pt x="3082717" y="380756"/>
                </a:cubicBezTo>
                <a:cubicBezTo>
                  <a:pt x="3082717" y="378379"/>
                  <a:pt x="3083174" y="376093"/>
                  <a:pt x="3084088" y="373807"/>
                </a:cubicBezTo>
                <a:cubicBezTo>
                  <a:pt x="3085003" y="371612"/>
                  <a:pt x="3086283" y="369692"/>
                  <a:pt x="3088020" y="367955"/>
                </a:cubicBezTo>
                <a:cubicBezTo>
                  <a:pt x="3089666" y="366309"/>
                  <a:pt x="3091678" y="364937"/>
                  <a:pt x="3093872" y="364023"/>
                </a:cubicBezTo>
                <a:cubicBezTo>
                  <a:pt x="3096067" y="363108"/>
                  <a:pt x="3098444" y="362651"/>
                  <a:pt x="3100822" y="362651"/>
                </a:cubicBezTo>
                <a:cubicBezTo>
                  <a:pt x="3103199" y="362651"/>
                  <a:pt x="3105577" y="363108"/>
                  <a:pt x="3107771" y="364023"/>
                </a:cubicBezTo>
                <a:cubicBezTo>
                  <a:pt x="3109966" y="364937"/>
                  <a:pt x="3111978" y="366309"/>
                  <a:pt x="3113623" y="367955"/>
                </a:cubicBezTo>
                <a:cubicBezTo>
                  <a:pt x="3115361" y="369692"/>
                  <a:pt x="3116641" y="371612"/>
                  <a:pt x="3117555" y="373807"/>
                </a:cubicBezTo>
                <a:cubicBezTo>
                  <a:pt x="3118470" y="376093"/>
                  <a:pt x="3119018" y="378379"/>
                  <a:pt x="3119018" y="380756"/>
                </a:cubicBezTo>
              </a:path>
              <a:path w="4147901" h="1686245">
                <a:moveTo>
                  <a:pt x="3465210" y="311628"/>
                </a:moveTo>
                <a:cubicBezTo>
                  <a:pt x="3465210" y="314096"/>
                  <a:pt x="3464753" y="316382"/>
                  <a:pt x="3463839" y="318577"/>
                </a:cubicBezTo>
                <a:cubicBezTo>
                  <a:pt x="3462924" y="320772"/>
                  <a:pt x="3461553" y="322783"/>
                  <a:pt x="3459907" y="324429"/>
                </a:cubicBezTo>
                <a:cubicBezTo>
                  <a:pt x="3458169" y="326166"/>
                  <a:pt x="3456249" y="327447"/>
                  <a:pt x="3453963" y="328361"/>
                </a:cubicBezTo>
                <a:cubicBezTo>
                  <a:pt x="3451769" y="329275"/>
                  <a:pt x="3449483" y="329733"/>
                  <a:pt x="3447014" y="329733"/>
                </a:cubicBezTo>
                <a:cubicBezTo>
                  <a:pt x="3444636" y="329733"/>
                  <a:pt x="3442350" y="329275"/>
                  <a:pt x="3440064" y="328361"/>
                </a:cubicBezTo>
                <a:cubicBezTo>
                  <a:pt x="3437870" y="327447"/>
                  <a:pt x="3435949" y="326166"/>
                  <a:pt x="3434212" y="324429"/>
                </a:cubicBezTo>
                <a:cubicBezTo>
                  <a:pt x="3432475" y="322783"/>
                  <a:pt x="3431195" y="320772"/>
                  <a:pt x="3430280" y="318577"/>
                </a:cubicBezTo>
                <a:cubicBezTo>
                  <a:pt x="3429366" y="316382"/>
                  <a:pt x="3428909" y="314096"/>
                  <a:pt x="3428909" y="311628"/>
                </a:cubicBezTo>
                <a:cubicBezTo>
                  <a:pt x="3428909" y="309250"/>
                  <a:pt x="3429366" y="306964"/>
                  <a:pt x="3430280" y="304770"/>
                </a:cubicBezTo>
                <a:cubicBezTo>
                  <a:pt x="3431195" y="302484"/>
                  <a:pt x="3432475" y="300563"/>
                  <a:pt x="3434212" y="298826"/>
                </a:cubicBezTo>
                <a:cubicBezTo>
                  <a:pt x="3435949" y="297180"/>
                  <a:pt x="3437870" y="295808"/>
                  <a:pt x="3440064" y="294894"/>
                </a:cubicBezTo>
                <a:cubicBezTo>
                  <a:pt x="3442350" y="293980"/>
                  <a:pt x="3444636" y="293522"/>
                  <a:pt x="3447014" y="293522"/>
                </a:cubicBezTo>
                <a:cubicBezTo>
                  <a:pt x="3449483" y="293522"/>
                  <a:pt x="3451769" y="293980"/>
                  <a:pt x="3453963" y="294894"/>
                </a:cubicBezTo>
                <a:cubicBezTo>
                  <a:pt x="3456249" y="295808"/>
                  <a:pt x="3458169" y="297180"/>
                  <a:pt x="3459907" y="298826"/>
                </a:cubicBezTo>
                <a:cubicBezTo>
                  <a:pt x="3461553" y="300563"/>
                  <a:pt x="3462924" y="302484"/>
                  <a:pt x="3463839" y="304770"/>
                </a:cubicBezTo>
                <a:cubicBezTo>
                  <a:pt x="3464753" y="306964"/>
                  <a:pt x="3465210" y="309250"/>
                  <a:pt x="3465210" y="311628"/>
                </a:cubicBezTo>
              </a:path>
              <a:path w="4147901" h="1686245">
                <a:moveTo>
                  <a:pt x="3750503" y="309616"/>
                </a:moveTo>
                <a:cubicBezTo>
                  <a:pt x="3750503" y="311993"/>
                  <a:pt x="3750046" y="314279"/>
                  <a:pt x="3749040" y="316474"/>
                </a:cubicBezTo>
                <a:cubicBezTo>
                  <a:pt x="3748126" y="318760"/>
                  <a:pt x="3746845" y="320680"/>
                  <a:pt x="3745200" y="322417"/>
                </a:cubicBezTo>
                <a:cubicBezTo>
                  <a:pt x="3743462" y="324063"/>
                  <a:pt x="3741450" y="325344"/>
                  <a:pt x="3739256" y="326258"/>
                </a:cubicBezTo>
                <a:cubicBezTo>
                  <a:pt x="3737061" y="327264"/>
                  <a:pt x="3734775" y="327721"/>
                  <a:pt x="3732306" y="327721"/>
                </a:cubicBezTo>
                <a:cubicBezTo>
                  <a:pt x="3729929" y="327721"/>
                  <a:pt x="3727643" y="327264"/>
                  <a:pt x="3725357" y="326258"/>
                </a:cubicBezTo>
                <a:cubicBezTo>
                  <a:pt x="3723162" y="325344"/>
                  <a:pt x="3721242" y="324063"/>
                  <a:pt x="3719505" y="322417"/>
                </a:cubicBezTo>
                <a:cubicBezTo>
                  <a:pt x="3717768" y="320680"/>
                  <a:pt x="3716487" y="318760"/>
                  <a:pt x="3715573" y="316474"/>
                </a:cubicBezTo>
                <a:cubicBezTo>
                  <a:pt x="3714659" y="314279"/>
                  <a:pt x="3714201" y="311993"/>
                  <a:pt x="3714201" y="309616"/>
                </a:cubicBezTo>
                <a:cubicBezTo>
                  <a:pt x="3714201" y="307147"/>
                  <a:pt x="3714659" y="304861"/>
                  <a:pt x="3715573" y="302666"/>
                </a:cubicBezTo>
                <a:cubicBezTo>
                  <a:pt x="3716487" y="300472"/>
                  <a:pt x="3717768" y="298460"/>
                  <a:pt x="3719505" y="296814"/>
                </a:cubicBezTo>
                <a:cubicBezTo>
                  <a:pt x="3721242" y="295077"/>
                  <a:pt x="3723162" y="293797"/>
                  <a:pt x="3725357" y="292882"/>
                </a:cubicBezTo>
                <a:cubicBezTo>
                  <a:pt x="3727643" y="291968"/>
                  <a:pt x="3729929" y="291511"/>
                  <a:pt x="3732306" y="291511"/>
                </a:cubicBezTo>
                <a:cubicBezTo>
                  <a:pt x="3734775" y="291511"/>
                  <a:pt x="3737061" y="291968"/>
                  <a:pt x="3739256" y="292882"/>
                </a:cubicBezTo>
                <a:cubicBezTo>
                  <a:pt x="3741450" y="293797"/>
                  <a:pt x="3743462" y="295077"/>
                  <a:pt x="3745200" y="296814"/>
                </a:cubicBezTo>
                <a:cubicBezTo>
                  <a:pt x="3746845" y="298460"/>
                  <a:pt x="3748126" y="300472"/>
                  <a:pt x="3749040" y="302666"/>
                </a:cubicBezTo>
                <a:cubicBezTo>
                  <a:pt x="3750046" y="304861"/>
                  <a:pt x="3750503" y="307147"/>
                  <a:pt x="3750503" y="309616"/>
                </a:cubicBezTo>
              </a:path>
              <a:path w="4147901" h="1686245">
                <a:moveTo>
                  <a:pt x="4073561" y="369418"/>
                </a:moveTo>
                <a:cubicBezTo>
                  <a:pt x="4073561" y="371795"/>
                  <a:pt x="4073103" y="374081"/>
                  <a:pt x="4072189" y="376276"/>
                </a:cubicBezTo>
                <a:cubicBezTo>
                  <a:pt x="4071275" y="378562"/>
                  <a:pt x="4069994" y="380482"/>
                  <a:pt x="4068257" y="382219"/>
                </a:cubicBezTo>
                <a:cubicBezTo>
                  <a:pt x="4066520" y="383865"/>
                  <a:pt x="4064599" y="385145"/>
                  <a:pt x="4062405" y="386060"/>
                </a:cubicBezTo>
                <a:cubicBezTo>
                  <a:pt x="4060119" y="386974"/>
                  <a:pt x="4057833" y="387431"/>
                  <a:pt x="4055455" y="387431"/>
                </a:cubicBezTo>
                <a:cubicBezTo>
                  <a:pt x="4052987" y="387431"/>
                  <a:pt x="4050701" y="386974"/>
                  <a:pt x="4048506" y="386060"/>
                </a:cubicBezTo>
                <a:cubicBezTo>
                  <a:pt x="4046220" y="385145"/>
                  <a:pt x="4044300" y="383865"/>
                  <a:pt x="4042562" y="382219"/>
                </a:cubicBezTo>
                <a:cubicBezTo>
                  <a:pt x="4040916" y="380482"/>
                  <a:pt x="4039545" y="378562"/>
                  <a:pt x="4038630" y="376276"/>
                </a:cubicBezTo>
                <a:cubicBezTo>
                  <a:pt x="4037716" y="374081"/>
                  <a:pt x="4037259" y="371795"/>
                  <a:pt x="4037259" y="369418"/>
                </a:cubicBezTo>
                <a:cubicBezTo>
                  <a:pt x="4037259" y="366949"/>
                  <a:pt x="4037716" y="364663"/>
                  <a:pt x="4038630" y="362468"/>
                </a:cubicBezTo>
                <a:cubicBezTo>
                  <a:pt x="4039545" y="360274"/>
                  <a:pt x="4040916" y="358262"/>
                  <a:pt x="4042562" y="356616"/>
                </a:cubicBezTo>
                <a:cubicBezTo>
                  <a:pt x="4044300" y="354879"/>
                  <a:pt x="4046220" y="353598"/>
                  <a:pt x="4048506" y="352684"/>
                </a:cubicBezTo>
                <a:cubicBezTo>
                  <a:pt x="4050701" y="351770"/>
                  <a:pt x="4052987" y="351312"/>
                  <a:pt x="4055455" y="351312"/>
                </a:cubicBezTo>
                <a:cubicBezTo>
                  <a:pt x="4057833" y="351312"/>
                  <a:pt x="4060119" y="351770"/>
                  <a:pt x="4062405" y="352684"/>
                </a:cubicBezTo>
                <a:cubicBezTo>
                  <a:pt x="4064599" y="353598"/>
                  <a:pt x="4066520" y="354879"/>
                  <a:pt x="4068257" y="356616"/>
                </a:cubicBezTo>
                <a:cubicBezTo>
                  <a:pt x="4069994" y="358262"/>
                  <a:pt x="4071275" y="360274"/>
                  <a:pt x="4072189" y="362468"/>
                </a:cubicBezTo>
                <a:cubicBezTo>
                  <a:pt x="4073103" y="364663"/>
                  <a:pt x="4073561" y="366949"/>
                  <a:pt x="4073561" y="369418"/>
                </a:cubicBezTo>
              </a:path>
              <a:path w="4147901" h="1686245">
                <a:moveTo>
                  <a:pt x="39868" y="139080"/>
                </a:moveTo>
                <a:cubicBezTo>
                  <a:pt x="39868" y="141458"/>
                  <a:pt x="39411" y="143744"/>
                  <a:pt x="38496" y="145938"/>
                </a:cubicBezTo>
                <a:cubicBezTo>
                  <a:pt x="37582" y="148224"/>
                  <a:pt x="36302" y="150144"/>
                  <a:pt x="34564" y="151790"/>
                </a:cubicBezTo>
                <a:cubicBezTo>
                  <a:pt x="32918" y="153528"/>
                  <a:pt x="30907" y="154808"/>
                  <a:pt x="28712" y="155722"/>
                </a:cubicBezTo>
                <a:cubicBezTo>
                  <a:pt x="26518" y="156637"/>
                  <a:pt x="24140" y="157094"/>
                  <a:pt x="21763" y="157094"/>
                </a:cubicBezTo>
                <a:cubicBezTo>
                  <a:pt x="19385" y="157094"/>
                  <a:pt x="17008" y="156637"/>
                  <a:pt x="14813" y="155722"/>
                </a:cubicBezTo>
                <a:cubicBezTo>
                  <a:pt x="12619" y="154808"/>
                  <a:pt x="10607" y="153528"/>
                  <a:pt x="8961" y="151790"/>
                </a:cubicBezTo>
                <a:cubicBezTo>
                  <a:pt x="7224" y="150144"/>
                  <a:pt x="5944" y="148224"/>
                  <a:pt x="5029" y="145938"/>
                </a:cubicBezTo>
                <a:cubicBezTo>
                  <a:pt x="4115" y="143744"/>
                  <a:pt x="3658" y="141458"/>
                  <a:pt x="3658" y="139080"/>
                </a:cubicBezTo>
                <a:cubicBezTo>
                  <a:pt x="3658" y="136611"/>
                  <a:pt x="4115" y="134325"/>
                  <a:pt x="5029" y="132131"/>
                </a:cubicBezTo>
                <a:cubicBezTo>
                  <a:pt x="5944" y="129845"/>
                  <a:pt x="7224" y="127925"/>
                  <a:pt x="8961" y="126279"/>
                </a:cubicBezTo>
                <a:cubicBezTo>
                  <a:pt x="10607" y="124541"/>
                  <a:pt x="12619" y="123261"/>
                  <a:pt x="14813" y="122347"/>
                </a:cubicBezTo>
                <a:cubicBezTo>
                  <a:pt x="17008" y="121432"/>
                  <a:pt x="19385" y="120975"/>
                  <a:pt x="21763" y="120975"/>
                </a:cubicBezTo>
                <a:cubicBezTo>
                  <a:pt x="24140" y="120975"/>
                  <a:pt x="26518" y="121432"/>
                  <a:pt x="28712" y="122347"/>
                </a:cubicBezTo>
                <a:cubicBezTo>
                  <a:pt x="30907" y="123261"/>
                  <a:pt x="32918" y="124541"/>
                  <a:pt x="34564" y="126279"/>
                </a:cubicBezTo>
                <a:cubicBezTo>
                  <a:pt x="36302" y="127925"/>
                  <a:pt x="37582" y="129845"/>
                  <a:pt x="38496" y="132131"/>
                </a:cubicBezTo>
                <a:cubicBezTo>
                  <a:pt x="39411" y="134325"/>
                  <a:pt x="39868" y="136611"/>
                  <a:pt x="39868" y="139080"/>
                </a:cubicBezTo>
              </a:path>
              <a:path w="4147901" h="1686245">
                <a:moveTo>
                  <a:pt x="337505" y="113568"/>
                </a:moveTo>
                <a:cubicBezTo>
                  <a:pt x="337505" y="115946"/>
                  <a:pt x="337048" y="118232"/>
                  <a:pt x="336133" y="120518"/>
                </a:cubicBezTo>
                <a:cubicBezTo>
                  <a:pt x="335219" y="122712"/>
                  <a:pt x="333939" y="124633"/>
                  <a:pt x="332202" y="126370"/>
                </a:cubicBezTo>
                <a:cubicBezTo>
                  <a:pt x="330556" y="128016"/>
                  <a:pt x="328544" y="129388"/>
                  <a:pt x="326349" y="130302"/>
                </a:cubicBezTo>
                <a:cubicBezTo>
                  <a:pt x="324155" y="131216"/>
                  <a:pt x="321777" y="131674"/>
                  <a:pt x="319400" y="131674"/>
                </a:cubicBezTo>
                <a:cubicBezTo>
                  <a:pt x="317022" y="131674"/>
                  <a:pt x="314645" y="131216"/>
                  <a:pt x="312450" y="130302"/>
                </a:cubicBezTo>
                <a:cubicBezTo>
                  <a:pt x="310256" y="129388"/>
                  <a:pt x="308244" y="128016"/>
                  <a:pt x="306598" y="126370"/>
                </a:cubicBezTo>
                <a:cubicBezTo>
                  <a:pt x="304861" y="124633"/>
                  <a:pt x="303581" y="122712"/>
                  <a:pt x="302666" y="120518"/>
                </a:cubicBezTo>
                <a:cubicBezTo>
                  <a:pt x="301752" y="118232"/>
                  <a:pt x="301295" y="115946"/>
                  <a:pt x="301295" y="113568"/>
                </a:cubicBezTo>
                <a:cubicBezTo>
                  <a:pt x="301295" y="111191"/>
                  <a:pt x="301752" y="108814"/>
                  <a:pt x="302666" y="106619"/>
                </a:cubicBezTo>
                <a:cubicBezTo>
                  <a:pt x="303581" y="104424"/>
                  <a:pt x="304861" y="102504"/>
                  <a:pt x="306598" y="100767"/>
                </a:cubicBezTo>
                <a:cubicBezTo>
                  <a:pt x="308244" y="99030"/>
                  <a:pt x="310256" y="97749"/>
                  <a:pt x="312450" y="96835"/>
                </a:cubicBezTo>
                <a:cubicBezTo>
                  <a:pt x="314645" y="95921"/>
                  <a:pt x="317022" y="95463"/>
                  <a:pt x="319400" y="95463"/>
                </a:cubicBezTo>
                <a:cubicBezTo>
                  <a:pt x="321777" y="95463"/>
                  <a:pt x="324155" y="95921"/>
                  <a:pt x="326349" y="96835"/>
                </a:cubicBezTo>
                <a:cubicBezTo>
                  <a:pt x="328544" y="97749"/>
                  <a:pt x="330556" y="99030"/>
                  <a:pt x="332202" y="100767"/>
                </a:cubicBezTo>
                <a:cubicBezTo>
                  <a:pt x="333939" y="102504"/>
                  <a:pt x="335219" y="104424"/>
                  <a:pt x="336133" y="106619"/>
                </a:cubicBezTo>
                <a:cubicBezTo>
                  <a:pt x="337048" y="108814"/>
                  <a:pt x="337505" y="111191"/>
                  <a:pt x="337505" y="113568"/>
                </a:cubicBezTo>
              </a:path>
              <a:path w="4147901" h="1686245">
                <a:moveTo>
                  <a:pt x="580370" y="18105"/>
                </a:moveTo>
                <a:cubicBezTo>
                  <a:pt x="580370" y="20483"/>
                  <a:pt x="579912" y="22769"/>
                  <a:pt x="578998" y="25055"/>
                </a:cubicBezTo>
                <a:cubicBezTo>
                  <a:pt x="578084" y="27249"/>
                  <a:pt x="576712" y="29169"/>
                  <a:pt x="575066" y="30907"/>
                </a:cubicBezTo>
                <a:cubicBezTo>
                  <a:pt x="573329" y="32553"/>
                  <a:pt x="571409" y="33924"/>
                  <a:pt x="569123" y="34839"/>
                </a:cubicBezTo>
                <a:cubicBezTo>
                  <a:pt x="566928" y="35753"/>
                  <a:pt x="564642" y="36210"/>
                  <a:pt x="562265" y="36210"/>
                </a:cubicBezTo>
                <a:cubicBezTo>
                  <a:pt x="559796" y="36210"/>
                  <a:pt x="557510" y="35753"/>
                  <a:pt x="555315" y="34839"/>
                </a:cubicBezTo>
                <a:cubicBezTo>
                  <a:pt x="553029" y="33924"/>
                  <a:pt x="551109" y="32553"/>
                  <a:pt x="549372" y="30907"/>
                </a:cubicBezTo>
                <a:cubicBezTo>
                  <a:pt x="547726" y="29169"/>
                  <a:pt x="546354" y="27249"/>
                  <a:pt x="545440" y="25055"/>
                </a:cubicBezTo>
                <a:cubicBezTo>
                  <a:pt x="544525" y="22769"/>
                  <a:pt x="544068" y="20483"/>
                  <a:pt x="544068" y="18105"/>
                </a:cubicBezTo>
                <a:cubicBezTo>
                  <a:pt x="544068" y="15728"/>
                  <a:pt x="544525" y="13350"/>
                  <a:pt x="545440" y="11156"/>
                </a:cubicBezTo>
                <a:cubicBezTo>
                  <a:pt x="546354" y="8961"/>
                  <a:pt x="547726" y="7041"/>
                  <a:pt x="549372" y="5304"/>
                </a:cubicBezTo>
                <a:cubicBezTo>
                  <a:pt x="551109" y="3566"/>
                  <a:pt x="553029" y="2286"/>
                  <a:pt x="555315" y="1372"/>
                </a:cubicBezTo>
                <a:cubicBezTo>
                  <a:pt x="557510" y="457"/>
                  <a:pt x="559796" y="0"/>
                  <a:pt x="562265" y="0"/>
                </a:cubicBezTo>
                <a:cubicBezTo>
                  <a:pt x="564642" y="0"/>
                  <a:pt x="566928" y="457"/>
                  <a:pt x="569123" y="1372"/>
                </a:cubicBezTo>
                <a:cubicBezTo>
                  <a:pt x="571409" y="2286"/>
                  <a:pt x="573329" y="3566"/>
                  <a:pt x="575066" y="5304"/>
                </a:cubicBezTo>
                <a:cubicBezTo>
                  <a:pt x="576712" y="7041"/>
                  <a:pt x="578084" y="8961"/>
                  <a:pt x="578998" y="11156"/>
                </a:cubicBezTo>
                <a:cubicBezTo>
                  <a:pt x="579912" y="13350"/>
                  <a:pt x="580370" y="15728"/>
                  <a:pt x="580370" y="18105"/>
                </a:cubicBezTo>
              </a:path>
              <a:path w="4147901" h="1686245">
                <a:moveTo>
                  <a:pt x="917052" y="68489"/>
                </a:moveTo>
                <a:cubicBezTo>
                  <a:pt x="917052" y="70957"/>
                  <a:pt x="916595" y="73243"/>
                  <a:pt x="915680" y="75438"/>
                </a:cubicBezTo>
                <a:cubicBezTo>
                  <a:pt x="914766" y="77633"/>
                  <a:pt x="913394" y="79644"/>
                  <a:pt x="911748" y="81290"/>
                </a:cubicBezTo>
                <a:cubicBezTo>
                  <a:pt x="910011" y="83028"/>
                  <a:pt x="908091" y="84308"/>
                  <a:pt x="905805" y="85222"/>
                </a:cubicBezTo>
                <a:cubicBezTo>
                  <a:pt x="903610" y="86136"/>
                  <a:pt x="901324" y="86594"/>
                  <a:pt x="898855" y="86594"/>
                </a:cubicBezTo>
                <a:cubicBezTo>
                  <a:pt x="896478" y="86594"/>
                  <a:pt x="894192" y="86136"/>
                  <a:pt x="891997" y="85222"/>
                </a:cubicBezTo>
                <a:cubicBezTo>
                  <a:pt x="889711" y="84308"/>
                  <a:pt x="887791" y="83028"/>
                  <a:pt x="886054" y="81290"/>
                </a:cubicBezTo>
                <a:cubicBezTo>
                  <a:pt x="884408" y="79644"/>
                  <a:pt x="883036" y="77633"/>
                  <a:pt x="882122" y="75438"/>
                </a:cubicBezTo>
                <a:cubicBezTo>
                  <a:pt x="881207" y="73243"/>
                  <a:pt x="880750" y="70957"/>
                  <a:pt x="880750" y="68489"/>
                </a:cubicBezTo>
                <a:cubicBezTo>
                  <a:pt x="880750" y="66111"/>
                  <a:pt x="881207" y="63825"/>
                  <a:pt x="882122" y="61631"/>
                </a:cubicBezTo>
                <a:cubicBezTo>
                  <a:pt x="883036" y="59345"/>
                  <a:pt x="884408" y="57424"/>
                  <a:pt x="886054" y="55687"/>
                </a:cubicBezTo>
                <a:cubicBezTo>
                  <a:pt x="887791" y="54041"/>
                  <a:pt x="889711" y="52669"/>
                  <a:pt x="891997" y="51755"/>
                </a:cubicBezTo>
                <a:cubicBezTo>
                  <a:pt x="894192" y="50841"/>
                  <a:pt x="896478" y="50383"/>
                  <a:pt x="898855" y="50383"/>
                </a:cubicBezTo>
                <a:cubicBezTo>
                  <a:pt x="901324" y="50383"/>
                  <a:pt x="903610" y="50841"/>
                  <a:pt x="905805" y="51755"/>
                </a:cubicBezTo>
                <a:cubicBezTo>
                  <a:pt x="908091" y="52669"/>
                  <a:pt x="910011" y="54041"/>
                  <a:pt x="911748" y="55687"/>
                </a:cubicBezTo>
                <a:cubicBezTo>
                  <a:pt x="913394" y="57424"/>
                  <a:pt x="914766" y="59345"/>
                  <a:pt x="915680" y="61631"/>
                </a:cubicBezTo>
                <a:cubicBezTo>
                  <a:pt x="916595" y="63825"/>
                  <a:pt x="917052" y="66111"/>
                  <a:pt x="917052" y="68489"/>
                </a:cubicBezTo>
              </a:path>
              <a:path w="4147901" h="1686245">
                <a:moveTo>
                  <a:pt x="1313444" y="55687"/>
                </a:moveTo>
                <a:cubicBezTo>
                  <a:pt x="1313444" y="58064"/>
                  <a:pt x="1312987" y="60442"/>
                  <a:pt x="1312073" y="62636"/>
                </a:cubicBezTo>
                <a:cubicBezTo>
                  <a:pt x="1311158" y="64831"/>
                  <a:pt x="1309878" y="66843"/>
                  <a:pt x="1308141" y="68489"/>
                </a:cubicBezTo>
                <a:cubicBezTo>
                  <a:pt x="1306403" y="70226"/>
                  <a:pt x="1304483" y="71506"/>
                  <a:pt x="1302288" y="72420"/>
                </a:cubicBezTo>
                <a:cubicBezTo>
                  <a:pt x="1300002" y="73335"/>
                  <a:pt x="1297716" y="73792"/>
                  <a:pt x="1295339" y="73792"/>
                </a:cubicBezTo>
                <a:cubicBezTo>
                  <a:pt x="1292870" y="73792"/>
                  <a:pt x="1290584" y="73335"/>
                  <a:pt x="1288390" y="72420"/>
                </a:cubicBezTo>
                <a:cubicBezTo>
                  <a:pt x="1286104" y="71506"/>
                  <a:pt x="1284183" y="70226"/>
                  <a:pt x="1282446" y="68489"/>
                </a:cubicBezTo>
                <a:cubicBezTo>
                  <a:pt x="1280800" y="66843"/>
                  <a:pt x="1279428" y="64831"/>
                  <a:pt x="1278514" y="62636"/>
                </a:cubicBezTo>
                <a:cubicBezTo>
                  <a:pt x="1277600" y="60442"/>
                  <a:pt x="1277142" y="58064"/>
                  <a:pt x="1277142" y="55687"/>
                </a:cubicBezTo>
                <a:cubicBezTo>
                  <a:pt x="1277142" y="53310"/>
                  <a:pt x="1277600" y="51024"/>
                  <a:pt x="1278514" y="48738"/>
                </a:cubicBezTo>
                <a:cubicBezTo>
                  <a:pt x="1279428" y="46543"/>
                  <a:pt x="1280800" y="44623"/>
                  <a:pt x="1282446" y="42885"/>
                </a:cubicBezTo>
                <a:cubicBezTo>
                  <a:pt x="1284183" y="41239"/>
                  <a:pt x="1286104" y="39868"/>
                  <a:pt x="1288390" y="38953"/>
                </a:cubicBezTo>
                <a:cubicBezTo>
                  <a:pt x="1290584" y="38039"/>
                  <a:pt x="1292870" y="37582"/>
                  <a:pt x="1295339" y="37582"/>
                </a:cubicBezTo>
                <a:cubicBezTo>
                  <a:pt x="1297716" y="37582"/>
                  <a:pt x="1300002" y="38039"/>
                  <a:pt x="1302288" y="38953"/>
                </a:cubicBezTo>
                <a:cubicBezTo>
                  <a:pt x="1304483" y="39868"/>
                  <a:pt x="1306403" y="41239"/>
                  <a:pt x="1308141" y="42885"/>
                </a:cubicBezTo>
                <a:cubicBezTo>
                  <a:pt x="1309878" y="44623"/>
                  <a:pt x="1311158" y="46543"/>
                  <a:pt x="1312073" y="48738"/>
                </a:cubicBezTo>
                <a:cubicBezTo>
                  <a:pt x="1312987" y="51024"/>
                  <a:pt x="1313444" y="53310"/>
                  <a:pt x="1313444" y="55687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8" name="Forma 56"/>
          <p:cNvSpPr/>
          <p:nvPr/>
        </p:nvSpPr>
        <p:spPr>
          <a:xfrm>
            <a:off x="5987217" y="1786098"/>
            <a:ext cx="91349" cy="91166"/>
          </a:xfrm>
          <a:custGeom>
            <a:avLst/>
            <a:gdLst/>
            <a:ahLst/>
            <a:cxnLst/>
            <a:rect l="l" t="t" r="r" b="b"/>
            <a:pathLst>
              <a:path w="91349" h="91166">
                <a:moveTo>
                  <a:pt x="91349" y="45629"/>
                </a:moveTo>
                <a:cubicBezTo>
                  <a:pt x="91349" y="51664"/>
                  <a:pt x="90251" y="57424"/>
                  <a:pt x="87874" y="63002"/>
                </a:cubicBezTo>
                <a:cubicBezTo>
                  <a:pt x="85588" y="68580"/>
                  <a:pt x="82296" y="73518"/>
                  <a:pt x="77998" y="77815"/>
                </a:cubicBezTo>
                <a:cubicBezTo>
                  <a:pt x="73701" y="82113"/>
                  <a:pt x="68763" y="85405"/>
                  <a:pt x="63185" y="87691"/>
                </a:cubicBezTo>
                <a:cubicBezTo>
                  <a:pt x="57607" y="89977"/>
                  <a:pt x="51755" y="91166"/>
                  <a:pt x="45720" y="91166"/>
                </a:cubicBezTo>
                <a:cubicBezTo>
                  <a:pt x="39594" y="91166"/>
                  <a:pt x="33833" y="89977"/>
                  <a:pt x="28164" y="87691"/>
                </a:cubicBezTo>
                <a:cubicBezTo>
                  <a:pt x="22586" y="85405"/>
                  <a:pt x="17648" y="82113"/>
                  <a:pt x="13350" y="77815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664"/>
                  <a:pt x="0" y="45629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833" y="1189"/>
                  <a:pt x="39594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763" y="5761"/>
                  <a:pt x="73701" y="9053"/>
                  <a:pt x="77998" y="13350"/>
                </a:cubicBezTo>
                <a:cubicBezTo>
                  <a:pt x="82296" y="17648"/>
                  <a:pt x="85588" y="22586"/>
                  <a:pt x="87874" y="28164"/>
                </a:cubicBezTo>
                <a:cubicBezTo>
                  <a:pt x="90251" y="33741"/>
                  <a:pt x="91349" y="39502"/>
                  <a:pt x="91349" y="45629"/>
                </a:cubicBezTo>
              </a:path>
            </a:pathLst>
          </a:custGeom>
          <a:solidFill>
            <a:srgbClr val="C64B35"/>
          </a:solidFill>
          <a:ln w="15443">
            <a:solidFill>
              <a:srgbClr val="F2EFE6"/>
            </a:solidFill>
            <a:prstDash val="solid"/>
          </a:ln>
        </p:spPr>
      </p:sp>
      <p:sp>
        <p:nvSpPr>
          <p:cNvPr id="9" name="Forma 57"/>
          <p:cNvSpPr/>
          <p:nvPr/>
        </p:nvSpPr>
        <p:spPr>
          <a:xfrm>
            <a:off x="4489064" y="1437894"/>
            <a:ext cx="4075206" cy="449245"/>
          </a:xfrm>
          <a:custGeom>
            <a:avLst/>
            <a:gdLst/>
            <a:ahLst/>
            <a:cxnLst/>
            <a:rect l="l" t="t" r="r" b="b"/>
            <a:pathLst>
              <a:path w="4075206" h="449245">
                <a:moveTo>
                  <a:pt x="1908078" y="352593"/>
                </a:moveTo>
                <a:cubicBezTo>
                  <a:pt x="1908078" y="354970"/>
                  <a:pt x="1907621" y="357256"/>
                  <a:pt x="1906707" y="359451"/>
                </a:cubicBezTo>
                <a:cubicBezTo>
                  <a:pt x="1905792" y="361737"/>
                  <a:pt x="1904512" y="363657"/>
                  <a:pt x="1902775" y="365303"/>
                </a:cubicBezTo>
                <a:cubicBezTo>
                  <a:pt x="1901129" y="367040"/>
                  <a:pt x="1899117" y="368320"/>
                  <a:pt x="1896923" y="369235"/>
                </a:cubicBezTo>
                <a:cubicBezTo>
                  <a:pt x="1894728" y="370149"/>
                  <a:pt x="1892351" y="370606"/>
                  <a:pt x="1889973" y="370606"/>
                </a:cubicBezTo>
                <a:cubicBezTo>
                  <a:pt x="1887596" y="370606"/>
                  <a:pt x="1885218" y="370149"/>
                  <a:pt x="1883024" y="369235"/>
                </a:cubicBezTo>
                <a:cubicBezTo>
                  <a:pt x="1880829" y="368320"/>
                  <a:pt x="1878818" y="367040"/>
                  <a:pt x="1877172" y="365303"/>
                </a:cubicBezTo>
                <a:cubicBezTo>
                  <a:pt x="1875434" y="363657"/>
                  <a:pt x="1874154" y="361737"/>
                  <a:pt x="1873240" y="359451"/>
                </a:cubicBezTo>
                <a:cubicBezTo>
                  <a:pt x="1872325" y="357256"/>
                  <a:pt x="1871868" y="354970"/>
                  <a:pt x="1871868" y="352593"/>
                </a:cubicBezTo>
                <a:cubicBezTo>
                  <a:pt x="1871868" y="350124"/>
                  <a:pt x="1872325" y="347838"/>
                  <a:pt x="1873240" y="345643"/>
                </a:cubicBezTo>
                <a:cubicBezTo>
                  <a:pt x="1874154" y="343449"/>
                  <a:pt x="1875434" y="341437"/>
                  <a:pt x="1877172" y="339791"/>
                </a:cubicBezTo>
                <a:cubicBezTo>
                  <a:pt x="1878818" y="338054"/>
                  <a:pt x="1880829" y="336774"/>
                  <a:pt x="1883024" y="335859"/>
                </a:cubicBezTo>
                <a:cubicBezTo>
                  <a:pt x="1885218" y="334945"/>
                  <a:pt x="1887596" y="334488"/>
                  <a:pt x="1889973" y="334488"/>
                </a:cubicBezTo>
                <a:cubicBezTo>
                  <a:pt x="1892351" y="334488"/>
                  <a:pt x="1894728" y="334945"/>
                  <a:pt x="1896923" y="335859"/>
                </a:cubicBezTo>
                <a:cubicBezTo>
                  <a:pt x="1899117" y="336774"/>
                  <a:pt x="1901129" y="338054"/>
                  <a:pt x="1902775" y="339791"/>
                </a:cubicBezTo>
                <a:cubicBezTo>
                  <a:pt x="1904512" y="341437"/>
                  <a:pt x="1905792" y="343449"/>
                  <a:pt x="1906707" y="345643"/>
                </a:cubicBezTo>
                <a:cubicBezTo>
                  <a:pt x="1907621" y="347838"/>
                  <a:pt x="1908078" y="350124"/>
                  <a:pt x="1908078" y="352593"/>
                </a:cubicBezTo>
              </a:path>
              <a:path w="4075206" h="449245">
                <a:moveTo>
                  <a:pt x="2148840" y="387248"/>
                </a:moveTo>
                <a:cubicBezTo>
                  <a:pt x="2148840" y="389717"/>
                  <a:pt x="2148383" y="392003"/>
                  <a:pt x="2147468" y="394198"/>
                </a:cubicBezTo>
                <a:cubicBezTo>
                  <a:pt x="2146554" y="396392"/>
                  <a:pt x="2145274" y="398404"/>
                  <a:pt x="2143536" y="400050"/>
                </a:cubicBezTo>
                <a:cubicBezTo>
                  <a:pt x="2141799" y="401787"/>
                  <a:pt x="2139879" y="403068"/>
                  <a:pt x="2137684" y="403982"/>
                </a:cubicBezTo>
                <a:cubicBezTo>
                  <a:pt x="2135398" y="404896"/>
                  <a:pt x="2133112" y="405354"/>
                  <a:pt x="2130735" y="405354"/>
                </a:cubicBezTo>
                <a:cubicBezTo>
                  <a:pt x="2128266" y="405354"/>
                  <a:pt x="2125980" y="404896"/>
                  <a:pt x="2123785" y="403982"/>
                </a:cubicBezTo>
                <a:cubicBezTo>
                  <a:pt x="2121591" y="403068"/>
                  <a:pt x="2119579" y="401787"/>
                  <a:pt x="2117842" y="400050"/>
                </a:cubicBezTo>
                <a:cubicBezTo>
                  <a:pt x="2116196" y="398404"/>
                  <a:pt x="2114916" y="396392"/>
                  <a:pt x="2113910" y="394198"/>
                </a:cubicBezTo>
                <a:cubicBezTo>
                  <a:pt x="2112996" y="392003"/>
                  <a:pt x="2112538" y="389717"/>
                  <a:pt x="2112538" y="387248"/>
                </a:cubicBezTo>
                <a:cubicBezTo>
                  <a:pt x="2112538" y="384871"/>
                  <a:pt x="2112996" y="382585"/>
                  <a:pt x="2113910" y="380390"/>
                </a:cubicBezTo>
                <a:cubicBezTo>
                  <a:pt x="2114916" y="378104"/>
                  <a:pt x="2116196" y="376184"/>
                  <a:pt x="2117842" y="374447"/>
                </a:cubicBezTo>
                <a:cubicBezTo>
                  <a:pt x="2119579" y="372801"/>
                  <a:pt x="2121591" y="371429"/>
                  <a:pt x="2123785" y="370515"/>
                </a:cubicBezTo>
                <a:cubicBezTo>
                  <a:pt x="2125980" y="369600"/>
                  <a:pt x="2128266" y="369143"/>
                  <a:pt x="2130735" y="369143"/>
                </a:cubicBezTo>
                <a:cubicBezTo>
                  <a:pt x="2133112" y="369143"/>
                  <a:pt x="2135398" y="369600"/>
                  <a:pt x="2137684" y="370515"/>
                </a:cubicBezTo>
                <a:cubicBezTo>
                  <a:pt x="2139879" y="371429"/>
                  <a:pt x="2141799" y="372801"/>
                  <a:pt x="2143536" y="374447"/>
                </a:cubicBezTo>
                <a:cubicBezTo>
                  <a:pt x="2145274" y="376184"/>
                  <a:pt x="2146554" y="378104"/>
                  <a:pt x="2147468" y="380390"/>
                </a:cubicBezTo>
                <a:cubicBezTo>
                  <a:pt x="2148383" y="382585"/>
                  <a:pt x="2148840" y="384871"/>
                  <a:pt x="2148840" y="387248"/>
                </a:cubicBezTo>
              </a:path>
              <a:path w="4075206" h="449245">
                <a:moveTo>
                  <a:pt x="2481590" y="431140"/>
                </a:moveTo>
                <a:cubicBezTo>
                  <a:pt x="2481590" y="433608"/>
                  <a:pt x="2481133" y="435894"/>
                  <a:pt x="2480219" y="438089"/>
                </a:cubicBezTo>
                <a:cubicBezTo>
                  <a:pt x="2479304" y="440284"/>
                  <a:pt x="2477933" y="442295"/>
                  <a:pt x="2476287" y="443941"/>
                </a:cubicBezTo>
                <a:cubicBezTo>
                  <a:pt x="2474549" y="445679"/>
                  <a:pt x="2472629" y="446959"/>
                  <a:pt x="2470343" y="447873"/>
                </a:cubicBezTo>
                <a:cubicBezTo>
                  <a:pt x="2468148" y="448788"/>
                  <a:pt x="2465862" y="449245"/>
                  <a:pt x="2463394" y="449245"/>
                </a:cubicBezTo>
                <a:cubicBezTo>
                  <a:pt x="2461016" y="449245"/>
                  <a:pt x="2458730" y="448788"/>
                  <a:pt x="2456444" y="447873"/>
                </a:cubicBezTo>
                <a:cubicBezTo>
                  <a:pt x="2454250" y="446959"/>
                  <a:pt x="2452329" y="445679"/>
                  <a:pt x="2450592" y="443941"/>
                </a:cubicBezTo>
                <a:cubicBezTo>
                  <a:pt x="2448855" y="442295"/>
                  <a:pt x="2447574" y="440284"/>
                  <a:pt x="2446660" y="438089"/>
                </a:cubicBezTo>
                <a:cubicBezTo>
                  <a:pt x="2445746" y="435894"/>
                  <a:pt x="2445288" y="433608"/>
                  <a:pt x="2445288" y="431140"/>
                </a:cubicBezTo>
                <a:cubicBezTo>
                  <a:pt x="2445288" y="428762"/>
                  <a:pt x="2445746" y="426476"/>
                  <a:pt x="2446660" y="424282"/>
                </a:cubicBezTo>
                <a:cubicBezTo>
                  <a:pt x="2447574" y="421996"/>
                  <a:pt x="2448855" y="420075"/>
                  <a:pt x="2450592" y="418429"/>
                </a:cubicBezTo>
                <a:cubicBezTo>
                  <a:pt x="2452329" y="416692"/>
                  <a:pt x="2454250" y="415412"/>
                  <a:pt x="2456444" y="414498"/>
                </a:cubicBezTo>
                <a:cubicBezTo>
                  <a:pt x="2458730" y="413583"/>
                  <a:pt x="2461016" y="413126"/>
                  <a:pt x="2463394" y="413126"/>
                </a:cubicBezTo>
                <a:cubicBezTo>
                  <a:pt x="2465862" y="413126"/>
                  <a:pt x="2468148" y="413583"/>
                  <a:pt x="2470343" y="414498"/>
                </a:cubicBezTo>
                <a:cubicBezTo>
                  <a:pt x="2472629" y="415412"/>
                  <a:pt x="2474549" y="416692"/>
                  <a:pt x="2476287" y="418429"/>
                </a:cubicBezTo>
                <a:cubicBezTo>
                  <a:pt x="2477933" y="420075"/>
                  <a:pt x="2479304" y="421996"/>
                  <a:pt x="2480219" y="424282"/>
                </a:cubicBezTo>
                <a:cubicBezTo>
                  <a:pt x="2481133" y="426476"/>
                  <a:pt x="2481590" y="428762"/>
                  <a:pt x="2481590" y="431140"/>
                </a:cubicBezTo>
              </a:path>
              <a:path w="4075206" h="449245">
                <a:moveTo>
                  <a:pt x="2873411" y="395387"/>
                </a:moveTo>
                <a:cubicBezTo>
                  <a:pt x="2873411" y="397764"/>
                  <a:pt x="2872953" y="400050"/>
                  <a:pt x="2872039" y="402336"/>
                </a:cubicBezTo>
                <a:cubicBezTo>
                  <a:pt x="2871125" y="404531"/>
                  <a:pt x="2869753" y="406451"/>
                  <a:pt x="2868107" y="408188"/>
                </a:cubicBezTo>
                <a:cubicBezTo>
                  <a:pt x="2866370" y="409926"/>
                  <a:pt x="2864449" y="411206"/>
                  <a:pt x="2862163" y="412120"/>
                </a:cubicBezTo>
                <a:cubicBezTo>
                  <a:pt x="2859969" y="413034"/>
                  <a:pt x="2857683" y="413492"/>
                  <a:pt x="2855305" y="413492"/>
                </a:cubicBezTo>
                <a:cubicBezTo>
                  <a:pt x="2852837" y="413492"/>
                  <a:pt x="2850551" y="413034"/>
                  <a:pt x="2848356" y="412120"/>
                </a:cubicBezTo>
                <a:cubicBezTo>
                  <a:pt x="2846070" y="411206"/>
                  <a:pt x="2844150" y="409926"/>
                  <a:pt x="2842412" y="408188"/>
                </a:cubicBezTo>
                <a:cubicBezTo>
                  <a:pt x="2840766" y="406451"/>
                  <a:pt x="2839395" y="404531"/>
                  <a:pt x="2838480" y="402336"/>
                </a:cubicBezTo>
                <a:cubicBezTo>
                  <a:pt x="2837566" y="400050"/>
                  <a:pt x="2837109" y="397764"/>
                  <a:pt x="2837109" y="395387"/>
                </a:cubicBezTo>
                <a:cubicBezTo>
                  <a:pt x="2837109" y="393009"/>
                  <a:pt x="2837566" y="390632"/>
                  <a:pt x="2838480" y="388437"/>
                </a:cubicBezTo>
                <a:cubicBezTo>
                  <a:pt x="2839395" y="386243"/>
                  <a:pt x="2840766" y="384322"/>
                  <a:pt x="2842412" y="382585"/>
                </a:cubicBezTo>
                <a:cubicBezTo>
                  <a:pt x="2844150" y="380848"/>
                  <a:pt x="2846070" y="379567"/>
                  <a:pt x="2848356" y="378653"/>
                </a:cubicBezTo>
                <a:cubicBezTo>
                  <a:pt x="2850551" y="377739"/>
                  <a:pt x="2852837" y="377281"/>
                  <a:pt x="2855305" y="377281"/>
                </a:cubicBezTo>
                <a:cubicBezTo>
                  <a:pt x="2857683" y="377281"/>
                  <a:pt x="2859969" y="377739"/>
                  <a:pt x="2862163" y="378653"/>
                </a:cubicBezTo>
                <a:cubicBezTo>
                  <a:pt x="2864449" y="379567"/>
                  <a:pt x="2866370" y="380848"/>
                  <a:pt x="2868107" y="382585"/>
                </a:cubicBezTo>
                <a:cubicBezTo>
                  <a:pt x="2869753" y="384322"/>
                  <a:pt x="2871125" y="386243"/>
                  <a:pt x="2872039" y="388437"/>
                </a:cubicBezTo>
                <a:cubicBezTo>
                  <a:pt x="2872953" y="390632"/>
                  <a:pt x="2873411" y="393009"/>
                  <a:pt x="2873411" y="395387"/>
                </a:cubicBezTo>
              </a:path>
              <a:path w="4075206" h="449245">
                <a:moveTo>
                  <a:pt x="3151297" y="356342"/>
                </a:moveTo>
                <a:cubicBezTo>
                  <a:pt x="3151297" y="358719"/>
                  <a:pt x="3150840" y="361005"/>
                  <a:pt x="3149925" y="363200"/>
                </a:cubicBezTo>
                <a:cubicBezTo>
                  <a:pt x="3149011" y="365486"/>
                  <a:pt x="3147639" y="367406"/>
                  <a:pt x="3145993" y="369143"/>
                </a:cubicBezTo>
                <a:cubicBezTo>
                  <a:pt x="3144256" y="370789"/>
                  <a:pt x="3142336" y="372069"/>
                  <a:pt x="3140050" y="372984"/>
                </a:cubicBezTo>
                <a:cubicBezTo>
                  <a:pt x="3137855" y="373898"/>
                  <a:pt x="3135569" y="374447"/>
                  <a:pt x="3133192" y="374447"/>
                </a:cubicBezTo>
                <a:cubicBezTo>
                  <a:pt x="3130723" y="374447"/>
                  <a:pt x="3128437" y="373898"/>
                  <a:pt x="3126242" y="372984"/>
                </a:cubicBezTo>
                <a:cubicBezTo>
                  <a:pt x="3123956" y="372069"/>
                  <a:pt x="3122036" y="370789"/>
                  <a:pt x="3120299" y="369143"/>
                </a:cubicBezTo>
                <a:cubicBezTo>
                  <a:pt x="3118653" y="367406"/>
                  <a:pt x="3117281" y="365486"/>
                  <a:pt x="3116367" y="363200"/>
                </a:cubicBezTo>
                <a:cubicBezTo>
                  <a:pt x="3115452" y="361005"/>
                  <a:pt x="3114995" y="358719"/>
                  <a:pt x="3114995" y="356342"/>
                </a:cubicBezTo>
                <a:cubicBezTo>
                  <a:pt x="3114995" y="353873"/>
                  <a:pt x="3115452" y="351587"/>
                  <a:pt x="3116367" y="349392"/>
                </a:cubicBezTo>
                <a:cubicBezTo>
                  <a:pt x="3117281" y="347198"/>
                  <a:pt x="3118653" y="345186"/>
                  <a:pt x="3120299" y="343540"/>
                </a:cubicBezTo>
                <a:cubicBezTo>
                  <a:pt x="3122036" y="341803"/>
                  <a:pt x="3123956" y="340523"/>
                  <a:pt x="3126242" y="339608"/>
                </a:cubicBezTo>
                <a:cubicBezTo>
                  <a:pt x="3128437" y="338694"/>
                  <a:pt x="3130723" y="338237"/>
                  <a:pt x="3133192" y="338237"/>
                </a:cubicBezTo>
                <a:cubicBezTo>
                  <a:pt x="3135569" y="338237"/>
                  <a:pt x="3137855" y="338694"/>
                  <a:pt x="3140050" y="339608"/>
                </a:cubicBezTo>
                <a:cubicBezTo>
                  <a:pt x="3142336" y="340523"/>
                  <a:pt x="3144256" y="341803"/>
                  <a:pt x="3145993" y="343540"/>
                </a:cubicBezTo>
                <a:cubicBezTo>
                  <a:pt x="3147639" y="345186"/>
                  <a:pt x="3149011" y="347198"/>
                  <a:pt x="3149925" y="349392"/>
                </a:cubicBezTo>
                <a:cubicBezTo>
                  <a:pt x="3150840" y="351587"/>
                  <a:pt x="3151297" y="353873"/>
                  <a:pt x="3151297" y="356342"/>
                </a:cubicBezTo>
              </a:path>
              <a:path w="4075206" h="449245">
                <a:moveTo>
                  <a:pt x="3516234" y="405354"/>
                </a:moveTo>
                <a:cubicBezTo>
                  <a:pt x="3516234" y="407731"/>
                  <a:pt x="3515777" y="410108"/>
                  <a:pt x="3514862" y="412303"/>
                </a:cubicBezTo>
                <a:cubicBezTo>
                  <a:pt x="3513948" y="414498"/>
                  <a:pt x="3512668" y="416509"/>
                  <a:pt x="3510930" y="418155"/>
                </a:cubicBezTo>
                <a:cubicBezTo>
                  <a:pt x="3509193" y="419892"/>
                  <a:pt x="3507273" y="421173"/>
                  <a:pt x="3505078" y="422087"/>
                </a:cubicBezTo>
                <a:cubicBezTo>
                  <a:pt x="3502792" y="423001"/>
                  <a:pt x="3500506" y="423459"/>
                  <a:pt x="3498129" y="423459"/>
                </a:cubicBezTo>
                <a:cubicBezTo>
                  <a:pt x="3495660" y="423459"/>
                  <a:pt x="3493374" y="423001"/>
                  <a:pt x="3491179" y="422087"/>
                </a:cubicBezTo>
                <a:cubicBezTo>
                  <a:pt x="3488985" y="421173"/>
                  <a:pt x="3486973" y="419892"/>
                  <a:pt x="3485327" y="418155"/>
                </a:cubicBezTo>
                <a:cubicBezTo>
                  <a:pt x="3483590" y="416509"/>
                  <a:pt x="3482310" y="414498"/>
                  <a:pt x="3481395" y="412303"/>
                </a:cubicBezTo>
                <a:cubicBezTo>
                  <a:pt x="3480389" y="410108"/>
                  <a:pt x="3479932" y="407731"/>
                  <a:pt x="3479932" y="405354"/>
                </a:cubicBezTo>
                <a:cubicBezTo>
                  <a:pt x="3479932" y="402976"/>
                  <a:pt x="3480389" y="400690"/>
                  <a:pt x="3481395" y="398404"/>
                </a:cubicBezTo>
                <a:cubicBezTo>
                  <a:pt x="3482310" y="396210"/>
                  <a:pt x="3483590" y="394289"/>
                  <a:pt x="3485327" y="392552"/>
                </a:cubicBezTo>
                <a:cubicBezTo>
                  <a:pt x="3486973" y="390906"/>
                  <a:pt x="3488985" y="389534"/>
                  <a:pt x="3491179" y="388620"/>
                </a:cubicBezTo>
                <a:cubicBezTo>
                  <a:pt x="3493374" y="387706"/>
                  <a:pt x="3495660" y="387248"/>
                  <a:pt x="3498129" y="387248"/>
                </a:cubicBezTo>
                <a:cubicBezTo>
                  <a:pt x="3500506" y="387248"/>
                  <a:pt x="3502792" y="387706"/>
                  <a:pt x="3505078" y="388620"/>
                </a:cubicBezTo>
                <a:cubicBezTo>
                  <a:pt x="3507273" y="389534"/>
                  <a:pt x="3509193" y="390906"/>
                  <a:pt x="3510930" y="392552"/>
                </a:cubicBezTo>
                <a:cubicBezTo>
                  <a:pt x="3512668" y="394289"/>
                  <a:pt x="3513948" y="396210"/>
                  <a:pt x="3514862" y="398404"/>
                </a:cubicBezTo>
                <a:cubicBezTo>
                  <a:pt x="3515777" y="400690"/>
                  <a:pt x="3516234" y="402976"/>
                  <a:pt x="3516234" y="405354"/>
                </a:cubicBezTo>
              </a:path>
              <a:path w="4075206" h="449245">
                <a:moveTo>
                  <a:pt x="3780221" y="395752"/>
                </a:moveTo>
                <a:cubicBezTo>
                  <a:pt x="3780221" y="398130"/>
                  <a:pt x="3779764" y="400416"/>
                  <a:pt x="3778849" y="402610"/>
                </a:cubicBezTo>
                <a:cubicBezTo>
                  <a:pt x="3777935" y="404896"/>
                  <a:pt x="3776655" y="406817"/>
                  <a:pt x="3774918" y="408554"/>
                </a:cubicBezTo>
                <a:cubicBezTo>
                  <a:pt x="3773180" y="410200"/>
                  <a:pt x="3771260" y="411480"/>
                  <a:pt x="3769065" y="412486"/>
                </a:cubicBezTo>
                <a:cubicBezTo>
                  <a:pt x="3766779" y="413400"/>
                  <a:pt x="3764493" y="413857"/>
                  <a:pt x="3762116" y="413857"/>
                </a:cubicBezTo>
                <a:cubicBezTo>
                  <a:pt x="3759647" y="413857"/>
                  <a:pt x="3757361" y="413400"/>
                  <a:pt x="3755166" y="412486"/>
                </a:cubicBezTo>
                <a:cubicBezTo>
                  <a:pt x="3752880" y="411480"/>
                  <a:pt x="3750960" y="410200"/>
                  <a:pt x="3749223" y="408554"/>
                </a:cubicBezTo>
                <a:cubicBezTo>
                  <a:pt x="3747577" y="406817"/>
                  <a:pt x="3746205" y="404896"/>
                  <a:pt x="3745291" y="402610"/>
                </a:cubicBezTo>
                <a:cubicBezTo>
                  <a:pt x="3744377" y="400416"/>
                  <a:pt x="3743919" y="398130"/>
                  <a:pt x="3743919" y="395752"/>
                </a:cubicBezTo>
                <a:cubicBezTo>
                  <a:pt x="3743919" y="393283"/>
                  <a:pt x="3744377" y="390997"/>
                  <a:pt x="3745291" y="388803"/>
                </a:cubicBezTo>
                <a:cubicBezTo>
                  <a:pt x="3746205" y="386608"/>
                  <a:pt x="3747577" y="384597"/>
                  <a:pt x="3749223" y="382951"/>
                </a:cubicBezTo>
                <a:cubicBezTo>
                  <a:pt x="3750960" y="381213"/>
                  <a:pt x="3752880" y="379933"/>
                  <a:pt x="3755166" y="379019"/>
                </a:cubicBezTo>
                <a:cubicBezTo>
                  <a:pt x="3757361" y="378104"/>
                  <a:pt x="3759647" y="377647"/>
                  <a:pt x="3762116" y="377647"/>
                </a:cubicBezTo>
                <a:cubicBezTo>
                  <a:pt x="3764493" y="377647"/>
                  <a:pt x="3766779" y="378104"/>
                  <a:pt x="3769065" y="379019"/>
                </a:cubicBezTo>
                <a:cubicBezTo>
                  <a:pt x="3771260" y="379933"/>
                  <a:pt x="3773180" y="381213"/>
                  <a:pt x="3774918" y="382951"/>
                </a:cubicBezTo>
                <a:cubicBezTo>
                  <a:pt x="3776655" y="384597"/>
                  <a:pt x="3777935" y="386608"/>
                  <a:pt x="3778849" y="388803"/>
                </a:cubicBezTo>
                <a:cubicBezTo>
                  <a:pt x="3779764" y="390997"/>
                  <a:pt x="3780221" y="393283"/>
                  <a:pt x="3780221" y="395752"/>
                </a:cubicBezTo>
              </a:path>
              <a:path w="4075206" h="449245">
                <a:moveTo>
                  <a:pt x="4075206" y="366766"/>
                </a:moveTo>
                <a:cubicBezTo>
                  <a:pt x="4075206" y="369143"/>
                  <a:pt x="4074749" y="371429"/>
                  <a:pt x="4073835" y="373715"/>
                </a:cubicBezTo>
                <a:cubicBezTo>
                  <a:pt x="4072920" y="375910"/>
                  <a:pt x="4071640" y="377830"/>
                  <a:pt x="4069903" y="379567"/>
                </a:cubicBezTo>
                <a:cubicBezTo>
                  <a:pt x="4068257" y="381213"/>
                  <a:pt x="4066245" y="382585"/>
                  <a:pt x="4064051" y="383499"/>
                </a:cubicBezTo>
                <a:cubicBezTo>
                  <a:pt x="4061856" y="384414"/>
                  <a:pt x="4059479" y="384871"/>
                  <a:pt x="4057101" y="384871"/>
                </a:cubicBezTo>
                <a:cubicBezTo>
                  <a:pt x="4054724" y="384871"/>
                  <a:pt x="4052346" y="384414"/>
                  <a:pt x="4050152" y="383499"/>
                </a:cubicBezTo>
                <a:cubicBezTo>
                  <a:pt x="4047957" y="382585"/>
                  <a:pt x="4045946" y="381213"/>
                  <a:pt x="4044300" y="379567"/>
                </a:cubicBezTo>
                <a:cubicBezTo>
                  <a:pt x="4042562" y="377830"/>
                  <a:pt x="4041282" y="375910"/>
                  <a:pt x="4040368" y="373715"/>
                </a:cubicBezTo>
                <a:cubicBezTo>
                  <a:pt x="4039453" y="371429"/>
                  <a:pt x="4038996" y="369143"/>
                  <a:pt x="4038996" y="366766"/>
                </a:cubicBezTo>
                <a:cubicBezTo>
                  <a:pt x="4038996" y="364388"/>
                  <a:pt x="4039453" y="362011"/>
                  <a:pt x="4040368" y="359816"/>
                </a:cubicBezTo>
                <a:cubicBezTo>
                  <a:pt x="4041282" y="357622"/>
                  <a:pt x="4042562" y="355702"/>
                  <a:pt x="4044300" y="353964"/>
                </a:cubicBezTo>
                <a:cubicBezTo>
                  <a:pt x="4045946" y="352227"/>
                  <a:pt x="4047957" y="350947"/>
                  <a:pt x="4050152" y="350032"/>
                </a:cubicBezTo>
                <a:cubicBezTo>
                  <a:pt x="4052346" y="349118"/>
                  <a:pt x="4054724" y="348661"/>
                  <a:pt x="4057101" y="348661"/>
                </a:cubicBezTo>
                <a:cubicBezTo>
                  <a:pt x="4059479" y="348661"/>
                  <a:pt x="4061856" y="349118"/>
                  <a:pt x="4064051" y="350032"/>
                </a:cubicBezTo>
                <a:cubicBezTo>
                  <a:pt x="4066245" y="350947"/>
                  <a:pt x="4068257" y="352227"/>
                  <a:pt x="4069903" y="353964"/>
                </a:cubicBezTo>
                <a:cubicBezTo>
                  <a:pt x="4071640" y="355702"/>
                  <a:pt x="4072920" y="357622"/>
                  <a:pt x="4073835" y="359816"/>
                </a:cubicBezTo>
                <a:cubicBezTo>
                  <a:pt x="4074749" y="362011"/>
                  <a:pt x="4075206" y="364388"/>
                  <a:pt x="4075206" y="366766"/>
                </a:cubicBezTo>
              </a:path>
              <a:path w="4075206" h="449245">
                <a:moveTo>
                  <a:pt x="36302" y="81564"/>
                </a:moveTo>
                <a:cubicBezTo>
                  <a:pt x="36302" y="83942"/>
                  <a:pt x="35844" y="86319"/>
                  <a:pt x="34930" y="88514"/>
                </a:cubicBezTo>
                <a:cubicBezTo>
                  <a:pt x="34016" y="90708"/>
                  <a:pt x="32644" y="92720"/>
                  <a:pt x="30998" y="94366"/>
                </a:cubicBezTo>
                <a:cubicBezTo>
                  <a:pt x="29261" y="96103"/>
                  <a:pt x="27341" y="97384"/>
                  <a:pt x="25055" y="98298"/>
                </a:cubicBezTo>
                <a:cubicBezTo>
                  <a:pt x="22860" y="99212"/>
                  <a:pt x="20574" y="99670"/>
                  <a:pt x="18105" y="99670"/>
                </a:cubicBezTo>
                <a:cubicBezTo>
                  <a:pt x="15728" y="99670"/>
                  <a:pt x="13442" y="99212"/>
                  <a:pt x="11156" y="98298"/>
                </a:cubicBezTo>
                <a:cubicBezTo>
                  <a:pt x="8961" y="97384"/>
                  <a:pt x="7041" y="96103"/>
                  <a:pt x="5304" y="94366"/>
                </a:cubicBezTo>
                <a:cubicBezTo>
                  <a:pt x="3658" y="92720"/>
                  <a:pt x="2286" y="90708"/>
                  <a:pt x="1372" y="88514"/>
                </a:cubicBezTo>
                <a:cubicBezTo>
                  <a:pt x="457" y="86319"/>
                  <a:pt x="0" y="83942"/>
                  <a:pt x="0" y="81564"/>
                </a:cubicBezTo>
                <a:cubicBezTo>
                  <a:pt x="0" y="79187"/>
                  <a:pt x="457" y="76901"/>
                  <a:pt x="1372" y="74615"/>
                </a:cubicBezTo>
                <a:cubicBezTo>
                  <a:pt x="2286" y="72420"/>
                  <a:pt x="3658" y="70500"/>
                  <a:pt x="5304" y="68763"/>
                </a:cubicBezTo>
                <a:cubicBezTo>
                  <a:pt x="7041" y="67117"/>
                  <a:pt x="8961" y="65745"/>
                  <a:pt x="11156" y="64831"/>
                </a:cubicBezTo>
                <a:cubicBezTo>
                  <a:pt x="13442" y="63917"/>
                  <a:pt x="15728" y="63459"/>
                  <a:pt x="18105" y="63459"/>
                </a:cubicBezTo>
                <a:cubicBezTo>
                  <a:pt x="20574" y="63459"/>
                  <a:pt x="22860" y="63917"/>
                  <a:pt x="25055" y="64831"/>
                </a:cubicBezTo>
                <a:cubicBezTo>
                  <a:pt x="27341" y="65745"/>
                  <a:pt x="29261" y="67117"/>
                  <a:pt x="30998" y="68763"/>
                </a:cubicBezTo>
                <a:cubicBezTo>
                  <a:pt x="32644" y="70500"/>
                  <a:pt x="34016" y="72420"/>
                  <a:pt x="34930" y="74615"/>
                </a:cubicBezTo>
                <a:cubicBezTo>
                  <a:pt x="35844" y="76901"/>
                  <a:pt x="36302" y="79187"/>
                  <a:pt x="36302" y="81564"/>
                </a:cubicBezTo>
              </a:path>
              <a:path w="4075206" h="449245">
                <a:moveTo>
                  <a:pt x="343357" y="18379"/>
                </a:moveTo>
                <a:cubicBezTo>
                  <a:pt x="343357" y="20757"/>
                  <a:pt x="342900" y="23043"/>
                  <a:pt x="341986" y="25329"/>
                </a:cubicBezTo>
                <a:cubicBezTo>
                  <a:pt x="341071" y="27523"/>
                  <a:pt x="339791" y="29444"/>
                  <a:pt x="338054" y="31181"/>
                </a:cubicBezTo>
                <a:cubicBezTo>
                  <a:pt x="336408" y="32827"/>
                  <a:pt x="334396" y="34199"/>
                  <a:pt x="332202" y="35113"/>
                </a:cubicBezTo>
                <a:cubicBezTo>
                  <a:pt x="330007" y="36027"/>
                  <a:pt x="327630" y="36485"/>
                  <a:pt x="325252" y="36485"/>
                </a:cubicBezTo>
                <a:cubicBezTo>
                  <a:pt x="322875" y="36485"/>
                  <a:pt x="320497" y="36027"/>
                  <a:pt x="318303" y="35113"/>
                </a:cubicBezTo>
                <a:cubicBezTo>
                  <a:pt x="316108" y="34199"/>
                  <a:pt x="314096" y="32827"/>
                  <a:pt x="312450" y="31181"/>
                </a:cubicBezTo>
                <a:cubicBezTo>
                  <a:pt x="310713" y="29444"/>
                  <a:pt x="309433" y="27523"/>
                  <a:pt x="308519" y="25329"/>
                </a:cubicBezTo>
                <a:cubicBezTo>
                  <a:pt x="307604" y="23043"/>
                  <a:pt x="307147" y="20757"/>
                  <a:pt x="307147" y="18379"/>
                </a:cubicBezTo>
                <a:cubicBezTo>
                  <a:pt x="307147" y="16002"/>
                  <a:pt x="307604" y="13625"/>
                  <a:pt x="308519" y="11430"/>
                </a:cubicBezTo>
                <a:cubicBezTo>
                  <a:pt x="309433" y="9235"/>
                  <a:pt x="310713" y="7224"/>
                  <a:pt x="312450" y="5578"/>
                </a:cubicBezTo>
                <a:cubicBezTo>
                  <a:pt x="314096" y="3840"/>
                  <a:pt x="316108" y="2560"/>
                  <a:pt x="318303" y="1646"/>
                </a:cubicBezTo>
                <a:cubicBezTo>
                  <a:pt x="320497" y="732"/>
                  <a:pt x="322875" y="274"/>
                  <a:pt x="325252" y="274"/>
                </a:cubicBezTo>
                <a:cubicBezTo>
                  <a:pt x="327630" y="274"/>
                  <a:pt x="330007" y="732"/>
                  <a:pt x="332202" y="1646"/>
                </a:cubicBezTo>
                <a:cubicBezTo>
                  <a:pt x="334396" y="2560"/>
                  <a:pt x="336408" y="3840"/>
                  <a:pt x="338054" y="5578"/>
                </a:cubicBezTo>
                <a:cubicBezTo>
                  <a:pt x="339791" y="7224"/>
                  <a:pt x="341071" y="9235"/>
                  <a:pt x="341986" y="11430"/>
                </a:cubicBezTo>
                <a:cubicBezTo>
                  <a:pt x="342900" y="13625"/>
                  <a:pt x="343357" y="16002"/>
                  <a:pt x="343357" y="18379"/>
                </a:cubicBezTo>
              </a:path>
              <a:path w="4075206" h="449245">
                <a:moveTo>
                  <a:pt x="688269" y="28438"/>
                </a:moveTo>
                <a:cubicBezTo>
                  <a:pt x="688269" y="30815"/>
                  <a:pt x="687812" y="33101"/>
                  <a:pt x="686897" y="35387"/>
                </a:cubicBezTo>
                <a:cubicBezTo>
                  <a:pt x="685983" y="37582"/>
                  <a:pt x="684611" y="39502"/>
                  <a:pt x="682965" y="41239"/>
                </a:cubicBezTo>
                <a:cubicBezTo>
                  <a:pt x="681228" y="42885"/>
                  <a:pt x="679308" y="44257"/>
                  <a:pt x="677113" y="45171"/>
                </a:cubicBezTo>
                <a:cubicBezTo>
                  <a:pt x="674827" y="46086"/>
                  <a:pt x="672541" y="46543"/>
                  <a:pt x="670164" y="46543"/>
                </a:cubicBezTo>
                <a:cubicBezTo>
                  <a:pt x="667695" y="46543"/>
                  <a:pt x="665409" y="46086"/>
                  <a:pt x="663214" y="45171"/>
                </a:cubicBezTo>
                <a:cubicBezTo>
                  <a:pt x="660928" y="44257"/>
                  <a:pt x="659008" y="42885"/>
                  <a:pt x="657271" y="41239"/>
                </a:cubicBezTo>
                <a:cubicBezTo>
                  <a:pt x="655625" y="39502"/>
                  <a:pt x="654253" y="37582"/>
                  <a:pt x="653339" y="35387"/>
                </a:cubicBezTo>
                <a:cubicBezTo>
                  <a:pt x="652424" y="33101"/>
                  <a:pt x="651967" y="30815"/>
                  <a:pt x="651967" y="28438"/>
                </a:cubicBezTo>
                <a:cubicBezTo>
                  <a:pt x="651967" y="26060"/>
                  <a:pt x="652424" y="23683"/>
                  <a:pt x="653339" y="21488"/>
                </a:cubicBezTo>
                <a:cubicBezTo>
                  <a:pt x="654253" y="19294"/>
                  <a:pt x="655625" y="17282"/>
                  <a:pt x="657271" y="15636"/>
                </a:cubicBezTo>
                <a:cubicBezTo>
                  <a:pt x="659008" y="13899"/>
                  <a:pt x="660928" y="12619"/>
                  <a:pt x="663214" y="11704"/>
                </a:cubicBezTo>
                <a:cubicBezTo>
                  <a:pt x="665409" y="10790"/>
                  <a:pt x="667695" y="10333"/>
                  <a:pt x="670164" y="10333"/>
                </a:cubicBezTo>
                <a:cubicBezTo>
                  <a:pt x="672541" y="10333"/>
                  <a:pt x="674827" y="10790"/>
                  <a:pt x="677113" y="11704"/>
                </a:cubicBezTo>
                <a:cubicBezTo>
                  <a:pt x="679308" y="12619"/>
                  <a:pt x="681228" y="13899"/>
                  <a:pt x="682965" y="15636"/>
                </a:cubicBezTo>
                <a:cubicBezTo>
                  <a:pt x="684611" y="17282"/>
                  <a:pt x="685983" y="19294"/>
                  <a:pt x="686897" y="21488"/>
                </a:cubicBezTo>
                <a:cubicBezTo>
                  <a:pt x="687812" y="23683"/>
                  <a:pt x="688269" y="26060"/>
                  <a:pt x="688269" y="28438"/>
                </a:cubicBezTo>
              </a:path>
              <a:path w="4075206" h="449245">
                <a:moveTo>
                  <a:pt x="1036564" y="123993"/>
                </a:moveTo>
                <a:cubicBezTo>
                  <a:pt x="1036564" y="126370"/>
                  <a:pt x="1036107" y="128656"/>
                  <a:pt x="1035192" y="130851"/>
                </a:cubicBezTo>
                <a:cubicBezTo>
                  <a:pt x="1034278" y="133137"/>
                  <a:pt x="1032998" y="135057"/>
                  <a:pt x="1031260" y="136794"/>
                </a:cubicBezTo>
                <a:cubicBezTo>
                  <a:pt x="1029523" y="138440"/>
                  <a:pt x="1027603" y="139720"/>
                  <a:pt x="1025408" y="140635"/>
                </a:cubicBezTo>
                <a:cubicBezTo>
                  <a:pt x="1023122" y="141549"/>
                  <a:pt x="1020836" y="142006"/>
                  <a:pt x="1018459" y="142006"/>
                </a:cubicBezTo>
                <a:cubicBezTo>
                  <a:pt x="1015990" y="142006"/>
                  <a:pt x="1013704" y="141549"/>
                  <a:pt x="1011509" y="140635"/>
                </a:cubicBezTo>
                <a:cubicBezTo>
                  <a:pt x="1009223" y="139720"/>
                  <a:pt x="1007303" y="138440"/>
                  <a:pt x="1005566" y="136794"/>
                </a:cubicBezTo>
                <a:cubicBezTo>
                  <a:pt x="1003920" y="135057"/>
                  <a:pt x="1002548" y="133137"/>
                  <a:pt x="1001634" y="130851"/>
                </a:cubicBezTo>
                <a:cubicBezTo>
                  <a:pt x="1000719" y="128656"/>
                  <a:pt x="1000262" y="126370"/>
                  <a:pt x="1000262" y="123993"/>
                </a:cubicBezTo>
                <a:cubicBezTo>
                  <a:pt x="1000262" y="121524"/>
                  <a:pt x="1000719" y="119238"/>
                  <a:pt x="1001634" y="117043"/>
                </a:cubicBezTo>
                <a:cubicBezTo>
                  <a:pt x="1002548" y="114849"/>
                  <a:pt x="1003920" y="112837"/>
                  <a:pt x="1005566" y="111191"/>
                </a:cubicBezTo>
                <a:cubicBezTo>
                  <a:pt x="1007303" y="109454"/>
                  <a:pt x="1009223" y="108174"/>
                  <a:pt x="1011509" y="107259"/>
                </a:cubicBezTo>
                <a:cubicBezTo>
                  <a:pt x="1013704" y="106345"/>
                  <a:pt x="1015990" y="105888"/>
                  <a:pt x="1018459" y="105888"/>
                </a:cubicBezTo>
                <a:cubicBezTo>
                  <a:pt x="1020836" y="105888"/>
                  <a:pt x="1023122" y="106345"/>
                  <a:pt x="1025408" y="107259"/>
                </a:cubicBezTo>
                <a:cubicBezTo>
                  <a:pt x="1027603" y="108174"/>
                  <a:pt x="1029523" y="109454"/>
                  <a:pt x="1031260" y="111191"/>
                </a:cubicBezTo>
                <a:cubicBezTo>
                  <a:pt x="1032998" y="112837"/>
                  <a:pt x="1034278" y="114849"/>
                  <a:pt x="1035192" y="117043"/>
                </a:cubicBezTo>
                <a:cubicBezTo>
                  <a:pt x="1036107" y="119238"/>
                  <a:pt x="1036564" y="121524"/>
                  <a:pt x="1036564" y="123993"/>
                </a:cubicBezTo>
              </a:path>
              <a:path w="4075206" h="449245">
                <a:moveTo>
                  <a:pt x="1287750" y="18105"/>
                </a:moveTo>
                <a:cubicBezTo>
                  <a:pt x="1287750" y="20483"/>
                  <a:pt x="1287292" y="22769"/>
                  <a:pt x="1286286" y="25055"/>
                </a:cubicBezTo>
                <a:cubicBezTo>
                  <a:pt x="1285372" y="27249"/>
                  <a:pt x="1284092" y="29169"/>
                  <a:pt x="1282355" y="30907"/>
                </a:cubicBezTo>
                <a:cubicBezTo>
                  <a:pt x="1280709" y="32553"/>
                  <a:pt x="1278697" y="33924"/>
                  <a:pt x="1276502" y="34839"/>
                </a:cubicBezTo>
                <a:cubicBezTo>
                  <a:pt x="1274308" y="35753"/>
                  <a:pt x="1272022" y="36210"/>
                  <a:pt x="1269553" y="36210"/>
                </a:cubicBezTo>
                <a:cubicBezTo>
                  <a:pt x="1267176" y="36210"/>
                  <a:pt x="1264890" y="35753"/>
                  <a:pt x="1262604" y="34839"/>
                </a:cubicBezTo>
                <a:cubicBezTo>
                  <a:pt x="1260409" y="33924"/>
                  <a:pt x="1258489" y="32553"/>
                  <a:pt x="1256751" y="30907"/>
                </a:cubicBezTo>
                <a:cubicBezTo>
                  <a:pt x="1255014" y="29169"/>
                  <a:pt x="1253734" y="27249"/>
                  <a:pt x="1252819" y="25055"/>
                </a:cubicBezTo>
                <a:cubicBezTo>
                  <a:pt x="1251905" y="22769"/>
                  <a:pt x="1251448" y="20483"/>
                  <a:pt x="1251448" y="18105"/>
                </a:cubicBezTo>
                <a:cubicBezTo>
                  <a:pt x="1251448" y="15728"/>
                  <a:pt x="1251905" y="13350"/>
                  <a:pt x="1252819" y="11156"/>
                </a:cubicBezTo>
                <a:cubicBezTo>
                  <a:pt x="1253734" y="8961"/>
                  <a:pt x="1255014" y="7041"/>
                  <a:pt x="1256751" y="5304"/>
                </a:cubicBezTo>
                <a:cubicBezTo>
                  <a:pt x="1258489" y="3566"/>
                  <a:pt x="1260409" y="2286"/>
                  <a:pt x="1262604" y="1372"/>
                </a:cubicBezTo>
                <a:cubicBezTo>
                  <a:pt x="1264890" y="457"/>
                  <a:pt x="1267176" y="0"/>
                  <a:pt x="1269553" y="0"/>
                </a:cubicBezTo>
                <a:cubicBezTo>
                  <a:pt x="1272022" y="0"/>
                  <a:pt x="1274308" y="457"/>
                  <a:pt x="1276502" y="1372"/>
                </a:cubicBezTo>
                <a:cubicBezTo>
                  <a:pt x="1278697" y="2286"/>
                  <a:pt x="1280709" y="3566"/>
                  <a:pt x="1282355" y="5304"/>
                </a:cubicBezTo>
                <a:cubicBezTo>
                  <a:pt x="1284092" y="7041"/>
                  <a:pt x="1285372" y="8961"/>
                  <a:pt x="1286286" y="11156"/>
                </a:cubicBezTo>
                <a:cubicBezTo>
                  <a:pt x="1287292" y="13350"/>
                  <a:pt x="1287750" y="15728"/>
                  <a:pt x="1287750" y="18105"/>
                </a:cubicBezTo>
              </a:path>
              <a:path w="4075206" h="449245">
                <a:moveTo>
                  <a:pt x="1641805" y="143012"/>
                </a:moveTo>
                <a:cubicBezTo>
                  <a:pt x="1641805" y="145390"/>
                  <a:pt x="1641348" y="147676"/>
                  <a:pt x="1640434" y="149962"/>
                </a:cubicBezTo>
                <a:cubicBezTo>
                  <a:pt x="1639519" y="152156"/>
                  <a:pt x="1638148" y="154076"/>
                  <a:pt x="1636502" y="155814"/>
                </a:cubicBezTo>
                <a:cubicBezTo>
                  <a:pt x="1634764" y="157460"/>
                  <a:pt x="1632844" y="158831"/>
                  <a:pt x="1630558" y="159746"/>
                </a:cubicBezTo>
                <a:cubicBezTo>
                  <a:pt x="1628364" y="160660"/>
                  <a:pt x="1626078" y="161117"/>
                  <a:pt x="1623609" y="161117"/>
                </a:cubicBezTo>
                <a:cubicBezTo>
                  <a:pt x="1621231" y="161117"/>
                  <a:pt x="1618945" y="160660"/>
                  <a:pt x="1616751" y="159746"/>
                </a:cubicBezTo>
                <a:cubicBezTo>
                  <a:pt x="1614465" y="158831"/>
                  <a:pt x="1612544" y="157460"/>
                  <a:pt x="1610807" y="155814"/>
                </a:cubicBezTo>
                <a:cubicBezTo>
                  <a:pt x="1609161" y="154076"/>
                  <a:pt x="1607790" y="152156"/>
                  <a:pt x="1606875" y="149962"/>
                </a:cubicBezTo>
                <a:cubicBezTo>
                  <a:pt x="1605961" y="147676"/>
                  <a:pt x="1605504" y="145390"/>
                  <a:pt x="1605504" y="143012"/>
                </a:cubicBezTo>
                <a:cubicBezTo>
                  <a:pt x="1605504" y="140635"/>
                  <a:pt x="1605961" y="138257"/>
                  <a:pt x="1606875" y="136063"/>
                </a:cubicBezTo>
                <a:cubicBezTo>
                  <a:pt x="1607790" y="133868"/>
                  <a:pt x="1609161" y="131856"/>
                  <a:pt x="1610807" y="130211"/>
                </a:cubicBezTo>
                <a:cubicBezTo>
                  <a:pt x="1612544" y="128473"/>
                  <a:pt x="1614465" y="127193"/>
                  <a:pt x="1616751" y="126279"/>
                </a:cubicBezTo>
                <a:cubicBezTo>
                  <a:pt x="1618945" y="125364"/>
                  <a:pt x="1621231" y="124907"/>
                  <a:pt x="1623609" y="124907"/>
                </a:cubicBezTo>
                <a:cubicBezTo>
                  <a:pt x="1626078" y="124907"/>
                  <a:pt x="1628364" y="125364"/>
                  <a:pt x="1630558" y="126279"/>
                </a:cubicBezTo>
                <a:cubicBezTo>
                  <a:pt x="1632844" y="127193"/>
                  <a:pt x="1634764" y="128473"/>
                  <a:pt x="1636502" y="130211"/>
                </a:cubicBezTo>
                <a:cubicBezTo>
                  <a:pt x="1638148" y="131856"/>
                  <a:pt x="1639519" y="133868"/>
                  <a:pt x="1640434" y="136063"/>
                </a:cubicBezTo>
                <a:cubicBezTo>
                  <a:pt x="1641348" y="138257"/>
                  <a:pt x="1641805" y="140635"/>
                  <a:pt x="1641805" y="143012"/>
                </a:cubicBezTo>
              </a:path>
              <a:path w="4075206" h="449245">
                <a:moveTo>
                  <a:pt x="1840687" y="95738"/>
                </a:moveTo>
                <a:cubicBezTo>
                  <a:pt x="1840687" y="98115"/>
                  <a:pt x="1840230" y="100401"/>
                  <a:pt x="1839316" y="102687"/>
                </a:cubicBezTo>
                <a:cubicBezTo>
                  <a:pt x="1838401" y="104882"/>
                  <a:pt x="1837121" y="106802"/>
                  <a:pt x="1835384" y="108539"/>
                </a:cubicBezTo>
                <a:cubicBezTo>
                  <a:pt x="1833738" y="110185"/>
                  <a:pt x="1831726" y="111557"/>
                  <a:pt x="1829532" y="112471"/>
                </a:cubicBezTo>
                <a:cubicBezTo>
                  <a:pt x="1827337" y="113386"/>
                  <a:pt x="1824960" y="113843"/>
                  <a:pt x="1822582" y="113843"/>
                </a:cubicBezTo>
                <a:cubicBezTo>
                  <a:pt x="1820205" y="113843"/>
                  <a:pt x="1817827" y="113386"/>
                  <a:pt x="1815633" y="112471"/>
                </a:cubicBezTo>
                <a:cubicBezTo>
                  <a:pt x="1813438" y="111557"/>
                  <a:pt x="1811426" y="110185"/>
                  <a:pt x="1809780" y="108539"/>
                </a:cubicBezTo>
                <a:cubicBezTo>
                  <a:pt x="1808043" y="106802"/>
                  <a:pt x="1806763" y="104882"/>
                  <a:pt x="1805849" y="102687"/>
                </a:cubicBezTo>
                <a:cubicBezTo>
                  <a:pt x="1804934" y="100401"/>
                  <a:pt x="1804477" y="98115"/>
                  <a:pt x="1804477" y="95738"/>
                </a:cubicBezTo>
                <a:cubicBezTo>
                  <a:pt x="1804477" y="93360"/>
                  <a:pt x="1804934" y="90983"/>
                  <a:pt x="1805849" y="88788"/>
                </a:cubicBezTo>
                <a:cubicBezTo>
                  <a:pt x="1806763" y="86594"/>
                  <a:pt x="1808043" y="84582"/>
                  <a:pt x="1809780" y="82936"/>
                </a:cubicBezTo>
                <a:cubicBezTo>
                  <a:pt x="1811426" y="81199"/>
                  <a:pt x="1813438" y="79919"/>
                  <a:pt x="1815633" y="79004"/>
                </a:cubicBezTo>
                <a:cubicBezTo>
                  <a:pt x="1817827" y="78090"/>
                  <a:pt x="1820205" y="77633"/>
                  <a:pt x="1822582" y="77633"/>
                </a:cubicBezTo>
                <a:cubicBezTo>
                  <a:pt x="1824960" y="77633"/>
                  <a:pt x="1827337" y="78090"/>
                  <a:pt x="1829532" y="79004"/>
                </a:cubicBezTo>
                <a:cubicBezTo>
                  <a:pt x="1831726" y="79919"/>
                  <a:pt x="1833738" y="81199"/>
                  <a:pt x="1835384" y="82936"/>
                </a:cubicBezTo>
                <a:cubicBezTo>
                  <a:pt x="1837121" y="84582"/>
                  <a:pt x="1838401" y="86594"/>
                  <a:pt x="1839316" y="88788"/>
                </a:cubicBezTo>
                <a:cubicBezTo>
                  <a:pt x="1840230" y="90983"/>
                  <a:pt x="1840687" y="93360"/>
                  <a:pt x="1840687" y="95738"/>
                </a:cubicBezTo>
              </a:path>
              <a:path w="4075206" h="449245">
                <a:moveTo>
                  <a:pt x="2143719" y="127010"/>
                </a:moveTo>
                <a:cubicBezTo>
                  <a:pt x="2143719" y="129388"/>
                  <a:pt x="2143262" y="131674"/>
                  <a:pt x="2142256" y="133868"/>
                </a:cubicBezTo>
                <a:cubicBezTo>
                  <a:pt x="2141342" y="136154"/>
                  <a:pt x="2140062" y="138074"/>
                  <a:pt x="2138324" y="139812"/>
                </a:cubicBezTo>
                <a:cubicBezTo>
                  <a:pt x="2136678" y="141458"/>
                  <a:pt x="2134667" y="142738"/>
                  <a:pt x="2132472" y="143652"/>
                </a:cubicBezTo>
                <a:cubicBezTo>
                  <a:pt x="2130278" y="144567"/>
                  <a:pt x="2127900" y="145024"/>
                  <a:pt x="2125523" y="145024"/>
                </a:cubicBezTo>
                <a:cubicBezTo>
                  <a:pt x="2123145" y="145024"/>
                  <a:pt x="2120859" y="144567"/>
                  <a:pt x="2118573" y="143652"/>
                </a:cubicBezTo>
                <a:cubicBezTo>
                  <a:pt x="2116379" y="142738"/>
                  <a:pt x="2114459" y="141458"/>
                  <a:pt x="2112721" y="139812"/>
                </a:cubicBezTo>
                <a:cubicBezTo>
                  <a:pt x="2110984" y="138074"/>
                  <a:pt x="2109704" y="136154"/>
                  <a:pt x="2108789" y="133868"/>
                </a:cubicBezTo>
                <a:cubicBezTo>
                  <a:pt x="2107875" y="131674"/>
                  <a:pt x="2107418" y="129388"/>
                  <a:pt x="2107418" y="127010"/>
                </a:cubicBezTo>
                <a:cubicBezTo>
                  <a:pt x="2107418" y="124541"/>
                  <a:pt x="2107875" y="122255"/>
                  <a:pt x="2108789" y="120061"/>
                </a:cubicBezTo>
                <a:cubicBezTo>
                  <a:pt x="2109704" y="117866"/>
                  <a:pt x="2110984" y="115854"/>
                  <a:pt x="2112721" y="114209"/>
                </a:cubicBezTo>
                <a:cubicBezTo>
                  <a:pt x="2114459" y="112471"/>
                  <a:pt x="2116379" y="111191"/>
                  <a:pt x="2118573" y="110277"/>
                </a:cubicBezTo>
                <a:cubicBezTo>
                  <a:pt x="2120859" y="109362"/>
                  <a:pt x="2123145" y="108905"/>
                  <a:pt x="2125523" y="108905"/>
                </a:cubicBezTo>
                <a:cubicBezTo>
                  <a:pt x="2127900" y="108905"/>
                  <a:pt x="2130278" y="109362"/>
                  <a:pt x="2132472" y="110277"/>
                </a:cubicBezTo>
                <a:cubicBezTo>
                  <a:pt x="2134667" y="111191"/>
                  <a:pt x="2136678" y="112471"/>
                  <a:pt x="2138324" y="114209"/>
                </a:cubicBezTo>
                <a:cubicBezTo>
                  <a:pt x="2140062" y="115854"/>
                  <a:pt x="2141342" y="117866"/>
                  <a:pt x="2142256" y="120061"/>
                </a:cubicBezTo>
                <a:cubicBezTo>
                  <a:pt x="2143262" y="122255"/>
                  <a:pt x="2143719" y="124541"/>
                  <a:pt x="2143719" y="127010"/>
                </a:cubicBezTo>
              </a:path>
              <a:path w="4075206" h="449245">
                <a:moveTo>
                  <a:pt x="2454341" y="60533"/>
                </a:moveTo>
                <a:cubicBezTo>
                  <a:pt x="2454341" y="62911"/>
                  <a:pt x="2453884" y="65288"/>
                  <a:pt x="2452969" y="67483"/>
                </a:cubicBezTo>
                <a:cubicBezTo>
                  <a:pt x="2452055" y="69677"/>
                  <a:pt x="2450775" y="71598"/>
                  <a:pt x="2449038" y="73335"/>
                </a:cubicBezTo>
                <a:cubicBezTo>
                  <a:pt x="2447300" y="75072"/>
                  <a:pt x="2445380" y="76352"/>
                  <a:pt x="2443185" y="77267"/>
                </a:cubicBezTo>
                <a:cubicBezTo>
                  <a:pt x="2440899" y="78181"/>
                  <a:pt x="2438613" y="78638"/>
                  <a:pt x="2436236" y="78638"/>
                </a:cubicBezTo>
                <a:cubicBezTo>
                  <a:pt x="2433767" y="78638"/>
                  <a:pt x="2431481" y="78181"/>
                  <a:pt x="2429286" y="77267"/>
                </a:cubicBezTo>
                <a:cubicBezTo>
                  <a:pt x="2427092" y="76352"/>
                  <a:pt x="2425080" y="75072"/>
                  <a:pt x="2423343" y="73335"/>
                </a:cubicBezTo>
                <a:cubicBezTo>
                  <a:pt x="2421697" y="71598"/>
                  <a:pt x="2420417" y="69677"/>
                  <a:pt x="2419411" y="67483"/>
                </a:cubicBezTo>
                <a:cubicBezTo>
                  <a:pt x="2418497" y="65288"/>
                  <a:pt x="2418039" y="62911"/>
                  <a:pt x="2418039" y="60533"/>
                </a:cubicBezTo>
                <a:cubicBezTo>
                  <a:pt x="2418039" y="58156"/>
                  <a:pt x="2418497" y="55870"/>
                  <a:pt x="2419411" y="53584"/>
                </a:cubicBezTo>
                <a:cubicBezTo>
                  <a:pt x="2420417" y="51389"/>
                  <a:pt x="2421697" y="49469"/>
                  <a:pt x="2423343" y="47732"/>
                </a:cubicBezTo>
                <a:cubicBezTo>
                  <a:pt x="2425080" y="45994"/>
                  <a:pt x="2427092" y="44714"/>
                  <a:pt x="2429286" y="43800"/>
                </a:cubicBezTo>
                <a:cubicBezTo>
                  <a:pt x="2431481" y="42885"/>
                  <a:pt x="2433767" y="42428"/>
                  <a:pt x="2436236" y="42428"/>
                </a:cubicBezTo>
                <a:cubicBezTo>
                  <a:pt x="2438613" y="42428"/>
                  <a:pt x="2440899" y="42885"/>
                  <a:pt x="2443185" y="43800"/>
                </a:cubicBezTo>
                <a:cubicBezTo>
                  <a:pt x="2445380" y="44714"/>
                  <a:pt x="2447300" y="45994"/>
                  <a:pt x="2449038" y="47732"/>
                </a:cubicBezTo>
                <a:cubicBezTo>
                  <a:pt x="2450775" y="49469"/>
                  <a:pt x="2452055" y="51389"/>
                  <a:pt x="2452969" y="53584"/>
                </a:cubicBezTo>
                <a:cubicBezTo>
                  <a:pt x="2453884" y="55870"/>
                  <a:pt x="2454341" y="58156"/>
                  <a:pt x="2454341" y="60533"/>
                </a:cubicBezTo>
              </a:path>
              <a:path w="4075206" h="449245">
                <a:moveTo>
                  <a:pt x="2875239" y="25237"/>
                </a:moveTo>
                <a:cubicBezTo>
                  <a:pt x="2875239" y="27615"/>
                  <a:pt x="2874782" y="29901"/>
                  <a:pt x="2873868" y="32095"/>
                </a:cubicBezTo>
                <a:cubicBezTo>
                  <a:pt x="2872953" y="34381"/>
                  <a:pt x="2871582" y="36302"/>
                  <a:pt x="2869936" y="38039"/>
                </a:cubicBezTo>
                <a:cubicBezTo>
                  <a:pt x="2868198" y="39685"/>
                  <a:pt x="2866278" y="40965"/>
                  <a:pt x="2863992" y="41971"/>
                </a:cubicBezTo>
                <a:cubicBezTo>
                  <a:pt x="2861798" y="42885"/>
                  <a:pt x="2859512" y="43343"/>
                  <a:pt x="2857043" y="43343"/>
                </a:cubicBezTo>
                <a:cubicBezTo>
                  <a:pt x="2854665" y="43343"/>
                  <a:pt x="2852379" y="42885"/>
                  <a:pt x="2850093" y="41971"/>
                </a:cubicBezTo>
                <a:cubicBezTo>
                  <a:pt x="2847899" y="40965"/>
                  <a:pt x="2845979" y="39685"/>
                  <a:pt x="2844241" y="38039"/>
                </a:cubicBezTo>
                <a:cubicBezTo>
                  <a:pt x="2842504" y="36302"/>
                  <a:pt x="2841224" y="34381"/>
                  <a:pt x="2840309" y="32095"/>
                </a:cubicBezTo>
                <a:cubicBezTo>
                  <a:pt x="2839395" y="29901"/>
                  <a:pt x="2838938" y="27615"/>
                  <a:pt x="2838938" y="25237"/>
                </a:cubicBezTo>
                <a:cubicBezTo>
                  <a:pt x="2838938" y="22769"/>
                  <a:pt x="2839395" y="20483"/>
                  <a:pt x="2840309" y="18288"/>
                </a:cubicBezTo>
                <a:cubicBezTo>
                  <a:pt x="2841224" y="16093"/>
                  <a:pt x="2842504" y="14082"/>
                  <a:pt x="2844241" y="12436"/>
                </a:cubicBezTo>
                <a:cubicBezTo>
                  <a:pt x="2845979" y="10698"/>
                  <a:pt x="2847899" y="9418"/>
                  <a:pt x="2850093" y="8504"/>
                </a:cubicBezTo>
                <a:cubicBezTo>
                  <a:pt x="2852379" y="7590"/>
                  <a:pt x="2854665" y="7132"/>
                  <a:pt x="2857043" y="7132"/>
                </a:cubicBezTo>
                <a:cubicBezTo>
                  <a:pt x="2859512" y="7132"/>
                  <a:pt x="2861798" y="7590"/>
                  <a:pt x="2863992" y="8504"/>
                </a:cubicBezTo>
                <a:cubicBezTo>
                  <a:pt x="2866278" y="9418"/>
                  <a:pt x="2868198" y="10698"/>
                  <a:pt x="2869936" y="12436"/>
                </a:cubicBezTo>
                <a:cubicBezTo>
                  <a:pt x="2871582" y="14082"/>
                  <a:pt x="2872953" y="16093"/>
                  <a:pt x="2873868" y="18288"/>
                </a:cubicBezTo>
                <a:cubicBezTo>
                  <a:pt x="2874782" y="20483"/>
                  <a:pt x="2875239" y="22769"/>
                  <a:pt x="2875239" y="25237"/>
                </a:cubicBezTo>
              </a:path>
              <a:path w="4075206" h="449245">
                <a:moveTo>
                  <a:pt x="3088020" y="53310"/>
                </a:moveTo>
                <a:cubicBezTo>
                  <a:pt x="3088020" y="55687"/>
                  <a:pt x="3087563" y="57973"/>
                  <a:pt x="3086649" y="60259"/>
                </a:cubicBezTo>
                <a:cubicBezTo>
                  <a:pt x="3085734" y="62454"/>
                  <a:pt x="3084363" y="64374"/>
                  <a:pt x="3082717" y="66111"/>
                </a:cubicBezTo>
                <a:cubicBezTo>
                  <a:pt x="3080979" y="67757"/>
                  <a:pt x="3079059" y="69129"/>
                  <a:pt x="3076773" y="70043"/>
                </a:cubicBezTo>
                <a:cubicBezTo>
                  <a:pt x="3074579" y="70957"/>
                  <a:pt x="3072293" y="71415"/>
                  <a:pt x="3069824" y="71415"/>
                </a:cubicBezTo>
                <a:cubicBezTo>
                  <a:pt x="3067446" y="71415"/>
                  <a:pt x="3065160" y="70957"/>
                  <a:pt x="3062874" y="70043"/>
                </a:cubicBezTo>
                <a:cubicBezTo>
                  <a:pt x="3060680" y="69129"/>
                  <a:pt x="3058759" y="67757"/>
                  <a:pt x="3057022" y="66111"/>
                </a:cubicBezTo>
                <a:cubicBezTo>
                  <a:pt x="3055285" y="64374"/>
                  <a:pt x="3054005" y="62454"/>
                  <a:pt x="3053090" y="60259"/>
                </a:cubicBezTo>
                <a:cubicBezTo>
                  <a:pt x="3052176" y="57973"/>
                  <a:pt x="3051719" y="55687"/>
                  <a:pt x="3051719" y="53310"/>
                </a:cubicBezTo>
                <a:cubicBezTo>
                  <a:pt x="3051719" y="50932"/>
                  <a:pt x="3052176" y="48555"/>
                  <a:pt x="3053090" y="46360"/>
                </a:cubicBezTo>
                <a:cubicBezTo>
                  <a:pt x="3054005" y="44166"/>
                  <a:pt x="3055285" y="42154"/>
                  <a:pt x="3057022" y="40508"/>
                </a:cubicBezTo>
                <a:cubicBezTo>
                  <a:pt x="3058759" y="38771"/>
                  <a:pt x="3060680" y="37490"/>
                  <a:pt x="3062874" y="36576"/>
                </a:cubicBezTo>
                <a:cubicBezTo>
                  <a:pt x="3065160" y="35662"/>
                  <a:pt x="3067446" y="35204"/>
                  <a:pt x="3069824" y="35204"/>
                </a:cubicBezTo>
                <a:cubicBezTo>
                  <a:pt x="3072293" y="35204"/>
                  <a:pt x="3074579" y="35662"/>
                  <a:pt x="3076773" y="36576"/>
                </a:cubicBezTo>
                <a:cubicBezTo>
                  <a:pt x="3079059" y="37490"/>
                  <a:pt x="3080979" y="38771"/>
                  <a:pt x="3082717" y="40508"/>
                </a:cubicBezTo>
                <a:cubicBezTo>
                  <a:pt x="3084363" y="42154"/>
                  <a:pt x="3085734" y="44166"/>
                  <a:pt x="3086649" y="46360"/>
                </a:cubicBezTo>
                <a:cubicBezTo>
                  <a:pt x="3087563" y="48555"/>
                  <a:pt x="3088020" y="50932"/>
                  <a:pt x="3088020" y="53310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10" name="Forma 58"/>
          <p:cNvSpPr/>
          <p:nvPr/>
        </p:nvSpPr>
        <p:spPr>
          <a:xfrm>
            <a:off x="7902336" y="1534455"/>
            <a:ext cx="91349" cy="91166"/>
          </a:xfrm>
          <a:custGeom>
            <a:avLst/>
            <a:gdLst/>
            <a:ahLst/>
            <a:cxnLst/>
            <a:rect l="l" t="t" r="r" b="b"/>
            <a:pathLst>
              <a:path w="91349" h="91166">
                <a:moveTo>
                  <a:pt x="91349" y="45629"/>
                </a:moveTo>
                <a:cubicBezTo>
                  <a:pt x="91349" y="51664"/>
                  <a:pt x="90251" y="57424"/>
                  <a:pt x="87874" y="63002"/>
                </a:cubicBezTo>
                <a:cubicBezTo>
                  <a:pt x="85588" y="68580"/>
                  <a:pt x="82296" y="73518"/>
                  <a:pt x="77998" y="77815"/>
                </a:cubicBezTo>
                <a:cubicBezTo>
                  <a:pt x="73701" y="82113"/>
                  <a:pt x="68763" y="85405"/>
                  <a:pt x="63185" y="87691"/>
                </a:cubicBezTo>
                <a:cubicBezTo>
                  <a:pt x="57607" y="89977"/>
                  <a:pt x="51755" y="91166"/>
                  <a:pt x="45720" y="91166"/>
                </a:cubicBezTo>
                <a:cubicBezTo>
                  <a:pt x="39594" y="91166"/>
                  <a:pt x="33833" y="89977"/>
                  <a:pt x="28164" y="87691"/>
                </a:cubicBezTo>
                <a:cubicBezTo>
                  <a:pt x="22586" y="85405"/>
                  <a:pt x="17648" y="82113"/>
                  <a:pt x="13350" y="77815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664"/>
                  <a:pt x="0" y="45629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833" y="1189"/>
                  <a:pt x="39594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763" y="5761"/>
                  <a:pt x="73701" y="9053"/>
                  <a:pt x="77998" y="13350"/>
                </a:cubicBezTo>
                <a:cubicBezTo>
                  <a:pt x="82296" y="17648"/>
                  <a:pt x="85588" y="22586"/>
                  <a:pt x="87874" y="28164"/>
                </a:cubicBezTo>
                <a:cubicBezTo>
                  <a:pt x="90251" y="33741"/>
                  <a:pt x="91349" y="39502"/>
                  <a:pt x="91349" y="45629"/>
                </a:cubicBezTo>
              </a:path>
            </a:pathLst>
          </a:custGeom>
          <a:solidFill>
            <a:srgbClr val="C64B35"/>
          </a:solidFill>
          <a:ln w="15443">
            <a:solidFill>
              <a:srgbClr val="F2EFE6"/>
            </a:solidFill>
            <a:prstDash val="solid"/>
          </a:ln>
        </p:spPr>
      </p:sp>
      <p:sp>
        <p:nvSpPr>
          <p:cNvPr id="11" name="Forma 59"/>
          <p:cNvSpPr/>
          <p:nvPr/>
        </p:nvSpPr>
        <p:spPr>
          <a:xfrm>
            <a:off x="4489064" y="818937"/>
            <a:ext cx="4037716" cy="653705"/>
          </a:xfrm>
          <a:custGeom>
            <a:avLst/>
            <a:gdLst/>
            <a:ahLst/>
            <a:cxnLst/>
            <a:rect l="l" t="t" r="r" b="b"/>
            <a:pathLst>
              <a:path w="4037716" h="653705">
                <a:moveTo>
                  <a:pt x="3822192" y="633313"/>
                </a:moveTo>
                <a:cubicBezTo>
                  <a:pt x="3822192" y="635691"/>
                  <a:pt x="3821735" y="637977"/>
                  <a:pt x="3820820" y="640263"/>
                </a:cubicBezTo>
                <a:cubicBezTo>
                  <a:pt x="3819906" y="642457"/>
                  <a:pt x="3818626" y="644378"/>
                  <a:pt x="3816888" y="646115"/>
                </a:cubicBezTo>
                <a:cubicBezTo>
                  <a:pt x="3815243" y="647761"/>
                  <a:pt x="3813231" y="649133"/>
                  <a:pt x="3811036" y="650047"/>
                </a:cubicBezTo>
                <a:cubicBezTo>
                  <a:pt x="3808842" y="650961"/>
                  <a:pt x="3806464" y="651419"/>
                  <a:pt x="3804087" y="651419"/>
                </a:cubicBezTo>
                <a:cubicBezTo>
                  <a:pt x="3801709" y="651419"/>
                  <a:pt x="3799332" y="650961"/>
                  <a:pt x="3797137" y="650047"/>
                </a:cubicBezTo>
                <a:cubicBezTo>
                  <a:pt x="3794943" y="649133"/>
                  <a:pt x="3792931" y="647761"/>
                  <a:pt x="3791285" y="646115"/>
                </a:cubicBezTo>
                <a:cubicBezTo>
                  <a:pt x="3789548" y="644378"/>
                  <a:pt x="3788268" y="642457"/>
                  <a:pt x="3787353" y="640263"/>
                </a:cubicBezTo>
                <a:cubicBezTo>
                  <a:pt x="3786439" y="637977"/>
                  <a:pt x="3785982" y="635691"/>
                  <a:pt x="3785982" y="633313"/>
                </a:cubicBezTo>
                <a:cubicBezTo>
                  <a:pt x="3785982" y="630936"/>
                  <a:pt x="3786439" y="628559"/>
                  <a:pt x="3787353" y="626364"/>
                </a:cubicBezTo>
                <a:cubicBezTo>
                  <a:pt x="3788268" y="624169"/>
                  <a:pt x="3789548" y="622158"/>
                  <a:pt x="3791285" y="620512"/>
                </a:cubicBezTo>
                <a:cubicBezTo>
                  <a:pt x="3792931" y="618774"/>
                  <a:pt x="3794943" y="617494"/>
                  <a:pt x="3797137" y="616580"/>
                </a:cubicBezTo>
                <a:cubicBezTo>
                  <a:pt x="3799332" y="615666"/>
                  <a:pt x="3801709" y="615208"/>
                  <a:pt x="3804087" y="615208"/>
                </a:cubicBezTo>
                <a:cubicBezTo>
                  <a:pt x="3806464" y="615208"/>
                  <a:pt x="3808842" y="615666"/>
                  <a:pt x="3811036" y="616580"/>
                </a:cubicBezTo>
                <a:cubicBezTo>
                  <a:pt x="3813231" y="617494"/>
                  <a:pt x="3815243" y="618774"/>
                  <a:pt x="3816888" y="620512"/>
                </a:cubicBezTo>
                <a:cubicBezTo>
                  <a:pt x="3818626" y="622158"/>
                  <a:pt x="3819906" y="624169"/>
                  <a:pt x="3820820" y="626364"/>
                </a:cubicBezTo>
                <a:cubicBezTo>
                  <a:pt x="3821735" y="628559"/>
                  <a:pt x="3822192" y="630936"/>
                  <a:pt x="3822192" y="633313"/>
                </a:cubicBezTo>
              </a:path>
              <a:path w="4037716" h="653705">
                <a:moveTo>
                  <a:pt x="4029761" y="635691"/>
                </a:moveTo>
                <a:cubicBezTo>
                  <a:pt x="4029761" y="638068"/>
                  <a:pt x="4029304" y="640354"/>
                  <a:pt x="4028389" y="642549"/>
                </a:cubicBezTo>
                <a:cubicBezTo>
                  <a:pt x="4027475" y="644835"/>
                  <a:pt x="4026195" y="646755"/>
                  <a:pt x="4024457" y="648401"/>
                </a:cubicBezTo>
                <a:cubicBezTo>
                  <a:pt x="4022720" y="650138"/>
                  <a:pt x="4020800" y="651419"/>
                  <a:pt x="4018605" y="652333"/>
                </a:cubicBezTo>
                <a:cubicBezTo>
                  <a:pt x="4016319" y="653247"/>
                  <a:pt x="4014033" y="653705"/>
                  <a:pt x="4011656" y="653705"/>
                </a:cubicBezTo>
                <a:cubicBezTo>
                  <a:pt x="4009187" y="653705"/>
                  <a:pt x="4006901" y="653247"/>
                  <a:pt x="4004706" y="652333"/>
                </a:cubicBezTo>
                <a:cubicBezTo>
                  <a:pt x="4002420" y="651419"/>
                  <a:pt x="4000500" y="650138"/>
                  <a:pt x="3998763" y="648401"/>
                </a:cubicBezTo>
                <a:cubicBezTo>
                  <a:pt x="3997117" y="646755"/>
                  <a:pt x="3995745" y="644835"/>
                  <a:pt x="3994831" y="642549"/>
                </a:cubicBezTo>
                <a:cubicBezTo>
                  <a:pt x="3993916" y="640354"/>
                  <a:pt x="3993459" y="638068"/>
                  <a:pt x="3993459" y="635691"/>
                </a:cubicBezTo>
                <a:cubicBezTo>
                  <a:pt x="3993459" y="633222"/>
                  <a:pt x="3993916" y="630936"/>
                  <a:pt x="3994831" y="628741"/>
                </a:cubicBezTo>
                <a:cubicBezTo>
                  <a:pt x="3995745" y="626547"/>
                  <a:pt x="3997117" y="624535"/>
                  <a:pt x="3998763" y="622889"/>
                </a:cubicBezTo>
                <a:cubicBezTo>
                  <a:pt x="4000500" y="621152"/>
                  <a:pt x="4002420" y="619872"/>
                  <a:pt x="4004706" y="618957"/>
                </a:cubicBezTo>
                <a:cubicBezTo>
                  <a:pt x="4006901" y="618043"/>
                  <a:pt x="4009187" y="617586"/>
                  <a:pt x="4011656" y="617586"/>
                </a:cubicBezTo>
                <a:cubicBezTo>
                  <a:pt x="4014033" y="617586"/>
                  <a:pt x="4016319" y="618043"/>
                  <a:pt x="4018605" y="618957"/>
                </a:cubicBezTo>
                <a:cubicBezTo>
                  <a:pt x="4020800" y="619872"/>
                  <a:pt x="4022720" y="621152"/>
                  <a:pt x="4024457" y="622889"/>
                </a:cubicBezTo>
                <a:cubicBezTo>
                  <a:pt x="4026195" y="624535"/>
                  <a:pt x="4027475" y="626547"/>
                  <a:pt x="4028389" y="628741"/>
                </a:cubicBezTo>
                <a:cubicBezTo>
                  <a:pt x="4029304" y="630936"/>
                  <a:pt x="4029761" y="633222"/>
                  <a:pt x="4029761" y="635691"/>
                </a:cubicBezTo>
              </a:path>
              <a:path w="4037716" h="653705">
                <a:moveTo>
                  <a:pt x="36302" y="397855"/>
                </a:moveTo>
                <a:cubicBezTo>
                  <a:pt x="36302" y="400233"/>
                  <a:pt x="35844" y="402610"/>
                  <a:pt x="34930" y="404805"/>
                </a:cubicBezTo>
                <a:cubicBezTo>
                  <a:pt x="34016" y="406999"/>
                  <a:pt x="32644" y="409011"/>
                  <a:pt x="30998" y="410657"/>
                </a:cubicBezTo>
                <a:cubicBezTo>
                  <a:pt x="29261" y="412394"/>
                  <a:pt x="27341" y="413675"/>
                  <a:pt x="25055" y="414589"/>
                </a:cubicBezTo>
                <a:cubicBezTo>
                  <a:pt x="22860" y="415503"/>
                  <a:pt x="20574" y="415961"/>
                  <a:pt x="18105" y="415961"/>
                </a:cubicBezTo>
                <a:cubicBezTo>
                  <a:pt x="15728" y="415961"/>
                  <a:pt x="13442" y="415503"/>
                  <a:pt x="11156" y="414589"/>
                </a:cubicBezTo>
                <a:cubicBezTo>
                  <a:pt x="8961" y="413675"/>
                  <a:pt x="7041" y="412394"/>
                  <a:pt x="5304" y="410657"/>
                </a:cubicBezTo>
                <a:cubicBezTo>
                  <a:pt x="3658" y="409011"/>
                  <a:pt x="2286" y="406999"/>
                  <a:pt x="1372" y="404805"/>
                </a:cubicBezTo>
                <a:cubicBezTo>
                  <a:pt x="457" y="402610"/>
                  <a:pt x="0" y="400233"/>
                  <a:pt x="0" y="397855"/>
                </a:cubicBezTo>
                <a:cubicBezTo>
                  <a:pt x="0" y="395478"/>
                  <a:pt x="457" y="393192"/>
                  <a:pt x="1372" y="390906"/>
                </a:cubicBezTo>
                <a:cubicBezTo>
                  <a:pt x="2286" y="388711"/>
                  <a:pt x="3658" y="386791"/>
                  <a:pt x="5304" y="385054"/>
                </a:cubicBezTo>
                <a:cubicBezTo>
                  <a:pt x="7041" y="383408"/>
                  <a:pt x="8961" y="382036"/>
                  <a:pt x="11156" y="381122"/>
                </a:cubicBezTo>
                <a:cubicBezTo>
                  <a:pt x="13442" y="380208"/>
                  <a:pt x="15728" y="379750"/>
                  <a:pt x="18105" y="379750"/>
                </a:cubicBezTo>
                <a:cubicBezTo>
                  <a:pt x="20574" y="379750"/>
                  <a:pt x="22860" y="380208"/>
                  <a:pt x="25055" y="381122"/>
                </a:cubicBezTo>
                <a:cubicBezTo>
                  <a:pt x="27341" y="382036"/>
                  <a:pt x="29261" y="383408"/>
                  <a:pt x="30998" y="385054"/>
                </a:cubicBezTo>
                <a:cubicBezTo>
                  <a:pt x="32644" y="386791"/>
                  <a:pt x="34016" y="388711"/>
                  <a:pt x="34930" y="390906"/>
                </a:cubicBezTo>
                <a:cubicBezTo>
                  <a:pt x="35844" y="393192"/>
                  <a:pt x="36302" y="395478"/>
                  <a:pt x="36302" y="397855"/>
                </a:cubicBezTo>
              </a:path>
              <a:path w="4037716" h="653705">
                <a:moveTo>
                  <a:pt x="422910" y="344363"/>
                </a:moveTo>
                <a:cubicBezTo>
                  <a:pt x="422910" y="346740"/>
                  <a:pt x="422453" y="349118"/>
                  <a:pt x="421538" y="351312"/>
                </a:cubicBezTo>
                <a:cubicBezTo>
                  <a:pt x="420533" y="353507"/>
                  <a:pt x="419252" y="355427"/>
                  <a:pt x="417606" y="357165"/>
                </a:cubicBezTo>
                <a:cubicBezTo>
                  <a:pt x="415869" y="358902"/>
                  <a:pt x="413857" y="360182"/>
                  <a:pt x="411663" y="361097"/>
                </a:cubicBezTo>
                <a:cubicBezTo>
                  <a:pt x="409468" y="362011"/>
                  <a:pt x="407182" y="362468"/>
                  <a:pt x="404713" y="362468"/>
                </a:cubicBezTo>
                <a:cubicBezTo>
                  <a:pt x="402336" y="362468"/>
                  <a:pt x="400050" y="362011"/>
                  <a:pt x="397764" y="361097"/>
                </a:cubicBezTo>
                <a:cubicBezTo>
                  <a:pt x="395569" y="360182"/>
                  <a:pt x="393649" y="358902"/>
                  <a:pt x="391912" y="357165"/>
                </a:cubicBezTo>
                <a:cubicBezTo>
                  <a:pt x="390174" y="355427"/>
                  <a:pt x="388894" y="353507"/>
                  <a:pt x="387980" y="351312"/>
                </a:cubicBezTo>
                <a:cubicBezTo>
                  <a:pt x="387066" y="349118"/>
                  <a:pt x="386608" y="346740"/>
                  <a:pt x="386608" y="344363"/>
                </a:cubicBezTo>
                <a:cubicBezTo>
                  <a:pt x="386608" y="341986"/>
                  <a:pt x="387066" y="339700"/>
                  <a:pt x="387980" y="337414"/>
                </a:cubicBezTo>
                <a:cubicBezTo>
                  <a:pt x="388894" y="335219"/>
                  <a:pt x="390174" y="333299"/>
                  <a:pt x="391912" y="331561"/>
                </a:cubicBezTo>
                <a:cubicBezTo>
                  <a:pt x="393649" y="329916"/>
                  <a:pt x="395569" y="328544"/>
                  <a:pt x="397764" y="327630"/>
                </a:cubicBezTo>
                <a:cubicBezTo>
                  <a:pt x="400050" y="326715"/>
                  <a:pt x="402336" y="326258"/>
                  <a:pt x="404713" y="326258"/>
                </a:cubicBezTo>
                <a:cubicBezTo>
                  <a:pt x="407182" y="326258"/>
                  <a:pt x="409468" y="326715"/>
                  <a:pt x="411663" y="327630"/>
                </a:cubicBezTo>
                <a:cubicBezTo>
                  <a:pt x="413857" y="328544"/>
                  <a:pt x="415869" y="329916"/>
                  <a:pt x="417606" y="331561"/>
                </a:cubicBezTo>
                <a:cubicBezTo>
                  <a:pt x="419252" y="333299"/>
                  <a:pt x="420533" y="335219"/>
                  <a:pt x="421538" y="337414"/>
                </a:cubicBezTo>
                <a:cubicBezTo>
                  <a:pt x="422453" y="339700"/>
                  <a:pt x="422910" y="341986"/>
                  <a:pt x="422910" y="344363"/>
                </a:cubicBezTo>
              </a:path>
              <a:path w="4037716" h="653705">
                <a:moveTo>
                  <a:pt x="604784" y="406451"/>
                </a:moveTo>
                <a:cubicBezTo>
                  <a:pt x="604784" y="408828"/>
                  <a:pt x="604327" y="411114"/>
                  <a:pt x="603413" y="413400"/>
                </a:cubicBezTo>
                <a:cubicBezTo>
                  <a:pt x="602498" y="415595"/>
                  <a:pt x="601218" y="417515"/>
                  <a:pt x="599481" y="419252"/>
                </a:cubicBezTo>
                <a:cubicBezTo>
                  <a:pt x="597835" y="420898"/>
                  <a:pt x="595823" y="422270"/>
                  <a:pt x="593628" y="423184"/>
                </a:cubicBezTo>
                <a:cubicBezTo>
                  <a:pt x="591434" y="424099"/>
                  <a:pt x="589056" y="424556"/>
                  <a:pt x="586679" y="424556"/>
                </a:cubicBezTo>
                <a:cubicBezTo>
                  <a:pt x="584302" y="424556"/>
                  <a:pt x="581924" y="424099"/>
                  <a:pt x="579730" y="423184"/>
                </a:cubicBezTo>
                <a:cubicBezTo>
                  <a:pt x="577535" y="422270"/>
                  <a:pt x="575523" y="420898"/>
                  <a:pt x="573877" y="419252"/>
                </a:cubicBezTo>
                <a:cubicBezTo>
                  <a:pt x="572140" y="417515"/>
                  <a:pt x="570860" y="415595"/>
                  <a:pt x="569946" y="413400"/>
                </a:cubicBezTo>
                <a:cubicBezTo>
                  <a:pt x="569031" y="411114"/>
                  <a:pt x="568574" y="408828"/>
                  <a:pt x="568574" y="406451"/>
                </a:cubicBezTo>
                <a:cubicBezTo>
                  <a:pt x="568574" y="404073"/>
                  <a:pt x="569031" y="401696"/>
                  <a:pt x="569946" y="399501"/>
                </a:cubicBezTo>
                <a:cubicBezTo>
                  <a:pt x="570860" y="397307"/>
                  <a:pt x="572140" y="395387"/>
                  <a:pt x="573877" y="393649"/>
                </a:cubicBezTo>
                <a:cubicBezTo>
                  <a:pt x="575523" y="391912"/>
                  <a:pt x="577535" y="390632"/>
                  <a:pt x="579730" y="389717"/>
                </a:cubicBezTo>
                <a:cubicBezTo>
                  <a:pt x="581924" y="388803"/>
                  <a:pt x="584302" y="388346"/>
                  <a:pt x="586679" y="388346"/>
                </a:cubicBezTo>
                <a:cubicBezTo>
                  <a:pt x="589056" y="388346"/>
                  <a:pt x="591434" y="388803"/>
                  <a:pt x="593628" y="389717"/>
                </a:cubicBezTo>
                <a:cubicBezTo>
                  <a:pt x="595823" y="390632"/>
                  <a:pt x="597835" y="391912"/>
                  <a:pt x="599481" y="393649"/>
                </a:cubicBezTo>
                <a:cubicBezTo>
                  <a:pt x="601218" y="395387"/>
                  <a:pt x="602498" y="397307"/>
                  <a:pt x="603413" y="399501"/>
                </a:cubicBezTo>
                <a:cubicBezTo>
                  <a:pt x="604327" y="401696"/>
                  <a:pt x="604784" y="404073"/>
                  <a:pt x="604784" y="406451"/>
                </a:cubicBezTo>
              </a:path>
              <a:path w="4037716" h="653705">
                <a:moveTo>
                  <a:pt x="970361" y="420807"/>
                </a:moveTo>
                <a:cubicBezTo>
                  <a:pt x="970361" y="423184"/>
                  <a:pt x="969904" y="425470"/>
                  <a:pt x="968898" y="427756"/>
                </a:cubicBezTo>
                <a:cubicBezTo>
                  <a:pt x="967984" y="429951"/>
                  <a:pt x="966704" y="431871"/>
                  <a:pt x="964966" y="433608"/>
                </a:cubicBezTo>
                <a:cubicBezTo>
                  <a:pt x="963320" y="435254"/>
                  <a:pt x="961309" y="436626"/>
                  <a:pt x="959114" y="437540"/>
                </a:cubicBezTo>
                <a:cubicBezTo>
                  <a:pt x="956920" y="438455"/>
                  <a:pt x="954542" y="438912"/>
                  <a:pt x="952165" y="438912"/>
                </a:cubicBezTo>
                <a:cubicBezTo>
                  <a:pt x="949787" y="438912"/>
                  <a:pt x="947501" y="438455"/>
                  <a:pt x="945215" y="437540"/>
                </a:cubicBezTo>
                <a:cubicBezTo>
                  <a:pt x="943021" y="436626"/>
                  <a:pt x="941009" y="435254"/>
                  <a:pt x="939363" y="433608"/>
                </a:cubicBezTo>
                <a:cubicBezTo>
                  <a:pt x="937626" y="431871"/>
                  <a:pt x="936346" y="429951"/>
                  <a:pt x="935431" y="427756"/>
                </a:cubicBezTo>
                <a:cubicBezTo>
                  <a:pt x="934517" y="425470"/>
                  <a:pt x="934060" y="423184"/>
                  <a:pt x="934060" y="420807"/>
                </a:cubicBezTo>
                <a:cubicBezTo>
                  <a:pt x="934060" y="418429"/>
                  <a:pt x="934517" y="416052"/>
                  <a:pt x="935431" y="413857"/>
                </a:cubicBezTo>
                <a:cubicBezTo>
                  <a:pt x="936346" y="411663"/>
                  <a:pt x="937626" y="409651"/>
                  <a:pt x="939363" y="408005"/>
                </a:cubicBezTo>
                <a:cubicBezTo>
                  <a:pt x="941009" y="406268"/>
                  <a:pt x="943021" y="404988"/>
                  <a:pt x="945215" y="404073"/>
                </a:cubicBezTo>
                <a:cubicBezTo>
                  <a:pt x="947501" y="403159"/>
                  <a:pt x="949787" y="402702"/>
                  <a:pt x="952165" y="402702"/>
                </a:cubicBezTo>
                <a:cubicBezTo>
                  <a:pt x="954542" y="402702"/>
                  <a:pt x="956920" y="403159"/>
                  <a:pt x="959114" y="404073"/>
                </a:cubicBezTo>
                <a:cubicBezTo>
                  <a:pt x="961309" y="404988"/>
                  <a:pt x="963320" y="406268"/>
                  <a:pt x="964966" y="408005"/>
                </a:cubicBezTo>
                <a:cubicBezTo>
                  <a:pt x="966704" y="409651"/>
                  <a:pt x="967984" y="411663"/>
                  <a:pt x="968898" y="413857"/>
                </a:cubicBezTo>
                <a:cubicBezTo>
                  <a:pt x="969904" y="416052"/>
                  <a:pt x="970361" y="418429"/>
                  <a:pt x="970361" y="420807"/>
                </a:cubicBezTo>
              </a:path>
              <a:path w="4037716" h="653705">
                <a:moveTo>
                  <a:pt x="1231240" y="423916"/>
                </a:moveTo>
                <a:cubicBezTo>
                  <a:pt x="1231240" y="426385"/>
                  <a:pt x="1230782" y="428671"/>
                  <a:pt x="1229868" y="430865"/>
                </a:cubicBezTo>
                <a:cubicBezTo>
                  <a:pt x="1228862" y="433060"/>
                  <a:pt x="1227582" y="435072"/>
                  <a:pt x="1225936" y="436717"/>
                </a:cubicBezTo>
                <a:cubicBezTo>
                  <a:pt x="1224199" y="438455"/>
                  <a:pt x="1222187" y="439735"/>
                  <a:pt x="1219992" y="440649"/>
                </a:cubicBezTo>
                <a:cubicBezTo>
                  <a:pt x="1217798" y="441564"/>
                  <a:pt x="1215512" y="442021"/>
                  <a:pt x="1213043" y="442021"/>
                </a:cubicBezTo>
                <a:cubicBezTo>
                  <a:pt x="1210666" y="442021"/>
                  <a:pt x="1208380" y="441564"/>
                  <a:pt x="1206094" y="440649"/>
                </a:cubicBezTo>
                <a:cubicBezTo>
                  <a:pt x="1203899" y="439735"/>
                  <a:pt x="1201979" y="438455"/>
                  <a:pt x="1200241" y="436717"/>
                </a:cubicBezTo>
                <a:cubicBezTo>
                  <a:pt x="1198504" y="435072"/>
                  <a:pt x="1197224" y="433060"/>
                  <a:pt x="1196310" y="430865"/>
                </a:cubicBezTo>
                <a:cubicBezTo>
                  <a:pt x="1195395" y="428671"/>
                  <a:pt x="1194938" y="426385"/>
                  <a:pt x="1194938" y="423916"/>
                </a:cubicBezTo>
                <a:cubicBezTo>
                  <a:pt x="1194938" y="421538"/>
                  <a:pt x="1195395" y="419252"/>
                  <a:pt x="1196310" y="417058"/>
                </a:cubicBezTo>
                <a:cubicBezTo>
                  <a:pt x="1197224" y="414772"/>
                  <a:pt x="1198504" y="412852"/>
                  <a:pt x="1200241" y="411114"/>
                </a:cubicBezTo>
                <a:cubicBezTo>
                  <a:pt x="1201979" y="409468"/>
                  <a:pt x="1203899" y="408097"/>
                  <a:pt x="1206094" y="407182"/>
                </a:cubicBezTo>
                <a:cubicBezTo>
                  <a:pt x="1208380" y="406268"/>
                  <a:pt x="1210666" y="405811"/>
                  <a:pt x="1213043" y="405811"/>
                </a:cubicBezTo>
                <a:cubicBezTo>
                  <a:pt x="1215512" y="405811"/>
                  <a:pt x="1217798" y="406268"/>
                  <a:pt x="1219992" y="407182"/>
                </a:cubicBezTo>
                <a:cubicBezTo>
                  <a:pt x="1222187" y="408097"/>
                  <a:pt x="1224199" y="409468"/>
                  <a:pt x="1225936" y="411114"/>
                </a:cubicBezTo>
                <a:cubicBezTo>
                  <a:pt x="1227582" y="412852"/>
                  <a:pt x="1228862" y="414772"/>
                  <a:pt x="1229868" y="417058"/>
                </a:cubicBezTo>
                <a:cubicBezTo>
                  <a:pt x="1230782" y="419252"/>
                  <a:pt x="1231240" y="421538"/>
                  <a:pt x="1231240" y="423916"/>
                </a:cubicBezTo>
              </a:path>
              <a:path w="4037716" h="653705">
                <a:moveTo>
                  <a:pt x="1623426" y="470367"/>
                </a:moveTo>
                <a:cubicBezTo>
                  <a:pt x="1623426" y="472745"/>
                  <a:pt x="1622969" y="475031"/>
                  <a:pt x="1622054" y="477225"/>
                </a:cubicBezTo>
                <a:cubicBezTo>
                  <a:pt x="1621140" y="479511"/>
                  <a:pt x="1619860" y="481432"/>
                  <a:pt x="1618122" y="483169"/>
                </a:cubicBezTo>
                <a:cubicBezTo>
                  <a:pt x="1616476" y="484815"/>
                  <a:pt x="1614465" y="486095"/>
                  <a:pt x="1612270" y="487101"/>
                </a:cubicBezTo>
                <a:cubicBezTo>
                  <a:pt x="1609984" y="488015"/>
                  <a:pt x="1607698" y="488472"/>
                  <a:pt x="1605321" y="488472"/>
                </a:cubicBezTo>
                <a:cubicBezTo>
                  <a:pt x="1602943" y="488472"/>
                  <a:pt x="1600566" y="488015"/>
                  <a:pt x="1598371" y="487101"/>
                </a:cubicBezTo>
                <a:cubicBezTo>
                  <a:pt x="1596177" y="486095"/>
                  <a:pt x="1594165" y="484815"/>
                  <a:pt x="1592519" y="483169"/>
                </a:cubicBezTo>
                <a:cubicBezTo>
                  <a:pt x="1590782" y="481432"/>
                  <a:pt x="1589502" y="479511"/>
                  <a:pt x="1588587" y="477225"/>
                </a:cubicBezTo>
                <a:cubicBezTo>
                  <a:pt x="1587673" y="475031"/>
                  <a:pt x="1587124" y="472745"/>
                  <a:pt x="1587124" y="470367"/>
                </a:cubicBezTo>
                <a:cubicBezTo>
                  <a:pt x="1587124" y="467898"/>
                  <a:pt x="1587673" y="465612"/>
                  <a:pt x="1588587" y="463418"/>
                </a:cubicBezTo>
                <a:cubicBezTo>
                  <a:pt x="1589502" y="461223"/>
                  <a:pt x="1590782" y="459212"/>
                  <a:pt x="1592519" y="457566"/>
                </a:cubicBezTo>
                <a:cubicBezTo>
                  <a:pt x="1594165" y="455828"/>
                  <a:pt x="1596177" y="454548"/>
                  <a:pt x="1598371" y="453634"/>
                </a:cubicBezTo>
                <a:cubicBezTo>
                  <a:pt x="1600566" y="452719"/>
                  <a:pt x="1602943" y="452262"/>
                  <a:pt x="1605321" y="452262"/>
                </a:cubicBezTo>
                <a:cubicBezTo>
                  <a:pt x="1607698" y="452262"/>
                  <a:pt x="1609984" y="452719"/>
                  <a:pt x="1612270" y="453634"/>
                </a:cubicBezTo>
                <a:cubicBezTo>
                  <a:pt x="1614465" y="454548"/>
                  <a:pt x="1616476" y="455828"/>
                  <a:pt x="1618122" y="457566"/>
                </a:cubicBezTo>
                <a:cubicBezTo>
                  <a:pt x="1619860" y="459212"/>
                  <a:pt x="1621140" y="461223"/>
                  <a:pt x="1622054" y="463418"/>
                </a:cubicBezTo>
                <a:cubicBezTo>
                  <a:pt x="1622969" y="465612"/>
                  <a:pt x="1623426" y="467898"/>
                  <a:pt x="1623426" y="470367"/>
                </a:cubicBezTo>
              </a:path>
              <a:path w="4037716" h="653705">
                <a:moveTo>
                  <a:pt x="1907896" y="405079"/>
                </a:moveTo>
                <a:cubicBezTo>
                  <a:pt x="1907896" y="407548"/>
                  <a:pt x="1907438" y="409834"/>
                  <a:pt x="1906524" y="412029"/>
                </a:cubicBezTo>
                <a:cubicBezTo>
                  <a:pt x="1905610" y="414223"/>
                  <a:pt x="1904329" y="416235"/>
                  <a:pt x="1902592" y="417881"/>
                </a:cubicBezTo>
                <a:cubicBezTo>
                  <a:pt x="1900946" y="419618"/>
                  <a:pt x="1898934" y="420898"/>
                  <a:pt x="1896740" y="421813"/>
                </a:cubicBezTo>
                <a:cubicBezTo>
                  <a:pt x="1894454" y="422727"/>
                  <a:pt x="1892168" y="423184"/>
                  <a:pt x="1889790" y="423184"/>
                </a:cubicBezTo>
                <a:cubicBezTo>
                  <a:pt x="1887413" y="423184"/>
                  <a:pt x="1885036" y="422727"/>
                  <a:pt x="1882841" y="421813"/>
                </a:cubicBezTo>
                <a:cubicBezTo>
                  <a:pt x="1880646" y="420898"/>
                  <a:pt x="1878635" y="419618"/>
                  <a:pt x="1876989" y="417881"/>
                </a:cubicBezTo>
                <a:cubicBezTo>
                  <a:pt x="1875252" y="416235"/>
                  <a:pt x="1873971" y="414223"/>
                  <a:pt x="1873057" y="412029"/>
                </a:cubicBezTo>
                <a:cubicBezTo>
                  <a:pt x="1872143" y="409834"/>
                  <a:pt x="1871594" y="407548"/>
                  <a:pt x="1871594" y="405079"/>
                </a:cubicBezTo>
                <a:cubicBezTo>
                  <a:pt x="1871594" y="402702"/>
                  <a:pt x="1872143" y="400416"/>
                  <a:pt x="1873057" y="398221"/>
                </a:cubicBezTo>
                <a:cubicBezTo>
                  <a:pt x="1873971" y="395935"/>
                  <a:pt x="1875252" y="394015"/>
                  <a:pt x="1876989" y="392278"/>
                </a:cubicBezTo>
                <a:cubicBezTo>
                  <a:pt x="1878635" y="390632"/>
                  <a:pt x="1880646" y="389260"/>
                  <a:pt x="1882841" y="388346"/>
                </a:cubicBezTo>
                <a:cubicBezTo>
                  <a:pt x="1885036" y="387431"/>
                  <a:pt x="1887413" y="386974"/>
                  <a:pt x="1889790" y="386974"/>
                </a:cubicBezTo>
                <a:cubicBezTo>
                  <a:pt x="1892168" y="386974"/>
                  <a:pt x="1894454" y="387431"/>
                  <a:pt x="1896740" y="388346"/>
                </a:cubicBezTo>
                <a:cubicBezTo>
                  <a:pt x="1898934" y="389260"/>
                  <a:pt x="1900946" y="390632"/>
                  <a:pt x="1902592" y="392278"/>
                </a:cubicBezTo>
                <a:cubicBezTo>
                  <a:pt x="1904329" y="394015"/>
                  <a:pt x="1905610" y="395935"/>
                  <a:pt x="1906524" y="398221"/>
                </a:cubicBezTo>
                <a:cubicBezTo>
                  <a:pt x="1907438" y="400416"/>
                  <a:pt x="1907896" y="402702"/>
                  <a:pt x="1907896" y="405079"/>
                </a:cubicBezTo>
              </a:path>
              <a:path w="4037716" h="653705">
                <a:moveTo>
                  <a:pt x="2135215" y="421996"/>
                </a:moveTo>
                <a:cubicBezTo>
                  <a:pt x="2135215" y="424373"/>
                  <a:pt x="2134758" y="426750"/>
                  <a:pt x="2133844" y="428945"/>
                </a:cubicBezTo>
                <a:cubicBezTo>
                  <a:pt x="2132929" y="431140"/>
                  <a:pt x="2131558" y="433060"/>
                  <a:pt x="2129912" y="434797"/>
                </a:cubicBezTo>
                <a:cubicBezTo>
                  <a:pt x="2128175" y="436535"/>
                  <a:pt x="2126254" y="437815"/>
                  <a:pt x="2124060" y="438729"/>
                </a:cubicBezTo>
                <a:cubicBezTo>
                  <a:pt x="2121774" y="439644"/>
                  <a:pt x="2119488" y="440101"/>
                  <a:pt x="2117110" y="440101"/>
                </a:cubicBezTo>
                <a:cubicBezTo>
                  <a:pt x="2114641" y="440101"/>
                  <a:pt x="2112355" y="439644"/>
                  <a:pt x="2110161" y="438729"/>
                </a:cubicBezTo>
                <a:cubicBezTo>
                  <a:pt x="2107875" y="437815"/>
                  <a:pt x="2105955" y="436535"/>
                  <a:pt x="2104217" y="434797"/>
                </a:cubicBezTo>
                <a:cubicBezTo>
                  <a:pt x="2102571" y="433060"/>
                  <a:pt x="2101200" y="431140"/>
                  <a:pt x="2100285" y="428945"/>
                </a:cubicBezTo>
                <a:cubicBezTo>
                  <a:pt x="2099371" y="426750"/>
                  <a:pt x="2098914" y="424373"/>
                  <a:pt x="2098914" y="421996"/>
                </a:cubicBezTo>
                <a:cubicBezTo>
                  <a:pt x="2098914" y="419618"/>
                  <a:pt x="2099371" y="417332"/>
                  <a:pt x="2100285" y="415046"/>
                </a:cubicBezTo>
                <a:cubicBezTo>
                  <a:pt x="2101200" y="412852"/>
                  <a:pt x="2102571" y="410931"/>
                  <a:pt x="2104217" y="409194"/>
                </a:cubicBezTo>
                <a:cubicBezTo>
                  <a:pt x="2105955" y="407548"/>
                  <a:pt x="2107875" y="406176"/>
                  <a:pt x="2110161" y="405262"/>
                </a:cubicBezTo>
                <a:cubicBezTo>
                  <a:pt x="2112355" y="404348"/>
                  <a:pt x="2114641" y="403890"/>
                  <a:pt x="2117110" y="403890"/>
                </a:cubicBezTo>
                <a:cubicBezTo>
                  <a:pt x="2119488" y="403890"/>
                  <a:pt x="2121774" y="404348"/>
                  <a:pt x="2124060" y="405262"/>
                </a:cubicBezTo>
                <a:cubicBezTo>
                  <a:pt x="2126254" y="406176"/>
                  <a:pt x="2128175" y="407548"/>
                  <a:pt x="2129912" y="409194"/>
                </a:cubicBezTo>
                <a:cubicBezTo>
                  <a:pt x="2131558" y="410931"/>
                  <a:pt x="2132929" y="412852"/>
                  <a:pt x="2133844" y="415046"/>
                </a:cubicBezTo>
                <a:cubicBezTo>
                  <a:pt x="2134758" y="417332"/>
                  <a:pt x="2135215" y="419618"/>
                  <a:pt x="2135215" y="421996"/>
                </a:cubicBezTo>
              </a:path>
              <a:path w="4037716" h="653705">
                <a:moveTo>
                  <a:pt x="2539929" y="394015"/>
                </a:moveTo>
                <a:cubicBezTo>
                  <a:pt x="2539929" y="396392"/>
                  <a:pt x="2539380" y="398678"/>
                  <a:pt x="2538466" y="400873"/>
                </a:cubicBezTo>
                <a:cubicBezTo>
                  <a:pt x="2537551" y="403159"/>
                  <a:pt x="2536271" y="405079"/>
                  <a:pt x="2534534" y="406817"/>
                </a:cubicBezTo>
                <a:cubicBezTo>
                  <a:pt x="2532888" y="408462"/>
                  <a:pt x="2530876" y="409743"/>
                  <a:pt x="2528682" y="410657"/>
                </a:cubicBezTo>
                <a:cubicBezTo>
                  <a:pt x="2526487" y="411663"/>
                  <a:pt x="2524110" y="412120"/>
                  <a:pt x="2521732" y="412120"/>
                </a:cubicBezTo>
                <a:cubicBezTo>
                  <a:pt x="2519355" y="412120"/>
                  <a:pt x="2517069" y="411663"/>
                  <a:pt x="2514783" y="410657"/>
                </a:cubicBezTo>
                <a:cubicBezTo>
                  <a:pt x="2512588" y="409743"/>
                  <a:pt x="2510577" y="408462"/>
                  <a:pt x="2508931" y="406817"/>
                </a:cubicBezTo>
                <a:cubicBezTo>
                  <a:pt x="2507193" y="405079"/>
                  <a:pt x="2505913" y="403159"/>
                  <a:pt x="2504999" y="400873"/>
                </a:cubicBezTo>
                <a:cubicBezTo>
                  <a:pt x="2504084" y="398678"/>
                  <a:pt x="2503627" y="396392"/>
                  <a:pt x="2503627" y="394015"/>
                </a:cubicBezTo>
                <a:cubicBezTo>
                  <a:pt x="2503627" y="391546"/>
                  <a:pt x="2504084" y="389260"/>
                  <a:pt x="2504999" y="387066"/>
                </a:cubicBezTo>
                <a:cubicBezTo>
                  <a:pt x="2505913" y="384871"/>
                  <a:pt x="2507193" y="382859"/>
                  <a:pt x="2508931" y="381213"/>
                </a:cubicBezTo>
                <a:cubicBezTo>
                  <a:pt x="2510577" y="379476"/>
                  <a:pt x="2512588" y="378196"/>
                  <a:pt x="2514783" y="377281"/>
                </a:cubicBezTo>
                <a:cubicBezTo>
                  <a:pt x="2517069" y="376367"/>
                  <a:pt x="2519355" y="375910"/>
                  <a:pt x="2521732" y="375910"/>
                </a:cubicBezTo>
                <a:cubicBezTo>
                  <a:pt x="2524110" y="375910"/>
                  <a:pt x="2526487" y="376367"/>
                  <a:pt x="2528682" y="377281"/>
                </a:cubicBezTo>
                <a:cubicBezTo>
                  <a:pt x="2530876" y="378196"/>
                  <a:pt x="2532888" y="379476"/>
                  <a:pt x="2534534" y="381213"/>
                </a:cubicBezTo>
                <a:cubicBezTo>
                  <a:pt x="2536271" y="382859"/>
                  <a:pt x="2537551" y="384871"/>
                  <a:pt x="2538466" y="387066"/>
                </a:cubicBezTo>
                <a:cubicBezTo>
                  <a:pt x="2539380" y="389260"/>
                  <a:pt x="2539929" y="391546"/>
                  <a:pt x="2539929" y="394015"/>
                </a:cubicBezTo>
              </a:path>
              <a:path w="4037716" h="653705">
                <a:moveTo>
                  <a:pt x="2763500" y="320772"/>
                </a:moveTo>
                <a:cubicBezTo>
                  <a:pt x="2763500" y="323149"/>
                  <a:pt x="2763042" y="325526"/>
                  <a:pt x="2762128" y="327721"/>
                </a:cubicBezTo>
                <a:cubicBezTo>
                  <a:pt x="2761214" y="329916"/>
                  <a:pt x="2759842" y="331836"/>
                  <a:pt x="2758196" y="333573"/>
                </a:cubicBezTo>
                <a:cubicBezTo>
                  <a:pt x="2756459" y="335310"/>
                  <a:pt x="2754539" y="336591"/>
                  <a:pt x="2752253" y="337505"/>
                </a:cubicBezTo>
                <a:cubicBezTo>
                  <a:pt x="2750058" y="338419"/>
                  <a:pt x="2747772" y="338877"/>
                  <a:pt x="2745303" y="338877"/>
                </a:cubicBezTo>
                <a:cubicBezTo>
                  <a:pt x="2742926" y="338877"/>
                  <a:pt x="2740640" y="338419"/>
                  <a:pt x="2738445" y="337505"/>
                </a:cubicBezTo>
                <a:cubicBezTo>
                  <a:pt x="2736159" y="336591"/>
                  <a:pt x="2734239" y="335310"/>
                  <a:pt x="2732502" y="333573"/>
                </a:cubicBezTo>
                <a:cubicBezTo>
                  <a:pt x="2730856" y="331836"/>
                  <a:pt x="2729484" y="329916"/>
                  <a:pt x="2728570" y="327721"/>
                </a:cubicBezTo>
                <a:cubicBezTo>
                  <a:pt x="2727655" y="325526"/>
                  <a:pt x="2727198" y="323149"/>
                  <a:pt x="2727198" y="320772"/>
                </a:cubicBezTo>
                <a:cubicBezTo>
                  <a:pt x="2727198" y="318394"/>
                  <a:pt x="2727655" y="316108"/>
                  <a:pt x="2728570" y="313822"/>
                </a:cubicBezTo>
                <a:cubicBezTo>
                  <a:pt x="2729484" y="311628"/>
                  <a:pt x="2730856" y="309707"/>
                  <a:pt x="2732502" y="307970"/>
                </a:cubicBezTo>
                <a:cubicBezTo>
                  <a:pt x="2734239" y="306233"/>
                  <a:pt x="2736159" y="304952"/>
                  <a:pt x="2738445" y="304038"/>
                </a:cubicBezTo>
                <a:cubicBezTo>
                  <a:pt x="2740640" y="303124"/>
                  <a:pt x="2742926" y="302666"/>
                  <a:pt x="2745303" y="302666"/>
                </a:cubicBezTo>
                <a:cubicBezTo>
                  <a:pt x="2747772" y="302666"/>
                  <a:pt x="2750058" y="303124"/>
                  <a:pt x="2752253" y="304038"/>
                </a:cubicBezTo>
                <a:cubicBezTo>
                  <a:pt x="2754539" y="304952"/>
                  <a:pt x="2756459" y="306233"/>
                  <a:pt x="2758196" y="307970"/>
                </a:cubicBezTo>
                <a:cubicBezTo>
                  <a:pt x="2759842" y="309707"/>
                  <a:pt x="2761214" y="311628"/>
                  <a:pt x="2762128" y="313822"/>
                </a:cubicBezTo>
                <a:cubicBezTo>
                  <a:pt x="2763042" y="316108"/>
                  <a:pt x="2763500" y="318394"/>
                  <a:pt x="2763500" y="320772"/>
                </a:cubicBezTo>
              </a:path>
              <a:path w="4037716" h="653705">
                <a:moveTo>
                  <a:pt x="3186501" y="322783"/>
                </a:moveTo>
                <a:cubicBezTo>
                  <a:pt x="3186501" y="325161"/>
                  <a:pt x="3186044" y="327538"/>
                  <a:pt x="3185130" y="329733"/>
                </a:cubicBezTo>
                <a:cubicBezTo>
                  <a:pt x="3184215" y="331927"/>
                  <a:pt x="3182844" y="333847"/>
                  <a:pt x="3181198" y="335585"/>
                </a:cubicBezTo>
                <a:cubicBezTo>
                  <a:pt x="3179460" y="337322"/>
                  <a:pt x="3177540" y="338602"/>
                  <a:pt x="3175254" y="339517"/>
                </a:cubicBezTo>
                <a:cubicBezTo>
                  <a:pt x="3173059" y="340431"/>
                  <a:pt x="3170773" y="340888"/>
                  <a:pt x="3168396" y="340888"/>
                </a:cubicBezTo>
                <a:cubicBezTo>
                  <a:pt x="3165927" y="340888"/>
                  <a:pt x="3163641" y="340431"/>
                  <a:pt x="3161447" y="339517"/>
                </a:cubicBezTo>
                <a:cubicBezTo>
                  <a:pt x="3159161" y="338602"/>
                  <a:pt x="3157240" y="337322"/>
                  <a:pt x="3155503" y="335585"/>
                </a:cubicBezTo>
                <a:cubicBezTo>
                  <a:pt x="3153857" y="333847"/>
                  <a:pt x="3152485" y="331927"/>
                  <a:pt x="3151571" y="329733"/>
                </a:cubicBezTo>
                <a:cubicBezTo>
                  <a:pt x="3150657" y="327538"/>
                  <a:pt x="3150199" y="325161"/>
                  <a:pt x="3150199" y="322783"/>
                </a:cubicBezTo>
                <a:cubicBezTo>
                  <a:pt x="3150199" y="320406"/>
                  <a:pt x="3150657" y="318120"/>
                  <a:pt x="3151571" y="315834"/>
                </a:cubicBezTo>
                <a:cubicBezTo>
                  <a:pt x="3152485" y="313639"/>
                  <a:pt x="3153857" y="311719"/>
                  <a:pt x="3155503" y="309982"/>
                </a:cubicBezTo>
                <a:cubicBezTo>
                  <a:pt x="3157240" y="308244"/>
                  <a:pt x="3159161" y="306964"/>
                  <a:pt x="3161447" y="306050"/>
                </a:cubicBezTo>
                <a:cubicBezTo>
                  <a:pt x="3163641" y="305135"/>
                  <a:pt x="3165927" y="304678"/>
                  <a:pt x="3168396" y="304678"/>
                </a:cubicBezTo>
                <a:cubicBezTo>
                  <a:pt x="3170773" y="304678"/>
                  <a:pt x="3173059" y="305135"/>
                  <a:pt x="3175254" y="306050"/>
                </a:cubicBezTo>
                <a:cubicBezTo>
                  <a:pt x="3177540" y="306964"/>
                  <a:pt x="3179460" y="308244"/>
                  <a:pt x="3181198" y="309982"/>
                </a:cubicBezTo>
                <a:cubicBezTo>
                  <a:pt x="3182844" y="311719"/>
                  <a:pt x="3184215" y="313639"/>
                  <a:pt x="3185130" y="315834"/>
                </a:cubicBezTo>
                <a:cubicBezTo>
                  <a:pt x="3186044" y="318120"/>
                  <a:pt x="3186501" y="320406"/>
                  <a:pt x="3186501" y="322783"/>
                </a:cubicBezTo>
              </a:path>
              <a:path w="4037716" h="653705">
                <a:moveTo>
                  <a:pt x="3390870" y="432145"/>
                </a:moveTo>
                <a:cubicBezTo>
                  <a:pt x="3390870" y="434614"/>
                  <a:pt x="3390412" y="436900"/>
                  <a:pt x="3389498" y="439095"/>
                </a:cubicBezTo>
                <a:cubicBezTo>
                  <a:pt x="3388584" y="441289"/>
                  <a:pt x="3387303" y="443301"/>
                  <a:pt x="3385566" y="444947"/>
                </a:cubicBezTo>
                <a:cubicBezTo>
                  <a:pt x="3383829" y="446684"/>
                  <a:pt x="3381908" y="447965"/>
                  <a:pt x="3379714" y="448879"/>
                </a:cubicBezTo>
                <a:cubicBezTo>
                  <a:pt x="3377428" y="449793"/>
                  <a:pt x="3375142" y="450251"/>
                  <a:pt x="3372764" y="450251"/>
                </a:cubicBezTo>
                <a:cubicBezTo>
                  <a:pt x="3370296" y="450251"/>
                  <a:pt x="3368010" y="449793"/>
                  <a:pt x="3365815" y="448879"/>
                </a:cubicBezTo>
                <a:cubicBezTo>
                  <a:pt x="3363529" y="447965"/>
                  <a:pt x="3361609" y="446684"/>
                  <a:pt x="3359871" y="444947"/>
                </a:cubicBezTo>
                <a:cubicBezTo>
                  <a:pt x="3358225" y="443301"/>
                  <a:pt x="3356945" y="441289"/>
                  <a:pt x="3355939" y="439095"/>
                </a:cubicBezTo>
                <a:cubicBezTo>
                  <a:pt x="3355025" y="436900"/>
                  <a:pt x="3354568" y="434614"/>
                  <a:pt x="3354568" y="432145"/>
                </a:cubicBezTo>
                <a:cubicBezTo>
                  <a:pt x="3354568" y="429768"/>
                  <a:pt x="3355025" y="427482"/>
                  <a:pt x="3355939" y="425287"/>
                </a:cubicBezTo>
                <a:cubicBezTo>
                  <a:pt x="3356945" y="423001"/>
                  <a:pt x="3358225" y="421081"/>
                  <a:pt x="3359871" y="419435"/>
                </a:cubicBezTo>
                <a:cubicBezTo>
                  <a:pt x="3361609" y="417698"/>
                  <a:pt x="3363529" y="416418"/>
                  <a:pt x="3365815" y="415503"/>
                </a:cubicBezTo>
                <a:cubicBezTo>
                  <a:pt x="3368010" y="414589"/>
                  <a:pt x="3370296" y="414132"/>
                  <a:pt x="3372764" y="414132"/>
                </a:cubicBezTo>
                <a:cubicBezTo>
                  <a:pt x="3375142" y="414132"/>
                  <a:pt x="3377428" y="414589"/>
                  <a:pt x="3379714" y="415503"/>
                </a:cubicBezTo>
                <a:cubicBezTo>
                  <a:pt x="3381908" y="416418"/>
                  <a:pt x="3383829" y="417698"/>
                  <a:pt x="3385566" y="419435"/>
                </a:cubicBezTo>
                <a:cubicBezTo>
                  <a:pt x="3387303" y="421081"/>
                  <a:pt x="3388584" y="423001"/>
                  <a:pt x="3389498" y="425287"/>
                </a:cubicBezTo>
                <a:cubicBezTo>
                  <a:pt x="3390412" y="427482"/>
                  <a:pt x="3390870" y="429768"/>
                  <a:pt x="3390870" y="432145"/>
                </a:cubicBezTo>
              </a:path>
              <a:path w="4037716" h="653705">
                <a:moveTo>
                  <a:pt x="3691250" y="352593"/>
                </a:moveTo>
                <a:cubicBezTo>
                  <a:pt x="3691250" y="355062"/>
                  <a:pt x="3690793" y="357348"/>
                  <a:pt x="3689878" y="359542"/>
                </a:cubicBezTo>
                <a:cubicBezTo>
                  <a:pt x="3688964" y="361737"/>
                  <a:pt x="3687684" y="363748"/>
                  <a:pt x="3685946" y="365394"/>
                </a:cubicBezTo>
                <a:cubicBezTo>
                  <a:pt x="3684300" y="367132"/>
                  <a:pt x="3682289" y="368412"/>
                  <a:pt x="3680094" y="369326"/>
                </a:cubicBezTo>
                <a:cubicBezTo>
                  <a:pt x="3677900" y="370241"/>
                  <a:pt x="3675522" y="370698"/>
                  <a:pt x="3673145" y="370698"/>
                </a:cubicBezTo>
                <a:cubicBezTo>
                  <a:pt x="3670767" y="370698"/>
                  <a:pt x="3668390" y="370241"/>
                  <a:pt x="3666195" y="369326"/>
                </a:cubicBezTo>
                <a:cubicBezTo>
                  <a:pt x="3664001" y="368412"/>
                  <a:pt x="3661989" y="367132"/>
                  <a:pt x="3660343" y="365394"/>
                </a:cubicBezTo>
                <a:cubicBezTo>
                  <a:pt x="3658606" y="363748"/>
                  <a:pt x="3657326" y="361737"/>
                  <a:pt x="3656411" y="359542"/>
                </a:cubicBezTo>
                <a:cubicBezTo>
                  <a:pt x="3655497" y="357348"/>
                  <a:pt x="3654948" y="355062"/>
                  <a:pt x="3655040" y="352593"/>
                </a:cubicBezTo>
                <a:cubicBezTo>
                  <a:pt x="3654948" y="350215"/>
                  <a:pt x="3655497" y="347929"/>
                  <a:pt x="3656411" y="345735"/>
                </a:cubicBezTo>
                <a:cubicBezTo>
                  <a:pt x="3657326" y="343449"/>
                  <a:pt x="3658606" y="341528"/>
                  <a:pt x="3660343" y="339791"/>
                </a:cubicBezTo>
                <a:cubicBezTo>
                  <a:pt x="3661989" y="338145"/>
                  <a:pt x="3664001" y="336774"/>
                  <a:pt x="3666195" y="335859"/>
                </a:cubicBezTo>
                <a:cubicBezTo>
                  <a:pt x="3668390" y="334945"/>
                  <a:pt x="3670767" y="334488"/>
                  <a:pt x="3673145" y="334488"/>
                </a:cubicBezTo>
                <a:cubicBezTo>
                  <a:pt x="3675522" y="334488"/>
                  <a:pt x="3677900" y="334945"/>
                  <a:pt x="3680094" y="335859"/>
                </a:cubicBezTo>
                <a:cubicBezTo>
                  <a:pt x="3682289" y="336774"/>
                  <a:pt x="3684300" y="338145"/>
                  <a:pt x="3685946" y="339791"/>
                </a:cubicBezTo>
                <a:cubicBezTo>
                  <a:pt x="3687684" y="341528"/>
                  <a:pt x="3688964" y="343449"/>
                  <a:pt x="3689878" y="345735"/>
                </a:cubicBezTo>
                <a:cubicBezTo>
                  <a:pt x="3690793" y="347929"/>
                  <a:pt x="3691250" y="350215"/>
                  <a:pt x="3691250" y="352593"/>
                </a:cubicBezTo>
              </a:path>
              <a:path w="4037716" h="653705">
                <a:moveTo>
                  <a:pt x="4037716" y="453268"/>
                </a:moveTo>
                <a:cubicBezTo>
                  <a:pt x="4037716" y="455646"/>
                  <a:pt x="4037259" y="457932"/>
                  <a:pt x="4036344" y="460126"/>
                </a:cubicBezTo>
                <a:cubicBezTo>
                  <a:pt x="4035430" y="462412"/>
                  <a:pt x="4034058" y="464332"/>
                  <a:pt x="4032413" y="466070"/>
                </a:cubicBezTo>
                <a:cubicBezTo>
                  <a:pt x="4030675" y="467716"/>
                  <a:pt x="4028755" y="469087"/>
                  <a:pt x="4026469" y="470002"/>
                </a:cubicBezTo>
                <a:cubicBezTo>
                  <a:pt x="4024274" y="470916"/>
                  <a:pt x="4021988" y="471373"/>
                  <a:pt x="4019520" y="471373"/>
                </a:cubicBezTo>
                <a:cubicBezTo>
                  <a:pt x="4017142" y="471373"/>
                  <a:pt x="4014856" y="470916"/>
                  <a:pt x="4012570" y="470002"/>
                </a:cubicBezTo>
                <a:cubicBezTo>
                  <a:pt x="4010376" y="469087"/>
                  <a:pt x="4008455" y="467716"/>
                  <a:pt x="4006718" y="466070"/>
                </a:cubicBezTo>
                <a:cubicBezTo>
                  <a:pt x="4004981" y="464332"/>
                  <a:pt x="4003700" y="462412"/>
                  <a:pt x="4002786" y="460126"/>
                </a:cubicBezTo>
                <a:cubicBezTo>
                  <a:pt x="4001872" y="457932"/>
                  <a:pt x="4001414" y="455646"/>
                  <a:pt x="4001414" y="453268"/>
                </a:cubicBezTo>
                <a:cubicBezTo>
                  <a:pt x="4001414" y="450799"/>
                  <a:pt x="4001872" y="448513"/>
                  <a:pt x="4002786" y="446319"/>
                </a:cubicBezTo>
                <a:cubicBezTo>
                  <a:pt x="4003700" y="444124"/>
                  <a:pt x="4004981" y="442112"/>
                  <a:pt x="4006718" y="440466"/>
                </a:cubicBezTo>
                <a:cubicBezTo>
                  <a:pt x="4008455" y="438729"/>
                  <a:pt x="4010376" y="437449"/>
                  <a:pt x="4012570" y="436535"/>
                </a:cubicBezTo>
                <a:cubicBezTo>
                  <a:pt x="4014856" y="435620"/>
                  <a:pt x="4017142" y="435163"/>
                  <a:pt x="4019520" y="435163"/>
                </a:cubicBezTo>
                <a:cubicBezTo>
                  <a:pt x="4021988" y="435163"/>
                  <a:pt x="4024274" y="435620"/>
                  <a:pt x="4026469" y="436535"/>
                </a:cubicBezTo>
                <a:cubicBezTo>
                  <a:pt x="4028755" y="437449"/>
                  <a:pt x="4030675" y="438729"/>
                  <a:pt x="4032413" y="440466"/>
                </a:cubicBezTo>
                <a:cubicBezTo>
                  <a:pt x="4034058" y="442112"/>
                  <a:pt x="4035430" y="444124"/>
                  <a:pt x="4036344" y="446319"/>
                </a:cubicBezTo>
                <a:cubicBezTo>
                  <a:pt x="4037259" y="448513"/>
                  <a:pt x="4037716" y="450799"/>
                  <a:pt x="4037716" y="453268"/>
                </a:cubicBezTo>
              </a:path>
              <a:path w="4037716" h="653705">
                <a:moveTo>
                  <a:pt x="36302" y="22311"/>
                </a:moveTo>
                <a:cubicBezTo>
                  <a:pt x="36302" y="24689"/>
                  <a:pt x="35844" y="27066"/>
                  <a:pt x="34930" y="29261"/>
                </a:cubicBezTo>
                <a:cubicBezTo>
                  <a:pt x="34016" y="31455"/>
                  <a:pt x="32644" y="33467"/>
                  <a:pt x="30998" y="35113"/>
                </a:cubicBezTo>
                <a:cubicBezTo>
                  <a:pt x="29261" y="36850"/>
                  <a:pt x="27341" y="38130"/>
                  <a:pt x="25055" y="39045"/>
                </a:cubicBezTo>
                <a:cubicBezTo>
                  <a:pt x="22860" y="39959"/>
                  <a:pt x="20574" y="40416"/>
                  <a:pt x="18105" y="40416"/>
                </a:cubicBezTo>
                <a:cubicBezTo>
                  <a:pt x="15728" y="40416"/>
                  <a:pt x="13442" y="39959"/>
                  <a:pt x="11156" y="39045"/>
                </a:cubicBezTo>
                <a:cubicBezTo>
                  <a:pt x="8961" y="38130"/>
                  <a:pt x="7041" y="36850"/>
                  <a:pt x="5304" y="35113"/>
                </a:cubicBezTo>
                <a:cubicBezTo>
                  <a:pt x="3658" y="33467"/>
                  <a:pt x="2286" y="31455"/>
                  <a:pt x="1372" y="29261"/>
                </a:cubicBezTo>
                <a:cubicBezTo>
                  <a:pt x="457" y="27066"/>
                  <a:pt x="0" y="24689"/>
                  <a:pt x="0" y="22311"/>
                </a:cubicBezTo>
                <a:cubicBezTo>
                  <a:pt x="0" y="19934"/>
                  <a:pt x="457" y="17648"/>
                  <a:pt x="1372" y="15362"/>
                </a:cubicBezTo>
                <a:cubicBezTo>
                  <a:pt x="2286" y="13167"/>
                  <a:pt x="3658" y="11247"/>
                  <a:pt x="5304" y="9510"/>
                </a:cubicBezTo>
                <a:cubicBezTo>
                  <a:pt x="7041" y="7864"/>
                  <a:pt x="8961" y="6492"/>
                  <a:pt x="11156" y="5578"/>
                </a:cubicBezTo>
                <a:cubicBezTo>
                  <a:pt x="13442" y="4663"/>
                  <a:pt x="15728" y="4206"/>
                  <a:pt x="18105" y="4206"/>
                </a:cubicBezTo>
                <a:cubicBezTo>
                  <a:pt x="20574" y="4206"/>
                  <a:pt x="22860" y="4663"/>
                  <a:pt x="25055" y="5578"/>
                </a:cubicBezTo>
                <a:cubicBezTo>
                  <a:pt x="27341" y="6492"/>
                  <a:pt x="29261" y="7864"/>
                  <a:pt x="30998" y="9510"/>
                </a:cubicBezTo>
                <a:cubicBezTo>
                  <a:pt x="32644" y="11247"/>
                  <a:pt x="34016" y="13167"/>
                  <a:pt x="34930" y="15362"/>
                </a:cubicBezTo>
                <a:cubicBezTo>
                  <a:pt x="35844" y="17648"/>
                  <a:pt x="36302" y="19934"/>
                  <a:pt x="36302" y="22311"/>
                </a:cubicBezTo>
              </a:path>
              <a:path w="4037716" h="653705">
                <a:moveTo>
                  <a:pt x="396301" y="123444"/>
                </a:moveTo>
                <a:cubicBezTo>
                  <a:pt x="396301" y="125821"/>
                  <a:pt x="395844" y="128107"/>
                  <a:pt x="394929" y="130302"/>
                </a:cubicBezTo>
                <a:cubicBezTo>
                  <a:pt x="394015" y="132588"/>
                  <a:pt x="392735" y="134508"/>
                  <a:pt x="390997" y="136246"/>
                </a:cubicBezTo>
                <a:cubicBezTo>
                  <a:pt x="389352" y="137892"/>
                  <a:pt x="387340" y="139263"/>
                  <a:pt x="385145" y="140178"/>
                </a:cubicBezTo>
                <a:cubicBezTo>
                  <a:pt x="382951" y="141092"/>
                  <a:pt x="380573" y="141549"/>
                  <a:pt x="378196" y="141549"/>
                </a:cubicBezTo>
                <a:cubicBezTo>
                  <a:pt x="375818" y="141549"/>
                  <a:pt x="373441" y="141092"/>
                  <a:pt x="371246" y="140178"/>
                </a:cubicBezTo>
                <a:cubicBezTo>
                  <a:pt x="369052" y="139263"/>
                  <a:pt x="367040" y="137892"/>
                  <a:pt x="365394" y="136246"/>
                </a:cubicBezTo>
                <a:cubicBezTo>
                  <a:pt x="363657" y="134508"/>
                  <a:pt x="362377" y="132588"/>
                  <a:pt x="361462" y="130302"/>
                </a:cubicBezTo>
                <a:cubicBezTo>
                  <a:pt x="360548" y="128107"/>
                  <a:pt x="360091" y="125821"/>
                  <a:pt x="360091" y="123444"/>
                </a:cubicBezTo>
                <a:cubicBezTo>
                  <a:pt x="360091" y="120975"/>
                  <a:pt x="360548" y="118689"/>
                  <a:pt x="361462" y="116495"/>
                </a:cubicBezTo>
                <a:cubicBezTo>
                  <a:pt x="362377" y="114300"/>
                  <a:pt x="363657" y="112288"/>
                  <a:pt x="365394" y="110642"/>
                </a:cubicBezTo>
                <a:cubicBezTo>
                  <a:pt x="367040" y="108905"/>
                  <a:pt x="369052" y="107625"/>
                  <a:pt x="371246" y="106710"/>
                </a:cubicBezTo>
                <a:cubicBezTo>
                  <a:pt x="373441" y="105796"/>
                  <a:pt x="375818" y="105339"/>
                  <a:pt x="378196" y="105339"/>
                </a:cubicBezTo>
                <a:cubicBezTo>
                  <a:pt x="380573" y="105339"/>
                  <a:pt x="382951" y="105796"/>
                  <a:pt x="385145" y="106710"/>
                </a:cubicBezTo>
                <a:cubicBezTo>
                  <a:pt x="387340" y="107625"/>
                  <a:pt x="389352" y="108905"/>
                  <a:pt x="390997" y="110642"/>
                </a:cubicBezTo>
                <a:cubicBezTo>
                  <a:pt x="392735" y="112288"/>
                  <a:pt x="394015" y="114300"/>
                  <a:pt x="394929" y="116495"/>
                </a:cubicBezTo>
                <a:cubicBezTo>
                  <a:pt x="395844" y="118689"/>
                  <a:pt x="396301" y="120975"/>
                  <a:pt x="396301" y="123444"/>
                </a:cubicBezTo>
              </a:path>
              <a:path w="4037716" h="653705">
                <a:moveTo>
                  <a:pt x="602955" y="21031"/>
                </a:moveTo>
                <a:cubicBezTo>
                  <a:pt x="602955" y="23409"/>
                  <a:pt x="602498" y="25786"/>
                  <a:pt x="601584" y="27981"/>
                </a:cubicBezTo>
                <a:cubicBezTo>
                  <a:pt x="600669" y="30175"/>
                  <a:pt x="599298" y="32187"/>
                  <a:pt x="597652" y="33833"/>
                </a:cubicBezTo>
                <a:cubicBezTo>
                  <a:pt x="595914" y="35570"/>
                  <a:pt x="593994" y="36850"/>
                  <a:pt x="591708" y="37765"/>
                </a:cubicBezTo>
                <a:cubicBezTo>
                  <a:pt x="589514" y="38679"/>
                  <a:pt x="587228" y="39136"/>
                  <a:pt x="584759" y="39136"/>
                </a:cubicBezTo>
                <a:cubicBezTo>
                  <a:pt x="582381" y="39136"/>
                  <a:pt x="580095" y="38679"/>
                  <a:pt x="577901" y="37765"/>
                </a:cubicBezTo>
                <a:cubicBezTo>
                  <a:pt x="575615" y="36850"/>
                  <a:pt x="573695" y="35570"/>
                  <a:pt x="571957" y="33833"/>
                </a:cubicBezTo>
                <a:cubicBezTo>
                  <a:pt x="570311" y="32187"/>
                  <a:pt x="568940" y="30175"/>
                  <a:pt x="568025" y="27981"/>
                </a:cubicBezTo>
                <a:cubicBezTo>
                  <a:pt x="567111" y="25786"/>
                  <a:pt x="566654" y="23409"/>
                  <a:pt x="566654" y="21031"/>
                </a:cubicBezTo>
                <a:cubicBezTo>
                  <a:pt x="566654" y="18654"/>
                  <a:pt x="567111" y="16368"/>
                  <a:pt x="568025" y="14082"/>
                </a:cubicBezTo>
                <a:cubicBezTo>
                  <a:pt x="568940" y="11887"/>
                  <a:pt x="570311" y="9967"/>
                  <a:pt x="571957" y="8230"/>
                </a:cubicBezTo>
                <a:cubicBezTo>
                  <a:pt x="573695" y="6584"/>
                  <a:pt x="575615" y="5212"/>
                  <a:pt x="577901" y="4298"/>
                </a:cubicBezTo>
                <a:cubicBezTo>
                  <a:pt x="580095" y="3383"/>
                  <a:pt x="582381" y="2926"/>
                  <a:pt x="584759" y="2926"/>
                </a:cubicBezTo>
                <a:cubicBezTo>
                  <a:pt x="587228" y="2926"/>
                  <a:pt x="589514" y="3383"/>
                  <a:pt x="591708" y="4298"/>
                </a:cubicBezTo>
                <a:cubicBezTo>
                  <a:pt x="593994" y="5212"/>
                  <a:pt x="595914" y="6584"/>
                  <a:pt x="597652" y="8230"/>
                </a:cubicBezTo>
                <a:cubicBezTo>
                  <a:pt x="599298" y="9967"/>
                  <a:pt x="600669" y="11887"/>
                  <a:pt x="601584" y="14082"/>
                </a:cubicBezTo>
                <a:cubicBezTo>
                  <a:pt x="602498" y="16368"/>
                  <a:pt x="602955" y="18654"/>
                  <a:pt x="602955" y="21031"/>
                </a:cubicBezTo>
              </a:path>
              <a:path w="4037716" h="653705">
                <a:moveTo>
                  <a:pt x="978865" y="54955"/>
                </a:moveTo>
                <a:cubicBezTo>
                  <a:pt x="978865" y="57333"/>
                  <a:pt x="978408" y="59710"/>
                  <a:pt x="977494" y="61905"/>
                </a:cubicBezTo>
                <a:cubicBezTo>
                  <a:pt x="976579" y="64099"/>
                  <a:pt x="975208" y="66111"/>
                  <a:pt x="973562" y="67757"/>
                </a:cubicBezTo>
                <a:cubicBezTo>
                  <a:pt x="971824" y="69494"/>
                  <a:pt x="969904" y="70775"/>
                  <a:pt x="967618" y="71689"/>
                </a:cubicBezTo>
                <a:cubicBezTo>
                  <a:pt x="965424" y="72603"/>
                  <a:pt x="963138" y="73061"/>
                  <a:pt x="960669" y="73061"/>
                </a:cubicBezTo>
                <a:cubicBezTo>
                  <a:pt x="958291" y="73061"/>
                  <a:pt x="956005" y="72603"/>
                  <a:pt x="953811" y="71689"/>
                </a:cubicBezTo>
                <a:cubicBezTo>
                  <a:pt x="951525" y="70775"/>
                  <a:pt x="949604" y="69494"/>
                  <a:pt x="947867" y="67757"/>
                </a:cubicBezTo>
                <a:cubicBezTo>
                  <a:pt x="946221" y="66111"/>
                  <a:pt x="944850" y="64099"/>
                  <a:pt x="943935" y="61905"/>
                </a:cubicBezTo>
                <a:cubicBezTo>
                  <a:pt x="943021" y="59710"/>
                  <a:pt x="942564" y="57333"/>
                  <a:pt x="942564" y="54955"/>
                </a:cubicBezTo>
                <a:cubicBezTo>
                  <a:pt x="942564" y="52578"/>
                  <a:pt x="943021" y="50292"/>
                  <a:pt x="943935" y="48006"/>
                </a:cubicBezTo>
                <a:cubicBezTo>
                  <a:pt x="944850" y="45811"/>
                  <a:pt x="946221" y="43891"/>
                  <a:pt x="947867" y="42154"/>
                </a:cubicBezTo>
                <a:cubicBezTo>
                  <a:pt x="949604" y="40508"/>
                  <a:pt x="951525" y="39136"/>
                  <a:pt x="953811" y="38222"/>
                </a:cubicBezTo>
                <a:cubicBezTo>
                  <a:pt x="956005" y="37308"/>
                  <a:pt x="958291" y="36850"/>
                  <a:pt x="960669" y="36850"/>
                </a:cubicBezTo>
                <a:cubicBezTo>
                  <a:pt x="963138" y="36850"/>
                  <a:pt x="965424" y="37308"/>
                  <a:pt x="967618" y="38222"/>
                </a:cubicBezTo>
                <a:cubicBezTo>
                  <a:pt x="969904" y="39136"/>
                  <a:pt x="971824" y="40508"/>
                  <a:pt x="973562" y="42154"/>
                </a:cubicBezTo>
                <a:cubicBezTo>
                  <a:pt x="975208" y="43891"/>
                  <a:pt x="976579" y="45811"/>
                  <a:pt x="977494" y="48006"/>
                </a:cubicBezTo>
                <a:cubicBezTo>
                  <a:pt x="978408" y="50292"/>
                  <a:pt x="978865" y="52578"/>
                  <a:pt x="978865" y="54955"/>
                </a:cubicBezTo>
              </a:path>
              <a:path w="4037716" h="653705">
                <a:moveTo>
                  <a:pt x="1214689" y="154625"/>
                </a:moveTo>
                <a:cubicBezTo>
                  <a:pt x="1214689" y="157002"/>
                  <a:pt x="1214232" y="159288"/>
                  <a:pt x="1213317" y="161483"/>
                </a:cubicBezTo>
                <a:cubicBezTo>
                  <a:pt x="1212403" y="163769"/>
                  <a:pt x="1211031" y="165689"/>
                  <a:pt x="1209385" y="167427"/>
                </a:cubicBezTo>
                <a:cubicBezTo>
                  <a:pt x="1207648" y="169073"/>
                  <a:pt x="1205728" y="170353"/>
                  <a:pt x="1203442" y="171267"/>
                </a:cubicBezTo>
                <a:cubicBezTo>
                  <a:pt x="1201247" y="172273"/>
                  <a:pt x="1198961" y="172730"/>
                  <a:pt x="1196584" y="172730"/>
                </a:cubicBezTo>
                <a:cubicBezTo>
                  <a:pt x="1194115" y="172730"/>
                  <a:pt x="1191829" y="172273"/>
                  <a:pt x="1189634" y="171267"/>
                </a:cubicBezTo>
                <a:cubicBezTo>
                  <a:pt x="1187348" y="170353"/>
                  <a:pt x="1185428" y="169073"/>
                  <a:pt x="1183691" y="167427"/>
                </a:cubicBezTo>
                <a:cubicBezTo>
                  <a:pt x="1182045" y="165689"/>
                  <a:pt x="1180673" y="163769"/>
                  <a:pt x="1179759" y="161483"/>
                </a:cubicBezTo>
                <a:cubicBezTo>
                  <a:pt x="1178844" y="159288"/>
                  <a:pt x="1178387" y="157002"/>
                  <a:pt x="1178387" y="154625"/>
                </a:cubicBezTo>
                <a:cubicBezTo>
                  <a:pt x="1178387" y="152156"/>
                  <a:pt x="1178844" y="149870"/>
                  <a:pt x="1179759" y="147676"/>
                </a:cubicBezTo>
                <a:cubicBezTo>
                  <a:pt x="1180673" y="145481"/>
                  <a:pt x="1182045" y="143469"/>
                  <a:pt x="1183691" y="141823"/>
                </a:cubicBezTo>
                <a:cubicBezTo>
                  <a:pt x="1185428" y="140086"/>
                  <a:pt x="1187348" y="138806"/>
                  <a:pt x="1189634" y="137892"/>
                </a:cubicBezTo>
                <a:cubicBezTo>
                  <a:pt x="1191829" y="136977"/>
                  <a:pt x="1194115" y="136520"/>
                  <a:pt x="1196584" y="136520"/>
                </a:cubicBezTo>
                <a:cubicBezTo>
                  <a:pt x="1198961" y="136520"/>
                  <a:pt x="1201247" y="136977"/>
                  <a:pt x="1203442" y="137892"/>
                </a:cubicBezTo>
                <a:cubicBezTo>
                  <a:pt x="1205728" y="138806"/>
                  <a:pt x="1207648" y="140086"/>
                  <a:pt x="1209385" y="141823"/>
                </a:cubicBezTo>
                <a:cubicBezTo>
                  <a:pt x="1211031" y="143469"/>
                  <a:pt x="1212403" y="145481"/>
                  <a:pt x="1213317" y="147676"/>
                </a:cubicBezTo>
                <a:cubicBezTo>
                  <a:pt x="1214232" y="149870"/>
                  <a:pt x="1214689" y="152156"/>
                  <a:pt x="1214689" y="154625"/>
                </a:cubicBezTo>
              </a:path>
              <a:path w="4037716" h="653705">
                <a:moveTo>
                  <a:pt x="1618214" y="97566"/>
                </a:moveTo>
                <a:cubicBezTo>
                  <a:pt x="1618214" y="100035"/>
                  <a:pt x="1617756" y="102321"/>
                  <a:pt x="1616842" y="104516"/>
                </a:cubicBezTo>
                <a:cubicBezTo>
                  <a:pt x="1615928" y="106710"/>
                  <a:pt x="1614556" y="108722"/>
                  <a:pt x="1612910" y="110368"/>
                </a:cubicBezTo>
                <a:cubicBezTo>
                  <a:pt x="1611173" y="112105"/>
                  <a:pt x="1609253" y="113386"/>
                  <a:pt x="1606967" y="114300"/>
                </a:cubicBezTo>
                <a:cubicBezTo>
                  <a:pt x="1604772" y="115214"/>
                  <a:pt x="1602486" y="115672"/>
                  <a:pt x="1600109" y="115672"/>
                </a:cubicBezTo>
                <a:cubicBezTo>
                  <a:pt x="1597640" y="115672"/>
                  <a:pt x="1595354" y="115214"/>
                  <a:pt x="1593159" y="114300"/>
                </a:cubicBezTo>
                <a:cubicBezTo>
                  <a:pt x="1590873" y="113386"/>
                  <a:pt x="1588953" y="112105"/>
                  <a:pt x="1587216" y="110368"/>
                </a:cubicBezTo>
                <a:cubicBezTo>
                  <a:pt x="1585570" y="108722"/>
                  <a:pt x="1584198" y="106710"/>
                  <a:pt x="1583284" y="104516"/>
                </a:cubicBezTo>
                <a:cubicBezTo>
                  <a:pt x="1582369" y="102321"/>
                  <a:pt x="1581912" y="100035"/>
                  <a:pt x="1581912" y="97566"/>
                </a:cubicBezTo>
                <a:cubicBezTo>
                  <a:pt x="1581912" y="95189"/>
                  <a:pt x="1582369" y="92903"/>
                  <a:pt x="1583284" y="90708"/>
                </a:cubicBezTo>
                <a:cubicBezTo>
                  <a:pt x="1584198" y="88422"/>
                  <a:pt x="1585570" y="86502"/>
                  <a:pt x="1587216" y="84765"/>
                </a:cubicBezTo>
                <a:cubicBezTo>
                  <a:pt x="1588953" y="83119"/>
                  <a:pt x="1590873" y="81839"/>
                  <a:pt x="1593159" y="80924"/>
                </a:cubicBezTo>
                <a:cubicBezTo>
                  <a:pt x="1595354" y="80010"/>
                  <a:pt x="1597640" y="79461"/>
                  <a:pt x="1600109" y="79461"/>
                </a:cubicBezTo>
                <a:cubicBezTo>
                  <a:pt x="1602486" y="79461"/>
                  <a:pt x="1604772" y="80010"/>
                  <a:pt x="1606967" y="80924"/>
                </a:cubicBezTo>
                <a:cubicBezTo>
                  <a:pt x="1609253" y="81839"/>
                  <a:pt x="1611173" y="83119"/>
                  <a:pt x="1612910" y="84765"/>
                </a:cubicBezTo>
                <a:cubicBezTo>
                  <a:pt x="1614556" y="86502"/>
                  <a:pt x="1615928" y="88422"/>
                  <a:pt x="1616842" y="90708"/>
                </a:cubicBezTo>
                <a:cubicBezTo>
                  <a:pt x="1617756" y="92903"/>
                  <a:pt x="1618214" y="95189"/>
                  <a:pt x="1618214" y="97566"/>
                </a:cubicBezTo>
              </a:path>
              <a:path w="4037716" h="653705">
                <a:moveTo>
                  <a:pt x="1833098" y="18105"/>
                </a:moveTo>
                <a:cubicBezTo>
                  <a:pt x="1833098" y="20483"/>
                  <a:pt x="1832640" y="22769"/>
                  <a:pt x="1831726" y="25055"/>
                </a:cubicBezTo>
                <a:cubicBezTo>
                  <a:pt x="1830812" y="27249"/>
                  <a:pt x="1829532" y="29169"/>
                  <a:pt x="1827794" y="30907"/>
                </a:cubicBezTo>
                <a:cubicBezTo>
                  <a:pt x="1826148" y="32553"/>
                  <a:pt x="1824137" y="33924"/>
                  <a:pt x="1821942" y="34839"/>
                </a:cubicBezTo>
                <a:cubicBezTo>
                  <a:pt x="1819747" y="35753"/>
                  <a:pt x="1817370" y="36210"/>
                  <a:pt x="1814993" y="36210"/>
                </a:cubicBezTo>
                <a:cubicBezTo>
                  <a:pt x="1812615" y="36210"/>
                  <a:pt x="1810238" y="35753"/>
                  <a:pt x="1808043" y="34839"/>
                </a:cubicBezTo>
                <a:cubicBezTo>
                  <a:pt x="1805849" y="33924"/>
                  <a:pt x="1803837" y="32553"/>
                  <a:pt x="1802191" y="30907"/>
                </a:cubicBezTo>
                <a:cubicBezTo>
                  <a:pt x="1800454" y="29169"/>
                  <a:pt x="1799173" y="27249"/>
                  <a:pt x="1798259" y="25055"/>
                </a:cubicBezTo>
                <a:cubicBezTo>
                  <a:pt x="1797345" y="22769"/>
                  <a:pt x="1796887" y="20483"/>
                  <a:pt x="1796887" y="18105"/>
                </a:cubicBezTo>
                <a:cubicBezTo>
                  <a:pt x="1796887" y="15728"/>
                  <a:pt x="1797345" y="13350"/>
                  <a:pt x="1798259" y="11156"/>
                </a:cubicBezTo>
                <a:cubicBezTo>
                  <a:pt x="1799173" y="8961"/>
                  <a:pt x="1800454" y="7041"/>
                  <a:pt x="1802191" y="5304"/>
                </a:cubicBezTo>
                <a:cubicBezTo>
                  <a:pt x="1803837" y="3566"/>
                  <a:pt x="1805849" y="2286"/>
                  <a:pt x="1808043" y="1372"/>
                </a:cubicBezTo>
                <a:cubicBezTo>
                  <a:pt x="1810238" y="457"/>
                  <a:pt x="1812615" y="0"/>
                  <a:pt x="1814993" y="0"/>
                </a:cubicBezTo>
                <a:cubicBezTo>
                  <a:pt x="1817370" y="0"/>
                  <a:pt x="1819747" y="457"/>
                  <a:pt x="1821942" y="1372"/>
                </a:cubicBezTo>
                <a:cubicBezTo>
                  <a:pt x="1824137" y="2286"/>
                  <a:pt x="1826148" y="3566"/>
                  <a:pt x="1827794" y="5304"/>
                </a:cubicBezTo>
                <a:cubicBezTo>
                  <a:pt x="1829532" y="7041"/>
                  <a:pt x="1830812" y="8961"/>
                  <a:pt x="1831726" y="11156"/>
                </a:cubicBezTo>
                <a:cubicBezTo>
                  <a:pt x="1832640" y="13350"/>
                  <a:pt x="1833098" y="15728"/>
                  <a:pt x="1833098" y="18105"/>
                </a:cubicBezTo>
              </a:path>
              <a:path w="4037716" h="653705">
                <a:moveTo>
                  <a:pt x="2230953" y="39319"/>
                </a:moveTo>
                <a:cubicBezTo>
                  <a:pt x="2230953" y="41788"/>
                  <a:pt x="2230496" y="44074"/>
                  <a:pt x="2229582" y="46269"/>
                </a:cubicBezTo>
                <a:cubicBezTo>
                  <a:pt x="2228667" y="48463"/>
                  <a:pt x="2227387" y="50475"/>
                  <a:pt x="2225650" y="52121"/>
                </a:cubicBezTo>
                <a:cubicBezTo>
                  <a:pt x="2223912" y="53858"/>
                  <a:pt x="2221992" y="55138"/>
                  <a:pt x="2219797" y="56053"/>
                </a:cubicBezTo>
                <a:cubicBezTo>
                  <a:pt x="2217511" y="56967"/>
                  <a:pt x="2215225" y="57424"/>
                  <a:pt x="2212848" y="57424"/>
                </a:cubicBezTo>
                <a:cubicBezTo>
                  <a:pt x="2210379" y="57424"/>
                  <a:pt x="2208093" y="56967"/>
                  <a:pt x="2205899" y="56053"/>
                </a:cubicBezTo>
                <a:cubicBezTo>
                  <a:pt x="2203613" y="55138"/>
                  <a:pt x="2201692" y="53858"/>
                  <a:pt x="2199955" y="52121"/>
                </a:cubicBezTo>
                <a:cubicBezTo>
                  <a:pt x="2198309" y="50475"/>
                  <a:pt x="2196937" y="48463"/>
                  <a:pt x="2196023" y="46269"/>
                </a:cubicBezTo>
                <a:cubicBezTo>
                  <a:pt x="2195109" y="44074"/>
                  <a:pt x="2194651" y="41788"/>
                  <a:pt x="2194651" y="39319"/>
                </a:cubicBezTo>
                <a:cubicBezTo>
                  <a:pt x="2194651" y="36942"/>
                  <a:pt x="2195109" y="34656"/>
                  <a:pt x="2196023" y="32461"/>
                </a:cubicBezTo>
                <a:cubicBezTo>
                  <a:pt x="2196937" y="30175"/>
                  <a:pt x="2198309" y="28255"/>
                  <a:pt x="2199955" y="26518"/>
                </a:cubicBezTo>
                <a:cubicBezTo>
                  <a:pt x="2201692" y="24872"/>
                  <a:pt x="2203613" y="23592"/>
                  <a:pt x="2205899" y="22586"/>
                </a:cubicBezTo>
                <a:cubicBezTo>
                  <a:pt x="2208093" y="21671"/>
                  <a:pt x="2210379" y="21214"/>
                  <a:pt x="2212848" y="21214"/>
                </a:cubicBezTo>
                <a:cubicBezTo>
                  <a:pt x="2215225" y="21214"/>
                  <a:pt x="2217511" y="21671"/>
                  <a:pt x="2219797" y="22586"/>
                </a:cubicBezTo>
                <a:cubicBezTo>
                  <a:pt x="2221992" y="23592"/>
                  <a:pt x="2223912" y="24872"/>
                  <a:pt x="2225650" y="26518"/>
                </a:cubicBezTo>
                <a:cubicBezTo>
                  <a:pt x="2227387" y="28255"/>
                  <a:pt x="2228667" y="30175"/>
                  <a:pt x="2229582" y="32461"/>
                </a:cubicBezTo>
                <a:cubicBezTo>
                  <a:pt x="2230496" y="34656"/>
                  <a:pt x="2230953" y="36942"/>
                  <a:pt x="2230953" y="39319"/>
                </a:cubicBezTo>
              </a:path>
              <a:path w="4037716" h="653705">
                <a:moveTo>
                  <a:pt x="2455987" y="30815"/>
                </a:moveTo>
                <a:cubicBezTo>
                  <a:pt x="2455987" y="33193"/>
                  <a:pt x="2455530" y="35570"/>
                  <a:pt x="2454615" y="37765"/>
                </a:cubicBezTo>
                <a:cubicBezTo>
                  <a:pt x="2453701" y="39959"/>
                  <a:pt x="2452329" y="41971"/>
                  <a:pt x="2450683" y="43617"/>
                </a:cubicBezTo>
                <a:cubicBezTo>
                  <a:pt x="2448946" y="45354"/>
                  <a:pt x="2447026" y="46634"/>
                  <a:pt x="2444740" y="47549"/>
                </a:cubicBezTo>
                <a:cubicBezTo>
                  <a:pt x="2442545" y="48463"/>
                  <a:pt x="2440259" y="48920"/>
                  <a:pt x="2437790" y="48920"/>
                </a:cubicBezTo>
                <a:cubicBezTo>
                  <a:pt x="2435413" y="48920"/>
                  <a:pt x="2433127" y="48463"/>
                  <a:pt x="2430841" y="47549"/>
                </a:cubicBezTo>
                <a:cubicBezTo>
                  <a:pt x="2428646" y="46634"/>
                  <a:pt x="2426726" y="45354"/>
                  <a:pt x="2424989" y="43617"/>
                </a:cubicBezTo>
                <a:cubicBezTo>
                  <a:pt x="2423343" y="41971"/>
                  <a:pt x="2421971" y="39959"/>
                  <a:pt x="2421057" y="37765"/>
                </a:cubicBezTo>
                <a:cubicBezTo>
                  <a:pt x="2420142" y="35570"/>
                  <a:pt x="2419685" y="33193"/>
                  <a:pt x="2419685" y="30815"/>
                </a:cubicBezTo>
                <a:cubicBezTo>
                  <a:pt x="2419685" y="28438"/>
                  <a:pt x="2420142" y="26152"/>
                  <a:pt x="2421057" y="23866"/>
                </a:cubicBezTo>
                <a:cubicBezTo>
                  <a:pt x="2421971" y="21671"/>
                  <a:pt x="2423343" y="19751"/>
                  <a:pt x="2424989" y="18014"/>
                </a:cubicBezTo>
                <a:cubicBezTo>
                  <a:pt x="2426726" y="16368"/>
                  <a:pt x="2428646" y="14996"/>
                  <a:pt x="2430841" y="14082"/>
                </a:cubicBezTo>
                <a:cubicBezTo>
                  <a:pt x="2433127" y="13167"/>
                  <a:pt x="2435413" y="12710"/>
                  <a:pt x="2437790" y="12710"/>
                </a:cubicBezTo>
                <a:cubicBezTo>
                  <a:pt x="2440259" y="12710"/>
                  <a:pt x="2442545" y="13167"/>
                  <a:pt x="2444740" y="14082"/>
                </a:cubicBezTo>
                <a:cubicBezTo>
                  <a:pt x="2447026" y="14996"/>
                  <a:pt x="2448946" y="16368"/>
                  <a:pt x="2450683" y="18014"/>
                </a:cubicBezTo>
                <a:cubicBezTo>
                  <a:pt x="2452329" y="19751"/>
                  <a:pt x="2453701" y="21671"/>
                  <a:pt x="2454615" y="23866"/>
                </a:cubicBezTo>
                <a:cubicBezTo>
                  <a:pt x="2455530" y="26152"/>
                  <a:pt x="2455987" y="28438"/>
                  <a:pt x="2455987" y="30815"/>
                </a:cubicBezTo>
              </a:path>
              <a:path w="4037716" h="653705">
                <a:moveTo>
                  <a:pt x="2763865" y="29809"/>
                </a:moveTo>
                <a:cubicBezTo>
                  <a:pt x="2763865" y="32187"/>
                  <a:pt x="2763408" y="34564"/>
                  <a:pt x="2762494" y="36759"/>
                </a:cubicBezTo>
                <a:cubicBezTo>
                  <a:pt x="2761579" y="38953"/>
                  <a:pt x="2760299" y="40965"/>
                  <a:pt x="2758562" y="42611"/>
                </a:cubicBezTo>
                <a:cubicBezTo>
                  <a:pt x="2756916" y="44348"/>
                  <a:pt x="2754904" y="45629"/>
                  <a:pt x="2752710" y="46543"/>
                </a:cubicBezTo>
                <a:cubicBezTo>
                  <a:pt x="2750424" y="47457"/>
                  <a:pt x="2748138" y="47915"/>
                  <a:pt x="2745760" y="47915"/>
                </a:cubicBezTo>
                <a:cubicBezTo>
                  <a:pt x="2743383" y="47915"/>
                  <a:pt x="2741005" y="47457"/>
                  <a:pt x="2738811" y="46543"/>
                </a:cubicBezTo>
                <a:cubicBezTo>
                  <a:pt x="2736616" y="45629"/>
                  <a:pt x="2734605" y="44348"/>
                  <a:pt x="2732959" y="42611"/>
                </a:cubicBezTo>
                <a:cubicBezTo>
                  <a:pt x="2731221" y="40965"/>
                  <a:pt x="2729941" y="38953"/>
                  <a:pt x="2729027" y="36759"/>
                </a:cubicBezTo>
                <a:cubicBezTo>
                  <a:pt x="2728021" y="34564"/>
                  <a:pt x="2727564" y="32187"/>
                  <a:pt x="2727564" y="29809"/>
                </a:cubicBezTo>
                <a:cubicBezTo>
                  <a:pt x="2727564" y="27432"/>
                  <a:pt x="2728021" y="25146"/>
                  <a:pt x="2729027" y="22860"/>
                </a:cubicBezTo>
                <a:cubicBezTo>
                  <a:pt x="2729941" y="20665"/>
                  <a:pt x="2731221" y="18745"/>
                  <a:pt x="2732959" y="17008"/>
                </a:cubicBezTo>
                <a:cubicBezTo>
                  <a:pt x="2734605" y="15362"/>
                  <a:pt x="2736616" y="13990"/>
                  <a:pt x="2738811" y="13076"/>
                </a:cubicBezTo>
                <a:cubicBezTo>
                  <a:pt x="2741005" y="12162"/>
                  <a:pt x="2743383" y="11704"/>
                  <a:pt x="2745760" y="11704"/>
                </a:cubicBezTo>
                <a:cubicBezTo>
                  <a:pt x="2748138" y="11704"/>
                  <a:pt x="2750424" y="12162"/>
                  <a:pt x="2752710" y="13076"/>
                </a:cubicBezTo>
                <a:cubicBezTo>
                  <a:pt x="2754904" y="13990"/>
                  <a:pt x="2756916" y="15362"/>
                  <a:pt x="2758562" y="17008"/>
                </a:cubicBezTo>
                <a:cubicBezTo>
                  <a:pt x="2760299" y="18745"/>
                  <a:pt x="2761579" y="20665"/>
                  <a:pt x="2762494" y="22860"/>
                </a:cubicBezTo>
                <a:cubicBezTo>
                  <a:pt x="2763408" y="25146"/>
                  <a:pt x="2763865" y="27432"/>
                  <a:pt x="2763865" y="29809"/>
                </a:cubicBezTo>
              </a:path>
              <a:path w="4037716" h="653705">
                <a:moveTo>
                  <a:pt x="3134563" y="110917"/>
                </a:moveTo>
                <a:cubicBezTo>
                  <a:pt x="3134563" y="113386"/>
                  <a:pt x="3134106" y="115672"/>
                  <a:pt x="3133192" y="117866"/>
                </a:cubicBezTo>
                <a:cubicBezTo>
                  <a:pt x="3132277" y="120061"/>
                  <a:pt x="3130906" y="122072"/>
                  <a:pt x="3129260" y="123718"/>
                </a:cubicBezTo>
                <a:cubicBezTo>
                  <a:pt x="3127522" y="125456"/>
                  <a:pt x="3125602" y="126736"/>
                  <a:pt x="3123316" y="127650"/>
                </a:cubicBezTo>
                <a:cubicBezTo>
                  <a:pt x="3121122" y="128565"/>
                  <a:pt x="3118836" y="129022"/>
                  <a:pt x="3116458" y="129022"/>
                </a:cubicBezTo>
                <a:cubicBezTo>
                  <a:pt x="3113989" y="129022"/>
                  <a:pt x="3111703" y="128565"/>
                  <a:pt x="3109509" y="127650"/>
                </a:cubicBezTo>
                <a:cubicBezTo>
                  <a:pt x="3107223" y="126736"/>
                  <a:pt x="3105302" y="125456"/>
                  <a:pt x="3103565" y="123718"/>
                </a:cubicBezTo>
                <a:cubicBezTo>
                  <a:pt x="3101919" y="122072"/>
                  <a:pt x="3100548" y="120061"/>
                  <a:pt x="3099633" y="117866"/>
                </a:cubicBezTo>
                <a:cubicBezTo>
                  <a:pt x="3098719" y="115672"/>
                  <a:pt x="3098262" y="113386"/>
                  <a:pt x="3098262" y="110917"/>
                </a:cubicBezTo>
                <a:cubicBezTo>
                  <a:pt x="3098262" y="108539"/>
                  <a:pt x="3098719" y="106253"/>
                  <a:pt x="3099633" y="104059"/>
                </a:cubicBezTo>
                <a:cubicBezTo>
                  <a:pt x="3100548" y="101773"/>
                  <a:pt x="3101919" y="99852"/>
                  <a:pt x="3103565" y="98115"/>
                </a:cubicBezTo>
                <a:cubicBezTo>
                  <a:pt x="3105302" y="96469"/>
                  <a:pt x="3107223" y="95098"/>
                  <a:pt x="3109509" y="94183"/>
                </a:cubicBezTo>
                <a:cubicBezTo>
                  <a:pt x="3111703" y="93269"/>
                  <a:pt x="3113989" y="92812"/>
                  <a:pt x="3116458" y="92812"/>
                </a:cubicBezTo>
                <a:cubicBezTo>
                  <a:pt x="3118836" y="92812"/>
                  <a:pt x="3121122" y="93269"/>
                  <a:pt x="3123316" y="94183"/>
                </a:cubicBezTo>
                <a:cubicBezTo>
                  <a:pt x="3125602" y="95098"/>
                  <a:pt x="3127522" y="96469"/>
                  <a:pt x="3129260" y="98115"/>
                </a:cubicBezTo>
                <a:cubicBezTo>
                  <a:pt x="3130906" y="99852"/>
                  <a:pt x="3132277" y="101773"/>
                  <a:pt x="3133192" y="104059"/>
                </a:cubicBezTo>
                <a:cubicBezTo>
                  <a:pt x="3134106" y="106253"/>
                  <a:pt x="3134563" y="108539"/>
                  <a:pt x="3134563" y="110917"/>
                </a:cubicBezTo>
              </a:path>
              <a:path w="4037716" h="653705">
                <a:moveTo>
                  <a:pt x="3460455" y="19934"/>
                </a:moveTo>
                <a:cubicBezTo>
                  <a:pt x="3460455" y="22311"/>
                  <a:pt x="3459998" y="24597"/>
                  <a:pt x="3459084" y="26792"/>
                </a:cubicBezTo>
                <a:cubicBezTo>
                  <a:pt x="3458169" y="29078"/>
                  <a:pt x="3456889" y="30998"/>
                  <a:pt x="3455152" y="32736"/>
                </a:cubicBezTo>
                <a:cubicBezTo>
                  <a:pt x="3453506" y="34381"/>
                  <a:pt x="3451494" y="35753"/>
                  <a:pt x="3449300" y="36667"/>
                </a:cubicBezTo>
                <a:cubicBezTo>
                  <a:pt x="3447105" y="37582"/>
                  <a:pt x="3444728" y="38039"/>
                  <a:pt x="3442350" y="38039"/>
                </a:cubicBezTo>
                <a:cubicBezTo>
                  <a:pt x="3439973" y="38039"/>
                  <a:pt x="3437595" y="37582"/>
                  <a:pt x="3435401" y="36667"/>
                </a:cubicBezTo>
                <a:cubicBezTo>
                  <a:pt x="3433206" y="35753"/>
                  <a:pt x="3431195" y="34381"/>
                  <a:pt x="3429549" y="32736"/>
                </a:cubicBezTo>
                <a:cubicBezTo>
                  <a:pt x="3427811" y="30998"/>
                  <a:pt x="3426531" y="29078"/>
                  <a:pt x="3425617" y="26792"/>
                </a:cubicBezTo>
                <a:cubicBezTo>
                  <a:pt x="3424702" y="24597"/>
                  <a:pt x="3424245" y="22311"/>
                  <a:pt x="3424245" y="19934"/>
                </a:cubicBezTo>
                <a:cubicBezTo>
                  <a:pt x="3424245" y="17465"/>
                  <a:pt x="3424702" y="15179"/>
                  <a:pt x="3425617" y="12984"/>
                </a:cubicBezTo>
                <a:cubicBezTo>
                  <a:pt x="3426531" y="10790"/>
                  <a:pt x="3427811" y="8778"/>
                  <a:pt x="3429549" y="7132"/>
                </a:cubicBezTo>
                <a:cubicBezTo>
                  <a:pt x="3431195" y="5395"/>
                  <a:pt x="3433206" y="4115"/>
                  <a:pt x="3435401" y="3200"/>
                </a:cubicBezTo>
                <a:cubicBezTo>
                  <a:pt x="3437595" y="2286"/>
                  <a:pt x="3439973" y="1829"/>
                  <a:pt x="3442350" y="1829"/>
                </a:cubicBezTo>
                <a:cubicBezTo>
                  <a:pt x="3444728" y="1829"/>
                  <a:pt x="3447105" y="2286"/>
                  <a:pt x="3449300" y="3200"/>
                </a:cubicBezTo>
                <a:cubicBezTo>
                  <a:pt x="3451494" y="4115"/>
                  <a:pt x="3453506" y="5395"/>
                  <a:pt x="3455152" y="7132"/>
                </a:cubicBezTo>
                <a:cubicBezTo>
                  <a:pt x="3456889" y="8778"/>
                  <a:pt x="3458169" y="10790"/>
                  <a:pt x="3459084" y="12984"/>
                </a:cubicBezTo>
                <a:cubicBezTo>
                  <a:pt x="3459998" y="15179"/>
                  <a:pt x="3460455" y="17465"/>
                  <a:pt x="3460455" y="19934"/>
                </a:cubicBezTo>
              </a:path>
              <a:path w="4037716" h="653705">
                <a:moveTo>
                  <a:pt x="3726729" y="143469"/>
                </a:moveTo>
                <a:cubicBezTo>
                  <a:pt x="3726637" y="145847"/>
                  <a:pt x="3726180" y="148133"/>
                  <a:pt x="3725266" y="150419"/>
                </a:cubicBezTo>
                <a:cubicBezTo>
                  <a:pt x="3724351" y="152613"/>
                  <a:pt x="3723071" y="154534"/>
                  <a:pt x="3721334" y="156271"/>
                </a:cubicBezTo>
                <a:cubicBezTo>
                  <a:pt x="3719688" y="157917"/>
                  <a:pt x="3717676" y="159288"/>
                  <a:pt x="3715482" y="160203"/>
                </a:cubicBezTo>
                <a:cubicBezTo>
                  <a:pt x="3713287" y="161117"/>
                  <a:pt x="3710910" y="161574"/>
                  <a:pt x="3708532" y="161574"/>
                </a:cubicBezTo>
                <a:cubicBezTo>
                  <a:pt x="3706155" y="161574"/>
                  <a:pt x="3703777" y="161117"/>
                  <a:pt x="3701583" y="160203"/>
                </a:cubicBezTo>
                <a:cubicBezTo>
                  <a:pt x="3699388" y="159288"/>
                  <a:pt x="3697376" y="157917"/>
                  <a:pt x="3695730" y="156271"/>
                </a:cubicBezTo>
                <a:cubicBezTo>
                  <a:pt x="3693993" y="154534"/>
                  <a:pt x="3692713" y="152613"/>
                  <a:pt x="3691799" y="150419"/>
                </a:cubicBezTo>
                <a:cubicBezTo>
                  <a:pt x="3690884" y="148133"/>
                  <a:pt x="3690427" y="145847"/>
                  <a:pt x="3690427" y="143469"/>
                </a:cubicBezTo>
                <a:cubicBezTo>
                  <a:pt x="3690427" y="141092"/>
                  <a:pt x="3690884" y="138714"/>
                  <a:pt x="3691799" y="136520"/>
                </a:cubicBezTo>
                <a:cubicBezTo>
                  <a:pt x="3692713" y="134325"/>
                  <a:pt x="3693993" y="132314"/>
                  <a:pt x="3695730" y="130668"/>
                </a:cubicBezTo>
                <a:cubicBezTo>
                  <a:pt x="3697376" y="128930"/>
                  <a:pt x="3699388" y="127650"/>
                  <a:pt x="3701583" y="126736"/>
                </a:cubicBezTo>
                <a:cubicBezTo>
                  <a:pt x="3703777" y="125821"/>
                  <a:pt x="3706155" y="125364"/>
                  <a:pt x="3708532" y="125364"/>
                </a:cubicBezTo>
                <a:cubicBezTo>
                  <a:pt x="3710910" y="125364"/>
                  <a:pt x="3713287" y="125821"/>
                  <a:pt x="3715482" y="126736"/>
                </a:cubicBezTo>
                <a:cubicBezTo>
                  <a:pt x="3717676" y="127650"/>
                  <a:pt x="3719688" y="128930"/>
                  <a:pt x="3721334" y="130668"/>
                </a:cubicBezTo>
                <a:cubicBezTo>
                  <a:pt x="3723071" y="132314"/>
                  <a:pt x="3724351" y="134325"/>
                  <a:pt x="3725266" y="136520"/>
                </a:cubicBezTo>
                <a:cubicBezTo>
                  <a:pt x="3726180" y="138714"/>
                  <a:pt x="3726637" y="141092"/>
                  <a:pt x="3726729" y="143469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12" name="Forma 60"/>
          <p:cNvSpPr/>
          <p:nvPr/>
        </p:nvSpPr>
        <p:spPr>
          <a:xfrm>
            <a:off x="8502731" y="899952"/>
            <a:ext cx="91349" cy="91166"/>
          </a:xfrm>
          <a:custGeom>
            <a:avLst/>
            <a:gdLst/>
            <a:ahLst/>
            <a:cxnLst/>
            <a:rect l="l" t="t" r="r" b="b"/>
            <a:pathLst>
              <a:path w="91349" h="91166">
                <a:moveTo>
                  <a:pt x="91349" y="45629"/>
                </a:moveTo>
                <a:cubicBezTo>
                  <a:pt x="91349" y="51664"/>
                  <a:pt x="90251" y="57424"/>
                  <a:pt x="87874" y="63002"/>
                </a:cubicBezTo>
                <a:cubicBezTo>
                  <a:pt x="85588" y="68580"/>
                  <a:pt x="82296" y="73518"/>
                  <a:pt x="77998" y="77815"/>
                </a:cubicBezTo>
                <a:cubicBezTo>
                  <a:pt x="73701" y="82113"/>
                  <a:pt x="68763" y="85405"/>
                  <a:pt x="63185" y="87691"/>
                </a:cubicBezTo>
                <a:cubicBezTo>
                  <a:pt x="57607" y="89977"/>
                  <a:pt x="51755" y="91166"/>
                  <a:pt x="45720" y="91166"/>
                </a:cubicBezTo>
                <a:cubicBezTo>
                  <a:pt x="39594" y="91166"/>
                  <a:pt x="33833" y="89977"/>
                  <a:pt x="28164" y="87691"/>
                </a:cubicBezTo>
                <a:cubicBezTo>
                  <a:pt x="22586" y="85405"/>
                  <a:pt x="17648" y="82113"/>
                  <a:pt x="13350" y="77815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664"/>
                  <a:pt x="0" y="45629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833" y="1189"/>
                  <a:pt x="39594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763" y="5761"/>
                  <a:pt x="73701" y="9053"/>
                  <a:pt x="77998" y="13350"/>
                </a:cubicBezTo>
                <a:cubicBezTo>
                  <a:pt x="82296" y="17648"/>
                  <a:pt x="85588" y="22586"/>
                  <a:pt x="87874" y="28164"/>
                </a:cubicBezTo>
                <a:cubicBezTo>
                  <a:pt x="90251" y="33741"/>
                  <a:pt x="91349" y="39502"/>
                  <a:pt x="91349" y="45629"/>
                </a:cubicBezTo>
              </a:path>
            </a:pathLst>
          </a:custGeom>
          <a:solidFill>
            <a:srgbClr val="315D70"/>
          </a:solidFill>
          <a:ln w="15443">
            <a:solidFill>
              <a:srgbClr val="F2EFE6"/>
            </a:solidFill>
            <a:prstDash val="solid"/>
          </a:ln>
        </p:spPr>
      </p:sp>
      <p:sp>
        <p:nvSpPr>
          <p:cNvPr id="13" name="Forma 61"/>
          <p:cNvSpPr/>
          <p:nvPr/>
        </p:nvSpPr>
        <p:spPr>
          <a:xfrm>
            <a:off x="4489064" y="502280"/>
            <a:ext cx="4102456" cy="185989"/>
          </a:xfrm>
          <a:custGeom>
            <a:avLst/>
            <a:gdLst/>
            <a:ahLst/>
            <a:cxnLst/>
            <a:rect l="l" t="t" r="r" b="b"/>
            <a:pathLst>
              <a:path w="4102456" h="185989">
                <a:moveTo>
                  <a:pt x="36302" y="145207"/>
                </a:moveTo>
                <a:cubicBezTo>
                  <a:pt x="36302" y="147584"/>
                  <a:pt x="35844" y="149870"/>
                  <a:pt x="34930" y="152156"/>
                </a:cubicBezTo>
                <a:cubicBezTo>
                  <a:pt x="34016" y="154351"/>
                  <a:pt x="32644" y="156271"/>
                  <a:pt x="30998" y="158008"/>
                </a:cubicBezTo>
                <a:cubicBezTo>
                  <a:pt x="29261" y="159654"/>
                  <a:pt x="27341" y="161026"/>
                  <a:pt x="25055" y="161940"/>
                </a:cubicBezTo>
                <a:cubicBezTo>
                  <a:pt x="22860" y="162855"/>
                  <a:pt x="20574" y="163312"/>
                  <a:pt x="18105" y="163312"/>
                </a:cubicBezTo>
                <a:cubicBezTo>
                  <a:pt x="15728" y="163312"/>
                  <a:pt x="13442" y="162855"/>
                  <a:pt x="11156" y="161940"/>
                </a:cubicBezTo>
                <a:cubicBezTo>
                  <a:pt x="8961" y="161026"/>
                  <a:pt x="7041" y="159654"/>
                  <a:pt x="5304" y="158008"/>
                </a:cubicBezTo>
                <a:cubicBezTo>
                  <a:pt x="3658" y="156271"/>
                  <a:pt x="2286" y="154351"/>
                  <a:pt x="1372" y="152156"/>
                </a:cubicBezTo>
                <a:cubicBezTo>
                  <a:pt x="457" y="149870"/>
                  <a:pt x="0" y="147584"/>
                  <a:pt x="0" y="145207"/>
                </a:cubicBezTo>
                <a:cubicBezTo>
                  <a:pt x="0" y="142829"/>
                  <a:pt x="457" y="140452"/>
                  <a:pt x="1372" y="138257"/>
                </a:cubicBezTo>
                <a:cubicBezTo>
                  <a:pt x="2286" y="136063"/>
                  <a:pt x="3658" y="134142"/>
                  <a:pt x="5304" y="132405"/>
                </a:cubicBezTo>
                <a:cubicBezTo>
                  <a:pt x="7041" y="130668"/>
                  <a:pt x="8961" y="129388"/>
                  <a:pt x="11156" y="128473"/>
                </a:cubicBezTo>
                <a:cubicBezTo>
                  <a:pt x="13442" y="127559"/>
                  <a:pt x="15728" y="127102"/>
                  <a:pt x="18105" y="127102"/>
                </a:cubicBezTo>
                <a:cubicBezTo>
                  <a:pt x="20574" y="127102"/>
                  <a:pt x="22860" y="127559"/>
                  <a:pt x="25055" y="128473"/>
                </a:cubicBezTo>
                <a:cubicBezTo>
                  <a:pt x="27341" y="129388"/>
                  <a:pt x="29261" y="130668"/>
                  <a:pt x="30998" y="132405"/>
                </a:cubicBezTo>
                <a:cubicBezTo>
                  <a:pt x="32644" y="134142"/>
                  <a:pt x="34016" y="136063"/>
                  <a:pt x="34930" y="138257"/>
                </a:cubicBezTo>
                <a:cubicBezTo>
                  <a:pt x="35844" y="140452"/>
                  <a:pt x="36302" y="142829"/>
                  <a:pt x="36302" y="145207"/>
                </a:cubicBezTo>
              </a:path>
              <a:path w="4102456" h="185989">
                <a:moveTo>
                  <a:pt x="276972" y="139080"/>
                </a:moveTo>
                <a:cubicBezTo>
                  <a:pt x="276972" y="141458"/>
                  <a:pt x="276515" y="143744"/>
                  <a:pt x="275600" y="145938"/>
                </a:cubicBezTo>
                <a:cubicBezTo>
                  <a:pt x="274686" y="148224"/>
                  <a:pt x="273406" y="150144"/>
                  <a:pt x="271668" y="151790"/>
                </a:cubicBezTo>
                <a:cubicBezTo>
                  <a:pt x="270022" y="153528"/>
                  <a:pt x="268011" y="154808"/>
                  <a:pt x="265816" y="155722"/>
                </a:cubicBezTo>
                <a:cubicBezTo>
                  <a:pt x="263622" y="156637"/>
                  <a:pt x="261244" y="157094"/>
                  <a:pt x="258867" y="157094"/>
                </a:cubicBezTo>
                <a:cubicBezTo>
                  <a:pt x="256489" y="157094"/>
                  <a:pt x="254112" y="156637"/>
                  <a:pt x="251917" y="155722"/>
                </a:cubicBezTo>
                <a:cubicBezTo>
                  <a:pt x="249723" y="154808"/>
                  <a:pt x="247711" y="153528"/>
                  <a:pt x="246065" y="151790"/>
                </a:cubicBezTo>
                <a:cubicBezTo>
                  <a:pt x="244328" y="150144"/>
                  <a:pt x="243048" y="148224"/>
                  <a:pt x="242133" y="145938"/>
                </a:cubicBezTo>
                <a:cubicBezTo>
                  <a:pt x="241219" y="143744"/>
                  <a:pt x="240762" y="141458"/>
                  <a:pt x="240762" y="139080"/>
                </a:cubicBezTo>
                <a:cubicBezTo>
                  <a:pt x="240762" y="136611"/>
                  <a:pt x="241219" y="134325"/>
                  <a:pt x="242133" y="132131"/>
                </a:cubicBezTo>
                <a:cubicBezTo>
                  <a:pt x="243048" y="129936"/>
                  <a:pt x="244328" y="127925"/>
                  <a:pt x="246065" y="126279"/>
                </a:cubicBezTo>
                <a:cubicBezTo>
                  <a:pt x="247711" y="124541"/>
                  <a:pt x="249723" y="123261"/>
                  <a:pt x="251917" y="122347"/>
                </a:cubicBezTo>
                <a:cubicBezTo>
                  <a:pt x="254112" y="121432"/>
                  <a:pt x="256489" y="120975"/>
                  <a:pt x="258867" y="120975"/>
                </a:cubicBezTo>
                <a:cubicBezTo>
                  <a:pt x="261244" y="120975"/>
                  <a:pt x="263622" y="121432"/>
                  <a:pt x="265816" y="122347"/>
                </a:cubicBezTo>
                <a:cubicBezTo>
                  <a:pt x="268011" y="123261"/>
                  <a:pt x="270022" y="124541"/>
                  <a:pt x="271668" y="126279"/>
                </a:cubicBezTo>
                <a:cubicBezTo>
                  <a:pt x="273406" y="127925"/>
                  <a:pt x="274686" y="129936"/>
                  <a:pt x="275600" y="132131"/>
                </a:cubicBezTo>
                <a:cubicBezTo>
                  <a:pt x="276515" y="134325"/>
                  <a:pt x="276972" y="136611"/>
                  <a:pt x="276972" y="139080"/>
                </a:cubicBezTo>
              </a:path>
              <a:path w="4102456" h="185989">
                <a:moveTo>
                  <a:pt x="628193" y="122987"/>
                </a:moveTo>
                <a:cubicBezTo>
                  <a:pt x="628193" y="125456"/>
                  <a:pt x="627736" y="127742"/>
                  <a:pt x="626821" y="129936"/>
                </a:cubicBezTo>
                <a:cubicBezTo>
                  <a:pt x="625907" y="132131"/>
                  <a:pt x="624627" y="134142"/>
                  <a:pt x="622889" y="135788"/>
                </a:cubicBezTo>
                <a:cubicBezTo>
                  <a:pt x="621152" y="137526"/>
                  <a:pt x="619232" y="138806"/>
                  <a:pt x="617037" y="139720"/>
                </a:cubicBezTo>
                <a:cubicBezTo>
                  <a:pt x="614751" y="140635"/>
                  <a:pt x="612465" y="141092"/>
                  <a:pt x="610088" y="141092"/>
                </a:cubicBezTo>
                <a:cubicBezTo>
                  <a:pt x="607619" y="141092"/>
                  <a:pt x="605333" y="140635"/>
                  <a:pt x="603138" y="139720"/>
                </a:cubicBezTo>
                <a:cubicBezTo>
                  <a:pt x="600852" y="138806"/>
                  <a:pt x="598932" y="137526"/>
                  <a:pt x="597195" y="135788"/>
                </a:cubicBezTo>
                <a:cubicBezTo>
                  <a:pt x="595549" y="134142"/>
                  <a:pt x="594177" y="132131"/>
                  <a:pt x="593263" y="129936"/>
                </a:cubicBezTo>
                <a:cubicBezTo>
                  <a:pt x="592348" y="127742"/>
                  <a:pt x="591891" y="125456"/>
                  <a:pt x="591891" y="122987"/>
                </a:cubicBezTo>
                <a:cubicBezTo>
                  <a:pt x="591891" y="120609"/>
                  <a:pt x="592348" y="118323"/>
                  <a:pt x="593263" y="116129"/>
                </a:cubicBezTo>
                <a:cubicBezTo>
                  <a:pt x="594177" y="113843"/>
                  <a:pt x="595549" y="111923"/>
                  <a:pt x="597195" y="110185"/>
                </a:cubicBezTo>
                <a:cubicBezTo>
                  <a:pt x="598932" y="108539"/>
                  <a:pt x="600852" y="107168"/>
                  <a:pt x="603138" y="106253"/>
                </a:cubicBezTo>
                <a:cubicBezTo>
                  <a:pt x="605333" y="105339"/>
                  <a:pt x="607619" y="104882"/>
                  <a:pt x="610088" y="104882"/>
                </a:cubicBezTo>
                <a:cubicBezTo>
                  <a:pt x="612465" y="104882"/>
                  <a:pt x="614751" y="105339"/>
                  <a:pt x="617037" y="106253"/>
                </a:cubicBezTo>
                <a:cubicBezTo>
                  <a:pt x="619232" y="107168"/>
                  <a:pt x="621152" y="108539"/>
                  <a:pt x="622889" y="110185"/>
                </a:cubicBezTo>
                <a:cubicBezTo>
                  <a:pt x="624627" y="111923"/>
                  <a:pt x="625907" y="113843"/>
                  <a:pt x="626821" y="116129"/>
                </a:cubicBezTo>
                <a:cubicBezTo>
                  <a:pt x="627736" y="118323"/>
                  <a:pt x="628193" y="120609"/>
                  <a:pt x="628193" y="122987"/>
                </a:cubicBezTo>
              </a:path>
              <a:path w="4102456" h="185989">
                <a:moveTo>
                  <a:pt x="1008217" y="125273"/>
                </a:moveTo>
                <a:cubicBezTo>
                  <a:pt x="1008217" y="127650"/>
                  <a:pt x="1007760" y="130028"/>
                  <a:pt x="1006846" y="132222"/>
                </a:cubicBezTo>
                <a:cubicBezTo>
                  <a:pt x="1005931" y="134417"/>
                  <a:pt x="1004560" y="136428"/>
                  <a:pt x="1002914" y="138074"/>
                </a:cubicBezTo>
                <a:cubicBezTo>
                  <a:pt x="1001177" y="139812"/>
                  <a:pt x="999256" y="141092"/>
                  <a:pt x="996970" y="142006"/>
                </a:cubicBezTo>
                <a:cubicBezTo>
                  <a:pt x="994776" y="142921"/>
                  <a:pt x="992490" y="143378"/>
                  <a:pt x="990112" y="143378"/>
                </a:cubicBezTo>
                <a:cubicBezTo>
                  <a:pt x="987643" y="143378"/>
                  <a:pt x="985357" y="142921"/>
                  <a:pt x="983163" y="142006"/>
                </a:cubicBezTo>
                <a:cubicBezTo>
                  <a:pt x="980877" y="141092"/>
                  <a:pt x="978957" y="139812"/>
                  <a:pt x="977219" y="138074"/>
                </a:cubicBezTo>
                <a:cubicBezTo>
                  <a:pt x="975573" y="136428"/>
                  <a:pt x="974202" y="134417"/>
                  <a:pt x="973287" y="132222"/>
                </a:cubicBezTo>
                <a:cubicBezTo>
                  <a:pt x="972373" y="130028"/>
                  <a:pt x="971916" y="127650"/>
                  <a:pt x="971916" y="125273"/>
                </a:cubicBezTo>
                <a:cubicBezTo>
                  <a:pt x="971916" y="122895"/>
                  <a:pt x="972373" y="120609"/>
                  <a:pt x="973287" y="118323"/>
                </a:cubicBezTo>
                <a:cubicBezTo>
                  <a:pt x="974202" y="116129"/>
                  <a:pt x="975573" y="114209"/>
                  <a:pt x="977219" y="112471"/>
                </a:cubicBezTo>
                <a:cubicBezTo>
                  <a:pt x="978957" y="110825"/>
                  <a:pt x="980877" y="109454"/>
                  <a:pt x="983163" y="108539"/>
                </a:cubicBezTo>
                <a:cubicBezTo>
                  <a:pt x="985357" y="107625"/>
                  <a:pt x="987643" y="107168"/>
                  <a:pt x="990112" y="107168"/>
                </a:cubicBezTo>
                <a:cubicBezTo>
                  <a:pt x="992490" y="107168"/>
                  <a:pt x="994776" y="107625"/>
                  <a:pt x="996970" y="108539"/>
                </a:cubicBezTo>
                <a:cubicBezTo>
                  <a:pt x="999256" y="109454"/>
                  <a:pt x="1001177" y="110825"/>
                  <a:pt x="1002914" y="112471"/>
                </a:cubicBezTo>
                <a:cubicBezTo>
                  <a:pt x="1004560" y="114209"/>
                  <a:pt x="1005931" y="116129"/>
                  <a:pt x="1006846" y="118323"/>
                </a:cubicBezTo>
                <a:cubicBezTo>
                  <a:pt x="1007760" y="120609"/>
                  <a:pt x="1008217" y="122895"/>
                  <a:pt x="1008217" y="125273"/>
                </a:cubicBezTo>
              </a:path>
              <a:path w="4102456" h="185989">
                <a:moveTo>
                  <a:pt x="1278423" y="142646"/>
                </a:moveTo>
                <a:cubicBezTo>
                  <a:pt x="1278423" y="145024"/>
                  <a:pt x="1277965" y="147401"/>
                  <a:pt x="1277051" y="149596"/>
                </a:cubicBezTo>
                <a:cubicBezTo>
                  <a:pt x="1276137" y="151790"/>
                  <a:pt x="1274856" y="153802"/>
                  <a:pt x="1273119" y="155448"/>
                </a:cubicBezTo>
                <a:cubicBezTo>
                  <a:pt x="1271382" y="157185"/>
                  <a:pt x="1269462" y="158466"/>
                  <a:pt x="1267267" y="159380"/>
                </a:cubicBezTo>
                <a:cubicBezTo>
                  <a:pt x="1264981" y="160294"/>
                  <a:pt x="1262695" y="160752"/>
                  <a:pt x="1260318" y="160752"/>
                </a:cubicBezTo>
                <a:cubicBezTo>
                  <a:pt x="1257940" y="160752"/>
                  <a:pt x="1255563" y="160294"/>
                  <a:pt x="1253368" y="159380"/>
                </a:cubicBezTo>
                <a:cubicBezTo>
                  <a:pt x="1251174" y="158466"/>
                  <a:pt x="1249162" y="157185"/>
                  <a:pt x="1247516" y="155448"/>
                </a:cubicBezTo>
                <a:cubicBezTo>
                  <a:pt x="1245779" y="153802"/>
                  <a:pt x="1244498" y="151790"/>
                  <a:pt x="1243584" y="149596"/>
                </a:cubicBezTo>
                <a:cubicBezTo>
                  <a:pt x="1242578" y="147401"/>
                  <a:pt x="1242121" y="145024"/>
                  <a:pt x="1242121" y="142646"/>
                </a:cubicBezTo>
                <a:cubicBezTo>
                  <a:pt x="1242121" y="140269"/>
                  <a:pt x="1242578" y="137983"/>
                  <a:pt x="1243584" y="135697"/>
                </a:cubicBezTo>
                <a:cubicBezTo>
                  <a:pt x="1244498" y="133502"/>
                  <a:pt x="1245779" y="131582"/>
                  <a:pt x="1247516" y="129845"/>
                </a:cubicBezTo>
                <a:cubicBezTo>
                  <a:pt x="1249162" y="128199"/>
                  <a:pt x="1251174" y="126827"/>
                  <a:pt x="1253368" y="125913"/>
                </a:cubicBezTo>
                <a:cubicBezTo>
                  <a:pt x="1255563" y="124998"/>
                  <a:pt x="1257940" y="124541"/>
                  <a:pt x="1260318" y="124541"/>
                </a:cubicBezTo>
                <a:cubicBezTo>
                  <a:pt x="1262695" y="124541"/>
                  <a:pt x="1264981" y="124998"/>
                  <a:pt x="1267267" y="125913"/>
                </a:cubicBezTo>
                <a:cubicBezTo>
                  <a:pt x="1269462" y="126827"/>
                  <a:pt x="1271382" y="128199"/>
                  <a:pt x="1273119" y="129845"/>
                </a:cubicBezTo>
                <a:cubicBezTo>
                  <a:pt x="1274856" y="131582"/>
                  <a:pt x="1276137" y="133502"/>
                  <a:pt x="1277051" y="135697"/>
                </a:cubicBezTo>
                <a:cubicBezTo>
                  <a:pt x="1277965" y="137983"/>
                  <a:pt x="1278423" y="140269"/>
                  <a:pt x="1278423" y="142646"/>
                </a:cubicBezTo>
              </a:path>
              <a:path w="4102456" h="185989">
                <a:moveTo>
                  <a:pt x="1565270" y="167427"/>
                </a:moveTo>
                <a:cubicBezTo>
                  <a:pt x="1565270" y="169804"/>
                  <a:pt x="1564813" y="172090"/>
                  <a:pt x="1563898" y="174285"/>
                </a:cubicBezTo>
                <a:cubicBezTo>
                  <a:pt x="1562984" y="176571"/>
                  <a:pt x="1561612" y="178491"/>
                  <a:pt x="1559966" y="180228"/>
                </a:cubicBezTo>
                <a:cubicBezTo>
                  <a:pt x="1558229" y="181874"/>
                  <a:pt x="1556309" y="183154"/>
                  <a:pt x="1554023" y="184069"/>
                </a:cubicBezTo>
                <a:cubicBezTo>
                  <a:pt x="1551828" y="185075"/>
                  <a:pt x="1549542" y="185532"/>
                  <a:pt x="1547165" y="185532"/>
                </a:cubicBezTo>
                <a:cubicBezTo>
                  <a:pt x="1544696" y="185532"/>
                  <a:pt x="1542410" y="185075"/>
                  <a:pt x="1540215" y="184069"/>
                </a:cubicBezTo>
                <a:cubicBezTo>
                  <a:pt x="1537929" y="183154"/>
                  <a:pt x="1536009" y="181874"/>
                  <a:pt x="1534272" y="180228"/>
                </a:cubicBezTo>
                <a:cubicBezTo>
                  <a:pt x="1532626" y="178491"/>
                  <a:pt x="1531254" y="176571"/>
                  <a:pt x="1530340" y="174285"/>
                </a:cubicBezTo>
                <a:cubicBezTo>
                  <a:pt x="1529425" y="172090"/>
                  <a:pt x="1528968" y="169804"/>
                  <a:pt x="1528968" y="167427"/>
                </a:cubicBezTo>
                <a:cubicBezTo>
                  <a:pt x="1528968" y="164958"/>
                  <a:pt x="1529425" y="162672"/>
                  <a:pt x="1530340" y="160477"/>
                </a:cubicBezTo>
                <a:cubicBezTo>
                  <a:pt x="1531254" y="158283"/>
                  <a:pt x="1532626" y="156271"/>
                  <a:pt x="1534272" y="154625"/>
                </a:cubicBezTo>
                <a:cubicBezTo>
                  <a:pt x="1536009" y="152888"/>
                  <a:pt x="1537929" y="151608"/>
                  <a:pt x="1540215" y="150693"/>
                </a:cubicBezTo>
                <a:cubicBezTo>
                  <a:pt x="1542410" y="149779"/>
                  <a:pt x="1544696" y="149322"/>
                  <a:pt x="1547165" y="149322"/>
                </a:cubicBezTo>
                <a:cubicBezTo>
                  <a:pt x="1549542" y="149322"/>
                  <a:pt x="1551828" y="149779"/>
                  <a:pt x="1554023" y="150693"/>
                </a:cubicBezTo>
                <a:cubicBezTo>
                  <a:pt x="1556309" y="151608"/>
                  <a:pt x="1558229" y="152888"/>
                  <a:pt x="1559966" y="154625"/>
                </a:cubicBezTo>
                <a:cubicBezTo>
                  <a:pt x="1561612" y="156271"/>
                  <a:pt x="1562984" y="158283"/>
                  <a:pt x="1563898" y="160477"/>
                </a:cubicBezTo>
                <a:cubicBezTo>
                  <a:pt x="1564813" y="162672"/>
                  <a:pt x="1565270" y="164958"/>
                  <a:pt x="1565270" y="167427"/>
                </a:cubicBezTo>
              </a:path>
              <a:path w="4102456" h="185989">
                <a:moveTo>
                  <a:pt x="1860713" y="167884"/>
                </a:moveTo>
                <a:cubicBezTo>
                  <a:pt x="1860713" y="170353"/>
                  <a:pt x="1860255" y="172639"/>
                  <a:pt x="1859341" y="174833"/>
                </a:cubicBezTo>
                <a:cubicBezTo>
                  <a:pt x="1858427" y="177028"/>
                  <a:pt x="1857146" y="179040"/>
                  <a:pt x="1855409" y="180685"/>
                </a:cubicBezTo>
                <a:cubicBezTo>
                  <a:pt x="1853763" y="182423"/>
                  <a:pt x="1851751" y="183703"/>
                  <a:pt x="1849557" y="184617"/>
                </a:cubicBezTo>
                <a:cubicBezTo>
                  <a:pt x="1847362" y="185532"/>
                  <a:pt x="1844985" y="185989"/>
                  <a:pt x="1842607" y="185989"/>
                </a:cubicBezTo>
                <a:cubicBezTo>
                  <a:pt x="1840230" y="185989"/>
                  <a:pt x="1837853" y="185532"/>
                  <a:pt x="1835658" y="184617"/>
                </a:cubicBezTo>
                <a:cubicBezTo>
                  <a:pt x="1833463" y="183703"/>
                  <a:pt x="1831452" y="182423"/>
                  <a:pt x="1829806" y="180685"/>
                </a:cubicBezTo>
                <a:cubicBezTo>
                  <a:pt x="1828068" y="179040"/>
                  <a:pt x="1826788" y="177028"/>
                  <a:pt x="1825874" y="174833"/>
                </a:cubicBezTo>
                <a:cubicBezTo>
                  <a:pt x="1824960" y="172639"/>
                  <a:pt x="1824502" y="170353"/>
                  <a:pt x="1824502" y="167884"/>
                </a:cubicBezTo>
                <a:cubicBezTo>
                  <a:pt x="1824502" y="165506"/>
                  <a:pt x="1824960" y="163220"/>
                  <a:pt x="1825874" y="161026"/>
                </a:cubicBezTo>
                <a:cubicBezTo>
                  <a:pt x="1826788" y="158740"/>
                  <a:pt x="1828068" y="156820"/>
                  <a:pt x="1829806" y="155174"/>
                </a:cubicBezTo>
                <a:cubicBezTo>
                  <a:pt x="1831452" y="153436"/>
                  <a:pt x="1833463" y="152156"/>
                  <a:pt x="1835658" y="151242"/>
                </a:cubicBezTo>
                <a:cubicBezTo>
                  <a:pt x="1837853" y="150327"/>
                  <a:pt x="1840230" y="149870"/>
                  <a:pt x="1842607" y="149870"/>
                </a:cubicBezTo>
                <a:cubicBezTo>
                  <a:pt x="1844985" y="149870"/>
                  <a:pt x="1847362" y="150327"/>
                  <a:pt x="1849557" y="151242"/>
                </a:cubicBezTo>
                <a:cubicBezTo>
                  <a:pt x="1851751" y="152156"/>
                  <a:pt x="1853763" y="153436"/>
                  <a:pt x="1855409" y="155174"/>
                </a:cubicBezTo>
                <a:cubicBezTo>
                  <a:pt x="1857146" y="156820"/>
                  <a:pt x="1858427" y="158740"/>
                  <a:pt x="1859341" y="161026"/>
                </a:cubicBezTo>
                <a:cubicBezTo>
                  <a:pt x="1860255" y="163220"/>
                  <a:pt x="1860713" y="165506"/>
                  <a:pt x="1860713" y="167884"/>
                </a:cubicBezTo>
              </a:path>
              <a:path w="4102456" h="185989">
                <a:moveTo>
                  <a:pt x="2246224" y="84856"/>
                </a:moveTo>
                <a:cubicBezTo>
                  <a:pt x="2246224" y="87234"/>
                  <a:pt x="2245766" y="89611"/>
                  <a:pt x="2244852" y="91806"/>
                </a:cubicBezTo>
                <a:cubicBezTo>
                  <a:pt x="2243938" y="94000"/>
                  <a:pt x="2242566" y="96012"/>
                  <a:pt x="2240920" y="97658"/>
                </a:cubicBezTo>
                <a:cubicBezTo>
                  <a:pt x="2239183" y="99395"/>
                  <a:pt x="2237262" y="100675"/>
                  <a:pt x="2234976" y="101590"/>
                </a:cubicBezTo>
                <a:cubicBezTo>
                  <a:pt x="2232782" y="102504"/>
                  <a:pt x="2230496" y="102961"/>
                  <a:pt x="2228027" y="102961"/>
                </a:cubicBezTo>
                <a:cubicBezTo>
                  <a:pt x="2225650" y="102961"/>
                  <a:pt x="2223364" y="102504"/>
                  <a:pt x="2221169" y="101590"/>
                </a:cubicBezTo>
                <a:cubicBezTo>
                  <a:pt x="2218883" y="100675"/>
                  <a:pt x="2216963" y="99395"/>
                  <a:pt x="2215225" y="97658"/>
                </a:cubicBezTo>
                <a:cubicBezTo>
                  <a:pt x="2213580" y="96012"/>
                  <a:pt x="2212208" y="94000"/>
                  <a:pt x="2211294" y="91806"/>
                </a:cubicBezTo>
                <a:cubicBezTo>
                  <a:pt x="2210379" y="89611"/>
                  <a:pt x="2209922" y="87234"/>
                  <a:pt x="2209922" y="84856"/>
                </a:cubicBezTo>
                <a:cubicBezTo>
                  <a:pt x="2209922" y="82479"/>
                  <a:pt x="2210379" y="80193"/>
                  <a:pt x="2211294" y="77907"/>
                </a:cubicBezTo>
                <a:cubicBezTo>
                  <a:pt x="2212208" y="75712"/>
                  <a:pt x="2213580" y="73792"/>
                  <a:pt x="2215225" y="72055"/>
                </a:cubicBezTo>
                <a:cubicBezTo>
                  <a:pt x="2216963" y="70409"/>
                  <a:pt x="2218883" y="69037"/>
                  <a:pt x="2221169" y="68123"/>
                </a:cubicBezTo>
                <a:cubicBezTo>
                  <a:pt x="2223364" y="67208"/>
                  <a:pt x="2225650" y="66751"/>
                  <a:pt x="2228027" y="66751"/>
                </a:cubicBezTo>
                <a:cubicBezTo>
                  <a:pt x="2230496" y="66751"/>
                  <a:pt x="2232782" y="67208"/>
                  <a:pt x="2234976" y="68123"/>
                </a:cubicBezTo>
                <a:cubicBezTo>
                  <a:pt x="2237262" y="69037"/>
                  <a:pt x="2239183" y="70409"/>
                  <a:pt x="2240920" y="72055"/>
                </a:cubicBezTo>
                <a:cubicBezTo>
                  <a:pt x="2242566" y="73792"/>
                  <a:pt x="2243938" y="75712"/>
                  <a:pt x="2244852" y="77907"/>
                </a:cubicBezTo>
                <a:cubicBezTo>
                  <a:pt x="2245766" y="80193"/>
                  <a:pt x="2246224" y="82479"/>
                  <a:pt x="2246224" y="84856"/>
                </a:cubicBezTo>
              </a:path>
              <a:path w="4102456" h="185989">
                <a:moveTo>
                  <a:pt x="2472355" y="96744"/>
                </a:moveTo>
                <a:cubicBezTo>
                  <a:pt x="2472355" y="99121"/>
                  <a:pt x="2471898" y="101407"/>
                  <a:pt x="2470983" y="103693"/>
                </a:cubicBezTo>
                <a:cubicBezTo>
                  <a:pt x="2470069" y="105888"/>
                  <a:pt x="2468789" y="107808"/>
                  <a:pt x="2467051" y="109545"/>
                </a:cubicBezTo>
                <a:cubicBezTo>
                  <a:pt x="2465314" y="111191"/>
                  <a:pt x="2463394" y="112563"/>
                  <a:pt x="2461199" y="113477"/>
                </a:cubicBezTo>
                <a:cubicBezTo>
                  <a:pt x="2458913" y="114391"/>
                  <a:pt x="2456627" y="114849"/>
                  <a:pt x="2454250" y="114849"/>
                </a:cubicBezTo>
                <a:cubicBezTo>
                  <a:pt x="2451781" y="114849"/>
                  <a:pt x="2449495" y="114391"/>
                  <a:pt x="2447300" y="113477"/>
                </a:cubicBezTo>
                <a:cubicBezTo>
                  <a:pt x="2445014" y="112563"/>
                  <a:pt x="2443094" y="111191"/>
                  <a:pt x="2441357" y="109545"/>
                </a:cubicBezTo>
                <a:cubicBezTo>
                  <a:pt x="2439711" y="107808"/>
                  <a:pt x="2438339" y="105888"/>
                  <a:pt x="2437425" y="103693"/>
                </a:cubicBezTo>
                <a:cubicBezTo>
                  <a:pt x="2436510" y="101407"/>
                  <a:pt x="2436053" y="99121"/>
                  <a:pt x="2436053" y="96744"/>
                </a:cubicBezTo>
                <a:cubicBezTo>
                  <a:pt x="2436053" y="94366"/>
                  <a:pt x="2436510" y="91989"/>
                  <a:pt x="2437425" y="89794"/>
                </a:cubicBezTo>
                <a:cubicBezTo>
                  <a:pt x="2438339" y="87600"/>
                  <a:pt x="2439711" y="85588"/>
                  <a:pt x="2441357" y="83942"/>
                </a:cubicBezTo>
                <a:cubicBezTo>
                  <a:pt x="2443094" y="82205"/>
                  <a:pt x="2445014" y="80924"/>
                  <a:pt x="2447300" y="80010"/>
                </a:cubicBezTo>
                <a:cubicBezTo>
                  <a:pt x="2449495" y="79096"/>
                  <a:pt x="2451781" y="78638"/>
                  <a:pt x="2454250" y="78638"/>
                </a:cubicBezTo>
                <a:cubicBezTo>
                  <a:pt x="2456627" y="78638"/>
                  <a:pt x="2458913" y="79096"/>
                  <a:pt x="2461199" y="80010"/>
                </a:cubicBezTo>
                <a:cubicBezTo>
                  <a:pt x="2463394" y="80924"/>
                  <a:pt x="2465314" y="82205"/>
                  <a:pt x="2467051" y="83942"/>
                </a:cubicBezTo>
                <a:cubicBezTo>
                  <a:pt x="2468789" y="85588"/>
                  <a:pt x="2470069" y="87600"/>
                  <a:pt x="2470983" y="89794"/>
                </a:cubicBezTo>
                <a:cubicBezTo>
                  <a:pt x="2471898" y="91989"/>
                  <a:pt x="2472355" y="94366"/>
                  <a:pt x="2472355" y="96744"/>
                </a:cubicBezTo>
              </a:path>
              <a:path w="4102456" h="185989">
                <a:moveTo>
                  <a:pt x="2898648" y="153802"/>
                </a:moveTo>
                <a:cubicBezTo>
                  <a:pt x="2898648" y="156180"/>
                  <a:pt x="2898191" y="158466"/>
                  <a:pt x="2897276" y="160752"/>
                </a:cubicBezTo>
                <a:cubicBezTo>
                  <a:pt x="2896362" y="162946"/>
                  <a:pt x="2895082" y="164866"/>
                  <a:pt x="2893344" y="166604"/>
                </a:cubicBezTo>
                <a:cubicBezTo>
                  <a:pt x="2891607" y="168250"/>
                  <a:pt x="2889687" y="169621"/>
                  <a:pt x="2887492" y="170536"/>
                </a:cubicBezTo>
                <a:cubicBezTo>
                  <a:pt x="2885206" y="171450"/>
                  <a:pt x="2882920" y="171907"/>
                  <a:pt x="2880543" y="171907"/>
                </a:cubicBezTo>
                <a:cubicBezTo>
                  <a:pt x="2878074" y="171907"/>
                  <a:pt x="2875788" y="171450"/>
                  <a:pt x="2873593" y="170536"/>
                </a:cubicBezTo>
                <a:cubicBezTo>
                  <a:pt x="2871399" y="169621"/>
                  <a:pt x="2869387" y="168250"/>
                  <a:pt x="2867741" y="166604"/>
                </a:cubicBezTo>
                <a:cubicBezTo>
                  <a:pt x="2866004" y="164866"/>
                  <a:pt x="2864724" y="162946"/>
                  <a:pt x="2863718" y="160752"/>
                </a:cubicBezTo>
                <a:cubicBezTo>
                  <a:pt x="2862804" y="158466"/>
                  <a:pt x="2862346" y="156180"/>
                  <a:pt x="2862346" y="153802"/>
                </a:cubicBezTo>
                <a:cubicBezTo>
                  <a:pt x="2862346" y="151425"/>
                  <a:pt x="2862804" y="149047"/>
                  <a:pt x="2863718" y="146853"/>
                </a:cubicBezTo>
                <a:cubicBezTo>
                  <a:pt x="2864724" y="144658"/>
                  <a:pt x="2866004" y="142646"/>
                  <a:pt x="2867741" y="141000"/>
                </a:cubicBezTo>
                <a:cubicBezTo>
                  <a:pt x="2869387" y="139263"/>
                  <a:pt x="2871399" y="137983"/>
                  <a:pt x="2873593" y="137069"/>
                </a:cubicBezTo>
                <a:cubicBezTo>
                  <a:pt x="2875788" y="136154"/>
                  <a:pt x="2878074" y="135697"/>
                  <a:pt x="2880543" y="135697"/>
                </a:cubicBezTo>
                <a:cubicBezTo>
                  <a:pt x="2882920" y="135697"/>
                  <a:pt x="2885206" y="136154"/>
                  <a:pt x="2887492" y="137069"/>
                </a:cubicBezTo>
                <a:cubicBezTo>
                  <a:pt x="2889687" y="137983"/>
                  <a:pt x="2891607" y="139263"/>
                  <a:pt x="2893344" y="141000"/>
                </a:cubicBezTo>
                <a:cubicBezTo>
                  <a:pt x="2895082" y="142646"/>
                  <a:pt x="2896362" y="144658"/>
                  <a:pt x="2897276" y="146853"/>
                </a:cubicBezTo>
                <a:cubicBezTo>
                  <a:pt x="2898191" y="149047"/>
                  <a:pt x="2898648" y="151425"/>
                  <a:pt x="2898648" y="153802"/>
                </a:cubicBezTo>
              </a:path>
              <a:path w="4102456" h="185989">
                <a:moveTo>
                  <a:pt x="3191165" y="103327"/>
                </a:moveTo>
                <a:cubicBezTo>
                  <a:pt x="3191165" y="105705"/>
                  <a:pt x="3190707" y="107991"/>
                  <a:pt x="3189793" y="110277"/>
                </a:cubicBezTo>
                <a:cubicBezTo>
                  <a:pt x="3188879" y="112471"/>
                  <a:pt x="3187598" y="114391"/>
                  <a:pt x="3185861" y="116129"/>
                </a:cubicBezTo>
                <a:cubicBezTo>
                  <a:pt x="3184215" y="117775"/>
                  <a:pt x="3182203" y="119146"/>
                  <a:pt x="3180009" y="120061"/>
                </a:cubicBezTo>
                <a:cubicBezTo>
                  <a:pt x="3177814" y="120975"/>
                  <a:pt x="3175437" y="121432"/>
                  <a:pt x="3173059" y="121432"/>
                </a:cubicBezTo>
                <a:cubicBezTo>
                  <a:pt x="3170682" y="121432"/>
                  <a:pt x="3168305" y="120975"/>
                  <a:pt x="3166110" y="120061"/>
                </a:cubicBezTo>
                <a:cubicBezTo>
                  <a:pt x="3163915" y="119146"/>
                  <a:pt x="3161904" y="117775"/>
                  <a:pt x="3160258" y="116129"/>
                </a:cubicBezTo>
                <a:cubicBezTo>
                  <a:pt x="3158520" y="114391"/>
                  <a:pt x="3157240" y="112471"/>
                  <a:pt x="3156326" y="110277"/>
                </a:cubicBezTo>
                <a:cubicBezTo>
                  <a:pt x="3155412" y="107991"/>
                  <a:pt x="3154954" y="105705"/>
                  <a:pt x="3154954" y="103327"/>
                </a:cubicBezTo>
                <a:cubicBezTo>
                  <a:pt x="3154954" y="100950"/>
                  <a:pt x="3155412" y="98572"/>
                  <a:pt x="3156326" y="96378"/>
                </a:cubicBezTo>
                <a:cubicBezTo>
                  <a:pt x="3157240" y="94183"/>
                  <a:pt x="3158520" y="92172"/>
                  <a:pt x="3160258" y="90526"/>
                </a:cubicBezTo>
                <a:cubicBezTo>
                  <a:pt x="3161904" y="88788"/>
                  <a:pt x="3163915" y="87508"/>
                  <a:pt x="3166110" y="86594"/>
                </a:cubicBezTo>
                <a:cubicBezTo>
                  <a:pt x="3168305" y="85679"/>
                  <a:pt x="3170682" y="85222"/>
                  <a:pt x="3173059" y="85222"/>
                </a:cubicBezTo>
                <a:cubicBezTo>
                  <a:pt x="3175437" y="85222"/>
                  <a:pt x="3177814" y="85679"/>
                  <a:pt x="3180009" y="86594"/>
                </a:cubicBezTo>
                <a:cubicBezTo>
                  <a:pt x="3182203" y="87508"/>
                  <a:pt x="3184215" y="88788"/>
                  <a:pt x="3185861" y="90526"/>
                </a:cubicBezTo>
                <a:cubicBezTo>
                  <a:pt x="3187598" y="92172"/>
                  <a:pt x="3188879" y="94183"/>
                  <a:pt x="3189793" y="96378"/>
                </a:cubicBezTo>
                <a:cubicBezTo>
                  <a:pt x="3190707" y="98572"/>
                  <a:pt x="3191165" y="100950"/>
                  <a:pt x="3191165" y="103327"/>
                </a:cubicBezTo>
              </a:path>
              <a:path w="4102456" h="185989">
                <a:moveTo>
                  <a:pt x="3451494" y="40965"/>
                </a:moveTo>
                <a:cubicBezTo>
                  <a:pt x="3451494" y="43343"/>
                  <a:pt x="3451037" y="45629"/>
                  <a:pt x="3450123" y="47915"/>
                </a:cubicBezTo>
                <a:cubicBezTo>
                  <a:pt x="3449208" y="50109"/>
                  <a:pt x="3447837" y="52029"/>
                  <a:pt x="3446191" y="53767"/>
                </a:cubicBezTo>
                <a:cubicBezTo>
                  <a:pt x="3444453" y="55413"/>
                  <a:pt x="3442533" y="56784"/>
                  <a:pt x="3440247" y="57699"/>
                </a:cubicBezTo>
                <a:cubicBezTo>
                  <a:pt x="3438053" y="58613"/>
                  <a:pt x="3435767" y="59070"/>
                  <a:pt x="3433298" y="59070"/>
                </a:cubicBezTo>
                <a:cubicBezTo>
                  <a:pt x="3430920" y="59070"/>
                  <a:pt x="3428634" y="58613"/>
                  <a:pt x="3426440" y="57699"/>
                </a:cubicBezTo>
                <a:cubicBezTo>
                  <a:pt x="3424154" y="56784"/>
                  <a:pt x="3422233" y="55413"/>
                  <a:pt x="3420496" y="53767"/>
                </a:cubicBezTo>
                <a:cubicBezTo>
                  <a:pt x="3418850" y="52029"/>
                  <a:pt x="3417479" y="50109"/>
                  <a:pt x="3416564" y="47915"/>
                </a:cubicBezTo>
                <a:cubicBezTo>
                  <a:pt x="3415650" y="45629"/>
                  <a:pt x="3415193" y="43343"/>
                  <a:pt x="3415193" y="40965"/>
                </a:cubicBezTo>
                <a:cubicBezTo>
                  <a:pt x="3415193" y="38588"/>
                  <a:pt x="3415650" y="36210"/>
                  <a:pt x="3416564" y="34016"/>
                </a:cubicBezTo>
                <a:cubicBezTo>
                  <a:pt x="3417479" y="31821"/>
                  <a:pt x="3418850" y="29901"/>
                  <a:pt x="3420496" y="28164"/>
                </a:cubicBezTo>
                <a:cubicBezTo>
                  <a:pt x="3422233" y="26426"/>
                  <a:pt x="3424154" y="25146"/>
                  <a:pt x="3426440" y="24232"/>
                </a:cubicBezTo>
                <a:cubicBezTo>
                  <a:pt x="3428634" y="23317"/>
                  <a:pt x="3430920" y="22860"/>
                  <a:pt x="3433298" y="22860"/>
                </a:cubicBezTo>
                <a:cubicBezTo>
                  <a:pt x="3435767" y="22860"/>
                  <a:pt x="3438053" y="23317"/>
                  <a:pt x="3440247" y="24232"/>
                </a:cubicBezTo>
                <a:cubicBezTo>
                  <a:pt x="3442533" y="25146"/>
                  <a:pt x="3444453" y="26426"/>
                  <a:pt x="3446191" y="28164"/>
                </a:cubicBezTo>
                <a:cubicBezTo>
                  <a:pt x="3447837" y="29901"/>
                  <a:pt x="3449208" y="31821"/>
                  <a:pt x="3450123" y="34016"/>
                </a:cubicBezTo>
                <a:cubicBezTo>
                  <a:pt x="3451037" y="36210"/>
                  <a:pt x="3451494" y="38588"/>
                  <a:pt x="3451494" y="40965"/>
                </a:cubicBezTo>
              </a:path>
              <a:path w="4102456" h="185989">
                <a:moveTo>
                  <a:pt x="3746205" y="91806"/>
                </a:moveTo>
                <a:cubicBezTo>
                  <a:pt x="3746205" y="94183"/>
                  <a:pt x="3745748" y="96469"/>
                  <a:pt x="3744742" y="98664"/>
                </a:cubicBezTo>
                <a:cubicBezTo>
                  <a:pt x="3743828" y="100950"/>
                  <a:pt x="3742548" y="102870"/>
                  <a:pt x="3740810" y="104607"/>
                </a:cubicBezTo>
                <a:cubicBezTo>
                  <a:pt x="3739164" y="106253"/>
                  <a:pt x="3737153" y="107533"/>
                  <a:pt x="3734958" y="108539"/>
                </a:cubicBezTo>
                <a:cubicBezTo>
                  <a:pt x="3732764" y="109454"/>
                  <a:pt x="3730386" y="109911"/>
                  <a:pt x="3728009" y="109911"/>
                </a:cubicBezTo>
                <a:cubicBezTo>
                  <a:pt x="3725631" y="109911"/>
                  <a:pt x="3723345" y="109454"/>
                  <a:pt x="3721059" y="108539"/>
                </a:cubicBezTo>
                <a:cubicBezTo>
                  <a:pt x="3718865" y="107533"/>
                  <a:pt x="3716945" y="106253"/>
                  <a:pt x="3715207" y="104607"/>
                </a:cubicBezTo>
                <a:cubicBezTo>
                  <a:pt x="3713470" y="102870"/>
                  <a:pt x="3712190" y="100950"/>
                  <a:pt x="3711275" y="98664"/>
                </a:cubicBezTo>
                <a:cubicBezTo>
                  <a:pt x="3710361" y="96469"/>
                  <a:pt x="3709904" y="94183"/>
                  <a:pt x="3709904" y="91806"/>
                </a:cubicBezTo>
                <a:cubicBezTo>
                  <a:pt x="3709904" y="89337"/>
                  <a:pt x="3710361" y="87051"/>
                  <a:pt x="3711275" y="84856"/>
                </a:cubicBezTo>
                <a:cubicBezTo>
                  <a:pt x="3712190" y="82662"/>
                  <a:pt x="3713470" y="80650"/>
                  <a:pt x="3715207" y="79004"/>
                </a:cubicBezTo>
                <a:cubicBezTo>
                  <a:pt x="3716945" y="77267"/>
                  <a:pt x="3718865" y="75987"/>
                  <a:pt x="3721059" y="75072"/>
                </a:cubicBezTo>
                <a:cubicBezTo>
                  <a:pt x="3723345" y="74158"/>
                  <a:pt x="3725631" y="73701"/>
                  <a:pt x="3728009" y="73701"/>
                </a:cubicBezTo>
                <a:cubicBezTo>
                  <a:pt x="3730386" y="73701"/>
                  <a:pt x="3732764" y="74158"/>
                  <a:pt x="3734958" y="75072"/>
                </a:cubicBezTo>
                <a:cubicBezTo>
                  <a:pt x="3737153" y="75987"/>
                  <a:pt x="3739164" y="77267"/>
                  <a:pt x="3740810" y="79004"/>
                </a:cubicBezTo>
                <a:cubicBezTo>
                  <a:pt x="3742548" y="80650"/>
                  <a:pt x="3743828" y="82662"/>
                  <a:pt x="3744742" y="84856"/>
                </a:cubicBezTo>
                <a:cubicBezTo>
                  <a:pt x="3745748" y="87051"/>
                  <a:pt x="3746205" y="89337"/>
                  <a:pt x="3746205" y="91806"/>
                </a:cubicBezTo>
              </a:path>
              <a:path w="4102456" h="185989">
                <a:moveTo>
                  <a:pt x="4102456" y="18105"/>
                </a:moveTo>
                <a:cubicBezTo>
                  <a:pt x="4102456" y="20483"/>
                  <a:pt x="4101998" y="22769"/>
                  <a:pt x="4101084" y="25055"/>
                </a:cubicBezTo>
                <a:cubicBezTo>
                  <a:pt x="4100170" y="27249"/>
                  <a:pt x="4098889" y="29169"/>
                  <a:pt x="4097152" y="30907"/>
                </a:cubicBezTo>
                <a:cubicBezTo>
                  <a:pt x="4095415" y="32553"/>
                  <a:pt x="4093494" y="33924"/>
                  <a:pt x="4091300" y="34839"/>
                </a:cubicBezTo>
                <a:cubicBezTo>
                  <a:pt x="4089014" y="35753"/>
                  <a:pt x="4086728" y="36210"/>
                  <a:pt x="4084350" y="36210"/>
                </a:cubicBezTo>
                <a:cubicBezTo>
                  <a:pt x="4081882" y="36210"/>
                  <a:pt x="4079596" y="35753"/>
                  <a:pt x="4077401" y="34839"/>
                </a:cubicBezTo>
                <a:cubicBezTo>
                  <a:pt x="4075115" y="33924"/>
                  <a:pt x="4073195" y="32553"/>
                  <a:pt x="4071457" y="30907"/>
                </a:cubicBezTo>
                <a:cubicBezTo>
                  <a:pt x="4069812" y="29169"/>
                  <a:pt x="4068440" y="27249"/>
                  <a:pt x="4067526" y="25055"/>
                </a:cubicBezTo>
                <a:cubicBezTo>
                  <a:pt x="4066611" y="22769"/>
                  <a:pt x="4066154" y="20483"/>
                  <a:pt x="4066154" y="18105"/>
                </a:cubicBezTo>
                <a:cubicBezTo>
                  <a:pt x="4066154" y="15728"/>
                  <a:pt x="4066611" y="13350"/>
                  <a:pt x="4067526" y="11156"/>
                </a:cubicBezTo>
                <a:cubicBezTo>
                  <a:pt x="4068440" y="8961"/>
                  <a:pt x="4069812" y="7041"/>
                  <a:pt x="4071457" y="5304"/>
                </a:cubicBezTo>
                <a:cubicBezTo>
                  <a:pt x="4073195" y="3566"/>
                  <a:pt x="4075115" y="2286"/>
                  <a:pt x="4077401" y="1372"/>
                </a:cubicBezTo>
                <a:cubicBezTo>
                  <a:pt x="4079596" y="457"/>
                  <a:pt x="4081882" y="0"/>
                  <a:pt x="4084350" y="0"/>
                </a:cubicBezTo>
                <a:cubicBezTo>
                  <a:pt x="4086728" y="0"/>
                  <a:pt x="4089014" y="457"/>
                  <a:pt x="4091300" y="1372"/>
                </a:cubicBezTo>
                <a:cubicBezTo>
                  <a:pt x="4093494" y="2286"/>
                  <a:pt x="4095415" y="3566"/>
                  <a:pt x="4097152" y="5304"/>
                </a:cubicBezTo>
                <a:cubicBezTo>
                  <a:pt x="4098889" y="7041"/>
                  <a:pt x="4100170" y="8961"/>
                  <a:pt x="4101084" y="11156"/>
                </a:cubicBezTo>
                <a:cubicBezTo>
                  <a:pt x="4101998" y="13350"/>
                  <a:pt x="4102456" y="15728"/>
                  <a:pt x="4102456" y="18105"/>
                </a:cubicBezTo>
              </a:path>
            </a:pathLst>
          </a:custGeom>
          <a:solidFill>
            <a:srgbClr val="F2EFE6"/>
          </a:solidFill>
          <a:ln w="7049">
            <a:solidFill>
              <a:srgbClr val="8D948E"/>
            </a:solidFill>
            <a:prstDash val="solid"/>
          </a:ln>
        </p:spPr>
      </p:sp>
      <p:sp>
        <p:nvSpPr>
          <p:cNvPr id="14" name="Forma 62"/>
          <p:cNvSpPr/>
          <p:nvPr/>
        </p:nvSpPr>
        <p:spPr>
          <a:xfrm>
            <a:off x="699699" y="3578047"/>
            <a:ext cx="3358500" cy="9327"/>
          </a:xfrm>
          <a:custGeom>
            <a:avLst/>
            <a:gdLst/>
            <a:ahLst/>
            <a:cxnLst/>
            <a:rect l="l" t="t" r="r" b="b"/>
            <a:pathLst>
              <a:path w="3358500" h="9327">
                <a:moveTo>
                  <a:pt x="0" y="0"/>
                </a:moveTo>
                <a:lnTo>
                  <a:pt x="3358500" y="0"/>
                </a:lnTo>
                <a:lnTo>
                  <a:pt x="3358500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15" name="Forma 63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26604" y="4353093"/>
            <a:ext cx="156088" cy="15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93" b="1" dirty="0">
                <a:solidFill>
                  <a:srgbClr val="6063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93" dirty="0"/>
          </a:p>
        </p:txBody>
      </p:sp>
      <p:sp>
        <p:nvSpPr>
          <p:cNvPr id="17" name="Text 15"/>
          <p:cNvSpPr txBox="1"/>
          <p:nvPr/>
        </p:nvSpPr>
        <p:spPr>
          <a:xfrm>
            <a:off x="6113404" y="1657259"/>
            <a:ext cx="212507" cy="15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93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93" dirty="0"/>
          </a:p>
        </p:txBody>
      </p:sp>
      <p:sp>
        <p:nvSpPr>
          <p:cNvPr id="18" name="Text 16"/>
          <p:cNvSpPr txBox="1"/>
          <p:nvPr/>
        </p:nvSpPr>
        <p:spPr>
          <a:xfrm>
            <a:off x="7304959" y="3457895"/>
            <a:ext cx="212507" cy="15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93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93" dirty="0"/>
          </a:p>
        </p:txBody>
      </p:sp>
      <p:sp>
        <p:nvSpPr>
          <p:cNvPr id="19" name="Text 17"/>
          <p:cNvSpPr txBox="1"/>
          <p:nvPr/>
        </p:nvSpPr>
        <p:spPr>
          <a:xfrm>
            <a:off x="8028523" y="1405707"/>
            <a:ext cx="212507" cy="15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93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793" dirty="0"/>
          </a:p>
        </p:txBody>
      </p:sp>
      <p:sp>
        <p:nvSpPr>
          <p:cNvPr id="20" name="Text 18"/>
          <p:cNvSpPr txBox="1"/>
          <p:nvPr/>
        </p:nvSpPr>
        <p:spPr>
          <a:xfrm>
            <a:off x="8388248" y="965606"/>
            <a:ext cx="156088" cy="15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51"/>
              </a:lnSpc>
              <a:buNone/>
            </a:pPr>
            <a:r>
              <a:rPr lang="en-US" sz="793" b="1" dirty="0">
                <a:solidFill>
                  <a:srgbClr val="5B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93" dirty="0"/>
          </a:p>
        </p:txBody>
      </p:sp>
      <p:sp>
        <p:nvSpPr>
          <p:cNvPr id="21" name="Text 19"/>
          <p:cNvSpPr txBox="1"/>
          <p:nvPr/>
        </p:nvSpPr>
        <p:spPr>
          <a:xfrm>
            <a:off x="690372" y="568391"/>
            <a:ext cx="140067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8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GRAFO SIMULADO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667603" y="836767"/>
            <a:ext cx="3694725" cy="110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604" b="1" spc="-12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Malla sintética</a:t>
            </a:r>
            <a:endParaRPr lang="en-US" sz="3604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604" b="1" spc="-11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navegación</a:t>
            </a:r>
            <a:endParaRPr lang="en-US" sz="3604" dirty="0"/>
          </a:p>
        </p:txBody>
      </p:sp>
      <p:sp>
        <p:nvSpPr>
          <p:cNvPr id="23" name="Text 21"/>
          <p:cNvSpPr txBox="1"/>
          <p:nvPr/>
        </p:nvSpPr>
        <p:spPr>
          <a:xfrm>
            <a:off x="699699" y="2786085"/>
            <a:ext cx="1156990" cy="810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3"/>
              </a:lnSpc>
              <a:buNone/>
            </a:pPr>
            <a:r>
              <a:rPr lang="en-US" sz="4261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</a:t>
            </a:r>
            <a:endParaRPr lang="en-US" sz="4261" dirty="0"/>
          </a:p>
        </p:txBody>
      </p:sp>
      <p:sp>
        <p:nvSpPr>
          <p:cNvPr id="24" name="Text 22"/>
          <p:cNvSpPr txBox="1"/>
          <p:nvPr/>
        </p:nvSpPr>
        <p:spPr>
          <a:xfrm>
            <a:off x="1666037" y="3177449"/>
            <a:ext cx="644835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spc="80" kern="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nodos</a:t>
            </a:r>
            <a:endParaRPr lang="en-US" sz="1175" dirty="0"/>
          </a:p>
        </p:txBody>
      </p:sp>
      <p:sp>
        <p:nvSpPr>
          <p:cNvPr id="25" name="Text 23"/>
          <p:cNvSpPr txBox="1"/>
          <p:nvPr/>
        </p:nvSpPr>
        <p:spPr>
          <a:xfrm>
            <a:off x="2175175" y="2786085"/>
            <a:ext cx="1497970" cy="810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13"/>
              </a:lnSpc>
              <a:buNone/>
            </a:pPr>
            <a:r>
              <a:rPr lang="en-US" sz="4261" b="1" spc="299" kern="0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618</a:t>
            </a:r>
            <a:endParaRPr lang="en-US" sz="4261" dirty="0"/>
          </a:p>
        </p:txBody>
      </p:sp>
      <p:sp>
        <p:nvSpPr>
          <p:cNvPr id="26" name="Text 24"/>
          <p:cNvSpPr txBox="1"/>
          <p:nvPr/>
        </p:nvSpPr>
        <p:spPr>
          <a:xfrm>
            <a:off x="3446008" y="3177449"/>
            <a:ext cx="681960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spc="60" kern="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aristas</a:t>
            </a:r>
            <a:endParaRPr lang="en-US" sz="1175" dirty="0"/>
          </a:p>
        </p:txBody>
      </p:sp>
      <p:sp>
        <p:nvSpPr>
          <p:cNvPr id="27" name="Text 25"/>
          <p:cNvSpPr txBox="1"/>
          <p:nvPr/>
        </p:nvSpPr>
        <p:spPr>
          <a:xfrm>
            <a:off x="699699" y="3682472"/>
            <a:ext cx="3215030" cy="436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2,5D · elevación y edificios como entradas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parciales</a:t>
            </a:r>
            <a:endParaRPr lang="en-US" sz="1175" dirty="0"/>
          </a:p>
        </p:txBody>
      </p:sp>
      <p:sp>
        <p:nvSpPr>
          <p:cNvPr id="28" name="Text 2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35</a:t>
            </a:r>
            <a:endParaRPr lang="en-US" sz="88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64"/>
          <p:cNvSpPr/>
          <p:nvPr/>
        </p:nvSpPr>
        <p:spPr>
          <a:xfrm>
            <a:off x="5784037" y="2227021"/>
            <a:ext cx="2966679" cy="1966051"/>
          </a:xfrm>
          <a:custGeom>
            <a:avLst/>
            <a:gdLst/>
            <a:ahLst/>
            <a:cxnLst/>
            <a:rect l="l" t="t" r="r" b="b"/>
            <a:pathLst>
              <a:path w="2966679" h="1966051">
                <a:moveTo>
                  <a:pt x="0" y="0"/>
                </a:moveTo>
                <a:lnTo>
                  <a:pt x="2966679" y="0"/>
                </a:lnTo>
                <a:lnTo>
                  <a:pt x="2966679" y="9327"/>
                </a:lnTo>
                <a:lnTo>
                  <a:pt x="0" y="9327"/>
                </a:lnTo>
                <a:close/>
              </a:path>
              <a:path w="2966679" h="1966051">
                <a:moveTo>
                  <a:pt x="0" y="587045"/>
                </a:moveTo>
                <a:lnTo>
                  <a:pt x="2966679" y="587045"/>
                </a:lnTo>
                <a:lnTo>
                  <a:pt x="2966679" y="596372"/>
                </a:lnTo>
                <a:lnTo>
                  <a:pt x="0" y="596372"/>
                </a:lnTo>
                <a:close/>
              </a:path>
              <a:path w="2966679" h="1966051">
                <a:moveTo>
                  <a:pt x="0" y="1369771"/>
                </a:moveTo>
                <a:lnTo>
                  <a:pt x="2966679" y="1369771"/>
                </a:lnTo>
                <a:lnTo>
                  <a:pt x="2966679" y="1379098"/>
                </a:lnTo>
                <a:lnTo>
                  <a:pt x="0" y="1379098"/>
                </a:lnTo>
                <a:close/>
              </a:path>
              <a:path w="2966679" h="1966051">
                <a:moveTo>
                  <a:pt x="0" y="1956725"/>
                </a:moveTo>
                <a:lnTo>
                  <a:pt x="2966679" y="1956725"/>
                </a:lnTo>
                <a:lnTo>
                  <a:pt x="2966679" y="1966051"/>
                </a:lnTo>
                <a:lnTo>
                  <a:pt x="0" y="1966051"/>
                </a:lnTo>
                <a:close/>
              </a:path>
            </a:pathLst>
          </a:custGeom>
          <a:solidFill>
            <a:srgbClr val="576365"/>
          </a:solidFill>
          <a:ln/>
        </p:spPr>
      </p:sp>
      <p:sp>
        <p:nvSpPr>
          <p:cNvPr id="3" name="Forma 65"/>
          <p:cNvSpPr/>
          <p:nvPr/>
        </p:nvSpPr>
        <p:spPr>
          <a:xfrm>
            <a:off x="0" y="0"/>
            <a:ext cx="5392217" cy="5143500"/>
          </a:xfrm>
          <a:custGeom>
            <a:avLst/>
            <a:gdLst/>
            <a:ahLst/>
            <a:cxnLst/>
            <a:rect l="l" t="t" r="r" b="b"/>
            <a:pathLst>
              <a:path w="5392217" h="5143500">
                <a:moveTo>
                  <a:pt x="0" y="0"/>
                </a:moveTo>
                <a:lnTo>
                  <a:pt x="5392217" y="0"/>
                </a:lnTo>
                <a:lnTo>
                  <a:pt x="5392217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E8E4D8"/>
          </a:solidFill>
          <a:ln/>
        </p:spPr>
      </p:sp>
      <p:sp>
        <p:nvSpPr>
          <p:cNvPr id="4" name="Forma 66"/>
          <p:cNvSpPr/>
          <p:nvPr/>
        </p:nvSpPr>
        <p:spPr>
          <a:xfrm>
            <a:off x="584667" y="0"/>
            <a:ext cx="4807549" cy="5143500"/>
          </a:xfrm>
          <a:custGeom>
            <a:avLst/>
            <a:gdLst/>
            <a:ahLst/>
            <a:cxnLst/>
            <a:rect l="l" t="t" r="r" b="b"/>
            <a:pathLst>
              <a:path w="4807549" h="5143500">
                <a:moveTo>
                  <a:pt x="144932" y="5143500"/>
                </a:moveTo>
                <a:lnTo>
                  <a:pt x="496245" y="4834890"/>
                </a:lnTo>
                <a:moveTo>
                  <a:pt x="478597" y="5143500"/>
                </a:moveTo>
                <a:lnTo>
                  <a:pt x="496245" y="4834890"/>
                </a:lnTo>
                <a:moveTo>
                  <a:pt x="668426" y="5143500"/>
                </a:moveTo>
                <a:lnTo>
                  <a:pt x="958931" y="4891674"/>
                </a:lnTo>
                <a:moveTo>
                  <a:pt x="307330" y="5143500"/>
                </a:moveTo>
                <a:lnTo>
                  <a:pt x="0" y="4814042"/>
                </a:lnTo>
                <a:moveTo>
                  <a:pt x="922172" y="5143500"/>
                </a:moveTo>
                <a:lnTo>
                  <a:pt x="958931" y="4891674"/>
                </a:lnTo>
                <a:moveTo>
                  <a:pt x="1091611" y="5143500"/>
                </a:moveTo>
                <a:lnTo>
                  <a:pt x="1357701" y="4830135"/>
                </a:lnTo>
                <a:moveTo>
                  <a:pt x="715792" y="5143500"/>
                </a:moveTo>
                <a:lnTo>
                  <a:pt x="496245" y="4834890"/>
                </a:lnTo>
                <a:moveTo>
                  <a:pt x="1274216" y="5143500"/>
                </a:moveTo>
                <a:lnTo>
                  <a:pt x="1357701" y="4830135"/>
                </a:lnTo>
                <a:moveTo>
                  <a:pt x="1100572" y="5143500"/>
                </a:moveTo>
                <a:lnTo>
                  <a:pt x="958931" y="4891674"/>
                </a:lnTo>
                <a:moveTo>
                  <a:pt x="1784817" y="5143500"/>
                </a:moveTo>
                <a:lnTo>
                  <a:pt x="1770827" y="4860402"/>
                </a:lnTo>
                <a:moveTo>
                  <a:pt x="1931030" y="5143500"/>
                </a:moveTo>
                <a:lnTo>
                  <a:pt x="2266158" y="4753417"/>
                </a:lnTo>
                <a:moveTo>
                  <a:pt x="1645188" y="5143500"/>
                </a:moveTo>
                <a:lnTo>
                  <a:pt x="1357701" y="4830135"/>
                </a:lnTo>
                <a:moveTo>
                  <a:pt x="2282342" y="5143500"/>
                </a:moveTo>
                <a:lnTo>
                  <a:pt x="2624237" y="4814956"/>
                </a:lnTo>
                <a:moveTo>
                  <a:pt x="2621310" y="5143500"/>
                </a:moveTo>
                <a:lnTo>
                  <a:pt x="2624237" y="4814956"/>
                </a:lnTo>
                <a:moveTo>
                  <a:pt x="2746309" y="5143500"/>
                </a:moveTo>
                <a:lnTo>
                  <a:pt x="2971983" y="4806726"/>
                </a:lnTo>
                <a:moveTo>
                  <a:pt x="2504267" y="5143500"/>
                </a:moveTo>
                <a:lnTo>
                  <a:pt x="2266158" y="4753417"/>
                </a:lnTo>
                <a:moveTo>
                  <a:pt x="3095427" y="5143500"/>
                </a:moveTo>
                <a:lnTo>
                  <a:pt x="2971983" y="4806726"/>
                </a:lnTo>
                <a:moveTo>
                  <a:pt x="3214848" y="5143500"/>
                </a:moveTo>
                <a:lnTo>
                  <a:pt x="3538819" y="4742810"/>
                </a:lnTo>
                <a:moveTo>
                  <a:pt x="3012674" y="5143500"/>
                </a:moveTo>
                <a:lnTo>
                  <a:pt x="2624237" y="4814956"/>
                </a:lnTo>
                <a:moveTo>
                  <a:pt x="3471885" y="5143500"/>
                </a:moveTo>
                <a:lnTo>
                  <a:pt x="3538819" y="4742810"/>
                </a:lnTo>
                <a:moveTo>
                  <a:pt x="3644798" y="5143500"/>
                </a:moveTo>
                <a:lnTo>
                  <a:pt x="4015405" y="4897984"/>
                </a:lnTo>
                <a:moveTo>
                  <a:pt x="3317992" y="5143500"/>
                </a:moveTo>
                <a:lnTo>
                  <a:pt x="2971983" y="4806726"/>
                </a:lnTo>
                <a:moveTo>
                  <a:pt x="3963741" y="5143500"/>
                </a:moveTo>
                <a:lnTo>
                  <a:pt x="4015405" y="4897984"/>
                </a:lnTo>
                <a:moveTo>
                  <a:pt x="4015862" y="5143500"/>
                </a:moveTo>
                <a:lnTo>
                  <a:pt x="4358213" y="4813950"/>
                </a:lnTo>
                <a:moveTo>
                  <a:pt x="3894521" y="5143500"/>
                </a:moveTo>
                <a:lnTo>
                  <a:pt x="3538819" y="4742810"/>
                </a:lnTo>
                <a:moveTo>
                  <a:pt x="4405762" y="5143500"/>
                </a:moveTo>
                <a:lnTo>
                  <a:pt x="4358213" y="4813950"/>
                </a:lnTo>
                <a:moveTo>
                  <a:pt x="4547586" y="5143500"/>
                </a:moveTo>
                <a:lnTo>
                  <a:pt x="4716932" y="4859213"/>
                </a:lnTo>
                <a:moveTo>
                  <a:pt x="4250223" y="5143500"/>
                </a:moveTo>
                <a:lnTo>
                  <a:pt x="4015405" y="4897984"/>
                </a:lnTo>
                <a:moveTo>
                  <a:pt x="4807549" y="5080864"/>
                </a:moveTo>
                <a:lnTo>
                  <a:pt x="4716932" y="4859213"/>
                </a:lnTo>
                <a:moveTo>
                  <a:pt x="4693798" y="5143500"/>
                </a:moveTo>
                <a:lnTo>
                  <a:pt x="4358213" y="4813950"/>
                </a:lnTo>
                <a:moveTo>
                  <a:pt x="4807549" y="4923678"/>
                </a:moveTo>
                <a:lnTo>
                  <a:pt x="4716932" y="4859213"/>
                </a:lnTo>
                <a:moveTo>
                  <a:pt x="0" y="4814042"/>
                </a:moveTo>
                <a:lnTo>
                  <a:pt x="496245" y="4834890"/>
                </a:lnTo>
                <a:moveTo>
                  <a:pt x="0" y="4814042"/>
                </a:moveTo>
                <a:lnTo>
                  <a:pt x="0" y="4468307"/>
                </a:lnTo>
                <a:moveTo>
                  <a:pt x="496245" y="4834890"/>
                </a:moveTo>
                <a:lnTo>
                  <a:pt x="958931" y="4891674"/>
                </a:lnTo>
                <a:moveTo>
                  <a:pt x="496245" y="4834890"/>
                </a:moveTo>
                <a:lnTo>
                  <a:pt x="414406" y="4331787"/>
                </a:lnTo>
                <a:moveTo>
                  <a:pt x="496245" y="4834890"/>
                </a:moveTo>
                <a:lnTo>
                  <a:pt x="0" y="4468307"/>
                </a:lnTo>
                <a:moveTo>
                  <a:pt x="958931" y="4891674"/>
                </a:moveTo>
                <a:lnTo>
                  <a:pt x="1357701" y="4830135"/>
                </a:lnTo>
                <a:moveTo>
                  <a:pt x="958931" y="4891674"/>
                </a:moveTo>
                <a:lnTo>
                  <a:pt x="784647" y="4424142"/>
                </a:lnTo>
                <a:moveTo>
                  <a:pt x="958931" y="4891674"/>
                </a:moveTo>
                <a:lnTo>
                  <a:pt x="1325789" y="4329135"/>
                </a:lnTo>
                <a:moveTo>
                  <a:pt x="958931" y="4891674"/>
                </a:moveTo>
                <a:lnTo>
                  <a:pt x="414406" y="4331787"/>
                </a:lnTo>
                <a:moveTo>
                  <a:pt x="1357701" y="4830135"/>
                </a:moveTo>
                <a:lnTo>
                  <a:pt x="1770827" y="4860402"/>
                </a:lnTo>
                <a:moveTo>
                  <a:pt x="1357701" y="4830135"/>
                </a:moveTo>
                <a:lnTo>
                  <a:pt x="1325789" y="4329135"/>
                </a:lnTo>
                <a:moveTo>
                  <a:pt x="1357701" y="4830135"/>
                </a:moveTo>
                <a:lnTo>
                  <a:pt x="1823222" y="4333342"/>
                </a:lnTo>
                <a:moveTo>
                  <a:pt x="1357701" y="4830135"/>
                </a:moveTo>
                <a:lnTo>
                  <a:pt x="784647" y="4424142"/>
                </a:lnTo>
                <a:moveTo>
                  <a:pt x="1770827" y="4860402"/>
                </a:moveTo>
                <a:lnTo>
                  <a:pt x="2266158" y="4753417"/>
                </a:lnTo>
                <a:moveTo>
                  <a:pt x="1770827" y="4860402"/>
                </a:moveTo>
                <a:lnTo>
                  <a:pt x="1823222" y="4333342"/>
                </a:lnTo>
                <a:moveTo>
                  <a:pt x="1770827" y="4860402"/>
                </a:moveTo>
                <a:lnTo>
                  <a:pt x="2143079" y="4431548"/>
                </a:lnTo>
                <a:moveTo>
                  <a:pt x="1770827" y="4860402"/>
                </a:moveTo>
                <a:lnTo>
                  <a:pt x="1325789" y="4329135"/>
                </a:lnTo>
                <a:moveTo>
                  <a:pt x="2266158" y="4753417"/>
                </a:moveTo>
                <a:lnTo>
                  <a:pt x="2143079" y="4431548"/>
                </a:lnTo>
                <a:moveTo>
                  <a:pt x="2266158" y="4753417"/>
                </a:moveTo>
                <a:lnTo>
                  <a:pt x="2598999" y="4328952"/>
                </a:lnTo>
                <a:moveTo>
                  <a:pt x="2266158" y="4753417"/>
                </a:moveTo>
                <a:lnTo>
                  <a:pt x="1823222" y="4333342"/>
                </a:lnTo>
                <a:moveTo>
                  <a:pt x="2624237" y="4814956"/>
                </a:moveTo>
                <a:lnTo>
                  <a:pt x="2971983" y="4806726"/>
                </a:lnTo>
                <a:moveTo>
                  <a:pt x="2624237" y="4814956"/>
                </a:moveTo>
                <a:lnTo>
                  <a:pt x="2598999" y="4328952"/>
                </a:lnTo>
                <a:moveTo>
                  <a:pt x="2624237" y="4814956"/>
                </a:moveTo>
                <a:lnTo>
                  <a:pt x="3168579" y="4489430"/>
                </a:lnTo>
                <a:moveTo>
                  <a:pt x="2624237" y="4814956"/>
                </a:moveTo>
                <a:lnTo>
                  <a:pt x="2143079" y="4431548"/>
                </a:lnTo>
                <a:moveTo>
                  <a:pt x="2971983" y="4806726"/>
                </a:moveTo>
                <a:lnTo>
                  <a:pt x="3538819" y="4742810"/>
                </a:lnTo>
                <a:moveTo>
                  <a:pt x="2971983" y="4806726"/>
                </a:moveTo>
                <a:lnTo>
                  <a:pt x="3168579" y="4489430"/>
                </a:lnTo>
                <a:moveTo>
                  <a:pt x="2971983" y="4806726"/>
                </a:moveTo>
                <a:lnTo>
                  <a:pt x="3435584" y="4471782"/>
                </a:lnTo>
                <a:moveTo>
                  <a:pt x="2971983" y="4806726"/>
                </a:moveTo>
                <a:lnTo>
                  <a:pt x="2598999" y="4328952"/>
                </a:lnTo>
                <a:moveTo>
                  <a:pt x="3538819" y="4742810"/>
                </a:moveTo>
                <a:lnTo>
                  <a:pt x="3435584" y="4471782"/>
                </a:lnTo>
                <a:moveTo>
                  <a:pt x="3538819" y="4742810"/>
                </a:moveTo>
                <a:lnTo>
                  <a:pt x="3168579" y="4489430"/>
                </a:lnTo>
                <a:moveTo>
                  <a:pt x="4015405" y="4897984"/>
                </a:moveTo>
                <a:lnTo>
                  <a:pt x="3886474" y="4416369"/>
                </a:lnTo>
                <a:moveTo>
                  <a:pt x="4015405" y="4897984"/>
                </a:moveTo>
                <a:lnTo>
                  <a:pt x="4402745" y="4465015"/>
                </a:lnTo>
                <a:moveTo>
                  <a:pt x="4015405" y="4897984"/>
                </a:moveTo>
                <a:lnTo>
                  <a:pt x="3435584" y="4471782"/>
                </a:lnTo>
                <a:moveTo>
                  <a:pt x="4358213" y="4813950"/>
                </a:moveTo>
                <a:lnTo>
                  <a:pt x="4716932" y="4859213"/>
                </a:lnTo>
                <a:moveTo>
                  <a:pt x="4358213" y="4813950"/>
                </a:moveTo>
                <a:lnTo>
                  <a:pt x="4402745" y="4465015"/>
                </a:lnTo>
                <a:moveTo>
                  <a:pt x="4358213" y="4813950"/>
                </a:moveTo>
                <a:lnTo>
                  <a:pt x="4712818" y="4430725"/>
                </a:lnTo>
                <a:moveTo>
                  <a:pt x="4358213" y="4813950"/>
                </a:moveTo>
                <a:lnTo>
                  <a:pt x="3886474" y="4416369"/>
                </a:lnTo>
                <a:moveTo>
                  <a:pt x="4716932" y="4859213"/>
                </a:moveTo>
                <a:lnTo>
                  <a:pt x="4807549" y="4873752"/>
                </a:lnTo>
                <a:moveTo>
                  <a:pt x="4716932" y="4859213"/>
                </a:moveTo>
                <a:lnTo>
                  <a:pt x="4712818" y="4430725"/>
                </a:lnTo>
                <a:moveTo>
                  <a:pt x="4716932" y="4859213"/>
                </a:moveTo>
                <a:lnTo>
                  <a:pt x="4807549" y="4778014"/>
                </a:lnTo>
                <a:moveTo>
                  <a:pt x="4716932" y="4859213"/>
                </a:moveTo>
                <a:lnTo>
                  <a:pt x="4402745" y="4465015"/>
                </a:lnTo>
                <a:moveTo>
                  <a:pt x="0" y="4468307"/>
                </a:moveTo>
                <a:lnTo>
                  <a:pt x="414406" y="4331787"/>
                </a:lnTo>
                <a:moveTo>
                  <a:pt x="0" y="4468307"/>
                </a:moveTo>
                <a:lnTo>
                  <a:pt x="3383" y="3949476"/>
                </a:lnTo>
                <a:moveTo>
                  <a:pt x="0" y="4468307"/>
                </a:moveTo>
                <a:lnTo>
                  <a:pt x="476951" y="4072829"/>
                </a:lnTo>
                <a:moveTo>
                  <a:pt x="414406" y="4331787"/>
                </a:moveTo>
                <a:lnTo>
                  <a:pt x="784647" y="4424142"/>
                </a:lnTo>
                <a:moveTo>
                  <a:pt x="414406" y="4331787"/>
                </a:moveTo>
                <a:lnTo>
                  <a:pt x="476951" y="4072829"/>
                </a:lnTo>
                <a:moveTo>
                  <a:pt x="414406" y="4331787"/>
                </a:moveTo>
                <a:lnTo>
                  <a:pt x="3383" y="3949476"/>
                </a:lnTo>
                <a:moveTo>
                  <a:pt x="784647" y="4424142"/>
                </a:moveTo>
                <a:lnTo>
                  <a:pt x="964143" y="3913906"/>
                </a:lnTo>
                <a:moveTo>
                  <a:pt x="784647" y="4424142"/>
                </a:moveTo>
                <a:lnTo>
                  <a:pt x="476951" y="4072829"/>
                </a:lnTo>
                <a:moveTo>
                  <a:pt x="1325789" y="4329135"/>
                </a:moveTo>
                <a:lnTo>
                  <a:pt x="1823222" y="4333342"/>
                </a:lnTo>
                <a:moveTo>
                  <a:pt x="1325789" y="4329135"/>
                </a:moveTo>
                <a:lnTo>
                  <a:pt x="1397112" y="3910066"/>
                </a:lnTo>
                <a:moveTo>
                  <a:pt x="1325789" y="4329135"/>
                </a:moveTo>
                <a:lnTo>
                  <a:pt x="1729679" y="3997391"/>
                </a:lnTo>
                <a:moveTo>
                  <a:pt x="1325789" y="4329135"/>
                </a:moveTo>
                <a:lnTo>
                  <a:pt x="964143" y="3913906"/>
                </a:lnTo>
                <a:moveTo>
                  <a:pt x="1823222" y="4333342"/>
                </a:moveTo>
                <a:lnTo>
                  <a:pt x="2143079" y="4431548"/>
                </a:lnTo>
                <a:moveTo>
                  <a:pt x="1823222" y="4333342"/>
                </a:moveTo>
                <a:lnTo>
                  <a:pt x="1729679" y="3997391"/>
                </a:lnTo>
                <a:moveTo>
                  <a:pt x="1823222" y="4333342"/>
                </a:moveTo>
                <a:lnTo>
                  <a:pt x="1397112" y="3910066"/>
                </a:lnTo>
                <a:moveTo>
                  <a:pt x="2143079" y="4431548"/>
                </a:moveTo>
                <a:lnTo>
                  <a:pt x="2598999" y="4328952"/>
                </a:lnTo>
                <a:moveTo>
                  <a:pt x="2143079" y="4431548"/>
                </a:moveTo>
                <a:lnTo>
                  <a:pt x="2104766" y="3945910"/>
                </a:lnTo>
                <a:moveTo>
                  <a:pt x="2143079" y="4431548"/>
                </a:moveTo>
                <a:lnTo>
                  <a:pt x="2533985" y="4069903"/>
                </a:lnTo>
                <a:moveTo>
                  <a:pt x="2143079" y="4431548"/>
                </a:moveTo>
                <a:lnTo>
                  <a:pt x="1729679" y="3997391"/>
                </a:lnTo>
                <a:moveTo>
                  <a:pt x="2598999" y="4328952"/>
                </a:moveTo>
                <a:lnTo>
                  <a:pt x="3168579" y="4489430"/>
                </a:lnTo>
                <a:moveTo>
                  <a:pt x="2598999" y="4328952"/>
                </a:moveTo>
                <a:lnTo>
                  <a:pt x="3004444" y="4049238"/>
                </a:lnTo>
                <a:moveTo>
                  <a:pt x="2598999" y="4328952"/>
                </a:moveTo>
                <a:lnTo>
                  <a:pt x="2104766" y="3945910"/>
                </a:lnTo>
                <a:moveTo>
                  <a:pt x="3168579" y="4489430"/>
                </a:moveTo>
                <a:lnTo>
                  <a:pt x="3004444" y="4049238"/>
                </a:lnTo>
                <a:moveTo>
                  <a:pt x="3168579" y="4489430"/>
                </a:moveTo>
                <a:lnTo>
                  <a:pt x="3471428" y="4073286"/>
                </a:lnTo>
                <a:moveTo>
                  <a:pt x="3168579" y="4489430"/>
                </a:moveTo>
                <a:lnTo>
                  <a:pt x="2533985" y="4069903"/>
                </a:lnTo>
                <a:moveTo>
                  <a:pt x="3435584" y="4471782"/>
                </a:moveTo>
                <a:lnTo>
                  <a:pt x="3886474" y="4416369"/>
                </a:lnTo>
                <a:moveTo>
                  <a:pt x="3435584" y="4471782"/>
                </a:moveTo>
                <a:lnTo>
                  <a:pt x="3471428" y="4073286"/>
                </a:lnTo>
                <a:moveTo>
                  <a:pt x="3435584" y="4471782"/>
                </a:moveTo>
                <a:lnTo>
                  <a:pt x="3835359" y="4051615"/>
                </a:lnTo>
                <a:moveTo>
                  <a:pt x="3435584" y="4471782"/>
                </a:moveTo>
                <a:lnTo>
                  <a:pt x="3004444" y="4049238"/>
                </a:lnTo>
                <a:moveTo>
                  <a:pt x="3886474" y="4416369"/>
                </a:moveTo>
                <a:lnTo>
                  <a:pt x="4402745" y="4465015"/>
                </a:lnTo>
                <a:moveTo>
                  <a:pt x="3886474" y="4416369"/>
                </a:moveTo>
                <a:lnTo>
                  <a:pt x="4295851" y="4005072"/>
                </a:lnTo>
                <a:moveTo>
                  <a:pt x="3886474" y="4416369"/>
                </a:moveTo>
                <a:lnTo>
                  <a:pt x="3471428" y="4073286"/>
                </a:lnTo>
                <a:moveTo>
                  <a:pt x="4402745" y="4465015"/>
                </a:moveTo>
                <a:lnTo>
                  <a:pt x="4712818" y="4430725"/>
                </a:lnTo>
                <a:moveTo>
                  <a:pt x="4402745" y="4465015"/>
                </a:moveTo>
                <a:lnTo>
                  <a:pt x="4295851" y="4005072"/>
                </a:lnTo>
                <a:moveTo>
                  <a:pt x="4402745" y="4465015"/>
                </a:moveTo>
                <a:lnTo>
                  <a:pt x="4717572" y="3893332"/>
                </a:lnTo>
                <a:moveTo>
                  <a:pt x="4402745" y="4465015"/>
                </a:moveTo>
                <a:lnTo>
                  <a:pt x="3835359" y="4051615"/>
                </a:lnTo>
                <a:moveTo>
                  <a:pt x="4712818" y="4430725"/>
                </a:moveTo>
                <a:lnTo>
                  <a:pt x="4807549" y="4424873"/>
                </a:lnTo>
                <a:moveTo>
                  <a:pt x="4712818" y="4430725"/>
                </a:moveTo>
                <a:lnTo>
                  <a:pt x="4717572" y="3893332"/>
                </a:lnTo>
                <a:moveTo>
                  <a:pt x="4712818" y="4430725"/>
                </a:moveTo>
                <a:lnTo>
                  <a:pt x="4807549" y="4367997"/>
                </a:lnTo>
                <a:moveTo>
                  <a:pt x="4712818" y="4430725"/>
                </a:moveTo>
                <a:lnTo>
                  <a:pt x="4295851" y="4005072"/>
                </a:lnTo>
                <a:moveTo>
                  <a:pt x="4807549" y="3981846"/>
                </a:moveTo>
                <a:lnTo>
                  <a:pt x="4717572" y="3893332"/>
                </a:lnTo>
                <a:moveTo>
                  <a:pt x="3383" y="3949476"/>
                </a:moveTo>
                <a:lnTo>
                  <a:pt x="476951" y="4072829"/>
                </a:lnTo>
                <a:moveTo>
                  <a:pt x="3383" y="3949476"/>
                </a:moveTo>
                <a:lnTo>
                  <a:pt x="0" y="3620018"/>
                </a:lnTo>
                <a:moveTo>
                  <a:pt x="3383" y="3949476"/>
                </a:moveTo>
                <a:lnTo>
                  <a:pt x="514716" y="3429457"/>
                </a:lnTo>
                <a:moveTo>
                  <a:pt x="476951" y="4072829"/>
                </a:moveTo>
                <a:lnTo>
                  <a:pt x="964143" y="3913906"/>
                </a:lnTo>
                <a:moveTo>
                  <a:pt x="476951" y="4072829"/>
                </a:moveTo>
                <a:lnTo>
                  <a:pt x="514716" y="3429457"/>
                </a:lnTo>
                <a:moveTo>
                  <a:pt x="476951" y="4072829"/>
                </a:moveTo>
                <a:lnTo>
                  <a:pt x="869137" y="3540923"/>
                </a:lnTo>
                <a:moveTo>
                  <a:pt x="476951" y="4072829"/>
                </a:moveTo>
                <a:lnTo>
                  <a:pt x="0" y="3620018"/>
                </a:lnTo>
                <a:moveTo>
                  <a:pt x="964143" y="3913906"/>
                </a:moveTo>
                <a:lnTo>
                  <a:pt x="1397112" y="3910066"/>
                </a:lnTo>
                <a:moveTo>
                  <a:pt x="964143" y="3913906"/>
                </a:moveTo>
                <a:lnTo>
                  <a:pt x="1224199" y="3624499"/>
                </a:lnTo>
                <a:moveTo>
                  <a:pt x="964143" y="3913906"/>
                </a:moveTo>
                <a:lnTo>
                  <a:pt x="514716" y="3429457"/>
                </a:lnTo>
                <a:moveTo>
                  <a:pt x="1397112" y="3910066"/>
                </a:moveTo>
                <a:lnTo>
                  <a:pt x="1729679" y="3997391"/>
                </a:lnTo>
                <a:moveTo>
                  <a:pt x="1397112" y="3910066"/>
                </a:moveTo>
                <a:lnTo>
                  <a:pt x="1224199" y="3624499"/>
                </a:lnTo>
                <a:moveTo>
                  <a:pt x="1397112" y="3910066"/>
                </a:moveTo>
                <a:lnTo>
                  <a:pt x="869137" y="3540923"/>
                </a:lnTo>
                <a:moveTo>
                  <a:pt x="1729679" y="3997391"/>
                </a:moveTo>
                <a:lnTo>
                  <a:pt x="2104766" y="3945910"/>
                </a:lnTo>
                <a:moveTo>
                  <a:pt x="1729679" y="3997391"/>
                </a:moveTo>
                <a:lnTo>
                  <a:pt x="1718706" y="3588929"/>
                </a:lnTo>
                <a:moveTo>
                  <a:pt x="1729679" y="3997391"/>
                </a:moveTo>
                <a:lnTo>
                  <a:pt x="2263689" y="3611514"/>
                </a:lnTo>
                <a:moveTo>
                  <a:pt x="1729679" y="3997391"/>
                </a:moveTo>
                <a:lnTo>
                  <a:pt x="1224199" y="3624499"/>
                </a:lnTo>
                <a:moveTo>
                  <a:pt x="2104766" y="3945910"/>
                </a:moveTo>
                <a:lnTo>
                  <a:pt x="2533985" y="4069903"/>
                </a:lnTo>
                <a:moveTo>
                  <a:pt x="2104766" y="3945910"/>
                </a:moveTo>
                <a:lnTo>
                  <a:pt x="2263689" y="3611514"/>
                </a:lnTo>
                <a:moveTo>
                  <a:pt x="2104766" y="3945910"/>
                </a:moveTo>
                <a:lnTo>
                  <a:pt x="1718706" y="3588929"/>
                </a:lnTo>
                <a:moveTo>
                  <a:pt x="2533985" y="4069903"/>
                </a:moveTo>
                <a:lnTo>
                  <a:pt x="3004444" y="4049238"/>
                </a:lnTo>
                <a:moveTo>
                  <a:pt x="2533985" y="4069903"/>
                </a:moveTo>
                <a:lnTo>
                  <a:pt x="2525390" y="3438693"/>
                </a:lnTo>
                <a:moveTo>
                  <a:pt x="2533985" y="4069903"/>
                </a:moveTo>
                <a:lnTo>
                  <a:pt x="2263689" y="3611514"/>
                </a:lnTo>
                <a:moveTo>
                  <a:pt x="3004444" y="4049238"/>
                </a:moveTo>
                <a:lnTo>
                  <a:pt x="3471428" y="4073286"/>
                </a:lnTo>
                <a:moveTo>
                  <a:pt x="3004444" y="4049238"/>
                </a:moveTo>
                <a:lnTo>
                  <a:pt x="3074396" y="3614806"/>
                </a:lnTo>
                <a:moveTo>
                  <a:pt x="3004444" y="4049238"/>
                </a:moveTo>
                <a:lnTo>
                  <a:pt x="3516051" y="3640958"/>
                </a:lnTo>
                <a:moveTo>
                  <a:pt x="3004444" y="4049238"/>
                </a:moveTo>
                <a:lnTo>
                  <a:pt x="2525390" y="3438693"/>
                </a:lnTo>
                <a:moveTo>
                  <a:pt x="3471428" y="4073286"/>
                </a:moveTo>
                <a:lnTo>
                  <a:pt x="3835359" y="4051615"/>
                </a:lnTo>
                <a:moveTo>
                  <a:pt x="3471428" y="4073286"/>
                </a:moveTo>
                <a:lnTo>
                  <a:pt x="3516051" y="3640958"/>
                </a:lnTo>
                <a:moveTo>
                  <a:pt x="3471428" y="4073286"/>
                </a:moveTo>
                <a:lnTo>
                  <a:pt x="3951031" y="3432658"/>
                </a:lnTo>
                <a:moveTo>
                  <a:pt x="3471428" y="4073286"/>
                </a:moveTo>
                <a:lnTo>
                  <a:pt x="3074396" y="3614806"/>
                </a:lnTo>
                <a:moveTo>
                  <a:pt x="3835359" y="4051615"/>
                </a:moveTo>
                <a:lnTo>
                  <a:pt x="4295851" y="4005072"/>
                </a:lnTo>
                <a:moveTo>
                  <a:pt x="3835359" y="4051615"/>
                </a:moveTo>
                <a:lnTo>
                  <a:pt x="3951031" y="3432658"/>
                </a:lnTo>
                <a:moveTo>
                  <a:pt x="3835359" y="4051615"/>
                </a:moveTo>
                <a:lnTo>
                  <a:pt x="4462821" y="3494562"/>
                </a:lnTo>
                <a:moveTo>
                  <a:pt x="3835359" y="4051615"/>
                </a:moveTo>
                <a:lnTo>
                  <a:pt x="3516051" y="3640958"/>
                </a:lnTo>
                <a:moveTo>
                  <a:pt x="4295851" y="4005072"/>
                </a:moveTo>
                <a:lnTo>
                  <a:pt x="4717572" y="3893332"/>
                </a:lnTo>
                <a:moveTo>
                  <a:pt x="4295851" y="4005072"/>
                </a:moveTo>
                <a:lnTo>
                  <a:pt x="4462821" y="3494562"/>
                </a:lnTo>
                <a:moveTo>
                  <a:pt x="4295851" y="4005072"/>
                </a:moveTo>
                <a:lnTo>
                  <a:pt x="4769145" y="3566709"/>
                </a:lnTo>
                <a:moveTo>
                  <a:pt x="4295851" y="4005072"/>
                </a:moveTo>
                <a:lnTo>
                  <a:pt x="3951031" y="3432658"/>
                </a:lnTo>
                <a:moveTo>
                  <a:pt x="4717572" y="3893332"/>
                </a:moveTo>
                <a:lnTo>
                  <a:pt x="4807549" y="3918478"/>
                </a:lnTo>
                <a:moveTo>
                  <a:pt x="4717572" y="3893332"/>
                </a:moveTo>
                <a:lnTo>
                  <a:pt x="4769145" y="3566709"/>
                </a:lnTo>
                <a:moveTo>
                  <a:pt x="4717572" y="3893332"/>
                </a:moveTo>
                <a:lnTo>
                  <a:pt x="4807549" y="3813597"/>
                </a:lnTo>
                <a:moveTo>
                  <a:pt x="4717572" y="3893332"/>
                </a:moveTo>
                <a:lnTo>
                  <a:pt x="4462821" y="3494562"/>
                </a:lnTo>
                <a:moveTo>
                  <a:pt x="4807549" y="3602919"/>
                </a:moveTo>
                <a:lnTo>
                  <a:pt x="4769145" y="3566709"/>
                </a:lnTo>
                <a:moveTo>
                  <a:pt x="0" y="3620018"/>
                </a:moveTo>
                <a:lnTo>
                  <a:pt x="506578" y="2993471"/>
                </a:lnTo>
                <a:moveTo>
                  <a:pt x="514716" y="3429457"/>
                </a:moveTo>
                <a:lnTo>
                  <a:pt x="869137" y="3540923"/>
                </a:lnTo>
                <a:moveTo>
                  <a:pt x="514716" y="3429457"/>
                </a:moveTo>
                <a:lnTo>
                  <a:pt x="506578" y="2993471"/>
                </a:lnTo>
                <a:moveTo>
                  <a:pt x="514716" y="3429457"/>
                </a:moveTo>
                <a:lnTo>
                  <a:pt x="953902" y="3032699"/>
                </a:lnTo>
                <a:moveTo>
                  <a:pt x="514716" y="3429457"/>
                </a:moveTo>
                <a:lnTo>
                  <a:pt x="0" y="3160258"/>
                </a:lnTo>
                <a:moveTo>
                  <a:pt x="869137" y="3540923"/>
                </a:moveTo>
                <a:lnTo>
                  <a:pt x="953902" y="3032699"/>
                </a:lnTo>
                <a:moveTo>
                  <a:pt x="869137" y="3540923"/>
                </a:moveTo>
                <a:lnTo>
                  <a:pt x="1384767" y="3047147"/>
                </a:lnTo>
                <a:moveTo>
                  <a:pt x="869137" y="3540923"/>
                </a:moveTo>
                <a:lnTo>
                  <a:pt x="506578" y="2993471"/>
                </a:lnTo>
                <a:moveTo>
                  <a:pt x="1224199" y="3624499"/>
                </a:moveTo>
                <a:lnTo>
                  <a:pt x="1718706" y="3588929"/>
                </a:lnTo>
                <a:moveTo>
                  <a:pt x="1718706" y="3588929"/>
                </a:moveTo>
                <a:lnTo>
                  <a:pt x="2263689" y="3611514"/>
                </a:lnTo>
                <a:moveTo>
                  <a:pt x="1718706" y="3588929"/>
                </a:moveTo>
                <a:lnTo>
                  <a:pt x="1693377" y="3095884"/>
                </a:lnTo>
                <a:moveTo>
                  <a:pt x="1718706" y="3588929"/>
                </a:moveTo>
                <a:lnTo>
                  <a:pt x="2159904" y="3202686"/>
                </a:lnTo>
                <a:moveTo>
                  <a:pt x="1718706" y="3588929"/>
                </a:moveTo>
                <a:lnTo>
                  <a:pt x="1384767" y="3047147"/>
                </a:lnTo>
                <a:moveTo>
                  <a:pt x="2263689" y="3611514"/>
                </a:moveTo>
                <a:lnTo>
                  <a:pt x="2525390" y="3438693"/>
                </a:lnTo>
                <a:moveTo>
                  <a:pt x="2263689" y="3611514"/>
                </a:moveTo>
                <a:lnTo>
                  <a:pt x="2159904" y="3202686"/>
                </a:lnTo>
                <a:moveTo>
                  <a:pt x="2263689" y="3611514"/>
                </a:moveTo>
                <a:lnTo>
                  <a:pt x="2526487" y="3147913"/>
                </a:lnTo>
                <a:moveTo>
                  <a:pt x="2263689" y="3611514"/>
                </a:moveTo>
                <a:lnTo>
                  <a:pt x="1693377" y="3095884"/>
                </a:lnTo>
                <a:moveTo>
                  <a:pt x="2525390" y="3438693"/>
                </a:moveTo>
                <a:lnTo>
                  <a:pt x="3074396" y="3614806"/>
                </a:lnTo>
                <a:moveTo>
                  <a:pt x="2525390" y="3438693"/>
                </a:moveTo>
                <a:lnTo>
                  <a:pt x="2526487" y="3147913"/>
                </a:lnTo>
                <a:moveTo>
                  <a:pt x="2525390" y="3438693"/>
                </a:moveTo>
                <a:lnTo>
                  <a:pt x="3015508" y="3057571"/>
                </a:lnTo>
                <a:moveTo>
                  <a:pt x="2525390" y="3438693"/>
                </a:moveTo>
                <a:lnTo>
                  <a:pt x="2159904" y="3202686"/>
                </a:lnTo>
                <a:moveTo>
                  <a:pt x="3074396" y="3614806"/>
                </a:moveTo>
                <a:lnTo>
                  <a:pt x="3516051" y="3640958"/>
                </a:lnTo>
                <a:moveTo>
                  <a:pt x="3074396" y="3614806"/>
                </a:moveTo>
                <a:lnTo>
                  <a:pt x="3015508" y="3057571"/>
                </a:lnTo>
                <a:moveTo>
                  <a:pt x="3074396" y="3614806"/>
                </a:moveTo>
                <a:lnTo>
                  <a:pt x="3606576" y="3111155"/>
                </a:lnTo>
                <a:moveTo>
                  <a:pt x="3074396" y="3614806"/>
                </a:moveTo>
                <a:lnTo>
                  <a:pt x="2526487" y="3147913"/>
                </a:lnTo>
                <a:moveTo>
                  <a:pt x="3516051" y="3640958"/>
                </a:moveTo>
                <a:lnTo>
                  <a:pt x="3951031" y="3432658"/>
                </a:lnTo>
                <a:moveTo>
                  <a:pt x="3516051" y="3640958"/>
                </a:moveTo>
                <a:lnTo>
                  <a:pt x="3606576" y="3111155"/>
                </a:lnTo>
                <a:moveTo>
                  <a:pt x="3516051" y="3640958"/>
                </a:moveTo>
                <a:lnTo>
                  <a:pt x="4040642" y="2992831"/>
                </a:lnTo>
                <a:moveTo>
                  <a:pt x="3951031" y="3432658"/>
                </a:moveTo>
                <a:lnTo>
                  <a:pt x="4462821" y="3494562"/>
                </a:lnTo>
                <a:moveTo>
                  <a:pt x="3951031" y="3432658"/>
                </a:moveTo>
                <a:lnTo>
                  <a:pt x="4040642" y="2992831"/>
                </a:lnTo>
                <a:moveTo>
                  <a:pt x="3951031" y="3432658"/>
                </a:moveTo>
                <a:lnTo>
                  <a:pt x="3606576" y="3111155"/>
                </a:lnTo>
                <a:moveTo>
                  <a:pt x="4462821" y="3494562"/>
                </a:moveTo>
                <a:lnTo>
                  <a:pt x="4760275" y="3159526"/>
                </a:lnTo>
                <a:moveTo>
                  <a:pt x="4462821" y="3494562"/>
                </a:moveTo>
                <a:lnTo>
                  <a:pt x="4040642" y="2992831"/>
                </a:lnTo>
                <a:moveTo>
                  <a:pt x="4769145" y="3566709"/>
                </a:moveTo>
                <a:lnTo>
                  <a:pt x="4760275" y="3159526"/>
                </a:lnTo>
                <a:moveTo>
                  <a:pt x="4769145" y="3566709"/>
                </a:moveTo>
                <a:lnTo>
                  <a:pt x="4807549" y="3530224"/>
                </a:lnTo>
                <a:moveTo>
                  <a:pt x="4769145" y="3566709"/>
                </a:moveTo>
                <a:lnTo>
                  <a:pt x="4482937" y="3129260"/>
                </a:lnTo>
                <a:moveTo>
                  <a:pt x="4807549" y="3194822"/>
                </a:moveTo>
                <a:lnTo>
                  <a:pt x="4760275" y="3159526"/>
                </a:lnTo>
                <a:moveTo>
                  <a:pt x="0" y="3160258"/>
                </a:moveTo>
                <a:lnTo>
                  <a:pt x="506578" y="2993471"/>
                </a:lnTo>
                <a:moveTo>
                  <a:pt x="0" y="3160258"/>
                </a:moveTo>
                <a:lnTo>
                  <a:pt x="74615" y="2666390"/>
                </a:lnTo>
                <a:moveTo>
                  <a:pt x="0" y="3160258"/>
                </a:moveTo>
                <a:lnTo>
                  <a:pt x="471830" y="2596347"/>
                </a:lnTo>
                <a:moveTo>
                  <a:pt x="506578" y="2993471"/>
                </a:moveTo>
                <a:lnTo>
                  <a:pt x="953902" y="3032699"/>
                </a:lnTo>
                <a:moveTo>
                  <a:pt x="506578" y="2993471"/>
                </a:moveTo>
                <a:lnTo>
                  <a:pt x="471830" y="2596347"/>
                </a:lnTo>
                <a:moveTo>
                  <a:pt x="506578" y="2993471"/>
                </a:moveTo>
                <a:lnTo>
                  <a:pt x="785561" y="2626705"/>
                </a:lnTo>
                <a:moveTo>
                  <a:pt x="506578" y="2993471"/>
                </a:moveTo>
                <a:lnTo>
                  <a:pt x="74615" y="2666390"/>
                </a:lnTo>
                <a:moveTo>
                  <a:pt x="953902" y="3032699"/>
                </a:moveTo>
                <a:lnTo>
                  <a:pt x="1384767" y="3047147"/>
                </a:lnTo>
                <a:moveTo>
                  <a:pt x="953902" y="3032699"/>
                </a:moveTo>
                <a:lnTo>
                  <a:pt x="471830" y="2596347"/>
                </a:lnTo>
                <a:moveTo>
                  <a:pt x="1384767" y="3047147"/>
                </a:moveTo>
                <a:lnTo>
                  <a:pt x="1693377" y="3095884"/>
                </a:lnTo>
                <a:moveTo>
                  <a:pt x="1384767" y="3047147"/>
                </a:moveTo>
                <a:lnTo>
                  <a:pt x="1404793" y="2600096"/>
                </a:lnTo>
                <a:moveTo>
                  <a:pt x="1384767" y="3047147"/>
                </a:moveTo>
                <a:lnTo>
                  <a:pt x="1808043" y="2666665"/>
                </a:lnTo>
                <a:moveTo>
                  <a:pt x="1384767" y="3047147"/>
                </a:moveTo>
                <a:lnTo>
                  <a:pt x="785561" y="2626705"/>
                </a:lnTo>
                <a:moveTo>
                  <a:pt x="1693377" y="3095884"/>
                </a:moveTo>
                <a:lnTo>
                  <a:pt x="2159904" y="3202686"/>
                </a:lnTo>
                <a:moveTo>
                  <a:pt x="1693377" y="3095884"/>
                </a:moveTo>
                <a:lnTo>
                  <a:pt x="1808043" y="2666665"/>
                </a:lnTo>
                <a:moveTo>
                  <a:pt x="1693377" y="3095884"/>
                </a:moveTo>
                <a:lnTo>
                  <a:pt x="2121134" y="2598542"/>
                </a:lnTo>
                <a:moveTo>
                  <a:pt x="1693377" y="3095884"/>
                </a:moveTo>
                <a:lnTo>
                  <a:pt x="1404793" y="2600096"/>
                </a:lnTo>
                <a:moveTo>
                  <a:pt x="2159904" y="3202686"/>
                </a:moveTo>
                <a:lnTo>
                  <a:pt x="2526487" y="3147913"/>
                </a:lnTo>
                <a:moveTo>
                  <a:pt x="2159904" y="3202686"/>
                </a:moveTo>
                <a:lnTo>
                  <a:pt x="2121134" y="2598542"/>
                </a:lnTo>
                <a:moveTo>
                  <a:pt x="2159904" y="3202686"/>
                </a:moveTo>
                <a:lnTo>
                  <a:pt x="2593238" y="2595982"/>
                </a:lnTo>
                <a:moveTo>
                  <a:pt x="2159904" y="3202686"/>
                </a:moveTo>
                <a:lnTo>
                  <a:pt x="1808043" y="2666665"/>
                </a:lnTo>
                <a:moveTo>
                  <a:pt x="2526487" y="3147913"/>
                </a:moveTo>
                <a:lnTo>
                  <a:pt x="3015508" y="3057571"/>
                </a:lnTo>
                <a:moveTo>
                  <a:pt x="2526487" y="3147913"/>
                </a:moveTo>
                <a:lnTo>
                  <a:pt x="2593238" y="2595982"/>
                </a:lnTo>
                <a:moveTo>
                  <a:pt x="2526487" y="3147913"/>
                </a:moveTo>
                <a:lnTo>
                  <a:pt x="3171596" y="2684678"/>
                </a:lnTo>
                <a:moveTo>
                  <a:pt x="2526487" y="3147913"/>
                </a:moveTo>
                <a:lnTo>
                  <a:pt x="2121134" y="2598542"/>
                </a:lnTo>
                <a:moveTo>
                  <a:pt x="3015508" y="3057571"/>
                </a:moveTo>
                <a:lnTo>
                  <a:pt x="3606576" y="3111155"/>
                </a:lnTo>
                <a:moveTo>
                  <a:pt x="3015508" y="3057571"/>
                </a:moveTo>
                <a:lnTo>
                  <a:pt x="3171596" y="2684678"/>
                </a:lnTo>
                <a:moveTo>
                  <a:pt x="3015508" y="3057571"/>
                </a:moveTo>
                <a:lnTo>
                  <a:pt x="3484961" y="2563978"/>
                </a:lnTo>
                <a:moveTo>
                  <a:pt x="3015508" y="3057571"/>
                </a:moveTo>
                <a:lnTo>
                  <a:pt x="2593238" y="2595982"/>
                </a:lnTo>
                <a:moveTo>
                  <a:pt x="3606576" y="3111155"/>
                </a:moveTo>
                <a:lnTo>
                  <a:pt x="3484961" y="2563978"/>
                </a:lnTo>
                <a:moveTo>
                  <a:pt x="3606576" y="3111155"/>
                </a:moveTo>
                <a:lnTo>
                  <a:pt x="3994099" y="2734147"/>
                </a:lnTo>
                <a:moveTo>
                  <a:pt x="3606576" y="3111155"/>
                </a:moveTo>
                <a:lnTo>
                  <a:pt x="3171596" y="2684678"/>
                </a:lnTo>
                <a:moveTo>
                  <a:pt x="4040642" y="2992831"/>
                </a:moveTo>
                <a:lnTo>
                  <a:pt x="4482937" y="3129260"/>
                </a:lnTo>
                <a:moveTo>
                  <a:pt x="4040642" y="2992831"/>
                </a:moveTo>
                <a:lnTo>
                  <a:pt x="3994099" y="2734147"/>
                </a:lnTo>
                <a:moveTo>
                  <a:pt x="4040642" y="2992831"/>
                </a:moveTo>
                <a:lnTo>
                  <a:pt x="4301429" y="2738171"/>
                </a:lnTo>
                <a:moveTo>
                  <a:pt x="4482937" y="3129260"/>
                </a:moveTo>
                <a:lnTo>
                  <a:pt x="4760275" y="3159526"/>
                </a:lnTo>
                <a:moveTo>
                  <a:pt x="4482937" y="3129260"/>
                </a:moveTo>
                <a:lnTo>
                  <a:pt x="4301429" y="2738171"/>
                </a:lnTo>
                <a:moveTo>
                  <a:pt x="4482937" y="3129260"/>
                </a:moveTo>
                <a:lnTo>
                  <a:pt x="4807549" y="2723266"/>
                </a:lnTo>
                <a:moveTo>
                  <a:pt x="4482937" y="3129260"/>
                </a:moveTo>
                <a:lnTo>
                  <a:pt x="3994099" y="2734147"/>
                </a:lnTo>
                <a:moveTo>
                  <a:pt x="4760275" y="3159526"/>
                </a:moveTo>
                <a:lnTo>
                  <a:pt x="4807549" y="3160075"/>
                </a:lnTo>
                <a:moveTo>
                  <a:pt x="4760275" y="3159526"/>
                </a:moveTo>
                <a:lnTo>
                  <a:pt x="4807549" y="2981310"/>
                </a:lnTo>
                <a:moveTo>
                  <a:pt x="4760275" y="3159526"/>
                </a:moveTo>
                <a:lnTo>
                  <a:pt x="4807549" y="3095701"/>
                </a:lnTo>
                <a:moveTo>
                  <a:pt x="4760275" y="3159526"/>
                </a:moveTo>
                <a:lnTo>
                  <a:pt x="4301429" y="2738171"/>
                </a:lnTo>
                <a:moveTo>
                  <a:pt x="74615" y="2666390"/>
                </a:moveTo>
                <a:lnTo>
                  <a:pt x="471830" y="2596347"/>
                </a:lnTo>
                <a:moveTo>
                  <a:pt x="74615" y="2666390"/>
                </a:moveTo>
                <a:lnTo>
                  <a:pt x="0" y="2213488"/>
                </a:lnTo>
                <a:moveTo>
                  <a:pt x="74615" y="2666390"/>
                </a:moveTo>
                <a:lnTo>
                  <a:pt x="357439" y="2330440"/>
                </a:lnTo>
                <a:moveTo>
                  <a:pt x="471830" y="2596347"/>
                </a:moveTo>
                <a:lnTo>
                  <a:pt x="785561" y="2626705"/>
                </a:lnTo>
                <a:moveTo>
                  <a:pt x="471830" y="2596347"/>
                </a:moveTo>
                <a:lnTo>
                  <a:pt x="357439" y="2330440"/>
                </a:lnTo>
                <a:moveTo>
                  <a:pt x="471830" y="2596347"/>
                </a:moveTo>
                <a:lnTo>
                  <a:pt x="979780" y="2191360"/>
                </a:lnTo>
                <a:moveTo>
                  <a:pt x="471830" y="2596347"/>
                </a:moveTo>
                <a:lnTo>
                  <a:pt x="0" y="2213488"/>
                </a:lnTo>
                <a:moveTo>
                  <a:pt x="785561" y="2626705"/>
                </a:moveTo>
                <a:lnTo>
                  <a:pt x="1404793" y="2600096"/>
                </a:lnTo>
                <a:moveTo>
                  <a:pt x="785561" y="2626705"/>
                </a:moveTo>
                <a:lnTo>
                  <a:pt x="979780" y="2191360"/>
                </a:lnTo>
                <a:moveTo>
                  <a:pt x="785561" y="2626705"/>
                </a:moveTo>
                <a:lnTo>
                  <a:pt x="1320759" y="2129180"/>
                </a:lnTo>
                <a:moveTo>
                  <a:pt x="785561" y="2626705"/>
                </a:moveTo>
                <a:lnTo>
                  <a:pt x="357439" y="2330440"/>
                </a:lnTo>
                <a:moveTo>
                  <a:pt x="1404793" y="2600096"/>
                </a:moveTo>
                <a:lnTo>
                  <a:pt x="1808043" y="2666665"/>
                </a:lnTo>
                <a:moveTo>
                  <a:pt x="1404793" y="2600096"/>
                </a:moveTo>
                <a:lnTo>
                  <a:pt x="1320759" y="2129180"/>
                </a:lnTo>
                <a:moveTo>
                  <a:pt x="1404793" y="2600096"/>
                </a:moveTo>
                <a:lnTo>
                  <a:pt x="1738732" y="2142714"/>
                </a:lnTo>
                <a:moveTo>
                  <a:pt x="1404793" y="2600096"/>
                </a:moveTo>
                <a:lnTo>
                  <a:pt x="979780" y="2191360"/>
                </a:lnTo>
                <a:moveTo>
                  <a:pt x="1808043" y="2666665"/>
                </a:moveTo>
                <a:lnTo>
                  <a:pt x="2121134" y="2598542"/>
                </a:lnTo>
                <a:moveTo>
                  <a:pt x="1808043" y="2666665"/>
                </a:moveTo>
                <a:lnTo>
                  <a:pt x="1738732" y="2142714"/>
                </a:lnTo>
                <a:moveTo>
                  <a:pt x="1808043" y="2666665"/>
                </a:moveTo>
                <a:lnTo>
                  <a:pt x="2263049" y="2287372"/>
                </a:lnTo>
                <a:moveTo>
                  <a:pt x="1808043" y="2666665"/>
                </a:moveTo>
                <a:lnTo>
                  <a:pt x="1320759" y="2129180"/>
                </a:lnTo>
                <a:moveTo>
                  <a:pt x="2121134" y="2598542"/>
                </a:moveTo>
                <a:lnTo>
                  <a:pt x="2593238" y="2595982"/>
                </a:lnTo>
                <a:moveTo>
                  <a:pt x="2121134" y="2598542"/>
                </a:moveTo>
                <a:lnTo>
                  <a:pt x="2263049" y="2287372"/>
                </a:lnTo>
                <a:moveTo>
                  <a:pt x="2121134" y="2598542"/>
                </a:moveTo>
                <a:lnTo>
                  <a:pt x="2575499" y="2269449"/>
                </a:lnTo>
                <a:moveTo>
                  <a:pt x="2121134" y="2598542"/>
                </a:moveTo>
                <a:lnTo>
                  <a:pt x="1738732" y="2142714"/>
                </a:lnTo>
                <a:moveTo>
                  <a:pt x="2593238" y="2595982"/>
                </a:moveTo>
                <a:lnTo>
                  <a:pt x="2575499" y="2269449"/>
                </a:lnTo>
                <a:moveTo>
                  <a:pt x="2593238" y="2595982"/>
                </a:moveTo>
                <a:lnTo>
                  <a:pt x="3011302" y="2205167"/>
                </a:lnTo>
                <a:moveTo>
                  <a:pt x="3171596" y="2684678"/>
                </a:moveTo>
                <a:lnTo>
                  <a:pt x="3484961" y="2563978"/>
                </a:lnTo>
                <a:moveTo>
                  <a:pt x="3171596" y="2684678"/>
                </a:moveTo>
                <a:lnTo>
                  <a:pt x="3011302" y="2205167"/>
                </a:lnTo>
                <a:moveTo>
                  <a:pt x="3171596" y="2684678"/>
                </a:moveTo>
                <a:lnTo>
                  <a:pt x="2575499" y="2269449"/>
                </a:lnTo>
                <a:moveTo>
                  <a:pt x="3484961" y="2563978"/>
                </a:moveTo>
                <a:lnTo>
                  <a:pt x="3994099" y="2734147"/>
                </a:lnTo>
                <a:moveTo>
                  <a:pt x="3484961" y="2563978"/>
                </a:moveTo>
                <a:lnTo>
                  <a:pt x="3453780" y="2241743"/>
                </a:lnTo>
                <a:moveTo>
                  <a:pt x="3484961" y="2563978"/>
                </a:moveTo>
                <a:lnTo>
                  <a:pt x="3863980" y="2134301"/>
                </a:lnTo>
                <a:moveTo>
                  <a:pt x="3484961" y="2563978"/>
                </a:moveTo>
                <a:lnTo>
                  <a:pt x="3011302" y="2205167"/>
                </a:lnTo>
                <a:moveTo>
                  <a:pt x="3994099" y="2734147"/>
                </a:moveTo>
                <a:lnTo>
                  <a:pt x="4301429" y="2738171"/>
                </a:lnTo>
                <a:moveTo>
                  <a:pt x="3994099" y="2734147"/>
                </a:moveTo>
                <a:lnTo>
                  <a:pt x="4351081" y="2233239"/>
                </a:lnTo>
                <a:moveTo>
                  <a:pt x="3994099" y="2734147"/>
                </a:moveTo>
                <a:lnTo>
                  <a:pt x="3453780" y="2241743"/>
                </a:lnTo>
                <a:moveTo>
                  <a:pt x="4301429" y="2738171"/>
                </a:moveTo>
                <a:lnTo>
                  <a:pt x="4807549" y="2618933"/>
                </a:lnTo>
                <a:moveTo>
                  <a:pt x="4301429" y="2738171"/>
                </a:moveTo>
                <a:lnTo>
                  <a:pt x="3863980" y="2134301"/>
                </a:lnTo>
                <a:moveTo>
                  <a:pt x="4807549" y="2528407"/>
                </a:moveTo>
                <a:lnTo>
                  <a:pt x="4351081" y="2233239"/>
                </a:lnTo>
                <a:moveTo>
                  <a:pt x="0" y="2213488"/>
                </a:moveTo>
                <a:lnTo>
                  <a:pt x="425196" y="1855683"/>
                </a:lnTo>
                <a:moveTo>
                  <a:pt x="357439" y="2330440"/>
                </a:moveTo>
                <a:lnTo>
                  <a:pt x="979780" y="2191360"/>
                </a:lnTo>
                <a:moveTo>
                  <a:pt x="357439" y="2330440"/>
                </a:moveTo>
                <a:lnTo>
                  <a:pt x="425196" y="1855683"/>
                </a:lnTo>
                <a:moveTo>
                  <a:pt x="357439" y="2330440"/>
                </a:moveTo>
                <a:lnTo>
                  <a:pt x="767913" y="1720809"/>
                </a:lnTo>
                <a:moveTo>
                  <a:pt x="357439" y="2330440"/>
                </a:moveTo>
                <a:lnTo>
                  <a:pt x="5121" y="1891711"/>
                </a:lnTo>
                <a:moveTo>
                  <a:pt x="979780" y="2191360"/>
                </a:moveTo>
                <a:lnTo>
                  <a:pt x="1320759" y="2129180"/>
                </a:lnTo>
                <a:moveTo>
                  <a:pt x="979780" y="2191360"/>
                </a:moveTo>
                <a:lnTo>
                  <a:pt x="767913" y="1720809"/>
                </a:lnTo>
                <a:moveTo>
                  <a:pt x="979780" y="2191360"/>
                </a:moveTo>
                <a:lnTo>
                  <a:pt x="1243127" y="1792041"/>
                </a:lnTo>
                <a:moveTo>
                  <a:pt x="979780" y="2191360"/>
                </a:moveTo>
                <a:lnTo>
                  <a:pt x="425196" y="1855683"/>
                </a:lnTo>
                <a:moveTo>
                  <a:pt x="1320759" y="2129180"/>
                </a:moveTo>
                <a:lnTo>
                  <a:pt x="1738732" y="2142714"/>
                </a:lnTo>
                <a:moveTo>
                  <a:pt x="1320759" y="2129180"/>
                </a:moveTo>
                <a:lnTo>
                  <a:pt x="1802648" y="1773936"/>
                </a:lnTo>
                <a:moveTo>
                  <a:pt x="1320759" y="2129180"/>
                </a:moveTo>
                <a:lnTo>
                  <a:pt x="767913" y="1720809"/>
                </a:lnTo>
                <a:moveTo>
                  <a:pt x="1738732" y="2142714"/>
                </a:moveTo>
                <a:lnTo>
                  <a:pt x="2263049" y="2287372"/>
                </a:lnTo>
                <a:moveTo>
                  <a:pt x="1738732" y="2142714"/>
                </a:moveTo>
                <a:lnTo>
                  <a:pt x="2153503" y="1782257"/>
                </a:lnTo>
                <a:moveTo>
                  <a:pt x="1738732" y="2142714"/>
                </a:moveTo>
                <a:lnTo>
                  <a:pt x="1243127" y="1792041"/>
                </a:lnTo>
                <a:moveTo>
                  <a:pt x="2263049" y="2287372"/>
                </a:moveTo>
                <a:lnTo>
                  <a:pt x="2575499" y="2269449"/>
                </a:lnTo>
                <a:moveTo>
                  <a:pt x="2263049" y="2287372"/>
                </a:moveTo>
                <a:lnTo>
                  <a:pt x="2153503" y="1782257"/>
                </a:lnTo>
                <a:moveTo>
                  <a:pt x="2263049" y="2287372"/>
                </a:moveTo>
                <a:lnTo>
                  <a:pt x="2642067" y="1724010"/>
                </a:lnTo>
                <a:moveTo>
                  <a:pt x="2575499" y="2269449"/>
                </a:moveTo>
                <a:lnTo>
                  <a:pt x="3011302" y="2205167"/>
                </a:lnTo>
                <a:moveTo>
                  <a:pt x="2575499" y="2269449"/>
                </a:moveTo>
                <a:lnTo>
                  <a:pt x="2642067" y="1724010"/>
                </a:lnTo>
                <a:moveTo>
                  <a:pt x="2575499" y="2269449"/>
                </a:moveTo>
                <a:lnTo>
                  <a:pt x="2981858" y="1773113"/>
                </a:lnTo>
                <a:moveTo>
                  <a:pt x="2575499" y="2269449"/>
                </a:moveTo>
                <a:lnTo>
                  <a:pt x="2153503" y="1782257"/>
                </a:lnTo>
                <a:moveTo>
                  <a:pt x="3011302" y="2205167"/>
                </a:moveTo>
                <a:lnTo>
                  <a:pt x="3453780" y="2241743"/>
                </a:lnTo>
                <a:moveTo>
                  <a:pt x="3011302" y="2205167"/>
                </a:moveTo>
                <a:lnTo>
                  <a:pt x="2981858" y="1773113"/>
                </a:lnTo>
                <a:moveTo>
                  <a:pt x="3011302" y="2205167"/>
                </a:moveTo>
                <a:lnTo>
                  <a:pt x="3451403" y="1835109"/>
                </a:lnTo>
                <a:moveTo>
                  <a:pt x="3011302" y="2205167"/>
                </a:moveTo>
                <a:lnTo>
                  <a:pt x="2642067" y="1724010"/>
                </a:lnTo>
                <a:moveTo>
                  <a:pt x="3453780" y="2241743"/>
                </a:moveTo>
                <a:lnTo>
                  <a:pt x="3863980" y="2134301"/>
                </a:lnTo>
                <a:moveTo>
                  <a:pt x="3453780" y="2241743"/>
                </a:moveTo>
                <a:lnTo>
                  <a:pt x="3451403" y="1835109"/>
                </a:lnTo>
                <a:moveTo>
                  <a:pt x="3453780" y="2241743"/>
                </a:moveTo>
                <a:lnTo>
                  <a:pt x="4004523" y="1784543"/>
                </a:lnTo>
                <a:moveTo>
                  <a:pt x="3453780" y="2241743"/>
                </a:moveTo>
                <a:lnTo>
                  <a:pt x="2981858" y="1773113"/>
                </a:lnTo>
                <a:moveTo>
                  <a:pt x="3863980" y="2134301"/>
                </a:moveTo>
                <a:lnTo>
                  <a:pt x="4004523" y="1784543"/>
                </a:lnTo>
                <a:moveTo>
                  <a:pt x="3863980" y="2134301"/>
                </a:moveTo>
                <a:lnTo>
                  <a:pt x="4396710" y="1729313"/>
                </a:lnTo>
                <a:moveTo>
                  <a:pt x="3863980" y="2134301"/>
                </a:moveTo>
                <a:lnTo>
                  <a:pt x="3451403" y="1835109"/>
                </a:lnTo>
                <a:moveTo>
                  <a:pt x="4351081" y="2233239"/>
                </a:moveTo>
                <a:lnTo>
                  <a:pt x="4807549" y="2141982"/>
                </a:lnTo>
                <a:moveTo>
                  <a:pt x="4351081" y="2233239"/>
                </a:moveTo>
                <a:lnTo>
                  <a:pt x="4396710" y="1729313"/>
                </a:lnTo>
                <a:moveTo>
                  <a:pt x="4351081" y="2233239"/>
                </a:moveTo>
                <a:lnTo>
                  <a:pt x="4807549" y="1879458"/>
                </a:lnTo>
                <a:moveTo>
                  <a:pt x="4351081" y="2233239"/>
                </a:moveTo>
                <a:lnTo>
                  <a:pt x="4004523" y="1784543"/>
                </a:lnTo>
                <a:moveTo>
                  <a:pt x="4807549" y="2106046"/>
                </a:moveTo>
                <a:lnTo>
                  <a:pt x="4396710" y="1729313"/>
                </a:lnTo>
                <a:moveTo>
                  <a:pt x="5121" y="1891711"/>
                </a:moveTo>
                <a:lnTo>
                  <a:pt x="425196" y="1855683"/>
                </a:lnTo>
                <a:moveTo>
                  <a:pt x="5121" y="1891711"/>
                </a:moveTo>
                <a:lnTo>
                  <a:pt x="0" y="1341150"/>
                </a:lnTo>
                <a:moveTo>
                  <a:pt x="5121" y="1891711"/>
                </a:moveTo>
                <a:lnTo>
                  <a:pt x="433517" y="1251814"/>
                </a:lnTo>
                <a:moveTo>
                  <a:pt x="425196" y="1855683"/>
                </a:moveTo>
                <a:lnTo>
                  <a:pt x="767913" y="1720809"/>
                </a:lnTo>
                <a:moveTo>
                  <a:pt x="425196" y="1855683"/>
                </a:moveTo>
                <a:lnTo>
                  <a:pt x="433517" y="1251814"/>
                </a:lnTo>
                <a:moveTo>
                  <a:pt x="425196" y="1855683"/>
                </a:moveTo>
                <a:lnTo>
                  <a:pt x="920252" y="1266078"/>
                </a:lnTo>
                <a:moveTo>
                  <a:pt x="767913" y="1720809"/>
                </a:moveTo>
                <a:lnTo>
                  <a:pt x="1243127" y="1792041"/>
                </a:lnTo>
                <a:moveTo>
                  <a:pt x="767913" y="1720809"/>
                </a:moveTo>
                <a:lnTo>
                  <a:pt x="920252" y="1266078"/>
                </a:lnTo>
                <a:moveTo>
                  <a:pt x="767913" y="1720809"/>
                </a:moveTo>
                <a:lnTo>
                  <a:pt x="1411834" y="1401044"/>
                </a:lnTo>
                <a:moveTo>
                  <a:pt x="1243127" y="1792041"/>
                </a:moveTo>
                <a:lnTo>
                  <a:pt x="1802648" y="1773936"/>
                </a:lnTo>
                <a:moveTo>
                  <a:pt x="1243127" y="1792041"/>
                </a:moveTo>
                <a:lnTo>
                  <a:pt x="1411834" y="1401044"/>
                </a:lnTo>
                <a:moveTo>
                  <a:pt x="1243127" y="1792041"/>
                </a:moveTo>
                <a:lnTo>
                  <a:pt x="1766346" y="1251448"/>
                </a:lnTo>
                <a:moveTo>
                  <a:pt x="1243127" y="1792041"/>
                </a:moveTo>
                <a:lnTo>
                  <a:pt x="920252" y="1266078"/>
                </a:lnTo>
                <a:moveTo>
                  <a:pt x="1802648" y="1773936"/>
                </a:moveTo>
                <a:lnTo>
                  <a:pt x="1766346" y="1251448"/>
                </a:lnTo>
                <a:moveTo>
                  <a:pt x="1802648" y="1773936"/>
                </a:moveTo>
                <a:lnTo>
                  <a:pt x="2266158" y="1427927"/>
                </a:lnTo>
                <a:moveTo>
                  <a:pt x="1802648" y="1773936"/>
                </a:moveTo>
                <a:lnTo>
                  <a:pt x="1411834" y="1401044"/>
                </a:lnTo>
                <a:moveTo>
                  <a:pt x="2153503" y="1782257"/>
                </a:moveTo>
                <a:lnTo>
                  <a:pt x="2642067" y="1724010"/>
                </a:lnTo>
                <a:moveTo>
                  <a:pt x="2153503" y="1782257"/>
                </a:moveTo>
                <a:lnTo>
                  <a:pt x="2266158" y="1427927"/>
                </a:lnTo>
                <a:moveTo>
                  <a:pt x="2642067" y="1724010"/>
                </a:moveTo>
                <a:lnTo>
                  <a:pt x="2546970" y="1361176"/>
                </a:lnTo>
                <a:moveTo>
                  <a:pt x="2642067" y="1724010"/>
                </a:moveTo>
                <a:lnTo>
                  <a:pt x="2974543" y="1405341"/>
                </a:lnTo>
                <a:moveTo>
                  <a:pt x="2642067" y="1724010"/>
                </a:moveTo>
                <a:lnTo>
                  <a:pt x="2266158" y="1427927"/>
                </a:lnTo>
                <a:moveTo>
                  <a:pt x="2981858" y="1773113"/>
                </a:moveTo>
                <a:lnTo>
                  <a:pt x="3451403" y="1835109"/>
                </a:lnTo>
                <a:moveTo>
                  <a:pt x="2981858" y="1773113"/>
                </a:moveTo>
                <a:lnTo>
                  <a:pt x="2974543" y="1405341"/>
                </a:lnTo>
                <a:moveTo>
                  <a:pt x="2981858" y="1773113"/>
                </a:moveTo>
                <a:lnTo>
                  <a:pt x="3412998" y="1311432"/>
                </a:lnTo>
                <a:moveTo>
                  <a:pt x="2981858" y="1773113"/>
                </a:moveTo>
                <a:lnTo>
                  <a:pt x="2546970" y="1361176"/>
                </a:lnTo>
                <a:moveTo>
                  <a:pt x="3451403" y="1835109"/>
                </a:moveTo>
                <a:lnTo>
                  <a:pt x="4004523" y="1784543"/>
                </a:lnTo>
                <a:moveTo>
                  <a:pt x="3451403" y="1835109"/>
                </a:moveTo>
                <a:lnTo>
                  <a:pt x="3412998" y="1311432"/>
                </a:lnTo>
                <a:moveTo>
                  <a:pt x="3451403" y="1835109"/>
                </a:moveTo>
                <a:lnTo>
                  <a:pt x="4007084" y="1261506"/>
                </a:lnTo>
                <a:moveTo>
                  <a:pt x="3451403" y="1835109"/>
                </a:moveTo>
                <a:lnTo>
                  <a:pt x="2974543" y="1405341"/>
                </a:lnTo>
                <a:moveTo>
                  <a:pt x="4004523" y="1784543"/>
                </a:moveTo>
                <a:lnTo>
                  <a:pt x="4396710" y="1729313"/>
                </a:lnTo>
                <a:moveTo>
                  <a:pt x="4004523" y="1784543"/>
                </a:moveTo>
                <a:lnTo>
                  <a:pt x="4307373" y="1301191"/>
                </a:lnTo>
                <a:moveTo>
                  <a:pt x="4004523" y="1784543"/>
                </a:moveTo>
                <a:lnTo>
                  <a:pt x="3412998" y="1311432"/>
                </a:lnTo>
                <a:moveTo>
                  <a:pt x="4396710" y="1729313"/>
                </a:moveTo>
                <a:lnTo>
                  <a:pt x="4807549" y="1784634"/>
                </a:lnTo>
                <a:moveTo>
                  <a:pt x="4396710" y="1729313"/>
                </a:moveTo>
                <a:lnTo>
                  <a:pt x="4307373" y="1301191"/>
                </a:lnTo>
                <a:moveTo>
                  <a:pt x="4396710" y="1729313"/>
                </a:moveTo>
                <a:lnTo>
                  <a:pt x="4807549" y="1458925"/>
                </a:lnTo>
                <a:moveTo>
                  <a:pt x="4396710" y="1729313"/>
                </a:moveTo>
                <a:lnTo>
                  <a:pt x="4007084" y="1261506"/>
                </a:lnTo>
                <a:moveTo>
                  <a:pt x="4807549" y="1712854"/>
                </a:moveTo>
                <a:lnTo>
                  <a:pt x="4307373" y="1301191"/>
                </a:lnTo>
                <a:moveTo>
                  <a:pt x="0" y="1341150"/>
                </a:moveTo>
                <a:lnTo>
                  <a:pt x="433517" y="1251814"/>
                </a:lnTo>
                <a:moveTo>
                  <a:pt x="0" y="1341150"/>
                </a:moveTo>
                <a:lnTo>
                  <a:pt x="0" y="913486"/>
                </a:lnTo>
                <a:moveTo>
                  <a:pt x="433517" y="1251814"/>
                </a:moveTo>
                <a:lnTo>
                  <a:pt x="920252" y="1266078"/>
                </a:lnTo>
                <a:moveTo>
                  <a:pt x="433517" y="1251814"/>
                </a:moveTo>
                <a:lnTo>
                  <a:pt x="802477" y="925647"/>
                </a:lnTo>
                <a:moveTo>
                  <a:pt x="433517" y="1251814"/>
                </a:moveTo>
                <a:lnTo>
                  <a:pt x="0" y="913486"/>
                </a:lnTo>
                <a:moveTo>
                  <a:pt x="920252" y="1266078"/>
                </a:moveTo>
                <a:lnTo>
                  <a:pt x="1411834" y="1401044"/>
                </a:lnTo>
                <a:moveTo>
                  <a:pt x="920252" y="1266078"/>
                </a:moveTo>
                <a:lnTo>
                  <a:pt x="802477" y="925647"/>
                </a:lnTo>
                <a:moveTo>
                  <a:pt x="920252" y="1266078"/>
                </a:moveTo>
                <a:lnTo>
                  <a:pt x="1318382" y="945947"/>
                </a:lnTo>
                <a:moveTo>
                  <a:pt x="1411834" y="1401044"/>
                </a:moveTo>
                <a:lnTo>
                  <a:pt x="1766346" y="1251448"/>
                </a:lnTo>
                <a:moveTo>
                  <a:pt x="1411834" y="1401044"/>
                </a:moveTo>
                <a:lnTo>
                  <a:pt x="1318382" y="945947"/>
                </a:lnTo>
                <a:moveTo>
                  <a:pt x="1411834" y="1401044"/>
                </a:moveTo>
                <a:lnTo>
                  <a:pt x="1686611" y="950336"/>
                </a:lnTo>
                <a:moveTo>
                  <a:pt x="1411834" y="1401044"/>
                </a:moveTo>
                <a:lnTo>
                  <a:pt x="802477" y="925647"/>
                </a:lnTo>
                <a:moveTo>
                  <a:pt x="1766346" y="1251448"/>
                </a:moveTo>
                <a:lnTo>
                  <a:pt x="2266158" y="1427927"/>
                </a:lnTo>
                <a:moveTo>
                  <a:pt x="1766346" y="1251448"/>
                </a:moveTo>
                <a:lnTo>
                  <a:pt x="1686611" y="950336"/>
                </a:lnTo>
                <a:moveTo>
                  <a:pt x="1766346" y="1251448"/>
                </a:moveTo>
                <a:lnTo>
                  <a:pt x="2240280" y="1015898"/>
                </a:lnTo>
                <a:moveTo>
                  <a:pt x="1766346" y="1251448"/>
                </a:moveTo>
                <a:lnTo>
                  <a:pt x="1318382" y="945947"/>
                </a:lnTo>
                <a:moveTo>
                  <a:pt x="2266158" y="1427927"/>
                </a:moveTo>
                <a:lnTo>
                  <a:pt x="2240280" y="1015898"/>
                </a:lnTo>
                <a:moveTo>
                  <a:pt x="2266158" y="1427927"/>
                </a:moveTo>
                <a:lnTo>
                  <a:pt x="2641793" y="923727"/>
                </a:lnTo>
                <a:moveTo>
                  <a:pt x="2266158" y="1427927"/>
                </a:moveTo>
                <a:lnTo>
                  <a:pt x="1686611" y="950336"/>
                </a:lnTo>
                <a:moveTo>
                  <a:pt x="2546970" y="1361176"/>
                </a:moveTo>
                <a:lnTo>
                  <a:pt x="2974543" y="1405341"/>
                </a:lnTo>
                <a:moveTo>
                  <a:pt x="2546970" y="1361176"/>
                </a:moveTo>
                <a:lnTo>
                  <a:pt x="2641793" y="923727"/>
                </a:lnTo>
                <a:moveTo>
                  <a:pt x="2546970" y="1361176"/>
                </a:moveTo>
                <a:lnTo>
                  <a:pt x="2240280" y="1015898"/>
                </a:lnTo>
                <a:moveTo>
                  <a:pt x="2974543" y="1405341"/>
                </a:moveTo>
                <a:lnTo>
                  <a:pt x="3412998" y="1311432"/>
                </a:lnTo>
                <a:moveTo>
                  <a:pt x="2974543" y="1405341"/>
                </a:moveTo>
                <a:lnTo>
                  <a:pt x="2962565" y="947593"/>
                </a:lnTo>
                <a:moveTo>
                  <a:pt x="2974543" y="1405341"/>
                </a:moveTo>
                <a:lnTo>
                  <a:pt x="3533790" y="907999"/>
                </a:lnTo>
                <a:moveTo>
                  <a:pt x="2974543" y="1405341"/>
                </a:moveTo>
                <a:lnTo>
                  <a:pt x="2641793" y="923727"/>
                </a:lnTo>
                <a:moveTo>
                  <a:pt x="3412998" y="1311432"/>
                </a:moveTo>
                <a:lnTo>
                  <a:pt x="4007084" y="1261506"/>
                </a:lnTo>
                <a:moveTo>
                  <a:pt x="3412998" y="1311432"/>
                </a:moveTo>
                <a:lnTo>
                  <a:pt x="3533790" y="907999"/>
                </a:lnTo>
                <a:moveTo>
                  <a:pt x="3412998" y="1311432"/>
                </a:moveTo>
                <a:lnTo>
                  <a:pt x="3849350" y="804581"/>
                </a:lnTo>
                <a:moveTo>
                  <a:pt x="3412998" y="1311432"/>
                </a:moveTo>
                <a:lnTo>
                  <a:pt x="2962565" y="947593"/>
                </a:lnTo>
                <a:moveTo>
                  <a:pt x="4007084" y="1261506"/>
                </a:moveTo>
                <a:lnTo>
                  <a:pt x="3849350" y="804581"/>
                </a:lnTo>
                <a:moveTo>
                  <a:pt x="4007084" y="1261506"/>
                </a:moveTo>
                <a:lnTo>
                  <a:pt x="4446453" y="807415"/>
                </a:lnTo>
                <a:moveTo>
                  <a:pt x="4007084" y="1261506"/>
                </a:moveTo>
                <a:lnTo>
                  <a:pt x="3533790" y="907999"/>
                </a:lnTo>
                <a:moveTo>
                  <a:pt x="4307373" y="1301191"/>
                </a:moveTo>
                <a:lnTo>
                  <a:pt x="4446453" y="807415"/>
                </a:lnTo>
                <a:moveTo>
                  <a:pt x="4307373" y="1301191"/>
                </a:moveTo>
                <a:lnTo>
                  <a:pt x="4734946" y="962040"/>
                </a:lnTo>
                <a:moveTo>
                  <a:pt x="4307373" y="1301191"/>
                </a:moveTo>
                <a:lnTo>
                  <a:pt x="3849350" y="804581"/>
                </a:lnTo>
                <a:moveTo>
                  <a:pt x="4807549" y="1239469"/>
                </a:moveTo>
                <a:lnTo>
                  <a:pt x="4734946" y="962040"/>
                </a:lnTo>
                <a:moveTo>
                  <a:pt x="4807549" y="1352672"/>
                </a:moveTo>
                <a:lnTo>
                  <a:pt x="4446453" y="807415"/>
                </a:lnTo>
                <a:moveTo>
                  <a:pt x="4807549" y="995964"/>
                </a:moveTo>
                <a:lnTo>
                  <a:pt x="4734946" y="962040"/>
                </a:lnTo>
                <a:moveTo>
                  <a:pt x="0" y="913486"/>
                </a:moveTo>
                <a:lnTo>
                  <a:pt x="545714" y="837956"/>
                </a:lnTo>
                <a:moveTo>
                  <a:pt x="0" y="913486"/>
                </a:moveTo>
                <a:lnTo>
                  <a:pt x="0" y="382859"/>
                </a:lnTo>
                <a:moveTo>
                  <a:pt x="0" y="913486"/>
                </a:moveTo>
                <a:lnTo>
                  <a:pt x="508224" y="525689"/>
                </a:lnTo>
                <a:moveTo>
                  <a:pt x="545714" y="837956"/>
                </a:moveTo>
                <a:lnTo>
                  <a:pt x="802477" y="925647"/>
                </a:lnTo>
                <a:moveTo>
                  <a:pt x="545714" y="837956"/>
                </a:moveTo>
                <a:lnTo>
                  <a:pt x="508224" y="525689"/>
                </a:lnTo>
                <a:moveTo>
                  <a:pt x="545714" y="837956"/>
                </a:moveTo>
                <a:lnTo>
                  <a:pt x="799826" y="381122"/>
                </a:lnTo>
                <a:moveTo>
                  <a:pt x="802477" y="925647"/>
                </a:moveTo>
                <a:lnTo>
                  <a:pt x="1318382" y="945947"/>
                </a:lnTo>
                <a:moveTo>
                  <a:pt x="802477" y="925647"/>
                </a:moveTo>
                <a:lnTo>
                  <a:pt x="799826" y="381122"/>
                </a:lnTo>
                <a:moveTo>
                  <a:pt x="802477" y="925647"/>
                </a:moveTo>
                <a:lnTo>
                  <a:pt x="508224" y="525689"/>
                </a:lnTo>
                <a:moveTo>
                  <a:pt x="1318382" y="945947"/>
                </a:moveTo>
                <a:lnTo>
                  <a:pt x="1686611" y="950336"/>
                </a:lnTo>
                <a:moveTo>
                  <a:pt x="1318382" y="945947"/>
                </a:moveTo>
                <a:lnTo>
                  <a:pt x="1663294" y="569763"/>
                </a:lnTo>
                <a:moveTo>
                  <a:pt x="1318382" y="945947"/>
                </a:moveTo>
                <a:lnTo>
                  <a:pt x="799826" y="381122"/>
                </a:lnTo>
                <a:moveTo>
                  <a:pt x="1686611" y="950336"/>
                </a:moveTo>
                <a:lnTo>
                  <a:pt x="2240280" y="1015898"/>
                </a:lnTo>
                <a:moveTo>
                  <a:pt x="1686611" y="950336"/>
                </a:moveTo>
                <a:lnTo>
                  <a:pt x="1663294" y="569763"/>
                </a:lnTo>
                <a:moveTo>
                  <a:pt x="1686611" y="950336"/>
                </a:moveTo>
                <a:lnTo>
                  <a:pt x="2232873" y="489295"/>
                </a:lnTo>
                <a:moveTo>
                  <a:pt x="1686611" y="950336"/>
                </a:moveTo>
                <a:lnTo>
                  <a:pt x="1330452" y="429036"/>
                </a:lnTo>
                <a:moveTo>
                  <a:pt x="2240280" y="1015898"/>
                </a:moveTo>
                <a:lnTo>
                  <a:pt x="2641793" y="923727"/>
                </a:lnTo>
                <a:moveTo>
                  <a:pt x="2240280" y="1015898"/>
                </a:moveTo>
                <a:lnTo>
                  <a:pt x="2232873" y="489295"/>
                </a:lnTo>
                <a:moveTo>
                  <a:pt x="2240280" y="1015898"/>
                </a:moveTo>
                <a:lnTo>
                  <a:pt x="2536180" y="376916"/>
                </a:lnTo>
                <a:moveTo>
                  <a:pt x="2240280" y="1015898"/>
                </a:moveTo>
                <a:lnTo>
                  <a:pt x="1663294" y="569763"/>
                </a:lnTo>
                <a:moveTo>
                  <a:pt x="2641793" y="923727"/>
                </a:moveTo>
                <a:lnTo>
                  <a:pt x="2536180" y="376916"/>
                </a:lnTo>
                <a:moveTo>
                  <a:pt x="2641793" y="923727"/>
                </a:moveTo>
                <a:lnTo>
                  <a:pt x="3097713" y="406999"/>
                </a:lnTo>
                <a:moveTo>
                  <a:pt x="2641793" y="923727"/>
                </a:moveTo>
                <a:lnTo>
                  <a:pt x="2232873" y="489295"/>
                </a:lnTo>
                <a:moveTo>
                  <a:pt x="2962565" y="947593"/>
                </a:moveTo>
                <a:lnTo>
                  <a:pt x="3533790" y="907999"/>
                </a:lnTo>
                <a:moveTo>
                  <a:pt x="2962565" y="947593"/>
                </a:moveTo>
                <a:lnTo>
                  <a:pt x="3097713" y="406999"/>
                </a:lnTo>
                <a:moveTo>
                  <a:pt x="2962565" y="947593"/>
                </a:moveTo>
                <a:lnTo>
                  <a:pt x="3415284" y="394929"/>
                </a:lnTo>
                <a:moveTo>
                  <a:pt x="2962565" y="947593"/>
                </a:moveTo>
                <a:lnTo>
                  <a:pt x="2536180" y="376916"/>
                </a:lnTo>
                <a:moveTo>
                  <a:pt x="3533790" y="907999"/>
                </a:moveTo>
                <a:lnTo>
                  <a:pt x="3849350" y="804581"/>
                </a:lnTo>
                <a:moveTo>
                  <a:pt x="3533790" y="907999"/>
                </a:moveTo>
                <a:lnTo>
                  <a:pt x="3415284" y="394929"/>
                </a:lnTo>
                <a:moveTo>
                  <a:pt x="3533790" y="907999"/>
                </a:moveTo>
                <a:lnTo>
                  <a:pt x="3849898" y="393466"/>
                </a:lnTo>
                <a:moveTo>
                  <a:pt x="3533790" y="907999"/>
                </a:moveTo>
                <a:lnTo>
                  <a:pt x="3097713" y="406999"/>
                </a:lnTo>
                <a:moveTo>
                  <a:pt x="3849350" y="804581"/>
                </a:moveTo>
                <a:lnTo>
                  <a:pt x="4446453" y="807415"/>
                </a:lnTo>
                <a:moveTo>
                  <a:pt x="3849350" y="804581"/>
                </a:moveTo>
                <a:lnTo>
                  <a:pt x="3849898" y="393466"/>
                </a:lnTo>
                <a:moveTo>
                  <a:pt x="3849350" y="804581"/>
                </a:moveTo>
                <a:lnTo>
                  <a:pt x="4373118" y="508132"/>
                </a:lnTo>
                <a:moveTo>
                  <a:pt x="3849350" y="804581"/>
                </a:moveTo>
                <a:lnTo>
                  <a:pt x="3415284" y="394929"/>
                </a:lnTo>
                <a:moveTo>
                  <a:pt x="4446453" y="807415"/>
                </a:moveTo>
                <a:lnTo>
                  <a:pt x="4734946" y="962040"/>
                </a:lnTo>
                <a:moveTo>
                  <a:pt x="4446453" y="807415"/>
                </a:moveTo>
                <a:lnTo>
                  <a:pt x="4373118" y="508132"/>
                </a:lnTo>
                <a:moveTo>
                  <a:pt x="4446453" y="807415"/>
                </a:moveTo>
                <a:lnTo>
                  <a:pt x="4807549" y="407822"/>
                </a:lnTo>
                <a:moveTo>
                  <a:pt x="4446453" y="807415"/>
                </a:moveTo>
                <a:lnTo>
                  <a:pt x="3849898" y="393466"/>
                </a:lnTo>
                <a:moveTo>
                  <a:pt x="4734946" y="962040"/>
                </a:moveTo>
                <a:lnTo>
                  <a:pt x="4807549" y="531175"/>
                </a:lnTo>
                <a:moveTo>
                  <a:pt x="4734946" y="962040"/>
                </a:moveTo>
                <a:lnTo>
                  <a:pt x="4807549" y="899495"/>
                </a:lnTo>
                <a:moveTo>
                  <a:pt x="4734946" y="962040"/>
                </a:moveTo>
                <a:lnTo>
                  <a:pt x="4373118" y="508132"/>
                </a:lnTo>
                <a:moveTo>
                  <a:pt x="0" y="382859"/>
                </a:moveTo>
                <a:lnTo>
                  <a:pt x="508224" y="525689"/>
                </a:lnTo>
                <a:moveTo>
                  <a:pt x="0" y="382859"/>
                </a:moveTo>
                <a:lnTo>
                  <a:pt x="0" y="109179"/>
                </a:lnTo>
                <a:moveTo>
                  <a:pt x="0" y="382859"/>
                </a:moveTo>
                <a:lnTo>
                  <a:pt x="339791" y="100401"/>
                </a:lnTo>
                <a:moveTo>
                  <a:pt x="508224" y="525689"/>
                </a:moveTo>
                <a:lnTo>
                  <a:pt x="799826" y="381122"/>
                </a:lnTo>
                <a:moveTo>
                  <a:pt x="508224" y="525689"/>
                </a:moveTo>
                <a:lnTo>
                  <a:pt x="339791" y="100401"/>
                </a:lnTo>
                <a:moveTo>
                  <a:pt x="508224" y="525689"/>
                </a:moveTo>
                <a:lnTo>
                  <a:pt x="835487" y="77815"/>
                </a:lnTo>
                <a:moveTo>
                  <a:pt x="508224" y="525689"/>
                </a:moveTo>
                <a:lnTo>
                  <a:pt x="0" y="109179"/>
                </a:lnTo>
                <a:moveTo>
                  <a:pt x="799826" y="381122"/>
                </a:moveTo>
                <a:lnTo>
                  <a:pt x="1330452" y="429036"/>
                </a:lnTo>
                <a:moveTo>
                  <a:pt x="799826" y="381122"/>
                </a:moveTo>
                <a:lnTo>
                  <a:pt x="835487" y="77815"/>
                </a:lnTo>
                <a:moveTo>
                  <a:pt x="799826" y="381122"/>
                </a:moveTo>
                <a:lnTo>
                  <a:pt x="1371874" y="81016"/>
                </a:lnTo>
                <a:moveTo>
                  <a:pt x="1330452" y="429036"/>
                </a:moveTo>
                <a:lnTo>
                  <a:pt x="1663294" y="569763"/>
                </a:lnTo>
                <a:moveTo>
                  <a:pt x="1330452" y="429036"/>
                </a:moveTo>
                <a:lnTo>
                  <a:pt x="1371874" y="81016"/>
                </a:lnTo>
                <a:moveTo>
                  <a:pt x="1330452" y="429036"/>
                </a:moveTo>
                <a:lnTo>
                  <a:pt x="1753271" y="105522"/>
                </a:lnTo>
                <a:moveTo>
                  <a:pt x="1330452" y="429036"/>
                </a:moveTo>
                <a:lnTo>
                  <a:pt x="835487" y="77815"/>
                </a:lnTo>
                <a:moveTo>
                  <a:pt x="1663294" y="569763"/>
                </a:moveTo>
                <a:lnTo>
                  <a:pt x="2232873" y="489295"/>
                </a:lnTo>
                <a:moveTo>
                  <a:pt x="1663294" y="569763"/>
                </a:moveTo>
                <a:lnTo>
                  <a:pt x="1753271" y="105522"/>
                </a:lnTo>
                <a:moveTo>
                  <a:pt x="1663294" y="569763"/>
                </a:moveTo>
                <a:lnTo>
                  <a:pt x="1371874" y="81016"/>
                </a:lnTo>
                <a:moveTo>
                  <a:pt x="2232873" y="489295"/>
                </a:moveTo>
                <a:lnTo>
                  <a:pt x="2536180" y="376916"/>
                </a:lnTo>
                <a:moveTo>
                  <a:pt x="2232873" y="489295"/>
                </a:moveTo>
                <a:lnTo>
                  <a:pt x="2158075" y="140543"/>
                </a:lnTo>
                <a:moveTo>
                  <a:pt x="2232873" y="489295"/>
                </a:moveTo>
                <a:lnTo>
                  <a:pt x="2575225" y="141275"/>
                </a:lnTo>
                <a:moveTo>
                  <a:pt x="2536180" y="376916"/>
                </a:moveTo>
                <a:lnTo>
                  <a:pt x="3097713" y="406999"/>
                </a:lnTo>
                <a:moveTo>
                  <a:pt x="2536180" y="376916"/>
                </a:moveTo>
                <a:lnTo>
                  <a:pt x="2575225" y="141275"/>
                </a:lnTo>
                <a:moveTo>
                  <a:pt x="2536180" y="376916"/>
                </a:moveTo>
                <a:lnTo>
                  <a:pt x="3119201" y="23866"/>
                </a:lnTo>
                <a:moveTo>
                  <a:pt x="2536180" y="376916"/>
                </a:moveTo>
                <a:lnTo>
                  <a:pt x="2158075" y="140543"/>
                </a:lnTo>
                <a:moveTo>
                  <a:pt x="3097713" y="406999"/>
                </a:moveTo>
                <a:lnTo>
                  <a:pt x="3415284" y="394929"/>
                </a:lnTo>
                <a:moveTo>
                  <a:pt x="3097713" y="406999"/>
                </a:moveTo>
                <a:lnTo>
                  <a:pt x="3119201" y="23866"/>
                </a:lnTo>
                <a:moveTo>
                  <a:pt x="3097713" y="406999"/>
                </a:moveTo>
                <a:lnTo>
                  <a:pt x="3438418" y="40691"/>
                </a:lnTo>
                <a:moveTo>
                  <a:pt x="3097713" y="406999"/>
                </a:moveTo>
                <a:lnTo>
                  <a:pt x="2575225" y="141275"/>
                </a:lnTo>
                <a:moveTo>
                  <a:pt x="3415284" y="394929"/>
                </a:moveTo>
                <a:lnTo>
                  <a:pt x="3849898" y="393466"/>
                </a:lnTo>
                <a:moveTo>
                  <a:pt x="3415284" y="394929"/>
                </a:moveTo>
                <a:lnTo>
                  <a:pt x="3438418" y="40691"/>
                </a:lnTo>
                <a:moveTo>
                  <a:pt x="3415284" y="394929"/>
                </a:moveTo>
                <a:lnTo>
                  <a:pt x="4040185" y="121249"/>
                </a:lnTo>
                <a:moveTo>
                  <a:pt x="3415284" y="394929"/>
                </a:moveTo>
                <a:lnTo>
                  <a:pt x="3119201" y="23866"/>
                </a:lnTo>
                <a:moveTo>
                  <a:pt x="3849898" y="393466"/>
                </a:moveTo>
                <a:lnTo>
                  <a:pt x="4373118" y="508132"/>
                </a:lnTo>
                <a:moveTo>
                  <a:pt x="3849898" y="393466"/>
                </a:moveTo>
                <a:lnTo>
                  <a:pt x="4040185" y="121249"/>
                </a:lnTo>
                <a:moveTo>
                  <a:pt x="3849898" y="393466"/>
                </a:moveTo>
                <a:lnTo>
                  <a:pt x="4453037" y="49926"/>
                </a:lnTo>
                <a:moveTo>
                  <a:pt x="3849898" y="393466"/>
                </a:moveTo>
                <a:lnTo>
                  <a:pt x="3438418" y="40691"/>
                </a:lnTo>
                <a:moveTo>
                  <a:pt x="4373118" y="508132"/>
                </a:moveTo>
                <a:lnTo>
                  <a:pt x="4807549" y="386608"/>
                </a:lnTo>
                <a:moveTo>
                  <a:pt x="4373118" y="508132"/>
                </a:moveTo>
                <a:lnTo>
                  <a:pt x="4453037" y="49926"/>
                </a:lnTo>
                <a:moveTo>
                  <a:pt x="4373118" y="508132"/>
                </a:moveTo>
                <a:lnTo>
                  <a:pt x="4789261" y="0"/>
                </a:lnTo>
                <a:moveTo>
                  <a:pt x="4373118" y="508132"/>
                </a:moveTo>
                <a:lnTo>
                  <a:pt x="4040185" y="121249"/>
                </a:lnTo>
                <a:moveTo>
                  <a:pt x="4807549" y="357256"/>
                </a:moveTo>
                <a:lnTo>
                  <a:pt x="4453037" y="49926"/>
                </a:lnTo>
                <a:moveTo>
                  <a:pt x="0" y="109179"/>
                </a:moveTo>
                <a:lnTo>
                  <a:pt x="339791" y="100401"/>
                </a:lnTo>
                <a:moveTo>
                  <a:pt x="339791" y="100401"/>
                </a:moveTo>
                <a:lnTo>
                  <a:pt x="835487" y="77815"/>
                </a:lnTo>
                <a:moveTo>
                  <a:pt x="835487" y="77815"/>
                </a:moveTo>
                <a:lnTo>
                  <a:pt x="1371874" y="81016"/>
                </a:lnTo>
                <a:moveTo>
                  <a:pt x="1371874" y="81016"/>
                </a:moveTo>
                <a:lnTo>
                  <a:pt x="1753271" y="105522"/>
                </a:lnTo>
                <a:moveTo>
                  <a:pt x="1753271" y="105522"/>
                </a:moveTo>
                <a:lnTo>
                  <a:pt x="2158075" y="140543"/>
                </a:lnTo>
                <a:moveTo>
                  <a:pt x="2158075" y="140543"/>
                </a:moveTo>
                <a:lnTo>
                  <a:pt x="2575225" y="141275"/>
                </a:lnTo>
                <a:moveTo>
                  <a:pt x="2575225" y="141275"/>
                </a:moveTo>
                <a:lnTo>
                  <a:pt x="3119201" y="23866"/>
                </a:lnTo>
                <a:moveTo>
                  <a:pt x="3119201" y="23866"/>
                </a:moveTo>
                <a:lnTo>
                  <a:pt x="3438418" y="40691"/>
                </a:lnTo>
                <a:moveTo>
                  <a:pt x="4040185" y="121249"/>
                </a:moveTo>
                <a:lnTo>
                  <a:pt x="4453037" y="49926"/>
                </a:lnTo>
                <a:moveTo>
                  <a:pt x="4453037" y="49926"/>
                </a:moveTo>
                <a:lnTo>
                  <a:pt x="4661428" y="0"/>
                </a:lnTo>
              </a:path>
            </a:pathLst>
          </a:custGeom>
          <a:ln w="12802" cap="rnd">
            <a:solidFill>
              <a:srgbClr val="BDB9AE">
                <a:alpha val="92000"/>
              </a:srgbClr>
            </a:solidFill>
            <a:prstDash val="solid"/>
            <a:round/>
          </a:ln>
        </p:spPr>
      </p:sp>
      <p:sp>
        <p:nvSpPr>
          <p:cNvPr id="5" name="Forma 67"/>
          <p:cNvSpPr/>
          <p:nvPr/>
        </p:nvSpPr>
        <p:spPr>
          <a:xfrm>
            <a:off x="559064" y="3884463"/>
            <a:ext cx="4768139" cy="1039033"/>
          </a:xfrm>
          <a:custGeom>
            <a:avLst/>
            <a:gdLst/>
            <a:ahLst/>
            <a:cxnLst/>
            <a:rect l="l" t="t" r="r" b="b"/>
            <a:pathLst>
              <a:path w="4768139" h="1039033">
                <a:moveTo>
                  <a:pt x="51206" y="929579"/>
                </a:moveTo>
                <a:cubicBezTo>
                  <a:pt x="51206" y="932962"/>
                  <a:pt x="50566" y="936254"/>
                  <a:pt x="49286" y="939363"/>
                </a:cubicBezTo>
                <a:cubicBezTo>
                  <a:pt x="48006" y="942472"/>
                  <a:pt x="46086" y="945307"/>
                  <a:pt x="43708" y="947684"/>
                </a:cubicBezTo>
                <a:cubicBezTo>
                  <a:pt x="41331" y="950062"/>
                  <a:pt x="38496" y="951890"/>
                  <a:pt x="35387" y="953171"/>
                </a:cubicBezTo>
                <a:cubicBezTo>
                  <a:pt x="32278" y="954542"/>
                  <a:pt x="28986" y="955182"/>
                  <a:pt x="25603" y="955182"/>
                </a:cubicBezTo>
                <a:cubicBezTo>
                  <a:pt x="22220" y="955182"/>
                  <a:pt x="18928" y="954542"/>
                  <a:pt x="15819" y="953171"/>
                </a:cubicBezTo>
                <a:cubicBezTo>
                  <a:pt x="12710" y="951890"/>
                  <a:pt x="9876" y="950062"/>
                  <a:pt x="7498" y="947684"/>
                </a:cubicBezTo>
                <a:cubicBezTo>
                  <a:pt x="5121" y="945307"/>
                  <a:pt x="3292" y="942472"/>
                  <a:pt x="1920" y="939363"/>
                </a:cubicBezTo>
                <a:cubicBezTo>
                  <a:pt x="640" y="936254"/>
                  <a:pt x="0" y="932962"/>
                  <a:pt x="0" y="929579"/>
                </a:cubicBezTo>
                <a:cubicBezTo>
                  <a:pt x="0" y="926196"/>
                  <a:pt x="640" y="922904"/>
                  <a:pt x="1920" y="919795"/>
                </a:cubicBezTo>
                <a:cubicBezTo>
                  <a:pt x="3292" y="916686"/>
                  <a:pt x="5121" y="913851"/>
                  <a:pt x="7498" y="911474"/>
                </a:cubicBezTo>
                <a:cubicBezTo>
                  <a:pt x="9876" y="909096"/>
                  <a:pt x="12710" y="907268"/>
                  <a:pt x="15819" y="905988"/>
                </a:cubicBezTo>
                <a:cubicBezTo>
                  <a:pt x="18928" y="904616"/>
                  <a:pt x="22220" y="903976"/>
                  <a:pt x="25603" y="903976"/>
                </a:cubicBezTo>
                <a:cubicBezTo>
                  <a:pt x="28986" y="903976"/>
                  <a:pt x="32278" y="904616"/>
                  <a:pt x="35387" y="905988"/>
                </a:cubicBezTo>
                <a:cubicBezTo>
                  <a:pt x="38496" y="907268"/>
                  <a:pt x="41331" y="909096"/>
                  <a:pt x="43708" y="911474"/>
                </a:cubicBezTo>
                <a:cubicBezTo>
                  <a:pt x="46086" y="913851"/>
                  <a:pt x="48006" y="916686"/>
                  <a:pt x="49286" y="919795"/>
                </a:cubicBezTo>
                <a:cubicBezTo>
                  <a:pt x="50566" y="922904"/>
                  <a:pt x="51206" y="926196"/>
                  <a:pt x="51206" y="929579"/>
                </a:cubicBezTo>
              </a:path>
              <a:path w="4768139" h="1039033">
                <a:moveTo>
                  <a:pt x="547451" y="950427"/>
                </a:moveTo>
                <a:cubicBezTo>
                  <a:pt x="547451" y="953811"/>
                  <a:pt x="546811" y="957102"/>
                  <a:pt x="545531" y="960211"/>
                </a:cubicBezTo>
                <a:cubicBezTo>
                  <a:pt x="544251" y="963320"/>
                  <a:pt x="542331" y="966064"/>
                  <a:pt x="539953" y="968532"/>
                </a:cubicBezTo>
                <a:cubicBezTo>
                  <a:pt x="537576" y="970910"/>
                  <a:pt x="534833" y="972739"/>
                  <a:pt x="531632" y="974019"/>
                </a:cubicBezTo>
                <a:cubicBezTo>
                  <a:pt x="528523" y="975299"/>
                  <a:pt x="525231" y="976031"/>
                  <a:pt x="521848" y="976031"/>
                </a:cubicBezTo>
                <a:cubicBezTo>
                  <a:pt x="518465" y="976031"/>
                  <a:pt x="515173" y="975299"/>
                  <a:pt x="512064" y="974019"/>
                </a:cubicBezTo>
                <a:cubicBezTo>
                  <a:pt x="508955" y="972739"/>
                  <a:pt x="506120" y="970910"/>
                  <a:pt x="503743" y="968532"/>
                </a:cubicBezTo>
                <a:cubicBezTo>
                  <a:pt x="501366" y="966064"/>
                  <a:pt x="499537" y="963320"/>
                  <a:pt x="498165" y="960211"/>
                </a:cubicBezTo>
                <a:cubicBezTo>
                  <a:pt x="496885" y="957102"/>
                  <a:pt x="496245" y="953811"/>
                  <a:pt x="496245" y="950427"/>
                </a:cubicBezTo>
                <a:cubicBezTo>
                  <a:pt x="496245" y="947044"/>
                  <a:pt x="496885" y="943752"/>
                  <a:pt x="498165" y="940643"/>
                </a:cubicBezTo>
                <a:cubicBezTo>
                  <a:pt x="499537" y="937534"/>
                  <a:pt x="501366" y="934700"/>
                  <a:pt x="503743" y="932322"/>
                </a:cubicBezTo>
                <a:cubicBezTo>
                  <a:pt x="506120" y="929945"/>
                  <a:pt x="508955" y="928116"/>
                  <a:pt x="512064" y="926744"/>
                </a:cubicBezTo>
                <a:cubicBezTo>
                  <a:pt x="515173" y="925464"/>
                  <a:pt x="518465" y="924824"/>
                  <a:pt x="521848" y="924824"/>
                </a:cubicBezTo>
                <a:cubicBezTo>
                  <a:pt x="525231" y="924824"/>
                  <a:pt x="528523" y="925464"/>
                  <a:pt x="531632" y="926744"/>
                </a:cubicBezTo>
                <a:cubicBezTo>
                  <a:pt x="534833" y="928116"/>
                  <a:pt x="537576" y="929945"/>
                  <a:pt x="539953" y="932322"/>
                </a:cubicBezTo>
                <a:cubicBezTo>
                  <a:pt x="542331" y="934700"/>
                  <a:pt x="544251" y="937534"/>
                  <a:pt x="545531" y="940643"/>
                </a:cubicBezTo>
                <a:cubicBezTo>
                  <a:pt x="546811" y="943752"/>
                  <a:pt x="547451" y="947044"/>
                  <a:pt x="547451" y="950427"/>
                </a:cubicBezTo>
              </a:path>
              <a:path w="4768139" h="1039033">
                <a:moveTo>
                  <a:pt x="1010138" y="1007120"/>
                </a:moveTo>
                <a:cubicBezTo>
                  <a:pt x="1010138" y="1010503"/>
                  <a:pt x="1009498" y="1013795"/>
                  <a:pt x="1008217" y="1016904"/>
                </a:cubicBezTo>
                <a:cubicBezTo>
                  <a:pt x="1006937" y="1020105"/>
                  <a:pt x="1005017" y="1022848"/>
                  <a:pt x="1002640" y="1025225"/>
                </a:cubicBezTo>
                <a:cubicBezTo>
                  <a:pt x="1000262" y="1027603"/>
                  <a:pt x="997519" y="1029523"/>
                  <a:pt x="994319" y="1030803"/>
                </a:cubicBezTo>
                <a:cubicBezTo>
                  <a:pt x="991210" y="1032083"/>
                  <a:pt x="987918" y="1032723"/>
                  <a:pt x="984534" y="1032723"/>
                </a:cubicBezTo>
                <a:cubicBezTo>
                  <a:pt x="981151" y="1032723"/>
                  <a:pt x="977859" y="1032083"/>
                  <a:pt x="974750" y="1030803"/>
                </a:cubicBezTo>
                <a:cubicBezTo>
                  <a:pt x="971641" y="1029523"/>
                  <a:pt x="968807" y="1027603"/>
                  <a:pt x="966429" y="1025225"/>
                </a:cubicBezTo>
                <a:cubicBezTo>
                  <a:pt x="964052" y="1022848"/>
                  <a:pt x="962223" y="1020105"/>
                  <a:pt x="960943" y="1016904"/>
                </a:cubicBezTo>
                <a:cubicBezTo>
                  <a:pt x="959571" y="1013795"/>
                  <a:pt x="958931" y="1010503"/>
                  <a:pt x="958931" y="1007120"/>
                </a:cubicBezTo>
                <a:cubicBezTo>
                  <a:pt x="958931" y="1003737"/>
                  <a:pt x="959571" y="1000536"/>
                  <a:pt x="960943" y="997336"/>
                </a:cubicBezTo>
                <a:cubicBezTo>
                  <a:pt x="962223" y="994227"/>
                  <a:pt x="964052" y="991484"/>
                  <a:pt x="966429" y="989106"/>
                </a:cubicBezTo>
                <a:cubicBezTo>
                  <a:pt x="968807" y="986638"/>
                  <a:pt x="971641" y="984809"/>
                  <a:pt x="974750" y="983529"/>
                </a:cubicBezTo>
                <a:cubicBezTo>
                  <a:pt x="977859" y="982248"/>
                  <a:pt x="981151" y="981608"/>
                  <a:pt x="984534" y="981608"/>
                </a:cubicBezTo>
                <a:cubicBezTo>
                  <a:pt x="987918" y="981608"/>
                  <a:pt x="991210" y="982248"/>
                  <a:pt x="994319" y="983529"/>
                </a:cubicBezTo>
                <a:cubicBezTo>
                  <a:pt x="997519" y="984809"/>
                  <a:pt x="1000262" y="986638"/>
                  <a:pt x="1002640" y="989106"/>
                </a:cubicBezTo>
                <a:cubicBezTo>
                  <a:pt x="1005017" y="991484"/>
                  <a:pt x="1006937" y="994227"/>
                  <a:pt x="1008217" y="997336"/>
                </a:cubicBezTo>
                <a:cubicBezTo>
                  <a:pt x="1009498" y="1000536"/>
                  <a:pt x="1010138" y="1003737"/>
                  <a:pt x="1010138" y="1007120"/>
                </a:cubicBezTo>
              </a:path>
              <a:path w="4768139" h="1039033">
                <a:moveTo>
                  <a:pt x="1408908" y="945672"/>
                </a:moveTo>
                <a:cubicBezTo>
                  <a:pt x="1408908" y="949056"/>
                  <a:pt x="1408267" y="952348"/>
                  <a:pt x="1406987" y="955457"/>
                </a:cubicBezTo>
                <a:cubicBezTo>
                  <a:pt x="1405707" y="958566"/>
                  <a:pt x="1403878" y="961400"/>
                  <a:pt x="1401409" y="963778"/>
                </a:cubicBezTo>
                <a:cubicBezTo>
                  <a:pt x="1399032" y="966155"/>
                  <a:pt x="1396289" y="967984"/>
                  <a:pt x="1393088" y="969264"/>
                </a:cubicBezTo>
                <a:cubicBezTo>
                  <a:pt x="1389979" y="970636"/>
                  <a:pt x="1386688" y="971276"/>
                  <a:pt x="1383304" y="971276"/>
                </a:cubicBezTo>
                <a:cubicBezTo>
                  <a:pt x="1379921" y="971276"/>
                  <a:pt x="1376629" y="970636"/>
                  <a:pt x="1373520" y="969264"/>
                </a:cubicBezTo>
                <a:cubicBezTo>
                  <a:pt x="1370411" y="967984"/>
                  <a:pt x="1367668" y="966155"/>
                  <a:pt x="1365199" y="963778"/>
                </a:cubicBezTo>
                <a:cubicBezTo>
                  <a:pt x="1362822" y="961400"/>
                  <a:pt x="1360993" y="958566"/>
                  <a:pt x="1359713" y="955457"/>
                </a:cubicBezTo>
                <a:cubicBezTo>
                  <a:pt x="1358341" y="952348"/>
                  <a:pt x="1357701" y="949056"/>
                  <a:pt x="1357701" y="945672"/>
                </a:cubicBezTo>
                <a:cubicBezTo>
                  <a:pt x="1357701" y="942289"/>
                  <a:pt x="1358341" y="938997"/>
                  <a:pt x="1359713" y="935888"/>
                </a:cubicBezTo>
                <a:cubicBezTo>
                  <a:pt x="1360993" y="932779"/>
                  <a:pt x="1362822" y="930036"/>
                  <a:pt x="1365199" y="927567"/>
                </a:cubicBezTo>
                <a:cubicBezTo>
                  <a:pt x="1367668" y="925190"/>
                  <a:pt x="1370411" y="923361"/>
                  <a:pt x="1373520" y="922081"/>
                </a:cubicBezTo>
                <a:cubicBezTo>
                  <a:pt x="1376629" y="920709"/>
                  <a:pt x="1379921" y="920069"/>
                  <a:pt x="1383304" y="920069"/>
                </a:cubicBezTo>
                <a:cubicBezTo>
                  <a:pt x="1386688" y="920069"/>
                  <a:pt x="1389979" y="920709"/>
                  <a:pt x="1393088" y="922081"/>
                </a:cubicBezTo>
                <a:cubicBezTo>
                  <a:pt x="1396289" y="923361"/>
                  <a:pt x="1399032" y="925190"/>
                  <a:pt x="1401409" y="927567"/>
                </a:cubicBezTo>
                <a:cubicBezTo>
                  <a:pt x="1403878" y="930036"/>
                  <a:pt x="1405707" y="932779"/>
                  <a:pt x="1406987" y="935888"/>
                </a:cubicBezTo>
                <a:cubicBezTo>
                  <a:pt x="1408267" y="938997"/>
                  <a:pt x="1408908" y="942289"/>
                  <a:pt x="1408908" y="945672"/>
                </a:cubicBezTo>
              </a:path>
              <a:path w="4768139" h="1039033">
                <a:moveTo>
                  <a:pt x="1822033" y="975939"/>
                </a:moveTo>
                <a:cubicBezTo>
                  <a:pt x="1822033" y="979322"/>
                  <a:pt x="1821393" y="982523"/>
                  <a:pt x="1820113" y="985723"/>
                </a:cubicBezTo>
                <a:cubicBezTo>
                  <a:pt x="1818742" y="988832"/>
                  <a:pt x="1816913" y="991575"/>
                  <a:pt x="1814535" y="993953"/>
                </a:cubicBezTo>
                <a:cubicBezTo>
                  <a:pt x="1812158" y="996422"/>
                  <a:pt x="1809323" y="998250"/>
                  <a:pt x="1806214" y="999531"/>
                </a:cubicBezTo>
                <a:cubicBezTo>
                  <a:pt x="1803105" y="1000811"/>
                  <a:pt x="1799814" y="1001451"/>
                  <a:pt x="1796430" y="1001451"/>
                </a:cubicBezTo>
                <a:cubicBezTo>
                  <a:pt x="1793047" y="1001451"/>
                  <a:pt x="1789755" y="1000811"/>
                  <a:pt x="1786646" y="999531"/>
                </a:cubicBezTo>
                <a:cubicBezTo>
                  <a:pt x="1783446" y="998250"/>
                  <a:pt x="1780703" y="996422"/>
                  <a:pt x="1778325" y="993953"/>
                </a:cubicBezTo>
                <a:cubicBezTo>
                  <a:pt x="1775948" y="991575"/>
                  <a:pt x="1774027" y="988832"/>
                  <a:pt x="1772747" y="985723"/>
                </a:cubicBezTo>
                <a:cubicBezTo>
                  <a:pt x="1771467" y="982523"/>
                  <a:pt x="1770827" y="979322"/>
                  <a:pt x="1770827" y="975939"/>
                </a:cubicBezTo>
                <a:cubicBezTo>
                  <a:pt x="1770827" y="972464"/>
                  <a:pt x="1771467" y="969264"/>
                  <a:pt x="1772747" y="966064"/>
                </a:cubicBezTo>
                <a:cubicBezTo>
                  <a:pt x="1774027" y="962955"/>
                  <a:pt x="1775948" y="960211"/>
                  <a:pt x="1778325" y="957834"/>
                </a:cubicBezTo>
                <a:cubicBezTo>
                  <a:pt x="1780703" y="955457"/>
                  <a:pt x="1783446" y="953536"/>
                  <a:pt x="1786646" y="952256"/>
                </a:cubicBezTo>
                <a:cubicBezTo>
                  <a:pt x="1789755" y="950976"/>
                  <a:pt x="1793047" y="950336"/>
                  <a:pt x="1796430" y="950336"/>
                </a:cubicBezTo>
                <a:cubicBezTo>
                  <a:pt x="1799814" y="950336"/>
                  <a:pt x="1803105" y="950976"/>
                  <a:pt x="1806214" y="952256"/>
                </a:cubicBezTo>
                <a:cubicBezTo>
                  <a:pt x="1809323" y="953536"/>
                  <a:pt x="1812158" y="955457"/>
                  <a:pt x="1814535" y="957834"/>
                </a:cubicBezTo>
                <a:cubicBezTo>
                  <a:pt x="1816913" y="960211"/>
                  <a:pt x="1818742" y="962955"/>
                  <a:pt x="1820113" y="966064"/>
                </a:cubicBezTo>
                <a:cubicBezTo>
                  <a:pt x="1821393" y="969264"/>
                  <a:pt x="1822033" y="972464"/>
                  <a:pt x="1822033" y="975939"/>
                </a:cubicBezTo>
              </a:path>
              <a:path w="4768139" h="1039033">
                <a:moveTo>
                  <a:pt x="2317364" y="868954"/>
                </a:moveTo>
                <a:cubicBezTo>
                  <a:pt x="2317364" y="872338"/>
                  <a:pt x="2316724" y="875629"/>
                  <a:pt x="2315352" y="878738"/>
                </a:cubicBezTo>
                <a:cubicBezTo>
                  <a:pt x="2314072" y="881847"/>
                  <a:pt x="2312243" y="884682"/>
                  <a:pt x="2309866" y="887059"/>
                </a:cubicBezTo>
                <a:cubicBezTo>
                  <a:pt x="2307397" y="889437"/>
                  <a:pt x="2304654" y="891266"/>
                  <a:pt x="2301545" y="892546"/>
                </a:cubicBezTo>
                <a:cubicBezTo>
                  <a:pt x="2298436" y="893917"/>
                  <a:pt x="2295144" y="894558"/>
                  <a:pt x="2291761" y="894558"/>
                </a:cubicBezTo>
                <a:cubicBezTo>
                  <a:pt x="2288377" y="894558"/>
                  <a:pt x="2285086" y="893917"/>
                  <a:pt x="2281977" y="892546"/>
                </a:cubicBezTo>
                <a:cubicBezTo>
                  <a:pt x="2278776" y="891266"/>
                  <a:pt x="2276033" y="889437"/>
                  <a:pt x="2273656" y="887059"/>
                </a:cubicBezTo>
                <a:cubicBezTo>
                  <a:pt x="2271187" y="884682"/>
                  <a:pt x="2269358" y="881847"/>
                  <a:pt x="2268078" y="878738"/>
                </a:cubicBezTo>
                <a:cubicBezTo>
                  <a:pt x="2266798" y="875629"/>
                  <a:pt x="2266158" y="872338"/>
                  <a:pt x="2266158" y="868954"/>
                </a:cubicBezTo>
                <a:cubicBezTo>
                  <a:pt x="2266158" y="865571"/>
                  <a:pt x="2266798" y="862279"/>
                  <a:pt x="2268078" y="859170"/>
                </a:cubicBezTo>
                <a:cubicBezTo>
                  <a:pt x="2269358" y="856061"/>
                  <a:pt x="2271187" y="853227"/>
                  <a:pt x="2273656" y="850849"/>
                </a:cubicBezTo>
                <a:cubicBezTo>
                  <a:pt x="2276033" y="848472"/>
                  <a:pt x="2278776" y="846643"/>
                  <a:pt x="2281977" y="845363"/>
                </a:cubicBezTo>
                <a:cubicBezTo>
                  <a:pt x="2285086" y="843991"/>
                  <a:pt x="2288377" y="843351"/>
                  <a:pt x="2291761" y="843351"/>
                </a:cubicBezTo>
                <a:cubicBezTo>
                  <a:pt x="2295144" y="843351"/>
                  <a:pt x="2298436" y="843991"/>
                  <a:pt x="2301545" y="845363"/>
                </a:cubicBezTo>
                <a:cubicBezTo>
                  <a:pt x="2304654" y="846643"/>
                  <a:pt x="2307397" y="848472"/>
                  <a:pt x="2309866" y="850849"/>
                </a:cubicBezTo>
                <a:cubicBezTo>
                  <a:pt x="2312243" y="853227"/>
                  <a:pt x="2314072" y="856061"/>
                  <a:pt x="2315352" y="859170"/>
                </a:cubicBezTo>
                <a:cubicBezTo>
                  <a:pt x="2316724" y="862279"/>
                  <a:pt x="2317364" y="865571"/>
                  <a:pt x="2317364" y="868954"/>
                </a:cubicBezTo>
              </a:path>
              <a:path w="4768139" h="1039033">
                <a:moveTo>
                  <a:pt x="2675443" y="930402"/>
                </a:moveTo>
                <a:cubicBezTo>
                  <a:pt x="2675443" y="933785"/>
                  <a:pt x="2674803" y="937077"/>
                  <a:pt x="2673431" y="940186"/>
                </a:cubicBezTo>
                <a:cubicBezTo>
                  <a:pt x="2672151" y="943386"/>
                  <a:pt x="2670322" y="946130"/>
                  <a:pt x="2667945" y="948507"/>
                </a:cubicBezTo>
                <a:cubicBezTo>
                  <a:pt x="2665567" y="950885"/>
                  <a:pt x="2662733" y="952713"/>
                  <a:pt x="2659624" y="954085"/>
                </a:cubicBezTo>
                <a:cubicBezTo>
                  <a:pt x="2656515" y="955365"/>
                  <a:pt x="2653223" y="956005"/>
                  <a:pt x="2649840" y="956005"/>
                </a:cubicBezTo>
                <a:cubicBezTo>
                  <a:pt x="2646456" y="956005"/>
                  <a:pt x="2643165" y="955365"/>
                  <a:pt x="2640056" y="954085"/>
                </a:cubicBezTo>
                <a:cubicBezTo>
                  <a:pt x="2636855" y="952713"/>
                  <a:pt x="2634112" y="950885"/>
                  <a:pt x="2631735" y="948507"/>
                </a:cubicBezTo>
                <a:cubicBezTo>
                  <a:pt x="2629357" y="946130"/>
                  <a:pt x="2627437" y="943386"/>
                  <a:pt x="2626157" y="940186"/>
                </a:cubicBezTo>
                <a:cubicBezTo>
                  <a:pt x="2624877" y="937077"/>
                  <a:pt x="2624237" y="933785"/>
                  <a:pt x="2624237" y="930402"/>
                </a:cubicBezTo>
                <a:cubicBezTo>
                  <a:pt x="2624237" y="927019"/>
                  <a:pt x="2624877" y="923818"/>
                  <a:pt x="2626157" y="920618"/>
                </a:cubicBezTo>
                <a:cubicBezTo>
                  <a:pt x="2627437" y="917509"/>
                  <a:pt x="2629357" y="914766"/>
                  <a:pt x="2631735" y="912388"/>
                </a:cubicBezTo>
                <a:cubicBezTo>
                  <a:pt x="2634112" y="909919"/>
                  <a:pt x="2636855" y="908091"/>
                  <a:pt x="2640056" y="906810"/>
                </a:cubicBezTo>
                <a:cubicBezTo>
                  <a:pt x="2643165" y="905530"/>
                  <a:pt x="2646456" y="904890"/>
                  <a:pt x="2649840" y="904890"/>
                </a:cubicBezTo>
                <a:cubicBezTo>
                  <a:pt x="2653223" y="904890"/>
                  <a:pt x="2656515" y="905530"/>
                  <a:pt x="2659624" y="906810"/>
                </a:cubicBezTo>
                <a:cubicBezTo>
                  <a:pt x="2662733" y="908091"/>
                  <a:pt x="2665567" y="909919"/>
                  <a:pt x="2667945" y="912388"/>
                </a:cubicBezTo>
                <a:cubicBezTo>
                  <a:pt x="2670322" y="914766"/>
                  <a:pt x="2672151" y="917509"/>
                  <a:pt x="2673431" y="920618"/>
                </a:cubicBezTo>
                <a:cubicBezTo>
                  <a:pt x="2674803" y="923818"/>
                  <a:pt x="2675443" y="927019"/>
                  <a:pt x="2675443" y="930402"/>
                </a:cubicBezTo>
              </a:path>
              <a:path w="4768139" h="1039033">
                <a:moveTo>
                  <a:pt x="3023189" y="922264"/>
                </a:moveTo>
                <a:cubicBezTo>
                  <a:pt x="3023189" y="925647"/>
                  <a:pt x="3022549" y="928939"/>
                  <a:pt x="3021269" y="932048"/>
                </a:cubicBezTo>
                <a:cubicBezTo>
                  <a:pt x="3019897" y="935248"/>
                  <a:pt x="3018069" y="937992"/>
                  <a:pt x="3015691" y="940369"/>
                </a:cubicBezTo>
                <a:cubicBezTo>
                  <a:pt x="3013314" y="942746"/>
                  <a:pt x="3010479" y="944575"/>
                  <a:pt x="3007370" y="945947"/>
                </a:cubicBezTo>
                <a:cubicBezTo>
                  <a:pt x="3004261" y="947227"/>
                  <a:pt x="3000969" y="947867"/>
                  <a:pt x="2997586" y="947867"/>
                </a:cubicBezTo>
                <a:cubicBezTo>
                  <a:pt x="2994203" y="947867"/>
                  <a:pt x="2990911" y="947227"/>
                  <a:pt x="2987802" y="945947"/>
                </a:cubicBezTo>
                <a:cubicBezTo>
                  <a:pt x="2984602" y="944575"/>
                  <a:pt x="2981858" y="942746"/>
                  <a:pt x="2979481" y="940369"/>
                </a:cubicBezTo>
                <a:cubicBezTo>
                  <a:pt x="2977104" y="937992"/>
                  <a:pt x="2975183" y="935248"/>
                  <a:pt x="2973903" y="932048"/>
                </a:cubicBezTo>
                <a:cubicBezTo>
                  <a:pt x="2972623" y="928939"/>
                  <a:pt x="2971983" y="925647"/>
                  <a:pt x="2971983" y="922264"/>
                </a:cubicBezTo>
                <a:cubicBezTo>
                  <a:pt x="2971983" y="918881"/>
                  <a:pt x="2972623" y="915589"/>
                  <a:pt x="2973903" y="912480"/>
                </a:cubicBezTo>
                <a:cubicBezTo>
                  <a:pt x="2975183" y="909371"/>
                  <a:pt x="2977104" y="906628"/>
                  <a:pt x="2979481" y="904159"/>
                </a:cubicBezTo>
                <a:cubicBezTo>
                  <a:pt x="2981858" y="901781"/>
                  <a:pt x="2984602" y="899952"/>
                  <a:pt x="2987802" y="898672"/>
                </a:cubicBezTo>
                <a:cubicBezTo>
                  <a:pt x="2990911" y="897392"/>
                  <a:pt x="2994203" y="896752"/>
                  <a:pt x="2997586" y="896752"/>
                </a:cubicBezTo>
                <a:cubicBezTo>
                  <a:pt x="3000969" y="896752"/>
                  <a:pt x="3004261" y="897392"/>
                  <a:pt x="3007370" y="898672"/>
                </a:cubicBezTo>
                <a:cubicBezTo>
                  <a:pt x="3010479" y="899952"/>
                  <a:pt x="3013314" y="901781"/>
                  <a:pt x="3015691" y="904159"/>
                </a:cubicBezTo>
                <a:cubicBezTo>
                  <a:pt x="3018069" y="906628"/>
                  <a:pt x="3019897" y="909371"/>
                  <a:pt x="3021269" y="912480"/>
                </a:cubicBezTo>
                <a:cubicBezTo>
                  <a:pt x="3022549" y="915589"/>
                  <a:pt x="3023189" y="918881"/>
                  <a:pt x="3023189" y="922264"/>
                </a:cubicBezTo>
              </a:path>
              <a:path w="4768139" h="1039033">
                <a:moveTo>
                  <a:pt x="3590026" y="858347"/>
                </a:moveTo>
                <a:cubicBezTo>
                  <a:pt x="3590026" y="861731"/>
                  <a:pt x="3589386" y="865022"/>
                  <a:pt x="3588014" y="868131"/>
                </a:cubicBezTo>
                <a:cubicBezTo>
                  <a:pt x="3586734" y="871240"/>
                  <a:pt x="3584905" y="874075"/>
                  <a:pt x="3582528" y="876452"/>
                </a:cubicBezTo>
                <a:cubicBezTo>
                  <a:pt x="3580059" y="878830"/>
                  <a:pt x="3577316" y="880659"/>
                  <a:pt x="3574207" y="881939"/>
                </a:cubicBezTo>
                <a:cubicBezTo>
                  <a:pt x="3571006" y="883310"/>
                  <a:pt x="3567806" y="883950"/>
                  <a:pt x="3564423" y="883950"/>
                </a:cubicBezTo>
                <a:cubicBezTo>
                  <a:pt x="3560948" y="883950"/>
                  <a:pt x="3557748" y="883310"/>
                  <a:pt x="3554547" y="881939"/>
                </a:cubicBezTo>
                <a:cubicBezTo>
                  <a:pt x="3551438" y="880659"/>
                  <a:pt x="3548695" y="878830"/>
                  <a:pt x="3546318" y="876452"/>
                </a:cubicBezTo>
                <a:cubicBezTo>
                  <a:pt x="3543849" y="874075"/>
                  <a:pt x="3542020" y="871240"/>
                  <a:pt x="3540740" y="868131"/>
                </a:cubicBezTo>
                <a:cubicBezTo>
                  <a:pt x="3539460" y="865022"/>
                  <a:pt x="3538819" y="861731"/>
                  <a:pt x="3538819" y="858347"/>
                </a:cubicBezTo>
                <a:cubicBezTo>
                  <a:pt x="3538819" y="854964"/>
                  <a:pt x="3539460" y="851672"/>
                  <a:pt x="3540740" y="848563"/>
                </a:cubicBezTo>
                <a:cubicBezTo>
                  <a:pt x="3542020" y="845454"/>
                  <a:pt x="3543849" y="842620"/>
                  <a:pt x="3546318" y="840242"/>
                </a:cubicBezTo>
                <a:cubicBezTo>
                  <a:pt x="3548695" y="837865"/>
                  <a:pt x="3551438" y="836036"/>
                  <a:pt x="3554547" y="834756"/>
                </a:cubicBezTo>
                <a:cubicBezTo>
                  <a:pt x="3557748" y="833384"/>
                  <a:pt x="3560948" y="832744"/>
                  <a:pt x="3564423" y="832744"/>
                </a:cubicBezTo>
                <a:cubicBezTo>
                  <a:pt x="3567806" y="832744"/>
                  <a:pt x="3571006" y="833384"/>
                  <a:pt x="3574207" y="834756"/>
                </a:cubicBezTo>
                <a:cubicBezTo>
                  <a:pt x="3577316" y="836036"/>
                  <a:pt x="3580059" y="837865"/>
                  <a:pt x="3582528" y="840242"/>
                </a:cubicBezTo>
                <a:cubicBezTo>
                  <a:pt x="3584905" y="842620"/>
                  <a:pt x="3586734" y="845454"/>
                  <a:pt x="3588014" y="848563"/>
                </a:cubicBezTo>
                <a:cubicBezTo>
                  <a:pt x="3589386" y="851672"/>
                  <a:pt x="3590026" y="854964"/>
                  <a:pt x="3590026" y="858347"/>
                </a:cubicBezTo>
              </a:path>
              <a:path w="4768139" h="1039033">
                <a:moveTo>
                  <a:pt x="4066611" y="1013521"/>
                </a:moveTo>
                <a:cubicBezTo>
                  <a:pt x="4066611" y="1016904"/>
                  <a:pt x="4065971" y="1020196"/>
                  <a:pt x="4064691" y="1023305"/>
                </a:cubicBezTo>
                <a:cubicBezTo>
                  <a:pt x="4063411" y="1026414"/>
                  <a:pt x="4061490" y="1029157"/>
                  <a:pt x="4059113" y="1031626"/>
                </a:cubicBezTo>
                <a:cubicBezTo>
                  <a:pt x="4056736" y="1034004"/>
                  <a:pt x="4053992" y="1035832"/>
                  <a:pt x="4050792" y="1037112"/>
                </a:cubicBezTo>
                <a:cubicBezTo>
                  <a:pt x="4047683" y="1038393"/>
                  <a:pt x="4044391" y="1039033"/>
                  <a:pt x="4041008" y="1039033"/>
                </a:cubicBezTo>
                <a:cubicBezTo>
                  <a:pt x="4037625" y="1039033"/>
                  <a:pt x="4034333" y="1038393"/>
                  <a:pt x="4031224" y="1037112"/>
                </a:cubicBezTo>
                <a:cubicBezTo>
                  <a:pt x="4028115" y="1035832"/>
                  <a:pt x="4025280" y="1034004"/>
                  <a:pt x="4022903" y="1031626"/>
                </a:cubicBezTo>
                <a:cubicBezTo>
                  <a:pt x="4020525" y="1029157"/>
                  <a:pt x="4018697" y="1026414"/>
                  <a:pt x="4017325" y="1023305"/>
                </a:cubicBezTo>
                <a:cubicBezTo>
                  <a:pt x="4016045" y="1020196"/>
                  <a:pt x="4015405" y="1016904"/>
                  <a:pt x="4015405" y="1013521"/>
                </a:cubicBezTo>
                <a:cubicBezTo>
                  <a:pt x="4015405" y="1010138"/>
                  <a:pt x="4016045" y="1006846"/>
                  <a:pt x="4017325" y="1003737"/>
                </a:cubicBezTo>
                <a:cubicBezTo>
                  <a:pt x="4018697" y="1000536"/>
                  <a:pt x="4020525" y="997793"/>
                  <a:pt x="4022903" y="995416"/>
                </a:cubicBezTo>
                <a:cubicBezTo>
                  <a:pt x="4025280" y="993038"/>
                  <a:pt x="4028115" y="991210"/>
                  <a:pt x="4031224" y="989838"/>
                </a:cubicBezTo>
                <a:cubicBezTo>
                  <a:pt x="4034333" y="988558"/>
                  <a:pt x="4037625" y="987918"/>
                  <a:pt x="4041008" y="987918"/>
                </a:cubicBezTo>
                <a:cubicBezTo>
                  <a:pt x="4044391" y="987918"/>
                  <a:pt x="4047683" y="988558"/>
                  <a:pt x="4050792" y="989838"/>
                </a:cubicBezTo>
                <a:cubicBezTo>
                  <a:pt x="4053992" y="991210"/>
                  <a:pt x="4056736" y="993038"/>
                  <a:pt x="4059113" y="995416"/>
                </a:cubicBezTo>
                <a:cubicBezTo>
                  <a:pt x="4061490" y="997793"/>
                  <a:pt x="4063411" y="1000536"/>
                  <a:pt x="4064691" y="1003737"/>
                </a:cubicBezTo>
                <a:cubicBezTo>
                  <a:pt x="4065971" y="1006846"/>
                  <a:pt x="4066611" y="1010138"/>
                  <a:pt x="4066611" y="1013521"/>
                </a:cubicBezTo>
              </a:path>
              <a:path w="4768139" h="1039033">
                <a:moveTo>
                  <a:pt x="4409420" y="929488"/>
                </a:moveTo>
                <a:cubicBezTo>
                  <a:pt x="4409420" y="932871"/>
                  <a:pt x="4408780" y="936163"/>
                  <a:pt x="4407499" y="939272"/>
                </a:cubicBezTo>
                <a:cubicBezTo>
                  <a:pt x="4406219" y="942381"/>
                  <a:pt x="4404390" y="945124"/>
                  <a:pt x="4401922" y="947593"/>
                </a:cubicBezTo>
                <a:cubicBezTo>
                  <a:pt x="4399544" y="949970"/>
                  <a:pt x="4396801" y="951799"/>
                  <a:pt x="4393601" y="953079"/>
                </a:cubicBezTo>
                <a:cubicBezTo>
                  <a:pt x="4390492" y="954451"/>
                  <a:pt x="4387200" y="955091"/>
                  <a:pt x="4383816" y="955091"/>
                </a:cubicBezTo>
                <a:cubicBezTo>
                  <a:pt x="4380433" y="955091"/>
                  <a:pt x="4377141" y="954451"/>
                  <a:pt x="4374032" y="953079"/>
                </a:cubicBezTo>
                <a:cubicBezTo>
                  <a:pt x="4370923" y="951799"/>
                  <a:pt x="4368180" y="949970"/>
                  <a:pt x="4365711" y="947593"/>
                </a:cubicBezTo>
                <a:cubicBezTo>
                  <a:pt x="4363334" y="945124"/>
                  <a:pt x="4361505" y="942381"/>
                  <a:pt x="4360225" y="939272"/>
                </a:cubicBezTo>
                <a:cubicBezTo>
                  <a:pt x="4358853" y="936163"/>
                  <a:pt x="4358213" y="932871"/>
                  <a:pt x="4358213" y="929488"/>
                </a:cubicBezTo>
                <a:cubicBezTo>
                  <a:pt x="4358213" y="926104"/>
                  <a:pt x="4358853" y="922812"/>
                  <a:pt x="4360225" y="919704"/>
                </a:cubicBezTo>
                <a:cubicBezTo>
                  <a:pt x="4361505" y="916595"/>
                  <a:pt x="4363334" y="913760"/>
                  <a:pt x="4365711" y="911382"/>
                </a:cubicBezTo>
                <a:cubicBezTo>
                  <a:pt x="4368180" y="909005"/>
                  <a:pt x="4370923" y="907176"/>
                  <a:pt x="4374032" y="905896"/>
                </a:cubicBezTo>
                <a:cubicBezTo>
                  <a:pt x="4377141" y="904524"/>
                  <a:pt x="4380433" y="903884"/>
                  <a:pt x="4383816" y="903884"/>
                </a:cubicBezTo>
                <a:cubicBezTo>
                  <a:pt x="4387200" y="903884"/>
                  <a:pt x="4390492" y="904524"/>
                  <a:pt x="4393601" y="905896"/>
                </a:cubicBezTo>
                <a:cubicBezTo>
                  <a:pt x="4396801" y="907176"/>
                  <a:pt x="4399544" y="909005"/>
                  <a:pt x="4401922" y="911382"/>
                </a:cubicBezTo>
                <a:cubicBezTo>
                  <a:pt x="4404390" y="913760"/>
                  <a:pt x="4406219" y="916595"/>
                  <a:pt x="4407499" y="919704"/>
                </a:cubicBezTo>
                <a:cubicBezTo>
                  <a:pt x="4408780" y="922812"/>
                  <a:pt x="4409420" y="926104"/>
                  <a:pt x="4409420" y="929488"/>
                </a:cubicBezTo>
              </a:path>
              <a:path w="4768139" h="1039033">
                <a:moveTo>
                  <a:pt x="4768139" y="974750"/>
                </a:moveTo>
                <a:cubicBezTo>
                  <a:pt x="4768139" y="978134"/>
                  <a:pt x="4767407" y="981426"/>
                  <a:pt x="4766127" y="984534"/>
                </a:cubicBezTo>
                <a:cubicBezTo>
                  <a:pt x="4764847" y="987643"/>
                  <a:pt x="4763018" y="990478"/>
                  <a:pt x="4760641" y="992856"/>
                </a:cubicBezTo>
                <a:cubicBezTo>
                  <a:pt x="4758172" y="995233"/>
                  <a:pt x="4755429" y="997062"/>
                  <a:pt x="4752320" y="998342"/>
                </a:cubicBezTo>
                <a:cubicBezTo>
                  <a:pt x="4749119" y="999714"/>
                  <a:pt x="4745919" y="1000354"/>
                  <a:pt x="4742536" y="1000354"/>
                </a:cubicBezTo>
                <a:cubicBezTo>
                  <a:pt x="4739061" y="1000354"/>
                  <a:pt x="4735860" y="999714"/>
                  <a:pt x="4732660" y="998342"/>
                </a:cubicBezTo>
                <a:cubicBezTo>
                  <a:pt x="4729551" y="997062"/>
                  <a:pt x="4726808" y="995233"/>
                  <a:pt x="4724430" y="992856"/>
                </a:cubicBezTo>
                <a:cubicBezTo>
                  <a:pt x="4721962" y="990478"/>
                  <a:pt x="4720133" y="987643"/>
                  <a:pt x="4718853" y="984534"/>
                </a:cubicBezTo>
                <a:cubicBezTo>
                  <a:pt x="4717572" y="981426"/>
                  <a:pt x="4716932" y="978134"/>
                  <a:pt x="4716932" y="974750"/>
                </a:cubicBezTo>
                <a:cubicBezTo>
                  <a:pt x="4716932" y="971367"/>
                  <a:pt x="4717572" y="968075"/>
                  <a:pt x="4718853" y="964966"/>
                </a:cubicBezTo>
                <a:cubicBezTo>
                  <a:pt x="4720133" y="961857"/>
                  <a:pt x="4721962" y="959114"/>
                  <a:pt x="4724430" y="956645"/>
                </a:cubicBezTo>
                <a:cubicBezTo>
                  <a:pt x="4726808" y="954268"/>
                  <a:pt x="4729551" y="952439"/>
                  <a:pt x="4732660" y="951159"/>
                </a:cubicBezTo>
                <a:cubicBezTo>
                  <a:pt x="4735860" y="949787"/>
                  <a:pt x="4739061" y="949147"/>
                  <a:pt x="4742536" y="949147"/>
                </a:cubicBezTo>
                <a:cubicBezTo>
                  <a:pt x="4745919" y="949147"/>
                  <a:pt x="4749119" y="949787"/>
                  <a:pt x="4752320" y="951159"/>
                </a:cubicBezTo>
                <a:cubicBezTo>
                  <a:pt x="4755429" y="952439"/>
                  <a:pt x="4758172" y="954268"/>
                  <a:pt x="4760641" y="956645"/>
                </a:cubicBezTo>
                <a:cubicBezTo>
                  <a:pt x="4763018" y="959114"/>
                  <a:pt x="4764847" y="961857"/>
                  <a:pt x="4766127" y="964966"/>
                </a:cubicBezTo>
                <a:cubicBezTo>
                  <a:pt x="4767407" y="968075"/>
                  <a:pt x="4768139" y="971367"/>
                  <a:pt x="4768139" y="974750"/>
                </a:cubicBezTo>
              </a:path>
              <a:path w="4768139" h="1039033">
                <a:moveTo>
                  <a:pt x="51206" y="583844"/>
                </a:moveTo>
                <a:cubicBezTo>
                  <a:pt x="51206" y="587228"/>
                  <a:pt x="50566" y="590520"/>
                  <a:pt x="49286" y="593628"/>
                </a:cubicBezTo>
                <a:cubicBezTo>
                  <a:pt x="48006" y="596737"/>
                  <a:pt x="46086" y="599572"/>
                  <a:pt x="43708" y="601950"/>
                </a:cubicBezTo>
                <a:cubicBezTo>
                  <a:pt x="41331" y="604327"/>
                  <a:pt x="38496" y="606156"/>
                  <a:pt x="35387" y="607436"/>
                </a:cubicBezTo>
                <a:cubicBezTo>
                  <a:pt x="32278" y="608808"/>
                  <a:pt x="28986" y="609448"/>
                  <a:pt x="25603" y="609448"/>
                </a:cubicBezTo>
                <a:cubicBezTo>
                  <a:pt x="22220" y="609448"/>
                  <a:pt x="18928" y="608808"/>
                  <a:pt x="15819" y="607436"/>
                </a:cubicBezTo>
                <a:cubicBezTo>
                  <a:pt x="12710" y="606156"/>
                  <a:pt x="9876" y="604327"/>
                  <a:pt x="7498" y="601950"/>
                </a:cubicBezTo>
                <a:cubicBezTo>
                  <a:pt x="5121" y="599572"/>
                  <a:pt x="3292" y="596737"/>
                  <a:pt x="1920" y="593628"/>
                </a:cubicBezTo>
                <a:cubicBezTo>
                  <a:pt x="640" y="590520"/>
                  <a:pt x="0" y="587228"/>
                  <a:pt x="0" y="583844"/>
                </a:cubicBezTo>
                <a:cubicBezTo>
                  <a:pt x="0" y="580461"/>
                  <a:pt x="640" y="577169"/>
                  <a:pt x="1920" y="574060"/>
                </a:cubicBezTo>
                <a:cubicBezTo>
                  <a:pt x="3292" y="570951"/>
                  <a:pt x="5121" y="568208"/>
                  <a:pt x="7498" y="565739"/>
                </a:cubicBezTo>
                <a:cubicBezTo>
                  <a:pt x="9876" y="563362"/>
                  <a:pt x="12710" y="561533"/>
                  <a:pt x="15819" y="560253"/>
                </a:cubicBezTo>
                <a:cubicBezTo>
                  <a:pt x="18928" y="558881"/>
                  <a:pt x="22220" y="558241"/>
                  <a:pt x="25603" y="558241"/>
                </a:cubicBezTo>
                <a:cubicBezTo>
                  <a:pt x="28986" y="558241"/>
                  <a:pt x="32278" y="558881"/>
                  <a:pt x="35387" y="560253"/>
                </a:cubicBezTo>
                <a:cubicBezTo>
                  <a:pt x="38496" y="561533"/>
                  <a:pt x="41331" y="563362"/>
                  <a:pt x="43708" y="565739"/>
                </a:cubicBezTo>
                <a:cubicBezTo>
                  <a:pt x="46086" y="568208"/>
                  <a:pt x="48006" y="570951"/>
                  <a:pt x="49286" y="574060"/>
                </a:cubicBezTo>
                <a:cubicBezTo>
                  <a:pt x="50566" y="577169"/>
                  <a:pt x="51206" y="580461"/>
                  <a:pt x="51206" y="583844"/>
                </a:cubicBezTo>
              </a:path>
              <a:path w="4768139" h="1039033">
                <a:moveTo>
                  <a:pt x="465612" y="447233"/>
                </a:moveTo>
                <a:cubicBezTo>
                  <a:pt x="465612" y="450616"/>
                  <a:pt x="464972" y="453908"/>
                  <a:pt x="463692" y="457017"/>
                </a:cubicBezTo>
                <a:cubicBezTo>
                  <a:pt x="462412" y="460218"/>
                  <a:pt x="460492" y="462961"/>
                  <a:pt x="458114" y="465338"/>
                </a:cubicBezTo>
                <a:cubicBezTo>
                  <a:pt x="455737" y="467716"/>
                  <a:pt x="452994" y="469636"/>
                  <a:pt x="449793" y="470916"/>
                </a:cubicBezTo>
                <a:cubicBezTo>
                  <a:pt x="446684" y="472196"/>
                  <a:pt x="443393" y="472836"/>
                  <a:pt x="440009" y="472836"/>
                </a:cubicBezTo>
                <a:cubicBezTo>
                  <a:pt x="436626" y="472836"/>
                  <a:pt x="433334" y="472196"/>
                  <a:pt x="430225" y="470916"/>
                </a:cubicBezTo>
                <a:cubicBezTo>
                  <a:pt x="427116" y="469636"/>
                  <a:pt x="424282" y="467716"/>
                  <a:pt x="421904" y="465338"/>
                </a:cubicBezTo>
                <a:cubicBezTo>
                  <a:pt x="419527" y="462961"/>
                  <a:pt x="417698" y="460218"/>
                  <a:pt x="416326" y="457017"/>
                </a:cubicBezTo>
                <a:cubicBezTo>
                  <a:pt x="415046" y="453908"/>
                  <a:pt x="414406" y="450616"/>
                  <a:pt x="414406" y="447233"/>
                </a:cubicBezTo>
                <a:cubicBezTo>
                  <a:pt x="414406" y="443850"/>
                  <a:pt x="415046" y="440649"/>
                  <a:pt x="416326" y="437449"/>
                </a:cubicBezTo>
                <a:cubicBezTo>
                  <a:pt x="417698" y="434340"/>
                  <a:pt x="419527" y="431597"/>
                  <a:pt x="421904" y="429219"/>
                </a:cubicBezTo>
                <a:cubicBezTo>
                  <a:pt x="424282" y="426750"/>
                  <a:pt x="427116" y="424922"/>
                  <a:pt x="430225" y="423642"/>
                </a:cubicBezTo>
                <a:cubicBezTo>
                  <a:pt x="433334" y="422361"/>
                  <a:pt x="436626" y="421721"/>
                  <a:pt x="440009" y="421721"/>
                </a:cubicBezTo>
                <a:cubicBezTo>
                  <a:pt x="443393" y="421721"/>
                  <a:pt x="446684" y="422361"/>
                  <a:pt x="449793" y="423642"/>
                </a:cubicBezTo>
                <a:cubicBezTo>
                  <a:pt x="452994" y="424922"/>
                  <a:pt x="455737" y="426750"/>
                  <a:pt x="458114" y="429219"/>
                </a:cubicBezTo>
                <a:cubicBezTo>
                  <a:pt x="460492" y="431597"/>
                  <a:pt x="462412" y="434340"/>
                  <a:pt x="463692" y="437449"/>
                </a:cubicBezTo>
                <a:cubicBezTo>
                  <a:pt x="464972" y="440649"/>
                  <a:pt x="465612" y="443850"/>
                  <a:pt x="465612" y="447233"/>
                </a:cubicBezTo>
              </a:path>
              <a:path w="4768139" h="1039033">
                <a:moveTo>
                  <a:pt x="835853" y="539587"/>
                </a:moveTo>
                <a:cubicBezTo>
                  <a:pt x="835853" y="542971"/>
                  <a:pt x="835213" y="546263"/>
                  <a:pt x="833933" y="549372"/>
                </a:cubicBezTo>
                <a:cubicBezTo>
                  <a:pt x="832653" y="552572"/>
                  <a:pt x="830732" y="555315"/>
                  <a:pt x="828355" y="557693"/>
                </a:cubicBezTo>
                <a:cubicBezTo>
                  <a:pt x="825978" y="560070"/>
                  <a:pt x="823143" y="561990"/>
                  <a:pt x="820034" y="563270"/>
                </a:cubicBezTo>
                <a:cubicBezTo>
                  <a:pt x="816925" y="564551"/>
                  <a:pt x="813633" y="565191"/>
                  <a:pt x="810250" y="565191"/>
                </a:cubicBezTo>
                <a:cubicBezTo>
                  <a:pt x="806867" y="565191"/>
                  <a:pt x="803575" y="564551"/>
                  <a:pt x="800466" y="563270"/>
                </a:cubicBezTo>
                <a:cubicBezTo>
                  <a:pt x="797357" y="561990"/>
                  <a:pt x="794522" y="560070"/>
                  <a:pt x="792145" y="557693"/>
                </a:cubicBezTo>
                <a:cubicBezTo>
                  <a:pt x="789767" y="555315"/>
                  <a:pt x="787938" y="552572"/>
                  <a:pt x="786567" y="549372"/>
                </a:cubicBezTo>
                <a:cubicBezTo>
                  <a:pt x="785287" y="546263"/>
                  <a:pt x="784647" y="542971"/>
                  <a:pt x="784647" y="539587"/>
                </a:cubicBezTo>
                <a:cubicBezTo>
                  <a:pt x="784647" y="536204"/>
                  <a:pt x="785287" y="533004"/>
                  <a:pt x="786567" y="529803"/>
                </a:cubicBezTo>
                <a:cubicBezTo>
                  <a:pt x="787938" y="526694"/>
                  <a:pt x="789767" y="523951"/>
                  <a:pt x="792145" y="521574"/>
                </a:cubicBezTo>
                <a:cubicBezTo>
                  <a:pt x="794522" y="519105"/>
                  <a:pt x="797357" y="517276"/>
                  <a:pt x="800466" y="515996"/>
                </a:cubicBezTo>
                <a:cubicBezTo>
                  <a:pt x="803575" y="514716"/>
                  <a:pt x="806867" y="514076"/>
                  <a:pt x="810250" y="514076"/>
                </a:cubicBezTo>
                <a:cubicBezTo>
                  <a:pt x="813633" y="514076"/>
                  <a:pt x="816925" y="514716"/>
                  <a:pt x="820034" y="515996"/>
                </a:cubicBezTo>
                <a:cubicBezTo>
                  <a:pt x="823143" y="517276"/>
                  <a:pt x="825978" y="519105"/>
                  <a:pt x="828355" y="521574"/>
                </a:cubicBezTo>
                <a:cubicBezTo>
                  <a:pt x="830732" y="523951"/>
                  <a:pt x="832653" y="526694"/>
                  <a:pt x="833933" y="529803"/>
                </a:cubicBezTo>
                <a:cubicBezTo>
                  <a:pt x="835213" y="533004"/>
                  <a:pt x="835853" y="536204"/>
                  <a:pt x="835853" y="539587"/>
                </a:cubicBezTo>
              </a:path>
              <a:path w="4768139" h="1039033">
                <a:moveTo>
                  <a:pt x="1376995" y="444581"/>
                </a:moveTo>
                <a:cubicBezTo>
                  <a:pt x="1376995" y="447965"/>
                  <a:pt x="1376355" y="451256"/>
                  <a:pt x="1374983" y="454365"/>
                </a:cubicBezTo>
                <a:cubicBezTo>
                  <a:pt x="1373703" y="457566"/>
                  <a:pt x="1371874" y="460309"/>
                  <a:pt x="1369497" y="462686"/>
                </a:cubicBezTo>
                <a:cubicBezTo>
                  <a:pt x="1367028" y="465064"/>
                  <a:pt x="1364285" y="466984"/>
                  <a:pt x="1361176" y="468264"/>
                </a:cubicBezTo>
                <a:cubicBezTo>
                  <a:pt x="1358067" y="469544"/>
                  <a:pt x="1354775" y="470184"/>
                  <a:pt x="1351392" y="470184"/>
                </a:cubicBezTo>
                <a:cubicBezTo>
                  <a:pt x="1348008" y="470184"/>
                  <a:pt x="1344717" y="469544"/>
                  <a:pt x="1341608" y="468264"/>
                </a:cubicBezTo>
                <a:cubicBezTo>
                  <a:pt x="1338407" y="466984"/>
                  <a:pt x="1335664" y="465064"/>
                  <a:pt x="1333287" y="462686"/>
                </a:cubicBezTo>
                <a:cubicBezTo>
                  <a:pt x="1330818" y="460309"/>
                  <a:pt x="1328989" y="457566"/>
                  <a:pt x="1327709" y="454365"/>
                </a:cubicBezTo>
                <a:cubicBezTo>
                  <a:pt x="1326429" y="451256"/>
                  <a:pt x="1325789" y="447965"/>
                  <a:pt x="1325789" y="444581"/>
                </a:cubicBezTo>
                <a:cubicBezTo>
                  <a:pt x="1325789" y="441198"/>
                  <a:pt x="1326429" y="437998"/>
                  <a:pt x="1327709" y="434797"/>
                </a:cubicBezTo>
                <a:cubicBezTo>
                  <a:pt x="1328989" y="431688"/>
                  <a:pt x="1330818" y="428945"/>
                  <a:pt x="1333287" y="426568"/>
                </a:cubicBezTo>
                <a:cubicBezTo>
                  <a:pt x="1335664" y="424099"/>
                  <a:pt x="1338407" y="422270"/>
                  <a:pt x="1341608" y="420990"/>
                </a:cubicBezTo>
                <a:cubicBezTo>
                  <a:pt x="1344717" y="419710"/>
                  <a:pt x="1348008" y="419070"/>
                  <a:pt x="1351392" y="419070"/>
                </a:cubicBezTo>
                <a:cubicBezTo>
                  <a:pt x="1354775" y="419070"/>
                  <a:pt x="1358067" y="419710"/>
                  <a:pt x="1361176" y="420990"/>
                </a:cubicBezTo>
                <a:cubicBezTo>
                  <a:pt x="1364285" y="422270"/>
                  <a:pt x="1367028" y="424099"/>
                  <a:pt x="1369497" y="426568"/>
                </a:cubicBezTo>
                <a:cubicBezTo>
                  <a:pt x="1371874" y="428945"/>
                  <a:pt x="1373703" y="431688"/>
                  <a:pt x="1374983" y="434797"/>
                </a:cubicBezTo>
                <a:cubicBezTo>
                  <a:pt x="1376355" y="437998"/>
                  <a:pt x="1376995" y="441198"/>
                  <a:pt x="1376995" y="444581"/>
                </a:cubicBezTo>
              </a:path>
              <a:path w="4768139" h="1039033">
                <a:moveTo>
                  <a:pt x="1874429" y="448879"/>
                </a:moveTo>
                <a:cubicBezTo>
                  <a:pt x="1874429" y="452262"/>
                  <a:pt x="1873788" y="455554"/>
                  <a:pt x="1872508" y="458663"/>
                </a:cubicBezTo>
                <a:cubicBezTo>
                  <a:pt x="1871228" y="461772"/>
                  <a:pt x="1869399" y="464607"/>
                  <a:pt x="1866930" y="466984"/>
                </a:cubicBezTo>
                <a:cubicBezTo>
                  <a:pt x="1864553" y="469362"/>
                  <a:pt x="1861810" y="471190"/>
                  <a:pt x="1858701" y="472470"/>
                </a:cubicBezTo>
                <a:cubicBezTo>
                  <a:pt x="1855500" y="473842"/>
                  <a:pt x="1852300" y="474482"/>
                  <a:pt x="1848825" y="474482"/>
                </a:cubicBezTo>
                <a:cubicBezTo>
                  <a:pt x="1845442" y="474482"/>
                  <a:pt x="1842242" y="473842"/>
                  <a:pt x="1839041" y="472470"/>
                </a:cubicBezTo>
                <a:cubicBezTo>
                  <a:pt x="1835932" y="471190"/>
                  <a:pt x="1833189" y="469362"/>
                  <a:pt x="1830720" y="466984"/>
                </a:cubicBezTo>
                <a:cubicBezTo>
                  <a:pt x="1828343" y="464607"/>
                  <a:pt x="1826514" y="461772"/>
                  <a:pt x="1825234" y="458663"/>
                </a:cubicBezTo>
                <a:cubicBezTo>
                  <a:pt x="1823862" y="455554"/>
                  <a:pt x="1823222" y="452262"/>
                  <a:pt x="1823222" y="448879"/>
                </a:cubicBezTo>
                <a:cubicBezTo>
                  <a:pt x="1823222" y="445496"/>
                  <a:pt x="1823862" y="442204"/>
                  <a:pt x="1825234" y="439095"/>
                </a:cubicBezTo>
                <a:cubicBezTo>
                  <a:pt x="1826514" y="435986"/>
                  <a:pt x="1828343" y="433151"/>
                  <a:pt x="1830720" y="430774"/>
                </a:cubicBezTo>
                <a:cubicBezTo>
                  <a:pt x="1833189" y="428396"/>
                  <a:pt x="1835932" y="426568"/>
                  <a:pt x="1839041" y="425287"/>
                </a:cubicBezTo>
                <a:cubicBezTo>
                  <a:pt x="1842242" y="423916"/>
                  <a:pt x="1845442" y="423276"/>
                  <a:pt x="1848825" y="423276"/>
                </a:cubicBezTo>
                <a:cubicBezTo>
                  <a:pt x="1852300" y="423276"/>
                  <a:pt x="1855500" y="423916"/>
                  <a:pt x="1858701" y="425287"/>
                </a:cubicBezTo>
                <a:cubicBezTo>
                  <a:pt x="1861810" y="426568"/>
                  <a:pt x="1864553" y="428396"/>
                  <a:pt x="1866930" y="430774"/>
                </a:cubicBezTo>
                <a:cubicBezTo>
                  <a:pt x="1869399" y="433151"/>
                  <a:pt x="1871228" y="435986"/>
                  <a:pt x="1872508" y="439095"/>
                </a:cubicBezTo>
                <a:cubicBezTo>
                  <a:pt x="1873788" y="442204"/>
                  <a:pt x="1874429" y="445496"/>
                  <a:pt x="1874429" y="448879"/>
                </a:cubicBezTo>
              </a:path>
              <a:path w="4768139" h="1039033">
                <a:moveTo>
                  <a:pt x="2194286" y="547086"/>
                </a:moveTo>
                <a:cubicBezTo>
                  <a:pt x="2194286" y="550469"/>
                  <a:pt x="2193554" y="553761"/>
                  <a:pt x="2192274" y="556870"/>
                </a:cubicBezTo>
                <a:cubicBezTo>
                  <a:pt x="2190994" y="559979"/>
                  <a:pt x="2189165" y="562813"/>
                  <a:pt x="2186788" y="565191"/>
                </a:cubicBezTo>
                <a:cubicBezTo>
                  <a:pt x="2184319" y="567568"/>
                  <a:pt x="2181576" y="569397"/>
                  <a:pt x="2178467" y="570768"/>
                </a:cubicBezTo>
                <a:cubicBezTo>
                  <a:pt x="2175266" y="572049"/>
                  <a:pt x="2172066" y="572689"/>
                  <a:pt x="2168682" y="572689"/>
                </a:cubicBezTo>
                <a:cubicBezTo>
                  <a:pt x="2165208" y="572689"/>
                  <a:pt x="2162007" y="572049"/>
                  <a:pt x="2158807" y="570768"/>
                </a:cubicBezTo>
                <a:cubicBezTo>
                  <a:pt x="2155698" y="569397"/>
                  <a:pt x="2152955" y="567568"/>
                  <a:pt x="2150577" y="565191"/>
                </a:cubicBezTo>
                <a:cubicBezTo>
                  <a:pt x="2148108" y="562813"/>
                  <a:pt x="2146280" y="559979"/>
                  <a:pt x="2145000" y="556870"/>
                </a:cubicBezTo>
                <a:cubicBezTo>
                  <a:pt x="2143719" y="553761"/>
                  <a:pt x="2142988" y="550469"/>
                  <a:pt x="2142988" y="547086"/>
                </a:cubicBezTo>
                <a:cubicBezTo>
                  <a:pt x="2142988" y="543702"/>
                  <a:pt x="2143719" y="540410"/>
                  <a:pt x="2145000" y="537301"/>
                </a:cubicBezTo>
                <a:cubicBezTo>
                  <a:pt x="2146280" y="534192"/>
                  <a:pt x="2148108" y="531449"/>
                  <a:pt x="2150577" y="528980"/>
                </a:cubicBezTo>
                <a:cubicBezTo>
                  <a:pt x="2152955" y="526603"/>
                  <a:pt x="2155698" y="524774"/>
                  <a:pt x="2158807" y="523494"/>
                </a:cubicBezTo>
                <a:cubicBezTo>
                  <a:pt x="2162007" y="522214"/>
                  <a:pt x="2165208" y="521482"/>
                  <a:pt x="2168682" y="521482"/>
                </a:cubicBezTo>
                <a:cubicBezTo>
                  <a:pt x="2172066" y="521482"/>
                  <a:pt x="2175266" y="522214"/>
                  <a:pt x="2178467" y="523494"/>
                </a:cubicBezTo>
                <a:cubicBezTo>
                  <a:pt x="2181576" y="524774"/>
                  <a:pt x="2184319" y="526603"/>
                  <a:pt x="2186788" y="528980"/>
                </a:cubicBezTo>
                <a:cubicBezTo>
                  <a:pt x="2189165" y="531449"/>
                  <a:pt x="2190994" y="534192"/>
                  <a:pt x="2192274" y="537301"/>
                </a:cubicBezTo>
                <a:cubicBezTo>
                  <a:pt x="2193554" y="540410"/>
                  <a:pt x="2194286" y="543702"/>
                  <a:pt x="2194286" y="547086"/>
                </a:cubicBezTo>
              </a:path>
              <a:path w="4768139" h="1039033">
                <a:moveTo>
                  <a:pt x="2650206" y="444398"/>
                </a:moveTo>
                <a:cubicBezTo>
                  <a:pt x="2650206" y="447782"/>
                  <a:pt x="2649565" y="451074"/>
                  <a:pt x="2648285" y="454182"/>
                </a:cubicBezTo>
                <a:cubicBezTo>
                  <a:pt x="2646914" y="457383"/>
                  <a:pt x="2645085" y="460126"/>
                  <a:pt x="2642707" y="462504"/>
                </a:cubicBezTo>
                <a:cubicBezTo>
                  <a:pt x="2640330" y="464881"/>
                  <a:pt x="2637495" y="466710"/>
                  <a:pt x="2634386" y="468081"/>
                </a:cubicBezTo>
                <a:cubicBezTo>
                  <a:pt x="2631277" y="469362"/>
                  <a:pt x="2627986" y="470002"/>
                  <a:pt x="2624602" y="470002"/>
                </a:cubicBezTo>
                <a:cubicBezTo>
                  <a:pt x="2621219" y="470002"/>
                  <a:pt x="2617927" y="469362"/>
                  <a:pt x="2614818" y="468081"/>
                </a:cubicBezTo>
                <a:cubicBezTo>
                  <a:pt x="2611618" y="466710"/>
                  <a:pt x="2608875" y="464881"/>
                  <a:pt x="2606497" y="462504"/>
                </a:cubicBezTo>
                <a:cubicBezTo>
                  <a:pt x="2604120" y="460126"/>
                  <a:pt x="2602200" y="457383"/>
                  <a:pt x="2600919" y="454182"/>
                </a:cubicBezTo>
                <a:cubicBezTo>
                  <a:pt x="2599639" y="451074"/>
                  <a:pt x="2598999" y="447782"/>
                  <a:pt x="2598999" y="444398"/>
                </a:cubicBezTo>
                <a:cubicBezTo>
                  <a:pt x="2598999" y="441015"/>
                  <a:pt x="2599639" y="437815"/>
                  <a:pt x="2600919" y="434614"/>
                </a:cubicBezTo>
                <a:cubicBezTo>
                  <a:pt x="2602200" y="431505"/>
                  <a:pt x="2604120" y="428762"/>
                  <a:pt x="2606497" y="426385"/>
                </a:cubicBezTo>
                <a:cubicBezTo>
                  <a:pt x="2608875" y="423916"/>
                  <a:pt x="2611618" y="422087"/>
                  <a:pt x="2614818" y="420807"/>
                </a:cubicBezTo>
                <a:cubicBezTo>
                  <a:pt x="2617927" y="419527"/>
                  <a:pt x="2621219" y="418887"/>
                  <a:pt x="2624602" y="418887"/>
                </a:cubicBezTo>
                <a:cubicBezTo>
                  <a:pt x="2627986" y="418887"/>
                  <a:pt x="2631277" y="419527"/>
                  <a:pt x="2634386" y="420807"/>
                </a:cubicBezTo>
                <a:cubicBezTo>
                  <a:pt x="2637495" y="422087"/>
                  <a:pt x="2640330" y="423916"/>
                  <a:pt x="2642707" y="426385"/>
                </a:cubicBezTo>
                <a:cubicBezTo>
                  <a:pt x="2645085" y="428762"/>
                  <a:pt x="2646914" y="431505"/>
                  <a:pt x="2648285" y="434614"/>
                </a:cubicBezTo>
                <a:cubicBezTo>
                  <a:pt x="2649565" y="437815"/>
                  <a:pt x="2650206" y="441015"/>
                  <a:pt x="2650206" y="444398"/>
                </a:cubicBezTo>
              </a:path>
              <a:path w="4768139" h="1039033">
                <a:moveTo>
                  <a:pt x="3219785" y="604967"/>
                </a:moveTo>
                <a:cubicBezTo>
                  <a:pt x="3219785" y="608350"/>
                  <a:pt x="3219145" y="611642"/>
                  <a:pt x="3217774" y="614751"/>
                </a:cubicBezTo>
                <a:cubicBezTo>
                  <a:pt x="3216493" y="617860"/>
                  <a:pt x="3214665" y="620695"/>
                  <a:pt x="3212287" y="623072"/>
                </a:cubicBezTo>
                <a:cubicBezTo>
                  <a:pt x="3209910" y="625450"/>
                  <a:pt x="3207075" y="627278"/>
                  <a:pt x="3203966" y="628559"/>
                </a:cubicBezTo>
                <a:cubicBezTo>
                  <a:pt x="3200857" y="629930"/>
                  <a:pt x="3197565" y="630570"/>
                  <a:pt x="3194182" y="630570"/>
                </a:cubicBezTo>
                <a:cubicBezTo>
                  <a:pt x="3190799" y="630570"/>
                  <a:pt x="3187507" y="629930"/>
                  <a:pt x="3184398" y="628559"/>
                </a:cubicBezTo>
                <a:cubicBezTo>
                  <a:pt x="3181198" y="627278"/>
                  <a:pt x="3178454" y="625450"/>
                  <a:pt x="3176077" y="623072"/>
                </a:cubicBezTo>
                <a:cubicBezTo>
                  <a:pt x="3173700" y="620695"/>
                  <a:pt x="3171779" y="617860"/>
                  <a:pt x="3170499" y="614751"/>
                </a:cubicBezTo>
                <a:cubicBezTo>
                  <a:pt x="3169219" y="611642"/>
                  <a:pt x="3168579" y="608350"/>
                  <a:pt x="3168579" y="604967"/>
                </a:cubicBezTo>
                <a:cubicBezTo>
                  <a:pt x="3168579" y="601584"/>
                  <a:pt x="3169219" y="598292"/>
                  <a:pt x="3170499" y="595183"/>
                </a:cubicBezTo>
                <a:cubicBezTo>
                  <a:pt x="3171779" y="592074"/>
                  <a:pt x="3173700" y="589331"/>
                  <a:pt x="3176077" y="586862"/>
                </a:cubicBezTo>
                <a:cubicBezTo>
                  <a:pt x="3178454" y="584484"/>
                  <a:pt x="3181198" y="582656"/>
                  <a:pt x="3184398" y="581376"/>
                </a:cubicBezTo>
                <a:cubicBezTo>
                  <a:pt x="3187507" y="580004"/>
                  <a:pt x="3190799" y="579364"/>
                  <a:pt x="3194182" y="579364"/>
                </a:cubicBezTo>
                <a:cubicBezTo>
                  <a:pt x="3197565" y="579364"/>
                  <a:pt x="3200857" y="580004"/>
                  <a:pt x="3203966" y="581376"/>
                </a:cubicBezTo>
                <a:cubicBezTo>
                  <a:pt x="3207075" y="582656"/>
                  <a:pt x="3209910" y="584484"/>
                  <a:pt x="3212287" y="586862"/>
                </a:cubicBezTo>
                <a:cubicBezTo>
                  <a:pt x="3214665" y="589331"/>
                  <a:pt x="3216493" y="592074"/>
                  <a:pt x="3217774" y="595183"/>
                </a:cubicBezTo>
                <a:cubicBezTo>
                  <a:pt x="3219145" y="598292"/>
                  <a:pt x="3219785" y="601584"/>
                  <a:pt x="3219785" y="604967"/>
                </a:cubicBezTo>
              </a:path>
              <a:path w="4768139" h="1039033">
                <a:moveTo>
                  <a:pt x="3486790" y="587228"/>
                </a:moveTo>
                <a:cubicBezTo>
                  <a:pt x="3486790" y="590611"/>
                  <a:pt x="3486150" y="593903"/>
                  <a:pt x="3484870" y="597012"/>
                </a:cubicBezTo>
                <a:cubicBezTo>
                  <a:pt x="3483590" y="600212"/>
                  <a:pt x="3481761" y="602955"/>
                  <a:pt x="3479292" y="605333"/>
                </a:cubicBezTo>
                <a:cubicBezTo>
                  <a:pt x="3476915" y="607710"/>
                  <a:pt x="3474171" y="609630"/>
                  <a:pt x="3470971" y="610911"/>
                </a:cubicBezTo>
                <a:cubicBezTo>
                  <a:pt x="3467862" y="612191"/>
                  <a:pt x="3464570" y="612831"/>
                  <a:pt x="3461187" y="612831"/>
                </a:cubicBezTo>
                <a:cubicBezTo>
                  <a:pt x="3457804" y="612831"/>
                  <a:pt x="3454512" y="612191"/>
                  <a:pt x="3451403" y="610911"/>
                </a:cubicBezTo>
                <a:cubicBezTo>
                  <a:pt x="3448294" y="609630"/>
                  <a:pt x="3445551" y="607710"/>
                  <a:pt x="3443082" y="605333"/>
                </a:cubicBezTo>
                <a:cubicBezTo>
                  <a:pt x="3440704" y="602955"/>
                  <a:pt x="3438876" y="600212"/>
                  <a:pt x="3437595" y="597012"/>
                </a:cubicBezTo>
                <a:cubicBezTo>
                  <a:pt x="3436224" y="593903"/>
                  <a:pt x="3435584" y="590611"/>
                  <a:pt x="3435584" y="587228"/>
                </a:cubicBezTo>
                <a:cubicBezTo>
                  <a:pt x="3435584" y="583844"/>
                  <a:pt x="3436224" y="580644"/>
                  <a:pt x="3437595" y="577444"/>
                </a:cubicBezTo>
                <a:cubicBezTo>
                  <a:pt x="3438876" y="574335"/>
                  <a:pt x="3440704" y="571591"/>
                  <a:pt x="3443082" y="569214"/>
                </a:cubicBezTo>
                <a:cubicBezTo>
                  <a:pt x="3445551" y="566745"/>
                  <a:pt x="3448294" y="564916"/>
                  <a:pt x="3451403" y="563636"/>
                </a:cubicBezTo>
                <a:cubicBezTo>
                  <a:pt x="3454512" y="562356"/>
                  <a:pt x="3457804" y="561716"/>
                  <a:pt x="3461187" y="561716"/>
                </a:cubicBezTo>
                <a:cubicBezTo>
                  <a:pt x="3464570" y="561716"/>
                  <a:pt x="3467862" y="562356"/>
                  <a:pt x="3470971" y="563636"/>
                </a:cubicBezTo>
                <a:cubicBezTo>
                  <a:pt x="3474171" y="564916"/>
                  <a:pt x="3476915" y="566745"/>
                  <a:pt x="3479292" y="569214"/>
                </a:cubicBezTo>
                <a:cubicBezTo>
                  <a:pt x="3481761" y="571591"/>
                  <a:pt x="3483590" y="574335"/>
                  <a:pt x="3484870" y="577444"/>
                </a:cubicBezTo>
                <a:cubicBezTo>
                  <a:pt x="3486150" y="580644"/>
                  <a:pt x="3486790" y="583844"/>
                  <a:pt x="3486790" y="587228"/>
                </a:cubicBezTo>
              </a:path>
              <a:path w="4768139" h="1039033">
                <a:moveTo>
                  <a:pt x="3937681" y="531815"/>
                </a:moveTo>
                <a:cubicBezTo>
                  <a:pt x="3937681" y="535198"/>
                  <a:pt x="3937041" y="538490"/>
                  <a:pt x="3935669" y="541599"/>
                </a:cubicBezTo>
                <a:cubicBezTo>
                  <a:pt x="3934389" y="544800"/>
                  <a:pt x="3932560" y="547543"/>
                  <a:pt x="3930183" y="549920"/>
                </a:cubicBezTo>
                <a:cubicBezTo>
                  <a:pt x="3927714" y="552298"/>
                  <a:pt x="3924971" y="554218"/>
                  <a:pt x="3921862" y="555498"/>
                </a:cubicBezTo>
                <a:cubicBezTo>
                  <a:pt x="3918753" y="556778"/>
                  <a:pt x="3915461" y="557418"/>
                  <a:pt x="3912078" y="557418"/>
                </a:cubicBezTo>
                <a:cubicBezTo>
                  <a:pt x="3908694" y="557418"/>
                  <a:pt x="3905402" y="556778"/>
                  <a:pt x="3902202" y="555498"/>
                </a:cubicBezTo>
                <a:cubicBezTo>
                  <a:pt x="3899093" y="554218"/>
                  <a:pt x="3896350" y="552298"/>
                  <a:pt x="3893972" y="549920"/>
                </a:cubicBezTo>
                <a:cubicBezTo>
                  <a:pt x="3891504" y="547543"/>
                  <a:pt x="3889675" y="544800"/>
                  <a:pt x="3888395" y="541599"/>
                </a:cubicBezTo>
                <a:cubicBezTo>
                  <a:pt x="3887114" y="538490"/>
                  <a:pt x="3886474" y="535198"/>
                  <a:pt x="3886474" y="531815"/>
                </a:cubicBezTo>
                <a:cubicBezTo>
                  <a:pt x="3886474" y="528432"/>
                  <a:pt x="3887114" y="525231"/>
                  <a:pt x="3888395" y="522031"/>
                </a:cubicBezTo>
                <a:cubicBezTo>
                  <a:pt x="3889675" y="518922"/>
                  <a:pt x="3891504" y="516179"/>
                  <a:pt x="3893972" y="513801"/>
                </a:cubicBezTo>
                <a:cubicBezTo>
                  <a:pt x="3896350" y="511332"/>
                  <a:pt x="3899093" y="509504"/>
                  <a:pt x="3902202" y="508224"/>
                </a:cubicBezTo>
                <a:cubicBezTo>
                  <a:pt x="3905402" y="506943"/>
                  <a:pt x="3908694" y="506303"/>
                  <a:pt x="3912078" y="506303"/>
                </a:cubicBezTo>
                <a:cubicBezTo>
                  <a:pt x="3915461" y="506303"/>
                  <a:pt x="3918753" y="506943"/>
                  <a:pt x="3921862" y="508224"/>
                </a:cubicBezTo>
                <a:cubicBezTo>
                  <a:pt x="3924971" y="509504"/>
                  <a:pt x="3927714" y="511332"/>
                  <a:pt x="3930183" y="513801"/>
                </a:cubicBezTo>
                <a:cubicBezTo>
                  <a:pt x="3932560" y="516179"/>
                  <a:pt x="3934389" y="518922"/>
                  <a:pt x="3935669" y="522031"/>
                </a:cubicBezTo>
                <a:cubicBezTo>
                  <a:pt x="3937041" y="525231"/>
                  <a:pt x="3937681" y="528432"/>
                  <a:pt x="3937681" y="531815"/>
                </a:cubicBezTo>
              </a:path>
              <a:path w="4768139" h="1039033">
                <a:moveTo>
                  <a:pt x="4453951" y="580553"/>
                </a:moveTo>
                <a:cubicBezTo>
                  <a:pt x="4453951" y="583936"/>
                  <a:pt x="4453311" y="587228"/>
                  <a:pt x="4451939" y="590337"/>
                </a:cubicBezTo>
                <a:cubicBezTo>
                  <a:pt x="4450659" y="593446"/>
                  <a:pt x="4448830" y="596189"/>
                  <a:pt x="4446453" y="598658"/>
                </a:cubicBezTo>
                <a:cubicBezTo>
                  <a:pt x="4443984" y="601035"/>
                  <a:pt x="4441241" y="602864"/>
                  <a:pt x="4438132" y="604144"/>
                </a:cubicBezTo>
                <a:cubicBezTo>
                  <a:pt x="4435023" y="605424"/>
                  <a:pt x="4431731" y="606156"/>
                  <a:pt x="4428348" y="606156"/>
                </a:cubicBezTo>
                <a:cubicBezTo>
                  <a:pt x="4424964" y="606156"/>
                  <a:pt x="4421673" y="605424"/>
                  <a:pt x="4418472" y="604144"/>
                </a:cubicBezTo>
                <a:cubicBezTo>
                  <a:pt x="4415363" y="602864"/>
                  <a:pt x="4412620" y="601035"/>
                  <a:pt x="4410243" y="598658"/>
                </a:cubicBezTo>
                <a:cubicBezTo>
                  <a:pt x="4407774" y="596189"/>
                  <a:pt x="4405945" y="593446"/>
                  <a:pt x="4404665" y="590337"/>
                </a:cubicBezTo>
                <a:cubicBezTo>
                  <a:pt x="4403385" y="587228"/>
                  <a:pt x="4402745" y="583936"/>
                  <a:pt x="4402745" y="580553"/>
                </a:cubicBezTo>
                <a:cubicBezTo>
                  <a:pt x="4402745" y="577169"/>
                  <a:pt x="4403385" y="573877"/>
                  <a:pt x="4404665" y="570768"/>
                </a:cubicBezTo>
                <a:cubicBezTo>
                  <a:pt x="4405945" y="567660"/>
                  <a:pt x="4407774" y="564825"/>
                  <a:pt x="4410243" y="562447"/>
                </a:cubicBezTo>
                <a:cubicBezTo>
                  <a:pt x="4412620" y="560070"/>
                  <a:pt x="4415363" y="558241"/>
                  <a:pt x="4418472" y="556870"/>
                </a:cubicBezTo>
                <a:cubicBezTo>
                  <a:pt x="4421673" y="555589"/>
                  <a:pt x="4424964" y="554949"/>
                  <a:pt x="4428348" y="554949"/>
                </a:cubicBezTo>
                <a:cubicBezTo>
                  <a:pt x="4431731" y="554949"/>
                  <a:pt x="4435023" y="555589"/>
                  <a:pt x="4438132" y="556870"/>
                </a:cubicBezTo>
                <a:cubicBezTo>
                  <a:pt x="4441241" y="558241"/>
                  <a:pt x="4443984" y="560070"/>
                  <a:pt x="4446453" y="562447"/>
                </a:cubicBezTo>
                <a:cubicBezTo>
                  <a:pt x="4448830" y="564825"/>
                  <a:pt x="4450659" y="567660"/>
                  <a:pt x="4451939" y="570768"/>
                </a:cubicBezTo>
                <a:cubicBezTo>
                  <a:pt x="4453311" y="573877"/>
                  <a:pt x="4453951" y="577169"/>
                  <a:pt x="4453951" y="580553"/>
                </a:cubicBezTo>
              </a:path>
              <a:path w="4768139" h="1039033">
                <a:moveTo>
                  <a:pt x="4764024" y="546263"/>
                </a:moveTo>
                <a:cubicBezTo>
                  <a:pt x="4764024" y="549646"/>
                  <a:pt x="4763384" y="552938"/>
                  <a:pt x="4762104" y="556047"/>
                </a:cubicBezTo>
                <a:cubicBezTo>
                  <a:pt x="4760732" y="559156"/>
                  <a:pt x="4758903" y="561899"/>
                  <a:pt x="4756526" y="564368"/>
                </a:cubicBezTo>
                <a:cubicBezTo>
                  <a:pt x="4754148" y="566745"/>
                  <a:pt x="4751314" y="568574"/>
                  <a:pt x="4748205" y="569854"/>
                </a:cubicBezTo>
                <a:cubicBezTo>
                  <a:pt x="4745096" y="571134"/>
                  <a:pt x="4741804" y="571866"/>
                  <a:pt x="4738421" y="571866"/>
                </a:cubicBezTo>
                <a:cubicBezTo>
                  <a:pt x="4735038" y="571866"/>
                  <a:pt x="4731746" y="571134"/>
                  <a:pt x="4728637" y="569854"/>
                </a:cubicBezTo>
                <a:cubicBezTo>
                  <a:pt x="4725528" y="568574"/>
                  <a:pt x="4722693" y="566745"/>
                  <a:pt x="4720316" y="564368"/>
                </a:cubicBezTo>
                <a:cubicBezTo>
                  <a:pt x="4717938" y="561899"/>
                  <a:pt x="4716018" y="559156"/>
                  <a:pt x="4714738" y="556047"/>
                </a:cubicBezTo>
                <a:cubicBezTo>
                  <a:pt x="4713458" y="552938"/>
                  <a:pt x="4712818" y="549646"/>
                  <a:pt x="4712818" y="546263"/>
                </a:cubicBezTo>
                <a:cubicBezTo>
                  <a:pt x="4712818" y="542879"/>
                  <a:pt x="4713458" y="539587"/>
                  <a:pt x="4714738" y="536478"/>
                </a:cubicBezTo>
                <a:cubicBezTo>
                  <a:pt x="4716018" y="533370"/>
                  <a:pt x="4717938" y="530535"/>
                  <a:pt x="4720316" y="528157"/>
                </a:cubicBezTo>
                <a:cubicBezTo>
                  <a:pt x="4722693" y="525780"/>
                  <a:pt x="4725528" y="523951"/>
                  <a:pt x="4728637" y="522580"/>
                </a:cubicBezTo>
                <a:cubicBezTo>
                  <a:pt x="4731746" y="521299"/>
                  <a:pt x="4735038" y="520659"/>
                  <a:pt x="4738421" y="520659"/>
                </a:cubicBezTo>
                <a:cubicBezTo>
                  <a:pt x="4741804" y="520659"/>
                  <a:pt x="4745096" y="521299"/>
                  <a:pt x="4748205" y="522580"/>
                </a:cubicBezTo>
                <a:cubicBezTo>
                  <a:pt x="4751314" y="523951"/>
                  <a:pt x="4754148" y="525780"/>
                  <a:pt x="4756526" y="528157"/>
                </a:cubicBezTo>
                <a:cubicBezTo>
                  <a:pt x="4758903" y="530535"/>
                  <a:pt x="4760732" y="533370"/>
                  <a:pt x="4762104" y="536478"/>
                </a:cubicBezTo>
                <a:cubicBezTo>
                  <a:pt x="4763384" y="539587"/>
                  <a:pt x="4764024" y="542879"/>
                  <a:pt x="4764024" y="546263"/>
                </a:cubicBezTo>
              </a:path>
              <a:path w="4768139" h="1039033">
                <a:moveTo>
                  <a:pt x="54590" y="65014"/>
                </a:moveTo>
                <a:cubicBezTo>
                  <a:pt x="54590" y="68397"/>
                  <a:pt x="53950" y="71598"/>
                  <a:pt x="52669" y="74798"/>
                </a:cubicBezTo>
                <a:cubicBezTo>
                  <a:pt x="51389" y="77907"/>
                  <a:pt x="49560" y="80650"/>
                  <a:pt x="47092" y="83028"/>
                </a:cubicBezTo>
                <a:cubicBezTo>
                  <a:pt x="44714" y="85496"/>
                  <a:pt x="41971" y="87325"/>
                  <a:pt x="38862" y="88605"/>
                </a:cubicBezTo>
                <a:cubicBezTo>
                  <a:pt x="35662" y="89886"/>
                  <a:pt x="32370" y="90526"/>
                  <a:pt x="28986" y="90526"/>
                </a:cubicBezTo>
                <a:cubicBezTo>
                  <a:pt x="25603" y="90526"/>
                  <a:pt x="22311" y="89886"/>
                  <a:pt x="19202" y="88605"/>
                </a:cubicBezTo>
                <a:cubicBezTo>
                  <a:pt x="16093" y="87325"/>
                  <a:pt x="13350" y="85496"/>
                  <a:pt x="10881" y="83028"/>
                </a:cubicBezTo>
                <a:cubicBezTo>
                  <a:pt x="8504" y="80650"/>
                  <a:pt x="6675" y="77907"/>
                  <a:pt x="5395" y="74798"/>
                </a:cubicBezTo>
                <a:cubicBezTo>
                  <a:pt x="4023" y="71598"/>
                  <a:pt x="3383" y="68397"/>
                  <a:pt x="3383" y="65014"/>
                </a:cubicBezTo>
                <a:cubicBezTo>
                  <a:pt x="3383" y="61631"/>
                  <a:pt x="4023" y="58339"/>
                  <a:pt x="5395" y="55230"/>
                </a:cubicBezTo>
                <a:cubicBezTo>
                  <a:pt x="6675" y="52029"/>
                  <a:pt x="8504" y="49286"/>
                  <a:pt x="10881" y="46909"/>
                </a:cubicBezTo>
                <a:cubicBezTo>
                  <a:pt x="13350" y="44531"/>
                  <a:pt x="16093" y="42611"/>
                  <a:pt x="19202" y="41331"/>
                </a:cubicBezTo>
                <a:cubicBezTo>
                  <a:pt x="22311" y="40051"/>
                  <a:pt x="25603" y="39411"/>
                  <a:pt x="28986" y="39411"/>
                </a:cubicBezTo>
                <a:cubicBezTo>
                  <a:pt x="32370" y="39411"/>
                  <a:pt x="35662" y="40051"/>
                  <a:pt x="38862" y="41331"/>
                </a:cubicBezTo>
                <a:cubicBezTo>
                  <a:pt x="41971" y="42611"/>
                  <a:pt x="44714" y="44531"/>
                  <a:pt x="47092" y="46909"/>
                </a:cubicBezTo>
                <a:cubicBezTo>
                  <a:pt x="49560" y="49286"/>
                  <a:pt x="51389" y="52029"/>
                  <a:pt x="52669" y="55230"/>
                </a:cubicBezTo>
                <a:cubicBezTo>
                  <a:pt x="53950" y="58339"/>
                  <a:pt x="54590" y="61631"/>
                  <a:pt x="54590" y="65014"/>
                </a:cubicBezTo>
              </a:path>
              <a:path w="4768139" h="1039033">
                <a:moveTo>
                  <a:pt x="528157" y="188275"/>
                </a:moveTo>
                <a:cubicBezTo>
                  <a:pt x="528157" y="191658"/>
                  <a:pt x="527517" y="194950"/>
                  <a:pt x="526146" y="198059"/>
                </a:cubicBezTo>
                <a:cubicBezTo>
                  <a:pt x="524866" y="201259"/>
                  <a:pt x="523037" y="204003"/>
                  <a:pt x="520659" y="206380"/>
                </a:cubicBezTo>
                <a:cubicBezTo>
                  <a:pt x="518190" y="208758"/>
                  <a:pt x="515447" y="210678"/>
                  <a:pt x="512338" y="211958"/>
                </a:cubicBezTo>
                <a:cubicBezTo>
                  <a:pt x="509138" y="213238"/>
                  <a:pt x="505938" y="213878"/>
                  <a:pt x="502554" y="213878"/>
                </a:cubicBezTo>
                <a:cubicBezTo>
                  <a:pt x="499080" y="213878"/>
                  <a:pt x="495879" y="213238"/>
                  <a:pt x="492679" y="211958"/>
                </a:cubicBezTo>
                <a:cubicBezTo>
                  <a:pt x="489570" y="210586"/>
                  <a:pt x="486827" y="208758"/>
                  <a:pt x="484449" y="206380"/>
                </a:cubicBezTo>
                <a:cubicBezTo>
                  <a:pt x="481980" y="204003"/>
                  <a:pt x="480151" y="201259"/>
                  <a:pt x="478871" y="198059"/>
                </a:cubicBezTo>
                <a:cubicBezTo>
                  <a:pt x="477591" y="194950"/>
                  <a:pt x="476951" y="191658"/>
                  <a:pt x="476951" y="188275"/>
                </a:cubicBezTo>
                <a:cubicBezTo>
                  <a:pt x="476951" y="184892"/>
                  <a:pt x="477591" y="181691"/>
                  <a:pt x="478871" y="178491"/>
                </a:cubicBezTo>
                <a:cubicBezTo>
                  <a:pt x="480151" y="175382"/>
                  <a:pt x="481980" y="172639"/>
                  <a:pt x="484449" y="170261"/>
                </a:cubicBezTo>
                <a:cubicBezTo>
                  <a:pt x="486827" y="167792"/>
                  <a:pt x="489570" y="165964"/>
                  <a:pt x="492679" y="164683"/>
                </a:cubicBezTo>
                <a:cubicBezTo>
                  <a:pt x="495879" y="163403"/>
                  <a:pt x="499080" y="162763"/>
                  <a:pt x="502554" y="162763"/>
                </a:cubicBezTo>
                <a:cubicBezTo>
                  <a:pt x="505938" y="162763"/>
                  <a:pt x="509138" y="163403"/>
                  <a:pt x="512338" y="164683"/>
                </a:cubicBezTo>
                <a:cubicBezTo>
                  <a:pt x="515447" y="165964"/>
                  <a:pt x="518190" y="167792"/>
                  <a:pt x="520659" y="170261"/>
                </a:cubicBezTo>
                <a:cubicBezTo>
                  <a:pt x="523037" y="172639"/>
                  <a:pt x="524866" y="175382"/>
                  <a:pt x="526146" y="178491"/>
                </a:cubicBezTo>
                <a:cubicBezTo>
                  <a:pt x="527517" y="181691"/>
                  <a:pt x="528157" y="184892"/>
                  <a:pt x="528157" y="188275"/>
                </a:cubicBezTo>
              </a:path>
              <a:path w="4768139" h="1039033">
                <a:moveTo>
                  <a:pt x="1015350" y="29444"/>
                </a:moveTo>
                <a:cubicBezTo>
                  <a:pt x="1015350" y="32827"/>
                  <a:pt x="1014710" y="36119"/>
                  <a:pt x="1013430" y="39228"/>
                </a:cubicBezTo>
                <a:cubicBezTo>
                  <a:pt x="1012149" y="42337"/>
                  <a:pt x="1010321" y="45171"/>
                  <a:pt x="1007852" y="47549"/>
                </a:cubicBezTo>
                <a:cubicBezTo>
                  <a:pt x="1005474" y="49926"/>
                  <a:pt x="1002731" y="51755"/>
                  <a:pt x="999531" y="53127"/>
                </a:cubicBezTo>
                <a:cubicBezTo>
                  <a:pt x="996422" y="54407"/>
                  <a:pt x="993130" y="55047"/>
                  <a:pt x="989747" y="55047"/>
                </a:cubicBezTo>
                <a:cubicBezTo>
                  <a:pt x="986363" y="55047"/>
                  <a:pt x="983071" y="54407"/>
                  <a:pt x="979962" y="53127"/>
                </a:cubicBezTo>
                <a:cubicBezTo>
                  <a:pt x="976854" y="51755"/>
                  <a:pt x="974110" y="49926"/>
                  <a:pt x="971641" y="47549"/>
                </a:cubicBezTo>
                <a:cubicBezTo>
                  <a:pt x="969264" y="45171"/>
                  <a:pt x="967435" y="42337"/>
                  <a:pt x="966155" y="39228"/>
                </a:cubicBezTo>
                <a:cubicBezTo>
                  <a:pt x="964783" y="36119"/>
                  <a:pt x="964143" y="32827"/>
                  <a:pt x="964143" y="29444"/>
                </a:cubicBezTo>
                <a:cubicBezTo>
                  <a:pt x="964143" y="26060"/>
                  <a:pt x="964783" y="22769"/>
                  <a:pt x="966155" y="19660"/>
                </a:cubicBezTo>
                <a:cubicBezTo>
                  <a:pt x="967435" y="16551"/>
                  <a:pt x="969264" y="13807"/>
                  <a:pt x="971641" y="11339"/>
                </a:cubicBezTo>
                <a:cubicBezTo>
                  <a:pt x="974110" y="8961"/>
                  <a:pt x="976854" y="7132"/>
                  <a:pt x="979962" y="5852"/>
                </a:cubicBezTo>
                <a:cubicBezTo>
                  <a:pt x="983071" y="4572"/>
                  <a:pt x="986363" y="3840"/>
                  <a:pt x="989747" y="3840"/>
                </a:cubicBezTo>
                <a:cubicBezTo>
                  <a:pt x="993130" y="3840"/>
                  <a:pt x="996422" y="4572"/>
                  <a:pt x="999531" y="5852"/>
                </a:cubicBezTo>
                <a:cubicBezTo>
                  <a:pt x="1002731" y="7132"/>
                  <a:pt x="1005474" y="8961"/>
                  <a:pt x="1007852" y="11339"/>
                </a:cubicBezTo>
                <a:cubicBezTo>
                  <a:pt x="1010321" y="13807"/>
                  <a:pt x="1012149" y="16551"/>
                  <a:pt x="1013430" y="19660"/>
                </a:cubicBezTo>
                <a:cubicBezTo>
                  <a:pt x="1014710" y="22769"/>
                  <a:pt x="1015350" y="26060"/>
                  <a:pt x="1015350" y="29444"/>
                </a:cubicBezTo>
              </a:path>
              <a:path w="4768139" h="1039033">
                <a:moveTo>
                  <a:pt x="1448318" y="25603"/>
                </a:moveTo>
                <a:cubicBezTo>
                  <a:pt x="1448318" y="28986"/>
                  <a:pt x="1447678" y="32187"/>
                  <a:pt x="1446306" y="35387"/>
                </a:cubicBezTo>
                <a:cubicBezTo>
                  <a:pt x="1445026" y="38496"/>
                  <a:pt x="1443198" y="41239"/>
                  <a:pt x="1440820" y="43617"/>
                </a:cubicBezTo>
                <a:cubicBezTo>
                  <a:pt x="1438351" y="46086"/>
                  <a:pt x="1435608" y="47915"/>
                  <a:pt x="1432499" y="49195"/>
                </a:cubicBezTo>
                <a:cubicBezTo>
                  <a:pt x="1429390" y="50475"/>
                  <a:pt x="1426098" y="51115"/>
                  <a:pt x="1422715" y="51115"/>
                </a:cubicBezTo>
                <a:cubicBezTo>
                  <a:pt x="1419332" y="51115"/>
                  <a:pt x="1416040" y="50475"/>
                  <a:pt x="1412839" y="49195"/>
                </a:cubicBezTo>
                <a:cubicBezTo>
                  <a:pt x="1409730" y="47915"/>
                  <a:pt x="1406987" y="46086"/>
                  <a:pt x="1404610" y="43617"/>
                </a:cubicBezTo>
                <a:cubicBezTo>
                  <a:pt x="1402141" y="41239"/>
                  <a:pt x="1400312" y="38496"/>
                  <a:pt x="1399032" y="35387"/>
                </a:cubicBezTo>
                <a:cubicBezTo>
                  <a:pt x="1397752" y="32187"/>
                  <a:pt x="1397112" y="28986"/>
                  <a:pt x="1397112" y="25603"/>
                </a:cubicBezTo>
                <a:cubicBezTo>
                  <a:pt x="1397112" y="22220"/>
                  <a:pt x="1397752" y="18928"/>
                  <a:pt x="1399032" y="15819"/>
                </a:cubicBezTo>
                <a:cubicBezTo>
                  <a:pt x="1400312" y="12619"/>
                  <a:pt x="1402141" y="9876"/>
                  <a:pt x="1404610" y="7498"/>
                </a:cubicBezTo>
                <a:cubicBezTo>
                  <a:pt x="1406987" y="5121"/>
                  <a:pt x="1409730" y="3200"/>
                  <a:pt x="1412839" y="1920"/>
                </a:cubicBezTo>
                <a:cubicBezTo>
                  <a:pt x="1416040" y="640"/>
                  <a:pt x="1419332" y="0"/>
                  <a:pt x="1422715" y="0"/>
                </a:cubicBezTo>
                <a:cubicBezTo>
                  <a:pt x="1426098" y="0"/>
                  <a:pt x="1429390" y="640"/>
                  <a:pt x="1432499" y="1920"/>
                </a:cubicBezTo>
                <a:cubicBezTo>
                  <a:pt x="1435608" y="3200"/>
                  <a:pt x="1438351" y="5121"/>
                  <a:pt x="1440820" y="7498"/>
                </a:cubicBezTo>
                <a:cubicBezTo>
                  <a:pt x="1443198" y="9876"/>
                  <a:pt x="1445026" y="12619"/>
                  <a:pt x="1446306" y="15819"/>
                </a:cubicBezTo>
                <a:cubicBezTo>
                  <a:pt x="1447678" y="18928"/>
                  <a:pt x="1448318" y="22220"/>
                  <a:pt x="1448318" y="25603"/>
                </a:cubicBezTo>
              </a:path>
              <a:path w="4768139" h="1039033">
                <a:moveTo>
                  <a:pt x="1780885" y="112928"/>
                </a:moveTo>
                <a:cubicBezTo>
                  <a:pt x="1780885" y="116312"/>
                  <a:pt x="1780245" y="119604"/>
                  <a:pt x="1778874" y="122712"/>
                </a:cubicBezTo>
                <a:cubicBezTo>
                  <a:pt x="1777594" y="125821"/>
                  <a:pt x="1775765" y="128565"/>
                  <a:pt x="1773387" y="131034"/>
                </a:cubicBezTo>
                <a:cubicBezTo>
                  <a:pt x="1771010" y="133411"/>
                  <a:pt x="1768175" y="135240"/>
                  <a:pt x="1765066" y="136520"/>
                </a:cubicBezTo>
                <a:cubicBezTo>
                  <a:pt x="1761957" y="137800"/>
                  <a:pt x="1758666" y="138440"/>
                  <a:pt x="1755282" y="138440"/>
                </a:cubicBezTo>
                <a:cubicBezTo>
                  <a:pt x="1751899" y="138440"/>
                  <a:pt x="1748607" y="137800"/>
                  <a:pt x="1745498" y="136520"/>
                </a:cubicBezTo>
                <a:cubicBezTo>
                  <a:pt x="1742298" y="135240"/>
                  <a:pt x="1739555" y="133411"/>
                  <a:pt x="1737177" y="131034"/>
                </a:cubicBezTo>
                <a:cubicBezTo>
                  <a:pt x="1734800" y="128565"/>
                  <a:pt x="1732879" y="125821"/>
                  <a:pt x="1731599" y="122712"/>
                </a:cubicBezTo>
                <a:cubicBezTo>
                  <a:pt x="1730319" y="119604"/>
                  <a:pt x="1729679" y="116312"/>
                  <a:pt x="1729679" y="112928"/>
                </a:cubicBezTo>
                <a:cubicBezTo>
                  <a:pt x="1729679" y="109545"/>
                  <a:pt x="1730319" y="106253"/>
                  <a:pt x="1731599" y="103144"/>
                </a:cubicBezTo>
                <a:cubicBezTo>
                  <a:pt x="1732879" y="99944"/>
                  <a:pt x="1734800" y="97201"/>
                  <a:pt x="1737177" y="94823"/>
                </a:cubicBezTo>
                <a:cubicBezTo>
                  <a:pt x="1739555" y="92446"/>
                  <a:pt x="1742298" y="90617"/>
                  <a:pt x="1745498" y="89245"/>
                </a:cubicBezTo>
                <a:cubicBezTo>
                  <a:pt x="1748607" y="87965"/>
                  <a:pt x="1751899" y="87325"/>
                  <a:pt x="1755282" y="87325"/>
                </a:cubicBezTo>
                <a:cubicBezTo>
                  <a:pt x="1758666" y="87325"/>
                  <a:pt x="1761957" y="87965"/>
                  <a:pt x="1765066" y="89245"/>
                </a:cubicBezTo>
                <a:cubicBezTo>
                  <a:pt x="1768175" y="90617"/>
                  <a:pt x="1771010" y="92446"/>
                  <a:pt x="1773387" y="94823"/>
                </a:cubicBezTo>
                <a:cubicBezTo>
                  <a:pt x="1775765" y="97201"/>
                  <a:pt x="1777594" y="99944"/>
                  <a:pt x="1778874" y="103144"/>
                </a:cubicBezTo>
                <a:cubicBezTo>
                  <a:pt x="1780245" y="106253"/>
                  <a:pt x="1780885" y="109545"/>
                  <a:pt x="1780885" y="112928"/>
                </a:cubicBezTo>
              </a:path>
              <a:path w="4768139" h="1039033">
                <a:moveTo>
                  <a:pt x="2155972" y="61356"/>
                </a:moveTo>
                <a:cubicBezTo>
                  <a:pt x="2155972" y="64740"/>
                  <a:pt x="2155241" y="68031"/>
                  <a:pt x="2153961" y="71140"/>
                </a:cubicBezTo>
                <a:cubicBezTo>
                  <a:pt x="2152680" y="74341"/>
                  <a:pt x="2150852" y="77084"/>
                  <a:pt x="2148474" y="79461"/>
                </a:cubicBezTo>
                <a:cubicBezTo>
                  <a:pt x="2146005" y="81839"/>
                  <a:pt x="2143262" y="83668"/>
                  <a:pt x="2140153" y="85039"/>
                </a:cubicBezTo>
                <a:cubicBezTo>
                  <a:pt x="2136953" y="86319"/>
                  <a:pt x="2133752" y="86959"/>
                  <a:pt x="2130369" y="86959"/>
                </a:cubicBezTo>
                <a:cubicBezTo>
                  <a:pt x="2126894" y="86959"/>
                  <a:pt x="2123694" y="86319"/>
                  <a:pt x="2120494" y="85039"/>
                </a:cubicBezTo>
                <a:cubicBezTo>
                  <a:pt x="2117385" y="83668"/>
                  <a:pt x="2114641" y="81839"/>
                  <a:pt x="2112264" y="79461"/>
                </a:cubicBezTo>
                <a:cubicBezTo>
                  <a:pt x="2109795" y="77084"/>
                  <a:pt x="2107966" y="74341"/>
                  <a:pt x="2106686" y="71140"/>
                </a:cubicBezTo>
                <a:cubicBezTo>
                  <a:pt x="2105406" y="68031"/>
                  <a:pt x="2104766" y="64740"/>
                  <a:pt x="2104766" y="61356"/>
                </a:cubicBezTo>
                <a:cubicBezTo>
                  <a:pt x="2104766" y="57973"/>
                  <a:pt x="2105406" y="54681"/>
                  <a:pt x="2106686" y="51572"/>
                </a:cubicBezTo>
                <a:cubicBezTo>
                  <a:pt x="2107966" y="48463"/>
                  <a:pt x="2109795" y="45720"/>
                  <a:pt x="2112264" y="43251"/>
                </a:cubicBezTo>
                <a:cubicBezTo>
                  <a:pt x="2114641" y="40874"/>
                  <a:pt x="2117385" y="39045"/>
                  <a:pt x="2120494" y="37765"/>
                </a:cubicBezTo>
                <a:cubicBezTo>
                  <a:pt x="2123694" y="36485"/>
                  <a:pt x="2126894" y="35844"/>
                  <a:pt x="2130369" y="35844"/>
                </a:cubicBezTo>
                <a:cubicBezTo>
                  <a:pt x="2133752" y="35844"/>
                  <a:pt x="2136953" y="36485"/>
                  <a:pt x="2140153" y="37765"/>
                </a:cubicBezTo>
                <a:cubicBezTo>
                  <a:pt x="2143262" y="39045"/>
                  <a:pt x="2146005" y="40874"/>
                  <a:pt x="2148474" y="43251"/>
                </a:cubicBezTo>
                <a:cubicBezTo>
                  <a:pt x="2150852" y="45720"/>
                  <a:pt x="2152680" y="48463"/>
                  <a:pt x="2153961" y="51572"/>
                </a:cubicBezTo>
                <a:cubicBezTo>
                  <a:pt x="2155241" y="54681"/>
                  <a:pt x="2155972" y="57973"/>
                  <a:pt x="2155972" y="61356"/>
                </a:cubicBezTo>
              </a:path>
              <a:path w="4768139" h="1039033">
                <a:moveTo>
                  <a:pt x="2585283" y="185440"/>
                </a:moveTo>
                <a:cubicBezTo>
                  <a:pt x="2585283" y="188824"/>
                  <a:pt x="2584552" y="192115"/>
                  <a:pt x="2583271" y="195224"/>
                </a:cubicBezTo>
                <a:cubicBezTo>
                  <a:pt x="2581991" y="198425"/>
                  <a:pt x="2580162" y="201168"/>
                  <a:pt x="2577785" y="203545"/>
                </a:cubicBezTo>
                <a:cubicBezTo>
                  <a:pt x="2575316" y="205923"/>
                  <a:pt x="2572573" y="207752"/>
                  <a:pt x="2569464" y="209123"/>
                </a:cubicBezTo>
                <a:cubicBezTo>
                  <a:pt x="2566264" y="210403"/>
                  <a:pt x="2563063" y="211044"/>
                  <a:pt x="2559680" y="211044"/>
                </a:cubicBezTo>
                <a:cubicBezTo>
                  <a:pt x="2556205" y="211044"/>
                  <a:pt x="2553005" y="210403"/>
                  <a:pt x="2549804" y="209123"/>
                </a:cubicBezTo>
                <a:cubicBezTo>
                  <a:pt x="2546695" y="207752"/>
                  <a:pt x="2543952" y="205923"/>
                  <a:pt x="2541483" y="203545"/>
                </a:cubicBezTo>
                <a:cubicBezTo>
                  <a:pt x="2539106" y="201168"/>
                  <a:pt x="2537277" y="198425"/>
                  <a:pt x="2535997" y="195224"/>
                </a:cubicBezTo>
                <a:cubicBezTo>
                  <a:pt x="2534717" y="192115"/>
                  <a:pt x="2533985" y="188824"/>
                  <a:pt x="2533985" y="185440"/>
                </a:cubicBezTo>
                <a:cubicBezTo>
                  <a:pt x="2533985" y="182057"/>
                  <a:pt x="2534717" y="178765"/>
                  <a:pt x="2535997" y="175656"/>
                </a:cubicBezTo>
                <a:cubicBezTo>
                  <a:pt x="2537277" y="172547"/>
                  <a:pt x="2539106" y="169804"/>
                  <a:pt x="2541483" y="167335"/>
                </a:cubicBezTo>
                <a:cubicBezTo>
                  <a:pt x="2543952" y="164958"/>
                  <a:pt x="2546695" y="163129"/>
                  <a:pt x="2549804" y="161849"/>
                </a:cubicBezTo>
                <a:cubicBezTo>
                  <a:pt x="2553005" y="160569"/>
                  <a:pt x="2556205" y="159929"/>
                  <a:pt x="2559680" y="159929"/>
                </a:cubicBezTo>
                <a:cubicBezTo>
                  <a:pt x="2563063" y="159929"/>
                  <a:pt x="2566264" y="160569"/>
                  <a:pt x="2569464" y="161849"/>
                </a:cubicBezTo>
                <a:cubicBezTo>
                  <a:pt x="2572573" y="163129"/>
                  <a:pt x="2575316" y="164958"/>
                  <a:pt x="2577785" y="167335"/>
                </a:cubicBezTo>
                <a:cubicBezTo>
                  <a:pt x="2580162" y="169804"/>
                  <a:pt x="2581991" y="172547"/>
                  <a:pt x="2583271" y="175656"/>
                </a:cubicBezTo>
                <a:cubicBezTo>
                  <a:pt x="2584552" y="178765"/>
                  <a:pt x="2585283" y="182057"/>
                  <a:pt x="2585283" y="185440"/>
                </a:cubicBezTo>
              </a:path>
              <a:path w="4768139" h="1039033">
                <a:moveTo>
                  <a:pt x="3055650" y="164683"/>
                </a:moveTo>
                <a:cubicBezTo>
                  <a:pt x="3055650" y="168067"/>
                  <a:pt x="3054919" y="171359"/>
                  <a:pt x="3053639" y="174468"/>
                </a:cubicBezTo>
                <a:cubicBezTo>
                  <a:pt x="3052359" y="177668"/>
                  <a:pt x="3050530" y="180411"/>
                  <a:pt x="3048152" y="182789"/>
                </a:cubicBezTo>
                <a:cubicBezTo>
                  <a:pt x="3045684" y="185166"/>
                  <a:pt x="3042940" y="187086"/>
                  <a:pt x="3039831" y="188366"/>
                </a:cubicBezTo>
                <a:cubicBezTo>
                  <a:pt x="3036631" y="189647"/>
                  <a:pt x="3033431" y="190287"/>
                  <a:pt x="3030047" y="190287"/>
                </a:cubicBezTo>
                <a:cubicBezTo>
                  <a:pt x="3026573" y="190287"/>
                  <a:pt x="3023372" y="189647"/>
                  <a:pt x="3020172" y="188366"/>
                </a:cubicBezTo>
                <a:cubicBezTo>
                  <a:pt x="3017063" y="187086"/>
                  <a:pt x="3014320" y="185166"/>
                  <a:pt x="3011942" y="182789"/>
                </a:cubicBezTo>
                <a:cubicBezTo>
                  <a:pt x="3009473" y="180411"/>
                  <a:pt x="3007644" y="177668"/>
                  <a:pt x="3006364" y="174468"/>
                </a:cubicBezTo>
                <a:cubicBezTo>
                  <a:pt x="3005084" y="171359"/>
                  <a:pt x="3004444" y="168067"/>
                  <a:pt x="3004444" y="164683"/>
                </a:cubicBezTo>
                <a:cubicBezTo>
                  <a:pt x="3004444" y="161300"/>
                  <a:pt x="3005084" y="158100"/>
                  <a:pt x="3006364" y="154899"/>
                </a:cubicBezTo>
                <a:cubicBezTo>
                  <a:pt x="3007644" y="151790"/>
                  <a:pt x="3009473" y="149047"/>
                  <a:pt x="3011942" y="146670"/>
                </a:cubicBezTo>
                <a:cubicBezTo>
                  <a:pt x="3014320" y="144201"/>
                  <a:pt x="3017063" y="142372"/>
                  <a:pt x="3020172" y="141092"/>
                </a:cubicBezTo>
                <a:cubicBezTo>
                  <a:pt x="3023372" y="139812"/>
                  <a:pt x="3026573" y="139172"/>
                  <a:pt x="3030047" y="139172"/>
                </a:cubicBezTo>
                <a:cubicBezTo>
                  <a:pt x="3033431" y="139172"/>
                  <a:pt x="3036631" y="139812"/>
                  <a:pt x="3039831" y="141092"/>
                </a:cubicBezTo>
                <a:cubicBezTo>
                  <a:pt x="3042940" y="142372"/>
                  <a:pt x="3045684" y="144201"/>
                  <a:pt x="3048152" y="146670"/>
                </a:cubicBezTo>
                <a:cubicBezTo>
                  <a:pt x="3050530" y="149047"/>
                  <a:pt x="3052359" y="151790"/>
                  <a:pt x="3053639" y="154899"/>
                </a:cubicBezTo>
                <a:cubicBezTo>
                  <a:pt x="3054919" y="158100"/>
                  <a:pt x="3055650" y="161300"/>
                  <a:pt x="3055650" y="164683"/>
                </a:cubicBezTo>
              </a:path>
              <a:path w="4768139" h="1039033">
                <a:moveTo>
                  <a:pt x="3522635" y="188732"/>
                </a:moveTo>
                <a:cubicBezTo>
                  <a:pt x="3522635" y="192207"/>
                  <a:pt x="3521994" y="195407"/>
                  <a:pt x="3520714" y="198608"/>
                </a:cubicBezTo>
                <a:cubicBezTo>
                  <a:pt x="3519434" y="201717"/>
                  <a:pt x="3517605" y="204460"/>
                  <a:pt x="3515136" y="206837"/>
                </a:cubicBezTo>
                <a:cubicBezTo>
                  <a:pt x="3512759" y="209215"/>
                  <a:pt x="3510016" y="211135"/>
                  <a:pt x="3506815" y="212415"/>
                </a:cubicBezTo>
                <a:cubicBezTo>
                  <a:pt x="3503706" y="213695"/>
                  <a:pt x="3500415" y="214335"/>
                  <a:pt x="3497031" y="214335"/>
                </a:cubicBezTo>
                <a:cubicBezTo>
                  <a:pt x="3493648" y="214335"/>
                  <a:pt x="3490356" y="213695"/>
                  <a:pt x="3487247" y="212415"/>
                </a:cubicBezTo>
                <a:cubicBezTo>
                  <a:pt x="3484138" y="211135"/>
                  <a:pt x="3481395" y="209215"/>
                  <a:pt x="3478926" y="206837"/>
                </a:cubicBezTo>
                <a:cubicBezTo>
                  <a:pt x="3476549" y="204460"/>
                  <a:pt x="3474720" y="201717"/>
                  <a:pt x="3473440" y="198516"/>
                </a:cubicBezTo>
                <a:cubicBezTo>
                  <a:pt x="3472068" y="195407"/>
                  <a:pt x="3471428" y="192207"/>
                  <a:pt x="3471428" y="188732"/>
                </a:cubicBezTo>
                <a:cubicBezTo>
                  <a:pt x="3471428" y="185349"/>
                  <a:pt x="3472068" y="182148"/>
                  <a:pt x="3473440" y="178948"/>
                </a:cubicBezTo>
                <a:cubicBezTo>
                  <a:pt x="3474720" y="175839"/>
                  <a:pt x="3476549" y="173096"/>
                  <a:pt x="3478926" y="170718"/>
                </a:cubicBezTo>
                <a:cubicBezTo>
                  <a:pt x="3481395" y="168250"/>
                  <a:pt x="3484138" y="166421"/>
                  <a:pt x="3487247" y="165141"/>
                </a:cubicBezTo>
                <a:cubicBezTo>
                  <a:pt x="3490356" y="163860"/>
                  <a:pt x="3493648" y="163220"/>
                  <a:pt x="3497031" y="163220"/>
                </a:cubicBezTo>
                <a:cubicBezTo>
                  <a:pt x="3500415" y="163220"/>
                  <a:pt x="3503706" y="163860"/>
                  <a:pt x="3506815" y="165141"/>
                </a:cubicBezTo>
                <a:cubicBezTo>
                  <a:pt x="3510016" y="166421"/>
                  <a:pt x="3512759" y="168250"/>
                  <a:pt x="3515136" y="170718"/>
                </a:cubicBezTo>
                <a:cubicBezTo>
                  <a:pt x="3517605" y="173096"/>
                  <a:pt x="3519434" y="175839"/>
                  <a:pt x="3520714" y="178948"/>
                </a:cubicBezTo>
                <a:cubicBezTo>
                  <a:pt x="3521994" y="182148"/>
                  <a:pt x="3522635" y="185349"/>
                  <a:pt x="3522635" y="188732"/>
                </a:cubicBezTo>
              </a:path>
            </a:pathLst>
          </a:custGeom>
          <a:solidFill>
            <a:srgbClr val="F2EFE6">
              <a:alpha val="92000"/>
            </a:srgbClr>
          </a:solidFill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6" name="Forma 68"/>
          <p:cNvSpPr/>
          <p:nvPr/>
        </p:nvSpPr>
        <p:spPr>
          <a:xfrm>
            <a:off x="4355470" y="3987150"/>
            <a:ext cx="128930" cy="128839"/>
          </a:xfrm>
          <a:custGeom>
            <a:avLst/>
            <a:gdLst/>
            <a:ahLst/>
            <a:cxnLst/>
            <a:rect l="l" t="t" r="r" b="b"/>
            <a:pathLst>
              <a:path w="128930" h="128839">
                <a:moveTo>
                  <a:pt x="128930" y="64374"/>
                </a:moveTo>
                <a:cubicBezTo>
                  <a:pt x="128930" y="68671"/>
                  <a:pt x="128565" y="72786"/>
                  <a:pt x="127742" y="76992"/>
                </a:cubicBezTo>
                <a:cubicBezTo>
                  <a:pt x="126919" y="81107"/>
                  <a:pt x="125639" y="85131"/>
                  <a:pt x="124084" y="89063"/>
                </a:cubicBezTo>
                <a:cubicBezTo>
                  <a:pt x="122438" y="92994"/>
                  <a:pt x="120426" y="96652"/>
                  <a:pt x="118140" y="100218"/>
                </a:cubicBezTo>
                <a:cubicBezTo>
                  <a:pt x="115763" y="103693"/>
                  <a:pt x="113111" y="106985"/>
                  <a:pt x="110094" y="109911"/>
                </a:cubicBezTo>
                <a:cubicBezTo>
                  <a:pt x="107076" y="112928"/>
                  <a:pt x="103876" y="115580"/>
                  <a:pt x="100310" y="117958"/>
                </a:cubicBezTo>
                <a:cubicBezTo>
                  <a:pt x="96835" y="120335"/>
                  <a:pt x="93086" y="122255"/>
                  <a:pt x="89154" y="123901"/>
                </a:cubicBezTo>
                <a:cubicBezTo>
                  <a:pt x="85222" y="125547"/>
                  <a:pt x="81199" y="126736"/>
                  <a:pt x="77084" y="127559"/>
                </a:cubicBezTo>
                <a:cubicBezTo>
                  <a:pt x="72878" y="128382"/>
                  <a:pt x="68763" y="128839"/>
                  <a:pt x="64465" y="128839"/>
                </a:cubicBezTo>
                <a:cubicBezTo>
                  <a:pt x="60259" y="128839"/>
                  <a:pt x="56053" y="128382"/>
                  <a:pt x="51938" y="127559"/>
                </a:cubicBezTo>
                <a:cubicBezTo>
                  <a:pt x="47732" y="126736"/>
                  <a:pt x="43708" y="125547"/>
                  <a:pt x="39776" y="123901"/>
                </a:cubicBezTo>
                <a:cubicBezTo>
                  <a:pt x="35936" y="122255"/>
                  <a:pt x="32187" y="120335"/>
                  <a:pt x="28621" y="117958"/>
                </a:cubicBezTo>
                <a:cubicBezTo>
                  <a:pt x="25146" y="115580"/>
                  <a:pt x="21854" y="112928"/>
                  <a:pt x="18928" y="109911"/>
                </a:cubicBezTo>
                <a:cubicBezTo>
                  <a:pt x="15911" y="106985"/>
                  <a:pt x="13259" y="103693"/>
                  <a:pt x="10881" y="100218"/>
                </a:cubicBezTo>
                <a:cubicBezTo>
                  <a:pt x="8504" y="96652"/>
                  <a:pt x="6492" y="92994"/>
                  <a:pt x="4938" y="89063"/>
                </a:cubicBezTo>
                <a:cubicBezTo>
                  <a:pt x="3292" y="85131"/>
                  <a:pt x="2103" y="81107"/>
                  <a:pt x="1280" y="76992"/>
                </a:cubicBezTo>
                <a:cubicBezTo>
                  <a:pt x="457" y="72786"/>
                  <a:pt x="0" y="68671"/>
                  <a:pt x="0" y="64374"/>
                </a:cubicBezTo>
                <a:cubicBezTo>
                  <a:pt x="0" y="60168"/>
                  <a:pt x="457" y="55961"/>
                  <a:pt x="1280" y="51846"/>
                </a:cubicBezTo>
                <a:cubicBezTo>
                  <a:pt x="2103" y="47732"/>
                  <a:pt x="3292" y="43708"/>
                  <a:pt x="4938" y="39776"/>
                </a:cubicBezTo>
                <a:cubicBezTo>
                  <a:pt x="6492" y="35844"/>
                  <a:pt x="8504" y="32095"/>
                  <a:pt x="10881" y="28621"/>
                </a:cubicBezTo>
                <a:cubicBezTo>
                  <a:pt x="13259" y="25146"/>
                  <a:pt x="15911" y="21854"/>
                  <a:pt x="18928" y="18837"/>
                </a:cubicBezTo>
                <a:cubicBezTo>
                  <a:pt x="21854" y="15911"/>
                  <a:pt x="25146" y="13167"/>
                  <a:pt x="28621" y="10881"/>
                </a:cubicBezTo>
                <a:cubicBezTo>
                  <a:pt x="32187" y="8504"/>
                  <a:pt x="35936" y="6492"/>
                  <a:pt x="39776" y="4938"/>
                </a:cubicBezTo>
                <a:cubicBezTo>
                  <a:pt x="43708" y="3292"/>
                  <a:pt x="47732" y="2103"/>
                  <a:pt x="51938" y="1280"/>
                </a:cubicBezTo>
                <a:cubicBezTo>
                  <a:pt x="56053" y="457"/>
                  <a:pt x="60259" y="0"/>
                  <a:pt x="64465" y="0"/>
                </a:cubicBezTo>
                <a:cubicBezTo>
                  <a:pt x="68763" y="0"/>
                  <a:pt x="72878" y="457"/>
                  <a:pt x="77084" y="1280"/>
                </a:cubicBezTo>
                <a:cubicBezTo>
                  <a:pt x="81199" y="2103"/>
                  <a:pt x="85222" y="3292"/>
                  <a:pt x="89154" y="4938"/>
                </a:cubicBezTo>
                <a:cubicBezTo>
                  <a:pt x="93086" y="6492"/>
                  <a:pt x="96835" y="8504"/>
                  <a:pt x="100310" y="10881"/>
                </a:cubicBezTo>
                <a:cubicBezTo>
                  <a:pt x="103876" y="13167"/>
                  <a:pt x="107076" y="15911"/>
                  <a:pt x="110094" y="18837"/>
                </a:cubicBezTo>
                <a:cubicBezTo>
                  <a:pt x="113111" y="21854"/>
                  <a:pt x="115763" y="25146"/>
                  <a:pt x="118140" y="28621"/>
                </a:cubicBezTo>
                <a:cubicBezTo>
                  <a:pt x="120426" y="32095"/>
                  <a:pt x="122438" y="35844"/>
                  <a:pt x="124084" y="39776"/>
                </a:cubicBezTo>
                <a:cubicBezTo>
                  <a:pt x="125639" y="43708"/>
                  <a:pt x="126919" y="47732"/>
                  <a:pt x="127742" y="51846"/>
                </a:cubicBezTo>
                <a:cubicBezTo>
                  <a:pt x="128565" y="55961"/>
                  <a:pt x="128930" y="60168"/>
                  <a:pt x="128930" y="64374"/>
                </a:cubicBezTo>
              </a:path>
            </a:pathLst>
          </a:custGeom>
          <a:solidFill>
            <a:srgbClr val="C64B35">
              <a:alpha val="92000"/>
            </a:srgbClr>
          </a:solidFill>
          <a:ln w="21806">
            <a:solidFill>
              <a:srgbClr val="F2EFE6">
                <a:alpha val="92000"/>
              </a:srgbClr>
            </a:solidFill>
            <a:prstDash val="solid"/>
          </a:ln>
        </p:spPr>
      </p:sp>
      <p:sp>
        <p:nvSpPr>
          <p:cNvPr id="7" name="Forma 69"/>
          <p:cNvSpPr/>
          <p:nvPr/>
        </p:nvSpPr>
        <p:spPr>
          <a:xfrm>
            <a:off x="559064" y="1695206"/>
            <a:ext cx="4820351" cy="2335378"/>
          </a:xfrm>
          <a:custGeom>
            <a:avLst/>
            <a:gdLst/>
            <a:ahLst/>
            <a:cxnLst/>
            <a:rect l="l" t="t" r="r" b="b"/>
            <a:pathLst>
              <a:path w="4820351" h="2335378">
                <a:moveTo>
                  <a:pt x="4347058" y="2309866"/>
                </a:moveTo>
                <a:cubicBezTo>
                  <a:pt x="4347058" y="2313249"/>
                  <a:pt x="4346418" y="2316450"/>
                  <a:pt x="4345137" y="2319650"/>
                </a:cubicBezTo>
                <a:cubicBezTo>
                  <a:pt x="4343766" y="2322759"/>
                  <a:pt x="4341937" y="2325502"/>
                  <a:pt x="4339560" y="2327880"/>
                </a:cubicBezTo>
                <a:cubicBezTo>
                  <a:pt x="4337182" y="2330348"/>
                  <a:pt x="4334347" y="2332177"/>
                  <a:pt x="4331238" y="2333457"/>
                </a:cubicBezTo>
                <a:cubicBezTo>
                  <a:pt x="4328130" y="2334738"/>
                  <a:pt x="4324838" y="2335378"/>
                  <a:pt x="4321454" y="2335378"/>
                </a:cubicBezTo>
                <a:cubicBezTo>
                  <a:pt x="4318071" y="2335378"/>
                  <a:pt x="4314779" y="2334738"/>
                  <a:pt x="4311670" y="2333457"/>
                </a:cubicBezTo>
                <a:cubicBezTo>
                  <a:pt x="4308470" y="2332177"/>
                  <a:pt x="4305727" y="2330348"/>
                  <a:pt x="4303349" y="2327880"/>
                </a:cubicBezTo>
                <a:cubicBezTo>
                  <a:pt x="4300972" y="2325502"/>
                  <a:pt x="4299052" y="2322759"/>
                  <a:pt x="4297771" y="2319650"/>
                </a:cubicBezTo>
                <a:cubicBezTo>
                  <a:pt x="4296491" y="2316450"/>
                  <a:pt x="4295851" y="2313249"/>
                  <a:pt x="4295851" y="2309866"/>
                </a:cubicBezTo>
                <a:cubicBezTo>
                  <a:pt x="4295851" y="2306483"/>
                  <a:pt x="4296491" y="2303191"/>
                  <a:pt x="4297771" y="2300082"/>
                </a:cubicBezTo>
                <a:cubicBezTo>
                  <a:pt x="4299052" y="2296881"/>
                  <a:pt x="4300972" y="2294138"/>
                  <a:pt x="4303349" y="2291761"/>
                </a:cubicBezTo>
                <a:cubicBezTo>
                  <a:pt x="4305727" y="2289383"/>
                  <a:pt x="4308470" y="2287463"/>
                  <a:pt x="4311670" y="2286183"/>
                </a:cubicBezTo>
                <a:cubicBezTo>
                  <a:pt x="4314779" y="2284903"/>
                  <a:pt x="4318071" y="2284263"/>
                  <a:pt x="4321454" y="2284263"/>
                </a:cubicBezTo>
                <a:cubicBezTo>
                  <a:pt x="4324838" y="2284263"/>
                  <a:pt x="4328130" y="2284903"/>
                  <a:pt x="4331238" y="2286183"/>
                </a:cubicBezTo>
                <a:cubicBezTo>
                  <a:pt x="4334347" y="2287463"/>
                  <a:pt x="4337182" y="2289383"/>
                  <a:pt x="4339560" y="2291761"/>
                </a:cubicBezTo>
                <a:cubicBezTo>
                  <a:pt x="4341937" y="2294138"/>
                  <a:pt x="4343766" y="2296881"/>
                  <a:pt x="4345137" y="2300082"/>
                </a:cubicBezTo>
                <a:cubicBezTo>
                  <a:pt x="4346418" y="2303191"/>
                  <a:pt x="4347058" y="2306483"/>
                  <a:pt x="4347058" y="2309866"/>
                </a:cubicBezTo>
              </a:path>
              <a:path w="4820351" h="2335378">
                <a:moveTo>
                  <a:pt x="4768779" y="2198035"/>
                </a:moveTo>
                <a:cubicBezTo>
                  <a:pt x="4768779" y="2201418"/>
                  <a:pt x="4768139" y="2204710"/>
                  <a:pt x="4766859" y="2207819"/>
                </a:cubicBezTo>
                <a:cubicBezTo>
                  <a:pt x="4765487" y="2211019"/>
                  <a:pt x="4763658" y="2213762"/>
                  <a:pt x="4761281" y="2216140"/>
                </a:cubicBezTo>
                <a:cubicBezTo>
                  <a:pt x="4758903" y="2218517"/>
                  <a:pt x="4756069" y="2220346"/>
                  <a:pt x="4752960" y="2221718"/>
                </a:cubicBezTo>
                <a:cubicBezTo>
                  <a:pt x="4749851" y="2222998"/>
                  <a:pt x="4746559" y="2223638"/>
                  <a:pt x="4743176" y="2223638"/>
                </a:cubicBezTo>
                <a:cubicBezTo>
                  <a:pt x="4739792" y="2223638"/>
                  <a:pt x="4736501" y="2222998"/>
                  <a:pt x="4733392" y="2221718"/>
                </a:cubicBezTo>
                <a:cubicBezTo>
                  <a:pt x="4730191" y="2220346"/>
                  <a:pt x="4727448" y="2218517"/>
                  <a:pt x="4725071" y="2216140"/>
                </a:cubicBezTo>
                <a:cubicBezTo>
                  <a:pt x="4722693" y="2213762"/>
                  <a:pt x="4720773" y="2211019"/>
                  <a:pt x="4719493" y="2207819"/>
                </a:cubicBezTo>
                <a:cubicBezTo>
                  <a:pt x="4718213" y="2204710"/>
                  <a:pt x="4717572" y="2201418"/>
                  <a:pt x="4717572" y="2198035"/>
                </a:cubicBezTo>
                <a:cubicBezTo>
                  <a:pt x="4717572" y="2194651"/>
                  <a:pt x="4718213" y="2191451"/>
                  <a:pt x="4719493" y="2188251"/>
                </a:cubicBezTo>
                <a:cubicBezTo>
                  <a:pt x="4720773" y="2185142"/>
                  <a:pt x="4722693" y="2182398"/>
                  <a:pt x="4725071" y="2180021"/>
                </a:cubicBezTo>
                <a:cubicBezTo>
                  <a:pt x="4727448" y="2177552"/>
                  <a:pt x="4730191" y="2175723"/>
                  <a:pt x="4733392" y="2174443"/>
                </a:cubicBezTo>
                <a:cubicBezTo>
                  <a:pt x="4736501" y="2173163"/>
                  <a:pt x="4739792" y="2172523"/>
                  <a:pt x="4743176" y="2172523"/>
                </a:cubicBezTo>
                <a:cubicBezTo>
                  <a:pt x="4746559" y="2172523"/>
                  <a:pt x="4749851" y="2173163"/>
                  <a:pt x="4752960" y="2174443"/>
                </a:cubicBezTo>
                <a:cubicBezTo>
                  <a:pt x="4756069" y="2175723"/>
                  <a:pt x="4758903" y="2177552"/>
                  <a:pt x="4761281" y="2180021"/>
                </a:cubicBezTo>
                <a:cubicBezTo>
                  <a:pt x="4763658" y="2182398"/>
                  <a:pt x="4765487" y="2185142"/>
                  <a:pt x="4766859" y="2188251"/>
                </a:cubicBezTo>
                <a:cubicBezTo>
                  <a:pt x="4768139" y="2191451"/>
                  <a:pt x="4768779" y="2194651"/>
                  <a:pt x="4768779" y="2198035"/>
                </a:cubicBezTo>
              </a:path>
              <a:path w="4820351" h="2335378">
                <a:moveTo>
                  <a:pt x="51206" y="1924812"/>
                </a:moveTo>
                <a:cubicBezTo>
                  <a:pt x="51206" y="1928195"/>
                  <a:pt x="50566" y="1931487"/>
                  <a:pt x="49286" y="1934596"/>
                </a:cubicBezTo>
                <a:cubicBezTo>
                  <a:pt x="48006" y="1937705"/>
                  <a:pt x="46086" y="1940448"/>
                  <a:pt x="43708" y="1942917"/>
                </a:cubicBezTo>
                <a:cubicBezTo>
                  <a:pt x="41331" y="1945295"/>
                  <a:pt x="38496" y="1947123"/>
                  <a:pt x="35387" y="1948404"/>
                </a:cubicBezTo>
                <a:cubicBezTo>
                  <a:pt x="32278" y="1949684"/>
                  <a:pt x="28986" y="1950324"/>
                  <a:pt x="25603" y="1950324"/>
                </a:cubicBezTo>
                <a:cubicBezTo>
                  <a:pt x="22220" y="1950324"/>
                  <a:pt x="18928" y="1949684"/>
                  <a:pt x="15819" y="1948404"/>
                </a:cubicBezTo>
                <a:cubicBezTo>
                  <a:pt x="12710" y="1947123"/>
                  <a:pt x="9876" y="1945295"/>
                  <a:pt x="7498" y="1942917"/>
                </a:cubicBezTo>
                <a:cubicBezTo>
                  <a:pt x="5121" y="1940448"/>
                  <a:pt x="3292" y="1937705"/>
                  <a:pt x="1920" y="1934596"/>
                </a:cubicBezTo>
                <a:cubicBezTo>
                  <a:pt x="640" y="1931487"/>
                  <a:pt x="0" y="1928195"/>
                  <a:pt x="0" y="1924812"/>
                </a:cubicBezTo>
                <a:cubicBezTo>
                  <a:pt x="0" y="1921429"/>
                  <a:pt x="640" y="1918137"/>
                  <a:pt x="1920" y="1915028"/>
                </a:cubicBezTo>
                <a:cubicBezTo>
                  <a:pt x="3292" y="1911919"/>
                  <a:pt x="5121" y="1909084"/>
                  <a:pt x="7498" y="1906707"/>
                </a:cubicBezTo>
                <a:cubicBezTo>
                  <a:pt x="9876" y="1904329"/>
                  <a:pt x="12710" y="1902501"/>
                  <a:pt x="15819" y="1901129"/>
                </a:cubicBezTo>
                <a:cubicBezTo>
                  <a:pt x="18928" y="1899849"/>
                  <a:pt x="22220" y="1899209"/>
                  <a:pt x="25603" y="1899209"/>
                </a:cubicBezTo>
                <a:cubicBezTo>
                  <a:pt x="28986" y="1899209"/>
                  <a:pt x="32278" y="1899849"/>
                  <a:pt x="35387" y="1901129"/>
                </a:cubicBezTo>
                <a:cubicBezTo>
                  <a:pt x="38496" y="1902501"/>
                  <a:pt x="41331" y="1904329"/>
                  <a:pt x="43708" y="1906707"/>
                </a:cubicBezTo>
                <a:cubicBezTo>
                  <a:pt x="46086" y="1909084"/>
                  <a:pt x="48006" y="1911919"/>
                  <a:pt x="49286" y="1915028"/>
                </a:cubicBezTo>
                <a:cubicBezTo>
                  <a:pt x="50566" y="1918137"/>
                  <a:pt x="51206" y="1921429"/>
                  <a:pt x="51206" y="1924812"/>
                </a:cubicBezTo>
              </a:path>
              <a:path w="4820351" h="2335378">
                <a:moveTo>
                  <a:pt x="565922" y="1734251"/>
                </a:moveTo>
                <a:cubicBezTo>
                  <a:pt x="565922" y="1737634"/>
                  <a:pt x="565282" y="1740835"/>
                  <a:pt x="564002" y="1744035"/>
                </a:cubicBezTo>
                <a:cubicBezTo>
                  <a:pt x="562722" y="1747144"/>
                  <a:pt x="560893" y="1749887"/>
                  <a:pt x="558424" y="1752265"/>
                </a:cubicBezTo>
                <a:cubicBezTo>
                  <a:pt x="556047" y="1754734"/>
                  <a:pt x="553303" y="1756562"/>
                  <a:pt x="550194" y="1757843"/>
                </a:cubicBezTo>
                <a:cubicBezTo>
                  <a:pt x="546994" y="1759123"/>
                  <a:pt x="543794" y="1759763"/>
                  <a:pt x="540319" y="1759763"/>
                </a:cubicBezTo>
                <a:cubicBezTo>
                  <a:pt x="536936" y="1759763"/>
                  <a:pt x="533735" y="1759123"/>
                  <a:pt x="530535" y="1757843"/>
                </a:cubicBezTo>
                <a:cubicBezTo>
                  <a:pt x="527426" y="1756562"/>
                  <a:pt x="524683" y="1754734"/>
                  <a:pt x="522214" y="1752265"/>
                </a:cubicBezTo>
                <a:cubicBezTo>
                  <a:pt x="519836" y="1749887"/>
                  <a:pt x="518008" y="1747144"/>
                  <a:pt x="516727" y="1744035"/>
                </a:cubicBezTo>
                <a:cubicBezTo>
                  <a:pt x="515447" y="1740835"/>
                  <a:pt x="514716" y="1737634"/>
                  <a:pt x="514716" y="1734251"/>
                </a:cubicBezTo>
                <a:cubicBezTo>
                  <a:pt x="514716" y="1730868"/>
                  <a:pt x="515447" y="1727576"/>
                  <a:pt x="516727" y="1724467"/>
                </a:cubicBezTo>
                <a:cubicBezTo>
                  <a:pt x="518008" y="1721267"/>
                  <a:pt x="519836" y="1718523"/>
                  <a:pt x="522214" y="1716146"/>
                </a:cubicBezTo>
                <a:cubicBezTo>
                  <a:pt x="524683" y="1713768"/>
                  <a:pt x="527426" y="1711848"/>
                  <a:pt x="530535" y="1710568"/>
                </a:cubicBezTo>
                <a:cubicBezTo>
                  <a:pt x="533735" y="1709288"/>
                  <a:pt x="536936" y="1708648"/>
                  <a:pt x="540319" y="1708648"/>
                </a:cubicBezTo>
                <a:cubicBezTo>
                  <a:pt x="543794" y="1708648"/>
                  <a:pt x="546994" y="1709288"/>
                  <a:pt x="550194" y="1710568"/>
                </a:cubicBezTo>
                <a:cubicBezTo>
                  <a:pt x="553303" y="1711848"/>
                  <a:pt x="556047" y="1713768"/>
                  <a:pt x="558424" y="1716146"/>
                </a:cubicBezTo>
                <a:cubicBezTo>
                  <a:pt x="560893" y="1718523"/>
                  <a:pt x="562722" y="1721267"/>
                  <a:pt x="564002" y="1724467"/>
                </a:cubicBezTo>
                <a:cubicBezTo>
                  <a:pt x="565282" y="1727576"/>
                  <a:pt x="565922" y="1730868"/>
                  <a:pt x="565922" y="1734251"/>
                </a:cubicBezTo>
              </a:path>
              <a:path w="4820351" h="2335378">
                <a:moveTo>
                  <a:pt x="920344" y="1845716"/>
                </a:moveTo>
                <a:cubicBezTo>
                  <a:pt x="920344" y="1849100"/>
                  <a:pt x="919704" y="1852392"/>
                  <a:pt x="918423" y="1855500"/>
                </a:cubicBezTo>
                <a:cubicBezTo>
                  <a:pt x="917143" y="1858609"/>
                  <a:pt x="915223" y="1861353"/>
                  <a:pt x="912846" y="1863822"/>
                </a:cubicBezTo>
                <a:cubicBezTo>
                  <a:pt x="910468" y="1866199"/>
                  <a:pt x="907725" y="1868028"/>
                  <a:pt x="904524" y="1869308"/>
                </a:cubicBezTo>
                <a:cubicBezTo>
                  <a:pt x="901416" y="1870588"/>
                  <a:pt x="898124" y="1871320"/>
                  <a:pt x="894740" y="1871320"/>
                </a:cubicBezTo>
                <a:cubicBezTo>
                  <a:pt x="891357" y="1871320"/>
                  <a:pt x="888065" y="1870588"/>
                  <a:pt x="884956" y="1869308"/>
                </a:cubicBezTo>
                <a:cubicBezTo>
                  <a:pt x="881847" y="1868028"/>
                  <a:pt x="879013" y="1866199"/>
                  <a:pt x="876635" y="1863822"/>
                </a:cubicBezTo>
                <a:cubicBezTo>
                  <a:pt x="874258" y="1861353"/>
                  <a:pt x="872429" y="1858609"/>
                  <a:pt x="871057" y="1855500"/>
                </a:cubicBezTo>
                <a:cubicBezTo>
                  <a:pt x="869777" y="1852392"/>
                  <a:pt x="869137" y="1849100"/>
                  <a:pt x="869137" y="1845716"/>
                </a:cubicBezTo>
                <a:cubicBezTo>
                  <a:pt x="869137" y="1842333"/>
                  <a:pt x="869777" y="1839041"/>
                  <a:pt x="871057" y="1835932"/>
                </a:cubicBezTo>
                <a:cubicBezTo>
                  <a:pt x="872429" y="1832823"/>
                  <a:pt x="874258" y="1829989"/>
                  <a:pt x="876635" y="1827611"/>
                </a:cubicBezTo>
                <a:cubicBezTo>
                  <a:pt x="879013" y="1825234"/>
                  <a:pt x="881847" y="1823405"/>
                  <a:pt x="884956" y="1822033"/>
                </a:cubicBezTo>
                <a:cubicBezTo>
                  <a:pt x="888065" y="1820753"/>
                  <a:pt x="891357" y="1820113"/>
                  <a:pt x="894740" y="1820113"/>
                </a:cubicBezTo>
                <a:cubicBezTo>
                  <a:pt x="898124" y="1820113"/>
                  <a:pt x="901416" y="1820753"/>
                  <a:pt x="904524" y="1822033"/>
                </a:cubicBezTo>
                <a:cubicBezTo>
                  <a:pt x="907725" y="1823405"/>
                  <a:pt x="910468" y="1825234"/>
                  <a:pt x="912846" y="1827611"/>
                </a:cubicBezTo>
                <a:cubicBezTo>
                  <a:pt x="915223" y="1829989"/>
                  <a:pt x="917143" y="1832823"/>
                  <a:pt x="918423" y="1835932"/>
                </a:cubicBezTo>
                <a:cubicBezTo>
                  <a:pt x="919704" y="1839041"/>
                  <a:pt x="920344" y="1842333"/>
                  <a:pt x="920344" y="1845716"/>
                </a:cubicBezTo>
              </a:path>
              <a:path w="4820351" h="2335378">
                <a:moveTo>
                  <a:pt x="1275405" y="1929201"/>
                </a:moveTo>
                <a:cubicBezTo>
                  <a:pt x="1275405" y="1932676"/>
                  <a:pt x="1274765" y="1935876"/>
                  <a:pt x="1273485" y="1939077"/>
                </a:cubicBezTo>
                <a:cubicBezTo>
                  <a:pt x="1272113" y="1942186"/>
                  <a:pt x="1270284" y="1944929"/>
                  <a:pt x="1267907" y="1947306"/>
                </a:cubicBezTo>
                <a:cubicBezTo>
                  <a:pt x="1265530" y="1949684"/>
                  <a:pt x="1262695" y="1951604"/>
                  <a:pt x="1259586" y="1952884"/>
                </a:cubicBezTo>
                <a:cubicBezTo>
                  <a:pt x="1256477" y="1954164"/>
                  <a:pt x="1253185" y="1954804"/>
                  <a:pt x="1249802" y="1954804"/>
                </a:cubicBezTo>
                <a:cubicBezTo>
                  <a:pt x="1246419" y="1954804"/>
                  <a:pt x="1243127" y="1954164"/>
                  <a:pt x="1240018" y="1952884"/>
                </a:cubicBezTo>
                <a:cubicBezTo>
                  <a:pt x="1236909" y="1951604"/>
                  <a:pt x="1234074" y="1949684"/>
                  <a:pt x="1231697" y="1947306"/>
                </a:cubicBezTo>
                <a:cubicBezTo>
                  <a:pt x="1229319" y="1944929"/>
                  <a:pt x="1227491" y="1942186"/>
                  <a:pt x="1226119" y="1939077"/>
                </a:cubicBezTo>
                <a:cubicBezTo>
                  <a:pt x="1224839" y="1935876"/>
                  <a:pt x="1224199" y="1932676"/>
                  <a:pt x="1224199" y="1929201"/>
                </a:cubicBezTo>
                <a:cubicBezTo>
                  <a:pt x="1224199" y="1925818"/>
                  <a:pt x="1224839" y="1922617"/>
                  <a:pt x="1226119" y="1919417"/>
                </a:cubicBezTo>
                <a:cubicBezTo>
                  <a:pt x="1227491" y="1916308"/>
                  <a:pt x="1229319" y="1913565"/>
                  <a:pt x="1231697" y="1911187"/>
                </a:cubicBezTo>
                <a:cubicBezTo>
                  <a:pt x="1234074" y="1908719"/>
                  <a:pt x="1236909" y="1906890"/>
                  <a:pt x="1240018" y="1905610"/>
                </a:cubicBezTo>
                <a:cubicBezTo>
                  <a:pt x="1243127" y="1904329"/>
                  <a:pt x="1246419" y="1903689"/>
                  <a:pt x="1249802" y="1903689"/>
                </a:cubicBezTo>
                <a:cubicBezTo>
                  <a:pt x="1253185" y="1903689"/>
                  <a:pt x="1256477" y="1904329"/>
                  <a:pt x="1259586" y="1905610"/>
                </a:cubicBezTo>
                <a:cubicBezTo>
                  <a:pt x="1262695" y="1906890"/>
                  <a:pt x="1265530" y="1908719"/>
                  <a:pt x="1267907" y="1911187"/>
                </a:cubicBezTo>
                <a:cubicBezTo>
                  <a:pt x="1270284" y="1913565"/>
                  <a:pt x="1272113" y="1916308"/>
                  <a:pt x="1273485" y="1919417"/>
                </a:cubicBezTo>
                <a:cubicBezTo>
                  <a:pt x="1274765" y="1922617"/>
                  <a:pt x="1275405" y="1925818"/>
                  <a:pt x="1275405" y="1929201"/>
                </a:cubicBezTo>
              </a:path>
              <a:path w="4820351" h="2335378">
                <a:moveTo>
                  <a:pt x="1770004" y="1893722"/>
                </a:moveTo>
                <a:cubicBezTo>
                  <a:pt x="1770004" y="1897106"/>
                  <a:pt x="1769273" y="1900398"/>
                  <a:pt x="1767992" y="1903506"/>
                </a:cubicBezTo>
                <a:cubicBezTo>
                  <a:pt x="1766712" y="1906615"/>
                  <a:pt x="1764883" y="1909450"/>
                  <a:pt x="1762506" y="1911828"/>
                </a:cubicBezTo>
                <a:cubicBezTo>
                  <a:pt x="1760037" y="1914205"/>
                  <a:pt x="1757294" y="1916034"/>
                  <a:pt x="1754185" y="1917314"/>
                </a:cubicBezTo>
                <a:cubicBezTo>
                  <a:pt x="1750985" y="1918686"/>
                  <a:pt x="1747784" y="1919326"/>
                  <a:pt x="1744401" y="1919326"/>
                </a:cubicBezTo>
                <a:cubicBezTo>
                  <a:pt x="1740926" y="1919326"/>
                  <a:pt x="1737726" y="1918686"/>
                  <a:pt x="1734525" y="1917314"/>
                </a:cubicBezTo>
                <a:cubicBezTo>
                  <a:pt x="1731416" y="1916034"/>
                  <a:pt x="1728673" y="1914205"/>
                  <a:pt x="1726296" y="1911828"/>
                </a:cubicBezTo>
                <a:cubicBezTo>
                  <a:pt x="1723827" y="1909450"/>
                  <a:pt x="1721998" y="1906615"/>
                  <a:pt x="1720718" y="1903506"/>
                </a:cubicBezTo>
                <a:cubicBezTo>
                  <a:pt x="1719438" y="1900398"/>
                  <a:pt x="1718706" y="1897106"/>
                  <a:pt x="1718706" y="1893722"/>
                </a:cubicBezTo>
                <a:cubicBezTo>
                  <a:pt x="1718706" y="1890339"/>
                  <a:pt x="1719438" y="1887047"/>
                  <a:pt x="1720718" y="1883938"/>
                </a:cubicBezTo>
                <a:cubicBezTo>
                  <a:pt x="1721998" y="1880829"/>
                  <a:pt x="1723827" y="1877995"/>
                  <a:pt x="1726296" y="1875617"/>
                </a:cubicBezTo>
                <a:cubicBezTo>
                  <a:pt x="1728673" y="1873240"/>
                  <a:pt x="1731416" y="1871411"/>
                  <a:pt x="1734525" y="1870131"/>
                </a:cubicBezTo>
                <a:cubicBezTo>
                  <a:pt x="1737726" y="1868759"/>
                  <a:pt x="1740926" y="1868119"/>
                  <a:pt x="1744401" y="1868119"/>
                </a:cubicBezTo>
                <a:cubicBezTo>
                  <a:pt x="1747784" y="1868119"/>
                  <a:pt x="1750985" y="1868759"/>
                  <a:pt x="1754185" y="1870131"/>
                </a:cubicBezTo>
                <a:cubicBezTo>
                  <a:pt x="1757294" y="1871411"/>
                  <a:pt x="1760037" y="1873240"/>
                  <a:pt x="1762506" y="1875617"/>
                </a:cubicBezTo>
                <a:cubicBezTo>
                  <a:pt x="1764883" y="1877995"/>
                  <a:pt x="1766712" y="1880829"/>
                  <a:pt x="1767992" y="1883938"/>
                </a:cubicBezTo>
                <a:cubicBezTo>
                  <a:pt x="1769273" y="1887047"/>
                  <a:pt x="1770004" y="1890339"/>
                  <a:pt x="1770004" y="1893722"/>
                </a:cubicBezTo>
              </a:path>
              <a:path w="4820351" h="2335378">
                <a:moveTo>
                  <a:pt x="2314895" y="1916308"/>
                </a:moveTo>
                <a:cubicBezTo>
                  <a:pt x="2314895" y="1919691"/>
                  <a:pt x="2314255" y="1922892"/>
                  <a:pt x="2312883" y="1926092"/>
                </a:cubicBezTo>
                <a:cubicBezTo>
                  <a:pt x="2311603" y="1929201"/>
                  <a:pt x="2309774" y="1931944"/>
                  <a:pt x="2307397" y="1934322"/>
                </a:cubicBezTo>
                <a:cubicBezTo>
                  <a:pt x="2304928" y="1936791"/>
                  <a:pt x="2302185" y="1938619"/>
                  <a:pt x="2299076" y="1939900"/>
                </a:cubicBezTo>
                <a:cubicBezTo>
                  <a:pt x="2295967" y="1941180"/>
                  <a:pt x="2292675" y="1941820"/>
                  <a:pt x="2289292" y="1941820"/>
                </a:cubicBezTo>
                <a:cubicBezTo>
                  <a:pt x="2285909" y="1941820"/>
                  <a:pt x="2282617" y="1941180"/>
                  <a:pt x="2279508" y="1939900"/>
                </a:cubicBezTo>
                <a:cubicBezTo>
                  <a:pt x="2276307" y="1938619"/>
                  <a:pt x="2273564" y="1936791"/>
                  <a:pt x="2271187" y="1934322"/>
                </a:cubicBezTo>
                <a:cubicBezTo>
                  <a:pt x="2268718" y="1931944"/>
                  <a:pt x="2266889" y="1929201"/>
                  <a:pt x="2265609" y="1926092"/>
                </a:cubicBezTo>
                <a:cubicBezTo>
                  <a:pt x="2264329" y="1922892"/>
                  <a:pt x="2263689" y="1919691"/>
                  <a:pt x="2263689" y="1916308"/>
                </a:cubicBezTo>
                <a:cubicBezTo>
                  <a:pt x="2263689" y="1912833"/>
                  <a:pt x="2264329" y="1909633"/>
                  <a:pt x="2265609" y="1906524"/>
                </a:cubicBezTo>
                <a:cubicBezTo>
                  <a:pt x="2266889" y="1903324"/>
                  <a:pt x="2268718" y="1900580"/>
                  <a:pt x="2271187" y="1898203"/>
                </a:cubicBezTo>
                <a:cubicBezTo>
                  <a:pt x="2273564" y="1895826"/>
                  <a:pt x="2276307" y="1893905"/>
                  <a:pt x="2279508" y="1892625"/>
                </a:cubicBezTo>
                <a:cubicBezTo>
                  <a:pt x="2282617" y="1891345"/>
                  <a:pt x="2285909" y="1890705"/>
                  <a:pt x="2289292" y="1890705"/>
                </a:cubicBezTo>
                <a:cubicBezTo>
                  <a:pt x="2292675" y="1890705"/>
                  <a:pt x="2295967" y="1891345"/>
                  <a:pt x="2299076" y="1892625"/>
                </a:cubicBezTo>
                <a:cubicBezTo>
                  <a:pt x="2302185" y="1893905"/>
                  <a:pt x="2304928" y="1895826"/>
                  <a:pt x="2307397" y="1898203"/>
                </a:cubicBezTo>
                <a:cubicBezTo>
                  <a:pt x="2309774" y="1900580"/>
                  <a:pt x="2311603" y="1903324"/>
                  <a:pt x="2312883" y="1906524"/>
                </a:cubicBezTo>
                <a:cubicBezTo>
                  <a:pt x="2314255" y="1909633"/>
                  <a:pt x="2314895" y="1912833"/>
                  <a:pt x="2314895" y="1916308"/>
                </a:cubicBezTo>
              </a:path>
              <a:path w="4820351" h="2335378">
                <a:moveTo>
                  <a:pt x="2576596" y="1743486"/>
                </a:moveTo>
                <a:cubicBezTo>
                  <a:pt x="2576596" y="1746870"/>
                  <a:pt x="2575956" y="1750162"/>
                  <a:pt x="2574676" y="1753271"/>
                </a:cubicBezTo>
                <a:cubicBezTo>
                  <a:pt x="2573396" y="1756380"/>
                  <a:pt x="2571476" y="1759214"/>
                  <a:pt x="2569098" y="1761592"/>
                </a:cubicBezTo>
                <a:cubicBezTo>
                  <a:pt x="2566721" y="1763969"/>
                  <a:pt x="2563978" y="1765798"/>
                  <a:pt x="2560777" y="1767169"/>
                </a:cubicBezTo>
                <a:cubicBezTo>
                  <a:pt x="2557668" y="1768450"/>
                  <a:pt x="2554376" y="1769090"/>
                  <a:pt x="2550993" y="1769090"/>
                </a:cubicBezTo>
                <a:cubicBezTo>
                  <a:pt x="2547610" y="1769090"/>
                  <a:pt x="2544318" y="1768450"/>
                  <a:pt x="2541209" y="1767169"/>
                </a:cubicBezTo>
                <a:cubicBezTo>
                  <a:pt x="2538100" y="1765798"/>
                  <a:pt x="2535265" y="1763969"/>
                  <a:pt x="2532888" y="1761592"/>
                </a:cubicBezTo>
                <a:cubicBezTo>
                  <a:pt x="2530511" y="1759214"/>
                  <a:pt x="2528682" y="1756380"/>
                  <a:pt x="2527310" y="1753271"/>
                </a:cubicBezTo>
                <a:cubicBezTo>
                  <a:pt x="2526030" y="1750162"/>
                  <a:pt x="2525390" y="1746870"/>
                  <a:pt x="2525390" y="1743486"/>
                </a:cubicBezTo>
                <a:cubicBezTo>
                  <a:pt x="2525390" y="1740103"/>
                  <a:pt x="2526030" y="1736811"/>
                  <a:pt x="2527310" y="1733702"/>
                </a:cubicBezTo>
                <a:cubicBezTo>
                  <a:pt x="2528682" y="1730593"/>
                  <a:pt x="2530511" y="1727850"/>
                  <a:pt x="2532888" y="1725381"/>
                </a:cubicBezTo>
                <a:cubicBezTo>
                  <a:pt x="2535265" y="1723004"/>
                  <a:pt x="2538100" y="1721175"/>
                  <a:pt x="2541209" y="1719895"/>
                </a:cubicBezTo>
                <a:cubicBezTo>
                  <a:pt x="2544318" y="1718615"/>
                  <a:pt x="2547610" y="1717883"/>
                  <a:pt x="2550993" y="1717883"/>
                </a:cubicBezTo>
                <a:cubicBezTo>
                  <a:pt x="2554376" y="1717883"/>
                  <a:pt x="2557668" y="1718615"/>
                  <a:pt x="2560777" y="1719895"/>
                </a:cubicBezTo>
                <a:cubicBezTo>
                  <a:pt x="2563978" y="1721175"/>
                  <a:pt x="2566721" y="1723004"/>
                  <a:pt x="2569098" y="1725381"/>
                </a:cubicBezTo>
                <a:cubicBezTo>
                  <a:pt x="2571476" y="1727850"/>
                  <a:pt x="2573396" y="1730593"/>
                  <a:pt x="2574676" y="1733702"/>
                </a:cubicBezTo>
                <a:cubicBezTo>
                  <a:pt x="2575956" y="1736811"/>
                  <a:pt x="2576596" y="1740103"/>
                  <a:pt x="2576596" y="1743486"/>
                </a:cubicBezTo>
              </a:path>
              <a:path w="4820351" h="2335378">
                <a:moveTo>
                  <a:pt x="3125602" y="1919600"/>
                </a:moveTo>
                <a:cubicBezTo>
                  <a:pt x="3125602" y="1922983"/>
                  <a:pt x="3124962" y="1926275"/>
                  <a:pt x="3123682" y="1929384"/>
                </a:cubicBezTo>
                <a:cubicBezTo>
                  <a:pt x="3122310" y="1932493"/>
                  <a:pt x="3120481" y="1935236"/>
                  <a:pt x="3118104" y="1937705"/>
                </a:cubicBezTo>
                <a:cubicBezTo>
                  <a:pt x="3115727" y="1940082"/>
                  <a:pt x="3112892" y="1941911"/>
                  <a:pt x="3109783" y="1943191"/>
                </a:cubicBezTo>
                <a:cubicBezTo>
                  <a:pt x="3106674" y="1944472"/>
                  <a:pt x="3103382" y="1945203"/>
                  <a:pt x="3099999" y="1945203"/>
                </a:cubicBezTo>
                <a:cubicBezTo>
                  <a:pt x="3096616" y="1945203"/>
                  <a:pt x="3093324" y="1944472"/>
                  <a:pt x="3090215" y="1943191"/>
                </a:cubicBezTo>
                <a:cubicBezTo>
                  <a:pt x="3087014" y="1941911"/>
                  <a:pt x="3084271" y="1940082"/>
                  <a:pt x="3081894" y="1937705"/>
                </a:cubicBezTo>
                <a:cubicBezTo>
                  <a:pt x="3079516" y="1935236"/>
                  <a:pt x="3077596" y="1932493"/>
                  <a:pt x="3076316" y="1929384"/>
                </a:cubicBezTo>
                <a:cubicBezTo>
                  <a:pt x="3075036" y="1926275"/>
                  <a:pt x="3074396" y="1922983"/>
                  <a:pt x="3074396" y="1919600"/>
                </a:cubicBezTo>
                <a:cubicBezTo>
                  <a:pt x="3074396" y="1916217"/>
                  <a:pt x="3075036" y="1912925"/>
                  <a:pt x="3076316" y="1909816"/>
                </a:cubicBezTo>
                <a:cubicBezTo>
                  <a:pt x="3077596" y="1906707"/>
                  <a:pt x="3079516" y="1903872"/>
                  <a:pt x="3081894" y="1901495"/>
                </a:cubicBezTo>
                <a:cubicBezTo>
                  <a:pt x="3084271" y="1899117"/>
                  <a:pt x="3087014" y="1897289"/>
                  <a:pt x="3090215" y="1895917"/>
                </a:cubicBezTo>
                <a:cubicBezTo>
                  <a:pt x="3093324" y="1894637"/>
                  <a:pt x="3096616" y="1893997"/>
                  <a:pt x="3099999" y="1893997"/>
                </a:cubicBezTo>
                <a:cubicBezTo>
                  <a:pt x="3103382" y="1893997"/>
                  <a:pt x="3106674" y="1894637"/>
                  <a:pt x="3109783" y="1895917"/>
                </a:cubicBezTo>
                <a:cubicBezTo>
                  <a:pt x="3112892" y="1897289"/>
                  <a:pt x="3115727" y="1899117"/>
                  <a:pt x="3118104" y="1901495"/>
                </a:cubicBezTo>
                <a:cubicBezTo>
                  <a:pt x="3120481" y="1903872"/>
                  <a:pt x="3122310" y="1906707"/>
                  <a:pt x="3123682" y="1909816"/>
                </a:cubicBezTo>
                <a:cubicBezTo>
                  <a:pt x="3124962" y="1912925"/>
                  <a:pt x="3125602" y="1916217"/>
                  <a:pt x="3125602" y="1919600"/>
                </a:cubicBezTo>
              </a:path>
              <a:path w="4820351" h="2335378">
                <a:moveTo>
                  <a:pt x="3567257" y="1945752"/>
                </a:moveTo>
                <a:cubicBezTo>
                  <a:pt x="3567257" y="1949135"/>
                  <a:pt x="3566617" y="1952335"/>
                  <a:pt x="3565246" y="1955536"/>
                </a:cubicBezTo>
                <a:cubicBezTo>
                  <a:pt x="3563965" y="1958645"/>
                  <a:pt x="3562137" y="1961388"/>
                  <a:pt x="3559759" y="1963765"/>
                </a:cubicBezTo>
                <a:cubicBezTo>
                  <a:pt x="3557290" y="1966234"/>
                  <a:pt x="3554547" y="1968063"/>
                  <a:pt x="3551438" y="1969343"/>
                </a:cubicBezTo>
                <a:cubicBezTo>
                  <a:pt x="3548329" y="1970623"/>
                  <a:pt x="3545037" y="1971264"/>
                  <a:pt x="3541654" y="1971264"/>
                </a:cubicBezTo>
                <a:cubicBezTo>
                  <a:pt x="3538271" y="1971264"/>
                  <a:pt x="3534979" y="1970623"/>
                  <a:pt x="3531870" y="1969343"/>
                </a:cubicBezTo>
                <a:cubicBezTo>
                  <a:pt x="3528670" y="1968063"/>
                  <a:pt x="3525926" y="1966234"/>
                  <a:pt x="3523549" y="1963765"/>
                </a:cubicBezTo>
                <a:cubicBezTo>
                  <a:pt x="3521080" y="1961388"/>
                  <a:pt x="3519251" y="1958645"/>
                  <a:pt x="3517971" y="1955536"/>
                </a:cubicBezTo>
                <a:cubicBezTo>
                  <a:pt x="3516691" y="1952335"/>
                  <a:pt x="3516051" y="1949135"/>
                  <a:pt x="3516051" y="1945752"/>
                </a:cubicBezTo>
                <a:cubicBezTo>
                  <a:pt x="3516051" y="1942368"/>
                  <a:pt x="3516691" y="1939077"/>
                  <a:pt x="3517971" y="1935968"/>
                </a:cubicBezTo>
                <a:cubicBezTo>
                  <a:pt x="3519251" y="1932767"/>
                  <a:pt x="3521080" y="1930024"/>
                  <a:pt x="3523549" y="1927647"/>
                </a:cubicBezTo>
                <a:cubicBezTo>
                  <a:pt x="3525926" y="1925269"/>
                  <a:pt x="3528670" y="1923440"/>
                  <a:pt x="3531870" y="1922069"/>
                </a:cubicBezTo>
                <a:cubicBezTo>
                  <a:pt x="3534979" y="1920789"/>
                  <a:pt x="3538271" y="1920149"/>
                  <a:pt x="3541654" y="1920149"/>
                </a:cubicBezTo>
                <a:cubicBezTo>
                  <a:pt x="3545037" y="1920149"/>
                  <a:pt x="3548329" y="1920789"/>
                  <a:pt x="3551438" y="1922069"/>
                </a:cubicBezTo>
                <a:cubicBezTo>
                  <a:pt x="3554547" y="1923440"/>
                  <a:pt x="3557290" y="1925269"/>
                  <a:pt x="3559759" y="1927647"/>
                </a:cubicBezTo>
                <a:cubicBezTo>
                  <a:pt x="3562137" y="1930024"/>
                  <a:pt x="3563965" y="1932767"/>
                  <a:pt x="3565246" y="1935968"/>
                </a:cubicBezTo>
                <a:cubicBezTo>
                  <a:pt x="3566617" y="1939077"/>
                  <a:pt x="3567257" y="1942368"/>
                  <a:pt x="3567257" y="1945752"/>
                </a:cubicBezTo>
              </a:path>
              <a:path w="4820351" h="2335378">
                <a:moveTo>
                  <a:pt x="4002237" y="1737451"/>
                </a:moveTo>
                <a:cubicBezTo>
                  <a:pt x="4002237" y="1740835"/>
                  <a:pt x="4001597" y="1744127"/>
                  <a:pt x="4000317" y="1747236"/>
                </a:cubicBezTo>
                <a:cubicBezTo>
                  <a:pt x="3998946" y="1750344"/>
                  <a:pt x="3997117" y="1753088"/>
                  <a:pt x="3994739" y="1755557"/>
                </a:cubicBezTo>
                <a:cubicBezTo>
                  <a:pt x="3992362" y="1757934"/>
                  <a:pt x="3989527" y="1759763"/>
                  <a:pt x="3986418" y="1761043"/>
                </a:cubicBezTo>
                <a:cubicBezTo>
                  <a:pt x="3983309" y="1762323"/>
                  <a:pt x="3980017" y="1763055"/>
                  <a:pt x="3976634" y="1763055"/>
                </a:cubicBezTo>
                <a:cubicBezTo>
                  <a:pt x="3973251" y="1763055"/>
                  <a:pt x="3969959" y="1762323"/>
                  <a:pt x="3966850" y="1761043"/>
                </a:cubicBezTo>
                <a:cubicBezTo>
                  <a:pt x="3963650" y="1759763"/>
                  <a:pt x="3960906" y="1757934"/>
                  <a:pt x="3958529" y="1755557"/>
                </a:cubicBezTo>
                <a:cubicBezTo>
                  <a:pt x="3956152" y="1753088"/>
                  <a:pt x="3954231" y="1750344"/>
                  <a:pt x="3952951" y="1747236"/>
                </a:cubicBezTo>
                <a:cubicBezTo>
                  <a:pt x="3951671" y="1744127"/>
                  <a:pt x="3951031" y="1740835"/>
                  <a:pt x="3951031" y="1737451"/>
                </a:cubicBezTo>
                <a:cubicBezTo>
                  <a:pt x="3951031" y="1734068"/>
                  <a:pt x="3951671" y="1730776"/>
                  <a:pt x="3952951" y="1727667"/>
                </a:cubicBezTo>
                <a:cubicBezTo>
                  <a:pt x="3954231" y="1724558"/>
                  <a:pt x="3956152" y="1721724"/>
                  <a:pt x="3958529" y="1719346"/>
                </a:cubicBezTo>
                <a:cubicBezTo>
                  <a:pt x="3960906" y="1716969"/>
                  <a:pt x="3963650" y="1715140"/>
                  <a:pt x="3966850" y="1713768"/>
                </a:cubicBezTo>
                <a:cubicBezTo>
                  <a:pt x="3969959" y="1712488"/>
                  <a:pt x="3973251" y="1711848"/>
                  <a:pt x="3976634" y="1711848"/>
                </a:cubicBezTo>
                <a:cubicBezTo>
                  <a:pt x="3980017" y="1711848"/>
                  <a:pt x="3983309" y="1712488"/>
                  <a:pt x="3986418" y="1713768"/>
                </a:cubicBezTo>
                <a:cubicBezTo>
                  <a:pt x="3989527" y="1715140"/>
                  <a:pt x="3992362" y="1716969"/>
                  <a:pt x="3994739" y="1719346"/>
                </a:cubicBezTo>
                <a:cubicBezTo>
                  <a:pt x="3997117" y="1721724"/>
                  <a:pt x="3998946" y="1724558"/>
                  <a:pt x="4000317" y="1727667"/>
                </a:cubicBezTo>
                <a:cubicBezTo>
                  <a:pt x="4001597" y="1730776"/>
                  <a:pt x="4002237" y="1734068"/>
                  <a:pt x="4002237" y="1737451"/>
                </a:cubicBezTo>
              </a:path>
              <a:path w="4820351" h="2335378">
                <a:moveTo>
                  <a:pt x="4514027" y="1799265"/>
                </a:moveTo>
                <a:cubicBezTo>
                  <a:pt x="4514027" y="1802648"/>
                  <a:pt x="4513387" y="1805940"/>
                  <a:pt x="4512107" y="1809049"/>
                </a:cubicBezTo>
                <a:cubicBezTo>
                  <a:pt x="4510827" y="1812249"/>
                  <a:pt x="4508906" y="1814993"/>
                  <a:pt x="4506529" y="1817370"/>
                </a:cubicBezTo>
                <a:cubicBezTo>
                  <a:pt x="4504152" y="1819747"/>
                  <a:pt x="4501408" y="1821576"/>
                  <a:pt x="4498208" y="1822948"/>
                </a:cubicBezTo>
                <a:cubicBezTo>
                  <a:pt x="4495099" y="1824228"/>
                  <a:pt x="4491807" y="1824868"/>
                  <a:pt x="4488424" y="1824868"/>
                </a:cubicBezTo>
                <a:cubicBezTo>
                  <a:pt x="4485041" y="1824868"/>
                  <a:pt x="4481749" y="1824228"/>
                  <a:pt x="4478640" y="1822948"/>
                </a:cubicBezTo>
                <a:cubicBezTo>
                  <a:pt x="4475531" y="1821576"/>
                  <a:pt x="4472696" y="1819747"/>
                  <a:pt x="4470319" y="1817370"/>
                </a:cubicBezTo>
                <a:cubicBezTo>
                  <a:pt x="4467941" y="1814993"/>
                  <a:pt x="4466112" y="1812249"/>
                  <a:pt x="4464741" y="1809049"/>
                </a:cubicBezTo>
                <a:cubicBezTo>
                  <a:pt x="4463461" y="1805940"/>
                  <a:pt x="4462821" y="1802648"/>
                  <a:pt x="4462821" y="1799265"/>
                </a:cubicBezTo>
                <a:cubicBezTo>
                  <a:pt x="4462821" y="1795882"/>
                  <a:pt x="4463461" y="1792681"/>
                  <a:pt x="4464741" y="1789481"/>
                </a:cubicBezTo>
                <a:cubicBezTo>
                  <a:pt x="4466112" y="1786372"/>
                  <a:pt x="4467941" y="1783629"/>
                  <a:pt x="4470319" y="1781251"/>
                </a:cubicBezTo>
                <a:cubicBezTo>
                  <a:pt x="4472696" y="1778782"/>
                  <a:pt x="4475531" y="1776954"/>
                  <a:pt x="4478640" y="1775673"/>
                </a:cubicBezTo>
                <a:cubicBezTo>
                  <a:pt x="4481749" y="1774393"/>
                  <a:pt x="4485041" y="1773753"/>
                  <a:pt x="4488424" y="1773753"/>
                </a:cubicBezTo>
                <a:cubicBezTo>
                  <a:pt x="4491807" y="1773753"/>
                  <a:pt x="4495099" y="1774393"/>
                  <a:pt x="4498208" y="1775673"/>
                </a:cubicBezTo>
                <a:cubicBezTo>
                  <a:pt x="4501408" y="1776954"/>
                  <a:pt x="4504152" y="1778782"/>
                  <a:pt x="4506529" y="1781251"/>
                </a:cubicBezTo>
                <a:cubicBezTo>
                  <a:pt x="4508906" y="1783629"/>
                  <a:pt x="4510827" y="1786372"/>
                  <a:pt x="4512107" y="1789481"/>
                </a:cubicBezTo>
                <a:cubicBezTo>
                  <a:pt x="4513387" y="1792681"/>
                  <a:pt x="4514027" y="1795882"/>
                  <a:pt x="4514027" y="1799265"/>
                </a:cubicBezTo>
              </a:path>
              <a:path w="4820351" h="2335378">
                <a:moveTo>
                  <a:pt x="4820351" y="1871502"/>
                </a:moveTo>
                <a:cubicBezTo>
                  <a:pt x="4820351" y="1874886"/>
                  <a:pt x="4819711" y="1878086"/>
                  <a:pt x="4818431" y="1881287"/>
                </a:cubicBezTo>
                <a:cubicBezTo>
                  <a:pt x="4817151" y="1884396"/>
                  <a:pt x="4815230" y="1887139"/>
                  <a:pt x="4812853" y="1889516"/>
                </a:cubicBezTo>
                <a:cubicBezTo>
                  <a:pt x="4810476" y="1891985"/>
                  <a:pt x="4807641" y="1893814"/>
                  <a:pt x="4804532" y="1895094"/>
                </a:cubicBezTo>
                <a:cubicBezTo>
                  <a:pt x="4801423" y="1896374"/>
                  <a:pt x="4798131" y="1897014"/>
                  <a:pt x="4794748" y="1897014"/>
                </a:cubicBezTo>
                <a:cubicBezTo>
                  <a:pt x="4791365" y="1897014"/>
                  <a:pt x="4788073" y="1896374"/>
                  <a:pt x="4784964" y="1895094"/>
                </a:cubicBezTo>
                <a:cubicBezTo>
                  <a:pt x="4781855" y="1893814"/>
                  <a:pt x="4779020" y="1891985"/>
                  <a:pt x="4776643" y="1889516"/>
                </a:cubicBezTo>
                <a:cubicBezTo>
                  <a:pt x="4774265" y="1887139"/>
                  <a:pt x="4772436" y="1884396"/>
                  <a:pt x="4771065" y="1881287"/>
                </a:cubicBezTo>
                <a:cubicBezTo>
                  <a:pt x="4769785" y="1878086"/>
                  <a:pt x="4769145" y="1874886"/>
                  <a:pt x="4769145" y="1871502"/>
                </a:cubicBezTo>
                <a:cubicBezTo>
                  <a:pt x="4769145" y="1868119"/>
                  <a:pt x="4769785" y="1864827"/>
                  <a:pt x="4771065" y="1861718"/>
                </a:cubicBezTo>
                <a:cubicBezTo>
                  <a:pt x="4772436" y="1858518"/>
                  <a:pt x="4774265" y="1855775"/>
                  <a:pt x="4776643" y="1853397"/>
                </a:cubicBezTo>
                <a:cubicBezTo>
                  <a:pt x="4779020" y="1851020"/>
                  <a:pt x="4781855" y="1849100"/>
                  <a:pt x="4784964" y="1847820"/>
                </a:cubicBezTo>
                <a:cubicBezTo>
                  <a:pt x="4788073" y="1846539"/>
                  <a:pt x="4791365" y="1845899"/>
                  <a:pt x="4794748" y="1845899"/>
                </a:cubicBezTo>
                <a:cubicBezTo>
                  <a:pt x="4798131" y="1845899"/>
                  <a:pt x="4801423" y="1846539"/>
                  <a:pt x="4804532" y="1847820"/>
                </a:cubicBezTo>
                <a:cubicBezTo>
                  <a:pt x="4807641" y="1849100"/>
                  <a:pt x="4810476" y="1851020"/>
                  <a:pt x="4812853" y="1853397"/>
                </a:cubicBezTo>
                <a:cubicBezTo>
                  <a:pt x="4815230" y="1855775"/>
                  <a:pt x="4817151" y="1858518"/>
                  <a:pt x="4818431" y="1861718"/>
                </a:cubicBezTo>
                <a:cubicBezTo>
                  <a:pt x="4819711" y="1864827"/>
                  <a:pt x="4820351" y="1868119"/>
                  <a:pt x="4820351" y="1871502"/>
                </a:cubicBezTo>
              </a:path>
              <a:path w="4820351" h="2335378">
                <a:moveTo>
                  <a:pt x="51206" y="1465052"/>
                </a:moveTo>
                <a:cubicBezTo>
                  <a:pt x="51206" y="1468435"/>
                  <a:pt x="50566" y="1471635"/>
                  <a:pt x="49286" y="1474836"/>
                </a:cubicBezTo>
                <a:cubicBezTo>
                  <a:pt x="48006" y="1477945"/>
                  <a:pt x="46086" y="1480688"/>
                  <a:pt x="43708" y="1483065"/>
                </a:cubicBezTo>
                <a:cubicBezTo>
                  <a:pt x="41331" y="1485534"/>
                  <a:pt x="38496" y="1487363"/>
                  <a:pt x="35387" y="1488643"/>
                </a:cubicBezTo>
                <a:cubicBezTo>
                  <a:pt x="32278" y="1489923"/>
                  <a:pt x="28986" y="1490563"/>
                  <a:pt x="25603" y="1490563"/>
                </a:cubicBezTo>
                <a:cubicBezTo>
                  <a:pt x="22220" y="1490563"/>
                  <a:pt x="18928" y="1489923"/>
                  <a:pt x="15819" y="1488643"/>
                </a:cubicBezTo>
                <a:cubicBezTo>
                  <a:pt x="12710" y="1487363"/>
                  <a:pt x="9876" y="1485534"/>
                  <a:pt x="7498" y="1483065"/>
                </a:cubicBezTo>
                <a:cubicBezTo>
                  <a:pt x="5121" y="1480688"/>
                  <a:pt x="3292" y="1477945"/>
                  <a:pt x="1920" y="1474836"/>
                </a:cubicBezTo>
                <a:cubicBezTo>
                  <a:pt x="640" y="1471635"/>
                  <a:pt x="0" y="1468435"/>
                  <a:pt x="0" y="1465052"/>
                </a:cubicBezTo>
                <a:cubicBezTo>
                  <a:pt x="0" y="1461668"/>
                  <a:pt x="640" y="1458377"/>
                  <a:pt x="1920" y="1455268"/>
                </a:cubicBezTo>
                <a:cubicBezTo>
                  <a:pt x="3292" y="1452067"/>
                  <a:pt x="5121" y="1449324"/>
                  <a:pt x="7498" y="1446947"/>
                </a:cubicBezTo>
                <a:cubicBezTo>
                  <a:pt x="9876" y="1444569"/>
                  <a:pt x="12710" y="1442740"/>
                  <a:pt x="15819" y="1441369"/>
                </a:cubicBezTo>
                <a:cubicBezTo>
                  <a:pt x="18928" y="1440089"/>
                  <a:pt x="22220" y="1439448"/>
                  <a:pt x="25603" y="1439448"/>
                </a:cubicBezTo>
                <a:cubicBezTo>
                  <a:pt x="28986" y="1439448"/>
                  <a:pt x="32278" y="1440089"/>
                  <a:pt x="35387" y="1441369"/>
                </a:cubicBezTo>
                <a:cubicBezTo>
                  <a:pt x="38496" y="1442740"/>
                  <a:pt x="41331" y="1444569"/>
                  <a:pt x="43708" y="1446947"/>
                </a:cubicBezTo>
                <a:cubicBezTo>
                  <a:pt x="46086" y="1449324"/>
                  <a:pt x="48006" y="1452067"/>
                  <a:pt x="49286" y="1455268"/>
                </a:cubicBezTo>
                <a:cubicBezTo>
                  <a:pt x="50566" y="1458377"/>
                  <a:pt x="51206" y="1461668"/>
                  <a:pt x="51206" y="1465052"/>
                </a:cubicBezTo>
              </a:path>
              <a:path w="4820351" h="2335378">
                <a:moveTo>
                  <a:pt x="557784" y="1298265"/>
                </a:moveTo>
                <a:cubicBezTo>
                  <a:pt x="557784" y="1301648"/>
                  <a:pt x="557144" y="1304849"/>
                  <a:pt x="555864" y="1308049"/>
                </a:cubicBezTo>
                <a:cubicBezTo>
                  <a:pt x="554584" y="1311158"/>
                  <a:pt x="552663" y="1313901"/>
                  <a:pt x="550286" y="1316279"/>
                </a:cubicBezTo>
                <a:cubicBezTo>
                  <a:pt x="547908" y="1318748"/>
                  <a:pt x="545165" y="1320576"/>
                  <a:pt x="541965" y="1321857"/>
                </a:cubicBezTo>
                <a:cubicBezTo>
                  <a:pt x="538856" y="1323137"/>
                  <a:pt x="535564" y="1323777"/>
                  <a:pt x="532181" y="1323777"/>
                </a:cubicBezTo>
                <a:cubicBezTo>
                  <a:pt x="528798" y="1323777"/>
                  <a:pt x="525506" y="1323137"/>
                  <a:pt x="522397" y="1321857"/>
                </a:cubicBezTo>
                <a:cubicBezTo>
                  <a:pt x="519288" y="1320576"/>
                  <a:pt x="516453" y="1318748"/>
                  <a:pt x="514076" y="1316279"/>
                </a:cubicBezTo>
                <a:cubicBezTo>
                  <a:pt x="511698" y="1313901"/>
                  <a:pt x="509869" y="1311158"/>
                  <a:pt x="508589" y="1308049"/>
                </a:cubicBezTo>
                <a:cubicBezTo>
                  <a:pt x="507218" y="1304849"/>
                  <a:pt x="506578" y="1301648"/>
                  <a:pt x="506578" y="1298265"/>
                </a:cubicBezTo>
                <a:cubicBezTo>
                  <a:pt x="506578" y="1294790"/>
                  <a:pt x="507218" y="1291590"/>
                  <a:pt x="508589" y="1288481"/>
                </a:cubicBezTo>
                <a:cubicBezTo>
                  <a:pt x="509869" y="1285281"/>
                  <a:pt x="511698" y="1282537"/>
                  <a:pt x="514076" y="1280160"/>
                </a:cubicBezTo>
                <a:cubicBezTo>
                  <a:pt x="516453" y="1277783"/>
                  <a:pt x="519288" y="1275862"/>
                  <a:pt x="522397" y="1274582"/>
                </a:cubicBezTo>
                <a:cubicBezTo>
                  <a:pt x="525506" y="1273302"/>
                  <a:pt x="528798" y="1272662"/>
                  <a:pt x="532181" y="1272662"/>
                </a:cubicBezTo>
                <a:cubicBezTo>
                  <a:pt x="535564" y="1272662"/>
                  <a:pt x="538856" y="1273302"/>
                  <a:pt x="541965" y="1274582"/>
                </a:cubicBezTo>
                <a:cubicBezTo>
                  <a:pt x="545165" y="1275862"/>
                  <a:pt x="547908" y="1277783"/>
                  <a:pt x="550286" y="1280160"/>
                </a:cubicBezTo>
                <a:cubicBezTo>
                  <a:pt x="552663" y="1282537"/>
                  <a:pt x="554584" y="1285281"/>
                  <a:pt x="555864" y="1288481"/>
                </a:cubicBezTo>
                <a:cubicBezTo>
                  <a:pt x="557144" y="1291590"/>
                  <a:pt x="557784" y="1294790"/>
                  <a:pt x="557784" y="1298265"/>
                </a:cubicBezTo>
              </a:path>
              <a:path w="4820351" h="2335378">
                <a:moveTo>
                  <a:pt x="1005108" y="1337401"/>
                </a:moveTo>
                <a:cubicBezTo>
                  <a:pt x="1005108" y="1340785"/>
                  <a:pt x="1004468" y="1344077"/>
                  <a:pt x="1003188" y="1347186"/>
                </a:cubicBezTo>
                <a:cubicBezTo>
                  <a:pt x="1001908" y="1350386"/>
                  <a:pt x="1000079" y="1353129"/>
                  <a:pt x="997610" y="1355507"/>
                </a:cubicBezTo>
                <a:cubicBezTo>
                  <a:pt x="995233" y="1357884"/>
                  <a:pt x="992490" y="1359804"/>
                  <a:pt x="989289" y="1361084"/>
                </a:cubicBezTo>
                <a:cubicBezTo>
                  <a:pt x="986180" y="1362365"/>
                  <a:pt x="982889" y="1363005"/>
                  <a:pt x="979505" y="1363005"/>
                </a:cubicBezTo>
                <a:cubicBezTo>
                  <a:pt x="976122" y="1363005"/>
                  <a:pt x="972830" y="1362365"/>
                  <a:pt x="969721" y="1361084"/>
                </a:cubicBezTo>
                <a:cubicBezTo>
                  <a:pt x="966612" y="1359804"/>
                  <a:pt x="963869" y="1357884"/>
                  <a:pt x="961400" y="1355507"/>
                </a:cubicBezTo>
                <a:cubicBezTo>
                  <a:pt x="959023" y="1353129"/>
                  <a:pt x="957194" y="1350386"/>
                  <a:pt x="955914" y="1347186"/>
                </a:cubicBezTo>
                <a:cubicBezTo>
                  <a:pt x="954542" y="1344077"/>
                  <a:pt x="953902" y="1340785"/>
                  <a:pt x="953902" y="1337401"/>
                </a:cubicBezTo>
                <a:cubicBezTo>
                  <a:pt x="953902" y="1334018"/>
                  <a:pt x="954542" y="1330818"/>
                  <a:pt x="955914" y="1327617"/>
                </a:cubicBezTo>
                <a:cubicBezTo>
                  <a:pt x="957194" y="1324508"/>
                  <a:pt x="959023" y="1321765"/>
                  <a:pt x="961400" y="1319388"/>
                </a:cubicBezTo>
                <a:cubicBezTo>
                  <a:pt x="963869" y="1316919"/>
                  <a:pt x="966612" y="1315090"/>
                  <a:pt x="969721" y="1313810"/>
                </a:cubicBezTo>
                <a:cubicBezTo>
                  <a:pt x="972830" y="1312530"/>
                  <a:pt x="976122" y="1311890"/>
                  <a:pt x="979505" y="1311890"/>
                </a:cubicBezTo>
                <a:cubicBezTo>
                  <a:pt x="982889" y="1311890"/>
                  <a:pt x="986180" y="1312530"/>
                  <a:pt x="989289" y="1313810"/>
                </a:cubicBezTo>
                <a:cubicBezTo>
                  <a:pt x="992490" y="1315090"/>
                  <a:pt x="995233" y="1316919"/>
                  <a:pt x="997610" y="1319388"/>
                </a:cubicBezTo>
                <a:cubicBezTo>
                  <a:pt x="1000079" y="1321765"/>
                  <a:pt x="1001908" y="1324508"/>
                  <a:pt x="1003188" y="1327617"/>
                </a:cubicBezTo>
                <a:cubicBezTo>
                  <a:pt x="1004468" y="1330818"/>
                  <a:pt x="1005108" y="1334018"/>
                  <a:pt x="1005108" y="1337401"/>
                </a:cubicBezTo>
              </a:path>
              <a:path w="4820351" h="2335378">
                <a:moveTo>
                  <a:pt x="1435974" y="1351940"/>
                </a:moveTo>
                <a:cubicBezTo>
                  <a:pt x="1435974" y="1355324"/>
                  <a:pt x="1435334" y="1358616"/>
                  <a:pt x="1434054" y="1361724"/>
                </a:cubicBezTo>
                <a:cubicBezTo>
                  <a:pt x="1432682" y="1364833"/>
                  <a:pt x="1430853" y="1367577"/>
                  <a:pt x="1428476" y="1370046"/>
                </a:cubicBezTo>
                <a:cubicBezTo>
                  <a:pt x="1426098" y="1372423"/>
                  <a:pt x="1423264" y="1374252"/>
                  <a:pt x="1420155" y="1375532"/>
                </a:cubicBezTo>
                <a:cubicBezTo>
                  <a:pt x="1417046" y="1376812"/>
                  <a:pt x="1413754" y="1377544"/>
                  <a:pt x="1410371" y="1377544"/>
                </a:cubicBezTo>
                <a:cubicBezTo>
                  <a:pt x="1406987" y="1377544"/>
                  <a:pt x="1403695" y="1376812"/>
                  <a:pt x="1400586" y="1375532"/>
                </a:cubicBezTo>
                <a:cubicBezTo>
                  <a:pt x="1397386" y="1374252"/>
                  <a:pt x="1394643" y="1372423"/>
                  <a:pt x="1392265" y="1370046"/>
                </a:cubicBezTo>
                <a:cubicBezTo>
                  <a:pt x="1389888" y="1367577"/>
                  <a:pt x="1387968" y="1364833"/>
                  <a:pt x="1386688" y="1361724"/>
                </a:cubicBezTo>
                <a:cubicBezTo>
                  <a:pt x="1385407" y="1358616"/>
                  <a:pt x="1384767" y="1355324"/>
                  <a:pt x="1384767" y="1351940"/>
                </a:cubicBezTo>
                <a:cubicBezTo>
                  <a:pt x="1384767" y="1348557"/>
                  <a:pt x="1385407" y="1345265"/>
                  <a:pt x="1386688" y="1342156"/>
                </a:cubicBezTo>
                <a:cubicBezTo>
                  <a:pt x="1387968" y="1339047"/>
                  <a:pt x="1389888" y="1336213"/>
                  <a:pt x="1392265" y="1333835"/>
                </a:cubicBezTo>
                <a:cubicBezTo>
                  <a:pt x="1394643" y="1331458"/>
                  <a:pt x="1397386" y="1329629"/>
                  <a:pt x="1400586" y="1328349"/>
                </a:cubicBezTo>
                <a:cubicBezTo>
                  <a:pt x="1403695" y="1326977"/>
                  <a:pt x="1406987" y="1326337"/>
                  <a:pt x="1410371" y="1326337"/>
                </a:cubicBezTo>
                <a:cubicBezTo>
                  <a:pt x="1413754" y="1326337"/>
                  <a:pt x="1417046" y="1326977"/>
                  <a:pt x="1420155" y="1328349"/>
                </a:cubicBezTo>
                <a:cubicBezTo>
                  <a:pt x="1423264" y="1329629"/>
                  <a:pt x="1426098" y="1331458"/>
                  <a:pt x="1428476" y="1333835"/>
                </a:cubicBezTo>
                <a:cubicBezTo>
                  <a:pt x="1430853" y="1336213"/>
                  <a:pt x="1432682" y="1339047"/>
                  <a:pt x="1434054" y="1342156"/>
                </a:cubicBezTo>
                <a:cubicBezTo>
                  <a:pt x="1435334" y="1345265"/>
                  <a:pt x="1435974" y="1348557"/>
                  <a:pt x="1435974" y="1351940"/>
                </a:cubicBezTo>
              </a:path>
              <a:path w="4820351" h="2335378">
                <a:moveTo>
                  <a:pt x="1744584" y="1400586"/>
                </a:moveTo>
                <a:cubicBezTo>
                  <a:pt x="1744584" y="1403970"/>
                  <a:pt x="1743852" y="1407262"/>
                  <a:pt x="1742572" y="1410371"/>
                </a:cubicBezTo>
                <a:cubicBezTo>
                  <a:pt x="1741292" y="1413571"/>
                  <a:pt x="1739463" y="1416314"/>
                  <a:pt x="1737086" y="1418692"/>
                </a:cubicBezTo>
                <a:cubicBezTo>
                  <a:pt x="1734617" y="1421069"/>
                  <a:pt x="1731874" y="1422989"/>
                  <a:pt x="1728765" y="1424269"/>
                </a:cubicBezTo>
                <a:cubicBezTo>
                  <a:pt x="1725564" y="1425550"/>
                  <a:pt x="1722364" y="1426190"/>
                  <a:pt x="1718981" y="1426190"/>
                </a:cubicBezTo>
                <a:cubicBezTo>
                  <a:pt x="1715506" y="1426190"/>
                  <a:pt x="1712305" y="1425550"/>
                  <a:pt x="1709105" y="1424269"/>
                </a:cubicBezTo>
                <a:cubicBezTo>
                  <a:pt x="1705996" y="1422989"/>
                  <a:pt x="1703253" y="1421069"/>
                  <a:pt x="1700875" y="1418692"/>
                </a:cubicBezTo>
                <a:cubicBezTo>
                  <a:pt x="1698407" y="1416314"/>
                  <a:pt x="1696578" y="1413571"/>
                  <a:pt x="1695298" y="1410371"/>
                </a:cubicBezTo>
                <a:cubicBezTo>
                  <a:pt x="1694017" y="1407262"/>
                  <a:pt x="1693377" y="1403970"/>
                  <a:pt x="1693377" y="1400586"/>
                </a:cubicBezTo>
                <a:cubicBezTo>
                  <a:pt x="1693377" y="1397203"/>
                  <a:pt x="1694017" y="1394003"/>
                  <a:pt x="1695298" y="1390802"/>
                </a:cubicBezTo>
                <a:cubicBezTo>
                  <a:pt x="1696578" y="1387693"/>
                  <a:pt x="1698407" y="1384950"/>
                  <a:pt x="1700875" y="1382573"/>
                </a:cubicBezTo>
                <a:cubicBezTo>
                  <a:pt x="1703253" y="1380104"/>
                  <a:pt x="1705996" y="1378275"/>
                  <a:pt x="1709105" y="1376995"/>
                </a:cubicBezTo>
                <a:cubicBezTo>
                  <a:pt x="1712305" y="1375715"/>
                  <a:pt x="1715506" y="1375075"/>
                  <a:pt x="1718981" y="1375075"/>
                </a:cubicBezTo>
                <a:cubicBezTo>
                  <a:pt x="1722364" y="1375075"/>
                  <a:pt x="1725564" y="1375715"/>
                  <a:pt x="1728765" y="1376995"/>
                </a:cubicBezTo>
                <a:cubicBezTo>
                  <a:pt x="1731874" y="1378275"/>
                  <a:pt x="1734617" y="1380104"/>
                  <a:pt x="1737086" y="1382573"/>
                </a:cubicBezTo>
                <a:cubicBezTo>
                  <a:pt x="1739463" y="1384950"/>
                  <a:pt x="1741292" y="1387693"/>
                  <a:pt x="1742572" y="1390802"/>
                </a:cubicBezTo>
                <a:cubicBezTo>
                  <a:pt x="1743852" y="1394003"/>
                  <a:pt x="1744584" y="1397203"/>
                  <a:pt x="1744584" y="1400586"/>
                </a:cubicBezTo>
              </a:path>
              <a:path w="4820351" h="2335378">
                <a:moveTo>
                  <a:pt x="2211111" y="1507480"/>
                </a:moveTo>
                <a:cubicBezTo>
                  <a:pt x="2211111" y="1510863"/>
                  <a:pt x="2210471" y="1514155"/>
                  <a:pt x="2209190" y="1517264"/>
                </a:cubicBezTo>
                <a:cubicBezTo>
                  <a:pt x="2207910" y="1520373"/>
                  <a:pt x="2205990" y="1523116"/>
                  <a:pt x="2203613" y="1525585"/>
                </a:cubicBezTo>
                <a:cubicBezTo>
                  <a:pt x="2201235" y="1527962"/>
                  <a:pt x="2198492" y="1529791"/>
                  <a:pt x="2195292" y="1531071"/>
                </a:cubicBezTo>
                <a:cubicBezTo>
                  <a:pt x="2192183" y="1532352"/>
                  <a:pt x="2188891" y="1532992"/>
                  <a:pt x="2185507" y="1532992"/>
                </a:cubicBezTo>
                <a:cubicBezTo>
                  <a:pt x="2182124" y="1532992"/>
                  <a:pt x="2178832" y="1532352"/>
                  <a:pt x="2175723" y="1531071"/>
                </a:cubicBezTo>
                <a:cubicBezTo>
                  <a:pt x="2172614" y="1529791"/>
                  <a:pt x="2169780" y="1527962"/>
                  <a:pt x="2167402" y="1525585"/>
                </a:cubicBezTo>
                <a:cubicBezTo>
                  <a:pt x="2165025" y="1523116"/>
                  <a:pt x="2163196" y="1520373"/>
                  <a:pt x="2161824" y="1517264"/>
                </a:cubicBezTo>
                <a:cubicBezTo>
                  <a:pt x="2160544" y="1514155"/>
                  <a:pt x="2159904" y="1510863"/>
                  <a:pt x="2159904" y="1507480"/>
                </a:cubicBezTo>
                <a:cubicBezTo>
                  <a:pt x="2159904" y="1504097"/>
                  <a:pt x="2160544" y="1500805"/>
                  <a:pt x="2161824" y="1497696"/>
                </a:cubicBezTo>
                <a:cubicBezTo>
                  <a:pt x="2163196" y="1494495"/>
                  <a:pt x="2165025" y="1491752"/>
                  <a:pt x="2167402" y="1489375"/>
                </a:cubicBezTo>
                <a:cubicBezTo>
                  <a:pt x="2169780" y="1486997"/>
                  <a:pt x="2172614" y="1485168"/>
                  <a:pt x="2175723" y="1483797"/>
                </a:cubicBezTo>
                <a:cubicBezTo>
                  <a:pt x="2178832" y="1482517"/>
                  <a:pt x="2182124" y="1481877"/>
                  <a:pt x="2185507" y="1481877"/>
                </a:cubicBezTo>
                <a:cubicBezTo>
                  <a:pt x="2188891" y="1481877"/>
                  <a:pt x="2192183" y="1482517"/>
                  <a:pt x="2195292" y="1483797"/>
                </a:cubicBezTo>
                <a:cubicBezTo>
                  <a:pt x="2198492" y="1485168"/>
                  <a:pt x="2201235" y="1486997"/>
                  <a:pt x="2203613" y="1489375"/>
                </a:cubicBezTo>
                <a:cubicBezTo>
                  <a:pt x="2205990" y="1491752"/>
                  <a:pt x="2207910" y="1494495"/>
                  <a:pt x="2209190" y="1497696"/>
                </a:cubicBezTo>
                <a:cubicBezTo>
                  <a:pt x="2210471" y="1500805"/>
                  <a:pt x="2211111" y="1504097"/>
                  <a:pt x="2211111" y="1507480"/>
                </a:cubicBezTo>
              </a:path>
              <a:path w="4820351" h="2335378">
                <a:moveTo>
                  <a:pt x="2577694" y="1452707"/>
                </a:moveTo>
                <a:cubicBezTo>
                  <a:pt x="2577694" y="1456091"/>
                  <a:pt x="2576962" y="1459382"/>
                  <a:pt x="2575682" y="1462491"/>
                </a:cubicBezTo>
                <a:cubicBezTo>
                  <a:pt x="2574402" y="1465600"/>
                  <a:pt x="2572573" y="1468435"/>
                  <a:pt x="2570196" y="1470812"/>
                </a:cubicBezTo>
                <a:cubicBezTo>
                  <a:pt x="2567727" y="1473190"/>
                  <a:pt x="2564983" y="1475019"/>
                  <a:pt x="2561874" y="1476299"/>
                </a:cubicBezTo>
                <a:cubicBezTo>
                  <a:pt x="2558674" y="1477670"/>
                  <a:pt x="2555474" y="1478310"/>
                  <a:pt x="2552090" y="1478310"/>
                </a:cubicBezTo>
                <a:cubicBezTo>
                  <a:pt x="2548616" y="1478310"/>
                  <a:pt x="2545415" y="1477670"/>
                  <a:pt x="2542215" y="1476299"/>
                </a:cubicBezTo>
                <a:cubicBezTo>
                  <a:pt x="2539106" y="1475019"/>
                  <a:pt x="2536363" y="1473190"/>
                  <a:pt x="2533985" y="1470812"/>
                </a:cubicBezTo>
                <a:cubicBezTo>
                  <a:pt x="2531516" y="1468435"/>
                  <a:pt x="2529688" y="1465600"/>
                  <a:pt x="2528407" y="1462491"/>
                </a:cubicBezTo>
                <a:cubicBezTo>
                  <a:pt x="2527127" y="1459382"/>
                  <a:pt x="2526487" y="1456091"/>
                  <a:pt x="2526487" y="1452707"/>
                </a:cubicBezTo>
                <a:cubicBezTo>
                  <a:pt x="2526487" y="1449324"/>
                  <a:pt x="2527127" y="1446032"/>
                  <a:pt x="2528407" y="1442923"/>
                </a:cubicBezTo>
                <a:cubicBezTo>
                  <a:pt x="2529688" y="1439814"/>
                  <a:pt x="2531516" y="1437071"/>
                  <a:pt x="2533985" y="1434602"/>
                </a:cubicBezTo>
                <a:cubicBezTo>
                  <a:pt x="2536363" y="1432225"/>
                  <a:pt x="2539106" y="1430396"/>
                  <a:pt x="2542215" y="1429116"/>
                </a:cubicBezTo>
                <a:cubicBezTo>
                  <a:pt x="2545415" y="1427744"/>
                  <a:pt x="2548616" y="1427104"/>
                  <a:pt x="2552090" y="1427104"/>
                </a:cubicBezTo>
                <a:cubicBezTo>
                  <a:pt x="2555474" y="1427104"/>
                  <a:pt x="2558674" y="1427744"/>
                  <a:pt x="2561874" y="1429116"/>
                </a:cubicBezTo>
                <a:cubicBezTo>
                  <a:pt x="2564983" y="1430396"/>
                  <a:pt x="2567727" y="1432225"/>
                  <a:pt x="2570196" y="1434602"/>
                </a:cubicBezTo>
                <a:cubicBezTo>
                  <a:pt x="2572573" y="1437071"/>
                  <a:pt x="2574402" y="1439814"/>
                  <a:pt x="2575682" y="1442923"/>
                </a:cubicBezTo>
                <a:cubicBezTo>
                  <a:pt x="2576962" y="1446032"/>
                  <a:pt x="2577694" y="1449324"/>
                  <a:pt x="2577694" y="1452707"/>
                </a:cubicBezTo>
              </a:path>
              <a:path w="4820351" h="2335378">
                <a:moveTo>
                  <a:pt x="3066715" y="1362365"/>
                </a:moveTo>
                <a:cubicBezTo>
                  <a:pt x="3066715" y="1365748"/>
                  <a:pt x="3066075" y="1369040"/>
                  <a:pt x="3064794" y="1372149"/>
                </a:cubicBezTo>
                <a:cubicBezTo>
                  <a:pt x="3063423" y="1375258"/>
                  <a:pt x="3061594" y="1378001"/>
                  <a:pt x="3059217" y="1380470"/>
                </a:cubicBezTo>
                <a:cubicBezTo>
                  <a:pt x="3056839" y="1382847"/>
                  <a:pt x="3054005" y="1384676"/>
                  <a:pt x="3050896" y="1385956"/>
                </a:cubicBezTo>
                <a:cubicBezTo>
                  <a:pt x="3047787" y="1387236"/>
                  <a:pt x="3044495" y="1387968"/>
                  <a:pt x="3041112" y="1387968"/>
                </a:cubicBezTo>
                <a:cubicBezTo>
                  <a:pt x="3037728" y="1387968"/>
                  <a:pt x="3034436" y="1387236"/>
                  <a:pt x="3031327" y="1385956"/>
                </a:cubicBezTo>
                <a:cubicBezTo>
                  <a:pt x="3028127" y="1384676"/>
                  <a:pt x="3025384" y="1382847"/>
                  <a:pt x="3023006" y="1380470"/>
                </a:cubicBezTo>
                <a:cubicBezTo>
                  <a:pt x="3020629" y="1378001"/>
                  <a:pt x="3018709" y="1375258"/>
                  <a:pt x="3017429" y="1372149"/>
                </a:cubicBezTo>
                <a:cubicBezTo>
                  <a:pt x="3016148" y="1369040"/>
                  <a:pt x="3015508" y="1365748"/>
                  <a:pt x="3015508" y="1362365"/>
                </a:cubicBezTo>
                <a:cubicBezTo>
                  <a:pt x="3015508" y="1358981"/>
                  <a:pt x="3016148" y="1355689"/>
                  <a:pt x="3017429" y="1352580"/>
                </a:cubicBezTo>
                <a:cubicBezTo>
                  <a:pt x="3018709" y="1349472"/>
                  <a:pt x="3020629" y="1346637"/>
                  <a:pt x="3023006" y="1344259"/>
                </a:cubicBezTo>
                <a:cubicBezTo>
                  <a:pt x="3025384" y="1341882"/>
                  <a:pt x="3028127" y="1340053"/>
                  <a:pt x="3031327" y="1338682"/>
                </a:cubicBezTo>
                <a:cubicBezTo>
                  <a:pt x="3034436" y="1337401"/>
                  <a:pt x="3037728" y="1336761"/>
                  <a:pt x="3041112" y="1336761"/>
                </a:cubicBezTo>
                <a:cubicBezTo>
                  <a:pt x="3044495" y="1336761"/>
                  <a:pt x="3047787" y="1337401"/>
                  <a:pt x="3050896" y="1338682"/>
                </a:cubicBezTo>
                <a:cubicBezTo>
                  <a:pt x="3054005" y="1340053"/>
                  <a:pt x="3056839" y="1341882"/>
                  <a:pt x="3059217" y="1344259"/>
                </a:cubicBezTo>
                <a:cubicBezTo>
                  <a:pt x="3061594" y="1346637"/>
                  <a:pt x="3063423" y="1349472"/>
                  <a:pt x="3064794" y="1352580"/>
                </a:cubicBezTo>
                <a:cubicBezTo>
                  <a:pt x="3066075" y="1355689"/>
                  <a:pt x="3066715" y="1358981"/>
                  <a:pt x="3066715" y="1362365"/>
                </a:cubicBezTo>
              </a:path>
              <a:path w="4820351" h="2335378">
                <a:moveTo>
                  <a:pt x="3657783" y="1415948"/>
                </a:moveTo>
                <a:cubicBezTo>
                  <a:pt x="3657783" y="1419332"/>
                  <a:pt x="3657143" y="1422624"/>
                  <a:pt x="3655863" y="1425732"/>
                </a:cubicBezTo>
                <a:cubicBezTo>
                  <a:pt x="3654582" y="1428841"/>
                  <a:pt x="3652662" y="1431676"/>
                  <a:pt x="3650285" y="1434054"/>
                </a:cubicBezTo>
                <a:cubicBezTo>
                  <a:pt x="3647907" y="1436431"/>
                  <a:pt x="3645164" y="1438260"/>
                  <a:pt x="3641964" y="1439631"/>
                </a:cubicBezTo>
                <a:cubicBezTo>
                  <a:pt x="3638855" y="1440912"/>
                  <a:pt x="3635563" y="1441552"/>
                  <a:pt x="3632180" y="1441552"/>
                </a:cubicBezTo>
                <a:cubicBezTo>
                  <a:pt x="3628796" y="1441552"/>
                  <a:pt x="3625505" y="1440912"/>
                  <a:pt x="3622396" y="1439631"/>
                </a:cubicBezTo>
                <a:cubicBezTo>
                  <a:pt x="3619287" y="1438260"/>
                  <a:pt x="3616452" y="1436431"/>
                  <a:pt x="3614075" y="1434054"/>
                </a:cubicBezTo>
                <a:cubicBezTo>
                  <a:pt x="3611697" y="1431676"/>
                  <a:pt x="3609868" y="1428841"/>
                  <a:pt x="3608497" y="1425732"/>
                </a:cubicBezTo>
                <a:cubicBezTo>
                  <a:pt x="3607217" y="1422624"/>
                  <a:pt x="3606576" y="1419332"/>
                  <a:pt x="3606576" y="1415948"/>
                </a:cubicBezTo>
                <a:cubicBezTo>
                  <a:pt x="3606576" y="1412565"/>
                  <a:pt x="3607217" y="1409273"/>
                  <a:pt x="3608497" y="1406164"/>
                </a:cubicBezTo>
                <a:cubicBezTo>
                  <a:pt x="3609868" y="1403055"/>
                  <a:pt x="3611697" y="1400312"/>
                  <a:pt x="3614075" y="1397843"/>
                </a:cubicBezTo>
                <a:cubicBezTo>
                  <a:pt x="3616452" y="1395466"/>
                  <a:pt x="3619287" y="1393637"/>
                  <a:pt x="3622396" y="1392357"/>
                </a:cubicBezTo>
                <a:cubicBezTo>
                  <a:pt x="3625505" y="1391077"/>
                  <a:pt x="3628796" y="1390345"/>
                  <a:pt x="3632180" y="1390345"/>
                </a:cubicBezTo>
                <a:cubicBezTo>
                  <a:pt x="3635563" y="1390345"/>
                  <a:pt x="3638855" y="1391077"/>
                  <a:pt x="3641964" y="1392357"/>
                </a:cubicBezTo>
                <a:cubicBezTo>
                  <a:pt x="3645164" y="1393637"/>
                  <a:pt x="3647907" y="1395466"/>
                  <a:pt x="3650285" y="1397843"/>
                </a:cubicBezTo>
                <a:cubicBezTo>
                  <a:pt x="3652662" y="1400312"/>
                  <a:pt x="3654582" y="1403055"/>
                  <a:pt x="3655863" y="1406164"/>
                </a:cubicBezTo>
                <a:cubicBezTo>
                  <a:pt x="3657143" y="1409273"/>
                  <a:pt x="3657783" y="1412565"/>
                  <a:pt x="3657783" y="1415948"/>
                </a:cubicBezTo>
              </a:path>
              <a:path w="4820351" h="2335378">
                <a:moveTo>
                  <a:pt x="4091849" y="1297534"/>
                </a:moveTo>
                <a:cubicBezTo>
                  <a:pt x="4091849" y="1300917"/>
                  <a:pt x="4091208" y="1304209"/>
                  <a:pt x="4089928" y="1307318"/>
                </a:cubicBezTo>
                <a:cubicBezTo>
                  <a:pt x="4088557" y="1310518"/>
                  <a:pt x="4086728" y="1313261"/>
                  <a:pt x="4084350" y="1315639"/>
                </a:cubicBezTo>
                <a:cubicBezTo>
                  <a:pt x="4081973" y="1318016"/>
                  <a:pt x="4079138" y="1319936"/>
                  <a:pt x="4076029" y="1321217"/>
                </a:cubicBezTo>
                <a:cubicBezTo>
                  <a:pt x="4072920" y="1322497"/>
                  <a:pt x="4069629" y="1323137"/>
                  <a:pt x="4066245" y="1323137"/>
                </a:cubicBezTo>
                <a:cubicBezTo>
                  <a:pt x="4062862" y="1323137"/>
                  <a:pt x="4059570" y="1322497"/>
                  <a:pt x="4056461" y="1321217"/>
                </a:cubicBezTo>
                <a:cubicBezTo>
                  <a:pt x="4053352" y="1319936"/>
                  <a:pt x="4050518" y="1318016"/>
                  <a:pt x="4048140" y="1315639"/>
                </a:cubicBezTo>
                <a:cubicBezTo>
                  <a:pt x="4045763" y="1313261"/>
                  <a:pt x="4043843" y="1310518"/>
                  <a:pt x="4042562" y="1307318"/>
                </a:cubicBezTo>
                <a:cubicBezTo>
                  <a:pt x="4041282" y="1304209"/>
                  <a:pt x="4040642" y="1300917"/>
                  <a:pt x="4040642" y="1297534"/>
                </a:cubicBezTo>
                <a:cubicBezTo>
                  <a:pt x="4040642" y="1294150"/>
                  <a:pt x="4041282" y="1290950"/>
                  <a:pt x="4042562" y="1287750"/>
                </a:cubicBezTo>
                <a:cubicBezTo>
                  <a:pt x="4043843" y="1284641"/>
                  <a:pt x="4045763" y="1281897"/>
                  <a:pt x="4048140" y="1279520"/>
                </a:cubicBezTo>
                <a:cubicBezTo>
                  <a:pt x="4050518" y="1277051"/>
                  <a:pt x="4053352" y="1275222"/>
                  <a:pt x="4056461" y="1273942"/>
                </a:cubicBezTo>
                <a:cubicBezTo>
                  <a:pt x="4059570" y="1272662"/>
                  <a:pt x="4062862" y="1272022"/>
                  <a:pt x="4066245" y="1272022"/>
                </a:cubicBezTo>
                <a:cubicBezTo>
                  <a:pt x="4069629" y="1272022"/>
                  <a:pt x="4072920" y="1272662"/>
                  <a:pt x="4076029" y="1273942"/>
                </a:cubicBezTo>
                <a:cubicBezTo>
                  <a:pt x="4079138" y="1275222"/>
                  <a:pt x="4081973" y="1277051"/>
                  <a:pt x="4084350" y="1279520"/>
                </a:cubicBezTo>
                <a:cubicBezTo>
                  <a:pt x="4086728" y="1281897"/>
                  <a:pt x="4088557" y="1284641"/>
                  <a:pt x="4089928" y="1287750"/>
                </a:cubicBezTo>
                <a:cubicBezTo>
                  <a:pt x="4091208" y="1290950"/>
                  <a:pt x="4091849" y="1294150"/>
                  <a:pt x="4091849" y="1297534"/>
                </a:cubicBezTo>
              </a:path>
              <a:path w="4820351" h="2335378">
                <a:moveTo>
                  <a:pt x="4534144" y="1434054"/>
                </a:moveTo>
                <a:cubicBezTo>
                  <a:pt x="4534144" y="1437437"/>
                  <a:pt x="4533504" y="1440729"/>
                  <a:pt x="4532224" y="1443838"/>
                </a:cubicBezTo>
                <a:cubicBezTo>
                  <a:pt x="4530943" y="1446947"/>
                  <a:pt x="4529023" y="1449781"/>
                  <a:pt x="4526646" y="1452159"/>
                </a:cubicBezTo>
                <a:cubicBezTo>
                  <a:pt x="4524268" y="1454536"/>
                  <a:pt x="4521525" y="1456365"/>
                  <a:pt x="4518325" y="1457645"/>
                </a:cubicBezTo>
                <a:cubicBezTo>
                  <a:pt x="4515216" y="1459017"/>
                  <a:pt x="4511924" y="1459657"/>
                  <a:pt x="4508541" y="1459657"/>
                </a:cubicBezTo>
                <a:cubicBezTo>
                  <a:pt x="4505157" y="1459657"/>
                  <a:pt x="4501866" y="1459017"/>
                  <a:pt x="4498757" y="1457645"/>
                </a:cubicBezTo>
                <a:cubicBezTo>
                  <a:pt x="4495648" y="1456365"/>
                  <a:pt x="4492813" y="1454536"/>
                  <a:pt x="4490436" y="1452159"/>
                </a:cubicBezTo>
                <a:cubicBezTo>
                  <a:pt x="4488058" y="1449781"/>
                  <a:pt x="4486229" y="1446947"/>
                  <a:pt x="4484858" y="1443838"/>
                </a:cubicBezTo>
                <a:cubicBezTo>
                  <a:pt x="4483578" y="1440729"/>
                  <a:pt x="4482937" y="1437437"/>
                  <a:pt x="4482937" y="1434054"/>
                </a:cubicBezTo>
                <a:cubicBezTo>
                  <a:pt x="4482937" y="1430670"/>
                  <a:pt x="4483578" y="1427378"/>
                  <a:pt x="4484858" y="1424269"/>
                </a:cubicBezTo>
                <a:cubicBezTo>
                  <a:pt x="4486229" y="1421160"/>
                  <a:pt x="4488058" y="1418326"/>
                  <a:pt x="4490436" y="1415948"/>
                </a:cubicBezTo>
                <a:cubicBezTo>
                  <a:pt x="4492813" y="1413571"/>
                  <a:pt x="4495648" y="1411742"/>
                  <a:pt x="4498757" y="1410462"/>
                </a:cubicBezTo>
                <a:cubicBezTo>
                  <a:pt x="4501866" y="1409090"/>
                  <a:pt x="4505157" y="1408450"/>
                  <a:pt x="4508541" y="1408450"/>
                </a:cubicBezTo>
                <a:cubicBezTo>
                  <a:pt x="4511924" y="1408450"/>
                  <a:pt x="4515216" y="1409090"/>
                  <a:pt x="4518325" y="1410462"/>
                </a:cubicBezTo>
                <a:cubicBezTo>
                  <a:pt x="4521525" y="1411742"/>
                  <a:pt x="4524268" y="1413571"/>
                  <a:pt x="4526646" y="1415948"/>
                </a:cubicBezTo>
                <a:cubicBezTo>
                  <a:pt x="4529023" y="1418326"/>
                  <a:pt x="4530943" y="1421160"/>
                  <a:pt x="4532224" y="1424269"/>
                </a:cubicBezTo>
                <a:cubicBezTo>
                  <a:pt x="4533504" y="1427378"/>
                  <a:pt x="4534144" y="1430670"/>
                  <a:pt x="4534144" y="1434054"/>
                </a:cubicBezTo>
              </a:path>
              <a:path w="4820351" h="2335378">
                <a:moveTo>
                  <a:pt x="4811481" y="1464229"/>
                </a:moveTo>
                <a:cubicBezTo>
                  <a:pt x="4811481" y="1467703"/>
                  <a:pt x="4810750" y="1470904"/>
                  <a:pt x="4809470" y="1474013"/>
                </a:cubicBezTo>
                <a:cubicBezTo>
                  <a:pt x="4808190" y="1477213"/>
                  <a:pt x="4806361" y="1479956"/>
                  <a:pt x="4803983" y="1482334"/>
                </a:cubicBezTo>
                <a:cubicBezTo>
                  <a:pt x="4801514" y="1484711"/>
                  <a:pt x="4798771" y="1486632"/>
                  <a:pt x="4795662" y="1487912"/>
                </a:cubicBezTo>
                <a:cubicBezTo>
                  <a:pt x="4792462" y="1489192"/>
                  <a:pt x="4789261" y="1489832"/>
                  <a:pt x="4785878" y="1489832"/>
                </a:cubicBezTo>
                <a:cubicBezTo>
                  <a:pt x="4782403" y="1489832"/>
                  <a:pt x="4779203" y="1489192"/>
                  <a:pt x="4776003" y="1487912"/>
                </a:cubicBezTo>
                <a:cubicBezTo>
                  <a:pt x="4772894" y="1486632"/>
                  <a:pt x="4770150" y="1484711"/>
                  <a:pt x="4767773" y="1482334"/>
                </a:cubicBezTo>
                <a:cubicBezTo>
                  <a:pt x="4765304" y="1479956"/>
                  <a:pt x="4763475" y="1477213"/>
                  <a:pt x="4762195" y="1474013"/>
                </a:cubicBezTo>
                <a:cubicBezTo>
                  <a:pt x="4760915" y="1470904"/>
                  <a:pt x="4760275" y="1467703"/>
                  <a:pt x="4760275" y="1464229"/>
                </a:cubicBezTo>
                <a:cubicBezTo>
                  <a:pt x="4760275" y="1460845"/>
                  <a:pt x="4760915" y="1457645"/>
                  <a:pt x="4762195" y="1454445"/>
                </a:cubicBezTo>
                <a:cubicBezTo>
                  <a:pt x="4763475" y="1451336"/>
                  <a:pt x="4765304" y="1448592"/>
                  <a:pt x="4767773" y="1446215"/>
                </a:cubicBezTo>
                <a:cubicBezTo>
                  <a:pt x="4770150" y="1443746"/>
                  <a:pt x="4772894" y="1441917"/>
                  <a:pt x="4776003" y="1440637"/>
                </a:cubicBezTo>
                <a:cubicBezTo>
                  <a:pt x="4779203" y="1439357"/>
                  <a:pt x="4782403" y="1438717"/>
                  <a:pt x="4785878" y="1438717"/>
                </a:cubicBezTo>
                <a:cubicBezTo>
                  <a:pt x="4789261" y="1438717"/>
                  <a:pt x="4792462" y="1439357"/>
                  <a:pt x="4795662" y="1440637"/>
                </a:cubicBezTo>
                <a:cubicBezTo>
                  <a:pt x="4798771" y="1441917"/>
                  <a:pt x="4801514" y="1443746"/>
                  <a:pt x="4803983" y="1446215"/>
                </a:cubicBezTo>
                <a:cubicBezTo>
                  <a:pt x="4806361" y="1448592"/>
                  <a:pt x="4808190" y="1451336"/>
                  <a:pt x="4809470" y="1454445"/>
                </a:cubicBezTo>
                <a:cubicBezTo>
                  <a:pt x="4810750" y="1457645"/>
                  <a:pt x="4811481" y="1460845"/>
                  <a:pt x="4811481" y="1464229"/>
                </a:cubicBezTo>
              </a:path>
              <a:path w="4820351" h="2335378">
                <a:moveTo>
                  <a:pt x="125821" y="971184"/>
                </a:moveTo>
                <a:cubicBezTo>
                  <a:pt x="125821" y="974568"/>
                  <a:pt x="125181" y="977768"/>
                  <a:pt x="123901" y="980968"/>
                </a:cubicBezTo>
                <a:cubicBezTo>
                  <a:pt x="122621" y="984077"/>
                  <a:pt x="120701" y="986820"/>
                  <a:pt x="118323" y="989198"/>
                </a:cubicBezTo>
                <a:cubicBezTo>
                  <a:pt x="115946" y="991667"/>
                  <a:pt x="113203" y="993496"/>
                  <a:pt x="110002" y="994776"/>
                </a:cubicBezTo>
                <a:cubicBezTo>
                  <a:pt x="106893" y="996056"/>
                  <a:pt x="103602" y="996696"/>
                  <a:pt x="100218" y="996696"/>
                </a:cubicBezTo>
                <a:cubicBezTo>
                  <a:pt x="96835" y="996696"/>
                  <a:pt x="93543" y="996056"/>
                  <a:pt x="90434" y="994776"/>
                </a:cubicBezTo>
                <a:cubicBezTo>
                  <a:pt x="87325" y="993496"/>
                  <a:pt x="84491" y="991667"/>
                  <a:pt x="82113" y="989198"/>
                </a:cubicBezTo>
                <a:cubicBezTo>
                  <a:pt x="79736" y="986820"/>
                  <a:pt x="77907" y="984077"/>
                  <a:pt x="76627" y="980968"/>
                </a:cubicBezTo>
                <a:cubicBezTo>
                  <a:pt x="75255" y="977768"/>
                  <a:pt x="74615" y="974568"/>
                  <a:pt x="74615" y="971184"/>
                </a:cubicBezTo>
                <a:cubicBezTo>
                  <a:pt x="74615" y="967801"/>
                  <a:pt x="75255" y="964509"/>
                  <a:pt x="76627" y="961400"/>
                </a:cubicBezTo>
                <a:cubicBezTo>
                  <a:pt x="77907" y="958200"/>
                  <a:pt x="79736" y="955457"/>
                  <a:pt x="82113" y="953079"/>
                </a:cubicBezTo>
                <a:cubicBezTo>
                  <a:pt x="84491" y="950702"/>
                  <a:pt x="87325" y="948873"/>
                  <a:pt x="90434" y="947501"/>
                </a:cubicBezTo>
                <a:cubicBezTo>
                  <a:pt x="93543" y="946221"/>
                  <a:pt x="96835" y="945581"/>
                  <a:pt x="100218" y="945581"/>
                </a:cubicBezTo>
                <a:cubicBezTo>
                  <a:pt x="103602" y="945581"/>
                  <a:pt x="106893" y="946221"/>
                  <a:pt x="110002" y="947501"/>
                </a:cubicBezTo>
                <a:cubicBezTo>
                  <a:pt x="113203" y="948873"/>
                  <a:pt x="115946" y="950702"/>
                  <a:pt x="118323" y="953079"/>
                </a:cubicBezTo>
                <a:cubicBezTo>
                  <a:pt x="120701" y="955457"/>
                  <a:pt x="122621" y="958200"/>
                  <a:pt x="123901" y="961400"/>
                </a:cubicBezTo>
                <a:cubicBezTo>
                  <a:pt x="125181" y="964509"/>
                  <a:pt x="125821" y="967801"/>
                  <a:pt x="125821" y="971184"/>
                </a:cubicBezTo>
              </a:path>
              <a:path w="4820351" h="2335378">
                <a:moveTo>
                  <a:pt x="523037" y="901050"/>
                </a:moveTo>
                <a:cubicBezTo>
                  <a:pt x="523037" y="904433"/>
                  <a:pt x="522397" y="907725"/>
                  <a:pt x="521025" y="910834"/>
                </a:cubicBezTo>
                <a:cubicBezTo>
                  <a:pt x="519745" y="913943"/>
                  <a:pt x="517916" y="916777"/>
                  <a:pt x="515539" y="919155"/>
                </a:cubicBezTo>
                <a:cubicBezTo>
                  <a:pt x="513070" y="921532"/>
                  <a:pt x="510327" y="923361"/>
                  <a:pt x="507218" y="924733"/>
                </a:cubicBezTo>
                <a:cubicBezTo>
                  <a:pt x="504017" y="926013"/>
                  <a:pt x="500817" y="926653"/>
                  <a:pt x="497434" y="926653"/>
                </a:cubicBezTo>
                <a:cubicBezTo>
                  <a:pt x="493959" y="926653"/>
                  <a:pt x="490758" y="926013"/>
                  <a:pt x="487558" y="924733"/>
                </a:cubicBezTo>
                <a:cubicBezTo>
                  <a:pt x="484449" y="923361"/>
                  <a:pt x="481706" y="921532"/>
                  <a:pt x="479328" y="919155"/>
                </a:cubicBezTo>
                <a:cubicBezTo>
                  <a:pt x="476860" y="916777"/>
                  <a:pt x="475031" y="913943"/>
                  <a:pt x="473751" y="910834"/>
                </a:cubicBezTo>
                <a:cubicBezTo>
                  <a:pt x="472470" y="907725"/>
                  <a:pt x="471830" y="904433"/>
                  <a:pt x="471830" y="901050"/>
                </a:cubicBezTo>
                <a:cubicBezTo>
                  <a:pt x="471830" y="897666"/>
                  <a:pt x="472470" y="894375"/>
                  <a:pt x="473751" y="891266"/>
                </a:cubicBezTo>
                <a:cubicBezTo>
                  <a:pt x="475031" y="888157"/>
                  <a:pt x="476860" y="885414"/>
                  <a:pt x="479328" y="882945"/>
                </a:cubicBezTo>
                <a:cubicBezTo>
                  <a:pt x="481706" y="880567"/>
                  <a:pt x="484449" y="878738"/>
                  <a:pt x="487558" y="877458"/>
                </a:cubicBezTo>
                <a:cubicBezTo>
                  <a:pt x="490758" y="876178"/>
                  <a:pt x="493959" y="875538"/>
                  <a:pt x="497434" y="875538"/>
                </a:cubicBezTo>
                <a:cubicBezTo>
                  <a:pt x="500817" y="875538"/>
                  <a:pt x="504017" y="876178"/>
                  <a:pt x="507218" y="877458"/>
                </a:cubicBezTo>
                <a:cubicBezTo>
                  <a:pt x="510327" y="878738"/>
                  <a:pt x="513070" y="880567"/>
                  <a:pt x="515539" y="882945"/>
                </a:cubicBezTo>
                <a:cubicBezTo>
                  <a:pt x="517916" y="885414"/>
                  <a:pt x="519745" y="888157"/>
                  <a:pt x="521025" y="891266"/>
                </a:cubicBezTo>
                <a:cubicBezTo>
                  <a:pt x="522397" y="894375"/>
                  <a:pt x="523037" y="897666"/>
                  <a:pt x="523037" y="901050"/>
                </a:cubicBezTo>
              </a:path>
              <a:path w="4820351" h="2335378">
                <a:moveTo>
                  <a:pt x="836767" y="931499"/>
                </a:moveTo>
                <a:cubicBezTo>
                  <a:pt x="836767" y="934883"/>
                  <a:pt x="836127" y="938083"/>
                  <a:pt x="834847" y="941283"/>
                </a:cubicBezTo>
                <a:cubicBezTo>
                  <a:pt x="833567" y="944392"/>
                  <a:pt x="831738" y="947136"/>
                  <a:pt x="829269" y="949513"/>
                </a:cubicBezTo>
                <a:cubicBezTo>
                  <a:pt x="826892" y="951982"/>
                  <a:pt x="824149" y="953811"/>
                  <a:pt x="821040" y="955091"/>
                </a:cubicBezTo>
                <a:cubicBezTo>
                  <a:pt x="817839" y="956371"/>
                  <a:pt x="814639" y="957011"/>
                  <a:pt x="811164" y="957011"/>
                </a:cubicBezTo>
                <a:cubicBezTo>
                  <a:pt x="807781" y="957011"/>
                  <a:pt x="804581" y="956371"/>
                  <a:pt x="801380" y="955091"/>
                </a:cubicBezTo>
                <a:cubicBezTo>
                  <a:pt x="798271" y="953811"/>
                  <a:pt x="795528" y="951982"/>
                  <a:pt x="793059" y="949513"/>
                </a:cubicBezTo>
                <a:cubicBezTo>
                  <a:pt x="790682" y="947136"/>
                  <a:pt x="788853" y="944392"/>
                  <a:pt x="787573" y="941283"/>
                </a:cubicBezTo>
                <a:cubicBezTo>
                  <a:pt x="786201" y="938083"/>
                  <a:pt x="785561" y="934883"/>
                  <a:pt x="785561" y="931499"/>
                </a:cubicBezTo>
                <a:cubicBezTo>
                  <a:pt x="785561" y="928116"/>
                  <a:pt x="786201" y="924824"/>
                  <a:pt x="787573" y="921715"/>
                </a:cubicBezTo>
                <a:cubicBezTo>
                  <a:pt x="788853" y="918515"/>
                  <a:pt x="790682" y="915772"/>
                  <a:pt x="793059" y="913394"/>
                </a:cubicBezTo>
                <a:cubicBezTo>
                  <a:pt x="795528" y="911017"/>
                  <a:pt x="798271" y="909096"/>
                  <a:pt x="801380" y="907816"/>
                </a:cubicBezTo>
                <a:cubicBezTo>
                  <a:pt x="804581" y="906536"/>
                  <a:pt x="807781" y="905896"/>
                  <a:pt x="811164" y="905896"/>
                </a:cubicBezTo>
                <a:cubicBezTo>
                  <a:pt x="814639" y="905896"/>
                  <a:pt x="817839" y="906536"/>
                  <a:pt x="821040" y="907816"/>
                </a:cubicBezTo>
                <a:cubicBezTo>
                  <a:pt x="824149" y="909096"/>
                  <a:pt x="826892" y="911017"/>
                  <a:pt x="829269" y="913394"/>
                </a:cubicBezTo>
                <a:cubicBezTo>
                  <a:pt x="831738" y="915772"/>
                  <a:pt x="833567" y="918515"/>
                  <a:pt x="834847" y="921715"/>
                </a:cubicBezTo>
                <a:cubicBezTo>
                  <a:pt x="836127" y="924824"/>
                  <a:pt x="836767" y="928116"/>
                  <a:pt x="836767" y="931499"/>
                </a:cubicBezTo>
              </a:path>
              <a:path w="4820351" h="2335378">
                <a:moveTo>
                  <a:pt x="1455999" y="904890"/>
                </a:moveTo>
                <a:cubicBezTo>
                  <a:pt x="1455999" y="908274"/>
                  <a:pt x="1455359" y="911474"/>
                  <a:pt x="1453987" y="914674"/>
                </a:cubicBezTo>
                <a:cubicBezTo>
                  <a:pt x="1452707" y="917783"/>
                  <a:pt x="1450878" y="920526"/>
                  <a:pt x="1448501" y="922904"/>
                </a:cubicBezTo>
                <a:cubicBezTo>
                  <a:pt x="1446032" y="925373"/>
                  <a:pt x="1443289" y="927202"/>
                  <a:pt x="1440180" y="928482"/>
                </a:cubicBezTo>
                <a:cubicBezTo>
                  <a:pt x="1437071" y="929762"/>
                  <a:pt x="1433779" y="930402"/>
                  <a:pt x="1430396" y="930402"/>
                </a:cubicBezTo>
                <a:cubicBezTo>
                  <a:pt x="1427013" y="930402"/>
                  <a:pt x="1423721" y="929762"/>
                  <a:pt x="1420520" y="928482"/>
                </a:cubicBezTo>
                <a:cubicBezTo>
                  <a:pt x="1417411" y="927202"/>
                  <a:pt x="1414668" y="925373"/>
                  <a:pt x="1412291" y="922904"/>
                </a:cubicBezTo>
                <a:cubicBezTo>
                  <a:pt x="1409822" y="920526"/>
                  <a:pt x="1407993" y="917783"/>
                  <a:pt x="1406713" y="914674"/>
                </a:cubicBezTo>
                <a:cubicBezTo>
                  <a:pt x="1405433" y="911474"/>
                  <a:pt x="1404793" y="908274"/>
                  <a:pt x="1404793" y="904890"/>
                </a:cubicBezTo>
                <a:cubicBezTo>
                  <a:pt x="1404793" y="901507"/>
                  <a:pt x="1405433" y="898215"/>
                  <a:pt x="1406713" y="895106"/>
                </a:cubicBezTo>
                <a:cubicBezTo>
                  <a:pt x="1407993" y="891906"/>
                  <a:pt x="1409822" y="889163"/>
                  <a:pt x="1412291" y="886785"/>
                </a:cubicBezTo>
                <a:cubicBezTo>
                  <a:pt x="1414668" y="884408"/>
                  <a:pt x="1417411" y="882487"/>
                  <a:pt x="1420520" y="881207"/>
                </a:cubicBezTo>
                <a:cubicBezTo>
                  <a:pt x="1423721" y="879927"/>
                  <a:pt x="1427013" y="879287"/>
                  <a:pt x="1430396" y="879287"/>
                </a:cubicBezTo>
                <a:cubicBezTo>
                  <a:pt x="1433779" y="879287"/>
                  <a:pt x="1437071" y="879927"/>
                  <a:pt x="1440180" y="881207"/>
                </a:cubicBezTo>
                <a:cubicBezTo>
                  <a:pt x="1443289" y="882487"/>
                  <a:pt x="1446032" y="884408"/>
                  <a:pt x="1448501" y="886785"/>
                </a:cubicBezTo>
                <a:cubicBezTo>
                  <a:pt x="1450878" y="889163"/>
                  <a:pt x="1452707" y="891906"/>
                  <a:pt x="1453987" y="895106"/>
                </a:cubicBezTo>
                <a:cubicBezTo>
                  <a:pt x="1455359" y="898215"/>
                  <a:pt x="1455999" y="901507"/>
                  <a:pt x="1455999" y="904890"/>
                </a:cubicBezTo>
              </a:path>
              <a:path w="4820351" h="2335378">
                <a:moveTo>
                  <a:pt x="1859250" y="971459"/>
                </a:moveTo>
                <a:cubicBezTo>
                  <a:pt x="1859250" y="974842"/>
                  <a:pt x="1858609" y="978134"/>
                  <a:pt x="1857329" y="981243"/>
                </a:cubicBezTo>
                <a:cubicBezTo>
                  <a:pt x="1856049" y="984352"/>
                  <a:pt x="1854220" y="987095"/>
                  <a:pt x="1851751" y="989564"/>
                </a:cubicBezTo>
                <a:cubicBezTo>
                  <a:pt x="1849374" y="991941"/>
                  <a:pt x="1846631" y="993770"/>
                  <a:pt x="1843522" y="995050"/>
                </a:cubicBezTo>
                <a:cubicBezTo>
                  <a:pt x="1840321" y="996330"/>
                  <a:pt x="1837121" y="997062"/>
                  <a:pt x="1833646" y="997062"/>
                </a:cubicBezTo>
                <a:cubicBezTo>
                  <a:pt x="1830263" y="997062"/>
                  <a:pt x="1827063" y="996330"/>
                  <a:pt x="1823862" y="995050"/>
                </a:cubicBezTo>
                <a:cubicBezTo>
                  <a:pt x="1820753" y="993770"/>
                  <a:pt x="1818010" y="991941"/>
                  <a:pt x="1815541" y="989564"/>
                </a:cubicBezTo>
                <a:cubicBezTo>
                  <a:pt x="1813164" y="987095"/>
                  <a:pt x="1811335" y="984352"/>
                  <a:pt x="1810055" y="981243"/>
                </a:cubicBezTo>
                <a:cubicBezTo>
                  <a:pt x="1808775" y="978134"/>
                  <a:pt x="1808043" y="974842"/>
                  <a:pt x="1808043" y="971459"/>
                </a:cubicBezTo>
                <a:cubicBezTo>
                  <a:pt x="1808043" y="968075"/>
                  <a:pt x="1808775" y="964783"/>
                  <a:pt x="1810055" y="961674"/>
                </a:cubicBezTo>
                <a:cubicBezTo>
                  <a:pt x="1811335" y="958566"/>
                  <a:pt x="1813164" y="955731"/>
                  <a:pt x="1815541" y="953353"/>
                </a:cubicBezTo>
                <a:cubicBezTo>
                  <a:pt x="1818010" y="950976"/>
                  <a:pt x="1820753" y="949147"/>
                  <a:pt x="1823862" y="947776"/>
                </a:cubicBezTo>
                <a:cubicBezTo>
                  <a:pt x="1827063" y="946495"/>
                  <a:pt x="1830263" y="945855"/>
                  <a:pt x="1833646" y="945855"/>
                </a:cubicBezTo>
                <a:cubicBezTo>
                  <a:pt x="1837121" y="945855"/>
                  <a:pt x="1840321" y="946495"/>
                  <a:pt x="1843522" y="947776"/>
                </a:cubicBezTo>
                <a:cubicBezTo>
                  <a:pt x="1846631" y="949147"/>
                  <a:pt x="1849374" y="950976"/>
                  <a:pt x="1851751" y="953353"/>
                </a:cubicBezTo>
                <a:cubicBezTo>
                  <a:pt x="1854220" y="955731"/>
                  <a:pt x="1856049" y="958566"/>
                  <a:pt x="1857329" y="961674"/>
                </a:cubicBezTo>
                <a:cubicBezTo>
                  <a:pt x="1858609" y="964783"/>
                  <a:pt x="1859250" y="968075"/>
                  <a:pt x="1859250" y="971459"/>
                </a:cubicBezTo>
              </a:path>
              <a:path w="4820351" h="2335378">
                <a:moveTo>
                  <a:pt x="2172340" y="903336"/>
                </a:moveTo>
                <a:cubicBezTo>
                  <a:pt x="2172340" y="906719"/>
                  <a:pt x="2171700" y="910011"/>
                  <a:pt x="2170420" y="913120"/>
                </a:cubicBezTo>
                <a:cubicBezTo>
                  <a:pt x="2169048" y="916229"/>
                  <a:pt x="2167219" y="919063"/>
                  <a:pt x="2164842" y="921441"/>
                </a:cubicBezTo>
                <a:cubicBezTo>
                  <a:pt x="2162465" y="923818"/>
                  <a:pt x="2159630" y="925647"/>
                  <a:pt x="2156521" y="926927"/>
                </a:cubicBezTo>
                <a:cubicBezTo>
                  <a:pt x="2153412" y="928299"/>
                  <a:pt x="2150120" y="928939"/>
                  <a:pt x="2146737" y="928939"/>
                </a:cubicBezTo>
                <a:cubicBezTo>
                  <a:pt x="2143354" y="928939"/>
                  <a:pt x="2140062" y="928299"/>
                  <a:pt x="2136953" y="926927"/>
                </a:cubicBezTo>
                <a:cubicBezTo>
                  <a:pt x="2133752" y="925647"/>
                  <a:pt x="2131009" y="923818"/>
                  <a:pt x="2128632" y="921441"/>
                </a:cubicBezTo>
                <a:cubicBezTo>
                  <a:pt x="2126254" y="919063"/>
                  <a:pt x="2124334" y="916229"/>
                  <a:pt x="2123054" y="913120"/>
                </a:cubicBezTo>
                <a:cubicBezTo>
                  <a:pt x="2121774" y="910011"/>
                  <a:pt x="2121134" y="906719"/>
                  <a:pt x="2121134" y="903336"/>
                </a:cubicBezTo>
                <a:cubicBezTo>
                  <a:pt x="2121134" y="899952"/>
                  <a:pt x="2121774" y="896661"/>
                  <a:pt x="2123054" y="893552"/>
                </a:cubicBezTo>
                <a:cubicBezTo>
                  <a:pt x="2124334" y="890443"/>
                  <a:pt x="2126254" y="887608"/>
                  <a:pt x="2128632" y="885231"/>
                </a:cubicBezTo>
                <a:cubicBezTo>
                  <a:pt x="2131009" y="882853"/>
                  <a:pt x="2133752" y="881024"/>
                  <a:pt x="2136953" y="879744"/>
                </a:cubicBezTo>
                <a:cubicBezTo>
                  <a:pt x="2140062" y="878373"/>
                  <a:pt x="2143354" y="877733"/>
                  <a:pt x="2146737" y="877733"/>
                </a:cubicBezTo>
                <a:cubicBezTo>
                  <a:pt x="2150120" y="877733"/>
                  <a:pt x="2153412" y="878373"/>
                  <a:pt x="2156521" y="879744"/>
                </a:cubicBezTo>
                <a:cubicBezTo>
                  <a:pt x="2159630" y="881024"/>
                  <a:pt x="2162465" y="882853"/>
                  <a:pt x="2164842" y="885231"/>
                </a:cubicBezTo>
                <a:cubicBezTo>
                  <a:pt x="2167219" y="887608"/>
                  <a:pt x="2169048" y="890443"/>
                  <a:pt x="2170420" y="893552"/>
                </a:cubicBezTo>
                <a:cubicBezTo>
                  <a:pt x="2171700" y="896661"/>
                  <a:pt x="2172340" y="899952"/>
                  <a:pt x="2172340" y="903336"/>
                </a:cubicBezTo>
              </a:path>
              <a:path w="4820351" h="2335378">
                <a:moveTo>
                  <a:pt x="2644445" y="900775"/>
                </a:moveTo>
                <a:cubicBezTo>
                  <a:pt x="2644445" y="904159"/>
                  <a:pt x="2643805" y="907451"/>
                  <a:pt x="2642433" y="910560"/>
                </a:cubicBezTo>
                <a:cubicBezTo>
                  <a:pt x="2641153" y="913668"/>
                  <a:pt x="2639324" y="916503"/>
                  <a:pt x="2636947" y="918881"/>
                </a:cubicBezTo>
                <a:cubicBezTo>
                  <a:pt x="2634478" y="921258"/>
                  <a:pt x="2631735" y="923087"/>
                  <a:pt x="2628626" y="924367"/>
                </a:cubicBezTo>
                <a:cubicBezTo>
                  <a:pt x="2625517" y="925739"/>
                  <a:pt x="2622225" y="926379"/>
                  <a:pt x="2618842" y="926379"/>
                </a:cubicBezTo>
                <a:cubicBezTo>
                  <a:pt x="2615458" y="926379"/>
                  <a:pt x="2612166" y="925739"/>
                  <a:pt x="2608966" y="924367"/>
                </a:cubicBezTo>
                <a:cubicBezTo>
                  <a:pt x="2605857" y="923087"/>
                  <a:pt x="2603114" y="921258"/>
                  <a:pt x="2600736" y="918881"/>
                </a:cubicBezTo>
                <a:cubicBezTo>
                  <a:pt x="2598268" y="916503"/>
                  <a:pt x="2596439" y="913668"/>
                  <a:pt x="2595159" y="910560"/>
                </a:cubicBezTo>
                <a:cubicBezTo>
                  <a:pt x="2593878" y="907451"/>
                  <a:pt x="2593238" y="904159"/>
                  <a:pt x="2593238" y="900775"/>
                </a:cubicBezTo>
                <a:cubicBezTo>
                  <a:pt x="2593238" y="897392"/>
                  <a:pt x="2593878" y="894100"/>
                  <a:pt x="2595159" y="890991"/>
                </a:cubicBezTo>
                <a:cubicBezTo>
                  <a:pt x="2596439" y="887882"/>
                  <a:pt x="2598268" y="885139"/>
                  <a:pt x="2600736" y="882670"/>
                </a:cubicBezTo>
                <a:cubicBezTo>
                  <a:pt x="2603114" y="880293"/>
                  <a:pt x="2605857" y="878464"/>
                  <a:pt x="2608966" y="877184"/>
                </a:cubicBezTo>
                <a:cubicBezTo>
                  <a:pt x="2612166" y="875812"/>
                  <a:pt x="2615458" y="875172"/>
                  <a:pt x="2618842" y="875172"/>
                </a:cubicBezTo>
                <a:cubicBezTo>
                  <a:pt x="2622225" y="875172"/>
                  <a:pt x="2625517" y="875812"/>
                  <a:pt x="2628626" y="877184"/>
                </a:cubicBezTo>
                <a:cubicBezTo>
                  <a:pt x="2631735" y="878464"/>
                  <a:pt x="2634478" y="880293"/>
                  <a:pt x="2636947" y="882670"/>
                </a:cubicBezTo>
                <a:cubicBezTo>
                  <a:pt x="2639324" y="885139"/>
                  <a:pt x="2641153" y="887882"/>
                  <a:pt x="2642433" y="890991"/>
                </a:cubicBezTo>
                <a:cubicBezTo>
                  <a:pt x="2643805" y="894100"/>
                  <a:pt x="2644445" y="897392"/>
                  <a:pt x="2644445" y="900775"/>
                </a:cubicBezTo>
              </a:path>
              <a:path w="4820351" h="2335378">
                <a:moveTo>
                  <a:pt x="3222803" y="989472"/>
                </a:moveTo>
                <a:cubicBezTo>
                  <a:pt x="3222803" y="992856"/>
                  <a:pt x="3222163" y="996056"/>
                  <a:pt x="3220883" y="999256"/>
                </a:cubicBezTo>
                <a:cubicBezTo>
                  <a:pt x="3219511" y="1002365"/>
                  <a:pt x="3217682" y="1005108"/>
                  <a:pt x="3215305" y="1007486"/>
                </a:cubicBezTo>
                <a:cubicBezTo>
                  <a:pt x="3212927" y="1009955"/>
                  <a:pt x="3210093" y="1011784"/>
                  <a:pt x="3206984" y="1013064"/>
                </a:cubicBezTo>
                <a:cubicBezTo>
                  <a:pt x="3203875" y="1014344"/>
                  <a:pt x="3200583" y="1014984"/>
                  <a:pt x="3197200" y="1014984"/>
                </a:cubicBezTo>
                <a:cubicBezTo>
                  <a:pt x="3193816" y="1014984"/>
                  <a:pt x="3190524" y="1014344"/>
                  <a:pt x="3187416" y="1013064"/>
                </a:cubicBezTo>
                <a:cubicBezTo>
                  <a:pt x="3184215" y="1011784"/>
                  <a:pt x="3181472" y="1009955"/>
                  <a:pt x="3179094" y="1007486"/>
                </a:cubicBezTo>
                <a:cubicBezTo>
                  <a:pt x="3176717" y="1005108"/>
                  <a:pt x="3174797" y="1002365"/>
                  <a:pt x="3173517" y="999256"/>
                </a:cubicBezTo>
                <a:cubicBezTo>
                  <a:pt x="3172236" y="996056"/>
                  <a:pt x="3171596" y="992856"/>
                  <a:pt x="3171596" y="989472"/>
                </a:cubicBezTo>
                <a:cubicBezTo>
                  <a:pt x="3171596" y="986089"/>
                  <a:pt x="3172236" y="982797"/>
                  <a:pt x="3173517" y="979688"/>
                </a:cubicBezTo>
                <a:cubicBezTo>
                  <a:pt x="3174797" y="976488"/>
                  <a:pt x="3176717" y="973745"/>
                  <a:pt x="3179094" y="971367"/>
                </a:cubicBezTo>
                <a:cubicBezTo>
                  <a:pt x="3181472" y="968990"/>
                  <a:pt x="3184215" y="967069"/>
                  <a:pt x="3187416" y="965789"/>
                </a:cubicBezTo>
                <a:cubicBezTo>
                  <a:pt x="3190524" y="964509"/>
                  <a:pt x="3193816" y="963869"/>
                  <a:pt x="3197200" y="963869"/>
                </a:cubicBezTo>
                <a:cubicBezTo>
                  <a:pt x="3200583" y="963869"/>
                  <a:pt x="3203875" y="964509"/>
                  <a:pt x="3206984" y="965789"/>
                </a:cubicBezTo>
                <a:cubicBezTo>
                  <a:pt x="3210093" y="967069"/>
                  <a:pt x="3212927" y="968990"/>
                  <a:pt x="3215305" y="971367"/>
                </a:cubicBezTo>
                <a:cubicBezTo>
                  <a:pt x="3217682" y="973745"/>
                  <a:pt x="3219511" y="976488"/>
                  <a:pt x="3220883" y="979688"/>
                </a:cubicBezTo>
                <a:cubicBezTo>
                  <a:pt x="3222163" y="982797"/>
                  <a:pt x="3222803" y="986089"/>
                  <a:pt x="3222803" y="989472"/>
                </a:cubicBezTo>
              </a:path>
              <a:path w="4820351" h="2335378">
                <a:moveTo>
                  <a:pt x="3536168" y="868771"/>
                </a:moveTo>
                <a:cubicBezTo>
                  <a:pt x="3536168" y="872155"/>
                  <a:pt x="3535436" y="875447"/>
                  <a:pt x="3534156" y="878556"/>
                </a:cubicBezTo>
                <a:cubicBezTo>
                  <a:pt x="3532876" y="881664"/>
                  <a:pt x="3531047" y="884408"/>
                  <a:pt x="3528670" y="886877"/>
                </a:cubicBezTo>
                <a:cubicBezTo>
                  <a:pt x="3526201" y="889254"/>
                  <a:pt x="3523458" y="891083"/>
                  <a:pt x="3520349" y="892363"/>
                </a:cubicBezTo>
                <a:cubicBezTo>
                  <a:pt x="3517148" y="893735"/>
                  <a:pt x="3513948" y="894375"/>
                  <a:pt x="3510564" y="894375"/>
                </a:cubicBezTo>
                <a:cubicBezTo>
                  <a:pt x="3507090" y="894375"/>
                  <a:pt x="3503889" y="893735"/>
                  <a:pt x="3500689" y="892363"/>
                </a:cubicBezTo>
                <a:cubicBezTo>
                  <a:pt x="3497580" y="891083"/>
                  <a:pt x="3494837" y="889254"/>
                  <a:pt x="3492459" y="886877"/>
                </a:cubicBezTo>
                <a:cubicBezTo>
                  <a:pt x="3489990" y="884408"/>
                  <a:pt x="3488162" y="881664"/>
                  <a:pt x="3486882" y="878556"/>
                </a:cubicBezTo>
                <a:cubicBezTo>
                  <a:pt x="3485601" y="875447"/>
                  <a:pt x="3484961" y="872155"/>
                  <a:pt x="3484961" y="868771"/>
                </a:cubicBezTo>
                <a:cubicBezTo>
                  <a:pt x="3484961" y="865388"/>
                  <a:pt x="3485601" y="862096"/>
                  <a:pt x="3486882" y="858987"/>
                </a:cubicBezTo>
                <a:cubicBezTo>
                  <a:pt x="3488162" y="855878"/>
                  <a:pt x="3489990" y="853044"/>
                  <a:pt x="3492459" y="850666"/>
                </a:cubicBezTo>
                <a:cubicBezTo>
                  <a:pt x="3494837" y="848289"/>
                  <a:pt x="3497580" y="846460"/>
                  <a:pt x="3500689" y="845180"/>
                </a:cubicBezTo>
                <a:cubicBezTo>
                  <a:pt x="3503889" y="843808"/>
                  <a:pt x="3507090" y="843168"/>
                  <a:pt x="3510564" y="843168"/>
                </a:cubicBezTo>
                <a:cubicBezTo>
                  <a:pt x="3513948" y="843168"/>
                  <a:pt x="3517148" y="843808"/>
                  <a:pt x="3520349" y="845180"/>
                </a:cubicBezTo>
                <a:cubicBezTo>
                  <a:pt x="3523458" y="846460"/>
                  <a:pt x="3526201" y="848289"/>
                  <a:pt x="3528670" y="850666"/>
                </a:cubicBezTo>
                <a:cubicBezTo>
                  <a:pt x="3531047" y="853044"/>
                  <a:pt x="3532876" y="855878"/>
                  <a:pt x="3534156" y="858987"/>
                </a:cubicBezTo>
                <a:cubicBezTo>
                  <a:pt x="3535436" y="862096"/>
                  <a:pt x="3536168" y="865388"/>
                  <a:pt x="3536168" y="868771"/>
                </a:cubicBezTo>
              </a:path>
              <a:path w="4820351" h="2335378">
                <a:moveTo>
                  <a:pt x="4045306" y="1038850"/>
                </a:moveTo>
                <a:cubicBezTo>
                  <a:pt x="4045306" y="1042233"/>
                  <a:pt x="4044666" y="1045525"/>
                  <a:pt x="4043294" y="1048634"/>
                </a:cubicBezTo>
                <a:cubicBezTo>
                  <a:pt x="4042014" y="1051834"/>
                  <a:pt x="4040185" y="1054578"/>
                  <a:pt x="4037808" y="1056955"/>
                </a:cubicBezTo>
                <a:cubicBezTo>
                  <a:pt x="4035430" y="1059332"/>
                  <a:pt x="4032595" y="1061253"/>
                  <a:pt x="4029486" y="1062533"/>
                </a:cubicBezTo>
                <a:cubicBezTo>
                  <a:pt x="4026378" y="1063813"/>
                  <a:pt x="4023086" y="1064453"/>
                  <a:pt x="4019702" y="1064453"/>
                </a:cubicBezTo>
                <a:cubicBezTo>
                  <a:pt x="4016319" y="1064453"/>
                  <a:pt x="4013027" y="1063813"/>
                  <a:pt x="4009918" y="1062533"/>
                </a:cubicBezTo>
                <a:cubicBezTo>
                  <a:pt x="4006718" y="1061253"/>
                  <a:pt x="4003975" y="1059332"/>
                  <a:pt x="4001597" y="1056955"/>
                </a:cubicBezTo>
                <a:cubicBezTo>
                  <a:pt x="3999220" y="1054578"/>
                  <a:pt x="3997300" y="1051834"/>
                  <a:pt x="3996019" y="1048634"/>
                </a:cubicBezTo>
                <a:cubicBezTo>
                  <a:pt x="3994739" y="1045525"/>
                  <a:pt x="3994099" y="1042233"/>
                  <a:pt x="3994099" y="1038850"/>
                </a:cubicBezTo>
                <a:cubicBezTo>
                  <a:pt x="3994099" y="1035467"/>
                  <a:pt x="3994739" y="1032266"/>
                  <a:pt x="3996019" y="1029066"/>
                </a:cubicBezTo>
                <a:cubicBezTo>
                  <a:pt x="3997300" y="1025957"/>
                  <a:pt x="3999220" y="1023214"/>
                  <a:pt x="4001597" y="1020836"/>
                </a:cubicBezTo>
                <a:cubicBezTo>
                  <a:pt x="4003975" y="1018367"/>
                  <a:pt x="4006718" y="1016538"/>
                  <a:pt x="4009918" y="1015258"/>
                </a:cubicBezTo>
                <a:cubicBezTo>
                  <a:pt x="4013027" y="1013978"/>
                  <a:pt x="4016319" y="1013338"/>
                  <a:pt x="4019702" y="1013338"/>
                </a:cubicBezTo>
                <a:cubicBezTo>
                  <a:pt x="4023086" y="1013338"/>
                  <a:pt x="4026378" y="1013978"/>
                  <a:pt x="4029486" y="1015258"/>
                </a:cubicBezTo>
                <a:cubicBezTo>
                  <a:pt x="4032595" y="1016538"/>
                  <a:pt x="4035430" y="1018367"/>
                  <a:pt x="4037808" y="1020836"/>
                </a:cubicBezTo>
                <a:cubicBezTo>
                  <a:pt x="4040185" y="1023214"/>
                  <a:pt x="4042014" y="1025957"/>
                  <a:pt x="4043294" y="1029066"/>
                </a:cubicBezTo>
                <a:cubicBezTo>
                  <a:pt x="4044666" y="1032266"/>
                  <a:pt x="4045306" y="1035467"/>
                  <a:pt x="4045306" y="1038850"/>
                </a:cubicBezTo>
              </a:path>
              <a:path w="4820351" h="2335378">
                <a:moveTo>
                  <a:pt x="4352635" y="1042965"/>
                </a:moveTo>
                <a:cubicBezTo>
                  <a:pt x="4352635" y="1046348"/>
                  <a:pt x="4351995" y="1049640"/>
                  <a:pt x="4350715" y="1052749"/>
                </a:cubicBezTo>
                <a:cubicBezTo>
                  <a:pt x="4349435" y="1055858"/>
                  <a:pt x="4347515" y="1058601"/>
                  <a:pt x="4345137" y="1061070"/>
                </a:cubicBezTo>
                <a:cubicBezTo>
                  <a:pt x="4342760" y="1063447"/>
                  <a:pt x="4339925" y="1065276"/>
                  <a:pt x="4336816" y="1066556"/>
                </a:cubicBezTo>
                <a:cubicBezTo>
                  <a:pt x="4333707" y="1067836"/>
                  <a:pt x="4330416" y="1068568"/>
                  <a:pt x="4327032" y="1068568"/>
                </a:cubicBezTo>
                <a:cubicBezTo>
                  <a:pt x="4323649" y="1068568"/>
                  <a:pt x="4320357" y="1067836"/>
                  <a:pt x="4317248" y="1066556"/>
                </a:cubicBezTo>
                <a:cubicBezTo>
                  <a:pt x="4314139" y="1065276"/>
                  <a:pt x="4311305" y="1063447"/>
                  <a:pt x="4308927" y="1061070"/>
                </a:cubicBezTo>
                <a:cubicBezTo>
                  <a:pt x="4306550" y="1058601"/>
                  <a:pt x="4304721" y="1055858"/>
                  <a:pt x="4303349" y="1052749"/>
                </a:cubicBezTo>
                <a:cubicBezTo>
                  <a:pt x="4302069" y="1049640"/>
                  <a:pt x="4301429" y="1046348"/>
                  <a:pt x="4301429" y="1042965"/>
                </a:cubicBezTo>
                <a:cubicBezTo>
                  <a:pt x="4301429" y="1039581"/>
                  <a:pt x="4302069" y="1036290"/>
                  <a:pt x="4303349" y="1033181"/>
                </a:cubicBezTo>
                <a:cubicBezTo>
                  <a:pt x="4304721" y="1030072"/>
                  <a:pt x="4306550" y="1027237"/>
                  <a:pt x="4308927" y="1024860"/>
                </a:cubicBezTo>
                <a:cubicBezTo>
                  <a:pt x="4311305" y="1022482"/>
                  <a:pt x="4314139" y="1020653"/>
                  <a:pt x="4317248" y="1019373"/>
                </a:cubicBezTo>
                <a:cubicBezTo>
                  <a:pt x="4320357" y="1018002"/>
                  <a:pt x="4323649" y="1017361"/>
                  <a:pt x="4327032" y="1017361"/>
                </a:cubicBezTo>
                <a:cubicBezTo>
                  <a:pt x="4330416" y="1017361"/>
                  <a:pt x="4333707" y="1018002"/>
                  <a:pt x="4336816" y="1019373"/>
                </a:cubicBezTo>
                <a:cubicBezTo>
                  <a:pt x="4339925" y="1020653"/>
                  <a:pt x="4342760" y="1022482"/>
                  <a:pt x="4345137" y="1024860"/>
                </a:cubicBezTo>
                <a:cubicBezTo>
                  <a:pt x="4347515" y="1027237"/>
                  <a:pt x="4349435" y="1030072"/>
                  <a:pt x="4350715" y="1033181"/>
                </a:cubicBezTo>
                <a:cubicBezTo>
                  <a:pt x="4351995" y="1036290"/>
                  <a:pt x="4352635" y="1039581"/>
                  <a:pt x="4352635" y="1042965"/>
                </a:cubicBezTo>
              </a:path>
              <a:path w="4820351" h="2335378">
                <a:moveTo>
                  <a:pt x="51206" y="518190"/>
                </a:moveTo>
                <a:cubicBezTo>
                  <a:pt x="51206" y="521574"/>
                  <a:pt x="50566" y="524866"/>
                  <a:pt x="49286" y="527975"/>
                </a:cubicBezTo>
                <a:cubicBezTo>
                  <a:pt x="48006" y="531175"/>
                  <a:pt x="46086" y="533918"/>
                  <a:pt x="43708" y="536296"/>
                </a:cubicBezTo>
                <a:cubicBezTo>
                  <a:pt x="41331" y="538673"/>
                  <a:pt x="38496" y="540502"/>
                  <a:pt x="35387" y="541873"/>
                </a:cubicBezTo>
                <a:cubicBezTo>
                  <a:pt x="32278" y="543154"/>
                  <a:pt x="28986" y="543794"/>
                  <a:pt x="25603" y="543794"/>
                </a:cubicBezTo>
                <a:cubicBezTo>
                  <a:pt x="22220" y="543794"/>
                  <a:pt x="18928" y="543154"/>
                  <a:pt x="15819" y="541873"/>
                </a:cubicBezTo>
                <a:cubicBezTo>
                  <a:pt x="12710" y="540502"/>
                  <a:pt x="9876" y="538673"/>
                  <a:pt x="7498" y="536296"/>
                </a:cubicBezTo>
                <a:cubicBezTo>
                  <a:pt x="5121" y="533918"/>
                  <a:pt x="3292" y="531175"/>
                  <a:pt x="1920" y="527975"/>
                </a:cubicBezTo>
                <a:cubicBezTo>
                  <a:pt x="640" y="524866"/>
                  <a:pt x="0" y="521574"/>
                  <a:pt x="0" y="518190"/>
                </a:cubicBezTo>
                <a:cubicBezTo>
                  <a:pt x="0" y="514807"/>
                  <a:pt x="640" y="511515"/>
                  <a:pt x="1920" y="508406"/>
                </a:cubicBezTo>
                <a:cubicBezTo>
                  <a:pt x="3292" y="505297"/>
                  <a:pt x="5121" y="502554"/>
                  <a:pt x="7498" y="500085"/>
                </a:cubicBezTo>
                <a:cubicBezTo>
                  <a:pt x="9876" y="497708"/>
                  <a:pt x="12710" y="495879"/>
                  <a:pt x="15819" y="494599"/>
                </a:cubicBezTo>
                <a:cubicBezTo>
                  <a:pt x="18928" y="493319"/>
                  <a:pt x="22220" y="492679"/>
                  <a:pt x="25603" y="492679"/>
                </a:cubicBezTo>
                <a:cubicBezTo>
                  <a:pt x="28986" y="492679"/>
                  <a:pt x="32278" y="493319"/>
                  <a:pt x="35387" y="494599"/>
                </a:cubicBezTo>
                <a:cubicBezTo>
                  <a:pt x="38496" y="495879"/>
                  <a:pt x="41331" y="497708"/>
                  <a:pt x="43708" y="500085"/>
                </a:cubicBezTo>
                <a:cubicBezTo>
                  <a:pt x="46086" y="502554"/>
                  <a:pt x="48006" y="505297"/>
                  <a:pt x="49286" y="508406"/>
                </a:cubicBezTo>
                <a:cubicBezTo>
                  <a:pt x="50566" y="511515"/>
                  <a:pt x="51206" y="514807"/>
                  <a:pt x="51206" y="518190"/>
                </a:cubicBezTo>
              </a:path>
              <a:path w="4820351" h="2335378">
                <a:moveTo>
                  <a:pt x="408645" y="635234"/>
                </a:moveTo>
                <a:cubicBezTo>
                  <a:pt x="408645" y="638617"/>
                  <a:pt x="408005" y="641817"/>
                  <a:pt x="406725" y="645018"/>
                </a:cubicBezTo>
                <a:cubicBezTo>
                  <a:pt x="405354" y="648127"/>
                  <a:pt x="403525" y="650870"/>
                  <a:pt x="401147" y="653247"/>
                </a:cubicBezTo>
                <a:cubicBezTo>
                  <a:pt x="398770" y="655625"/>
                  <a:pt x="395935" y="657545"/>
                  <a:pt x="392826" y="658825"/>
                </a:cubicBezTo>
                <a:cubicBezTo>
                  <a:pt x="389717" y="660105"/>
                  <a:pt x="386425" y="660745"/>
                  <a:pt x="383042" y="660745"/>
                </a:cubicBezTo>
                <a:cubicBezTo>
                  <a:pt x="379659" y="660745"/>
                  <a:pt x="376367" y="660105"/>
                  <a:pt x="373258" y="658825"/>
                </a:cubicBezTo>
                <a:cubicBezTo>
                  <a:pt x="370058" y="657545"/>
                  <a:pt x="367314" y="655625"/>
                  <a:pt x="364937" y="653247"/>
                </a:cubicBezTo>
                <a:cubicBezTo>
                  <a:pt x="362560" y="650870"/>
                  <a:pt x="360639" y="648127"/>
                  <a:pt x="359359" y="645018"/>
                </a:cubicBezTo>
                <a:cubicBezTo>
                  <a:pt x="358079" y="641817"/>
                  <a:pt x="357439" y="638617"/>
                  <a:pt x="357439" y="635234"/>
                </a:cubicBezTo>
                <a:cubicBezTo>
                  <a:pt x="357439" y="631759"/>
                  <a:pt x="358079" y="628559"/>
                  <a:pt x="359359" y="625358"/>
                </a:cubicBezTo>
                <a:cubicBezTo>
                  <a:pt x="360639" y="622249"/>
                  <a:pt x="362560" y="619506"/>
                  <a:pt x="364937" y="617129"/>
                </a:cubicBezTo>
                <a:cubicBezTo>
                  <a:pt x="367314" y="614751"/>
                  <a:pt x="370058" y="612831"/>
                  <a:pt x="373258" y="611551"/>
                </a:cubicBezTo>
                <a:cubicBezTo>
                  <a:pt x="376367" y="610271"/>
                  <a:pt x="379659" y="609630"/>
                  <a:pt x="383042" y="609630"/>
                </a:cubicBezTo>
                <a:cubicBezTo>
                  <a:pt x="386425" y="609630"/>
                  <a:pt x="389717" y="610271"/>
                  <a:pt x="392826" y="611551"/>
                </a:cubicBezTo>
                <a:cubicBezTo>
                  <a:pt x="395935" y="612831"/>
                  <a:pt x="398770" y="614751"/>
                  <a:pt x="401147" y="617129"/>
                </a:cubicBezTo>
                <a:cubicBezTo>
                  <a:pt x="403525" y="619506"/>
                  <a:pt x="405354" y="622249"/>
                  <a:pt x="406725" y="625358"/>
                </a:cubicBezTo>
                <a:cubicBezTo>
                  <a:pt x="408005" y="628559"/>
                  <a:pt x="408645" y="631759"/>
                  <a:pt x="408645" y="635234"/>
                </a:cubicBezTo>
              </a:path>
              <a:path w="4820351" h="2335378">
                <a:moveTo>
                  <a:pt x="1030986" y="496153"/>
                </a:moveTo>
                <a:cubicBezTo>
                  <a:pt x="1030986" y="499537"/>
                  <a:pt x="1030346" y="502829"/>
                  <a:pt x="1029066" y="505938"/>
                </a:cubicBezTo>
                <a:cubicBezTo>
                  <a:pt x="1027786" y="509046"/>
                  <a:pt x="1025957" y="511790"/>
                  <a:pt x="1023488" y="514259"/>
                </a:cubicBezTo>
                <a:cubicBezTo>
                  <a:pt x="1021110" y="516636"/>
                  <a:pt x="1018367" y="518465"/>
                  <a:pt x="1015258" y="519745"/>
                </a:cubicBezTo>
                <a:cubicBezTo>
                  <a:pt x="1012058" y="521025"/>
                  <a:pt x="1008858" y="521757"/>
                  <a:pt x="1005383" y="521757"/>
                </a:cubicBezTo>
                <a:cubicBezTo>
                  <a:pt x="1002000" y="521757"/>
                  <a:pt x="998799" y="521025"/>
                  <a:pt x="995599" y="519745"/>
                </a:cubicBezTo>
                <a:cubicBezTo>
                  <a:pt x="992490" y="518465"/>
                  <a:pt x="989747" y="516636"/>
                  <a:pt x="987278" y="514259"/>
                </a:cubicBezTo>
                <a:cubicBezTo>
                  <a:pt x="984900" y="511790"/>
                  <a:pt x="983071" y="509046"/>
                  <a:pt x="981791" y="505938"/>
                </a:cubicBezTo>
                <a:cubicBezTo>
                  <a:pt x="980420" y="502829"/>
                  <a:pt x="979780" y="499537"/>
                  <a:pt x="979780" y="496153"/>
                </a:cubicBezTo>
                <a:cubicBezTo>
                  <a:pt x="979780" y="492770"/>
                  <a:pt x="980420" y="489478"/>
                  <a:pt x="981791" y="486369"/>
                </a:cubicBezTo>
                <a:cubicBezTo>
                  <a:pt x="983071" y="483260"/>
                  <a:pt x="984900" y="480426"/>
                  <a:pt x="987278" y="478048"/>
                </a:cubicBezTo>
                <a:cubicBezTo>
                  <a:pt x="989747" y="475671"/>
                  <a:pt x="992490" y="473842"/>
                  <a:pt x="995599" y="472470"/>
                </a:cubicBezTo>
                <a:cubicBezTo>
                  <a:pt x="998799" y="471190"/>
                  <a:pt x="1002000" y="470550"/>
                  <a:pt x="1005383" y="470550"/>
                </a:cubicBezTo>
                <a:cubicBezTo>
                  <a:pt x="1008858" y="470550"/>
                  <a:pt x="1012058" y="471190"/>
                  <a:pt x="1015258" y="472470"/>
                </a:cubicBezTo>
                <a:cubicBezTo>
                  <a:pt x="1018367" y="473842"/>
                  <a:pt x="1021110" y="475671"/>
                  <a:pt x="1023488" y="478048"/>
                </a:cubicBezTo>
                <a:cubicBezTo>
                  <a:pt x="1025957" y="480426"/>
                  <a:pt x="1027786" y="483260"/>
                  <a:pt x="1029066" y="486369"/>
                </a:cubicBezTo>
                <a:cubicBezTo>
                  <a:pt x="1030346" y="489478"/>
                  <a:pt x="1030986" y="492770"/>
                  <a:pt x="1030986" y="496153"/>
                </a:cubicBezTo>
              </a:path>
              <a:path w="4820351" h="2335378">
                <a:moveTo>
                  <a:pt x="1371966" y="433883"/>
                </a:moveTo>
                <a:cubicBezTo>
                  <a:pt x="1371966" y="437266"/>
                  <a:pt x="1371326" y="440558"/>
                  <a:pt x="1369954" y="443667"/>
                </a:cubicBezTo>
                <a:cubicBezTo>
                  <a:pt x="1368674" y="446867"/>
                  <a:pt x="1366845" y="449610"/>
                  <a:pt x="1364468" y="451988"/>
                </a:cubicBezTo>
                <a:cubicBezTo>
                  <a:pt x="1362090" y="454365"/>
                  <a:pt x="1359256" y="456194"/>
                  <a:pt x="1356147" y="457566"/>
                </a:cubicBezTo>
                <a:cubicBezTo>
                  <a:pt x="1353038" y="458846"/>
                  <a:pt x="1349746" y="459486"/>
                  <a:pt x="1346363" y="459486"/>
                </a:cubicBezTo>
                <a:cubicBezTo>
                  <a:pt x="1342979" y="459486"/>
                  <a:pt x="1339687" y="458846"/>
                  <a:pt x="1336578" y="457566"/>
                </a:cubicBezTo>
                <a:cubicBezTo>
                  <a:pt x="1333378" y="456194"/>
                  <a:pt x="1330635" y="454365"/>
                  <a:pt x="1328257" y="451988"/>
                </a:cubicBezTo>
                <a:cubicBezTo>
                  <a:pt x="1325880" y="449610"/>
                  <a:pt x="1323960" y="446867"/>
                  <a:pt x="1322680" y="443667"/>
                </a:cubicBezTo>
                <a:cubicBezTo>
                  <a:pt x="1321399" y="440558"/>
                  <a:pt x="1320759" y="437266"/>
                  <a:pt x="1320759" y="433883"/>
                </a:cubicBezTo>
                <a:cubicBezTo>
                  <a:pt x="1320759" y="430500"/>
                  <a:pt x="1321399" y="427299"/>
                  <a:pt x="1322680" y="424099"/>
                </a:cubicBezTo>
                <a:cubicBezTo>
                  <a:pt x="1323960" y="420990"/>
                  <a:pt x="1325880" y="418247"/>
                  <a:pt x="1328257" y="415869"/>
                </a:cubicBezTo>
                <a:cubicBezTo>
                  <a:pt x="1330635" y="413400"/>
                  <a:pt x="1333378" y="411571"/>
                  <a:pt x="1336578" y="410291"/>
                </a:cubicBezTo>
                <a:cubicBezTo>
                  <a:pt x="1339687" y="409011"/>
                  <a:pt x="1342979" y="408371"/>
                  <a:pt x="1346363" y="408371"/>
                </a:cubicBezTo>
                <a:cubicBezTo>
                  <a:pt x="1349746" y="408371"/>
                  <a:pt x="1353038" y="409011"/>
                  <a:pt x="1356147" y="410291"/>
                </a:cubicBezTo>
                <a:cubicBezTo>
                  <a:pt x="1359256" y="411571"/>
                  <a:pt x="1362090" y="413400"/>
                  <a:pt x="1364468" y="415869"/>
                </a:cubicBezTo>
                <a:cubicBezTo>
                  <a:pt x="1366845" y="418247"/>
                  <a:pt x="1368674" y="420990"/>
                  <a:pt x="1369954" y="424099"/>
                </a:cubicBezTo>
                <a:cubicBezTo>
                  <a:pt x="1371326" y="427299"/>
                  <a:pt x="1371966" y="430500"/>
                  <a:pt x="1371966" y="433883"/>
                </a:cubicBezTo>
              </a:path>
              <a:path w="4820351" h="2335378">
                <a:moveTo>
                  <a:pt x="1789938" y="447416"/>
                </a:moveTo>
                <a:cubicBezTo>
                  <a:pt x="1789938" y="450891"/>
                  <a:pt x="1789298" y="454091"/>
                  <a:pt x="1788018" y="457200"/>
                </a:cubicBezTo>
                <a:cubicBezTo>
                  <a:pt x="1786738" y="460400"/>
                  <a:pt x="1784909" y="463144"/>
                  <a:pt x="1782440" y="465521"/>
                </a:cubicBezTo>
                <a:cubicBezTo>
                  <a:pt x="1780062" y="467898"/>
                  <a:pt x="1777319" y="469819"/>
                  <a:pt x="1774119" y="471099"/>
                </a:cubicBezTo>
                <a:cubicBezTo>
                  <a:pt x="1771010" y="472379"/>
                  <a:pt x="1767718" y="473019"/>
                  <a:pt x="1764335" y="473019"/>
                </a:cubicBezTo>
                <a:cubicBezTo>
                  <a:pt x="1760952" y="473019"/>
                  <a:pt x="1757660" y="472379"/>
                  <a:pt x="1754551" y="471099"/>
                </a:cubicBezTo>
                <a:cubicBezTo>
                  <a:pt x="1751442" y="469819"/>
                  <a:pt x="1748699" y="467898"/>
                  <a:pt x="1746230" y="465521"/>
                </a:cubicBezTo>
                <a:cubicBezTo>
                  <a:pt x="1743852" y="463144"/>
                  <a:pt x="1742023" y="460400"/>
                  <a:pt x="1740743" y="457200"/>
                </a:cubicBezTo>
                <a:cubicBezTo>
                  <a:pt x="1739372" y="454091"/>
                  <a:pt x="1738732" y="450891"/>
                  <a:pt x="1738732" y="447416"/>
                </a:cubicBezTo>
                <a:cubicBezTo>
                  <a:pt x="1738732" y="444033"/>
                  <a:pt x="1739372" y="440832"/>
                  <a:pt x="1740743" y="437632"/>
                </a:cubicBezTo>
                <a:cubicBezTo>
                  <a:pt x="1742023" y="434523"/>
                  <a:pt x="1743852" y="431780"/>
                  <a:pt x="1746230" y="429402"/>
                </a:cubicBezTo>
                <a:cubicBezTo>
                  <a:pt x="1748699" y="426933"/>
                  <a:pt x="1751442" y="425105"/>
                  <a:pt x="1754551" y="423824"/>
                </a:cubicBezTo>
                <a:cubicBezTo>
                  <a:pt x="1757660" y="422544"/>
                  <a:pt x="1760952" y="421904"/>
                  <a:pt x="1764335" y="421904"/>
                </a:cubicBezTo>
                <a:cubicBezTo>
                  <a:pt x="1767718" y="421904"/>
                  <a:pt x="1771010" y="422544"/>
                  <a:pt x="1774119" y="423824"/>
                </a:cubicBezTo>
                <a:cubicBezTo>
                  <a:pt x="1777319" y="425105"/>
                  <a:pt x="1780062" y="426933"/>
                  <a:pt x="1782440" y="429402"/>
                </a:cubicBezTo>
                <a:cubicBezTo>
                  <a:pt x="1784909" y="431780"/>
                  <a:pt x="1786738" y="434523"/>
                  <a:pt x="1788018" y="437632"/>
                </a:cubicBezTo>
                <a:cubicBezTo>
                  <a:pt x="1789298" y="440832"/>
                  <a:pt x="1789938" y="444033"/>
                  <a:pt x="1789938" y="447416"/>
                </a:cubicBezTo>
              </a:path>
              <a:path w="4820351" h="2335378">
                <a:moveTo>
                  <a:pt x="2314346" y="592074"/>
                </a:moveTo>
                <a:cubicBezTo>
                  <a:pt x="2314346" y="595457"/>
                  <a:pt x="2313615" y="598749"/>
                  <a:pt x="2312335" y="601858"/>
                </a:cubicBezTo>
                <a:cubicBezTo>
                  <a:pt x="2311055" y="604967"/>
                  <a:pt x="2309226" y="607802"/>
                  <a:pt x="2306757" y="610179"/>
                </a:cubicBezTo>
                <a:cubicBezTo>
                  <a:pt x="2304379" y="612557"/>
                  <a:pt x="2301636" y="614385"/>
                  <a:pt x="2298527" y="615757"/>
                </a:cubicBezTo>
                <a:cubicBezTo>
                  <a:pt x="2295327" y="617037"/>
                  <a:pt x="2292126" y="617677"/>
                  <a:pt x="2288652" y="617677"/>
                </a:cubicBezTo>
                <a:cubicBezTo>
                  <a:pt x="2285268" y="617677"/>
                  <a:pt x="2282068" y="617037"/>
                  <a:pt x="2278868" y="615757"/>
                </a:cubicBezTo>
                <a:cubicBezTo>
                  <a:pt x="2275759" y="614385"/>
                  <a:pt x="2273016" y="612557"/>
                  <a:pt x="2270547" y="610179"/>
                </a:cubicBezTo>
                <a:cubicBezTo>
                  <a:pt x="2268169" y="607802"/>
                  <a:pt x="2266340" y="604967"/>
                  <a:pt x="2265060" y="601858"/>
                </a:cubicBezTo>
                <a:cubicBezTo>
                  <a:pt x="2263780" y="598749"/>
                  <a:pt x="2263049" y="595457"/>
                  <a:pt x="2263049" y="592074"/>
                </a:cubicBezTo>
                <a:cubicBezTo>
                  <a:pt x="2263049" y="588691"/>
                  <a:pt x="2263780" y="585399"/>
                  <a:pt x="2265060" y="582290"/>
                </a:cubicBezTo>
                <a:cubicBezTo>
                  <a:pt x="2266340" y="579181"/>
                  <a:pt x="2268169" y="576438"/>
                  <a:pt x="2270547" y="573969"/>
                </a:cubicBezTo>
                <a:cubicBezTo>
                  <a:pt x="2273016" y="571591"/>
                  <a:pt x="2275759" y="569763"/>
                  <a:pt x="2278868" y="568482"/>
                </a:cubicBezTo>
                <a:cubicBezTo>
                  <a:pt x="2282068" y="567202"/>
                  <a:pt x="2285268" y="566562"/>
                  <a:pt x="2288652" y="566562"/>
                </a:cubicBezTo>
                <a:cubicBezTo>
                  <a:pt x="2292126" y="566562"/>
                  <a:pt x="2295327" y="567202"/>
                  <a:pt x="2298527" y="568482"/>
                </a:cubicBezTo>
                <a:cubicBezTo>
                  <a:pt x="2301636" y="569763"/>
                  <a:pt x="2304379" y="571591"/>
                  <a:pt x="2306757" y="573969"/>
                </a:cubicBezTo>
                <a:cubicBezTo>
                  <a:pt x="2309226" y="576438"/>
                  <a:pt x="2311055" y="579181"/>
                  <a:pt x="2312335" y="582290"/>
                </a:cubicBezTo>
                <a:cubicBezTo>
                  <a:pt x="2313615" y="585399"/>
                  <a:pt x="2314346" y="588691"/>
                  <a:pt x="2314346" y="592074"/>
                </a:cubicBezTo>
              </a:path>
              <a:path w="4820351" h="2335378">
                <a:moveTo>
                  <a:pt x="2626705" y="574152"/>
                </a:moveTo>
                <a:cubicBezTo>
                  <a:pt x="2626705" y="577535"/>
                  <a:pt x="2626065" y="580827"/>
                  <a:pt x="2624694" y="583936"/>
                </a:cubicBezTo>
                <a:cubicBezTo>
                  <a:pt x="2623414" y="587136"/>
                  <a:pt x="2621585" y="589879"/>
                  <a:pt x="2619207" y="592257"/>
                </a:cubicBezTo>
                <a:cubicBezTo>
                  <a:pt x="2616738" y="594634"/>
                  <a:pt x="2613995" y="596555"/>
                  <a:pt x="2610886" y="597835"/>
                </a:cubicBezTo>
                <a:cubicBezTo>
                  <a:pt x="2607777" y="599115"/>
                  <a:pt x="2604486" y="599755"/>
                  <a:pt x="2601102" y="599755"/>
                </a:cubicBezTo>
                <a:cubicBezTo>
                  <a:pt x="2597719" y="599755"/>
                  <a:pt x="2594427" y="599115"/>
                  <a:pt x="2591318" y="597835"/>
                </a:cubicBezTo>
                <a:cubicBezTo>
                  <a:pt x="2588118" y="596555"/>
                  <a:pt x="2585375" y="594634"/>
                  <a:pt x="2582997" y="592257"/>
                </a:cubicBezTo>
                <a:cubicBezTo>
                  <a:pt x="2580528" y="589879"/>
                  <a:pt x="2578699" y="587136"/>
                  <a:pt x="2577419" y="583936"/>
                </a:cubicBezTo>
                <a:cubicBezTo>
                  <a:pt x="2576139" y="580827"/>
                  <a:pt x="2575499" y="577535"/>
                  <a:pt x="2575499" y="574152"/>
                </a:cubicBezTo>
                <a:cubicBezTo>
                  <a:pt x="2575499" y="570768"/>
                  <a:pt x="2576139" y="567568"/>
                  <a:pt x="2577419" y="564368"/>
                </a:cubicBezTo>
                <a:cubicBezTo>
                  <a:pt x="2578699" y="561259"/>
                  <a:pt x="2580528" y="558516"/>
                  <a:pt x="2582997" y="556138"/>
                </a:cubicBezTo>
                <a:cubicBezTo>
                  <a:pt x="2585375" y="553669"/>
                  <a:pt x="2588118" y="551840"/>
                  <a:pt x="2591318" y="550560"/>
                </a:cubicBezTo>
                <a:cubicBezTo>
                  <a:pt x="2594427" y="549280"/>
                  <a:pt x="2597719" y="548640"/>
                  <a:pt x="2601102" y="548640"/>
                </a:cubicBezTo>
                <a:cubicBezTo>
                  <a:pt x="2604486" y="548640"/>
                  <a:pt x="2607777" y="549280"/>
                  <a:pt x="2610886" y="550560"/>
                </a:cubicBezTo>
                <a:cubicBezTo>
                  <a:pt x="2613995" y="551840"/>
                  <a:pt x="2616738" y="553669"/>
                  <a:pt x="2619207" y="556138"/>
                </a:cubicBezTo>
                <a:cubicBezTo>
                  <a:pt x="2621585" y="558516"/>
                  <a:pt x="2623414" y="561259"/>
                  <a:pt x="2624694" y="564368"/>
                </a:cubicBezTo>
                <a:cubicBezTo>
                  <a:pt x="2626065" y="567568"/>
                  <a:pt x="2626705" y="570768"/>
                  <a:pt x="2626705" y="574152"/>
                </a:cubicBezTo>
              </a:path>
              <a:path w="4820351" h="2335378">
                <a:moveTo>
                  <a:pt x="3062508" y="509961"/>
                </a:moveTo>
                <a:cubicBezTo>
                  <a:pt x="3062508" y="513344"/>
                  <a:pt x="3061868" y="516636"/>
                  <a:pt x="3060588" y="519745"/>
                </a:cubicBezTo>
                <a:cubicBezTo>
                  <a:pt x="3059308" y="522854"/>
                  <a:pt x="3057479" y="525689"/>
                  <a:pt x="3055010" y="528066"/>
                </a:cubicBezTo>
                <a:cubicBezTo>
                  <a:pt x="3052633" y="530443"/>
                  <a:pt x="3049890" y="532272"/>
                  <a:pt x="3046689" y="533552"/>
                </a:cubicBezTo>
                <a:cubicBezTo>
                  <a:pt x="3043580" y="534924"/>
                  <a:pt x="3040289" y="535564"/>
                  <a:pt x="3036905" y="535564"/>
                </a:cubicBezTo>
                <a:cubicBezTo>
                  <a:pt x="3033522" y="535564"/>
                  <a:pt x="3030230" y="534924"/>
                  <a:pt x="3027121" y="533552"/>
                </a:cubicBezTo>
                <a:cubicBezTo>
                  <a:pt x="3024012" y="532272"/>
                  <a:pt x="3021269" y="530443"/>
                  <a:pt x="3018800" y="528066"/>
                </a:cubicBezTo>
                <a:cubicBezTo>
                  <a:pt x="3016423" y="525689"/>
                  <a:pt x="3014594" y="522854"/>
                  <a:pt x="3013314" y="519745"/>
                </a:cubicBezTo>
                <a:cubicBezTo>
                  <a:pt x="3011942" y="516636"/>
                  <a:pt x="3011302" y="513344"/>
                  <a:pt x="3011302" y="509961"/>
                </a:cubicBezTo>
                <a:cubicBezTo>
                  <a:pt x="3011302" y="506578"/>
                  <a:pt x="3011942" y="503286"/>
                  <a:pt x="3013314" y="500177"/>
                </a:cubicBezTo>
                <a:cubicBezTo>
                  <a:pt x="3014594" y="497068"/>
                  <a:pt x="3016423" y="494325"/>
                  <a:pt x="3018800" y="491856"/>
                </a:cubicBezTo>
                <a:cubicBezTo>
                  <a:pt x="3021269" y="489478"/>
                  <a:pt x="3024012" y="487650"/>
                  <a:pt x="3027121" y="486369"/>
                </a:cubicBezTo>
                <a:cubicBezTo>
                  <a:pt x="3030230" y="485089"/>
                  <a:pt x="3033522" y="484358"/>
                  <a:pt x="3036905" y="484358"/>
                </a:cubicBezTo>
                <a:cubicBezTo>
                  <a:pt x="3040289" y="484358"/>
                  <a:pt x="3043580" y="485089"/>
                  <a:pt x="3046689" y="486369"/>
                </a:cubicBezTo>
                <a:cubicBezTo>
                  <a:pt x="3049890" y="487650"/>
                  <a:pt x="3052633" y="489478"/>
                  <a:pt x="3055010" y="491856"/>
                </a:cubicBezTo>
                <a:cubicBezTo>
                  <a:pt x="3057479" y="494325"/>
                  <a:pt x="3059308" y="497068"/>
                  <a:pt x="3060588" y="500177"/>
                </a:cubicBezTo>
                <a:cubicBezTo>
                  <a:pt x="3061868" y="503286"/>
                  <a:pt x="3062508" y="506578"/>
                  <a:pt x="3062508" y="509961"/>
                </a:cubicBezTo>
              </a:path>
              <a:path w="4820351" h="2335378">
                <a:moveTo>
                  <a:pt x="3504987" y="546537"/>
                </a:moveTo>
                <a:cubicBezTo>
                  <a:pt x="3504987" y="549920"/>
                  <a:pt x="3504347" y="553212"/>
                  <a:pt x="3503066" y="556321"/>
                </a:cubicBezTo>
                <a:cubicBezTo>
                  <a:pt x="3501786" y="559430"/>
                  <a:pt x="3499957" y="562173"/>
                  <a:pt x="3497489" y="564642"/>
                </a:cubicBezTo>
                <a:cubicBezTo>
                  <a:pt x="3495111" y="567019"/>
                  <a:pt x="3492368" y="568848"/>
                  <a:pt x="3489259" y="570128"/>
                </a:cubicBezTo>
                <a:cubicBezTo>
                  <a:pt x="3486059" y="571500"/>
                  <a:pt x="3482858" y="572140"/>
                  <a:pt x="3479383" y="572140"/>
                </a:cubicBezTo>
                <a:cubicBezTo>
                  <a:pt x="3476000" y="572140"/>
                  <a:pt x="3472800" y="571500"/>
                  <a:pt x="3469599" y="570128"/>
                </a:cubicBezTo>
                <a:cubicBezTo>
                  <a:pt x="3466490" y="568848"/>
                  <a:pt x="3463747" y="567019"/>
                  <a:pt x="3461278" y="564642"/>
                </a:cubicBezTo>
                <a:cubicBezTo>
                  <a:pt x="3458901" y="562173"/>
                  <a:pt x="3457072" y="559430"/>
                  <a:pt x="3455792" y="556321"/>
                </a:cubicBezTo>
                <a:cubicBezTo>
                  <a:pt x="3454420" y="553212"/>
                  <a:pt x="3453780" y="549920"/>
                  <a:pt x="3453780" y="546537"/>
                </a:cubicBezTo>
                <a:cubicBezTo>
                  <a:pt x="3453780" y="543154"/>
                  <a:pt x="3454420" y="539862"/>
                  <a:pt x="3455792" y="536753"/>
                </a:cubicBezTo>
                <a:cubicBezTo>
                  <a:pt x="3457072" y="533644"/>
                  <a:pt x="3458901" y="530809"/>
                  <a:pt x="3461278" y="528432"/>
                </a:cubicBezTo>
                <a:cubicBezTo>
                  <a:pt x="3463747" y="526054"/>
                  <a:pt x="3466490" y="524226"/>
                  <a:pt x="3469599" y="522945"/>
                </a:cubicBezTo>
                <a:cubicBezTo>
                  <a:pt x="3472800" y="521574"/>
                  <a:pt x="3476000" y="520934"/>
                  <a:pt x="3479383" y="520934"/>
                </a:cubicBezTo>
                <a:cubicBezTo>
                  <a:pt x="3482858" y="520934"/>
                  <a:pt x="3486059" y="521574"/>
                  <a:pt x="3489259" y="522945"/>
                </a:cubicBezTo>
                <a:cubicBezTo>
                  <a:pt x="3492368" y="524226"/>
                  <a:pt x="3495111" y="526054"/>
                  <a:pt x="3497489" y="528432"/>
                </a:cubicBezTo>
                <a:cubicBezTo>
                  <a:pt x="3499957" y="530809"/>
                  <a:pt x="3501786" y="533644"/>
                  <a:pt x="3503066" y="536753"/>
                </a:cubicBezTo>
                <a:cubicBezTo>
                  <a:pt x="3504347" y="539862"/>
                  <a:pt x="3504987" y="543154"/>
                  <a:pt x="3504987" y="546537"/>
                </a:cubicBezTo>
              </a:path>
              <a:path w="4820351" h="2335378">
                <a:moveTo>
                  <a:pt x="3915186" y="439003"/>
                </a:moveTo>
                <a:cubicBezTo>
                  <a:pt x="3915186" y="442387"/>
                  <a:pt x="3914546" y="445679"/>
                  <a:pt x="3913266" y="448788"/>
                </a:cubicBezTo>
                <a:cubicBezTo>
                  <a:pt x="3911895" y="451988"/>
                  <a:pt x="3910066" y="454731"/>
                  <a:pt x="3907688" y="457109"/>
                </a:cubicBezTo>
                <a:cubicBezTo>
                  <a:pt x="3905311" y="459486"/>
                  <a:pt x="3902476" y="461315"/>
                  <a:pt x="3899367" y="462686"/>
                </a:cubicBezTo>
                <a:cubicBezTo>
                  <a:pt x="3896258" y="463967"/>
                  <a:pt x="3892967" y="464607"/>
                  <a:pt x="3889583" y="464607"/>
                </a:cubicBezTo>
                <a:cubicBezTo>
                  <a:pt x="3886200" y="464607"/>
                  <a:pt x="3882908" y="463967"/>
                  <a:pt x="3879799" y="462686"/>
                </a:cubicBezTo>
                <a:cubicBezTo>
                  <a:pt x="3876599" y="461315"/>
                  <a:pt x="3873856" y="459486"/>
                  <a:pt x="3871478" y="457109"/>
                </a:cubicBezTo>
                <a:cubicBezTo>
                  <a:pt x="3869101" y="454731"/>
                  <a:pt x="3867180" y="451988"/>
                  <a:pt x="3865900" y="448788"/>
                </a:cubicBezTo>
                <a:cubicBezTo>
                  <a:pt x="3864620" y="445679"/>
                  <a:pt x="3863980" y="442387"/>
                  <a:pt x="3863980" y="439003"/>
                </a:cubicBezTo>
                <a:cubicBezTo>
                  <a:pt x="3863980" y="435620"/>
                  <a:pt x="3864620" y="432328"/>
                  <a:pt x="3865900" y="429219"/>
                </a:cubicBezTo>
                <a:cubicBezTo>
                  <a:pt x="3867180" y="426110"/>
                  <a:pt x="3869101" y="423367"/>
                  <a:pt x="3871478" y="420898"/>
                </a:cubicBezTo>
                <a:cubicBezTo>
                  <a:pt x="3873856" y="418521"/>
                  <a:pt x="3876599" y="416692"/>
                  <a:pt x="3879799" y="415412"/>
                </a:cubicBezTo>
                <a:cubicBezTo>
                  <a:pt x="3882908" y="414132"/>
                  <a:pt x="3886200" y="413492"/>
                  <a:pt x="3889583" y="413492"/>
                </a:cubicBezTo>
                <a:cubicBezTo>
                  <a:pt x="3892967" y="413492"/>
                  <a:pt x="3896258" y="414132"/>
                  <a:pt x="3899367" y="415412"/>
                </a:cubicBezTo>
                <a:cubicBezTo>
                  <a:pt x="3902476" y="416692"/>
                  <a:pt x="3905311" y="418521"/>
                  <a:pt x="3907688" y="420898"/>
                </a:cubicBezTo>
                <a:cubicBezTo>
                  <a:pt x="3910066" y="423367"/>
                  <a:pt x="3911895" y="426110"/>
                  <a:pt x="3913266" y="429219"/>
                </a:cubicBezTo>
                <a:cubicBezTo>
                  <a:pt x="3914546" y="432328"/>
                  <a:pt x="3915186" y="435620"/>
                  <a:pt x="3915186" y="439003"/>
                </a:cubicBezTo>
              </a:path>
              <a:path w="4820351" h="2335378">
                <a:moveTo>
                  <a:pt x="4402287" y="538033"/>
                </a:moveTo>
                <a:cubicBezTo>
                  <a:pt x="4402287" y="541416"/>
                  <a:pt x="4401647" y="544617"/>
                  <a:pt x="4400367" y="547817"/>
                </a:cubicBezTo>
                <a:cubicBezTo>
                  <a:pt x="4399087" y="550926"/>
                  <a:pt x="4397258" y="553669"/>
                  <a:pt x="4394789" y="556047"/>
                </a:cubicBezTo>
                <a:cubicBezTo>
                  <a:pt x="4392412" y="558516"/>
                  <a:pt x="4389669" y="560344"/>
                  <a:pt x="4386560" y="561624"/>
                </a:cubicBezTo>
                <a:cubicBezTo>
                  <a:pt x="4383359" y="562905"/>
                  <a:pt x="4380159" y="563545"/>
                  <a:pt x="4376684" y="563545"/>
                </a:cubicBezTo>
                <a:cubicBezTo>
                  <a:pt x="4373301" y="563545"/>
                  <a:pt x="4370100" y="562905"/>
                  <a:pt x="4366900" y="561624"/>
                </a:cubicBezTo>
                <a:cubicBezTo>
                  <a:pt x="4363791" y="560344"/>
                  <a:pt x="4361048" y="558516"/>
                  <a:pt x="4358579" y="556047"/>
                </a:cubicBezTo>
                <a:cubicBezTo>
                  <a:pt x="4356202" y="553669"/>
                  <a:pt x="4354373" y="550926"/>
                  <a:pt x="4353093" y="547817"/>
                </a:cubicBezTo>
                <a:cubicBezTo>
                  <a:pt x="4351812" y="544617"/>
                  <a:pt x="4351081" y="541416"/>
                  <a:pt x="4351081" y="538033"/>
                </a:cubicBezTo>
                <a:cubicBezTo>
                  <a:pt x="4351081" y="534650"/>
                  <a:pt x="4351812" y="531358"/>
                  <a:pt x="4353093" y="528249"/>
                </a:cubicBezTo>
                <a:cubicBezTo>
                  <a:pt x="4354373" y="525048"/>
                  <a:pt x="4356202" y="522305"/>
                  <a:pt x="4358579" y="519928"/>
                </a:cubicBezTo>
                <a:cubicBezTo>
                  <a:pt x="4361048" y="517550"/>
                  <a:pt x="4363791" y="515722"/>
                  <a:pt x="4366900" y="514350"/>
                </a:cubicBezTo>
                <a:cubicBezTo>
                  <a:pt x="4370100" y="513070"/>
                  <a:pt x="4373301" y="512430"/>
                  <a:pt x="4376684" y="512430"/>
                </a:cubicBezTo>
                <a:cubicBezTo>
                  <a:pt x="4380159" y="512430"/>
                  <a:pt x="4383359" y="513070"/>
                  <a:pt x="4386560" y="514350"/>
                </a:cubicBezTo>
                <a:cubicBezTo>
                  <a:pt x="4389669" y="515722"/>
                  <a:pt x="4392412" y="517550"/>
                  <a:pt x="4394789" y="519928"/>
                </a:cubicBezTo>
                <a:cubicBezTo>
                  <a:pt x="4397258" y="522305"/>
                  <a:pt x="4399087" y="525048"/>
                  <a:pt x="4400367" y="528249"/>
                </a:cubicBezTo>
                <a:cubicBezTo>
                  <a:pt x="4401647" y="531358"/>
                  <a:pt x="4402287" y="534650"/>
                  <a:pt x="4402287" y="538033"/>
                </a:cubicBezTo>
              </a:path>
              <a:path w="4820351" h="2335378">
                <a:moveTo>
                  <a:pt x="56327" y="196413"/>
                </a:moveTo>
                <a:cubicBezTo>
                  <a:pt x="56327" y="199796"/>
                  <a:pt x="55687" y="203088"/>
                  <a:pt x="54407" y="206197"/>
                </a:cubicBezTo>
                <a:cubicBezTo>
                  <a:pt x="53127" y="209398"/>
                  <a:pt x="51206" y="212141"/>
                  <a:pt x="48829" y="214518"/>
                </a:cubicBezTo>
                <a:cubicBezTo>
                  <a:pt x="46452" y="216896"/>
                  <a:pt x="43617" y="218816"/>
                  <a:pt x="40508" y="220096"/>
                </a:cubicBezTo>
                <a:cubicBezTo>
                  <a:pt x="37399" y="221376"/>
                  <a:pt x="34107" y="222016"/>
                  <a:pt x="30724" y="222016"/>
                </a:cubicBezTo>
                <a:cubicBezTo>
                  <a:pt x="27341" y="222016"/>
                  <a:pt x="24049" y="221376"/>
                  <a:pt x="20940" y="220096"/>
                </a:cubicBezTo>
                <a:cubicBezTo>
                  <a:pt x="17831" y="218816"/>
                  <a:pt x="14996" y="216896"/>
                  <a:pt x="12619" y="214518"/>
                </a:cubicBezTo>
                <a:cubicBezTo>
                  <a:pt x="10241" y="212141"/>
                  <a:pt x="8412" y="209398"/>
                  <a:pt x="7041" y="206197"/>
                </a:cubicBezTo>
                <a:cubicBezTo>
                  <a:pt x="5761" y="203088"/>
                  <a:pt x="5121" y="199796"/>
                  <a:pt x="5121" y="196413"/>
                </a:cubicBezTo>
                <a:cubicBezTo>
                  <a:pt x="5121" y="193030"/>
                  <a:pt x="5761" y="189829"/>
                  <a:pt x="7041" y="186629"/>
                </a:cubicBezTo>
                <a:cubicBezTo>
                  <a:pt x="8412" y="183520"/>
                  <a:pt x="10241" y="180777"/>
                  <a:pt x="12619" y="178399"/>
                </a:cubicBezTo>
                <a:cubicBezTo>
                  <a:pt x="14996" y="175931"/>
                  <a:pt x="17831" y="174102"/>
                  <a:pt x="20940" y="172822"/>
                </a:cubicBezTo>
                <a:cubicBezTo>
                  <a:pt x="24049" y="171541"/>
                  <a:pt x="27341" y="170901"/>
                  <a:pt x="30724" y="170901"/>
                </a:cubicBezTo>
                <a:cubicBezTo>
                  <a:pt x="34107" y="170901"/>
                  <a:pt x="37399" y="171541"/>
                  <a:pt x="40508" y="172822"/>
                </a:cubicBezTo>
                <a:cubicBezTo>
                  <a:pt x="43617" y="174102"/>
                  <a:pt x="46452" y="175931"/>
                  <a:pt x="48829" y="178399"/>
                </a:cubicBezTo>
                <a:cubicBezTo>
                  <a:pt x="51206" y="180777"/>
                  <a:pt x="53127" y="183520"/>
                  <a:pt x="54407" y="186629"/>
                </a:cubicBezTo>
                <a:cubicBezTo>
                  <a:pt x="55687" y="189829"/>
                  <a:pt x="56327" y="193030"/>
                  <a:pt x="56327" y="196413"/>
                </a:cubicBezTo>
              </a:path>
              <a:path w="4820351" h="2335378">
                <a:moveTo>
                  <a:pt x="476402" y="160477"/>
                </a:moveTo>
                <a:cubicBezTo>
                  <a:pt x="476402" y="163860"/>
                  <a:pt x="475762" y="167152"/>
                  <a:pt x="474482" y="170261"/>
                </a:cubicBezTo>
                <a:cubicBezTo>
                  <a:pt x="473202" y="173370"/>
                  <a:pt x="471373" y="176113"/>
                  <a:pt x="468904" y="178582"/>
                </a:cubicBezTo>
                <a:cubicBezTo>
                  <a:pt x="466527" y="180960"/>
                  <a:pt x="463784" y="182789"/>
                  <a:pt x="460675" y="184069"/>
                </a:cubicBezTo>
                <a:cubicBezTo>
                  <a:pt x="457474" y="185349"/>
                  <a:pt x="454274" y="185989"/>
                  <a:pt x="450799" y="185989"/>
                </a:cubicBezTo>
                <a:cubicBezTo>
                  <a:pt x="447416" y="185989"/>
                  <a:pt x="444216" y="185349"/>
                  <a:pt x="441015" y="184069"/>
                </a:cubicBezTo>
                <a:cubicBezTo>
                  <a:pt x="437906" y="182789"/>
                  <a:pt x="435163" y="180960"/>
                  <a:pt x="432694" y="178582"/>
                </a:cubicBezTo>
                <a:cubicBezTo>
                  <a:pt x="430317" y="176113"/>
                  <a:pt x="428488" y="173370"/>
                  <a:pt x="427208" y="170261"/>
                </a:cubicBezTo>
                <a:cubicBezTo>
                  <a:pt x="425836" y="167152"/>
                  <a:pt x="425196" y="163860"/>
                  <a:pt x="425196" y="160477"/>
                </a:cubicBezTo>
                <a:cubicBezTo>
                  <a:pt x="425196" y="157094"/>
                  <a:pt x="425836" y="153802"/>
                  <a:pt x="427208" y="150693"/>
                </a:cubicBezTo>
                <a:cubicBezTo>
                  <a:pt x="428488" y="147493"/>
                  <a:pt x="430317" y="144750"/>
                  <a:pt x="432694" y="142372"/>
                </a:cubicBezTo>
                <a:cubicBezTo>
                  <a:pt x="435163" y="139995"/>
                  <a:pt x="437906" y="138166"/>
                  <a:pt x="441015" y="136794"/>
                </a:cubicBezTo>
                <a:cubicBezTo>
                  <a:pt x="444216" y="135514"/>
                  <a:pt x="447416" y="134874"/>
                  <a:pt x="450799" y="134874"/>
                </a:cubicBezTo>
                <a:cubicBezTo>
                  <a:pt x="454274" y="134874"/>
                  <a:pt x="457474" y="135514"/>
                  <a:pt x="460675" y="136794"/>
                </a:cubicBezTo>
                <a:cubicBezTo>
                  <a:pt x="463784" y="138166"/>
                  <a:pt x="466527" y="139995"/>
                  <a:pt x="468904" y="142372"/>
                </a:cubicBezTo>
                <a:cubicBezTo>
                  <a:pt x="471373" y="144750"/>
                  <a:pt x="473202" y="147493"/>
                  <a:pt x="474482" y="150693"/>
                </a:cubicBezTo>
                <a:cubicBezTo>
                  <a:pt x="475762" y="153802"/>
                  <a:pt x="476402" y="157094"/>
                  <a:pt x="476402" y="160477"/>
                </a:cubicBezTo>
              </a:path>
              <a:path w="4820351" h="2335378">
                <a:moveTo>
                  <a:pt x="819211" y="25603"/>
                </a:moveTo>
                <a:cubicBezTo>
                  <a:pt x="819211" y="28986"/>
                  <a:pt x="818479" y="32187"/>
                  <a:pt x="817199" y="35387"/>
                </a:cubicBezTo>
                <a:cubicBezTo>
                  <a:pt x="815919" y="38496"/>
                  <a:pt x="814090" y="41239"/>
                  <a:pt x="811621" y="43617"/>
                </a:cubicBezTo>
                <a:cubicBezTo>
                  <a:pt x="809244" y="46086"/>
                  <a:pt x="806501" y="47915"/>
                  <a:pt x="803392" y="49195"/>
                </a:cubicBezTo>
                <a:cubicBezTo>
                  <a:pt x="800191" y="50475"/>
                  <a:pt x="796991" y="51115"/>
                  <a:pt x="793516" y="51115"/>
                </a:cubicBezTo>
                <a:cubicBezTo>
                  <a:pt x="790133" y="51115"/>
                  <a:pt x="786933" y="50475"/>
                  <a:pt x="783732" y="49195"/>
                </a:cubicBezTo>
                <a:cubicBezTo>
                  <a:pt x="780623" y="47915"/>
                  <a:pt x="777880" y="46086"/>
                  <a:pt x="775411" y="43617"/>
                </a:cubicBezTo>
                <a:cubicBezTo>
                  <a:pt x="773034" y="41239"/>
                  <a:pt x="771205" y="38496"/>
                  <a:pt x="769925" y="35387"/>
                </a:cubicBezTo>
                <a:cubicBezTo>
                  <a:pt x="768645" y="32187"/>
                  <a:pt x="767913" y="28986"/>
                  <a:pt x="767913" y="25603"/>
                </a:cubicBezTo>
                <a:cubicBezTo>
                  <a:pt x="767913" y="22220"/>
                  <a:pt x="768645" y="18928"/>
                  <a:pt x="769925" y="15819"/>
                </a:cubicBezTo>
                <a:cubicBezTo>
                  <a:pt x="771205" y="12619"/>
                  <a:pt x="773034" y="9876"/>
                  <a:pt x="775411" y="7498"/>
                </a:cubicBezTo>
                <a:cubicBezTo>
                  <a:pt x="777880" y="5121"/>
                  <a:pt x="780623" y="3200"/>
                  <a:pt x="783732" y="1920"/>
                </a:cubicBezTo>
                <a:cubicBezTo>
                  <a:pt x="786933" y="640"/>
                  <a:pt x="790133" y="0"/>
                  <a:pt x="793516" y="0"/>
                </a:cubicBezTo>
                <a:cubicBezTo>
                  <a:pt x="796991" y="0"/>
                  <a:pt x="800191" y="640"/>
                  <a:pt x="803392" y="1920"/>
                </a:cubicBezTo>
                <a:cubicBezTo>
                  <a:pt x="806501" y="3200"/>
                  <a:pt x="809244" y="5121"/>
                  <a:pt x="811621" y="7498"/>
                </a:cubicBezTo>
                <a:cubicBezTo>
                  <a:pt x="814090" y="9876"/>
                  <a:pt x="815919" y="12619"/>
                  <a:pt x="817199" y="15819"/>
                </a:cubicBezTo>
                <a:cubicBezTo>
                  <a:pt x="818479" y="18928"/>
                  <a:pt x="819211" y="22220"/>
                  <a:pt x="819211" y="25603"/>
                </a:cubicBezTo>
              </a:path>
              <a:path w="4820351" h="2335378">
                <a:moveTo>
                  <a:pt x="1294333" y="96835"/>
                </a:moveTo>
                <a:cubicBezTo>
                  <a:pt x="1294333" y="100218"/>
                  <a:pt x="1293693" y="103419"/>
                  <a:pt x="1292413" y="106619"/>
                </a:cubicBezTo>
                <a:cubicBezTo>
                  <a:pt x="1291133" y="109728"/>
                  <a:pt x="1289304" y="112471"/>
                  <a:pt x="1286835" y="114849"/>
                </a:cubicBezTo>
                <a:cubicBezTo>
                  <a:pt x="1284458" y="117318"/>
                  <a:pt x="1281714" y="119146"/>
                  <a:pt x="1278606" y="120426"/>
                </a:cubicBezTo>
                <a:cubicBezTo>
                  <a:pt x="1275405" y="121707"/>
                  <a:pt x="1272205" y="122347"/>
                  <a:pt x="1268730" y="122347"/>
                </a:cubicBezTo>
                <a:cubicBezTo>
                  <a:pt x="1265347" y="122347"/>
                  <a:pt x="1262146" y="121707"/>
                  <a:pt x="1258946" y="120426"/>
                </a:cubicBezTo>
                <a:cubicBezTo>
                  <a:pt x="1255837" y="119146"/>
                  <a:pt x="1253094" y="117318"/>
                  <a:pt x="1250625" y="114849"/>
                </a:cubicBezTo>
                <a:cubicBezTo>
                  <a:pt x="1248247" y="112471"/>
                  <a:pt x="1246419" y="109728"/>
                  <a:pt x="1245138" y="106619"/>
                </a:cubicBezTo>
                <a:cubicBezTo>
                  <a:pt x="1243858" y="103419"/>
                  <a:pt x="1243127" y="100218"/>
                  <a:pt x="1243127" y="96835"/>
                </a:cubicBezTo>
                <a:cubicBezTo>
                  <a:pt x="1243127" y="93452"/>
                  <a:pt x="1243858" y="90160"/>
                  <a:pt x="1245138" y="87051"/>
                </a:cubicBezTo>
                <a:cubicBezTo>
                  <a:pt x="1246419" y="83850"/>
                  <a:pt x="1248247" y="81107"/>
                  <a:pt x="1250625" y="78730"/>
                </a:cubicBezTo>
                <a:cubicBezTo>
                  <a:pt x="1253094" y="76352"/>
                  <a:pt x="1255837" y="74432"/>
                  <a:pt x="1258946" y="73152"/>
                </a:cubicBezTo>
                <a:cubicBezTo>
                  <a:pt x="1262146" y="71872"/>
                  <a:pt x="1265347" y="71232"/>
                  <a:pt x="1268730" y="71232"/>
                </a:cubicBezTo>
                <a:cubicBezTo>
                  <a:pt x="1272205" y="71232"/>
                  <a:pt x="1275405" y="71872"/>
                  <a:pt x="1278606" y="73152"/>
                </a:cubicBezTo>
                <a:cubicBezTo>
                  <a:pt x="1281714" y="74432"/>
                  <a:pt x="1284458" y="76352"/>
                  <a:pt x="1286835" y="78730"/>
                </a:cubicBezTo>
                <a:cubicBezTo>
                  <a:pt x="1289304" y="81107"/>
                  <a:pt x="1291133" y="83850"/>
                  <a:pt x="1292413" y="87051"/>
                </a:cubicBezTo>
                <a:cubicBezTo>
                  <a:pt x="1293693" y="90160"/>
                  <a:pt x="1294333" y="93452"/>
                  <a:pt x="1294333" y="96835"/>
                </a:cubicBezTo>
              </a:path>
              <a:path w="4820351" h="2335378">
                <a:moveTo>
                  <a:pt x="1853855" y="78730"/>
                </a:moveTo>
                <a:cubicBezTo>
                  <a:pt x="1853855" y="82113"/>
                  <a:pt x="1853214" y="85405"/>
                  <a:pt x="1851934" y="88514"/>
                </a:cubicBezTo>
                <a:cubicBezTo>
                  <a:pt x="1850654" y="91623"/>
                  <a:pt x="1848825" y="94366"/>
                  <a:pt x="1846356" y="96835"/>
                </a:cubicBezTo>
                <a:cubicBezTo>
                  <a:pt x="1843979" y="99212"/>
                  <a:pt x="1841236" y="101041"/>
                  <a:pt x="1838035" y="102321"/>
                </a:cubicBezTo>
                <a:cubicBezTo>
                  <a:pt x="1834926" y="103602"/>
                  <a:pt x="1831635" y="104242"/>
                  <a:pt x="1828251" y="104242"/>
                </a:cubicBezTo>
                <a:cubicBezTo>
                  <a:pt x="1824868" y="104242"/>
                  <a:pt x="1821576" y="103602"/>
                  <a:pt x="1818467" y="102321"/>
                </a:cubicBezTo>
                <a:cubicBezTo>
                  <a:pt x="1815358" y="101041"/>
                  <a:pt x="1812615" y="99212"/>
                  <a:pt x="1810146" y="96835"/>
                </a:cubicBezTo>
                <a:cubicBezTo>
                  <a:pt x="1807769" y="94366"/>
                  <a:pt x="1805940" y="91623"/>
                  <a:pt x="1804660" y="88514"/>
                </a:cubicBezTo>
                <a:cubicBezTo>
                  <a:pt x="1803288" y="85405"/>
                  <a:pt x="1802648" y="82113"/>
                  <a:pt x="1802648" y="78730"/>
                </a:cubicBezTo>
                <a:cubicBezTo>
                  <a:pt x="1802648" y="75347"/>
                  <a:pt x="1803288" y="72055"/>
                  <a:pt x="1804660" y="68946"/>
                </a:cubicBezTo>
                <a:cubicBezTo>
                  <a:pt x="1805940" y="65837"/>
                  <a:pt x="1807769" y="63002"/>
                  <a:pt x="1810146" y="60625"/>
                </a:cubicBezTo>
                <a:cubicBezTo>
                  <a:pt x="1812615" y="58247"/>
                  <a:pt x="1815358" y="56418"/>
                  <a:pt x="1818467" y="55047"/>
                </a:cubicBezTo>
                <a:cubicBezTo>
                  <a:pt x="1821576" y="53767"/>
                  <a:pt x="1824868" y="53127"/>
                  <a:pt x="1828251" y="53127"/>
                </a:cubicBezTo>
                <a:cubicBezTo>
                  <a:pt x="1831635" y="53127"/>
                  <a:pt x="1834926" y="53767"/>
                  <a:pt x="1838035" y="55047"/>
                </a:cubicBezTo>
                <a:cubicBezTo>
                  <a:pt x="1841236" y="56418"/>
                  <a:pt x="1843979" y="58247"/>
                  <a:pt x="1846356" y="60625"/>
                </a:cubicBezTo>
                <a:cubicBezTo>
                  <a:pt x="1848825" y="63002"/>
                  <a:pt x="1850654" y="65837"/>
                  <a:pt x="1851934" y="68946"/>
                </a:cubicBezTo>
                <a:cubicBezTo>
                  <a:pt x="1853214" y="72055"/>
                  <a:pt x="1853855" y="75347"/>
                  <a:pt x="1853855" y="78730"/>
                </a:cubicBezTo>
              </a:path>
            </a:pathLst>
          </a:custGeom>
          <a:solidFill>
            <a:srgbClr val="F2EFE6">
              <a:alpha val="92000"/>
            </a:srgbClr>
          </a:solidFill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8" name="Forma 70"/>
          <p:cNvSpPr/>
          <p:nvPr/>
        </p:nvSpPr>
        <p:spPr>
          <a:xfrm>
            <a:off x="2673614" y="1717883"/>
            <a:ext cx="128930" cy="128839"/>
          </a:xfrm>
          <a:custGeom>
            <a:avLst/>
            <a:gdLst/>
            <a:ahLst/>
            <a:cxnLst/>
            <a:rect l="l" t="t" r="r" b="b"/>
            <a:pathLst>
              <a:path w="128930" h="128839">
                <a:moveTo>
                  <a:pt x="128930" y="64374"/>
                </a:moveTo>
                <a:cubicBezTo>
                  <a:pt x="128930" y="68671"/>
                  <a:pt x="128565" y="72786"/>
                  <a:pt x="127742" y="76992"/>
                </a:cubicBezTo>
                <a:cubicBezTo>
                  <a:pt x="126919" y="81107"/>
                  <a:pt x="125639" y="85131"/>
                  <a:pt x="124084" y="89063"/>
                </a:cubicBezTo>
                <a:cubicBezTo>
                  <a:pt x="122438" y="92994"/>
                  <a:pt x="120426" y="96652"/>
                  <a:pt x="118140" y="100218"/>
                </a:cubicBezTo>
                <a:cubicBezTo>
                  <a:pt x="115763" y="103693"/>
                  <a:pt x="113111" y="106985"/>
                  <a:pt x="110094" y="109911"/>
                </a:cubicBezTo>
                <a:cubicBezTo>
                  <a:pt x="107076" y="112928"/>
                  <a:pt x="103876" y="115580"/>
                  <a:pt x="100310" y="117958"/>
                </a:cubicBezTo>
                <a:cubicBezTo>
                  <a:pt x="96835" y="120335"/>
                  <a:pt x="93086" y="122255"/>
                  <a:pt x="89154" y="123901"/>
                </a:cubicBezTo>
                <a:cubicBezTo>
                  <a:pt x="85222" y="125547"/>
                  <a:pt x="81199" y="126736"/>
                  <a:pt x="77084" y="127559"/>
                </a:cubicBezTo>
                <a:cubicBezTo>
                  <a:pt x="72878" y="128382"/>
                  <a:pt x="68763" y="128839"/>
                  <a:pt x="64465" y="128839"/>
                </a:cubicBezTo>
                <a:cubicBezTo>
                  <a:pt x="60259" y="128839"/>
                  <a:pt x="56053" y="128382"/>
                  <a:pt x="51938" y="127559"/>
                </a:cubicBezTo>
                <a:cubicBezTo>
                  <a:pt x="47732" y="126736"/>
                  <a:pt x="43708" y="125547"/>
                  <a:pt x="39776" y="123901"/>
                </a:cubicBezTo>
                <a:cubicBezTo>
                  <a:pt x="35936" y="122255"/>
                  <a:pt x="32187" y="120335"/>
                  <a:pt x="28621" y="117958"/>
                </a:cubicBezTo>
                <a:cubicBezTo>
                  <a:pt x="25146" y="115580"/>
                  <a:pt x="21854" y="112928"/>
                  <a:pt x="18928" y="109911"/>
                </a:cubicBezTo>
                <a:cubicBezTo>
                  <a:pt x="15911" y="106985"/>
                  <a:pt x="13259" y="103693"/>
                  <a:pt x="10881" y="100218"/>
                </a:cubicBezTo>
                <a:cubicBezTo>
                  <a:pt x="8504" y="96652"/>
                  <a:pt x="6492" y="92994"/>
                  <a:pt x="4938" y="89063"/>
                </a:cubicBezTo>
                <a:cubicBezTo>
                  <a:pt x="3292" y="85131"/>
                  <a:pt x="2103" y="81107"/>
                  <a:pt x="1280" y="76992"/>
                </a:cubicBezTo>
                <a:cubicBezTo>
                  <a:pt x="457" y="72786"/>
                  <a:pt x="0" y="68671"/>
                  <a:pt x="0" y="64374"/>
                </a:cubicBezTo>
                <a:cubicBezTo>
                  <a:pt x="0" y="60168"/>
                  <a:pt x="457" y="55961"/>
                  <a:pt x="1280" y="51846"/>
                </a:cubicBezTo>
                <a:cubicBezTo>
                  <a:pt x="2103" y="47732"/>
                  <a:pt x="3292" y="43708"/>
                  <a:pt x="4938" y="39776"/>
                </a:cubicBezTo>
                <a:cubicBezTo>
                  <a:pt x="6492" y="35844"/>
                  <a:pt x="8504" y="32187"/>
                  <a:pt x="10881" y="28621"/>
                </a:cubicBezTo>
                <a:cubicBezTo>
                  <a:pt x="13259" y="25146"/>
                  <a:pt x="15911" y="21854"/>
                  <a:pt x="18928" y="18837"/>
                </a:cubicBezTo>
                <a:cubicBezTo>
                  <a:pt x="21854" y="15911"/>
                  <a:pt x="25146" y="13167"/>
                  <a:pt x="28621" y="10881"/>
                </a:cubicBezTo>
                <a:cubicBezTo>
                  <a:pt x="32187" y="8504"/>
                  <a:pt x="35936" y="6492"/>
                  <a:pt x="39776" y="4938"/>
                </a:cubicBezTo>
                <a:cubicBezTo>
                  <a:pt x="43708" y="3292"/>
                  <a:pt x="47732" y="2103"/>
                  <a:pt x="51938" y="1280"/>
                </a:cubicBezTo>
                <a:cubicBezTo>
                  <a:pt x="56053" y="457"/>
                  <a:pt x="60259" y="0"/>
                  <a:pt x="64465" y="0"/>
                </a:cubicBezTo>
                <a:cubicBezTo>
                  <a:pt x="68763" y="0"/>
                  <a:pt x="72878" y="457"/>
                  <a:pt x="77084" y="1280"/>
                </a:cubicBezTo>
                <a:cubicBezTo>
                  <a:pt x="81199" y="2103"/>
                  <a:pt x="85222" y="3292"/>
                  <a:pt x="89154" y="4938"/>
                </a:cubicBezTo>
                <a:cubicBezTo>
                  <a:pt x="93086" y="6492"/>
                  <a:pt x="96835" y="8504"/>
                  <a:pt x="100310" y="10881"/>
                </a:cubicBezTo>
                <a:cubicBezTo>
                  <a:pt x="103876" y="13167"/>
                  <a:pt x="107076" y="15911"/>
                  <a:pt x="110094" y="18837"/>
                </a:cubicBezTo>
                <a:cubicBezTo>
                  <a:pt x="113111" y="21854"/>
                  <a:pt x="115763" y="25146"/>
                  <a:pt x="118140" y="28621"/>
                </a:cubicBezTo>
                <a:cubicBezTo>
                  <a:pt x="120426" y="32187"/>
                  <a:pt x="122438" y="35844"/>
                  <a:pt x="124084" y="39776"/>
                </a:cubicBezTo>
                <a:cubicBezTo>
                  <a:pt x="125639" y="43708"/>
                  <a:pt x="126919" y="47732"/>
                  <a:pt x="127742" y="51846"/>
                </a:cubicBezTo>
                <a:cubicBezTo>
                  <a:pt x="128565" y="55961"/>
                  <a:pt x="128930" y="60168"/>
                  <a:pt x="128930" y="64374"/>
                </a:cubicBezTo>
              </a:path>
            </a:pathLst>
          </a:custGeom>
          <a:solidFill>
            <a:srgbClr val="C64B35">
              <a:alpha val="92000"/>
            </a:srgbClr>
          </a:solidFill>
          <a:ln w="21806">
            <a:solidFill>
              <a:srgbClr val="F2EFE6">
                <a:alpha val="92000"/>
              </a:srgbClr>
            </a:solidFill>
            <a:prstDash val="solid"/>
          </a:ln>
        </p:spPr>
      </p:sp>
      <p:sp>
        <p:nvSpPr>
          <p:cNvPr id="9" name="Forma 71"/>
          <p:cNvSpPr/>
          <p:nvPr/>
        </p:nvSpPr>
        <p:spPr>
          <a:xfrm>
            <a:off x="559064" y="1225936"/>
            <a:ext cx="4447916" cy="634776"/>
          </a:xfrm>
          <a:custGeom>
            <a:avLst/>
            <a:gdLst/>
            <a:ahLst/>
            <a:cxnLst/>
            <a:rect l="l" t="t" r="r" b="b"/>
            <a:pathLst>
              <a:path w="4447916" h="634776">
                <a:moveTo>
                  <a:pt x="2693274" y="498165"/>
                </a:moveTo>
                <a:cubicBezTo>
                  <a:pt x="2693274" y="501548"/>
                  <a:pt x="2692634" y="504749"/>
                  <a:pt x="2691262" y="507949"/>
                </a:cubicBezTo>
                <a:cubicBezTo>
                  <a:pt x="2689982" y="511058"/>
                  <a:pt x="2688153" y="513801"/>
                  <a:pt x="2685776" y="516179"/>
                </a:cubicBezTo>
                <a:cubicBezTo>
                  <a:pt x="2683398" y="518648"/>
                  <a:pt x="2680564" y="520476"/>
                  <a:pt x="2677455" y="521757"/>
                </a:cubicBezTo>
                <a:cubicBezTo>
                  <a:pt x="2674346" y="523037"/>
                  <a:pt x="2671054" y="523677"/>
                  <a:pt x="2667671" y="523677"/>
                </a:cubicBezTo>
                <a:cubicBezTo>
                  <a:pt x="2664287" y="523677"/>
                  <a:pt x="2660995" y="523037"/>
                  <a:pt x="2657886" y="521757"/>
                </a:cubicBezTo>
                <a:cubicBezTo>
                  <a:pt x="2654686" y="520476"/>
                  <a:pt x="2651943" y="518648"/>
                  <a:pt x="2649565" y="516179"/>
                </a:cubicBezTo>
                <a:cubicBezTo>
                  <a:pt x="2647188" y="513801"/>
                  <a:pt x="2645268" y="511058"/>
                  <a:pt x="2643988" y="507949"/>
                </a:cubicBezTo>
                <a:cubicBezTo>
                  <a:pt x="2642707" y="504749"/>
                  <a:pt x="2642067" y="501548"/>
                  <a:pt x="2642067" y="498165"/>
                </a:cubicBezTo>
                <a:cubicBezTo>
                  <a:pt x="2642067" y="494782"/>
                  <a:pt x="2642707" y="491490"/>
                  <a:pt x="2643988" y="488381"/>
                </a:cubicBezTo>
                <a:cubicBezTo>
                  <a:pt x="2645268" y="485181"/>
                  <a:pt x="2647188" y="482437"/>
                  <a:pt x="2649565" y="480060"/>
                </a:cubicBezTo>
                <a:cubicBezTo>
                  <a:pt x="2651943" y="477683"/>
                  <a:pt x="2654686" y="475762"/>
                  <a:pt x="2657886" y="474482"/>
                </a:cubicBezTo>
                <a:cubicBezTo>
                  <a:pt x="2660995" y="473202"/>
                  <a:pt x="2664287" y="472562"/>
                  <a:pt x="2667671" y="472562"/>
                </a:cubicBezTo>
                <a:cubicBezTo>
                  <a:pt x="2671054" y="472562"/>
                  <a:pt x="2674346" y="473202"/>
                  <a:pt x="2677455" y="474482"/>
                </a:cubicBezTo>
                <a:cubicBezTo>
                  <a:pt x="2680564" y="475762"/>
                  <a:pt x="2683398" y="477683"/>
                  <a:pt x="2685776" y="480060"/>
                </a:cubicBezTo>
                <a:cubicBezTo>
                  <a:pt x="2688153" y="482437"/>
                  <a:pt x="2689982" y="485181"/>
                  <a:pt x="2691262" y="488381"/>
                </a:cubicBezTo>
                <a:cubicBezTo>
                  <a:pt x="2692634" y="491490"/>
                  <a:pt x="2693274" y="494782"/>
                  <a:pt x="2693274" y="498165"/>
                </a:cubicBezTo>
              </a:path>
              <a:path w="4447916" h="634776">
                <a:moveTo>
                  <a:pt x="3033065" y="547177"/>
                </a:moveTo>
                <a:cubicBezTo>
                  <a:pt x="3033065" y="550560"/>
                  <a:pt x="3032425" y="553852"/>
                  <a:pt x="3031053" y="556961"/>
                </a:cubicBezTo>
                <a:cubicBezTo>
                  <a:pt x="3029773" y="560070"/>
                  <a:pt x="3027944" y="562905"/>
                  <a:pt x="3025567" y="565282"/>
                </a:cubicBezTo>
                <a:cubicBezTo>
                  <a:pt x="3023098" y="567660"/>
                  <a:pt x="3020355" y="569488"/>
                  <a:pt x="3017246" y="570860"/>
                </a:cubicBezTo>
                <a:cubicBezTo>
                  <a:pt x="3014137" y="572140"/>
                  <a:pt x="3010845" y="572780"/>
                  <a:pt x="3007462" y="572780"/>
                </a:cubicBezTo>
                <a:cubicBezTo>
                  <a:pt x="3004078" y="572780"/>
                  <a:pt x="3000786" y="572140"/>
                  <a:pt x="2997678" y="570860"/>
                </a:cubicBezTo>
                <a:cubicBezTo>
                  <a:pt x="2994477" y="569488"/>
                  <a:pt x="2991734" y="567660"/>
                  <a:pt x="2989356" y="565282"/>
                </a:cubicBezTo>
                <a:cubicBezTo>
                  <a:pt x="2986888" y="562905"/>
                  <a:pt x="2985059" y="560070"/>
                  <a:pt x="2983779" y="556961"/>
                </a:cubicBezTo>
                <a:cubicBezTo>
                  <a:pt x="2982498" y="553852"/>
                  <a:pt x="2981858" y="550560"/>
                  <a:pt x="2981858" y="547177"/>
                </a:cubicBezTo>
                <a:cubicBezTo>
                  <a:pt x="2981858" y="543794"/>
                  <a:pt x="2982498" y="540502"/>
                  <a:pt x="2983779" y="537393"/>
                </a:cubicBezTo>
                <a:cubicBezTo>
                  <a:pt x="2985059" y="534284"/>
                  <a:pt x="2986888" y="531541"/>
                  <a:pt x="2989356" y="529072"/>
                </a:cubicBezTo>
                <a:cubicBezTo>
                  <a:pt x="2991734" y="526694"/>
                  <a:pt x="2994477" y="524866"/>
                  <a:pt x="2997678" y="523585"/>
                </a:cubicBezTo>
                <a:cubicBezTo>
                  <a:pt x="3000786" y="522305"/>
                  <a:pt x="3004078" y="521665"/>
                  <a:pt x="3007462" y="521665"/>
                </a:cubicBezTo>
                <a:cubicBezTo>
                  <a:pt x="3010845" y="521665"/>
                  <a:pt x="3014137" y="522305"/>
                  <a:pt x="3017246" y="523585"/>
                </a:cubicBezTo>
                <a:cubicBezTo>
                  <a:pt x="3020355" y="524866"/>
                  <a:pt x="3023098" y="526694"/>
                  <a:pt x="3025567" y="529072"/>
                </a:cubicBezTo>
                <a:cubicBezTo>
                  <a:pt x="3027944" y="531541"/>
                  <a:pt x="3029773" y="534284"/>
                  <a:pt x="3031053" y="537393"/>
                </a:cubicBezTo>
                <a:cubicBezTo>
                  <a:pt x="3032425" y="540502"/>
                  <a:pt x="3033065" y="543794"/>
                  <a:pt x="3033065" y="547177"/>
                </a:cubicBezTo>
              </a:path>
              <a:path w="4447916" h="634776">
                <a:moveTo>
                  <a:pt x="3502609" y="609265"/>
                </a:moveTo>
                <a:cubicBezTo>
                  <a:pt x="3502609" y="612648"/>
                  <a:pt x="3501969" y="615848"/>
                  <a:pt x="3500689" y="619049"/>
                </a:cubicBezTo>
                <a:cubicBezTo>
                  <a:pt x="3499409" y="622158"/>
                  <a:pt x="3497580" y="624901"/>
                  <a:pt x="3495111" y="627278"/>
                </a:cubicBezTo>
                <a:cubicBezTo>
                  <a:pt x="3492734" y="629747"/>
                  <a:pt x="3489990" y="631576"/>
                  <a:pt x="3486882" y="632856"/>
                </a:cubicBezTo>
                <a:cubicBezTo>
                  <a:pt x="3483681" y="634136"/>
                  <a:pt x="3480481" y="634776"/>
                  <a:pt x="3477006" y="634776"/>
                </a:cubicBezTo>
                <a:cubicBezTo>
                  <a:pt x="3473623" y="634776"/>
                  <a:pt x="3470422" y="634136"/>
                  <a:pt x="3467222" y="632856"/>
                </a:cubicBezTo>
                <a:cubicBezTo>
                  <a:pt x="3464113" y="631576"/>
                  <a:pt x="3461370" y="629747"/>
                  <a:pt x="3458901" y="627278"/>
                </a:cubicBezTo>
                <a:cubicBezTo>
                  <a:pt x="3456523" y="624901"/>
                  <a:pt x="3454695" y="622158"/>
                  <a:pt x="3453414" y="619049"/>
                </a:cubicBezTo>
                <a:cubicBezTo>
                  <a:pt x="3452134" y="615848"/>
                  <a:pt x="3451403" y="612648"/>
                  <a:pt x="3451403" y="609265"/>
                </a:cubicBezTo>
                <a:cubicBezTo>
                  <a:pt x="3451403" y="605881"/>
                  <a:pt x="3452134" y="602590"/>
                  <a:pt x="3453414" y="599481"/>
                </a:cubicBezTo>
                <a:cubicBezTo>
                  <a:pt x="3454695" y="596280"/>
                  <a:pt x="3456523" y="593537"/>
                  <a:pt x="3458901" y="591160"/>
                </a:cubicBezTo>
                <a:cubicBezTo>
                  <a:pt x="3461370" y="588782"/>
                  <a:pt x="3464113" y="586862"/>
                  <a:pt x="3467222" y="585582"/>
                </a:cubicBezTo>
                <a:cubicBezTo>
                  <a:pt x="3470422" y="584302"/>
                  <a:pt x="3473623" y="583662"/>
                  <a:pt x="3477006" y="583662"/>
                </a:cubicBezTo>
                <a:cubicBezTo>
                  <a:pt x="3480481" y="583662"/>
                  <a:pt x="3483681" y="584302"/>
                  <a:pt x="3486882" y="585582"/>
                </a:cubicBezTo>
                <a:cubicBezTo>
                  <a:pt x="3489990" y="586862"/>
                  <a:pt x="3492734" y="588782"/>
                  <a:pt x="3495111" y="591160"/>
                </a:cubicBezTo>
                <a:cubicBezTo>
                  <a:pt x="3497580" y="593537"/>
                  <a:pt x="3499409" y="596280"/>
                  <a:pt x="3500689" y="599481"/>
                </a:cubicBezTo>
                <a:cubicBezTo>
                  <a:pt x="3501969" y="602590"/>
                  <a:pt x="3502609" y="605881"/>
                  <a:pt x="3502609" y="609265"/>
                </a:cubicBezTo>
              </a:path>
              <a:path w="4447916" h="634776">
                <a:moveTo>
                  <a:pt x="4055730" y="558698"/>
                </a:moveTo>
                <a:cubicBezTo>
                  <a:pt x="4055730" y="562082"/>
                  <a:pt x="4055090" y="565282"/>
                  <a:pt x="4053810" y="568482"/>
                </a:cubicBezTo>
                <a:cubicBezTo>
                  <a:pt x="4052438" y="571591"/>
                  <a:pt x="4050609" y="574335"/>
                  <a:pt x="4048232" y="576712"/>
                </a:cubicBezTo>
                <a:cubicBezTo>
                  <a:pt x="4045854" y="579181"/>
                  <a:pt x="4043020" y="581010"/>
                  <a:pt x="4039911" y="582290"/>
                </a:cubicBezTo>
                <a:cubicBezTo>
                  <a:pt x="4036802" y="583570"/>
                  <a:pt x="4033510" y="584210"/>
                  <a:pt x="4030127" y="584210"/>
                </a:cubicBezTo>
                <a:cubicBezTo>
                  <a:pt x="4026743" y="584210"/>
                  <a:pt x="4023451" y="583570"/>
                  <a:pt x="4020342" y="582290"/>
                </a:cubicBezTo>
                <a:cubicBezTo>
                  <a:pt x="4017142" y="581010"/>
                  <a:pt x="4014399" y="579181"/>
                  <a:pt x="4012021" y="576712"/>
                </a:cubicBezTo>
                <a:cubicBezTo>
                  <a:pt x="4009644" y="574335"/>
                  <a:pt x="4007724" y="571591"/>
                  <a:pt x="4006444" y="568482"/>
                </a:cubicBezTo>
                <a:cubicBezTo>
                  <a:pt x="4005163" y="565282"/>
                  <a:pt x="4004523" y="562082"/>
                  <a:pt x="4004523" y="558698"/>
                </a:cubicBezTo>
                <a:cubicBezTo>
                  <a:pt x="4004523" y="555224"/>
                  <a:pt x="4005163" y="552023"/>
                  <a:pt x="4006444" y="548823"/>
                </a:cubicBezTo>
                <a:cubicBezTo>
                  <a:pt x="4007724" y="545714"/>
                  <a:pt x="4009644" y="542971"/>
                  <a:pt x="4012021" y="540593"/>
                </a:cubicBezTo>
                <a:cubicBezTo>
                  <a:pt x="4014399" y="538216"/>
                  <a:pt x="4017142" y="536296"/>
                  <a:pt x="4020342" y="535015"/>
                </a:cubicBezTo>
                <a:cubicBezTo>
                  <a:pt x="4023451" y="533735"/>
                  <a:pt x="4026743" y="533095"/>
                  <a:pt x="4030127" y="533095"/>
                </a:cubicBezTo>
                <a:cubicBezTo>
                  <a:pt x="4033510" y="533095"/>
                  <a:pt x="4036802" y="533735"/>
                  <a:pt x="4039911" y="535015"/>
                </a:cubicBezTo>
                <a:cubicBezTo>
                  <a:pt x="4043020" y="536296"/>
                  <a:pt x="4045854" y="538216"/>
                  <a:pt x="4048232" y="540593"/>
                </a:cubicBezTo>
                <a:cubicBezTo>
                  <a:pt x="4050609" y="542971"/>
                  <a:pt x="4052438" y="545714"/>
                  <a:pt x="4053810" y="548823"/>
                </a:cubicBezTo>
                <a:cubicBezTo>
                  <a:pt x="4055090" y="552023"/>
                  <a:pt x="4055730" y="555224"/>
                  <a:pt x="4055730" y="558698"/>
                </a:cubicBezTo>
              </a:path>
              <a:path w="4447916" h="634776">
                <a:moveTo>
                  <a:pt x="4447916" y="503469"/>
                </a:moveTo>
                <a:cubicBezTo>
                  <a:pt x="4447916" y="506852"/>
                  <a:pt x="4447276" y="510052"/>
                  <a:pt x="4445996" y="513253"/>
                </a:cubicBezTo>
                <a:cubicBezTo>
                  <a:pt x="4444716" y="516362"/>
                  <a:pt x="4442887" y="519105"/>
                  <a:pt x="4440418" y="521482"/>
                </a:cubicBezTo>
                <a:cubicBezTo>
                  <a:pt x="4438040" y="523951"/>
                  <a:pt x="4435297" y="525780"/>
                  <a:pt x="4432097" y="527060"/>
                </a:cubicBezTo>
                <a:cubicBezTo>
                  <a:pt x="4428988" y="528340"/>
                  <a:pt x="4425696" y="528980"/>
                  <a:pt x="4422313" y="528980"/>
                </a:cubicBezTo>
                <a:cubicBezTo>
                  <a:pt x="4418929" y="528980"/>
                  <a:pt x="4415638" y="528340"/>
                  <a:pt x="4412529" y="527060"/>
                </a:cubicBezTo>
                <a:cubicBezTo>
                  <a:pt x="4409420" y="525780"/>
                  <a:pt x="4406676" y="523951"/>
                  <a:pt x="4404208" y="521482"/>
                </a:cubicBezTo>
                <a:cubicBezTo>
                  <a:pt x="4401830" y="519105"/>
                  <a:pt x="4400001" y="516362"/>
                  <a:pt x="4398721" y="513253"/>
                </a:cubicBezTo>
                <a:cubicBezTo>
                  <a:pt x="4397350" y="510052"/>
                  <a:pt x="4396710" y="506852"/>
                  <a:pt x="4396710" y="503469"/>
                </a:cubicBezTo>
                <a:cubicBezTo>
                  <a:pt x="4396710" y="500085"/>
                  <a:pt x="4397350" y="496794"/>
                  <a:pt x="4398721" y="493685"/>
                </a:cubicBezTo>
                <a:cubicBezTo>
                  <a:pt x="4400001" y="490484"/>
                  <a:pt x="4401830" y="487741"/>
                  <a:pt x="4404208" y="485364"/>
                </a:cubicBezTo>
                <a:cubicBezTo>
                  <a:pt x="4406676" y="482986"/>
                  <a:pt x="4409420" y="481066"/>
                  <a:pt x="4412529" y="479786"/>
                </a:cubicBezTo>
                <a:cubicBezTo>
                  <a:pt x="4415638" y="478506"/>
                  <a:pt x="4418929" y="477865"/>
                  <a:pt x="4422313" y="477865"/>
                </a:cubicBezTo>
                <a:cubicBezTo>
                  <a:pt x="4425696" y="477865"/>
                  <a:pt x="4428988" y="478506"/>
                  <a:pt x="4432097" y="479786"/>
                </a:cubicBezTo>
                <a:cubicBezTo>
                  <a:pt x="4435297" y="481066"/>
                  <a:pt x="4438040" y="482986"/>
                  <a:pt x="4440418" y="485364"/>
                </a:cubicBezTo>
                <a:cubicBezTo>
                  <a:pt x="4442887" y="487741"/>
                  <a:pt x="4444716" y="490484"/>
                  <a:pt x="4445996" y="493685"/>
                </a:cubicBezTo>
                <a:cubicBezTo>
                  <a:pt x="4447276" y="496794"/>
                  <a:pt x="4447916" y="500085"/>
                  <a:pt x="4447916" y="503469"/>
                </a:cubicBezTo>
              </a:path>
              <a:path w="4447916" h="634776">
                <a:moveTo>
                  <a:pt x="51206" y="115306"/>
                </a:moveTo>
                <a:cubicBezTo>
                  <a:pt x="51206" y="118689"/>
                  <a:pt x="50566" y="121890"/>
                  <a:pt x="49286" y="125090"/>
                </a:cubicBezTo>
                <a:cubicBezTo>
                  <a:pt x="48006" y="128199"/>
                  <a:pt x="46086" y="130942"/>
                  <a:pt x="43708" y="133320"/>
                </a:cubicBezTo>
                <a:cubicBezTo>
                  <a:pt x="41331" y="135788"/>
                  <a:pt x="38496" y="137617"/>
                  <a:pt x="35387" y="138897"/>
                </a:cubicBezTo>
                <a:cubicBezTo>
                  <a:pt x="32278" y="140178"/>
                  <a:pt x="28986" y="140818"/>
                  <a:pt x="25603" y="140818"/>
                </a:cubicBezTo>
                <a:cubicBezTo>
                  <a:pt x="22220" y="140818"/>
                  <a:pt x="18928" y="140178"/>
                  <a:pt x="15819" y="138897"/>
                </a:cubicBezTo>
                <a:cubicBezTo>
                  <a:pt x="12710" y="137617"/>
                  <a:pt x="9876" y="135788"/>
                  <a:pt x="7498" y="133320"/>
                </a:cubicBezTo>
                <a:cubicBezTo>
                  <a:pt x="5121" y="130942"/>
                  <a:pt x="3292" y="128199"/>
                  <a:pt x="1920" y="125090"/>
                </a:cubicBezTo>
                <a:cubicBezTo>
                  <a:pt x="640" y="121890"/>
                  <a:pt x="0" y="118689"/>
                  <a:pt x="0" y="115306"/>
                </a:cubicBezTo>
                <a:cubicBezTo>
                  <a:pt x="0" y="111923"/>
                  <a:pt x="640" y="108631"/>
                  <a:pt x="1920" y="105522"/>
                </a:cubicBezTo>
                <a:cubicBezTo>
                  <a:pt x="3292" y="102321"/>
                  <a:pt x="5121" y="99578"/>
                  <a:pt x="7498" y="97201"/>
                </a:cubicBezTo>
                <a:cubicBezTo>
                  <a:pt x="9876" y="94823"/>
                  <a:pt x="12710" y="92903"/>
                  <a:pt x="15819" y="91623"/>
                </a:cubicBezTo>
                <a:cubicBezTo>
                  <a:pt x="18928" y="90343"/>
                  <a:pt x="22220" y="89703"/>
                  <a:pt x="25603" y="89703"/>
                </a:cubicBezTo>
                <a:cubicBezTo>
                  <a:pt x="28986" y="89703"/>
                  <a:pt x="32278" y="90343"/>
                  <a:pt x="35387" y="91623"/>
                </a:cubicBezTo>
                <a:cubicBezTo>
                  <a:pt x="38496" y="92903"/>
                  <a:pt x="41331" y="94823"/>
                  <a:pt x="43708" y="97201"/>
                </a:cubicBezTo>
                <a:cubicBezTo>
                  <a:pt x="46086" y="99578"/>
                  <a:pt x="48006" y="102321"/>
                  <a:pt x="49286" y="105522"/>
                </a:cubicBezTo>
                <a:cubicBezTo>
                  <a:pt x="50566" y="108631"/>
                  <a:pt x="51206" y="111923"/>
                  <a:pt x="51206" y="115306"/>
                </a:cubicBezTo>
              </a:path>
              <a:path w="4447916" h="634776">
                <a:moveTo>
                  <a:pt x="484723" y="25969"/>
                </a:moveTo>
                <a:cubicBezTo>
                  <a:pt x="484723" y="29352"/>
                  <a:pt x="484083" y="32644"/>
                  <a:pt x="482712" y="35753"/>
                </a:cubicBezTo>
                <a:cubicBezTo>
                  <a:pt x="481432" y="38862"/>
                  <a:pt x="479603" y="41605"/>
                  <a:pt x="477225" y="44074"/>
                </a:cubicBezTo>
                <a:cubicBezTo>
                  <a:pt x="474756" y="46452"/>
                  <a:pt x="472013" y="48280"/>
                  <a:pt x="468904" y="49560"/>
                </a:cubicBezTo>
                <a:cubicBezTo>
                  <a:pt x="465704" y="50841"/>
                  <a:pt x="462504" y="51572"/>
                  <a:pt x="459120" y="51572"/>
                </a:cubicBezTo>
                <a:cubicBezTo>
                  <a:pt x="455646" y="51572"/>
                  <a:pt x="452445" y="50841"/>
                  <a:pt x="449245" y="49560"/>
                </a:cubicBezTo>
                <a:cubicBezTo>
                  <a:pt x="446136" y="48280"/>
                  <a:pt x="443393" y="46452"/>
                  <a:pt x="441015" y="44074"/>
                </a:cubicBezTo>
                <a:cubicBezTo>
                  <a:pt x="438546" y="41605"/>
                  <a:pt x="436717" y="38862"/>
                  <a:pt x="435437" y="35753"/>
                </a:cubicBezTo>
                <a:cubicBezTo>
                  <a:pt x="434157" y="32644"/>
                  <a:pt x="433517" y="29352"/>
                  <a:pt x="433517" y="25969"/>
                </a:cubicBezTo>
                <a:cubicBezTo>
                  <a:pt x="433517" y="22586"/>
                  <a:pt x="434157" y="19294"/>
                  <a:pt x="435437" y="16185"/>
                </a:cubicBezTo>
                <a:cubicBezTo>
                  <a:pt x="436717" y="13076"/>
                  <a:pt x="438546" y="10241"/>
                  <a:pt x="441015" y="7864"/>
                </a:cubicBezTo>
                <a:cubicBezTo>
                  <a:pt x="443393" y="5486"/>
                  <a:pt x="446136" y="3658"/>
                  <a:pt x="449245" y="2286"/>
                </a:cubicBezTo>
                <a:cubicBezTo>
                  <a:pt x="452445" y="1006"/>
                  <a:pt x="455646" y="366"/>
                  <a:pt x="459120" y="366"/>
                </a:cubicBezTo>
                <a:cubicBezTo>
                  <a:pt x="462504" y="366"/>
                  <a:pt x="465704" y="1006"/>
                  <a:pt x="468904" y="2286"/>
                </a:cubicBezTo>
                <a:cubicBezTo>
                  <a:pt x="472013" y="3658"/>
                  <a:pt x="474756" y="5486"/>
                  <a:pt x="477225" y="7864"/>
                </a:cubicBezTo>
                <a:cubicBezTo>
                  <a:pt x="479603" y="10241"/>
                  <a:pt x="481432" y="13076"/>
                  <a:pt x="482712" y="16185"/>
                </a:cubicBezTo>
                <a:cubicBezTo>
                  <a:pt x="484083" y="19294"/>
                  <a:pt x="484723" y="22586"/>
                  <a:pt x="484723" y="25969"/>
                </a:cubicBezTo>
              </a:path>
              <a:path w="4447916" h="634776">
                <a:moveTo>
                  <a:pt x="971459" y="40142"/>
                </a:moveTo>
                <a:cubicBezTo>
                  <a:pt x="971459" y="43525"/>
                  <a:pt x="970818" y="46817"/>
                  <a:pt x="969538" y="49926"/>
                </a:cubicBezTo>
                <a:cubicBezTo>
                  <a:pt x="968258" y="53127"/>
                  <a:pt x="966338" y="55870"/>
                  <a:pt x="963960" y="58247"/>
                </a:cubicBezTo>
                <a:cubicBezTo>
                  <a:pt x="961583" y="60625"/>
                  <a:pt x="958840" y="62454"/>
                  <a:pt x="955639" y="63825"/>
                </a:cubicBezTo>
                <a:cubicBezTo>
                  <a:pt x="952530" y="65105"/>
                  <a:pt x="949239" y="65745"/>
                  <a:pt x="945855" y="65745"/>
                </a:cubicBezTo>
                <a:cubicBezTo>
                  <a:pt x="942472" y="65745"/>
                  <a:pt x="939180" y="65105"/>
                  <a:pt x="936071" y="63825"/>
                </a:cubicBezTo>
                <a:cubicBezTo>
                  <a:pt x="932962" y="62454"/>
                  <a:pt x="930128" y="60625"/>
                  <a:pt x="927750" y="58247"/>
                </a:cubicBezTo>
                <a:cubicBezTo>
                  <a:pt x="925373" y="55870"/>
                  <a:pt x="923544" y="53127"/>
                  <a:pt x="922172" y="49926"/>
                </a:cubicBezTo>
                <a:cubicBezTo>
                  <a:pt x="920892" y="46817"/>
                  <a:pt x="920252" y="43525"/>
                  <a:pt x="920252" y="40142"/>
                </a:cubicBezTo>
                <a:cubicBezTo>
                  <a:pt x="920252" y="36759"/>
                  <a:pt x="920892" y="33467"/>
                  <a:pt x="922172" y="30358"/>
                </a:cubicBezTo>
                <a:cubicBezTo>
                  <a:pt x="923544" y="27249"/>
                  <a:pt x="925373" y="24506"/>
                  <a:pt x="927750" y="22037"/>
                </a:cubicBezTo>
                <a:cubicBezTo>
                  <a:pt x="930128" y="19660"/>
                  <a:pt x="932962" y="17831"/>
                  <a:pt x="936071" y="16551"/>
                </a:cubicBezTo>
                <a:cubicBezTo>
                  <a:pt x="939180" y="15270"/>
                  <a:pt x="942472" y="14630"/>
                  <a:pt x="945855" y="14630"/>
                </a:cubicBezTo>
                <a:cubicBezTo>
                  <a:pt x="949239" y="14630"/>
                  <a:pt x="952530" y="15270"/>
                  <a:pt x="955639" y="16551"/>
                </a:cubicBezTo>
                <a:cubicBezTo>
                  <a:pt x="958840" y="17831"/>
                  <a:pt x="961583" y="19660"/>
                  <a:pt x="963960" y="22037"/>
                </a:cubicBezTo>
                <a:cubicBezTo>
                  <a:pt x="966338" y="24506"/>
                  <a:pt x="968258" y="27249"/>
                  <a:pt x="969538" y="30358"/>
                </a:cubicBezTo>
                <a:cubicBezTo>
                  <a:pt x="970818" y="33467"/>
                  <a:pt x="971459" y="36759"/>
                  <a:pt x="971459" y="40142"/>
                </a:cubicBezTo>
              </a:path>
              <a:path w="4447916" h="634776">
                <a:moveTo>
                  <a:pt x="1463040" y="175108"/>
                </a:moveTo>
                <a:cubicBezTo>
                  <a:pt x="1463040" y="178491"/>
                  <a:pt x="1462400" y="181783"/>
                  <a:pt x="1461120" y="184892"/>
                </a:cubicBezTo>
                <a:cubicBezTo>
                  <a:pt x="1459840" y="188092"/>
                  <a:pt x="1458011" y="190835"/>
                  <a:pt x="1455542" y="193213"/>
                </a:cubicBezTo>
                <a:cubicBezTo>
                  <a:pt x="1453164" y="195590"/>
                  <a:pt x="1450421" y="197510"/>
                  <a:pt x="1447312" y="198791"/>
                </a:cubicBezTo>
                <a:cubicBezTo>
                  <a:pt x="1444112" y="200071"/>
                  <a:pt x="1440912" y="200711"/>
                  <a:pt x="1437437" y="200711"/>
                </a:cubicBezTo>
                <a:cubicBezTo>
                  <a:pt x="1434054" y="200711"/>
                  <a:pt x="1430853" y="200071"/>
                  <a:pt x="1427653" y="198791"/>
                </a:cubicBezTo>
                <a:cubicBezTo>
                  <a:pt x="1424544" y="197510"/>
                  <a:pt x="1421801" y="195590"/>
                  <a:pt x="1419332" y="193213"/>
                </a:cubicBezTo>
                <a:cubicBezTo>
                  <a:pt x="1416954" y="190835"/>
                  <a:pt x="1415125" y="188092"/>
                  <a:pt x="1413845" y="184892"/>
                </a:cubicBezTo>
                <a:cubicBezTo>
                  <a:pt x="1412565" y="181783"/>
                  <a:pt x="1411834" y="178491"/>
                  <a:pt x="1411834" y="175108"/>
                </a:cubicBezTo>
                <a:cubicBezTo>
                  <a:pt x="1411834" y="171724"/>
                  <a:pt x="1412565" y="168524"/>
                  <a:pt x="1413845" y="165324"/>
                </a:cubicBezTo>
                <a:cubicBezTo>
                  <a:pt x="1415125" y="162215"/>
                  <a:pt x="1416954" y="159471"/>
                  <a:pt x="1419332" y="157094"/>
                </a:cubicBezTo>
                <a:cubicBezTo>
                  <a:pt x="1421801" y="154625"/>
                  <a:pt x="1424544" y="152796"/>
                  <a:pt x="1427653" y="151516"/>
                </a:cubicBezTo>
                <a:cubicBezTo>
                  <a:pt x="1430853" y="150236"/>
                  <a:pt x="1434054" y="149596"/>
                  <a:pt x="1437437" y="149596"/>
                </a:cubicBezTo>
                <a:cubicBezTo>
                  <a:pt x="1440912" y="149596"/>
                  <a:pt x="1444112" y="150236"/>
                  <a:pt x="1447312" y="151516"/>
                </a:cubicBezTo>
                <a:cubicBezTo>
                  <a:pt x="1450421" y="152796"/>
                  <a:pt x="1453164" y="154625"/>
                  <a:pt x="1455542" y="157094"/>
                </a:cubicBezTo>
                <a:cubicBezTo>
                  <a:pt x="1458011" y="159471"/>
                  <a:pt x="1459840" y="162215"/>
                  <a:pt x="1461120" y="165324"/>
                </a:cubicBezTo>
                <a:cubicBezTo>
                  <a:pt x="1462400" y="168524"/>
                  <a:pt x="1463040" y="171724"/>
                  <a:pt x="1463040" y="175108"/>
                </a:cubicBezTo>
              </a:path>
              <a:path w="4447916" h="634776">
                <a:moveTo>
                  <a:pt x="1817553" y="25603"/>
                </a:moveTo>
                <a:cubicBezTo>
                  <a:pt x="1817553" y="28986"/>
                  <a:pt x="1816913" y="32187"/>
                  <a:pt x="1815633" y="35387"/>
                </a:cubicBezTo>
                <a:cubicBezTo>
                  <a:pt x="1814352" y="38496"/>
                  <a:pt x="1812432" y="41239"/>
                  <a:pt x="1810055" y="43617"/>
                </a:cubicBezTo>
                <a:cubicBezTo>
                  <a:pt x="1807677" y="46086"/>
                  <a:pt x="1804934" y="47915"/>
                  <a:pt x="1801734" y="49195"/>
                </a:cubicBezTo>
                <a:cubicBezTo>
                  <a:pt x="1798625" y="50475"/>
                  <a:pt x="1795333" y="51115"/>
                  <a:pt x="1791950" y="51115"/>
                </a:cubicBezTo>
                <a:cubicBezTo>
                  <a:pt x="1788566" y="51115"/>
                  <a:pt x="1785275" y="50475"/>
                  <a:pt x="1782166" y="49195"/>
                </a:cubicBezTo>
                <a:cubicBezTo>
                  <a:pt x="1779057" y="47915"/>
                  <a:pt x="1776222" y="46086"/>
                  <a:pt x="1773845" y="43617"/>
                </a:cubicBezTo>
                <a:cubicBezTo>
                  <a:pt x="1771467" y="41239"/>
                  <a:pt x="1769638" y="38496"/>
                  <a:pt x="1768267" y="35387"/>
                </a:cubicBezTo>
                <a:cubicBezTo>
                  <a:pt x="1766987" y="32187"/>
                  <a:pt x="1766346" y="28986"/>
                  <a:pt x="1766346" y="25603"/>
                </a:cubicBezTo>
                <a:cubicBezTo>
                  <a:pt x="1766346" y="22220"/>
                  <a:pt x="1766987" y="18928"/>
                  <a:pt x="1768267" y="15819"/>
                </a:cubicBezTo>
                <a:cubicBezTo>
                  <a:pt x="1769638" y="12619"/>
                  <a:pt x="1771467" y="9876"/>
                  <a:pt x="1773845" y="7498"/>
                </a:cubicBezTo>
                <a:cubicBezTo>
                  <a:pt x="1776222" y="5121"/>
                  <a:pt x="1779057" y="3200"/>
                  <a:pt x="1782166" y="1920"/>
                </a:cubicBezTo>
                <a:cubicBezTo>
                  <a:pt x="1785275" y="640"/>
                  <a:pt x="1788566" y="0"/>
                  <a:pt x="1791950" y="0"/>
                </a:cubicBezTo>
                <a:cubicBezTo>
                  <a:pt x="1795333" y="0"/>
                  <a:pt x="1798625" y="640"/>
                  <a:pt x="1801734" y="1920"/>
                </a:cubicBezTo>
                <a:cubicBezTo>
                  <a:pt x="1804934" y="3200"/>
                  <a:pt x="1807677" y="5121"/>
                  <a:pt x="1810055" y="7498"/>
                </a:cubicBezTo>
                <a:cubicBezTo>
                  <a:pt x="1812432" y="9876"/>
                  <a:pt x="1814352" y="12619"/>
                  <a:pt x="1815633" y="15819"/>
                </a:cubicBezTo>
                <a:cubicBezTo>
                  <a:pt x="1816913" y="18928"/>
                  <a:pt x="1817553" y="22220"/>
                  <a:pt x="1817553" y="25603"/>
                </a:cubicBezTo>
              </a:path>
              <a:path w="4447916" h="634776">
                <a:moveTo>
                  <a:pt x="2317364" y="201991"/>
                </a:moveTo>
                <a:cubicBezTo>
                  <a:pt x="2317364" y="205466"/>
                  <a:pt x="2316724" y="208666"/>
                  <a:pt x="2315352" y="211866"/>
                </a:cubicBezTo>
                <a:cubicBezTo>
                  <a:pt x="2314072" y="214975"/>
                  <a:pt x="2312243" y="217719"/>
                  <a:pt x="2309866" y="220096"/>
                </a:cubicBezTo>
                <a:cubicBezTo>
                  <a:pt x="2307397" y="222474"/>
                  <a:pt x="2304654" y="224394"/>
                  <a:pt x="2301545" y="225674"/>
                </a:cubicBezTo>
                <a:cubicBezTo>
                  <a:pt x="2298436" y="226954"/>
                  <a:pt x="2295144" y="227594"/>
                  <a:pt x="2291761" y="227594"/>
                </a:cubicBezTo>
                <a:cubicBezTo>
                  <a:pt x="2288377" y="227594"/>
                  <a:pt x="2285086" y="226954"/>
                  <a:pt x="2281977" y="225674"/>
                </a:cubicBezTo>
                <a:cubicBezTo>
                  <a:pt x="2278776" y="224394"/>
                  <a:pt x="2276033" y="222474"/>
                  <a:pt x="2273656" y="220096"/>
                </a:cubicBezTo>
                <a:cubicBezTo>
                  <a:pt x="2271187" y="217719"/>
                  <a:pt x="2269358" y="214975"/>
                  <a:pt x="2268078" y="211866"/>
                </a:cubicBezTo>
                <a:cubicBezTo>
                  <a:pt x="2266798" y="208666"/>
                  <a:pt x="2266158" y="205466"/>
                  <a:pt x="2266158" y="201991"/>
                </a:cubicBezTo>
                <a:cubicBezTo>
                  <a:pt x="2266158" y="198608"/>
                  <a:pt x="2266798" y="195407"/>
                  <a:pt x="2268078" y="192207"/>
                </a:cubicBezTo>
                <a:cubicBezTo>
                  <a:pt x="2269358" y="189098"/>
                  <a:pt x="2271187" y="186355"/>
                  <a:pt x="2273656" y="183977"/>
                </a:cubicBezTo>
                <a:cubicBezTo>
                  <a:pt x="2276033" y="181600"/>
                  <a:pt x="2278776" y="179680"/>
                  <a:pt x="2281977" y="178399"/>
                </a:cubicBezTo>
                <a:cubicBezTo>
                  <a:pt x="2285086" y="177119"/>
                  <a:pt x="2288377" y="176479"/>
                  <a:pt x="2291761" y="176479"/>
                </a:cubicBezTo>
                <a:cubicBezTo>
                  <a:pt x="2295144" y="176479"/>
                  <a:pt x="2298436" y="177119"/>
                  <a:pt x="2301545" y="178399"/>
                </a:cubicBezTo>
                <a:cubicBezTo>
                  <a:pt x="2304654" y="179680"/>
                  <a:pt x="2307397" y="181600"/>
                  <a:pt x="2309866" y="183977"/>
                </a:cubicBezTo>
                <a:cubicBezTo>
                  <a:pt x="2312243" y="186355"/>
                  <a:pt x="2314072" y="189098"/>
                  <a:pt x="2315352" y="192207"/>
                </a:cubicBezTo>
                <a:cubicBezTo>
                  <a:pt x="2316724" y="195407"/>
                  <a:pt x="2317364" y="198608"/>
                  <a:pt x="2317364" y="201991"/>
                </a:cubicBezTo>
              </a:path>
              <a:path w="4447916" h="634776">
                <a:moveTo>
                  <a:pt x="2598176" y="135240"/>
                </a:moveTo>
                <a:cubicBezTo>
                  <a:pt x="2598176" y="138623"/>
                  <a:pt x="2597445" y="141915"/>
                  <a:pt x="2596164" y="145024"/>
                </a:cubicBezTo>
                <a:cubicBezTo>
                  <a:pt x="2594884" y="148224"/>
                  <a:pt x="2593056" y="150967"/>
                  <a:pt x="2590678" y="153345"/>
                </a:cubicBezTo>
                <a:cubicBezTo>
                  <a:pt x="2588209" y="155722"/>
                  <a:pt x="2585466" y="157551"/>
                  <a:pt x="2582357" y="158923"/>
                </a:cubicBezTo>
                <a:cubicBezTo>
                  <a:pt x="2579157" y="160203"/>
                  <a:pt x="2575956" y="160843"/>
                  <a:pt x="2572573" y="160843"/>
                </a:cubicBezTo>
                <a:cubicBezTo>
                  <a:pt x="2569098" y="160843"/>
                  <a:pt x="2565898" y="160203"/>
                  <a:pt x="2562697" y="158923"/>
                </a:cubicBezTo>
                <a:cubicBezTo>
                  <a:pt x="2559588" y="157551"/>
                  <a:pt x="2556845" y="155722"/>
                  <a:pt x="2554468" y="153345"/>
                </a:cubicBezTo>
                <a:cubicBezTo>
                  <a:pt x="2551999" y="150967"/>
                  <a:pt x="2550170" y="148224"/>
                  <a:pt x="2548890" y="145024"/>
                </a:cubicBezTo>
                <a:cubicBezTo>
                  <a:pt x="2547610" y="141915"/>
                  <a:pt x="2546970" y="138623"/>
                  <a:pt x="2546970" y="135240"/>
                </a:cubicBezTo>
                <a:cubicBezTo>
                  <a:pt x="2546970" y="131856"/>
                  <a:pt x="2547610" y="128565"/>
                  <a:pt x="2548890" y="125456"/>
                </a:cubicBezTo>
                <a:cubicBezTo>
                  <a:pt x="2550170" y="122347"/>
                  <a:pt x="2551999" y="119604"/>
                  <a:pt x="2554468" y="117135"/>
                </a:cubicBezTo>
                <a:cubicBezTo>
                  <a:pt x="2556845" y="114757"/>
                  <a:pt x="2559588" y="112928"/>
                  <a:pt x="2562697" y="111648"/>
                </a:cubicBezTo>
                <a:cubicBezTo>
                  <a:pt x="2565898" y="110368"/>
                  <a:pt x="2569098" y="109728"/>
                  <a:pt x="2572573" y="109728"/>
                </a:cubicBezTo>
                <a:cubicBezTo>
                  <a:pt x="2575956" y="109728"/>
                  <a:pt x="2579157" y="110368"/>
                  <a:pt x="2582357" y="111648"/>
                </a:cubicBezTo>
                <a:cubicBezTo>
                  <a:pt x="2585466" y="112928"/>
                  <a:pt x="2588209" y="114757"/>
                  <a:pt x="2590678" y="117135"/>
                </a:cubicBezTo>
                <a:cubicBezTo>
                  <a:pt x="2593056" y="119604"/>
                  <a:pt x="2594884" y="122347"/>
                  <a:pt x="2596164" y="125456"/>
                </a:cubicBezTo>
                <a:cubicBezTo>
                  <a:pt x="2597445" y="128565"/>
                  <a:pt x="2598176" y="131856"/>
                  <a:pt x="2598176" y="135240"/>
                </a:cubicBezTo>
              </a:path>
              <a:path w="4447916" h="634776">
                <a:moveTo>
                  <a:pt x="3025750" y="179405"/>
                </a:moveTo>
                <a:cubicBezTo>
                  <a:pt x="3025750" y="182789"/>
                  <a:pt x="3025110" y="186080"/>
                  <a:pt x="3023829" y="189189"/>
                </a:cubicBezTo>
                <a:cubicBezTo>
                  <a:pt x="3022458" y="192298"/>
                  <a:pt x="3020629" y="195042"/>
                  <a:pt x="3018252" y="197510"/>
                </a:cubicBezTo>
                <a:cubicBezTo>
                  <a:pt x="3015874" y="199888"/>
                  <a:pt x="3013039" y="201717"/>
                  <a:pt x="3009930" y="202997"/>
                </a:cubicBezTo>
                <a:cubicBezTo>
                  <a:pt x="3006822" y="204368"/>
                  <a:pt x="3003530" y="205008"/>
                  <a:pt x="3000146" y="205008"/>
                </a:cubicBezTo>
                <a:cubicBezTo>
                  <a:pt x="2996763" y="205008"/>
                  <a:pt x="2993471" y="204368"/>
                  <a:pt x="2990362" y="202997"/>
                </a:cubicBezTo>
                <a:cubicBezTo>
                  <a:pt x="2987162" y="201717"/>
                  <a:pt x="2984419" y="199888"/>
                  <a:pt x="2982041" y="197510"/>
                </a:cubicBezTo>
                <a:cubicBezTo>
                  <a:pt x="2979664" y="195042"/>
                  <a:pt x="2977744" y="192298"/>
                  <a:pt x="2976463" y="189189"/>
                </a:cubicBezTo>
                <a:cubicBezTo>
                  <a:pt x="2975183" y="186080"/>
                  <a:pt x="2974543" y="182789"/>
                  <a:pt x="2974543" y="179405"/>
                </a:cubicBezTo>
                <a:cubicBezTo>
                  <a:pt x="2974543" y="176022"/>
                  <a:pt x="2975183" y="172730"/>
                  <a:pt x="2976463" y="169621"/>
                </a:cubicBezTo>
                <a:cubicBezTo>
                  <a:pt x="2977744" y="166512"/>
                  <a:pt x="2979664" y="163678"/>
                  <a:pt x="2982041" y="161300"/>
                </a:cubicBezTo>
                <a:cubicBezTo>
                  <a:pt x="2984419" y="158923"/>
                  <a:pt x="2987162" y="157094"/>
                  <a:pt x="2990362" y="155814"/>
                </a:cubicBezTo>
                <a:cubicBezTo>
                  <a:pt x="2993471" y="154442"/>
                  <a:pt x="2996763" y="153802"/>
                  <a:pt x="3000146" y="153802"/>
                </a:cubicBezTo>
                <a:cubicBezTo>
                  <a:pt x="3003530" y="153802"/>
                  <a:pt x="3006822" y="154442"/>
                  <a:pt x="3009930" y="155814"/>
                </a:cubicBezTo>
                <a:cubicBezTo>
                  <a:pt x="3013039" y="157094"/>
                  <a:pt x="3015874" y="158923"/>
                  <a:pt x="3018252" y="161300"/>
                </a:cubicBezTo>
                <a:cubicBezTo>
                  <a:pt x="3020629" y="163678"/>
                  <a:pt x="3022458" y="166512"/>
                  <a:pt x="3023829" y="169621"/>
                </a:cubicBezTo>
                <a:cubicBezTo>
                  <a:pt x="3025110" y="172730"/>
                  <a:pt x="3025750" y="176022"/>
                  <a:pt x="3025750" y="179405"/>
                </a:cubicBezTo>
              </a:path>
              <a:path w="4447916" h="634776">
                <a:moveTo>
                  <a:pt x="3464204" y="85496"/>
                </a:moveTo>
                <a:cubicBezTo>
                  <a:pt x="3464204" y="88880"/>
                  <a:pt x="3463564" y="92172"/>
                  <a:pt x="3462284" y="95280"/>
                </a:cubicBezTo>
                <a:cubicBezTo>
                  <a:pt x="3461004" y="98481"/>
                  <a:pt x="3459175" y="101224"/>
                  <a:pt x="3456706" y="103602"/>
                </a:cubicBezTo>
                <a:cubicBezTo>
                  <a:pt x="3454329" y="105979"/>
                  <a:pt x="3451586" y="107899"/>
                  <a:pt x="3448477" y="109179"/>
                </a:cubicBezTo>
                <a:cubicBezTo>
                  <a:pt x="3445276" y="110460"/>
                  <a:pt x="3442076" y="111100"/>
                  <a:pt x="3438601" y="111100"/>
                </a:cubicBezTo>
                <a:cubicBezTo>
                  <a:pt x="3435218" y="111100"/>
                  <a:pt x="3432018" y="110460"/>
                  <a:pt x="3428817" y="109179"/>
                </a:cubicBezTo>
                <a:cubicBezTo>
                  <a:pt x="3425708" y="107899"/>
                  <a:pt x="3422965" y="105979"/>
                  <a:pt x="3420496" y="103602"/>
                </a:cubicBezTo>
                <a:cubicBezTo>
                  <a:pt x="3418119" y="101224"/>
                  <a:pt x="3416290" y="98481"/>
                  <a:pt x="3415010" y="95280"/>
                </a:cubicBezTo>
                <a:cubicBezTo>
                  <a:pt x="3413730" y="92172"/>
                  <a:pt x="3412998" y="88880"/>
                  <a:pt x="3412998" y="85496"/>
                </a:cubicBezTo>
                <a:cubicBezTo>
                  <a:pt x="3412998" y="82113"/>
                  <a:pt x="3413730" y="78913"/>
                  <a:pt x="3415010" y="75712"/>
                </a:cubicBezTo>
                <a:cubicBezTo>
                  <a:pt x="3416290" y="72603"/>
                  <a:pt x="3418119" y="69860"/>
                  <a:pt x="3420496" y="67483"/>
                </a:cubicBezTo>
                <a:cubicBezTo>
                  <a:pt x="3422965" y="65014"/>
                  <a:pt x="3425708" y="63185"/>
                  <a:pt x="3428817" y="61905"/>
                </a:cubicBezTo>
                <a:cubicBezTo>
                  <a:pt x="3432018" y="60625"/>
                  <a:pt x="3435218" y="59985"/>
                  <a:pt x="3438601" y="59985"/>
                </a:cubicBezTo>
                <a:cubicBezTo>
                  <a:pt x="3442076" y="59985"/>
                  <a:pt x="3445276" y="60625"/>
                  <a:pt x="3448477" y="61905"/>
                </a:cubicBezTo>
                <a:cubicBezTo>
                  <a:pt x="3451586" y="63185"/>
                  <a:pt x="3454329" y="65014"/>
                  <a:pt x="3456706" y="67483"/>
                </a:cubicBezTo>
                <a:cubicBezTo>
                  <a:pt x="3459175" y="69860"/>
                  <a:pt x="3461004" y="72603"/>
                  <a:pt x="3462284" y="75712"/>
                </a:cubicBezTo>
                <a:cubicBezTo>
                  <a:pt x="3463564" y="78913"/>
                  <a:pt x="3464204" y="82113"/>
                  <a:pt x="3464204" y="85496"/>
                </a:cubicBezTo>
              </a:path>
              <a:path w="4447916" h="634776">
                <a:moveTo>
                  <a:pt x="4058290" y="35570"/>
                </a:moveTo>
                <a:cubicBezTo>
                  <a:pt x="4058290" y="39045"/>
                  <a:pt x="4057650" y="42245"/>
                  <a:pt x="4056370" y="45446"/>
                </a:cubicBezTo>
                <a:cubicBezTo>
                  <a:pt x="4054998" y="48555"/>
                  <a:pt x="4053169" y="51298"/>
                  <a:pt x="4050792" y="53675"/>
                </a:cubicBezTo>
                <a:cubicBezTo>
                  <a:pt x="4048415" y="56053"/>
                  <a:pt x="4045580" y="57973"/>
                  <a:pt x="4042471" y="59253"/>
                </a:cubicBezTo>
                <a:cubicBezTo>
                  <a:pt x="4039362" y="60533"/>
                  <a:pt x="4036070" y="61173"/>
                  <a:pt x="4032687" y="61173"/>
                </a:cubicBezTo>
                <a:cubicBezTo>
                  <a:pt x="4029304" y="61173"/>
                  <a:pt x="4026012" y="60533"/>
                  <a:pt x="4022903" y="59253"/>
                </a:cubicBezTo>
                <a:cubicBezTo>
                  <a:pt x="4019702" y="57973"/>
                  <a:pt x="4016959" y="56053"/>
                  <a:pt x="4014582" y="53675"/>
                </a:cubicBezTo>
                <a:cubicBezTo>
                  <a:pt x="4012204" y="51298"/>
                  <a:pt x="4010284" y="48555"/>
                  <a:pt x="4009004" y="45446"/>
                </a:cubicBezTo>
                <a:cubicBezTo>
                  <a:pt x="4007724" y="42245"/>
                  <a:pt x="4007084" y="39045"/>
                  <a:pt x="4007084" y="35570"/>
                </a:cubicBezTo>
                <a:cubicBezTo>
                  <a:pt x="4007084" y="32187"/>
                  <a:pt x="4007724" y="28986"/>
                  <a:pt x="4009004" y="25786"/>
                </a:cubicBezTo>
                <a:cubicBezTo>
                  <a:pt x="4010284" y="22677"/>
                  <a:pt x="4012204" y="19934"/>
                  <a:pt x="4014582" y="17556"/>
                </a:cubicBezTo>
                <a:cubicBezTo>
                  <a:pt x="4016959" y="15088"/>
                  <a:pt x="4019702" y="13259"/>
                  <a:pt x="4022903" y="11979"/>
                </a:cubicBezTo>
                <a:cubicBezTo>
                  <a:pt x="4026012" y="10698"/>
                  <a:pt x="4029304" y="10058"/>
                  <a:pt x="4032687" y="10058"/>
                </a:cubicBezTo>
                <a:cubicBezTo>
                  <a:pt x="4036070" y="10058"/>
                  <a:pt x="4039362" y="10698"/>
                  <a:pt x="4042471" y="11979"/>
                </a:cubicBezTo>
                <a:cubicBezTo>
                  <a:pt x="4045580" y="13259"/>
                  <a:pt x="4048415" y="15088"/>
                  <a:pt x="4050792" y="17556"/>
                </a:cubicBezTo>
                <a:cubicBezTo>
                  <a:pt x="4053169" y="19934"/>
                  <a:pt x="4054998" y="22677"/>
                  <a:pt x="4056370" y="25786"/>
                </a:cubicBezTo>
                <a:cubicBezTo>
                  <a:pt x="4057650" y="28986"/>
                  <a:pt x="4058290" y="32187"/>
                  <a:pt x="4058290" y="35570"/>
                </a:cubicBezTo>
              </a:path>
              <a:path w="4447916" h="634776">
                <a:moveTo>
                  <a:pt x="4358579" y="75347"/>
                </a:moveTo>
                <a:cubicBezTo>
                  <a:pt x="4358579" y="78730"/>
                  <a:pt x="4357939" y="81930"/>
                  <a:pt x="4356659" y="85131"/>
                </a:cubicBezTo>
                <a:cubicBezTo>
                  <a:pt x="4355379" y="88240"/>
                  <a:pt x="4353550" y="90983"/>
                  <a:pt x="4351081" y="93360"/>
                </a:cubicBezTo>
                <a:cubicBezTo>
                  <a:pt x="4348704" y="95829"/>
                  <a:pt x="4345960" y="97658"/>
                  <a:pt x="4342851" y="98938"/>
                </a:cubicBezTo>
                <a:cubicBezTo>
                  <a:pt x="4339651" y="100218"/>
                  <a:pt x="4336359" y="100858"/>
                  <a:pt x="4332976" y="100858"/>
                </a:cubicBezTo>
                <a:cubicBezTo>
                  <a:pt x="4329593" y="100858"/>
                  <a:pt x="4326392" y="100218"/>
                  <a:pt x="4323192" y="98938"/>
                </a:cubicBezTo>
                <a:cubicBezTo>
                  <a:pt x="4320083" y="97658"/>
                  <a:pt x="4317340" y="95829"/>
                  <a:pt x="4314871" y="93360"/>
                </a:cubicBezTo>
                <a:cubicBezTo>
                  <a:pt x="4312493" y="90983"/>
                  <a:pt x="4310664" y="88240"/>
                  <a:pt x="4309384" y="85131"/>
                </a:cubicBezTo>
                <a:cubicBezTo>
                  <a:pt x="4308013" y="81930"/>
                  <a:pt x="4307373" y="78730"/>
                  <a:pt x="4307373" y="75347"/>
                </a:cubicBezTo>
                <a:cubicBezTo>
                  <a:pt x="4307373" y="71872"/>
                  <a:pt x="4308013" y="68671"/>
                  <a:pt x="4309384" y="65471"/>
                </a:cubicBezTo>
                <a:cubicBezTo>
                  <a:pt x="4310664" y="62362"/>
                  <a:pt x="4312493" y="59619"/>
                  <a:pt x="4314871" y="57241"/>
                </a:cubicBezTo>
                <a:cubicBezTo>
                  <a:pt x="4317340" y="54864"/>
                  <a:pt x="4320083" y="52944"/>
                  <a:pt x="4323192" y="51664"/>
                </a:cubicBezTo>
                <a:cubicBezTo>
                  <a:pt x="4326392" y="50383"/>
                  <a:pt x="4329593" y="49743"/>
                  <a:pt x="4332976" y="49743"/>
                </a:cubicBezTo>
                <a:cubicBezTo>
                  <a:pt x="4336359" y="49743"/>
                  <a:pt x="4339651" y="50383"/>
                  <a:pt x="4342851" y="51664"/>
                </a:cubicBezTo>
                <a:cubicBezTo>
                  <a:pt x="4345960" y="52944"/>
                  <a:pt x="4348704" y="54864"/>
                  <a:pt x="4351081" y="57241"/>
                </a:cubicBezTo>
                <a:cubicBezTo>
                  <a:pt x="4353550" y="59619"/>
                  <a:pt x="4355379" y="62362"/>
                  <a:pt x="4356659" y="65471"/>
                </a:cubicBezTo>
                <a:cubicBezTo>
                  <a:pt x="4357939" y="68671"/>
                  <a:pt x="4358579" y="71872"/>
                  <a:pt x="4358579" y="75347"/>
                </a:cubicBezTo>
              </a:path>
            </a:pathLst>
          </a:custGeom>
          <a:solidFill>
            <a:srgbClr val="F2EFE6">
              <a:alpha val="92000"/>
            </a:srgbClr>
          </a:solidFill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10" name="Forma 72"/>
          <p:cNvSpPr/>
          <p:nvPr/>
        </p:nvSpPr>
        <p:spPr>
          <a:xfrm>
            <a:off x="5376763" y="1384859"/>
            <a:ext cx="15453" cy="83668"/>
          </a:xfrm>
          <a:custGeom>
            <a:avLst/>
            <a:gdLst/>
            <a:ahLst/>
            <a:cxnLst/>
            <a:rect l="l" t="t" r="r" b="b"/>
            <a:pathLst>
              <a:path w="15453" h="83668">
                <a:moveTo>
                  <a:pt x="15453" y="83668"/>
                </a:moveTo>
                <a:lnTo>
                  <a:pt x="15270" y="83485"/>
                </a:lnTo>
                <a:lnTo>
                  <a:pt x="14630" y="82753"/>
                </a:lnTo>
                <a:lnTo>
                  <a:pt x="13990" y="81930"/>
                </a:lnTo>
                <a:lnTo>
                  <a:pt x="13350" y="81107"/>
                </a:lnTo>
                <a:lnTo>
                  <a:pt x="12710" y="80193"/>
                </a:lnTo>
                <a:lnTo>
                  <a:pt x="12070" y="79370"/>
                </a:lnTo>
                <a:lnTo>
                  <a:pt x="11430" y="78547"/>
                </a:lnTo>
                <a:lnTo>
                  <a:pt x="10881" y="77633"/>
                </a:lnTo>
                <a:lnTo>
                  <a:pt x="10241" y="76718"/>
                </a:lnTo>
                <a:lnTo>
                  <a:pt x="9693" y="75895"/>
                </a:lnTo>
                <a:lnTo>
                  <a:pt x="9144" y="74981"/>
                </a:lnTo>
                <a:lnTo>
                  <a:pt x="8595" y="74066"/>
                </a:lnTo>
                <a:lnTo>
                  <a:pt x="8138" y="73152"/>
                </a:lnTo>
                <a:lnTo>
                  <a:pt x="7590" y="72238"/>
                </a:lnTo>
                <a:lnTo>
                  <a:pt x="7132" y="71323"/>
                </a:lnTo>
                <a:lnTo>
                  <a:pt x="6675" y="70317"/>
                </a:lnTo>
                <a:lnTo>
                  <a:pt x="6218" y="69403"/>
                </a:lnTo>
                <a:lnTo>
                  <a:pt x="5761" y="68397"/>
                </a:lnTo>
                <a:lnTo>
                  <a:pt x="5304" y="67483"/>
                </a:lnTo>
                <a:lnTo>
                  <a:pt x="4938" y="66477"/>
                </a:lnTo>
                <a:lnTo>
                  <a:pt x="4481" y="65562"/>
                </a:lnTo>
                <a:lnTo>
                  <a:pt x="4115" y="64557"/>
                </a:lnTo>
                <a:lnTo>
                  <a:pt x="3749" y="63551"/>
                </a:lnTo>
                <a:lnTo>
                  <a:pt x="3383" y="62545"/>
                </a:lnTo>
                <a:lnTo>
                  <a:pt x="3109" y="61539"/>
                </a:lnTo>
                <a:lnTo>
                  <a:pt x="2743" y="60533"/>
                </a:lnTo>
                <a:lnTo>
                  <a:pt x="2469" y="59527"/>
                </a:lnTo>
                <a:lnTo>
                  <a:pt x="2195" y="58522"/>
                </a:lnTo>
                <a:lnTo>
                  <a:pt x="1920" y="57516"/>
                </a:lnTo>
                <a:lnTo>
                  <a:pt x="1646" y="56510"/>
                </a:lnTo>
                <a:lnTo>
                  <a:pt x="1463" y="55413"/>
                </a:lnTo>
                <a:lnTo>
                  <a:pt x="1280" y="54407"/>
                </a:lnTo>
                <a:lnTo>
                  <a:pt x="1006" y="53401"/>
                </a:lnTo>
                <a:lnTo>
                  <a:pt x="823" y="52304"/>
                </a:lnTo>
                <a:lnTo>
                  <a:pt x="732" y="51298"/>
                </a:lnTo>
                <a:lnTo>
                  <a:pt x="549" y="50292"/>
                </a:lnTo>
                <a:lnTo>
                  <a:pt x="457" y="49195"/>
                </a:lnTo>
                <a:lnTo>
                  <a:pt x="274" y="48189"/>
                </a:lnTo>
                <a:lnTo>
                  <a:pt x="183" y="47092"/>
                </a:lnTo>
                <a:lnTo>
                  <a:pt x="183" y="46086"/>
                </a:lnTo>
                <a:lnTo>
                  <a:pt x="91" y="44988"/>
                </a:lnTo>
                <a:lnTo>
                  <a:pt x="0" y="43983"/>
                </a:lnTo>
                <a:lnTo>
                  <a:pt x="0" y="42885"/>
                </a:lnTo>
                <a:lnTo>
                  <a:pt x="0" y="41880"/>
                </a:lnTo>
                <a:lnTo>
                  <a:pt x="0" y="40782"/>
                </a:lnTo>
                <a:lnTo>
                  <a:pt x="0" y="39776"/>
                </a:lnTo>
                <a:lnTo>
                  <a:pt x="91" y="38679"/>
                </a:lnTo>
                <a:lnTo>
                  <a:pt x="183" y="37673"/>
                </a:lnTo>
                <a:lnTo>
                  <a:pt x="183" y="36576"/>
                </a:lnTo>
                <a:lnTo>
                  <a:pt x="274" y="35570"/>
                </a:lnTo>
                <a:lnTo>
                  <a:pt x="457" y="34473"/>
                </a:lnTo>
                <a:lnTo>
                  <a:pt x="549" y="33467"/>
                </a:lnTo>
                <a:lnTo>
                  <a:pt x="732" y="32370"/>
                </a:lnTo>
                <a:lnTo>
                  <a:pt x="823" y="31364"/>
                </a:lnTo>
                <a:lnTo>
                  <a:pt x="1006" y="30358"/>
                </a:lnTo>
                <a:lnTo>
                  <a:pt x="1280" y="29261"/>
                </a:lnTo>
                <a:lnTo>
                  <a:pt x="1463" y="28255"/>
                </a:lnTo>
                <a:lnTo>
                  <a:pt x="1646" y="27249"/>
                </a:lnTo>
                <a:lnTo>
                  <a:pt x="1920" y="26243"/>
                </a:lnTo>
                <a:lnTo>
                  <a:pt x="2195" y="25146"/>
                </a:lnTo>
                <a:lnTo>
                  <a:pt x="2469" y="24140"/>
                </a:lnTo>
                <a:lnTo>
                  <a:pt x="2743" y="23134"/>
                </a:lnTo>
                <a:lnTo>
                  <a:pt x="3109" y="22128"/>
                </a:lnTo>
                <a:lnTo>
                  <a:pt x="3383" y="21123"/>
                </a:lnTo>
                <a:lnTo>
                  <a:pt x="3749" y="20117"/>
                </a:lnTo>
                <a:lnTo>
                  <a:pt x="4115" y="19202"/>
                </a:lnTo>
                <a:lnTo>
                  <a:pt x="4481" y="18197"/>
                </a:lnTo>
                <a:lnTo>
                  <a:pt x="4938" y="17191"/>
                </a:lnTo>
                <a:lnTo>
                  <a:pt x="5304" y="16276"/>
                </a:lnTo>
                <a:lnTo>
                  <a:pt x="5761" y="15270"/>
                </a:lnTo>
                <a:lnTo>
                  <a:pt x="6218" y="14356"/>
                </a:lnTo>
                <a:lnTo>
                  <a:pt x="6675" y="13350"/>
                </a:lnTo>
                <a:lnTo>
                  <a:pt x="7132" y="12436"/>
                </a:lnTo>
                <a:lnTo>
                  <a:pt x="7590" y="11521"/>
                </a:lnTo>
                <a:lnTo>
                  <a:pt x="8138" y="10607"/>
                </a:lnTo>
                <a:lnTo>
                  <a:pt x="8595" y="9693"/>
                </a:lnTo>
                <a:lnTo>
                  <a:pt x="9144" y="8778"/>
                </a:lnTo>
                <a:lnTo>
                  <a:pt x="9693" y="7864"/>
                </a:lnTo>
                <a:lnTo>
                  <a:pt x="10241" y="6949"/>
                </a:lnTo>
                <a:lnTo>
                  <a:pt x="10881" y="6035"/>
                </a:lnTo>
                <a:lnTo>
                  <a:pt x="11430" y="5212"/>
                </a:lnTo>
                <a:lnTo>
                  <a:pt x="12070" y="4298"/>
                </a:lnTo>
                <a:lnTo>
                  <a:pt x="12710" y="3475"/>
                </a:lnTo>
                <a:lnTo>
                  <a:pt x="13350" y="2652"/>
                </a:lnTo>
                <a:lnTo>
                  <a:pt x="13990" y="1829"/>
                </a:lnTo>
                <a:lnTo>
                  <a:pt x="14630" y="1006"/>
                </a:lnTo>
                <a:lnTo>
                  <a:pt x="15270" y="183"/>
                </a:lnTo>
                <a:lnTo>
                  <a:pt x="15453" y="0"/>
                </a:lnTo>
                <a:close/>
              </a:path>
            </a:pathLst>
          </a:custGeom>
          <a:solidFill>
            <a:srgbClr val="C64B35">
              <a:alpha val="92000"/>
            </a:srgbClr>
          </a:solidFill>
          <a:ln/>
        </p:spPr>
      </p:sp>
      <p:sp>
        <p:nvSpPr>
          <p:cNvPr id="11" name="Forma 73"/>
          <p:cNvSpPr/>
          <p:nvPr/>
        </p:nvSpPr>
        <p:spPr>
          <a:xfrm>
            <a:off x="5376763" y="1384859"/>
            <a:ext cx="15453" cy="83668"/>
          </a:xfrm>
          <a:custGeom>
            <a:avLst/>
            <a:gdLst/>
            <a:ahLst/>
            <a:cxnLst/>
            <a:rect l="l" t="t" r="r" b="b"/>
            <a:pathLst>
              <a:path w="15453" h="83668">
                <a:moveTo>
                  <a:pt x="15453" y="83668"/>
                </a:moveTo>
                <a:lnTo>
                  <a:pt x="15270" y="83485"/>
                </a:lnTo>
                <a:lnTo>
                  <a:pt x="14630" y="82753"/>
                </a:lnTo>
                <a:lnTo>
                  <a:pt x="13990" y="81930"/>
                </a:lnTo>
                <a:lnTo>
                  <a:pt x="13350" y="81107"/>
                </a:lnTo>
                <a:lnTo>
                  <a:pt x="12710" y="80193"/>
                </a:lnTo>
                <a:lnTo>
                  <a:pt x="12070" y="79370"/>
                </a:lnTo>
                <a:lnTo>
                  <a:pt x="11430" y="78547"/>
                </a:lnTo>
                <a:lnTo>
                  <a:pt x="10881" y="77633"/>
                </a:lnTo>
                <a:lnTo>
                  <a:pt x="10241" y="76718"/>
                </a:lnTo>
                <a:lnTo>
                  <a:pt x="9693" y="75895"/>
                </a:lnTo>
                <a:lnTo>
                  <a:pt x="9144" y="74981"/>
                </a:lnTo>
                <a:lnTo>
                  <a:pt x="8595" y="74066"/>
                </a:lnTo>
                <a:lnTo>
                  <a:pt x="8138" y="73152"/>
                </a:lnTo>
                <a:lnTo>
                  <a:pt x="7590" y="72238"/>
                </a:lnTo>
                <a:lnTo>
                  <a:pt x="7132" y="71323"/>
                </a:lnTo>
                <a:lnTo>
                  <a:pt x="6675" y="70317"/>
                </a:lnTo>
                <a:lnTo>
                  <a:pt x="6218" y="69403"/>
                </a:lnTo>
                <a:lnTo>
                  <a:pt x="5761" y="68397"/>
                </a:lnTo>
                <a:lnTo>
                  <a:pt x="5304" y="67483"/>
                </a:lnTo>
                <a:lnTo>
                  <a:pt x="4938" y="66477"/>
                </a:lnTo>
                <a:lnTo>
                  <a:pt x="4481" y="65562"/>
                </a:lnTo>
                <a:lnTo>
                  <a:pt x="4115" y="64557"/>
                </a:lnTo>
                <a:lnTo>
                  <a:pt x="3749" y="63551"/>
                </a:lnTo>
                <a:lnTo>
                  <a:pt x="3383" y="62545"/>
                </a:lnTo>
                <a:lnTo>
                  <a:pt x="3109" y="61539"/>
                </a:lnTo>
                <a:lnTo>
                  <a:pt x="2743" y="60533"/>
                </a:lnTo>
                <a:lnTo>
                  <a:pt x="2469" y="59527"/>
                </a:lnTo>
                <a:lnTo>
                  <a:pt x="2195" y="58522"/>
                </a:lnTo>
                <a:lnTo>
                  <a:pt x="1920" y="57516"/>
                </a:lnTo>
                <a:lnTo>
                  <a:pt x="1646" y="56510"/>
                </a:lnTo>
                <a:lnTo>
                  <a:pt x="1463" y="55413"/>
                </a:lnTo>
                <a:lnTo>
                  <a:pt x="1280" y="54407"/>
                </a:lnTo>
                <a:lnTo>
                  <a:pt x="1006" y="53401"/>
                </a:lnTo>
                <a:lnTo>
                  <a:pt x="823" y="52304"/>
                </a:lnTo>
                <a:lnTo>
                  <a:pt x="732" y="51298"/>
                </a:lnTo>
                <a:lnTo>
                  <a:pt x="549" y="50292"/>
                </a:lnTo>
                <a:lnTo>
                  <a:pt x="457" y="49195"/>
                </a:lnTo>
                <a:lnTo>
                  <a:pt x="274" y="48189"/>
                </a:lnTo>
                <a:lnTo>
                  <a:pt x="183" y="47092"/>
                </a:lnTo>
                <a:lnTo>
                  <a:pt x="183" y="46086"/>
                </a:lnTo>
                <a:lnTo>
                  <a:pt x="91" y="44988"/>
                </a:lnTo>
                <a:lnTo>
                  <a:pt x="0" y="43983"/>
                </a:lnTo>
                <a:lnTo>
                  <a:pt x="0" y="42885"/>
                </a:lnTo>
                <a:lnTo>
                  <a:pt x="0" y="41880"/>
                </a:lnTo>
                <a:lnTo>
                  <a:pt x="0" y="40782"/>
                </a:lnTo>
                <a:lnTo>
                  <a:pt x="0" y="39776"/>
                </a:lnTo>
                <a:lnTo>
                  <a:pt x="91" y="38679"/>
                </a:lnTo>
                <a:lnTo>
                  <a:pt x="183" y="37673"/>
                </a:lnTo>
                <a:lnTo>
                  <a:pt x="183" y="36576"/>
                </a:lnTo>
                <a:lnTo>
                  <a:pt x="274" y="35570"/>
                </a:lnTo>
                <a:lnTo>
                  <a:pt x="457" y="34473"/>
                </a:lnTo>
                <a:lnTo>
                  <a:pt x="549" y="33467"/>
                </a:lnTo>
                <a:lnTo>
                  <a:pt x="732" y="32370"/>
                </a:lnTo>
                <a:lnTo>
                  <a:pt x="823" y="31364"/>
                </a:lnTo>
                <a:lnTo>
                  <a:pt x="1006" y="30358"/>
                </a:lnTo>
                <a:lnTo>
                  <a:pt x="1280" y="29261"/>
                </a:lnTo>
                <a:lnTo>
                  <a:pt x="1463" y="28255"/>
                </a:lnTo>
                <a:lnTo>
                  <a:pt x="1646" y="27249"/>
                </a:lnTo>
                <a:lnTo>
                  <a:pt x="1920" y="26243"/>
                </a:lnTo>
                <a:lnTo>
                  <a:pt x="2195" y="25146"/>
                </a:lnTo>
                <a:lnTo>
                  <a:pt x="2469" y="24140"/>
                </a:lnTo>
                <a:lnTo>
                  <a:pt x="2743" y="23134"/>
                </a:lnTo>
                <a:lnTo>
                  <a:pt x="3109" y="22128"/>
                </a:lnTo>
                <a:lnTo>
                  <a:pt x="3383" y="21123"/>
                </a:lnTo>
                <a:lnTo>
                  <a:pt x="3749" y="20117"/>
                </a:lnTo>
                <a:lnTo>
                  <a:pt x="4115" y="19202"/>
                </a:lnTo>
                <a:lnTo>
                  <a:pt x="4481" y="18197"/>
                </a:lnTo>
                <a:lnTo>
                  <a:pt x="4938" y="17191"/>
                </a:lnTo>
                <a:lnTo>
                  <a:pt x="5304" y="16276"/>
                </a:lnTo>
                <a:lnTo>
                  <a:pt x="5761" y="15270"/>
                </a:lnTo>
                <a:lnTo>
                  <a:pt x="6218" y="14356"/>
                </a:lnTo>
                <a:lnTo>
                  <a:pt x="6675" y="13350"/>
                </a:lnTo>
                <a:lnTo>
                  <a:pt x="7132" y="12436"/>
                </a:lnTo>
                <a:lnTo>
                  <a:pt x="7590" y="11521"/>
                </a:lnTo>
                <a:lnTo>
                  <a:pt x="8138" y="10607"/>
                </a:lnTo>
                <a:lnTo>
                  <a:pt x="8595" y="9693"/>
                </a:lnTo>
                <a:lnTo>
                  <a:pt x="9144" y="8778"/>
                </a:lnTo>
                <a:lnTo>
                  <a:pt x="9693" y="7864"/>
                </a:lnTo>
                <a:lnTo>
                  <a:pt x="10241" y="6949"/>
                </a:lnTo>
                <a:lnTo>
                  <a:pt x="10881" y="6035"/>
                </a:lnTo>
                <a:lnTo>
                  <a:pt x="11430" y="5212"/>
                </a:lnTo>
                <a:lnTo>
                  <a:pt x="12070" y="4298"/>
                </a:lnTo>
                <a:lnTo>
                  <a:pt x="12710" y="3475"/>
                </a:lnTo>
                <a:lnTo>
                  <a:pt x="13350" y="2652"/>
                </a:lnTo>
                <a:lnTo>
                  <a:pt x="13990" y="1829"/>
                </a:lnTo>
                <a:lnTo>
                  <a:pt x="14630" y="1006"/>
                </a:lnTo>
                <a:lnTo>
                  <a:pt x="15270" y="183"/>
                </a:lnTo>
                <a:lnTo>
                  <a:pt x="15453" y="0"/>
                </a:lnTo>
              </a:path>
            </a:pathLst>
          </a:custGeom>
          <a:ln w="21806">
            <a:solidFill>
              <a:srgbClr val="F2EFE6">
                <a:alpha val="92000"/>
              </a:srgbClr>
            </a:solidFill>
            <a:prstDash val="solid"/>
          </a:ln>
        </p:spPr>
      </p:sp>
      <p:sp>
        <p:nvSpPr>
          <p:cNvPr id="12" name="Forma 74"/>
          <p:cNvSpPr/>
          <p:nvPr/>
        </p:nvSpPr>
        <p:spPr>
          <a:xfrm>
            <a:off x="559064" y="351312"/>
            <a:ext cx="4786152" cy="690098"/>
          </a:xfrm>
          <a:custGeom>
            <a:avLst/>
            <a:gdLst/>
            <a:ahLst/>
            <a:cxnLst/>
            <a:rect l="l" t="t" r="r" b="b"/>
            <a:pathLst>
              <a:path w="4786152" h="690098">
                <a:moveTo>
                  <a:pt x="51206" y="562173"/>
                </a:moveTo>
                <a:cubicBezTo>
                  <a:pt x="51206" y="565556"/>
                  <a:pt x="50566" y="568848"/>
                  <a:pt x="49286" y="571957"/>
                </a:cubicBezTo>
                <a:cubicBezTo>
                  <a:pt x="48006" y="575066"/>
                  <a:pt x="46086" y="577809"/>
                  <a:pt x="43708" y="580278"/>
                </a:cubicBezTo>
                <a:cubicBezTo>
                  <a:pt x="41331" y="582656"/>
                  <a:pt x="38496" y="584484"/>
                  <a:pt x="35387" y="585765"/>
                </a:cubicBezTo>
                <a:cubicBezTo>
                  <a:pt x="32278" y="587045"/>
                  <a:pt x="28986" y="587776"/>
                  <a:pt x="25603" y="587776"/>
                </a:cubicBezTo>
                <a:cubicBezTo>
                  <a:pt x="22220" y="587776"/>
                  <a:pt x="18928" y="587045"/>
                  <a:pt x="15819" y="585765"/>
                </a:cubicBezTo>
                <a:cubicBezTo>
                  <a:pt x="12710" y="584484"/>
                  <a:pt x="9876" y="582656"/>
                  <a:pt x="7498" y="580278"/>
                </a:cubicBezTo>
                <a:cubicBezTo>
                  <a:pt x="5121" y="577809"/>
                  <a:pt x="3292" y="575066"/>
                  <a:pt x="1920" y="571957"/>
                </a:cubicBezTo>
                <a:cubicBezTo>
                  <a:pt x="640" y="568848"/>
                  <a:pt x="0" y="565556"/>
                  <a:pt x="0" y="562173"/>
                </a:cubicBezTo>
                <a:cubicBezTo>
                  <a:pt x="0" y="558790"/>
                  <a:pt x="640" y="555498"/>
                  <a:pt x="1920" y="552389"/>
                </a:cubicBezTo>
                <a:cubicBezTo>
                  <a:pt x="3292" y="549280"/>
                  <a:pt x="5121" y="546445"/>
                  <a:pt x="7498" y="544068"/>
                </a:cubicBezTo>
                <a:cubicBezTo>
                  <a:pt x="9876" y="541691"/>
                  <a:pt x="12710" y="539862"/>
                  <a:pt x="15819" y="538490"/>
                </a:cubicBezTo>
                <a:cubicBezTo>
                  <a:pt x="18928" y="537210"/>
                  <a:pt x="22220" y="536570"/>
                  <a:pt x="25603" y="536570"/>
                </a:cubicBezTo>
                <a:cubicBezTo>
                  <a:pt x="28986" y="536570"/>
                  <a:pt x="32278" y="537210"/>
                  <a:pt x="35387" y="538490"/>
                </a:cubicBezTo>
                <a:cubicBezTo>
                  <a:pt x="38496" y="539862"/>
                  <a:pt x="41331" y="541691"/>
                  <a:pt x="43708" y="544068"/>
                </a:cubicBezTo>
                <a:cubicBezTo>
                  <a:pt x="46086" y="546445"/>
                  <a:pt x="48006" y="549280"/>
                  <a:pt x="49286" y="552389"/>
                </a:cubicBezTo>
                <a:cubicBezTo>
                  <a:pt x="50566" y="555498"/>
                  <a:pt x="51206" y="558790"/>
                  <a:pt x="51206" y="562173"/>
                </a:cubicBezTo>
              </a:path>
              <a:path w="4786152" h="690098">
                <a:moveTo>
                  <a:pt x="596920" y="486552"/>
                </a:moveTo>
                <a:cubicBezTo>
                  <a:pt x="596920" y="489936"/>
                  <a:pt x="596189" y="493227"/>
                  <a:pt x="594909" y="496336"/>
                </a:cubicBezTo>
                <a:cubicBezTo>
                  <a:pt x="593628" y="499537"/>
                  <a:pt x="591800" y="502280"/>
                  <a:pt x="589422" y="504657"/>
                </a:cubicBezTo>
                <a:cubicBezTo>
                  <a:pt x="586953" y="507035"/>
                  <a:pt x="584210" y="508864"/>
                  <a:pt x="581101" y="510235"/>
                </a:cubicBezTo>
                <a:cubicBezTo>
                  <a:pt x="577901" y="511515"/>
                  <a:pt x="574700" y="512155"/>
                  <a:pt x="571317" y="512155"/>
                </a:cubicBezTo>
                <a:cubicBezTo>
                  <a:pt x="567842" y="512155"/>
                  <a:pt x="564642" y="511515"/>
                  <a:pt x="561442" y="510235"/>
                </a:cubicBezTo>
                <a:cubicBezTo>
                  <a:pt x="558333" y="508864"/>
                  <a:pt x="555589" y="507035"/>
                  <a:pt x="553212" y="504657"/>
                </a:cubicBezTo>
                <a:cubicBezTo>
                  <a:pt x="550743" y="502280"/>
                  <a:pt x="548914" y="499537"/>
                  <a:pt x="547634" y="496336"/>
                </a:cubicBezTo>
                <a:cubicBezTo>
                  <a:pt x="546354" y="493227"/>
                  <a:pt x="545622" y="489936"/>
                  <a:pt x="545714" y="486552"/>
                </a:cubicBezTo>
                <a:cubicBezTo>
                  <a:pt x="545622" y="483169"/>
                  <a:pt x="546354" y="479877"/>
                  <a:pt x="547634" y="476768"/>
                </a:cubicBezTo>
                <a:cubicBezTo>
                  <a:pt x="548914" y="473659"/>
                  <a:pt x="550743" y="470916"/>
                  <a:pt x="553212" y="468447"/>
                </a:cubicBezTo>
                <a:cubicBezTo>
                  <a:pt x="555589" y="466070"/>
                  <a:pt x="558333" y="464241"/>
                  <a:pt x="561442" y="462961"/>
                </a:cubicBezTo>
                <a:cubicBezTo>
                  <a:pt x="564642" y="461681"/>
                  <a:pt x="567842" y="461040"/>
                  <a:pt x="571317" y="461040"/>
                </a:cubicBezTo>
                <a:cubicBezTo>
                  <a:pt x="574700" y="461040"/>
                  <a:pt x="577901" y="461681"/>
                  <a:pt x="581101" y="462961"/>
                </a:cubicBezTo>
                <a:cubicBezTo>
                  <a:pt x="584210" y="464241"/>
                  <a:pt x="586953" y="466070"/>
                  <a:pt x="589422" y="468447"/>
                </a:cubicBezTo>
                <a:cubicBezTo>
                  <a:pt x="591800" y="470916"/>
                  <a:pt x="593628" y="473659"/>
                  <a:pt x="594909" y="476768"/>
                </a:cubicBezTo>
                <a:cubicBezTo>
                  <a:pt x="596189" y="479877"/>
                  <a:pt x="596920" y="483169"/>
                  <a:pt x="596920" y="486552"/>
                </a:cubicBezTo>
              </a:path>
              <a:path w="4786152" h="690098">
                <a:moveTo>
                  <a:pt x="853684" y="574243"/>
                </a:moveTo>
                <a:cubicBezTo>
                  <a:pt x="853684" y="577718"/>
                  <a:pt x="853044" y="580918"/>
                  <a:pt x="851764" y="584027"/>
                </a:cubicBezTo>
                <a:cubicBezTo>
                  <a:pt x="850392" y="587228"/>
                  <a:pt x="848563" y="589971"/>
                  <a:pt x="846186" y="592348"/>
                </a:cubicBezTo>
                <a:cubicBezTo>
                  <a:pt x="843808" y="594726"/>
                  <a:pt x="840974" y="596646"/>
                  <a:pt x="837865" y="597926"/>
                </a:cubicBezTo>
                <a:cubicBezTo>
                  <a:pt x="834756" y="599206"/>
                  <a:pt x="831464" y="599846"/>
                  <a:pt x="828081" y="599846"/>
                </a:cubicBezTo>
                <a:cubicBezTo>
                  <a:pt x="824697" y="599846"/>
                  <a:pt x="821406" y="599206"/>
                  <a:pt x="818297" y="597926"/>
                </a:cubicBezTo>
                <a:cubicBezTo>
                  <a:pt x="815188" y="596646"/>
                  <a:pt x="812353" y="594726"/>
                  <a:pt x="809976" y="592348"/>
                </a:cubicBezTo>
                <a:cubicBezTo>
                  <a:pt x="807598" y="589971"/>
                  <a:pt x="805769" y="587228"/>
                  <a:pt x="804398" y="584027"/>
                </a:cubicBezTo>
                <a:cubicBezTo>
                  <a:pt x="803118" y="580918"/>
                  <a:pt x="802477" y="577718"/>
                  <a:pt x="802477" y="574243"/>
                </a:cubicBezTo>
                <a:cubicBezTo>
                  <a:pt x="802477" y="570860"/>
                  <a:pt x="803118" y="567660"/>
                  <a:pt x="804398" y="564459"/>
                </a:cubicBezTo>
                <a:cubicBezTo>
                  <a:pt x="805769" y="561350"/>
                  <a:pt x="807598" y="558607"/>
                  <a:pt x="809976" y="556230"/>
                </a:cubicBezTo>
                <a:cubicBezTo>
                  <a:pt x="812353" y="553761"/>
                  <a:pt x="815188" y="551932"/>
                  <a:pt x="818297" y="550652"/>
                </a:cubicBezTo>
                <a:cubicBezTo>
                  <a:pt x="821406" y="549372"/>
                  <a:pt x="824697" y="548731"/>
                  <a:pt x="828081" y="548731"/>
                </a:cubicBezTo>
                <a:cubicBezTo>
                  <a:pt x="831464" y="548731"/>
                  <a:pt x="834756" y="549372"/>
                  <a:pt x="837865" y="550652"/>
                </a:cubicBezTo>
                <a:cubicBezTo>
                  <a:pt x="840974" y="551932"/>
                  <a:pt x="843808" y="553761"/>
                  <a:pt x="846186" y="556230"/>
                </a:cubicBezTo>
                <a:cubicBezTo>
                  <a:pt x="848563" y="558607"/>
                  <a:pt x="850392" y="561350"/>
                  <a:pt x="851764" y="564459"/>
                </a:cubicBezTo>
                <a:cubicBezTo>
                  <a:pt x="853044" y="567660"/>
                  <a:pt x="853684" y="570860"/>
                  <a:pt x="853684" y="574243"/>
                </a:cubicBezTo>
              </a:path>
              <a:path w="4786152" h="690098">
                <a:moveTo>
                  <a:pt x="1369588" y="594543"/>
                </a:moveTo>
                <a:cubicBezTo>
                  <a:pt x="1369588" y="597926"/>
                  <a:pt x="1368948" y="601218"/>
                  <a:pt x="1367668" y="604327"/>
                </a:cubicBezTo>
                <a:cubicBezTo>
                  <a:pt x="1366296" y="607436"/>
                  <a:pt x="1364468" y="610271"/>
                  <a:pt x="1362090" y="612648"/>
                </a:cubicBezTo>
                <a:cubicBezTo>
                  <a:pt x="1359713" y="615025"/>
                  <a:pt x="1356878" y="616854"/>
                  <a:pt x="1353769" y="618226"/>
                </a:cubicBezTo>
                <a:cubicBezTo>
                  <a:pt x="1350660" y="619506"/>
                  <a:pt x="1347368" y="620146"/>
                  <a:pt x="1343985" y="620146"/>
                </a:cubicBezTo>
                <a:cubicBezTo>
                  <a:pt x="1340602" y="620146"/>
                  <a:pt x="1337310" y="619506"/>
                  <a:pt x="1334201" y="618226"/>
                </a:cubicBezTo>
                <a:cubicBezTo>
                  <a:pt x="1331001" y="616854"/>
                  <a:pt x="1328257" y="615025"/>
                  <a:pt x="1325880" y="612648"/>
                </a:cubicBezTo>
                <a:cubicBezTo>
                  <a:pt x="1323503" y="610271"/>
                  <a:pt x="1321582" y="607436"/>
                  <a:pt x="1320302" y="604327"/>
                </a:cubicBezTo>
                <a:cubicBezTo>
                  <a:pt x="1319022" y="601218"/>
                  <a:pt x="1318382" y="597926"/>
                  <a:pt x="1318382" y="594543"/>
                </a:cubicBezTo>
                <a:cubicBezTo>
                  <a:pt x="1318382" y="591160"/>
                  <a:pt x="1319022" y="587868"/>
                  <a:pt x="1320302" y="584759"/>
                </a:cubicBezTo>
                <a:cubicBezTo>
                  <a:pt x="1321582" y="581650"/>
                  <a:pt x="1323503" y="578907"/>
                  <a:pt x="1325880" y="576438"/>
                </a:cubicBezTo>
                <a:cubicBezTo>
                  <a:pt x="1328257" y="574060"/>
                  <a:pt x="1331001" y="572232"/>
                  <a:pt x="1334201" y="570951"/>
                </a:cubicBezTo>
                <a:cubicBezTo>
                  <a:pt x="1337310" y="569671"/>
                  <a:pt x="1340602" y="568940"/>
                  <a:pt x="1343985" y="568940"/>
                </a:cubicBezTo>
                <a:cubicBezTo>
                  <a:pt x="1347368" y="568940"/>
                  <a:pt x="1350660" y="569671"/>
                  <a:pt x="1353769" y="570951"/>
                </a:cubicBezTo>
                <a:cubicBezTo>
                  <a:pt x="1356878" y="572232"/>
                  <a:pt x="1359713" y="574060"/>
                  <a:pt x="1362090" y="576438"/>
                </a:cubicBezTo>
                <a:cubicBezTo>
                  <a:pt x="1364468" y="578907"/>
                  <a:pt x="1366296" y="581650"/>
                  <a:pt x="1367668" y="584759"/>
                </a:cubicBezTo>
                <a:cubicBezTo>
                  <a:pt x="1368948" y="587868"/>
                  <a:pt x="1369588" y="591160"/>
                  <a:pt x="1369588" y="594543"/>
                </a:cubicBezTo>
              </a:path>
              <a:path w="4786152" h="690098">
                <a:moveTo>
                  <a:pt x="1737817" y="599023"/>
                </a:moveTo>
                <a:cubicBezTo>
                  <a:pt x="1737817" y="602407"/>
                  <a:pt x="1737177" y="605699"/>
                  <a:pt x="1735897" y="608808"/>
                </a:cubicBezTo>
                <a:cubicBezTo>
                  <a:pt x="1734525" y="611916"/>
                  <a:pt x="1732697" y="614660"/>
                  <a:pt x="1730319" y="617129"/>
                </a:cubicBezTo>
                <a:cubicBezTo>
                  <a:pt x="1727942" y="619506"/>
                  <a:pt x="1725107" y="621335"/>
                  <a:pt x="1721998" y="622615"/>
                </a:cubicBezTo>
                <a:cubicBezTo>
                  <a:pt x="1718889" y="623895"/>
                  <a:pt x="1715597" y="624535"/>
                  <a:pt x="1712214" y="624535"/>
                </a:cubicBezTo>
                <a:cubicBezTo>
                  <a:pt x="1708831" y="624535"/>
                  <a:pt x="1705539" y="623895"/>
                  <a:pt x="1702430" y="622615"/>
                </a:cubicBezTo>
                <a:cubicBezTo>
                  <a:pt x="1699230" y="621335"/>
                  <a:pt x="1696486" y="619506"/>
                  <a:pt x="1694109" y="617129"/>
                </a:cubicBezTo>
                <a:cubicBezTo>
                  <a:pt x="1691731" y="614660"/>
                  <a:pt x="1689811" y="611916"/>
                  <a:pt x="1688531" y="608808"/>
                </a:cubicBezTo>
                <a:cubicBezTo>
                  <a:pt x="1687251" y="605699"/>
                  <a:pt x="1686611" y="602407"/>
                  <a:pt x="1686611" y="599023"/>
                </a:cubicBezTo>
                <a:cubicBezTo>
                  <a:pt x="1686611" y="595640"/>
                  <a:pt x="1687251" y="592348"/>
                  <a:pt x="1688531" y="589239"/>
                </a:cubicBezTo>
                <a:cubicBezTo>
                  <a:pt x="1689811" y="586130"/>
                  <a:pt x="1691731" y="583296"/>
                  <a:pt x="1694109" y="580918"/>
                </a:cubicBezTo>
                <a:cubicBezTo>
                  <a:pt x="1696486" y="578541"/>
                  <a:pt x="1699230" y="576712"/>
                  <a:pt x="1702430" y="575340"/>
                </a:cubicBezTo>
                <a:cubicBezTo>
                  <a:pt x="1705539" y="574060"/>
                  <a:pt x="1708831" y="573420"/>
                  <a:pt x="1712214" y="573420"/>
                </a:cubicBezTo>
                <a:cubicBezTo>
                  <a:pt x="1715597" y="573420"/>
                  <a:pt x="1718889" y="574060"/>
                  <a:pt x="1721998" y="575340"/>
                </a:cubicBezTo>
                <a:cubicBezTo>
                  <a:pt x="1725107" y="576712"/>
                  <a:pt x="1727942" y="578541"/>
                  <a:pt x="1730319" y="580918"/>
                </a:cubicBezTo>
                <a:cubicBezTo>
                  <a:pt x="1732697" y="583296"/>
                  <a:pt x="1734525" y="586130"/>
                  <a:pt x="1735897" y="589239"/>
                </a:cubicBezTo>
                <a:cubicBezTo>
                  <a:pt x="1737177" y="592348"/>
                  <a:pt x="1737817" y="595640"/>
                  <a:pt x="1737817" y="599023"/>
                </a:cubicBezTo>
              </a:path>
              <a:path w="4786152" h="690098">
                <a:moveTo>
                  <a:pt x="2291486" y="664586"/>
                </a:moveTo>
                <a:cubicBezTo>
                  <a:pt x="2291486" y="667969"/>
                  <a:pt x="2290755" y="671170"/>
                  <a:pt x="2289475" y="674370"/>
                </a:cubicBezTo>
                <a:cubicBezTo>
                  <a:pt x="2288195" y="677479"/>
                  <a:pt x="2286366" y="680222"/>
                  <a:pt x="2283988" y="682600"/>
                </a:cubicBezTo>
                <a:cubicBezTo>
                  <a:pt x="2281519" y="685068"/>
                  <a:pt x="2278776" y="686897"/>
                  <a:pt x="2275667" y="688177"/>
                </a:cubicBezTo>
                <a:cubicBezTo>
                  <a:pt x="2272467" y="689458"/>
                  <a:pt x="2269266" y="690098"/>
                  <a:pt x="2265883" y="690098"/>
                </a:cubicBezTo>
                <a:cubicBezTo>
                  <a:pt x="2262408" y="690098"/>
                  <a:pt x="2259208" y="689458"/>
                  <a:pt x="2256008" y="688177"/>
                </a:cubicBezTo>
                <a:cubicBezTo>
                  <a:pt x="2252899" y="686897"/>
                  <a:pt x="2250156" y="685068"/>
                  <a:pt x="2247778" y="682600"/>
                </a:cubicBezTo>
                <a:cubicBezTo>
                  <a:pt x="2245309" y="680222"/>
                  <a:pt x="2243480" y="677479"/>
                  <a:pt x="2242200" y="674370"/>
                </a:cubicBezTo>
                <a:cubicBezTo>
                  <a:pt x="2240920" y="671170"/>
                  <a:pt x="2240280" y="667969"/>
                  <a:pt x="2240280" y="664586"/>
                </a:cubicBezTo>
                <a:cubicBezTo>
                  <a:pt x="2240280" y="661203"/>
                  <a:pt x="2240920" y="657911"/>
                  <a:pt x="2242200" y="654802"/>
                </a:cubicBezTo>
                <a:cubicBezTo>
                  <a:pt x="2243480" y="651601"/>
                  <a:pt x="2245309" y="648858"/>
                  <a:pt x="2247778" y="646481"/>
                </a:cubicBezTo>
                <a:cubicBezTo>
                  <a:pt x="2250156" y="644103"/>
                  <a:pt x="2252899" y="642183"/>
                  <a:pt x="2256008" y="640903"/>
                </a:cubicBezTo>
                <a:cubicBezTo>
                  <a:pt x="2259208" y="639623"/>
                  <a:pt x="2262408" y="638983"/>
                  <a:pt x="2265883" y="638983"/>
                </a:cubicBezTo>
                <a:cubicBezTo>
                  <a:pt x="2269266" y="638983"/>
                  <a:pt x="2272467" y="639623"/>
                  <a:pt x="2275667" y="640903"/>
                </a:cubicBezTo>
                <a:cubicBezTo>
                  <a:pt x="2278776" y="642183"/>
                  <a:pt x="2281519" y="644103"/>
                  <a:pt x="2283988" y="646481"/>
                </a:cubicBezTo>
                <a:cubicBezTo>
                  <a:pt x="2286366" y="648858"/>
                  <a:pt x="2288195" y="651601"/>
                  <a:pt x="2289475" y="654802"/>
                </a:cubicBezTo>
                <a:cubicBezTo>
                  <a:pt x="2290755" y="657911"/>
                  <a:pt x="2291486" y="661203"/>
                  <a:pt x="2291486" y="664586"/>
                </a:cubicBezTo>
              </a:path>
              <a:path w="4786152" h="690098">
                <a:moveTo>
                  <a:pt x="2692999" y="572414"/>
                </a:moveTo>
                <a:cubicBezTo>
                  <a:pt x="2692999" y="575798"/>
                  <a:pt x="2692359" y="578998"/>
                  <a:pt x="2690988" y="582198"/>
                </a:cubicBezTo>
                <a:cubicBezTo>
                  <a:pt x="2689708" y="585307"/>
                  <a:pt x="2687879" y="588051"/>
                  <a:pt x="2685501" y="590520"/>
                </a:cubicBezTo>
                <a:cubicBezTo>
                  <a:pt x="2683032" y="592897"/>
                  <a:pt x="2680289" y="594726"/>
                  <a:pt x="2677180" y="596006"/>
                </a:cubicBezTo>
                <a:cubicBezTo>
                  <a:pt x="2674071" y="597286"/>
                  <a:pt x="2670780" y="597926"/>
                  <a:pt x="2667396" y="597926"/>
                </a:cubicBezTo>
                <a:cubicBezTo>
                  <a:pt x="2664013" y="597926"/>
                  <a:pt x="2660721" y="597286"/>
                  <a:pt x="2657521" y="596006"/>
                </a:cubicBezTo>
                <a:cubicBezTo>
                  <a:pt x="2654412" y="594726"/>
                  <a:pt x="2651669" y="592897"/>
                  <a:pt x="2649291" y="590428"/>
                </a:cubicBezTo>
                <a:cubicBezTo>
                  <a:pt x="2646822" y="588051"/>
                  <a:pt x="2644993" y="585307"/>
                  <a:pt x="2643713" y="582198"/>
                </a:cubicBezTo>
                <a:cubicBezTo>
                  <a:pt x="2642433" y="578998"/>
                  <a:pt x="2641793" y="575798"/>
                  <a:pt x="2641793" y="572414"/>
                </a:cubicBezTo>
                <a:cubicBezTo>
                  <a:pt x="2641793" y="569031"/>
                  <a:pt x="2642433" y="565739"/>
                  <a:pt x="2643713" y="562630"/>
                </a:cubicBezTo>
                <a:cubicBezTo>
                  <a:pt x="2644993" y="559430"/>
                  <a:pt x="2646822" y="556687"/>
                  <a:pt x="2649291" y="554309"/>
                </a:cubicBezTo>
                <a:cubicBezTo>
                  <a:pt x="2651669" y="551932"/>
                  <a:pt x="2654412" y="550103"/>
                  <a:pt x="2657521" y="548731"/>
                </a:cubicBezTo>
                <a:cubicBezTo>
                  <a:pt x="2660721" y="547451"/>
                  <a:pt x="2664013" y="546811"/>
                  <a:pt x="2667396" y="546811"/>
                </a:cubicBezTo>
                <a:cubicBezTo>
                  <a:pt x="2670780" y="546811"/>
                  <a:pt x="2674071" y="547451"/>
                  <a:pt x="2677180" y="548731"/>
                </a:cubicBezTo>
                <a:cubicBezTo>
                  <a:pt x="2680289" y="550103"/>
                  <a:pt x="2683032" y="551932"/>
                  <a:pt x="2685501" y="554309"/>
                </a:cubicBezTo>
                <a:cubicBezTo>
                  <a:pt x="2687879" y="556687"/>
                  <a:pt x="2689708" y="559430"/>
                  <a:pt x="2690988" y="562630"/>
                </a:cubicBezTo>
                <a:cubicBezTo>
                  <a:pt x="2692359" y="565739"/>
                  <a:pt x="2692999" y="569031"/>
                  <a:pt x="2692999" y="572414"/>
                </a:cubicBezTo>
              </a:path>
              <a:path w="4786152" h="690098">
                <a:moveTo>
                  <a:pt x="3013771" y="596280"/>
                </a:moveTo>
                <a:cubicBezTo>
                  <a:pt x="3013771" y="599664"/>
                  <a:pt x="3013131" y="602955"/>
                  <a:pt x="3011851" y="606064"/>
                </a:cubicBezTo>
                <a:cubicBezTo>
                  <a:pt x="3010571" y="609173"/>
                  <a:pt x="3008650" y="611916"/>
                  <a:pt x="3006273" y="614385"/>
                </a:cubicBezTo>
                <a:cubicBezTo>
                  <a:pt x="3003895" y="616763"/>
                  <a:pt x="3001152" y="618592"/>
                  <a:pt x="2997952" y="619872"/>
                </a:cubicBezTo>
                <a:cubicBezTo>
                  <a:pt x="2994843" y="621152"/>
                  <a:pt x="2991551" y="621792"/>
                  <a:pt x="2988168" y="621792"/>
                </a:cubicBezTo>
                <a:cubicBezTo>
                  <a:pt x="2984784" y="621792"/>
                  <a:pt x="2981493" y="621152"/>
                  <a:pt x="2978384" y="619872"/>
                </a:cubicBezTo>
                <a:cubicBezTo>
                  <a:pt x="2975275" y="618592"/>
                  <a:pt x="2972440" y="616763"/>
                  <a:pt x="2970063" y="614385"/>
                </a:cubicBezTo>
                <a:cubicBezTo>
                  <a:pt x="2967685" y="611916"/>
                  <a:pt x="2965856" y="609173"/>
                  <a:pt x="2964485" y="606064"/>
                </a:cubicBezTo>
                <a:cubicBezTo>
                  <a:pt x="2963205" y="602955"/>
                  <a:pt x="2962565" y="599664"/>
                  <a:pt x="2962565" y="596280"/>
                </a:cubicBezTo>
                <a:cubicBezTo>
                  <a:pt x="2962565" y="592897"/>
                  <a:pt x="2963205" y="589605"/>
                  <a:pt x="2964485" y="586496"/>
                </a:cubicBezTo>
                <a:cubicBezTo>
                  <a:pt x="2965856" y="583296"/>
                  <a:pt x="2967685" y="580553"/>
                  <a:pt x="2970063" y="578175"/>
                </a:cubicBezTo>
                <a:cubicBezTo>
                  <a:pt x="2972440" y="575798"/>
                  <a:pt x="2975275" y="573969"/>
                  <a:pt x="2978384" y="572597"/>
                </a:cubicBezTo>
                <a:cubicBezTo>
                  <a:pt x="2981493" y="571317"/>
                  <a:pt x="2984784" y="570677"/>
                  <a:pt x="2988168" y="570677"/>
                </a:cubicBezTo>
                <a:cubicBezTo>
                  <a:pt x="2991551" y="570677"/>
                  <a:pt x="2994843" y="571317"/>
                  <a:pt x="2997952" y="572597"/>
                </a:cubicBezTo>
                <a:cubicBezTo>
                  <a:pt x="3001152" y="573969"/>
                  <a:pt x="3003895" y="575798"/>
                  <a:pt x="3006273" y="578175"/>
                </a:cubicBezTo>
                <a:cubicBezTo>
                  <a:pt x="3008650" y="580553"/>
                  <a:pt x="3010571" y="583296"/>
                  <a:pt x="3011851" y="586496"/>
                </a:cubicBezTo>
                <a:cubicBezTo>
                  <a:pt x="3013131" y="589605"/>
                  <a:pt x="3013771" y="592897"/>
                  <a:pt x="3013771" y="596280"/>
                </a:cubicBezTo>
              </a:path>
              <a:path w="4786152" h="690098">
                <a:moveTo>
                  <a:pt x="3584997" y="556687"/>
                </a:moveTo>
                <a:cubicBezTo>
                  <a:pt x="3584997" y="560070"/>
                  <a:pt x="3584357" y="563362"/>
                  <a:pt x="3582985" y="566471"/>
                </a:cubicBezTo>
                <a:cubicBezTo>
                  <a:pt x="3581705" y="569580"/>
                  <a:pt x="3579876" y="572323"/>
                  <a:pt x="3577499" y="574792"/>
                </a:cubicBezTo>
                <a:cubicBezTo>
                  <a:pt x="3575030" y="577169"/>
                  <a:pt x="3572286" y="578998"/>
                  <a:pt x="3569178" y="580278"/>
                </a:cubicBezTo>
                <a:cubicBezTo>
                  <a:pt x="3566069" y="581558"/>
                  <a:pt x="3562777" y="582198"/>
                  <a:pt x="3559393" y="582198"/>
                </a:cubicBezTo>
                <a:cubicBezTo>
                  <a:pt x="3556010" y="582198"/>
                  <a:pt x="3552718" y="581558"/>
                  <a:pt x="3549609" y="580278"/>
                </a:cubicBezTo>
                <a:cubicBezTo>
                  <a:pt x="3546409" y="578998"/>
                  <a:pt x="3543666" y="577169"/>
                  <a:pt x="3541288" y="574792"/>
                </a:cubicBezTo>
                <a:cubicBezTo>
                  <a:pt x="3538819" y="572323"/>
                  <a:pt x="3536991" y="569580"/>
                  <a:pt x="3535710" y="566471"/>
                </a:cubicBezTo>
                <a:cubicBezTo>
                  <a:pt x="3534430" y="563362"/>
                  <a:pt x="3533790" y="560070"/>
                  <a:pt x="3533790" y="556687"/>
                </a:cubicBezTo>
                <a:cubicBezTo>
                  <a:pt x="3533790" y="553303"/>
                  <a:pt x="3534430" y="550012"/>
                  <a:pt x="3535710" y="546903"/>
                </a:cubicBezTo>
                <a:cubicBezTo>
                  <a:pt x="3536991" y="543702"/>
                  <a:pt x="3538819" y="540959"/>
                  <a:pt x="3541288" y="538582"/>
                </a:cubicBezTo>
                <a:cubicBezTo>
                  <a:pt x="3543666" y="536204"/>
                  <a:pt x="3546409" y="534375"/>
                  <a:pt x="3549518" y="533004"/>
                </a:cubicBezTo>
                <a:cubicBezTo>
                  <a:pt x="3552718" y="531724"/>
                  <a:pt x="3556010" y="531084"/>
                  <a:pt x="3559393" y="531084"/>
                </a:cubicBezTo>
                <a:cubicBezTo>
                  <a:pt x="3562777" y="531084"/>
                  <a:pt x="3566069" y="531724"/>
                  <a:pt x="3569178" y="533004"/>
                </a:cubicBezTo>
                <a:cubicBezTo>
                  <a:pt x="3572286" y="534375"/>
                  <a:pt x="3575030" y="536204"/>
                  <a:pt x="3577499" y="538582"/>
                </a:cubicBezTo>
                <a:cubicBezTo>
                  <a:pt x="3579876" y="540959"/>
                  <a:pt x="3581705" y="543702"/>
                  <a:pt x="3582985" y="546903"/>
                </a:cubicBezTo>
                <a:cubicBezTo>
                  <a:pt x="3584357" y="550012"/>
                  <a:pt x="3584997" y="553303"/>
                  <a:pt x="3584997" y="556687"/>
                </a:cubicBezTo>
              </a:path>
              <a:path w="4786152" h="690098">
                <a:moveTo>
                  <a:pt x="3900556" y="453268"/>
                </a:moveTo>
                <a:cubicBezTo>
                  <a:pt x="3900556" y="456651"/>
                  <a:pt x="3899916" y="459852"/>
                  <a:pt x="3898636" y="463052"/>
                </a:cubicBezTo>
                <a:cubicBezTo>
                  <a:pt x="3897356" y="466161"/>
                  <a:pt x="3895435" y="468904"/>
                  <a:pt x="3893058" y="471282"/>
                </a:cubicBezTo>
                <a:cubicBezTo>
                  <a:pt x="3890681" y="473751"/>
                  <a:pt x="3887937" y="475579"/>
                  <a:pt x="3884737" y="476860"/>
                </a:cubicBezTo>
                <a:cubicBezTo>
                  <a:pt x="3881628" y="478140"/>
                  <a:pt x="3878336" y="478780"/>
                  <a:pt x="3874953" y="478780"/>
                </a:cubicBezTo>
                <a:cubicBezTo>
                  <a:pt x="3871570" y="478780"/>
                  <a:pt x="3868278" y="478140"/>
                  <a:pt x="3865169" y="476860"/>
                </a:cubicBezTo>
                <a:cubicBezTo>
                  <a:pt x="3862060" y="475579"/>
                  <a:pt x="3859225" y="473751"/>
                  <a:pt x="3856848" y="471282"/>
                </a:cubicBezTo>
                <a:cubicBezTo>
                  <a:pt x="3854470" y="468904"/>
                  <a:pt x="3852642" y="466161"/>
                  <a:pt x="3851270" y="463052"/>
                </a:cubicBezTo>
                <a:cubicBezTo>
                  <a:pt x="3849990" y="459852"/>
                  <a:pt x="3849350" y="456651"/>
                  <a:pt x="3849350" y="453268"/>
                </a:cubicBezTo>
                <a:cubicBezTo>
                  <a:pt x="3849350" y="449885"/>
                  <a:pt x="3849990" y="446593"/>
                  <a:pt x="3851270" y="443484"/>
                </a:cubicBezTo>
                <a:cubicBezTo>
                  <a:pt x="3852642" y="440284"/>
                  <a:pt x="3854470" y="437540"/>
                  <a:pt x="3856848" y="435163"/>
                </a:cubicBezTo>
                <a:cubicBezTo>
                  <a:pt x="3859225" y="432786"/>
                  <a:pt x="3862060" y="430865"/>
                  <a:pt x="3865169" y="429585"/>
                </a:cubicBezTo>
                <a:cubicBezTo>
                  <a:pt x="3868278" y="428305"/>
                  <a:pt x="3871570" y="427665"/>
                  <a:pt x="3874953" y="427665"/>
                </a:cubicBezTo>
                <a:cubicBezTo>
                  <a:pt x="3878336" y="427665"/>
                  <a:pt x="3881628" y="428305"/>
                  <a:pt x="3884737" y="429585"/>
                </a:cubicBezTo>
                <a:cubicBezTo>
                  <a:pt x="3887937" y="430865"/>
                  <a:pt x="3890681" y="432786"/>
                  <a:pt x="3893058" y="435163"/>
                </a:cubicBezTo>
                <a:cubicBezTo>
                  <a:pt x="3895435" y="437540"/>
                  <a:pt x="3897356" y="440284"/>
                  <a:pt x="3898636" y="443484"/>
                </a:cubicBezTo>
                <a:cubicBezTo>
                  <a:pt x="3899916" y="446593"/>
                  <a:pt x="3900556" y="449885"/>
                  <a:pt x="3900556" y="453268"/>
                </a:cubicBezTo>
              </a:path>
              <a:path w="4786152" h="690098">
                <a:moveTo>
                  <a:pt x="4497659" y="456103"/>
                </a:moveTo>
                <a:cubicBezTo>
                  <a:pt x="4497659" y="459486"/>
                  <a:pt x="4497019" y="462686"/>
                  <a:pt x="4495648" y="465887"/>
                </a:cubicBezTo>
                <a:cubicBezTo>
                  <a:pt x="4494367" y="468996"/>
                  <a:pt x="4492539" y="471739"/>
                  <a:pt x="4490161" y="474116"/>
                </a:cubicBezTo>
                <a:cubicBezTo>
                  <a:pt x="4487784" y="476585"/>
                  <a:pt x="4484949" y="478414"/>
                  <a:pt x="4481840" y="479694"/>
                </a:cubicBezTo>
                <a:cubicBezTo>
                  <a:pt x="4478731" y="480974"/>
                  <a:pt x="4475439" y="481614"/>
                  <a:pt x="4472056" y="481614"/>
                </a:cubicBezTo>
                <a:cubicBezTo>
                  <a:pt x="4468673" y="481614"/>
                  <a:pt x="4465381" y="480974"/>
                  <a:pt x="4462272" y="479694"/>
                </a:cubicBezTo>
                <a:cubicBezTo>
                  <a:pt x="4459072" y="478414"/>
                  <a:pt x="4456328" y="476585"/>
                  <a:pt x="4453951" y="474116"/>
                </a:cubicBezTo>
                <a:cubicBezTo>
                  <a:pt x="4451482" y="471739"/>
                  <a:pt x="4449653" y="468996"/>
                  <a:pt x="4448373" y="465887"/>
                </a:cubicBezTo>
                <a:cubicBezTo>
                  <a:pt x="4447093" y="462686"/>
                  <a:pt x="4446453" y="459486"/>
                  <a:pt x="4446453" y="456103"/>
                </a:cubicBezTo>
                <a:cubicBezTo>
                  <a:pt x="4446453" y="452719"/>
                  <a:pt x="4447093" y="449428"/>
                  <a:pt x="4448373" y="446319"/>
                </a:cubicBezTo>
                <a:cubicBezTo>
                  <a:pt x="4449653" y="443118"/>
                  <a:pt x="4451482" y="440375"/>
                  <a:pt x="4453951" y="437998"/>
                </a:cubicBezTo>
                <a:cubicBezTo>
                  <a:pt x="4456328" y="435620"/>
                  <a:pt x="4459072" y="433700"/>
                  <a:pt x="4462272" y="432420"/>
                </a:cubicBezTo>
                <a:cubicBezTo>
                  <a:pt x="4465381" y="431140"/>
                  <a:pt x="4468673" y="430500"/>
                  <a:pt x="4472056" y="430500"/>
                </a:cubicBezTo>
                <a:cubicBezTo>
                  <a:pt x="4475439" y="430500"/>
                  <a:pt x="4478731" y="431140"/>
                  <a:pt x="4481840" y="432420"/>
                </a:cubicBezTo>
                <a:cubicBezTo>
                  <a:pt x="4484949" y="433700"/>
                  <a:pt x="4487784" y="435620"/>
                  <a:pt x="4490161" y="437998"/>
                </a:cubicBezTo>
                <a:cubicBezTo>
                  <a:pt x="4492539" y="440375"/>
                  <a:pt x="4494367" y="443118"/>
                  <a:pt x="4495648" y="446319"/>
                </a:cubicBezTo>
                <a:cubicBezTo>
                  <a:pt x="4497019" y="449428"/>
                  <a:pt x="4497659" y="452719"/>
                  <a:pt x="4497659" y="456103"/>
                </a:cubicBezTo>
              </a:path>
              <a:path w="4786152" h="690098">
                <a:moveTo>
                  <a:pt x="4786152" y="610636"/>
                </a:moveTo>
                <a:cubicBezTo>
                  <a:pt x="4786152" y="614020"/>
                  <a:pt x="4785512" y="617311"/>
                  <a:pt x="4784141" y="620420"/>
                </a:cubicBezTo>
                <a:cubicBezTo>
                  <a:pt x="4782861" y="623621"/>
                  <a:pt x="4781032" y="626364"/>
                  <a:pt x="4778654" y="628741"/>
                </a:cubicBezTo>
                <a:cubicBezTo>
                  <a:pt x="4776186" y="631119"/>
                  <a:pt x="4773442" y="632948"/>
                  <a:pt x="4770333" y="634319"/>
                </a:cubicBezTo>
                <a:cubicBezTo>
                  <a:pt x="4767133" y="635599"/>
                  <a:pt x="4763933" y="636240"/>
                  <a:pt x="4760549" y="636240"/>
                </a:cubicBezTo>
                <a:cubicBezTo>
                  <a:pt x="4757166" y="636240"/>
                  <a:pt x="4753874" y="635599"/>
                  <a:pt x="4750674" y="634319"/>
                </a:cubicBezTo>
                <a:cubicBezTo>
                  <a:pt x="4747565" y="632948"/>
                  <a:pt x="4744822" y="631119"/>
                  <a:pt x="4742444" y="628741"/>
                </a:cubicBezTo>
                <a:cubicBezTo>
                  <a:pt x="4739975" y="626364"/>
                  <a:pt x="4738146" y="623621"/>
                  <a:pt x="4736866" y="620420"/>
                </a:cubicBezTo>
                <a:cubicBezTo>
                  <a:pt x="4735586" y="617311"/>
                  <a:pt x="4734946" y="614020"/>
                  <a:pt x="4734946" y="610636"/>
                </a:cubicBezTo>
                <a:cubicBezTo>
                  <a:pt x="4734946" y="607253"/>
                  <a:pt x="4735586" y="603961"/>
                  <a:pt x="4736866" y="600852"/>
                </a:cubicBezTo>
                <a:cubicBezTo>
                  <a:pt x="4738146" y="597743"/>
                  <a:pt x="4739975" y="595000"/>
                  <a:pt x="4742444" y="592531"/>
                </a:cubicBezTo>
                <a:cubicBezTo>
                  <a:pt x="4744822" y="590154"/>
                  <a:pt x="4747565" y="588325"/>
                  <a:pt x="4750674" y="587045"/>
                </a:cubicBezTo>
                <a:cubicBezTo>
                  <a:pt x="4753874" y="585765"/>
                  <a:pt x="4757166" y="585125"/>
                  <a:pt x="4760549" y="585125"/>
                </a:cubicBezTo>
                <a:cubicBezTo>
                  <a:pt x="4763933" y="585125"/>
                  <a:pt x="4767133" y="585765"/>
                  <a:pt x="4770333" y="587045"/>
                </a:cubicBezTo>
                <a:cubicBezTo>
                  <a:pt x="4773442" y="588325"/>
                  <a:pt x="4776186" y="590154"/>
                  <a:pt x="4778654" y="592531"/>
                </a:cubicBezTo>
                <a:cubicBezTo>
                  <a:pt x="4781032" y="595000"/>
                  <a:pt x="4782861" y="597743"/>
                  <a:pt x="4784141" y="600852"/>
                </a:cubicBezTo>
                <a:cubicBezTo>
                  <a:pt x="4785512" y="603961"/>
                  <a:pt x="4786152" y="607253"/>
                  <a:pt x="4786152" y="610636"/>
                </a:cubicBezTo>
              </a:path>
              <a:path w="4786152" h="690098">
                <a:moveTo>
                  <a:pt x="51206" y="31547"/>
                </a:moveTo>
                <a:cubicBezTo>
                  <a:pt x="51206" y="34930"/>
                  <a:pt x="50566" y="38222"/>
                  <a:pt x="49286" y="41331"/>
                </a:cubicBezTo>
                <a:cubicBezTo>
                  <a:pt x="48006" y="44440"/>
                  <a:pt x="46086" y="47183"/>
                  <a:pt x="43708" y="49652"/>
                </a:cubicBezTo>
                <a:cubicBezTo>
                  <a:pt x="41331" y="52029"/>
                  <a:pt x="38496" y="53858"/>
                  <a:pt x="35387" y="55138"/>
                </a:cubicBezTo>
                <a:cubicBezTo>
                  <a:pt x="32278" y="56510"/>
                  <a:pt x="28986" y="57150"/>
                  <a:pt x="25603" y="57150"/>
                </a:cubicBezTo>
                <a:cubicBezTo>
                  <a:pt x="22220" y="57150"/>
                  <a:pt x="18928" y="56510"/>
                  <a:pt x="15819" y="55138"/>
                </a:cubicBezTo>
                <a:cubicBezTo>
                  <a:pt x="12710" y="53858"/>
                  <a:pt x="9876" y="52029"/>
                  <a:pt x="7498" y="49652"/>
                </a:cubicBezTo>
                <a:cubicBezTo>
                  <a:pt x="5121" y="47183"/>
                  <a:pt x="3292" y="44440"/>
                  <a:pt x="1920" y="41331"/>
                </a:cubicBezTo>
                <a:cubicBezTo>
                  <a:pt x="640" y="38222"/>
                  <a:pt x="0" y="34930"/>
                  <a:pt x="0" y="31547"/>
                </a:cubicBezTo>
                <a:cubicBezTo>
                  <a:pt x="0" y="28164"/>
                  <a:pt x="640" y="24872"/>
                  <a:pt x="1920" y="21763"/>
                </a:cubicBezTo>
                <a:cubicBezTo>
                  <a:pt x="3292" y="18654"/>
                  <a:pt x="5121" y="15819"/>
                  <a:pt x="7498" y="13442"/>
                </a:cubicBezTo>
                <a:cubicBezTo>
                  <a:pt x="9876" y="11064"/>
                  <a:pt x="12710" y="9235"/>
                  <a:pt x="15819" y="7955"/>
                </a:cubicBezTo>
                <a:cubicBezTo>
                  <a:pt x="18928" y="6584"/>
                  <a:pt x="22220" y="5944"/>
                  <a:pt x="25603" y="5944"/>
                </a:cubicBezTo>
                <a:cubicBezTo>
                  <a:pt x="28986" y="5944"/>
                  <a:pt x="32278" y="6584"/>
                  <a:pt x="35387" y="7955"/>
                </a:cubicBezTo>
                <a:cubicBezTo>
                  <a:pt x="38496" y="9235"/>
                  <a:pt x="41331" y="11064"/>
                  <a:pt x="43708" y="13442"/>
                </a:cubicBezTo>
                <a:cubicBezTo>
                  <a:pt x="46086" y="15819"/>
                  <a:pt x="48006" y="18654"/>
                  <a:pt x="49286" y="21763"/>
                </a:cubicBezTo>
                <a:cubicBezTo>
                  <a:pt x="50566" y="24872"/>
                  <a:pt x="51206" y="28164"/>
                  <a:pt x="51206" y="31547"/>
                </a:cubicBezTo>
              </a:path>
              <a:path w="4786152" h="690098">
                <a:moveTo>
                  <a:pt x="559430" y="174376"/>
                </a:moveTo>
                <a:cubicBezTo>
                  <a:pt x="559430" y="177759"/>
                  <a:pt x="558790" y="181051"/>
                  <a:pt x="557510" y="184160"/>
                </a:cubicBezTo>
                <a:cubicBezTo>
                  <a:pt x="556138" y="187269"/>
                  <a:pt x="554309" y="190104"/>
                  <a:pt x="551932" y="192481"/>
                </a:cubicBezTo>
                <a:cubicBezTo>
                  <a:pt x="549554" y="194859"/>
                  <a:pt x="546720" y="196687"/>
                  <a:pt x="543611" y="197968"/>
                </a:cubicBezTo>
                <a:cubicBezTo>
                  <a:pt x="540502" y="199339"/>
                  <a:pt x="537210" y="199979"/>
                  <a:pt x="533827" y="199979"/>
                </a:cubicBezTo>
                <a:cubicBezTo>
                  <a:pt x="530443" y="199979"/>
                  <a:pt x="527152" y="199339"/>
                  <a:pt x="524043" y="197968"/>
                </a:cubicBezTo>
                <a:cubicBezTo>
                  <a:pt x="520842" y="196687"/>
                  <a:pt x="518099" y="194859"/>
                  <a:pt x="515722" y="192481"/>
                </a:cubicBezTo>
                <a:cubicBezTo>
                  <a:pt x="513344" y="190104"/>
                  <a:pt x="511424" y="187269"/>
                  <a:pt x="510144" y="184160"/>
                </a:cubicBezTo>
                <a:cubicBezTo>
                  <a:pt x="508864" y="181051"/>
                  <a:pt x="508224" y="177759"/>
                  <a:pt x="508224" y="174376"/>
                </a:cubicBezTo>
                <a:cubicBezTo>
                  <a:pt x="508224" y="170993"/>
                  <a:pt x="508864" y="167701"/>
                  <a:pt x="510144" y="164592"/>
                </a:cubicBezTo>
                <a:cubicBezTo>
                  <a:pt x="511424" y="161483"/>
                  <a:pt x="513344" y="158648"/>
                  <a:pt x="515722" y="156271"/>
                </a:cubicBezTo>
                <a:cubicBezTo>
                  <a:pt x="518099" y="153894"/>
                  <a:pt x="520842" y="152065"/>
                  <a:pt x="524043" y="150785"/>
                </a:cubicBezTo>
                <a:cubicBezTo>
                  <a:pt x="527152" y="149413"/>
                  <a:pt x="530443" y="148773"/>
                  <a:pt x="533827" y="148773"/>
                </a:cubicBezTo>
                <a:cubicBezTo>
                  <a:pt x="537210" y="148773"/>
                  <a:pt x="540502" y="149413"/>
                  <a:pt x="543611" y="150785"/>
                </a:cubicBezTo>
                <a:cubicBezTo>
                  <a:pt x="546720" y="152065"/>
                  <a:pt x="549554" y="153894"/>
                  <a:pt x="551932" y="156271"/>
                </a:cubicBezTo>
                <a:cubicBezTo>
                  <a:pt x="554309" y="158648"/>
                  <a:pt x="556138" y="161483"/>
                  <a:pt x="557510" y="164592"/>
                </a:cubicBezTo>
                <a:cubicBezTo>
                  <a:pt x="558790" y="167701"/>
                  <a:pt x="559430" y="170993"/>
                  <a:pt x="559430" y="174376"/>
                </a:cubicBezTo>
              </a:path>
              <a:path w="4786152" h="690098">
                <a:moveTo>
                  <a:pt x="851032" y="29718"/>
                </a:moveTo>
                <a:cubicBezTo>
                  <a:pt x="851032" y="33101"/>
                  <a:pt x="850392" y="36393"/>
                  <a:pt x="849112" y="39502"/>
                </a:cubicBezTo>
                <a:cubicBezTo>
                  <a:pt x="847740" y="42702"/>
                  <a:pt x="845911" y="45446"/>
                  <a:pt x="843534" y="47823"/>
                </a:cubicBezTo>
                <a:cubicBezTo>
                  <a:pt x="841157" y="50201"/>
                  <a:pt x="838322" y="52029"/>
                  <a:pt x="835213" y="53401"/>
                </a:cubicBezTo>
                <a:cubicBezTo>
                  <a:pt x="832104" y="54681"/>
                  <a:pt x="828812" y="55321"/>
                  <a:pt x="825429" y="55321"/>
                </a:cubicBezTo>
                <a:cubicBezTo>
                  <a:pt x="822046" y="55321"/>
                  <a:pt x="818754" y="54681"/>
                  <a:pt x="815645" y="53401"/>
                </a:cubicBezTo>
                <a:cubicBezTo>
                  <a:pt x="812444" y="52029"/>
                  <a:pt x="809701" y="50201"/>
                  <a:pt x="807324" y="47823"/>
                </a:cubicBezTo>
                <a:cubicBezTo>
                  <a:pt x="804946" y="45446"/>
                  <a:pt x="803026" y="42702"/>
                  <a:pt x="801746" y="39502"/>
                </a:cubicBezTo>
                <a:cubicBezTo>
                  <a:pt x="800466" y="36393"/>
                  <a:pt x="799826" y="33101"/>
                  <a:pt x="799826" y="29718"/>
                </a:cubicBezTo>
                <a:cubicBezTo>
                  <a:pt x="799826" y="26335"/>
                  <a:pt x="800466" y="23043"/>
                  <a:pt x="801746" y="19934"/>
                </a:cubicBezTo>
                <a:cubicBezTo>
                  <a:pt x="803026" y="16825"/>
                  <a:pt x="804946" y="14082"/>
                  <a:pt x="807324" y="11613"/>
                </a:cubicBezTo>
                <a:cubicBezTo>
                  <a:pt x="809701" y="9235"/>
                  <a:pt x="812444" y="7407"/>
                  <a:pt x="815645" y="6126"/>
                </a:cubicBezTo>
                <a:cubicBezTo>
                  <a:pt x="818754" y="4846"/>
                  <a:pt x="822046" y="4206"/>
                  <a:pt x="825429" y="4206"/>
                </a:cubicBezTo>
                <a:cubicBezTo>
                  <a:pt x="828812" y="4206"/>
                  <a:pt x="832104" y="4846"/>
                  <a:pt x="835213" y="6126"/>
                </a:cubicBezTo>
                <a:cubicBezTo>
                  <a:pt x="838322" y="7407"/>
                  <a:pt x="841157" y="9235"/>
                  <a:pt x="843534" y="11613"/>
                </a:cubicBezTo>
                <a:cubicBezTo>
                  <a:pt x="845911" y="14082"/>
                  <a:pt x="847740" y="16825"/>
                  <a:pt x="849112" y="19934"/>
                </a:cubicBezTo>
                <a:cubicBezTo>
                  <a:pt x="850392" y="23043"/>
                  <a:pt x="851032" y="26335"/>
                  <a:pt x="851032" y="29718"/>
                </a:cubicBezTo>
              </a:path>
              <a:path w="4786152" h="690098">
                <a:moveTo>
                  <a:pt x="1381658" y="77633"/>
                </a:moveTo>
                <a:cubicBezTo>
                  <a:pt x="1381658" y="81016"/>
                  <a:pt x="1380927" y="84308"/>
                  <a:pt x="1379647" y="87417"/>
                </a:cubicBezTo>
                <a:cubicBezTo>
                  <a:pt x="1378367" y="90617"/>
                  <a:pt x="1376538" y="93360"/>
                  <a:pt x="1374160" y="95738"/>
                </a:cubicBezTo>
                <a:cubicBezTo>
                  <a:pt x="1371691" y="98115"/>
                  <a:pt x="1368948" y="100035"/>
                  <a:pt x="1365839" y="101316"/>
                </a:cubicBezTo>
                <a:cubicBezTo>
                  <a:pt x="1362639" y="102596"/>
                  <a:pt x="1359438" y="103236"/>
                  <a:pt x="1356055" y="103236"/>
                </a:cubicBezTo>
                <a:cubicBezTo>
                  <a:pt x="1352580" y="103236"/>
                  <a:pt x="1349380" y="102596"/>
                  <a:pt x="1346180" y="101316"/>
                </a:cubicBezTo>
                <a:cubicBezTo>
                  <a:pt x="1343071" y="100035"/>
                  <a:pt x="1340328" y="98115"/>
                  <a:pt x="1337950" y="95738"/>
                </a:cubicBezTo>
                <a:cubicBezTo>
                  <a:pt x="1335481" y="93360"/>
                  <a:pt x="1333652" y="90617"/>
                  <a:pt x="1332372" y="87417"/>
                </a:cubicBezTo>
                <a:cubicBezTo>
                  <a:pt x="1331092" y="84308"/>
                  <a:pt x="1330452" y="81016"/>
                  <a:pt x="1330452" y="77633"/>
                </a:cubicBezTo>
                <a:cubicBezTo>
                  <a:pt x="1330452" y="74249"/>
                  <a:pt x="1331092" y="71049"/>
                  <a:pt x="1332372" y="67848"/>
                </a:cubicBezTo>
                <a:cubicBezTo>
                  <a:pt x="1333652" y="64740"/>
                  <a:pt x="1335481" y="61996"/>
                  <a:pt x="1337950" y="59619"/>
                </a:cubicBezTo>
                <a:cubicBezTo>
                  <a:pt x="1340328" y="57150"/>
                  <a:pt x="1343071" y="55321"/>
                  <a:pt x="1346180" y="54041"/>
                </a:cubicBezTo>
                <a:cubicBezTo>
                  <a:pt x="1349380" y="52761"/>
                  <a:pt x="1352580" y="52121"/>
                  <a:pt x="1356055" y="52121"/>
                </a:cubicBezTo>
                <a:cubicBezTo>
                  <a:pt x="1359438" y="52121"/>
                  <a:pt x="1362639" y="52761"/>
                  <a:pt x="1365839" y="54041"/>
                </a:cubicBezTo>
                <a:cubicBezTo>
                  <a:pt x="1368948" y="55321"/>
                  <a:pt x="1371691" y="57150"/>
                  <a:pt x="1374160" y="59619"/>
                </a:cubicBezTo>
                <a:cubicBezTo>
                  <a:pt x="1376538" y="61996"/>
                  <a:pt x="1378367" y="64740"/>
                  <a:pt x="1379647" y="67848"/>
                </a:cubicBezTo>
                <a:cubicBezTo>
                  <a:pt x="1380927" y="71049"/>
                  <a:pt x="1381658" y="74249"/>
                  <a:pt x="1381658" y="77633"/>
                </a:cubicBezTo>
              </a:path>
              <a:path w="4786152" h="690098">
                <a:moveTo>
                  <a:pt x="1714500" y="218450"/>
                </a:moveTo>
                <a:cubicBezTo>
                  <a:pt x="1714500" y="221833"/>
                  <a:pt x="1713860" y="225034"/>
                  <a:pt x="1712580" y="228234"/>
                </a:cubicBezTo>
                <a:cubicBezTo>
                  <a:pt x="1711208" y="231343"/>
                  <a:pt x="1709379" y="234086"/>
                  <a:pt x="1707002" y="236464"/>
                </a:cubicBezTo>
                <a:cubicBezTo>
                  <a:pt x="1704624" y="238933"/>
                  <a:pt x="1701790" y="240762"/>
                  <a:pt x="1698681" y="242042"/>
                </a:cubicBezTo>
                <a:cubicBezTo>
                  <a:pt x="1695572" y="243322"/>
                  <a:pt x="1692280" y="243962"/>
                  <a:pt x="1688897" y="243962"/>
                </a:cubicBezTo>
                <a:cubicBezTo>
                  <a:pt x="1685514" y="243962"/>
                  <a:pt x="1682222" y="243322"/>
                  <a:pt x="1679113" y="242042"/>
                </a:cubicBezTo>
                <a:cubicBezTo>
                  <a:pt x="1675912" y="240762"/>
                  <a:pt x="1673169" y="238933"/>
                  <a:pt x="1670792" y="236464"/>
                </a:cubicBezTo>
                <a:cubicBezTo>
                  <a:pt x="1668414" y="234086"/>
                  <a:pt x="1666494" y="231343"/>
                  <a:pt x="1665214" y="228234"/>
                </a:cubicBezTo>
                <a:cubicBezTo>
                  <a:pt x="1663934" y="225034"/>
                  <a:pt x="1663294" y="221833"/>
                  <a:pt x="1663294" y="218450"/>
                </a:cubicBezTo>
                <a:cubicBezTo>
                  <a:pt x="1663294" y="215067"/>
                  <a:pt x="1663934" y="211775"/>
                  <a:pt x="1665214" y="208666"/>
                </a:cubicBezTo>
                <a:cubicBezTo>
                  <a:pt x="1666494" y="205466"/>
                  <a:pt x="1668414" y="202722"/>
                  <a:pt x="1670792" y="200345"/>
                </a:cubicBezTo>
                <a:cubicBezTo>
                  <a:pt x="1673169" y="197968"/>
                  <a:pt x="1675912" y="196139"/>
                  <a:pt x="1679113" y="194767"/>
                </a:cubicBezTo>
                <a:cubicBezTo>
                  <a:pt x="1682222" y="193487"/>
                  <a:pt x="1685514" y="192847"/>
                  <a:pt x="1688897" y="192847"/>
                </a:cubicBezTo>
                <a:cubicBezTo>
                  <a:pt x="1692280" y="192847"/>
                  <a:pt x="1695572" y="193487"/>
                  <a:pt x="1698681" y="194767"/>
                </a:cubicBezTo>
                <a:cubicBezTo>
                  <a:pt x="1701790" y="196139"/>
                  <a:pt x="1704624" y="197968"/>
                  <a:pt x="1707002" y="200345"/>
                </a:cubicBezTo>
                <a:cubicBezTo>
                  <a:pt x="1709379" y="202722"/>
                  <a:pt x="1711208" y="205466"/>
                  <a:pt x="1712580" y="208666"/>
                </a:cubicBezTo>
                <a:cubicBezTo>
                  <a:pt x="1713860" y="211775"/>
                  <a:pt x="1714500" y="215067"/>
                  <a:pt x="1714500" y="218450"/>
                </a:cubicBezTo>
              </a:path>
              <a:path w="4786152" h="690098">
                <a:moveTo>
                  <a:pt x="2284080" y="137892"/>
                </a:moveTo>
                <a:cubicBezTo>
                  <a:pt x="2284080" y="141275"/>
                  <a:pt x="2283440" y="144567"/>
                  <a:pt x="2282068" y="147676"/>
                </a:cubicBezTo>
                <a:cubicBezTo>
                  <a:pt x="2280788" y="150876"/>
                  <a:pt x="2278959" y="153619"/>
                  <a:pt x="2276582" y="155997"/>
                </a:cubicBezTo>
                <a:cubicBezTo>
                  <a:pt x="2274113" y="158374"/>
                  <a:pt x="2271370" y="160203"/>
                  <a:pt x="2268261" y="161574"/>
                </a:cubicBezTo>
                <a:cubicBezTo>
                  <a:pt x="2265152" y="162855"/>
                  <a:pt x="2261860" y="163495"/>
                  <a:pt x="2258477" y="163495"/>
                </a:cubicBezTo>
                <a:cubicBezTo>
                  <a:pt x="2255093" y="163495"/>
                  <a:pt x="2251801" y="162855"/>
                  <a:pt x="2248601" y="161574"/>
                </a:cubicBezTo>
                <a:cubicBezTo>
                  <a:pt x="2245492" y="160203"/>
                  <a:pt x="2242749" y="158374"/>
                  <a:pt x="2240371" y="155997"/>
                </a:cubicBezTo>
                <a:cubicBezTo>
                  <a:pt x="2237903" y="153619"/>
                  <a:pt x="2236074" y="150876"/>
                  <a:pt x="2234794" y="147676"/>
                </a:cubicBezTo>
                <a:cubicBezTo>
                  <a:pt x="2233513" y="144567"/>
                  <a:pt x="2232873" y="141275"/>
                  <a:pt x="2232873" y="137892"/>
                </a:cubicBezTo>
                <a:cubicBezTo>
                  <a:pt x="2232873" y="134508"/>
                  <a:pt x="2233513" y="131216"/>
                  <a:pt x="2234794" y="128107"/>
                </a:cubicBezTo>
                <a:cubicBezTo>
                  <a:pt x="2236074" y="124998"/>
                  <a:pt x="2237903" y="122255"/>
                  <a:pt x="2240371" y="119786"/>
                </a:cubicBezTo>
                <a:cubicBezTo>
                  <a:pt x="2242749" y="117409"/>
                  <a:pt x="2245492" y="115580"/>
                  <a:pt x="2248601" y="114300"/>
                </a:cubicBezTo>
                <a:cubicBezTo>
                  <a:pt x="2251801" y="113020"/>
                  <a:pt x="2255093" y="112380"/>
                  <a:pt x="2258477" y="112380"/>
                </a:cubicBezTo>
                <a:cubicBezTo>
                  <a:pt x="2261860" y="112380"/>
                  <a:pt x="2265152" y="113020"/>
                  <a:pt x="2268261" y="114300"/>
                </a:cubicBezTo>
                <a:cubicBezTo>
                  <a:pt x="2271370" y="115580"/>
                  <a:pt x="2274113" y="117409"/>
                  <a:pt x="2276582" y="119786"/>
                </a:cubicBezTo>
                <a:cubicBezTo>
                  <a:pt x="2278959" y="122255"/>
                  <a:pt x="2280788" y="124998"/>
                  <a:pt x="2282068" y="128107"/>
                </a:cubicBezTo>
                <a:cubicBezTo>
                  <a:pt x="2283440" y="131216"/>
                  <a:pt x="2284080" y="134508"/>
                  <a:pt x="2284080" y="137892"/>
                </a:cubicBezTo>
              </a:path>
              <a:path w="4786152" h="690098">
                <a:moveTo>
                  <a:pt x="2587386" y="25603"/>
                </a:moveTo>
                <a:cubicBezTo>
                  <a:pt x="2587386" y="28986"/>
                  <a:pt x="2586746" y="32187"/>
                  <a:pt x="2585466" y="35387"/>
                </a:cubicBezTo>
                <a:cubicBezTo>
                  <a:pt x="2584186" y="38496"/>
                  <a:pt x="2582357" y="41239"/>
                  <a:pt x="2579888" y="43617"/>
                </a:cubicBezTo>
                <a:cubicBezTo>
                  <a:pt x="2577511" y="46086"/>
                  <a:pt x="2574768" y="47915"/>
                  <a:pt x="2571659" y="49195"/>
                </a:cubicBezTo>
                <a:cubicBezTo>
                  <a:pt x="2568458" y="50475"/>
                  <a:pt x="2565166" y="51115"/>
                  <a:pt x="2561783" y="51115"/>
                </a:cubicBezTo>
                <a:cubicBezTo>
                  <a:pt x="2558400" y="51115"/>
                  <a:pt x="2555108" y="50475"/>
                  <a:pt x="2551999" y="49195"/>
                </a:cubicBezTo>
                <a:cubicBezTo>
                  <a:pt x="2548890" y="47915"/>
                  <a:pt x="2546147" y="46086"/>
                  <a:pt x="2543678" y="43617"/>
                </a:cubicBezTo>
                <a:cubicBezTo>
                  <a:pt x="2541300" y="41239"/>
                  <a:pt x="2539472" y="38496"/>
                  <a:pt x="2538192" y="35387"/>
                </a:cubicBezTo>
                <a:cubicBezTo>
                  <a:pt x="2536820" y="32187"/>
                  <a:pt x="2536180" y="28986"/>
                  <a:pt x="2536180" y="25603"/>
                </a:cubicBezTo>
                <a:cubicBezTo>
                  <a:pt x="2536180" y="22220"/>
                  <a:pt x="2536820" y="18928"/>
                  <a:pt x="2538192" y="15819"/>
                </a:cubicBezTo>
                <a:cubicBezTo>
                  <a:pt x="2539472" y="12619"/>
                  <a:pt x="2541300" y="9876"/>
                  <a:pt x="2543678" y="7498"/>
                </a:cubicBezTo>
                <a:cubicBezTo>
                  <a:pt x="2546147" y="5121"/>
                  <a:pt x="2548890" y="3200"/>
                  <a:pt x="2551999" y="1920"/>
                </a:cubicBezTo>
                <a:cubicBezTo>
                  <a:pt x="2555108" y="640"/>
                  <a:pt x="2558400" y="0"/>
                  <a:pt x="2561783" y="0"/>
                </a:cubicBezTo>
                <a:cubicBezTo>
                  <a:pt x="2565166" y="0"/>
                  <a:pt x="2568458" y="640"/>
                  <a:pt x="2571659" y="1920"/>
                </a:cubicBezTo>
                <a:cubicBezTo>
                  <a:pt x="2574768" y="3200"/>
                  <a:pt x="2577511" y="5121"/>
                  <a:pt x="2579888" y="7498"/>
                </a:cubicBezTo>
                <a:cubicBezTo>
                  <a:pt x="2582357" y="9876"/>
                  <a:pt x="2584186" y="12619"/>
                  <a:pt x="2585466" y="15819"/>
                </a:cubicBezTo>
                <a:cubicBezTo>
                  <a:pt x="2586746" y="18928"/>
                  <a:pt x="2587386" y="22220"/>
                  <a:pt x="2587386" y="25603"/>
                </a:cubicBezTo>
              </a:path>
              <a:path w="4786152" h="690098">
                <a:moveTo>
                  <a:pt x="3148919" y="55596"/>
                </a:moveTo>
                <a:cubicBezTo>
                  <a:pt x="3148919" y="58979"/>
                  <a:pt x="3148279" y="62271"/>
                  <a:pt x="3146999" y="65380"/>
                </a:cubicBezTo>
                <a:cubicBezTo>
                  <a:pt x="3145719" y="68489"/>
                  <a:pt x="3143799" y="71323"/>
                  <a:pt x="3141421" y="73701"/>
                </a:cubicBezTo>
                <a:cubicBezTo>
                  <a:pt x="3139044" y="76078"/>
                  <a:pt x="3136301" y="77907"/>
                  <a:pt x="3133100" y="79187"/>
                </a:cubicBezTo>
                <a:cubicBezTo>
                  <a:pt x="3129991" y="80559"/>
                  <a:pt x="3126699" y="81199"/>
                  <a:pt x="3123316" y="81199"/>
                </a:cubicBezTo>
                <a:cubicBezTo>
                  <a:pt x="3119933" y="81199"/>
                  <a:pt x="3116641" y="80559"/>
                  <a:pt x="3113532" y="79187"/>
                </a:cubicBezTo>
                <a:cubicBezTo>
                  <a:pt x="3110423" y="77907"/>
                  <a:pt x="3107588" y="76078"/>
                  <a:pt x="3105211" y="73701"/>
                </a:cubicBezTo>
                <a:cubicBezTo>
                  <a:pt x="3102834" y="71323"/>
                  <a:pt x="3101005" y="68489"/>
                  <a:pt x="3099633" y="65380"/>
                </a:cubicBezTo>
                <a:cubicBezTo>
                  <a:pt x="3098353" y="62271"/>
                  <a:pt x="3097713" y="58979"/>
                  <a:pt x="3097713" y="55596"/>
                </a:cubicBezTo>
                <a:cubicBezTo>
                  <a:pt x="3097713" y="52212"/>
                  <a:pt x="3098353" y="48920"/>
                  <a:pt x="3099633" y="45811"/>
                </a:cubicBezTo>
                <a:cubicBezTo>
                  <a:pt x="3101005" y="42702"/>
                  <a:pt x="3102834" y="39959"/>
                  <a:pt x="3105211" y="37490"/>
                </a:cubicBezTo>
                <a:cubicBezTo>
                  <a:pt x="3107588" y="35113"/>
                  <a:pt x="3110423" y="33284"/>
                  <a:pt x="3113532" y="32004"/>
                </a:cubicBezTo>
                <a:cubicBezTo>
                  <a:pt x="3116641" y="30632"/>
                  <a:pt x="3119933" y="29992"/>
                  <a:pt x="3123316" y="29992"/>
                </a:cubicBezTo>
                <a:cubicBezTo>
                  <a:pt x="3126699" y="29992"/>
                  <a:pt x="3129991" y="30632"/>
                  <a:pt x="3133100" y="32004"/>
                </a:cubicBezTo>
                <a:cubicBezTo>
                  <a:pt x="3136301" y="33284"/>
                  <a:pt x="3139044" y="35113"/>
                  <a:pt x="3141421" y="37490"/>
                </a:cubicBezTo>
                <a:cubicBezTo>
                  <a:pt x="3143799" y="39959"/>
                  <a:pt x="3145719" y="42702"/>
                  <a:pt x="3146999" y="45811"/>
                </a:cubicBezTo>
                <a:cubicBezTo>
                  <a:pt x="3148279" y="48920"/>
                  <a:pt x="3148919" y="52212"/>
                  <a:pt x="3148919" y="55596"/>
                </a:cubicBezTo>
              </a:path>
              <a:path w="4786152" h="690098">
                <a:moveTo>
                  <a:pt x="3466490" y="43525"/>
                </a:moveTo>
                <a:cubicBezTo>
                  <a:pt x="3466490" y="47000"/>
                  <a:pt x="3465850" y="50201"/>
                  <a:pt x="3464570" y="53401"/>
                </a:cubicBezTo>
                <a:cubicBezTo>
                  <a:pt x="3463290" y="56510"/>
                  <a:pt x="3461461" y="59253"/>
                  <a:pt x="3458992" y="61631"/>
                </a:cubicBezTo>
                <a:cubicBezTo>
                  <a:pt x="3456615" y="64008"/>
                  <a:pt x="3453872" y="65928"/>
                  <a:pt x="3450671" y="67208"/>
                </a:cubicBezTo>
                <a:cubicBezTo>
                  <a:pt x="3447562" y="68489"/>
                  <a:pt x="3444270" y="69129"/>
                  <a:pt x="3440887" y="69129"/>
                </a:cubicBezTo>
                <a:cubicBezTo>
                  <a:pt x="3437504" y="69129"/>
                  <a:pt x="3434212" y="68489"/>
                  <a:pt x="3431103" y="67208"/>
                </a:cubicBezTo>
                <a:cubicBezTo>
                  <a:pt x="3427994" y="65928"/>
                  <a:pt x="3425251" y="64008"/>
                  <a:pt x="3422782" y="61631"/>
                </a:cubicBezTo>
                <a:cubicBezTo>
                  <a:pt x="3420405" y="59253"/>
                  <a:pt x="3418576" y="56510"/>
                  <a:pt x="3417296" y="53401"/>
                </a:cubicBezTo>
                <a:cubicBezTo>
                  <a:pt x="3415924" y="50201"/>
                  <a:pt x="3415284" y="47000"/>
                  <a:pt x="3415284" y="43525"/>
                </a:cubicBezTo>
                <a:cubicBezTo>
                  <a:pt x="3415284" y="40142"/>
                  <a:pt x="3415924" y="36942"/>
                  <a:pt x="3417296" y="33741"/>
                </a:cubicBezTo>
                <a:cubicBezTo>
                  <a:pt x="3418576" y="30632"/>
                  <a:pt x="3420405" y="27889"/>
                  <a:pt x="3422782" y="25512"/>
                </a:cubicBezTo>
                <a:cubicBezTo>
                  <a:pt x="3425251" y="23134"/>
                  <a:pt x="3427994" y="21214"/>
                  <a:pt x="3431103" y="19934"/>
                </a:cubicBezTo>
                <a:cubicBezTo>
                  <a:pt x="3434212" y="18654"/>
                  <a:pt x="3437504" y="18014"/>
                  <a:pt x="3440887" y="18014"/>
                </a:cubicBezTo>
                <a:cubicBezTo>
                  <a:pt x="3444270" y="18014"/>
                  <a:pt x="3447562" y="18654"/>
                  <a:pt x="3450671" y="19934"/>
                </a:cubicBezTo>
                <a:cubicBezTo>
                  <a:pt x="3453872" y="21214"/>
                  <a:pt x="3456615" y="23134"/>
                  <a:pt x="3458992" y="25512"/>
                </a:cubicBezTo>
                <a:cubicBezTo>
                  <a:pt x="3461461" y="27889"/>
                  <a:pt x="3463290" y="30632"/>
                  <a:pt x="3464570" y="33741"/>
                </a:cubicBezTo>
                <a:cubicBezTo>
                  <a:pt x="3465850" y="36942"/>
                  <a:pt x="3466490" y="40142"/>
                  <a:pt x="3466490" y="43525"/>
                </a:cubicBezTo>
              </a:path>
              <a:path w="4786152" h="690098">
                <a:moveTo>
                  <a:pt x="3901105" y="42154"/>
                </a:moveTo>
                <a:cubicBezTo>
                  <a:pt x="3901105" y="45537"/>
                  <a:pt x="3900465" y="48829"/>
                  <a:pt x="3899184" y="51938"/>
                </a:cubicBezTo>
                <a:cubicBezTo>
                  <a:pt x="3897904" y="55047"/>
                  <a:pt x="3896076" y="57882"/>
                  <a:pt x="3893607" y="60259"/>
                </a:cubicBezTo>
                <a:cubicBezTo>
                  <a:pt x="3891229" y="62636"/>
                  <a:pt x="3888486" y="64465"/>
                  <a:pt x="3885377" y="65745"/>
                </a:cubicBezTo>
                <a:cubicBezTo>
                  <a:pt x="3882177" y="67117"/>
                  <a:pt x="3878976" y="67757"/>
                  <a:pt x="3875502" y="67757"/>
                </a:cubicBezTo>
                <a:cubicBezTo>
                  <a:pt x="3872118" y="67757"/>
                  <a:pt x="3868918" y="67117"/>
                  <a:pt x="3865717" y="65745"/>
                </a:cubicBezTo>
                <a:cubicBezTo>
                  <a:pt x="3862608" y="64465"/>
                  <a:pt x="3859865" y="62636"/>
                  <a:pt x="3857396" y="60259"/>
                </a:cubicBezTo>
                <a:cubicBezTo>
                  <a:pt x="3855019" y="57882"/>
                  <a:pt x="3853190" y="55047"/>
                  <a:pt x="3851910" y="51938"/>
                </a:cubicBezTo>
                <a:cubicBezTo>
                  <a:pt x="3850538" y="48829"/>
                  <a:pt x="3849898" y="45537"/>
                  <a:pt x="3849898" y="42154"/>
                </a:cubicBezTo>
                <a:cubicBezTo>
                  <a:pt x="3849898" y="38771"/>
                  <a:pt x="3850538" y="35479"/>
                  <a:pt x="3851910" y="32370"/>
                </a:cubicBezTo>
                <a:cubicBezTo>
                  <a:pt x="3853190" y="29261"/>
                  <a:pt x="3855019" y="26426"/>
                  <a:pt x="3857396" y="24049"/>
                </a:cubicBezTo>
                <a:cubicBezTo>
                  <a:pt x="3859865" y="21671"/>
                  <a:pt x="3862608" y="19842"/>
                  <a:pt x="3865717" y="18562"/>
                </a:cubicBezTo>
                <a:cubicBezTo>
                  <a:pt x="3868918" y="17191"/>
                  <a:pt x="3872118" y="16551"/>
                  <a:pt x="3875502" y="16551"/>
                </a:cubicBezTo>
                <a:cubicBezTo>
                  <a:pt x="3878976" y="16551"/>
                  <a:pt x="3882177" y="17191"/>
                  <a:pt x="3885377" y="18562"/>
                </a:cubicBezTo>
                <a:cubicBezTo>
                  <a:pt x="3888486" y="19842"/>
                  <a:pt x="3891229" y="21671"/>
                  <a:pt x="3893607" y="24049"/>
                </a:cubicBezTo>
                <a:cubicBezTo>
                  <a:pt x="3896076" y="26426"/>
                  <a:pt x="3897904" y="29261"/>
                  <a:pt x="3899184" y="32370"/>
                </a:cubicBezTo>
                <a:cubicBezTo>
                  <a:pt x="3900465" y="35479"/>
                  <a:pt x="3901105" y="38771"/>
                  <a:pt x="3901105" y="42154"/>
                </a:cubicBezTo>
              </a:path>
              <a:path w="4786152" h="690098">
                <a:moveTo>
                  <a:pt x="4424324" y="156728"/>
                </a:moveTo>
                <a:cubicBezTo>
                  <a:pt x="4424324" y="160111"/>
                  <a:pt x="4423684" y="163403"/>
                  <a:pt x="4422404" y="166512"/>
                </a:cubicBezTo>
                <a:cubicBezTo>
                  <a:pt x="4421124" y="169713"/>
                  <a:pt x="4419204" y="172456"/>
                  <a:pt x="4416826" y="174833"/>
                </a:cubicBezTo>
                <a:cubicBezTo>
                  <a:pt x="4414449" y="177211"/>
                  <a:pt x="4411706" y="179131"/>
                  <a:pt x="4408505" y="180411"/>
                </a:cubicBezTo>
                <a:cubicBezTo>
                  <a:pt x="4405396" y="181691"/>
                  <a:pt x="4402104" y="182331"/>
                  <a:pt x="4398721" y="182331"/>
                </a:cubicBezTo>
                <a:cubicBezTo>
                  <a:pt x="4395338" y="182331"/>
                  <a:pt x="4392046" y="181691"/>
                  <a:pt x="4388937" y="180411"/>
                </a:cubicBezTo>
                <a:cubicBezTo>
                  <a:pt x="4385828" y="179131"/>
                  <a:pt x="4382994" y="177211"/>
                  <a:pt x="4380616" y="174833"/>
                </a:cubicBezTo>
                <a:cubicBezTo>
                  <a:pt x="4378239" y="172456"/>
                  <a:pt x="4376410" y="169713"/>
                  <a:pt x="4375038" y="166512"/>
                </a:cubicBezTo>
                <a:cubicBezTo>
                  <a:pt x="4373758" y="163403"/>
                  <a:pt x="4373118" y="160111"/>
                  <a:pt x="4373118" y="156728"/>
                </a:cubicBezTo>
                <a:cubicBezTo>
                  <a:pt x="4373118" y="153345"/>
                  <a:pt x="4373758" y="150144"/>
                  <a:pt x="4375038" y="146944"/>
                </a:cubicBezTo>
                <a:cubicBezTo>
                  <a:pt x="4376410" y="143835"/>
                  <a:pt x="4378239" y="141092"/>
                  <a:pt x="4380616" y="138714"/>
                </a:cubicBezTo>
                <a:cubicBezTo>
                  <a:pt x="4382994" y="136246"/>
                  <a:pt x="4385828" y="134417"/>
                  <a:pt x="4388937" y="133137"/>
                </a:cubicBezTo>
                <a:cubicBezTo>
                  <a:pt x="4392046" y="131856"/>
                  <a:pt x="4395338" y="131216"/>
                  <a:pt x="4398721" y="131216"/>
                </a:cubicBezTo>
                <a:cubicBezTo>
                  <a:pt x="4402104" y="131216"/>
                  <a:pt x="4405396" y="131856"/>
                  <a:pt x="4408505" y="133137"/>
                </a:cubicBezTo>
                <a:cubicBezTo>
                  <a:pt x="4411706" y="134417"/>
                  <a:pt x="4414449" y="136246"/>
                  <a:pt x="4416826" y="138714"/>
                </a:cubicBezTo>
                <a:cubicBezTo>
                  <a:pt x="4419204" y="141092"/>
                  <a:pt x="4421124" y="143835"/>
                  <a:pt x="4422404" y="146944"/>
                </a:cubicBezTo>
                <a:cubicBezTo>
                  <a:pt x="4423684" y="150144"/>
                  <a:pt x="4424324" y="153345"/>
                  <a:pt x="4424324" y="156728"/>
                </a:cubicBezTo>
              </a:path>
            </a:pathLst>
          </a:custGeom>
          <a:solidFill>
            <a:srgbClr val="F2EFE6">
              <a:alpha val="92000"/>
            </a:srgbClr>
          </a:solidFill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13" name="Forma 75"/>
          <p:cNvSpPr/>
          <p:nvPr/>
        </p:nvSpPr>
        <p:spPr>
          <a:xfrm>
            <a:off x="5392217" y="378562"/>
            <a:ext cx="914" cy="1737"/>
          </a:xfrm>
          <a:custGeom>
            <a:avLst/>
            <a:gdLst/>
            <a:ahLst/>
            <a:cxnLst/>
            <a:rect l="l" t="t" r="r" b="b"/>
            <a:pathLst>
              <a:path w="914" h="1737">
                <a:moveTo>
                  <a:pt x="0" y="1737"/>
                </a:moveTo>
                <a:lnTo>
                  <a:pt x="0" y="1737"/>
                </a:lnTo>
                <a:lnTo>
                  <a:pt x="0" y="9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2EFE6">
              <a:alpha val="92000"/>
            </a:srgbClr>
          </a:solidFill>
          <a:ln/>
        </p:spPr>
      </p:sp>
      <p:sp>
        <p:nvSpPr>
          <p:cNvPr id="14" name="Forma 76"/>
          <p:cNvSpPr/>
          <p:nvPr/>
        </p:nvSpPr>
        <p:spPr>
          <a:xfrm>
            <a:off x="5392217" y="378562"/>
            <a:ext cx="914" cy="1737"/>
          </a:xfrm>
          <a:custGeom>
            <a:avLst/>
            <a:gdLst/>
            <a:ahLst/>
            <a:cxnLst/>
            <a:rect l="l" t="t" r="r" b="b"/>
            <a:pathLst>
              <a:path w="914" h="1737">
                <a:moveTo>
                  <a:pt x="0" y="1737"/>
                </a:moveTo>
                <a:lnTo>
                  <a:pt x="0" y="1737"/>
                </a:lnTo>
                <a:lnTo>
                  <a:pt x="0" y="914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15" name="Forma 77"/>
          <p:cNvSpPr/>
          <p:nvPr/>
        </p:nvSpPr>
        <p:spPr>
          <a:xfrm>
            <a:off x="559064" y="-1646"/>
            <a:ext cx="4504243" cy="168524"/>
          </a:xfrm>
          <a:custGeom>
            <a:avLst/>
            <a:gdLst/>
            <a:ahLst/>
            <a:cxnLst/>
            <a:rect l="l" t="t" r="r" b="b"/>
            <a:pathLst>
              <a:path w="4504243" h="168524">
                <a:moveTo>
                  <a:pt x="51206" y="110825"/>
                </a:moveTo>
                <a:cubicBezTo>
                  <a:pt x="51206" y="114209"/>
                  <a:pt x="50566" y="117500"/>
                  <a:pt x="49286" y="120609"/>
                </a:cubicBezTo>
                <a:cubicBezTo>
                  <a:pt x="48006" y="123718"/>
                  <a:pt x="46086" y="126553"/>
                  <a:pt x="43708" y="128930"/>
                </a:cubicBezTo>
                <a:cubicBezTo>
                  <a:pt x="41331" y="131308"/>
                  <a:pt x="38496" y="133137"/>
                  <a:pt x="35387" y="134417"/>
                </a:cubicBezTo>
                <a:cubicBezTo>
                  <a:pt x="32278" y="135788"/>
                  <a:pt x="28986" y="136428"/>
                  <a:pt x="25603" y="136428"/>
                </a:cubicBezTo>
                <a:cubicBezTo>
                  <a:pt x="22220" y="136428"/>
                  <a:pt x="18928" y="135788"/>
                  <a:pt x="15819" y="134417"/>
                </a:cubicBezTo>
                <a:cubicBezTo>
                  <a:pt x="12710" y="133137"/>
                  <a:pt x="9876" y="131308"/>
                  <a:pt x="7498" y="128930"/>
                </a:cubicBezTo>
                <a:cubicBezTo>
                  <a:pt x="5121" y="126553"/>
                  <a:pt x="3292" y="123718"/>
                  <a:pt x="1920" y="120609"/>
                </a:cubicBezTo>
                <a:cubicBezTo>
                  <a:pt x="640" y="117500"/>
                  <a:pt x="0" y="114209"/>
                  <a:pt x="0" y="110825"/>
                </a:cubicBezTo>
                <a:cubicBezTo>
                  <a:pt x="0" y="107442"/>
                  <a:pt x="640" y="104150"/>
                  <a:pt x="1920" y="101041"/>
                </a:cubicBezTo>
                <a:cubicBezTo>
                  <a:pt x="3292" y="97932"/>
                  <a:pt x="5121" y="95098"/>
                  <a:pt x="7498" y="92720"/>
                </a:cubicBezTo>
                <a:cubicBezTo>
                  <a:pt x="9876" y="90343"/>
                  <a:pt x="12710" y="88514"/>
                  <a:pt x="15819" y="87234"/>
                </a:cubicBezTo>
                <a:cubicBezTo>
                  <a:pt x="18928" y="85862"/>
                  <a:pt x="22220" y="85222"/>
                  <a:pt x="25603" y="85222"/>
                </a:cubicBezTo>
                <a:cubicBezTo>
                  <a:pt x="28986" y="85222"/>
                  <a:pt x="32278" y="85862"/>
                  <a:pt x="35387" y="87234"/>
                </a:cubicBezTo>
                <a:cubicBezTo>
                  <a:pt x="38496" y="88514"/>
                  <a:pt x="41331" y="90343"/>
                  <a:pt x="43708" y="92720"/>
                </a:cubicBezTo>
                <a:cubicBezTo>
                  <a:pt x="46086" y="95098"/>
                  <a:pt x="48006" y="97932"/>
                  <a:pt x="49286" y="101041"/>
                </a:cubicBezTo>
                <a:cubicBezTo>
                  <a:pt x="50566" y="104150"/>
                  <a:pt x="51206" y="107442"/>
                  <a:pt x="51206" y="110825"/>
                </a:cubicBezTo>
              </a:path>
              <a:path w="4504243" h="168524">
                <a:moveTo>
                  <a:pt x="390997" y="102138"/>
                </a:moveTo>
                <a:cubicBezTo>
                  <a:pt x="390997" y="105522"/>
                  <a:pt x="390357" y="108722"/>
                  <a:pt x="389077" y="111923"/>
                </a:cubicBezTo>
                <a:cubicBezTo>
                  <a:pt x="387706" y="115032"/>
                  <a:pt x="385877" y="117775"/>
                  <a:pt x="383499" y="120152"/>
                </a:cubicBezTo>
                <a:cubicBezTo>
                  <a:pt x="381122" y="122621"/>
                  <a:pt x="378287" y="124450"/>
                  <a:pt x="375178" y="125730"/>
                </a:cubicBezTo>
                <a:cubicBezTo>
                  <a:pt x="372069" y="127010"/>
                  <a:pt x="368778" y="127650"/>
                  <a:pt x="365394" y="127650"/>
                </a:cubicBezTo>
                <a:cubicBezTo>
                  <a:pt x="362011" y="127650"/>
                  <a:pt x="358719" y="127010"/>
                  <a:pt x="355610" y="125730"/>
                </a:cubicBezTo>
                <a:cubicBezTo>
                  <a:pt x="352410" y="124450"/>
                  <a:pt x="349667" y="122621"/>
                  <a:pt x="347289" y="120152"/>
                </a:cubicBezTo>
                <a:cubicBezTo>
                  <a:pt x="344912" y="117775"/>
                  <a:pt x="342991" y="115032"/>
                  <a:pt x="341711" y="111923"/>
                </a:cubicBezTo>
                <a:cubicBezTo>
                  <a:pt x="340431" y="108722"/>
                  <a:pt x="339791" y="105522"/>
                  <a:pt x="339791" y="102138"/>
                </a:cubicBezTo>
                <a:cubicBezTo>
                  <a:pt x="339791" y="98755"/>
                  <a:pt x="340431" y="95463"/>
                  <a:pt x="341711" y="92354"/>
                </a:cubicBezTo>
                <a:cubicBezTo>
                  <a:pt x="342991" y="89154"/>
                  <a:pt x="344912" y="86411"/>
                  <a:pt x="347289" y="84033"/>
                </a:cubicBezTo>
                <a:cubicBezTo>
                  <a:pt x="349667" y="81656"/>
                  <a:pt x="352501" y="79736"/>
                  <a:pt x="355610" y="78456"/>
                </a:cubicBezTo>
                <a:cubicBezTo>
                  <a:pt x="358719" y="77175"/>
                  <a:pt x="362011" y="76535"/>
                  <a:pt x="365394" y="76535"/>
                </a:cubicBezTo>
                <a:cubicBezTo>
                  <a:pt x="368778" y="76535"/>
                  <a:pt x="372069" y="77175"/>
                  <a:pt x="375178" y="78456"/>
                </a:cubicBezTo>
                <a:cubicBezTo>
                  <a:pt x="378287" y="79736"/>
                  <a:pt x="381122" y="81656"/>
                  <a:pt x="383499" y="84033"/>
                </a:cubicBezTo>
                <a:cubicBezTo>
                  <a:pt x="385877" y="86411"/>
                  <a:pt x="387706" y="89154"/>
                  <a:pt x="389077" y="92354"/>
                </a:cubicBezTo>
                <a:cubicBezTo>
                  <a:pt x="390357" y="95463"/>
                  <a:pt x="390997" y="98755"/>
                  <a:pt x="390997" y="102138"/>
                </a:cubicBezTo>
              </a:path>
              <a:path w="4504243" h="168524">
                <a:moveTo>
                  <a:pt x="886694" y="79461"/>
                </a:moveTo>
                <a:cubicBezTo>
                  <a:pt x="886694" y="82845"/>
                  <a:pt x="886054" y="86136"/>
                  <a:pt x="884773" y="89245"/>
                </a:cubicBezTo>
                <a:cubicBezTo>
                  <a:pt x="883402" y="92354"/>
                  <a:pt x="881573" y="95189"/>
                  <a:pt x="879196" y="97566"/>
                </a:cubicBezTo>
                <a:cubicBezTo>
                  <a:pt x="876818" y="99944"/>
                  <a:pt x="873984" y="101773"/>
                  <a:pt x="870875" y="103053"/>
                </a:cubicBezTo>
                <a:cubicBezTo>
                  <a:pt x="867766" y="104424"/>
                  <a:pt x="864474" y="105065"/>
                  <a:pt x="861090" y="105065"/>
                </a:cubicBezTo>
                <a:cubicBezTo>
                  <a:pt x="857707" y="105065"/>
                  <a:pt x="854415" y="104424"/>
                  <a:pt x="851306" y="103053"/>
                </a:cubicBezTo>
                <a:cubicBezTo>
                  <a:pt x="848106" y="101773"/>
                  <a:pt x="845363" y="99944"/>
                  <a:pt x="842985" y="97566"/>
                </a:cubicBezTo>
                <a:cubicBezTo>
                  <a:pt x="840608" y="95189"/>
                  <a:pt x="838688" y="92354"/>
                  <a:pt x="837408" y="89245"/>
                </a:cubicBezTo>
                <a:cubicBezTo>
                  <a:pt x="836127" y="86136"/>
                  <a:pt x="835487" y="82845"/>
                  <a:pt x="835487" y="79461"/>
                </a:cubicBezTo>
                <a:cubicBezTo>
                  <a:pt x="835487" y="76078"/>
                  <a:pt x="836127" y="72786"/>
                  <a:pt x="837408" y="69677"/>
                </a:cubicBezTo>
                <a:cubicBezTo>
                  <a:pt x="838688" y="66568"/>
                  <a:pt x="840608" y="63825"/>
                  <a:pt x="842985" y="61356"/>
                </a:cubicBezTo>
                <a:cubicBezTo>
                  <a:pt x="845363" y="58979"/>
                  <a:pt x="848106" y="57150"/>
                  <a:pt x="851306" y="55870"/>
                </a:cubicBezTo>
                <a:cubicBezTo>
                  <a:pt x="854415" y="54590"/>
                  <a:pt x="857707" y="53858"/>
                  <a:pt x="861090" y="53858"/>
                </a:cubicBezTo>
                <a:cubicBezTo>
                  <a:pt x="864474" y="53858"/>
                  <a:pt x="867766" y="54590"/>
                  <a:pt x="870875" y="55870"/>
                </a:cubicBezTo>
                <a:cubicBezTo>
                  <a:pt x="873984" y="57150"/>
                  <a:pt x="876818" y="58979"/>
                  <a:pt x="879196" y="61356"/>
                </a:cubicBezTo>
                <a:cubicBezTo>
                  <a:pt x="881573" y="63825"/>
                  <a:pt x="883402" y="66568"/>
                  <a:pt x="884773" y="69677"/>
                </a:cubicBezTo>
                <a:cubicBezTo>
                  <a:pt x="886054" y="72786"/>
                  <a:pt x="886694" y="76078"/>
                  <a:pt x="886694" y="79461"/>
                </a:cubicBezTo>
              </a:path>
              <a:path w="4504243" h="168524">
                <a:moveTo>
                  <a:pt x="1423081" y="82662"/>
                </a:moveTo>
                <a:cubicBezTo>
                  <a:pt x="1423081" y="86045"/>
                  <a:pt x="1422441" y="89337"/>
                  <a:pt x="1421069" y="92446"/>
                </a:cubicBezTo>
                <a:cubicBezTo>
                  <a:pt x="1419789" y="95646"/>
                  <a:pt x="1417960" y="98389"/>
                  <a:pt x="1415583" y="100767"/>
                </a:cubicBezTo>
                <a:cubicBezTo>
                  <a:pt x="1413205" y="103144"/>
                  <a:pt x="1410371" y="105065"/>
                  <a:pt x="1407262" y="106345"/>
                </a:cubicBezTo>
                <a:cubicBezTo>
                  <a:pt x="1404153" y="107625"/>
                  <a:pt x="1400861" y="108265"/>
                  <a:pt x="1397478" y="108265"/>
                </a:cubicBezTo>
                <a:cubicBezTo>
                  <a:pt x="1394094" y="108265"/>
                  <a:pt x="1390802" y="107625"/>
                  <a:pt x="1387693" y="106345"/>
                </a:cubicBezTo>
                <a:cubicBezTo>
                  <a:pt x="1384493" y="105065"/>
                  <a:pt x="1381750" y="103144"/>
                  <a:pt x="1379372" y="100767"/>
                </a:cubicBezTo>
                <a:cubicBezTo>
                  <a:pt x="1376995" y="98389"/>
                  <a:pt x="1375075" y="95646"/>
                  <a:pt x="1373795" y="92446"/>
                </a:cubicBezTo>
                <a:cubicBezTo>
                  <a:pt x="1372514" y="89337"/>
                  <a:pt x="1371874" y="86045"/>
                  <a:pt x="1371874" y="82662"/>
                </a:cubicBezTo>
                <a:cubicBezTo>
                  <a:pt x="1371874" y="79278"/>
                  <a:pt x="1372514" y="76078"/>
                  <a:pt x="1373795" y="72878"/>
                </a:cubicBezTo>
                <a:cubicBezTo>
                  <a:pt x="1375075" y="69769"/>
                  <a:pt x="1376995" y="67026"/>
                  <a:pt x="1379372" y="64648"/>
                </a:cubicBezTo>
                <a:cubicBezTo>
                  <a:pt x="1381750" y="62179"/>
                  <a:pt x="1384493" y="60350"/>
                  <a:pt x="1387693" y="59070"/>
                </a:cubicBezTo>
                <a:cubicBezTo>
                  <a:pt x="1390802" y="57790"/>
                  <a:pt x="1394094" y="57150"/>
                  <a:pt x="1397478" y="57150"/>
                </a:cubicBezTo>
                <a:cubicBezTo>
                  <a:pt x="1400861" y="57150"/>
                  <a:pt x="1404153" y="57790"/>
                  <a:pt x="1407262" y="59070"/>
                </a:cubicBezTo>
                <a:cubicBezTo>
                  <a:pt x="1410371" y="60350"/>
                  <a:pt x="1413205" y="62179"/>
                  <a:pt x="1415583" y="64648"/>
                </a:cubicBezTo>
                <a:cubicBezTo>
                  <a:pt x="1417960" y="67026"/>
                  <a:pt x="1419789" y="69769"/>
                  <a:pt x="1421069" y="72878"/>
                </a:cubicBezTo>
                <a:cubicBezTo>
                  <a:pt x="1422441" y="76078"/>
                  <a:pt x="1423081" y="79278"/>
                  <a:pt x="1423081" y="82662"/>
                </a:cubicBezTo>
              </a:path>
              <a:path w="4504243" h="168524">
                <a:moveTo>
                  <a:pt x="1804477" y="107259"/>
                </a:moveTo>
                <a:cubicBezTo>
                  <a:pt x="1804477" y="110642"/>
                  <a:pt x="1803837" y="113843"/>
                  <a:pt x="1802557" y="117043"/>
                </a:cubicBezTo>
                <a:cubicBezTo>
                  <a:pt x="1801277" y="120152"/>
                  <a:pt x="1799356" y="122895"/>
                  <a:pt x="1796979" y="125273"/>
                </a:cubicBezTo>
                <a:cubicBezTo>
                  <a:pt x="1794601" y="127742"/>
                  <a:pt x="1791767" y="129570"/>
                  <a:pt x="1788658" y="130851"/>
                </a:cubicBezTo>
                <a:cubicBezTo>
                  <a:pt x="1785549" y="132131"/>
                  <a:pt x="1782257" y="132771"/>
                  <a:pt x="1778874" y="132771"/>
                </a:cubicBezTo>
                <a:cubicBezTo>
                  <a:pt x="1775490" y="132771"/>
                  <a:pt x="1772199" y="132131"/>
                  <a:pt x="1769090" y="130851"/>
                </a:cubicBezTo>
                <a:cubicBezTo>
                  <a:pt x="1765981" y="129570"/>
                  <a:pt x="1763146" y="127742"/>
                  <a:pt x="1760769" y="125273"/>
                </a:cubicBezTo>
                <a:cubicBezTo>
                  <a:pt x="1758391" y="122895"/>
                  <a:pt x="1756562" y="120152"/>
                  <a:pt x="1755191" y="117043"/>
                </a:cubicBezTo>
                <a:cubicBezTo>
                  <a:pt x="1753911" y="113843"/>
                  <a:pt x="1753271" y="110642"/>
                  <a:pt x="1753271" y="107259"/>
                </a:cubicBezTo>
                <a:cubicBezTo>
                  <a:pt x="1753271" y="103876"/>
                  <a:pt x="1753911" y="100584"/>
                  <a:pt x="1755191" y="97475"/>
                </a:cubicBezTo>
                <a:cubicBezTo>
                  <a:pt x="1756562" y="94275"/>
                  <a:pt x="1758391" y="91531"/>
                  <a:pt x="1760769" y="89154"/>
                </a:cubicBezTo>
                <a:cubicBezTo>
                  <a:pt x="1763146" y="86777"/>
                  <a:pt x="1765981" y="84856"/>
                  <a:pt x="1769090" y="83576"/>
                </a:cubicBezTo>
                <a:cubicBezTo>
                  <a:pt x="1772199" y="82296"/>
                  <a:pt x="1775490" y="81656"/>
                  <a:pt x="1778874" y="81656"/>
                </a:cubicBezTo>
                <a:cubicBezTo>
                  <a:pt x="1782257" y="81656"/>
                  <a:pt x="1785549" y="82296"/>
                  <a:pt x="1788658" y="83576"/>
                </a:cubicBezTo>
                <a:cubicBezTo>
                  <a:pt x="1791767" y="84856"/>
                  <a:pt x="1794601" y="86777"/>
                  <a:pt x="1796979" y="89154"/>
                </a:cubicBezTo>
                <a:cubicBezTo>
                  <a:pt x="1799356" y="91531"/>
                  <a:pt x="1801277" y="94275"/>
                  <a:pt x="1802557" y="97475"/>
                </a:cubicBezTo>
                <a:cubicBezTo>
                  <a:pt x="1803837" y="100584"/>
                  <a:pt x="1804477" y="103876"/>
                  <a:pt x="1804477" y="107259"/>
                </a:cubicBezTo>
              </a:path>
              <a:path w="4504243" h="168524">
                <a:moveTo>
                  <a:pt x="2209282" y="142189"/>
                </a:moveTo>
                <a:cubicBezTo>
                  <a:pt x="2209282" y="145572"/>
                  <a:pt x="2208642" y="148864"/>
                  <a:pt x="2207362" y="151973"/>
                </a:cubicBezTo>
                <a:cubicBezTo>
                  <a:pt x="2206081" y="155082"/>
                  <a:pt x="2204253" y="157825"/>
                  <a:pt x="2201784" y="160294"/>
                </a:cubicBezTo>
                <a:cubicBezTo>
                  <a:pt x="2199406" y="162672"/>
                  <a:pt x="2196663" y="164501"/>
                  <a:pt x="2193554" y="165781"/>
                </a:cubicBezTo>
                <a:cubicBezTo>
                  <a:pt x="2190354" y="167061"/>
                  <a:pt x="2187153" y="167792"/>
                  <a:pt x="2183679" y="167792"/>
                </a:cubicBezTo>
                <a:cubicBezTo>
                  <a:pt x="2180295" y="167792"/>
                  <a:pt x="2177095" y="167061"/>
                  <a:pt x="2173895" y="165781"/>
                </a:cubicBezTo>
                <a:cubicBezTo>
                  <a:pt x="2170786" y="164501"/>
                  <a:pt x="2168042" y="162672"/>
                  <a:pt x="2165574" y="160294"/>
                </a:cubicBezTo>
                <a:cubicBezTo>
                  <a:pt x="2163196" y="157825"/>
                  <a:pt x="2161367" y="155082"/>
                  <a:pt x="2160087" y="151973"/>
                </a:cubicBezTo>
                <a:cubicBezTo>
                  <a:pt x="2158807" y="148864"/>
                  <a:pt x="2158075" y="145572"/>
                  <a:pt x="2158075" y="142189"/>
                </a:cubicBezTo>
                <a:cubicBezTo>
                  <a:pt x="2158075" y="138806"/>
                  <a:pt x="2158807" y="135514"/>
                  <a:pt x="2160087" y="132405"/>
                </a:cubicBezTo>
                <a:cubicBezTo>
                  <a:pt x="2161367" y="129296"/>
                  <a:pt x="2163196" y="126462"/>
                  <a:pt x="2165574" y="124084"/>
                </a:cubicBezTo>
                <a:cubicBezTo>
                  <a:pt x="2168042" y="121707"/>
                  <a:pt x="2170786" y="119878"/>
                  <a:pt x="2173895" y="118506"/>
                </a:cubicBezTo>
                <a:cubicBezTo>
                  <a:pt x="2177095" y="117226"/>
                  <a:pt x="2180295" y="116586"/>
                  <a:pt x="2183679" y="116586"/>
                </a:cubicBezTo>
                <a:cubicBezTo>
                  <a:pt x="2187153" y="116586"/>
                  <a:pt x="2190354" y="117226"/>
                  <a:pt x="2193554" y="118506"/>
                </a:cubicBezTo>
                <a:cubicBezTo>
                  <a:pt x="2196663" y="119878"/>
                  <a:pt x="2199406" y="121707"/>
                  <a:pt x="2201784" y="124084"/>
                </a:cubicBezTo>
                <a:cubicBezTo>
                  <a:pt x="2204253" y="126462"/>
                  <a:pt x="2206081" y="129296"/>
                  <a:pt x="2207362" y="132405"/>
                </a:cubicBezTo>
                <a:cubicBezTo>
                  <a:pt x="2208642" y="135514"/>
                  <a:pt x="2209282" y="138806"/>
                  <a:pt x="2209282" y="142189"/>
                </a:cubicBezTo>
              </a:path>
              <a:path w="4504243" h="168524">
                <a:moveTo>
                  <a:pt x="2626431" y="142921"/>
                </a:moveTo>
                <a:cubicBezTo>
                  <a:pt x="2626431" y="146304"/>
                  <a:pt x="2625791" y="149596"/>
                  <a:pt x="2624419" y="152705"/>
                </a:cubicBezTo>
                <a:cubicBezTo>
                  <a:pt x="2623139" y="155814"/>
                  <a:pt x="2621310" y="158648"/>
                  <a:pt x="2618933" y="161026"/>
                </a:cubicBezTo>
                <a:cubicBezTo>
                  <a:pt x="2616464" y="163403"/>
                  <a:pt x="2613721" y="165232"/>
                  <a:pt x="2610612" y="166604"/>
                </a:cubicBezTo>
                <a:cubicBezTo>
                  <a:pt x="2607412" y="167884"/>
                  <a:pt x="2604211" y="168524"/>
                  <a:pt x="2600828" y="168524"/>
                </a:cubicBezTo>
                <a:cubicBezTo>
                  <a:pt x="2597353" y="168524"/>
                  <a:pt x="2594153" y="167884"/>
                  <a:pt x="2590952" y="166604"/>
                </a:cubicBezTo>
                <a:cubicBezTo>
                  <a:pt x="2587843" y="165232"/>
                  <a:pt x="2585100" y="163403"/>
                  <a:pt x="2582723" y="161026"/>
                </a:cubicBezTo>
                <a:cubicBezTo>
                  <a:pt x="2580254" y="158648"/>
                  <a:pt x="2578425" y="155814"/>
                  <a:pt x="2577145" y="152705"/>
                </a:cubicBezTo>
                <a:cubicBezTo>
                  <a:pt x="2575865" y="149596"/>
                  <a:pt x="2575225" y="146304"/>
                  <a:pt x="2575225" y="142921"/>
                </a:cubicBezTo>
                <a:cubicBezTo>
                  <a:pt x="2575225" y="139537"/>
                  <a:pt x="2575865" y="136246"/>
                  <a:pt x="2577145" y="133137"/>
                </a:cubicBezTo>
                <a:cubicBezTo>
                  <a:pt x="2578425" y="130028"/>
                  <a:pt x="2580254" y="127284"/>
                  <a:pt x="2582723" y="124816"/>
                </a:cubicBezTo>
                <a:cubicBezTo>
                  <a:pt x="2585100" y="122438"/>
                  <a:pt x="2587843" y="120609"/>
                  <a:pt x="2590952" y="119329"/>
                </a:cubicBezTo>
                <a:cubicBezTo>
                  <a:pt x="2594153" y="118049"/>
                  <a:pt x="2597353" y="117318"/>
                  <a:pt x="2600828" y="117318"/>
                </a:cubicBezTo>
                <a:cubicBezTo>
                  <a:pt x="2604211" y="117318"/>
                  <a:pt x="2607412" y="118049"/>
                  <a:pt x="2610612" y="119329"/>
                </a:cubicBezTo>
                <a:cubicBezTo>
                  <a:pt x="2613721" y="120609"/>
                  <a:pt x="2616464" y="122438"/>
                  <a:pt x="2618933" y="124816"/>
                </a:cubicBezTo>
                <a:cubicBezTo>
                  <a:pt x="2621310" y="127284"/>
                  <a:pt x="2623139" y="130028"/>
                  <a:pt x="2624419" y="133137"/>
                </a:cubicBezTo>
                <a:cubicBezTo>
                  <a:pt x="2625791" y="136246"/>
                  <a:pt x="2626431" y="139537"/>
                  <a:pt x="2626431" y="142921"/>
                </a:cubicBezTo>
              </a:path>
              <a:path w="4504243" h="168524">
                <a:moveTo>
                  <a:pt x="3170499" y="25603"/>
                </a:moveTo>
                <a:cubicBezTo>
                  <a:pt x="3170408" y="28986"/>
                  <a:pt x="3169768" y="32187"/>
                  <a:pt x="3168487" y="35387"/>
                </a:cubicBezTo>
                <a:cubicBezTo>
                  <a:pt x="3167207" y="38496"/>
                  <a:pt x="3165378" y="41239"/>
                  <a:pt x="3162910" y="43617"/>
                </a:cubicBezTo>
                <a:cubicBezTo>
                  <a:pt x="3160532" y="46086"/>
                  <a:pt x="3157789" y="47915"/>
                  <a:pt x="3154680" y="49195"/>
                </a:cubicBezTo>
                <a:cubicBezTo>
                  <a:pt x="3151480" y="50475"/>
                  <a:pt x="3148279" y="51115"/>
                  <a:pt x="3144804" y="51115"/>
                </a:cubicBezTo>
                <a:cubicBezTo>
                  <a:pt x="3141421" y="51115"/>
                  <a:pt x="3138221" y="50475"/>
                  <a:pt x="3135020" y="49195"/>
                </a:cubicBezTo>
                <a:cubicBezTo>
                  <a:pt x="3131911" y="47915"/>
                  <a:pt x="3129168" y="46086"/>
                  <a:pt x="3126699" y="43617"/>
                </a:cubicBezTo>
                <a:cubicBezTo>
                  <a:pt x="3124322" y="41239"/>
                  <a:pt x="3122493" y="38496"/>
                  <a:pt x="3121213" y="35387"/>
                </a:cubicBezTo>
                <a:cubicBezTo>
                  <a:pt x="3119933" y="32187"/>
                  <a:pt x="3119201" y="28986"/>
                  <a:pt x="3119201" y="25603"/>
                </a:cubicBezTo>
                <a:cubicBezTo>
                  <a:pt x="3119201" y="22220"/>
                  <a:pt x="3119933" y="18928"/>
                  <a:pt x="3121213" y="15819"/>
                </a:cubicBezTo>
                <a:cubicBezTo>
                  <a:pt x="3122493" y="12619"/>
                  <a:pt x="3124322" y="9876"/>
                  <a:pt x="3126699" y="7498"/>
                </a:cubicBezTo>
                <a:cubicBezTo>
                  <a:pt x="3129168" y="5121"/>
                  <a:pt x="3131911" y="3200"/>
                  <a:pt x="3135020" y="1920"/>
                </a:cubicBezTo>
                <a:cubicBezTo>
                  <a:pt x="3138221" y="640"/>
                  <a:pt x="3141421" y="0"/>
                  <a:pt x="3144804" y="0"/>
                </a:cubicBezTo>
                <a:cubicBezTo>
                  <a:pt x="3148279" y="0"/>
                  <a:pt x="3151480" y="640"/>
                  <a:pt x="3154680" y="1920"/>
                </a:cubicBezTo>
                <a:cubicBezTo>
                  <a:pt x="3157789" y="3200"/>
                  <a:pt x="3160532" y="5121"/>
                  <a:pt x="3162910" y="7498"/>
                </a:cubicBezTo>
                <a:cubicBezTo>
                  <a:pt x="3165378" y="9876"/>
                  <a:pt x="3167207" y="12619"/>
                  <a:pt x="3168487" y="15819"/>
                </a:cubicBezTo>
                <a:cubicBezTo>
                  <a:pt x="3169768" y="18928"/>
                  <a:pt x="3170408" y="22220"/>
                  <a:pt x="3170499" y="25603"/>
                </a:cubicBezTo>
              </a:path>
              <a:path w="4504243" h="168524">
                <a:moveTo>
                  <a:pt x="3489625" y="42337"/>
                </a:moveTo>
                <a:cubicBezTo>
                  <a:pt x="3489625" y="45720"/>
                  <a:pt x="3488985" y="49012"/>
                  <a:pt x="3487704" y="52121"/>
                </a:cubicBezTo>
                <a:cubicBezTo>
                  <a:pt x="3486424" y="55230"/>
                  <a:pt x="3484596" y="58064"/>
                  <a:pt x="3482127" y="60442"/>
                </a:cubicBezTo>
                <a:cubicBezTo>
                  <a:pt x="3479749" y="62819"/>
                  <a:pt x="3477006" y="64648"/>
                  <a:pt x="3473897" y="65928"/>
                </a:cubicBezTo>
                <a:cubicBezTo>
                  <a:pt x="3470697" y="67300"/>
                  <a:pt x="3467405" y="67940"/>
                  <a:pt x="3464022" y="67940"/>
                </a:cubicBezTo>
                <a:cubicBezTo>
                  <a:pt x="3460638" y="67940"/>
                  <a:pt x="3457438" y="67300"/>
                  <a:pt x="3454237" y="65928"/>
                </a:cubicBezTo>
                <a:cubicBezTo>
                  <a:pt x="3451128" y="64648"/>
                  <a:pt x="3448385" y="62819"/>
                  <a:pt x="3445916" y="60442"/>
                </a:cubicBezTo>
                <a:cubicBezTo>
                  <a:pt x="3443539" y="58064"/>
                  <a:pt x="3441710" y="55230"/>
                  <a:pt x="3440430" y="52121"/>
                </a:cubicBezTo>
                <a:cubicBezTo>
                  <a:pt x="3439058" y="49012"/>
                  <a:pt x="3438418" y="45720"/>
                  <a:pt x="3438418" y="42337"/>
                </a:cubicBezTo>
                <a:cubicBezTo>
                  <a:pt x="3438418" y="38953"/>
                  <a:pt x="3439058" y="35662"/>
                  <a:pt x="3440430" y="32553"/>
                </a:cubicBezTo>
                <a:cubicBezTo>
                  <a:pt x="3441710" y="29444"/>
                  <a:pt x="3443539" y="26609"/>
                  <a:pt x="3445916" y="24232"/>
                </a:cubicBezTo>
                <a:cubicBezTo>
                  <a:pt x="3448385" y="21854"/>
                  <a:pt x="3451128" y="20025"/>
                  <a:pt x="3454237" y="18745"/>
                </a:cubicBezTo>
                <a:cubicBezTo>
                  <a:pt x="3457438" y="17374"/>
                  <a:pt x="3460638" y="16734"/>
                  <a:pt x="3464022" y="16734"/>
                </a:cubicBezTo>
                <a:cubicBezTo>
                  <a:pt x="3467405" y="16734"/>
                  <a:pt x="3470697" y="17374"/>
                  <a:pt x="3473897" y="18745"/>
                </a:cubicBezTo>
                <a:cubicBezTo>
                  <a:pt x="3477006" y="20025"/>
                  <a:pt x="3479749" y="21854"/>
                  <a:pt x="3482127" y="24232"/>
                </a:cubicBezTo>
                <a:cubicBezTo>
                  <a:pt x="3484596" y="26609"/>
                  <a:pt x="3486424" y="29444"/>
                  <a:pt x="3487704" y="32553"/>
                </a:cubicBezTo>
                <a:cubicBezTo>
                  <a:pt x="3488985" y="35662"/>
                  <a:pt x="3489625" y="38953"/>
                  <a:pt x="3489625" y="42337"/>
                </a:cubicBezTo>
              </a:path>
              <a:path w="4504243" h="168524">
                <a:moveTo>
                  <a:pt x="4091391" y="122987"/>
                </a:moveTo>
                <a:cubicBezTo>
                  <a:pt x="4091391" y="126370"/>
                  <a:pt x="4090751" y="129570"/>
                  <a:pt x="4089471" y="132771"/>
                </a:cubicBezTo>
                <a:cubicBezTo>
                  <a:pt x="4088100" y="135880"/>
                  <a:pt x="4086271" y="138623"/>
                  <a:pt x="4083893" y="141000"/>
                </a:cubicBezTo>
                <a:cubicBezTo>
                  <a:pt x="4081516" y="143469"/>
                  <a:pt x="4078681" y="145298"/>
                  <a:pt x="4075572" y="146578"/>
                </a:cubicBezTo>
                <a:cubicBezTo>
                  <a:pt x="4072463" y="147858"/>
                  <a:pt x="4069171" y="148499"/>
                  <a:pt x="4065788" y="148499"/>
                </a:cubicBezTo>
                <a:cubicBezTo>
                  <a:pt x="4062405" y="148499"/>
                  <a:pt x="4059113" y="147858"/>
                  <a:pt x="4056004" y="146578"/>
                </a:cubicBezTo>
                <a:cubicBezTo>
                  <a:pt x="4052804" y="145298"/>
                  <a:pt x="4050060" y="143469"/>
                  <a:pt x="4047683" y="141000"/>
                </a:cubicBezTo>
                <a:cubicBezTo>
                  <a:pt x="4045306" y="138623"/>
                  <a:pt x="4043385" y="135880"/>
                  <a:pt x="4042105" y="132771"/>
                </a:cubicBezTo>
                <a:cubicBezTo>
                  <a:pt x="4040825" y="129570"/>
                  <a:pt x="4040185" y="126370"/>
                  <a:pt x="4040185" y="122987"/>
                </a:cubicBezTo>
                <a:cubicBezTo>
                  <a:pt x="4040185" y="119512"/>
                  <a:pt x="4040825" y="116312"/>
                  <a:pt x="4042105" y="113203"/>
                </a:cubicBezTo>
                <a:cubicBezTo>
                  <a:pt x="4043385" y="110002"/>
                  <a:pt x="4045306" y="107259"/>
                  <a:pt x="4047683" y="104882"/>
                </a:cubicBezTo>
                <a:cubicBezTo>
                  <a:pt x="4050060" y="102504"/>
                  <a:pt x="4052804" y="100584"/>
                  <a:pt x="4056004" y="99304"/>
                </a:cubicBezTo>
                <a:cubicBezTo>
                  <a:pt x="4059113" y="98024"/>
                  <a:pt x="4062405" y="97384"/>
                  <a:pt x="4065788" y="97384"/>
                </a:cubicBezTo>
                <a:cubicBezTo>
                  <a:pt x="4069171" y="97384"/>
                  <a:pt x="4072463" y="98024"/>
                  <a:pt x="4075572" y="99304"/>
                </a:cubicBezTo>
                <a:cubicBezTo>
                  <a:pt x="4078681" y="100584"/>
                  <a:pt x="4081516" y="102504"/>
                  <a:pt x="4083893" y="104882"/>
                </a:cubicBezTo>
                <a:cubicBezTo>
                  <a:pt x="4086271" y="107259"/>
                  <a:pt x="4088100" y="110002"/>
                  <a:pt x="4089471" y="113203"/>
                </a:cubicBezTo>
                <a:cubicBezTo>
                  <a:pt x="4090751" y="116312"/>
                  <a:pt x="4091391" y="119512"/>
                  <a:pt x="4091391" y="122987"/>
                </a:cubicBezTo>
              </a:path>
              <a:path w="4504243" h="168524">
                <a:moveTo>
                  <a:pt x="4504243" y="51664"/>
                </a:moveTo>
                <a:cubicBezTo>
                  <a:pt x="4504243" y="55047"/>
                  <a:pt x="4503603" y="58247"/>
                  <a:pt x="4502323" y="61448"/>
                </a:cubicBezTo>
                <a:cubicBezTo>
                  <a:pt x="4501043" y="64557"/>
                  <a:pt x="4499214" y="67300"/>
                  <a:pt x="4496745" y="69677"/>
                </a:cubicBezTo>
                <a:cubicBezTo>
                  <a:pt x="4494367" y="72146"/>
                  <a:pt x="4491624" y="73975"/>
                  <a:pt x="4488515" y="75255"/>
                </a:cubicBezTo>
                <a:cubicBezTo>
                  <a:pt x="4485315" y="76535"/>
                  <a:pt x="4482023" y="77175"/>
                  <a:pt x="4478640" y="77175"/>
                </a:cubicBezTo>
                <a:cubicBezTo>
                  <a:pt x="4475256" y="77175"/>
                  <a:pt x="4472056" y="76535"/>
                  <a:pt x="4468856" y="75255"/>
                </a:cubicBezTo>
                <a:cubicBezTo>
                  <a:pt x="4465747" y="73975"/>
                  <a:pt x="4463004" y="72146"/>
                  <a:pt x="4460535" y="69677"/>
                </a:cubicBezTo>
                <a:cubicBezTo>
                  <a:pt x="4458157" y="67300"/>
                  <a:pt x="4456328" y="64557"/>
                  <a:pt x="4455048" y="61448"/>
                </a:cubicBezTo>
                <a:cubicBezTo>
                  <a:pt x="4453677" y="58247"/>
                  <a:pt x="4453037" y="55047"/>
                  <a:pt x="4453037" y="51664"/>
                </a:cubicBezTo>
                <a:cubicBezTo>
                  <a:pt x="4453037" y="48189"/>
                  <a:pt x="4453677" y="44988"/>
                  <a:pt x="4455048" y="41880"/>
                </a:cubicBezTo>
                <a:cubicBezTo>
                  <a:pt x="4456328" y="38679"/>
                  <a:pt x="4458157" y="35936"/>
                  <a:pt x="4460535" y="33558"/>
                </a:cubicBezTo>
                <a:cubicBezTo>
                  <a:pt x="4463004" y="31181"/>
                  <a:pt x="4465747" y="29261"/>
                  <a:pt x="4468856" y="27981"/>
                </a:cubicBezTo>
                <a:cubicBezTo>
                  <a:pt x="4472056" y="26700"/>
                  <a:pt x="4475256" y="26060"/>
                  <a:pt x="4478640" y="26060"/>
                </a:cubicBezTo>
                <a:cubicBezTo>
                  <a:pt x="4482023" y="26060"/>
                  <a:pt x="4485315" y="26700"/>
                  <a:pt x="4488515" y="27981"/>
                </a:cubicBezTo>
                <a:cubicBezTo>
                  <a:pt x="4491624" y="29261"/>
                  <a:pt x="4494367" y="31181"/>
                  <a:pt x="4496745" y="33558"/>
                </a:cubicBezTo>
                <a:cubicBezTo>
                  <a:pt x="4499214" y="35936"/>
                  <a:pt x="4501043" y="38679"/>
                  <a:pt x="4502323" y="41880"/>
                </a:cubicBezTo>
                <a:cubicBezTo>
                  <a:pt x="4503603" y="44988"/>
                  <a:pt x="4504243" y="48189"/>
                  <a:pt x="4504243" y="51664"/>
                </a:cubicBezTo>
              </a:path>
            </a:pathLst>
          </a:custGeom>
          <a:solidFill>
            <a:srgbClr val="F2EFE6">
              <a:alpha val="92000"/>
            </a:srgbClr>
          </a:solidFill>
          <a:ln w="9957">
            <a:solidFill>
              <a:srgbClr val="8D948E">
                <a:alpha val="92000"/>
              </a:srgbClr>
            </a:solidFill>
            <a:prstDash val="solid"/>
          </a:ln>
        </p:spPr>
      </p:sp>
      <p:sp>
        <p:nvSpPr>
          <p:cNvPr id="16" name="Forma 78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F9F7F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85775" y="745419"/>
            <a:ext cx="197601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1" kern="0" dirty="0">
                <a:solidFill>
                  <a:srgbClr val="ADB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VÉRTICES Y SEGMENTOS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769498" y="997062"/>
            <a:ext cx="3197017" cy="1160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566" b="1" spc="-82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grafo convierte</a:t>
            </a:r>
            <a:endParaRPr lang="en-US" sz="2566" dirty="0"/>
          </a:p>
          <a:p>
            <a:pPr algn="l" indent="0" marL="0">
              <a:lnSpc>
                <a:spcPts val="2791"/>
              </a:lnSpc>
              <a:buNone/>
            </a:pPr>
            <a:r>
              <a:rPr lang="en-US" sz="2566" b="1" spc="-81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zona en una</a:t>
            </a:r>
            <a:endParaRPr lang="en-US" sz="2566" dirty="0"/>
          </a:p>
          <a:p>
            <a:pPr algn="l" indent="0" marL="0">
              <a:lnSpc>
                <a:spcPts val="2791"/>
              </a:lnSpc>
              <a:buNone/>
            </a:pPr>
            <a:r>
              <a:rPr lang="en-US" sz="2566" b="1" spc="-81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navegable.</a:t>
            </a:r>
            <a:endParaRPr lang="en-US" sz="2566" dirty="0"/>
          </a:p>
        </p:txBody>
      </p:sp>
      <p:sp>
        <p:nvSpPr>
          <p:cNvPr id="19" name="Text 17"/>
          <p:cNvSpPr txBox="1"/>
          <p:nvPr/>
        </p:nvSpPr>
        <p:spPr>
          <a:xfrm>
            <a:off x="5785775" y="2329525"/>
            <a:ext cx="596372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D4AC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Nodo</a:t>
            </a:r>
            <a:endParaRPr lang="en-US" sz="1322" dirty="0"/>
          </a:p>
        </p:txBody>
      </p:sp>
      <p:sp>
        <p:nvSpPr>
          <p:cNvPr id="20" name="Text 18"/>
          <p:cNvSpPr txBox="1"/>
          <p:nvPr/>
        </p:nvSpPr>
        <p:spPr>
          <a:xfrm>
            <a:off x="6830659" y="2320199"/>
            <a:ext cx="1843339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navegación con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coordenadas WGS84.</a:t>
            </a:r>
            <a:endParaRPr lang="en-US" sz="1097" dirty="0"/>
          </a:p>
        </p:txBody>
      </p:sp>
      <p:sp>
        <p:nvSpPr>
          <p:cNvPr id="21" name="Text 19"/>
          <p:cNvSpPr txBox="1"/>
          <p:nvPr/>
        </p:nvSpPr>
        <p:spPr>
          <a:xfrm>
            <a:off x="5785775" y="2916479"/>
            <a:ext cx="664769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D4AC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Arista</a:t>
            </a:r>
            <a:endParaRPr lang="en-US" sz="1322" dirty="0"/>
          </a:p>
        </p:txBody>
      </p:sp>
      <p:sp>
        <p:nvSpPr>
          <p:cNvPr id="22" name="Text 20"/>
          <p:cNvSpPr txBox="1"/>
          <p:nvPr/>
        </p:nvSpPr>
        <p:spPr>
          <a:xfrm>
            <a:off x="6830659" y="2907152"/>
            <a:ext cx="1985071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no dirigido entre dos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nodos; registra longitud y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atributos.</a:t>
            </a:r>
            <a:endParaRPr lang="en-US" sz="1097" dirty="0"/>
          </a:p>
        </p:txBody>
      </p:sp>
      <p:sp>
        <p:nvSpPr>
          <p:cNvPr id="23" name="Text 21"/>
          <p:cNvSpPr txBox="1"/>
          <p:nvPr/>
        </p:nvSpPr>
        <p:spPr>
          <a:xfrm>
            <a:off x="5785775" y="3699205"/>
            <a:ext cx="746059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D4AC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</a:t>
            </a:r>
            <a:endParaRPr lang="en-US" sz="1322" dirty="0"/>
          </a:p>
        </p:txBody>
      </p:sp>
      <p:sp>
        <p:nvSpPr>
          <p:cNvPr id="24" name="Text 22"/>
          <p:cNvSpPr txBox="1"/>
          <p:nvPr/>
        </p:nvSpPr>
        <p:spPr>
          <a:xfrm>
            <a:off x="6830659" y="3689878"/>
            <a:ext cx="1799448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inicio, tres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ECE9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observaciones y destino.</a:t>
            </a:r>
            <a:endParaRPr lang="en-US" sz="1097" dirty="0"/>
          </a:p>
        </p:txBody>
      </p:sp>
      <p:sp>
        <p:nvSpPr>
          <p:cNvPr id="25" name="Text 23"/>
          <p:cNvSpPr txBox="1"/>
          <p:nvPr/>
        </p:nvSpPr>
        <p:spPr>
          <a:xfrm>
            <a:off x="2851922" y="1535918"/>
            <a:ext cx="269474" cy="213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17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17" dirty="0"/>
          </a:p>
        </p:txBody>
      </p:sp>
      <p:sp>
        <p:nvSpPr>
          <p:cNvPr id="26" name="Text 24"/>
          <p:cNvSpPr txBox="1"/>
          <p:nvPr/>
        </p:nvSpPr>
        <p:spPr>
          <a:xfrm>
            <a:off x="4533687" y="4079961"/>
            <a:ext cx="269474" cy="213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117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17" dirty="0"/>
          </a:p>
        </p:txBody>
      </p:sp>
      <p:sp>
        <p:nvSpPr>
          <p:cNvPr id="27" name="Text 25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F9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35</a:t>
            </a:r>
            <a:endParaRPr lang="en-US" sz="88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79"/>
          <p:cNvSpPr/>
          <p:nvPr/>
        </p:nvSpPr>
        <p:spPr>
          <a:xfrm>
            <a:off x="1653875" y="2189714"/>
            <a:ext cx="5834695" cy="914"/>
          </a:xfrm>
          <a:custGeom>
            <a:avLst/>
            <a:gdLst/>
            <a:ahLst/>
            <a:cxnLst/>
            <a:rect l="l" t="t" r="r" b="b"/>
            <a:pathLst>
              <a:path w="5834695" h="914">
                <a:moveTo>
                  <a:pt x="0" y="0"/>
                </a:moveTo>
                <a:lnTo>
                  <a:pt x="5834695" y="0"/>
                </a:lnTo>
              </a:path>
            </a:pathLst>
          </a:custGeom>
          <a:ln w="31826">
            <a:solidFill>
              <a:srgbClr val="B9B6AB"/>
            </a:solidFill>
            <a:prstDash val="solid"/>
          </a:ln>
        </p:spPr>
      </p:sp>
      <p:sp>
        <p:nvSpPr>
          <p:cNvPr id="3" name="Forma 80"/>
          <p:cNvSpPr/>
          <p:nvPr/>
        </p:nvSpPr>
        <p:spPr>
          <a:xfrm>
            <a:off x="1635313" y="2171151"/>
            <a:ext cx="1469258" cy="37125"/>
          </a:xfrm>
          <a:custGeom>
            <a:avLst/>
            <a:gdLst/>
            <a:ahLst/>
            <a:cxnLst/>
            <a:rect l="l" t="t" r="r" b="b"/>
            <a:pathLst>
              <a:path w="1469258" h="37125">
                <a:moveTo>
                  <a:pt x="18562" y="0"/>
                </a:moveTo>
                <a:lnTo>
                  <a:pt x="1450696" y="0"/>
                </a:lnTo>
                <a:cubicBezTo>
                  <a:pt x="1453164" y="0"/>
                  <a:pt x="1455542" y="457"/>
                  <a:pt x="1457828" y="1372"/>
                </a:cubicBezTo>
                <a:cubicBezTo>
                  <a:pt x="1460114" y="2377"/>
                  <a:pt x="1462126" y="3658"/>
                  <a:pt x="1463863" y="5395"/>
                </a:cubicBezTo>
                <a:cubicBezTo>
                  <a:pt x="1465600" y="7132"/>
                  <a:pt x="1466880" y="9144"/>
                  <a:pt x="1467886" y="11430"/>
                </a:cubicBezTo>
                <a:cubicBezTo>
                  <a:pt x="1468801" y="13716"/>
                  <a:pt x="1469258" y="16093"/>
                  <a:pt x="1469258" y="18562"/>
                </a:cubicBezTo>
                <a:cubicBezTo>
                  <a:pt x="1469258" y="21031"/>
                  <a:pt x="1468801" y="23409"/>
                  <a:pt x="1467886" y="25603"/>
                </a:cubicBezTo>
                <a:cubicBezTo>
                  <a:pt x="1466880" y="27889"/>
                  <a:pt x="1465600" y="29901"/>
                  <a:pt x="1463863" y="31638"/>
                </a:cubicBezTo>
                <a:cubicBezTo>
                  <a:pt x="1462126" y="33376"/>
                  <a:pt x="1460114" y="34747"/>
                  <a:pt x="1457828" y="35662"/>
                </a:cubicBezTo>
                <a:cubicBezTo>
                  <a:pt x="1455542" y="36576"/>
                  <a:pt x="1453164" y="37125"/>
                  <a:pt x="1450696" y="37125"/>
                </a:cubicBezTo>
                <a:lnTo>
                  <a:pt x="18562" y="37125"/>
                </a:lnTo>
                <a:cubicBezTo>
                  <a:pt x="16093" y="37125"/>
                  <a:pt x="13716" y="36576"/>
                  <a:pt x="11430" y="35662"/>
                </a:cubicBezTo>
                <a:cubicBezTo>
                  <a:pt x="9144" y="34747"/>
                  <a:pt x="7224" y="33376"/>
                  <a:pt x="5395" y="31638"/>
                </a:cubicBezTo>
                <a:cubicBezTo>
                  <a:pt x="3658" y="29901"/>
                  <a:pt x="2377" y="27889"/>
                  <a:pt x="1372" y="25603"/>
                </a:cubicBezTo>
                <a:cubicBezTo>
                  <a:pt x="457" y="23409"/>
                  <a:pt x="0" y="21031"/>
                  <a:pt x="0" y="18562"/>
                </a:cubicBezTo>
                <a:cubicBezTo>
                  <a:pt x="0" y="16093"/>
                  <a:pt x="457" y="13716"/>
                  <a:pt x="1372" y="11430"/>
                </a:cubicBezTo>
                <a:cubicBezTo>
                  <a:pt x="2377" y="9144"/>
                  <a:pt x="3658" y="7132"/>
                  <a:pt x="5395" y="5395"/>
                </a:cubicBezTo>
                <a:cubicBezTo>
                  <a:pt x="7224" y="3658"/>
                  <a:pt x="9144" y="2377"/>
                  <a:pt x="11430" y="1372"/>
                </a:cubicBezTo>
                <a:cubicBezTo>
                  <a:pt x="13716" y="457"/>
                  <a:pt x="16093" y="0"/>
                  <a:pt x="18562" y="0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4" name="Forma 81"/>
          <p:cNvSpPr/>
          <p:nvPr/>
        </p:nvSpPr>
        <p:spPr>
          <a:xfrm>
            <a:off x="3067538" y="2171151"/>
            <a:ext cx="1522293" cy="37125"/>
          </a:xfrm>
          <a:custGeom>
            <a:avLst/>
            <a:gdLst/>
            <a:ahLst/>
            <a:cxnLst/>
            <a:rect l="l" t="t" r="r" b="b"/>
            <a:pathLst>
              <a:path w="1522293" h="37125">
                <a:moveTo>
                  <a:pt x="18562" y="0"/>
                </a:moveTo>
                <a:lnTo>
                  <a:pt x="1503731" y="0"/>
                </a:lnTo>
                <a:cubicBezTo>
                  <a:pt x="1506200" y="0"/>
                  <a:pt x="1508577" y="457"/>
                  <a:pt x="1510863" y="1372"/>
                </a:cubicBezTo>
                <a:cubicBezTo>
                  <a:pt x="1513149" y="2377"/>
                  <a:pt x="1515161" y="3658"/>
                  <a:pt x="1516898" y="5395"/>
                </a:cubicBezTo>
                <a:cubicBezTo>
                  <a:pt x="1518636" y="7132"/>
                  <a:pt x="1520007" y="9144"/>
                  <a:pt x="1520922" y="11430"/>
                </a:cubicBezTo>
                <a:cubicBezTo>
                  <a:pt x="1521836" y="13716"/>
                  <a:pt x="1522293" y="16093"/>
                  <a:pt x="1522293" y="18562"/>
                </a:cubicBezTo>
                <a:cubicBezTo>
                  <a:pt x="1522293" y="21031"/>
                  <a:pt x="1521836" y="23409"/>
                  <a:pt x="1520922" y="25603"/>
                </a:cubicBezTo>
                <a:cubicBezTo>
                  <a:pt x="1520007" y="27889"/>
                  <a:pt x="1518636" y="29901"/>
                  <a:pt x="1516898" y="31638"/>
                </a:cubicBezTo>
                <a:cubicBezTo>
                  <a:pt x="1515161" y="33376"/>
                  <a:pt x="1513149" y="34747"/>
                  <a:pt x="1510863" y="35662"/>
                </a:cubicBezTo>
                <a:cubicBezTo>
                  <a:pt x="1508577" y="36576"/>
                  <a:pt x="1506200" y="37125"/>
                  <a:pt x="1503731" y="37125"/>
                </a:cubicBezTo>
                <a:lnTo>
                  <a:pt x="18562" y="37125"/>
                </a:lnTo>
                <a:cubicBezTo>
                  <a:pt x="16093" y="37125"/>
                  <a:pt x="13716" y="36576"/>
                  <a:pt x="11430" y="35662"/>
                </a:cubicBezTo>
                <a:cubicBezTo>
                  <a:pt x="9144" y="34747"/>
                  <a:pt x="7224" y="33376"/>
                  <a:pt x="5395" y="31638"/>
                </a:cubicBezTo>
                <a:cubicBezTo>
                  <a:pt x="3658" y="29901"/>
                  <a:pt x="2377" y="27889"/>
                  <a:pt x="1372" y="25603"/>
                </a:cubicBezTo>
                <a:cubicBezTo>
                  <a:pt x="457" y="23409"/>
                  <a:pt x="0" y="21031"/>
                  <a:pt x="0" y="18562"/>
                </a:cubicBezTo>
                <a:cubicBezTo>
                  <a:pt x="0" y="16093"/>
                  <a:pt x="457" y="13716"/>
                  <a:pt x="1372" y="11430"/>
                </a:cubicBezTo>
                <a:cubicBezTo>
                  <a:pt x="2377" y="9144"/>
                  <a:pt x="3658" y="7132"/>
                  <a:pt x="5395" y="5395"/>
                </a:cubicBezTo>
                <a:cubicBezTo>
                  <a:pt x="7224" y="3658"/>
                  <a:pt x="9144" y="2377"/>
                  <a:pt x="11430" y="1372"/>
                </a:cubicBezTo>
                <a:cubicBezTo>
                  <a:pt x="13716" y="457"/>
                  <a:pt x="16093" y="0"/>
                  <a:pt x="18562" y="0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5" name="Forma 82"/>
          <p:cNvSpPr/>
          <p:nvPr/>
        </p:nvSpPr>
        <p:spPr>
          <a:xfrm>
            <a:off x="4552706" y="2171151"/>
            <a:ext cx="1522293" cy="37125"/>
          </a:xfrm>
          <a:custGeom>
            <a:avLst/>
            <a:gdLst/>
            <a:ahLst/>
            <a:cxnLst/>
            <a:rect l="l" t="t" r="r" b="b"/>
            <a:pathLst>
              <a:path w="1522293" h="37125">
                <a:moveTo>
                  <a:pt x="18562" y="0"/>
                </a:moveTo>
                <a:lnTo>
                  <a:pt x="1503731" y="0"/>
                </a:lnTo>
                <a:cubicBezTo>
                  <a:pt x="1506200" y="0"/>
                  <a:pt x="1508577" y="457"/>
                  <a:pt x="1510863" y="1372"/>
                </a:cubicBezTo>
                <a:cubicBezTo>
                  <a:pt x="1513149" y="2377"/>
                  <a:pt x="1515161" y="3658"/>
                  <a:pt x="1516898" y="5395"/>
                </a:cubicBezTo>
                <a:cubicBezTo>
                  <a:pt x="1518636" y="7132"/>
                  <a:pt x="1520007" y="9144"/>
                  <a:pt x="1520922" y="11430"/>
                </a:cubicBezTo>
                <a:cubicBezTo>
                  <a:pt x="1521836" y="13716"/>
                  <a:pt x="1522293" y="16093"/>
                  <a:pt x="1522293" y="18562"/>
                </a:cubicBezTo>
                <a:cubicBezTo>
                  <a:pt x="1522293" y="21031"/>
                  <a:pt x="1521836" y="23409"/>
                  <a:pt x="1520922" y="25603"/>
                </a:cubicBezTo>
                <a:cubicBezTo>
                  <a:pt x="1520007" y="27889"/>
                  <a:pt x="1518636" y="29901"/>
                  <a:pt x="1516898" y="31638"/>
                </a:cubicBezTo>
                <a:cubicBezTo>
                  <a:pt x="1515161" y="33376"/>
                  <a:pt x="1513149" y="34747"/>
                  <a:pt x="1510863" y="35662"/>
                </a:cubicBezTo>
                <a:cubicBezTo>
                  <a:pt x="1508577" y="36576"/>
                  <a:pt x="1506200" y="37125"/>
                  <a:pt x="1503731" y="37125"/>
                </a:cubicBezTo>
                <a:lnTo>
                  <a:pt x="18562" y="37125"/>
                </a:lnTo>
                <a:cubicBezTo>
                  <a:pt x="16093" y="37125"/>
                  <a:pt x="13716" y="36576"/>
                  <a:pt x="11430" y="35662"/>
                </a:cubicBezTo>
                <a:cubicBezTo>
                  <a:pt x="9144" y="34747"/>
                  <a:pt x="7224" y="33376"/>
                  <a:pt x="5395" y="31638"/>
                </a:cubicBezTo>
                <a:cubicBezTo>
                  <a:pt x="3658" y="29901"/>
                  <a:pt x="2377" y="27889"/>
                  <a:pt x="1372" y="25603"/>
                </a:cubicBezTo>
                <a:cubicBezTo>
                  <a:pt x="457" y="23409"/>
                  <a:pt x="0" y="21031"/>
                  <a:pt x="0" y="18562"/>
                </a:cubicBezTo>
                <a:cubicBezTo>
                  <a:pt x="0" y="16093"/>
                  <a:pt x="457" y="13716"/>
                  <a:pt x="1372" y="11430"/>
                </a:cubicBezTo>
                <a:cubicBezTo>
                  <a:pt x="2377" y="9144"/>
                  <a:pt x="3658" y="7132"/>
                  <a:pt x="5395" y="5395"/>
                </a:cubicBezTo>
                <a:cubicBezTo>
                  <a:pt x="7224" y="3658"/>
                  <a:pt x="9144" y="2377"/>
                  <a:pt x="11430" y="1372"/>
                </a:cubicBezTo>
                <a:cubicBezTo>
                  <a:pt x="13716" y="457"/>
                  <a:pt x="16093" y="0"/>
                  <a:pt x="18562" y="0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6" name="Forma 83"/>
          <p:cNvSpPr/>
          <p:nvPr/>
        </p:nvSpPr>
        <p:spPr>
          <a:xfrm>
            <a:off x="6037875" y="2171151"/>
            <a:ext cx="1469258" cy="37125"/>
          </a:xfrm>
          <a:custGeom>
            <a:avLst/>
            <a:gdLst/>
            <a:ahLst/>
            <a:cxnLst/>
            <a:rect l="l" t="t" r="r" b="b"/>
            <a:pathLst>
              <a:path w="1469258" h="37125">
                <a:moveTo>
                  <a:pt x="18562" y="0"/>
                </a:moveTo>
                <a:lnTo>
                  <a:pt x="1450696" y="0"/>
                </a:lnTo>
                <a:cubicBezTo>
                  <a:pt x="1453164" y="0"/>
                  <a:pt x="1455542" y="457"/>
                  <a:pt x="1457828" y="1372"/>
                </a:cubicBezTo>
                <a:cubicBezTo>
                  <a:pt x="1460114" y="2377"/>
                  <a:pt x="1462126" y="3658"/>
                  <a:pt x="1463863" y="5395"/>
                </a:cubicBezTo>
                <a:cubicBezTo>
                  <a:pt x="1465600" y="7132"/>
                  <a:pt x="1466880" y="9144"/>
                  <a:pt x="1467886" y="11430"/>
                </a:cubicBezTo>
                <a:cubicBezTo>
                  <a:pt x="1468801" y="13716"/>
                  <a:pt x="1469258" y="16093"/>
                  <a:pt x="1469258" y="18562"/>
                </a:cubicBezTo>
                <a:cubicBezTo>
                  <a:pt x="1469258" y="21031"/>
                  <a:pt x="1468801" y="23409"/>
                  <a:pt x="1467886" y="25603"/>
                </a:cubicBezTo>
                <a:cubicBezTo>
                  <a:pt x="1466880" y="27889"/>
                  <a:pt x="1465600" y="29901"/>
                  <a:pt x="1463863" y="31638"/>
                </a:cubicBezTo>
                <a:cubicBezTo>
                  <a:pt x="1462126" y="33376"/>
                  <a:pt x="1460114" y="34747"/>
                  <a:pt x="1457828" y="35662"/>
                </a:cubicBezTo>
                <a:cubicBezTo>
                  <a:pt x="1455542" y="36576"/>
                  <a:pt x="1453164" y="37125"/>
                  <a:pt x="1450696" y="37125"/>
                </a:cubicBezTo>
                <a:lnTo>
                  <a:pt x="18562" y="37125"/>
                </a:lnTo>
                <a:cubicBezTo>
                  <a:pt x="16093" y="37125"/>
                  <a:pt x="13716" y="36576"/>
                  <a:pt x="11430" y="35662"/>
                </a:cubicBezTo>
                <a:cubicBezTo>
                  <a:pt x="9144" y="34747"/>
                  <a:pt x="7132" y="33376"/>
                  <a:pt x="5395" y="31638"/>
                </a:cubicBezTo>
                <a:cubicBezTo>
                  <a:pt x="3658" y="29901"/>
                  <a:pt x="2377" y="27889"/>
                  <a:pt x="1372" y="25603"/>
                </a:cubicBezTo>
                <a:cubicBezTo>
                  <a:pt x="457" y="23409"/>
                  <a:pt x="0" y="21031"/>
                  <a:pt x="0" y="18562"/>
                </a:cubicBezTo>
                <a:cubicBezTo>
                  <a:pt x="0" y="16093"/>
                  <a:pt x="457" y="13716"/>
                  <a:pt x="1372" y="11430"/>
                </a:cubicBezTo>
                <a:cubicBezTo>
                  <a:pt x="2377" y="9144"/>
                  <a:pt x="3658" y="7132"/>
                  <a:pt x="5395" y="5395"/>
                </a:cubicBezTo>
                <a:cubicBezTo>
                  <a:pt x="7132" y="3658"/>
                  <a:pt x="9144" y="2377"/>
                  <a:pt x="11430" y="1372"/>
                </a:cubicBezTo>
                <a:cubicBezTo>
                  <a:pt x="13716" y="457"/>
                  <a:pt x="16093" y="0"/>
                  <a:pt x="18562" y="0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7" name="Forma 84"/>
          <p:cNvSpPr/>
          <p:nvPr/>
        </p:nvSpPr>
        <p:spPr>
          <a:xfrm>
            <a:off x="1660550" y="2031340"/>
            <a:ext cx="317205" cy="316840"/>
          </a:xfrm>
          <a:custGeom>
            <a:avLst/>
            <a:gdLst/>
            <a:ahLst/>
            <a:cxnLst/>
            <a:rect l="l" t="t" r="r" b="b"/>
            <a:pathLst>
              <a:path w="317205" h="316840">
                <a:moveTo>
                  <a:pt x="317205" y="158374"/>
                </a:moveTo>
                <a:cubicBezTo>
                  <a:pt x="317205" y="168798"/>
                  <a:pt x="316200" y="179131"/>
                  <a:pt x="314096" y="189281"/>
                </a:cubicBezTo>
                <a:cubicBezTo>
                  <a:pt x="312085" y="199522"/>
                  <a:pt x="309067" y="209398"/>
                  <a:pt x="305135" y="218999"/>
                </a:cubicBezTo>
                <a:cubicBezTo>
                  <a:pt x="301112" y="228600"/>
                  <a:pt x="296266" y="237744"/>
                  <a:pt x="290505" y="246431"/>
                </a:cubicBezTo>
                <a:cubicBezTo>
                  <a:pt x="284653" y="255026"/>
                  <a:pt x="278069" y="263073"/>
                  <a:pt x="270754" y="270388"/>
                </a:cubicBezTo>
                <a:cubicBezTo>
                  <a:pt x="263347" y="277795"/>
                  <a:pt x="255392" y="284378"/>
                  <a:pt x="246705" y="290139"/>
                </a:cubicBezTo>
                <a:cubicBezTo>
                  <a:pt x="238018" y="295900"/>
                  <a:pt x="228874" y="300746"/>
                  <a:pt x="219273" y="304770"/>
                </a:cubicBezTo>
                <a:cubicBezTo>
                  <a:pt x="209672" y="308701"/>
                  <a:pt x="199705" y="311719"/>
                  <a:pt x="189555" y="313731"/>
                </a:cubicBezTo>
                <a:cubicBezTo>
                  <a:pt x="179314" y="315834"/>
                  <a:pt x="168981" y="316840"/>
                  <a:pt x="158557" y="316840"/>
                </a:cubicBezTo>
                <a:cubicBezTo>
                  <a:pt x="148224" y="316840"/>
                  <a:pt x="137892" y="315834"/>
                  <a:pt x="127650" y="313731"/>
                </a:cubicBezTo>
                <a:cubicBezTo>
                  <a:pt x="117409" y="311719"/>
                  <a:pt x="107533" y="308701"/>
                  <a:pt x="97932" y="304770"/>
                </a:cubicBezTo>
                <a:cubicBezTo>
                  <a:pt x="88240" y="300746"/>
                  <a:pt x="79187" y="295900"/>
                  <a:pt x="70500" y="290139"/>
                </a:cubicBezTo>
                <a:cubicBezTo>
                  <a:pt x="61813" y="284378"/>
                  <a:pt x="53858" y="277795"/>
                  <a:pt x="46452" y="270388"/>
                </a:cubicBezTo>
                <a:cubicBezTo>
                  <a:pt x="39045" y="263073"/>
                  <a:pt x="32553" y="255026"/>
                  <a:pt x="26700" y="246431"/>
                </a:cubicBezTo>
                <a:cubicBezTo>
                  <a:pt x="20940" y="237744"/>
                  <a:pt x="16093" y="228600"/>
                  <a:pt x="12070" y="218999"/>
                </a:cubicBezTo>
                <a:cubicBezTo>
                  <a:pt x="8047" y="209398"/>
                  <a:pt x="5121" y="199522"/>
                  <a:pt x="3018" y="189281"/>
                </a:cubicBezTo>
                <a:cubicBezTo>
                  <a:pt x="1006" y="179131"/>
                  <a:pt x="0" y="168798"/>
                  <a:pt x="0" y="158374"/>
                </a:cubicBezTo>
                <a:cubicBezTo>
                  <a:pt x="0" y="148041"/>
                  <a:pt x="1006" y="137709"/>
                  <a:pt x="3018" y="127467"/>
                </a:cubicBezTo>
                <a:cubicBezTo>
                  <a:pt x="5121" y="117318"/>
                  <a:pt x="8047" y="107351"/>
                  <a:pt x="12070" y="97749"/>
                </a:cubicBezTo>
                <a:cubicBezTo>
                  <a:pt x="16093" y="88148"/>
                  <a:pt x="20940" y="79004"/>
                  <a:pt x="26700" y="70409"/>
                </a:cubicBezTo>
                <a:cubicBezTo>
                  <a:pt x="32553" y="61722"/>
                  <a:pt x="39045" y="53767"/>
                  <a:pt x="46452" y="46360"/>
                </a:cubicBezTo>
                <a:cubicBezTo>
                  <a:pt x="53858" y="39045"/>
                  <a:pt x="61813" y="32461"/>
                  <a:pt x="70500" y="26700"/>
                </a:cubicBezTo>
                <a:cubicBezTo>
                  <a:pt x="79187" y="20940"/>
                  <a:pt x="88240" y="16002"/>
                  <a:pt x="97932" y="12070"/>
                </a:cubicBezTo>
                <a:cubicBezTo>
                  <a:pt x="107533" y="8047"/>
                  <a:pt x="117409" y="5029"/>
                  <a:pt x="127650" y="3018"/>
                </a:cubicBezTo>
                <a:cubicBezTo>
                  <a:pt x="137892" y="1006"/>
                  <a:pt x="148224" y="0"/>
                  <a:pt x="158557" y="0"/>
                </a:cubicBezTo>
                <a:cubicBezTo>
                  <a:pt x="168981" y="0"/>
                  <a:pt x="179314" y="1006"/>
                  <a:pt x="189555" y="3018"/>
                </a:cubicBezTo>
                <a:cubicBezTo>
                  <a:pt x="199705" y="5029"/>
                  <a:pt x="209672" y="8047"/>
                  <a:pt x="219273" y="12070"/>
                </a:cubicBezTo>
                <a:cubicBezTo>
                  <a:pt x="228874" y="16002"/>
                  <a:pt x="238018" y="20940"/>
                  <a:pt x="246705" y="26700"/>
                </a:cubicBezTo>
                <a:cubicBezTo>
                  <a:pt x="255392" y="32461"/>
                  <a:pt x="263347" y="39045"/>
                  <a:pt x="270754" y="46360"/>
                </a:cubicBezTo>
                <a:cubicBezTo>
                  <a:pt x="278069" y="53767"/>
                  <a:pt x="284653" y="61722"/>
                  <a:pt x="290505" y="70409"/>
                </a:cubicBezTo>
                <a:cubicBezTo>
                  <a:pt x="296266" y="79004"/>
                  <a:pt x="301112" y="88148"/>
                  <a:pt x="305135" y="97749"/>
                </a:cubicBezTo>
                <a:cubicBezTo>
                  <a:pt x="309067" y="107351"/>
                  <a:pt x="312085" y="117318"/>
                  <a:pt x="314096" y="127467"/>
                </a:cubicBezTo>
                <a:cubicBezTo>
                  <a:pt x="316200" y="137709"/>
                  <a:pt x="317205" y="148041"/>
                  <a:pt x="317205" y="158374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8" name="Forma 85"/>
          <p:cNvSpPr/>
          <p:nvPr/>
        </p:nvSpPr>
        <p:spPr>
          <a:xfrm>
            <a:off x="1693194" y="2063892"/>
            <a:ext cx="251917" cy="251551"/>
          </a:xfrm>
          <a:custGeom>
            <a:avLst/>
            <a:gdLst/>
            <a:ahLst/>
            <a:cxnLst/>
            <a:rect l="l" t="t" r="r" b="b"/>
            <a:pathLst>
              <a:path w="251917" h="251551">
                <a:moveTo>
                  <a:pt x="251917" y="125821"/>
                </a:moveTo>
                <a:cubicBezTo>
                  <a:pt x="251917" y="134051"/>
                  <a:pt x="251094" y="142189"/>
                  <a:pt x="249448" y="150327"/>
                </a:cubicBezTo>
                <a:cubicBezTo>
                  <a:pt x="247894" y="158466"/>
                  <a:pt x="245425" y="166329"/>
                  <a:pt x="242316" y="173919"/>
                </a:cubicBezTo>
                <a:cubicBezTo>
                  <a:pt x="239116" y="181600"/>
                  <a:pt x="235275" y="188824"/>
                  <a:pt x="230703" y="195682"/>
                </a:cubicBezTo>
                <a:cubicBezTo>
                  <a:pt x="226040" y="202540"/>
                  <a:pt x="220828" y="208940"/>
                  <a:pt x="214975" y="214701"/>
                </a:cubicBezTo>
                <a:cubicBezTo>
                  <a:pt x="209123" y="220553"/>
                  <a:pt x="202814" y="225765"/>
                  <a:pt x="195956" y="230429"/>
                </a:cubicBezTo>
                <a:cubicBezTo>
                  <a:pt x="189006" y="235001"/>
                  <a:pt x="181783" y="238841"/>
                  <a:pt x="174102" y="242042"/>
                </a:cubicBezTo>
                <a:cubicBezTo>
                  <a:pt x="166512" y="245151"/>
                  <a:pt x="158648" y="247528"/>
                  <a:pt x="150510" y="249174"/>
                </a:cubicBezTo>
                <a:cubicBezTo>
                  <a:pt x="142372" y="250820"/>
                  <a:pt x="134234" y="251551"/>
                  <a:pt x="125913" y="251551"/>
                </a:cubicBez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cubicBezTo>
                  <a:pt x="134234" y="0"/>
                  <a:pt x="142372" y="823"/>
                  <a:pt x="150510" y="2377"/>
                </a:cubicBezTo>
                <a:cubicBezTo>
                  <a:pt x="158648" y="4023"/>
                  <a:pt x="166512" y="6401"/>
                  <a:pt x="174102" y="9601"/>
                </a:cubicBezTo>
                <a:cubicBezTo>
                  <a:pt x="181783" y="12710"/>
                  <a:pt x="189006" y="16642"/>
                  <a:pt x="195956" y="21214"/>
                </a:cubicBezTo>
                <a:cubicBezTo>
                  <a:pt x="202814" y="25786"/>
                  <a:pt x="209123" y="30998"/>
                  <a:pt x="214975" y="36850"/>
                </a:cubicBezTo>
                <a:cubicBezTo>
                  <a:pt x="220828" y="42702"/>
                  <a:pt x="226040" y="49012"/>
                  <a:pt x="230703" y="55870"/>
                </a:cubicBezTo>
                <a:cubicBezTo>
                  <a:pt x="235275" y="62728"/>
                  <a:pt x="239116" y="70043"/>
                  <a:pt x="242316" y="77633"/>
                </a:cubicBezTo>
                <a:cubicBezTo>
                  <a:pt x="245425" y="85314"/>
                  <a:pt x="247894" y="93177"/>
                  <a:pt x="249448" y="101224"/>
                </a:cubicBezTo>
                <a:cubicBezTo>
                  <a:pt x="251094" y="109362"/>
                  <a:pt x="251917" y="117500"/>
                  <a:pt x="251917" y="125821"/>
                </a:cubicBezTo>
              </a:path>
            </a:pathLst>
          </a:custGeom>
          <a:solidFill>
            <a:srgbClr val="2D6075"/>
          </a:solidFill>
          <a:ln w="27991">
            <a:solidFill>
              <a:srgbClr val="F1EEE5"/>
            </a:solidFill>
            <a:prstDash val="solid"/>
          </a:ln>
        </p:spPr>
      </p:sp>
      <p:sp>
        <p:nvSpPr>
          <p:cNvPr id="9" name="Forma 86"/>
          <p:cNvSpPr/>
          <p:nvPr/>
        </p:nvSpPr>
        <p:spPr>
          <a:xfrm>
            <a:off x="3498403" y="2031340"/>
            <a:ext cx="317205" cy="316840"/>
          </a:xfrm>
          <a:custGeom>
            <a:avLst/>
            <a:gdLst/>
            <a:ahLst/>
            <a:cxnLst/>
            <a:rect l="l" t="t" r="r" b="b"/>
            <a:pathLst>
              <a:path w="317205" h="316840">
                <a:moveTo>
                  <a:pt x="317205" y="158374"/>
                </a:moveTo>
                <a:cubicBezTo>
                  <a:pt x="317205" y="168798"/>
                  <a:pt x="316200" y="179131"/>
                  <a:pt x="314096" y="189281"/>
                </a:cubicBezTo>
                <a:cubicBezTo>
                  <a:pt x="312085" y="199522"/>
                  <a:pt x="309067" y="209398"/>
                  <a:pt x="305135" y="218999"/>
                </a:cubicBezTo>
                <a:cubicBezTo>
                  <a:pt x="301112" y="228600"/>
                  <a:pt x="296266" y="237744"/>
                  <a:pt x="290505" y="246431"/>
                </a:cubicBezTo>
                <a:cubicBezTo>
                  <a:pt x="284653" y="255026"/>
                  <a:pt x="278069" y="263073"/>
                  <a:pt x="270754" y="270388"/>
                </a:cubicBezTo>
                <a:cubicBezTo>
                  <a:pt x="263347" y="277795"/>
                  <a:pt x="255392" y="284378"/>
                  <a:pt x="246705" y="290139"/>
                </a:cubicBezTo>
                <a:cubicBezTo>
                  <a:pt x="238018" y="295900"/>
                  <a:pt x="228874" y="300746"/>
                  <a:pt x="219273" y="304770"/>
                </a:cubicBezTo>
                <a:cubicBezTo>
                  <a:pt x="209672" y="308701"/>
                  <a:pt x="199705" y="311719"/>
                  <a:pt x="189555" y="313731"/>
                </a:cubicBezTo>
                <a:cubicBezTo>
                  <a:pt x="179314" y="315834"/>
                  <a:pt x="168981" y="316840"/>
                  <a:pt x="158557" y="316840"/>
                </a:cubicBezTo>
                <a:cubicBezTo>
                  <a:pt x="148224" y="316840"/>
                  <a:pt x="137892" y="315834"/>
                  <a:pt x="127650" y="313731"/>
                </a:cubicBezTo>
                <a:cubicBezTo>
                  <a:pt x="117409" y="311719"/>
                  <a:pt x="107533" y="308701"/>
                  <a:pt x="97932" y="304770"/>
                </a:cubicBezTo>
                <a:cubicBezTo>
                  <a:pt x="88240" y="300746"/>
                  <a:pt x="79187" y="295900"/>
                  <a:pt x="70500" y="290139"/>
                </a:cubicBezTo>
                <a:cubicBezTo>
                  <a:pt x="61813" y="284378"/>
                  <a:pt x="53858" y="277795"/>
                  <a:pt x="46452" y="270388"/>
                </a:cubicBezTo>
                <a:cubicBezTo>
                  <a:pt x="39045" y="263073"/>
                  <a:pt x="32553" y="255026"/>
                  <a:pt x="26700" y="246431"/>
                </a:cubicBezTo>
                <a:cubicBezTo>
                  <a:pt x="20940" y="237744"/>
                  <a:pt x="16093" y="228600"/>
                  <a:pt x="12070" y="218999"/>
                </a:cubicBezTo>
                <a:cubicBezTo>
                  <a:pt x="8047" y="209398"/>
                  <a:pt x="5121" y="199522"/>
                  <a:pt x="3018" y="189281"/>
                </a:cubicBezTo>
                <a:cubicBezTo>
                  <a:pt x="1006" y="179131"/>
                  <a:pt x="0" y="168798"/>
                  <a:pt x="0" y="158374"/>
                </a:cubicBezTo>
                <a:cubicBezTo>
                  <a:pt x="0" y="148041"/>
                  <a:pt x="1006" y="137709"/>
                  <a:pt x="3018" y="127467"/>
                </a:cubicBezTo>
                <a:cubicBezTo>
                  <a:pt x="5121" y="117318"/>
                  <a:pt x="8047" y="107351"/>
                  <a:pt x="12070" y="97749"/>
                </a:cubicBezTo>
                <a:cubicBezTo>
                  <a:pt x="16093" y="88148"/>
                  <a:pt x="20940" y="79004"/>
                  <a:pt x="26700" y="70409"/>
                </a:cubicBezTo>
                <a:cubicBezTo>
                  <a:pt x="32553" y="61722"/>
                  <a:pt x="39045" y="53767"/>
                  <a:pt x="46452" y="46360"/>
                </a:cubicBezTo>
                <a:cubicBezTo>
                  <a:pt x="53858" y="39045"/>
                  <a:pt x="61813" y="32461"/>
                  <a:pt x="70500" y="26700"/>
                </a:cubicBezTo>
                <a:cubicBezTo>
                  <a:pt x="79187" y="20940"/>
                  <a:pt x="88240" y="16002"/>
                  <a:pt x="97932" y="12070"/>
                </a:cubicBezTo>
                <a:cubicBezTo>
                  <a:pt x="107533" y="8047"/>
                  <a:pt x="117409" y="5029"/>
                  <a:pt x="127650" y="3018"/>
                </a:cubicBezTo>
                <a:cubicBezTo>
                  <a:pt x="137892" y="1006"/>
                  <a:pt x="148224" y="0"/>
                  <a:pt x="158557" y="0"/>
                </a:cubicBezTo>
                <a:cubicBezTo>
                  <a:pt x="168981" y="0"/>
                  <a:pt x="179314" y="1006"/>
                  <a:pt x="189555" y="3018"/>
                </a:cubicBezTo>
                <a:cubicBezTo>
                  <a:pt x="199705" y="5029"/>
                  <a:pt x="209672" y="8047"/>
                  <a:pt x="219273" y="12070"/>
                </a:cubicBezTo>
                <a:cubicBezTo>
                  <a:pt x="228874" y="16002"/>
                  <a:pt x="238018" y="20940"/>
                  <a:pt x="246705" y="26700"/>
                </a:cubicBezTo>
                <a:cubicBezTo>
                  <a:pt x="255392" y="32461"/>
                  <a:pt x="263347" y="39045"/>
                  <a:pt x="270754" y="46360"/>
                </a:cubicBezTo>
                <a:cubicBezTo>
                  <a:pt x="278069" y="53767"/>
                  <a:pt x="284653" y="61722"/>
                  <a:pt x="290505" y="70409"/>
                </a:cubicBezTo>
                <a:cubicBezTo>
                  <a:pt x="296266" y="79004"/>
                  <a:pt x="301112" y="88148"/>
                  <a:pt x="305135" y="97749"/>
                </a:cubicBezTo>
                <a:cubicBezTo>
                  <a:pt x="309067" y="107351"/>
                  <a:pt x="312085" y="117318"/>
                  <a:pt x="314096" y="127467"/>
                </a:cubicBezTo>
                <a:cubicBezTo>
                  <a:pt x="316200" y="137709"/>
                  <a:pt x="317205" y="148041"/>
                  <a:pt x="317205" y="158374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0" name="Forma 87"/>
          <p:cNvSpPr/>
          <p:nvPr/>
        </p:nvSpPr>
        <p:spPr>
          <a:xfrm>
            <a:off x="3531047" y="2063892"/>
            <a:ext cx="251917" cy="251551"/>
          </a:xfrm>
          <a:custGeom>
            <a:avLst/>
            <a:gdLst/>
            <a:ahLst/>
            <a:cxnLst/>
            <a:rect l="l" t="t" r="r" b="b"/>
            <a:pathLst>
              <a:path w="251917" h="251551">
                <a:moveTo>
                  <a:pt x="251917" y="125821"/>
                </a:moveTo>
                <a:cubicBezTo>
                  <a:pt x="251917" y="134051"/>
                  <a:pt x="251094" y="142189"/>
                  <a:pt x="249448" y="150327"/>
                </a:cubicBezTo>
                <a:cubicBezTo>
                  <a:pt x="247894" y="158466"/>
                  <a:pt x="245425" y="166329"/>
                  <a:pt x="242316" y="173919"/>
                </a:cubicBezTo>
                <a:cubicBezTo>
                  <a:pt x="239116" y="181600"/>
                  <a:pt x="235275" y="188824"/>
                  <a:pt x="230703" y="195682"/>
                </a:cubicBezTo>
                <a:cubicBezTo>
                  <a:pt x="226040" y="202540"/>
                  <a:pt x="220828" y="208940"/>
                  <a:pt x="214975" y="214701"/>
                </a:cubicBezTo>
                <a:cubicBezTo>
                  <a:pt x="209123" y="220553"/>
                  <a:pt x="202814" y="225765"/>
                  <a:pt x="195956" y="230429"/>
                </a:cubicBezTo>
                <a:cubicBezTo>
                  <a:pt x="189006" y="235001"/>
                  <a:pt x="181783" y="238841"/>
                  <a:pt x="174102" y="242042"/>
                </a:cubicBezTo>
                <a:cubicBezTo>
                  <a:pt x="166512" y="245151"/>
                  <a:pt x="158648" y="247528"/>
                  <a:pt x="150510" y="249174"/>
                </a:cubicBezTo>
                <a:cubicBezTo>
                  <a:pt x="142372" y="250820"/>
                  <a:pt x="134234" y="251551"/>
                  <a:pt x="125913" y="251551"/>
                </a:cubicBez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cubicBezTo>
                  <a:pt x="134234" y="0"/>
                  <a:pt x="142372" y="823"/>
                  <a:pt x="150510" y="2377"/>
                </a:cubicBezTo>
                <a:cubicBezTo>
                  <a:pt x="158648" y="4023"/>
                  <a:pt x="166512" y="6401"/>
                  <a:pt x="174102" y="9601"/>
                </a:cubicBezTo>
                <a:cubicBezTo>
                  <a:pt x="181783" y="12710"/>
                  <a:pt x="189006" y="16642"/>
                  <a:pt x="195956" y="21214"/>
                </a:cubicBezTo>
                <a:cubicBezTo>
                  <a:pt x="202814" y="25786"/>
                  <a:pt x="209123" y="30998"/>
                  <a:pt x="214975" y="36850"/>
                </a:cubicBezTo>
                <a:cubicBezTo>
                  <a:pt x="220828" y="42702"/>
                  <a:pt x="226040" y="49012"/>
                  <a:pt x="230703" y="55870"/>
                </a:cubicBezTo>
                <a:cubicBezTo>
                  <a:pt x="235275" y="62728"/>
                  <a:pt x="239116" y="70043"/>
                  <a:pt x="242316" y="77633"/>
                </a:cubicBezTo>
                <a:cubicBezTo>
                  <a:pt x="245425" y="85314"/>
                  <a:pt x="247894" y="93177"/>
                  <a:pt x="249448" y="101224"/>
                </a:cubicBezTo>
                <a:cubicBezTo>
                  <a:pt x="251094" y="109362"/>
                  <a:pt x="251917" y="117500"/>
                  <a:pt x="251917" y="125821"/>
                </a:cubicBezTo>
              </a:path>
            </a:pathLst>
          </a:custGeom>
          <a:solidFill>
            <a:srgbClr val="AB432E"/>
          </a:solidFill>
          <a:ln w="27991">
            <a:solidFill>
              <a:srgbClr val="F1EEE5"/>
            </a:solidFill>
            <a:prstDash val="solid"/>
          </a:ln>
        </p:spPr>
      </p:sp>
      <p:sp>
        <p:nvSpPr>
          <p:cNvPr id="11" name="Forma 88"/>
          <p:cNvSpPr/>
          <p:nvPr/>
        </p:nvSpPr>
        <p:spPr>
          <a:xfrm>
            <a:off x="5326929" y="2031340"/>
            <a:ext cx="317205" cy="316840"/>
          </a:xfrm>
          <a:custGeom>
            <a:avLst/>
            <a:gdLst/>
            <a:ahLst/>
            <a:cxnLst/>
            <a:rect l="l" t="t" r="r" b="b"/>
            <a:pathLst>
              <a:path w="317205" h="316840">
                <a:moveTo>
                  <a:pt x="317205" y="158374"/>
                </a:moveTo>
                <a:cubicBezTo>
                  <a:pt x="317205" y="168798"/>
                  <a:pt x="316200" y="179131"/>
                  <a:pt x="314096" y="189281"/>
                </a:cubicBezTo>
                <a:cubicBezTo>
                  <a:pt x="312085" y="199522"/>
                  <a:pt x="309067" y="209398"/>
                  <a:pt x="305135" y="218999"/>
                </a:cubicBezTo>
                <a:cubicBezTo>
                  <a:pt x="301112" y="228600"/>
                  <a:pt x="296266" y="237744"/>
                  <a:pt x="290505" y="246431"/>
                </a:cubicBezTo>
                <a:cubicBezTo>
                  <a:pt x="284653" y="255026"/>
                  <a:pt x="278069" y="263073"/>
                  <a:pt x="270754" y="270388"/>
                </a:cubicBezTo>
                <a:cubicBezTo>
                  <a:pt x="263347" y="277795"/>
                  <a:pt x="255392" y="284378"/>
                  <a:pt x="246705" y="290139"/>
                </a:cubicBezTo>
                <a:cubicBezTo>
                  <a:pt x="238018" y="295900"/>
                  <a:pt x="228874" y="300746"/>
                  <a:pt x="219273" y="304770"/>
                </a:cubicBezTo>
                <a:cubicBezTo>
                  <a:pt x="209672" y="308701"/>
                  <a:pt x="199705" y="311719"/>
                  <a:pt x="189555" y="313731"/>
                </a:cubicBezTo>
                <a:cubicBezTo>
                  <a:pt x="179314" y="315834"/>
                  <a:pt x="168981" y="316840"/>
                  <a:pt x="158557" y="316840"/>
                </a:cubicBezTo>
                <a:cubicBezTo>
                  <a:pt x="148224" y="316840"/>
                  <a:pt x="137892" y="315834"/>
                  <a:pt x="127650" y="313731"/>
                </a:cubicBezTo>
                <a:cubicBezTo>
                  <a:pt x="117409" y="311719"/>
                  <a:pt x="107533" y="308701"/>
                  <a:pt x="97932" y="304770"/>
                </a:cubicBezTo>
                <a:cubicBezTo>
                  <a:pt x="88240" y="300746"/>
                  <a:pt x="79187" y="295900"/>
                  <a:pt x="70500" y="290139"/>
                </a:cubicBezTo>
                <a:cubicBezTo>
                  <a:pt x="61813" y="284378"/>
                  <a:pt x="53858" y="277795"/>
                  <a:pt x="46452" y="270388"/>
                </a:cubicBezTo>
                <a:cubicBezTo>
                  <a:pt x="39045" y="263073"/>
                  <a:pt x="32553" y="255026"/>
                  <a:pt x="26700" y="246431"/>
                </a:cubicBezTo>
                <a:cubicBezTo>
                  <a:pt x="20940" y="237744"/>
                  <a:pt x="16093" y="228600"/>
                  <a:pt x="12070" y="218999"/>
                </a:cubicBezTo>
                <a:cubicBezTo>
                  <a:pt x="8047" y="209398"/>
                  <a:pt x="5121" y="199522"/>
                  <a:pt x="3018" y="189281"/>
                </a:cubicBezTo>
                <a:cubicBezTo>
                  <a:pt x="1006" y="179131"/>
                  <a:pt x="0" y="168798"/>
                  <a:pt x="0" y="158374"/>
                </a:cubicBezTo>
                <a:cubicBezTo>
                  <a:pt x="0" y="148041"/>
                  <a:pt x="1006" y="137709"/>
                  <a:pt x="3018" y="127467"/>
                </a:cubicBezTo>
                <a:cubicBezTo>
                  <a:pt x="5121" y="117318"/>
                  <a:pt x="8047" y="107351"/>
                  <a:pt x="12070" y="97749"/>
                </a:cubicBezTo>
                <a:cubicBezTo>
                  <a:pt x="16093" y="88148"/>
                  <a:pt x="20940" y="79004"/>
                  <a:pt x="26700" y="70409"/>
                </a:cubicBezTo>
                <a:cubicBezTo>
                  <a:pt x="32553" y="61722"/>
                  <a:pt x="39045" y="53767"/>
                  <a:pt x="46452" y="46360"/>
                </a:cubicBezTo>
                <a:cubicBezTo>
                  <a:pt x="53858" y="39045"/>
                  <a:pt x="61813" y="32461"/>
                  <a:pt x="70500" y="26700"/>
                </a:cubicBezTo>
                <a:cubicBezTo>
                  <a:pt x="79187" y="20940"/>
                  <a:pt x="88240" y="16002"/>
                  <a:pt x="97932" y="12070"/>
                </a:cubicBezTo>
                <a:cubicBezTo>
                  <a:pt x="107533" y="8047"/>
                  <a:pt x="117409" y="5029"/>
                  <a:pt x="127650" y="3018"/>
                </a:cubicBezTo>
                <a:cubicBezTo>
                  <a:pt x="137892" y="1006"/>
                  <a:pt x="148224" y="0"/>
                  <a:pt x="158557" y="0"/>
                </a:cubicBezTo>
                <a:cubicBezTo>
                  <a:pt x="168981" y="0"/>
                  <a:pt x="179314" y="1006"/>
                  <a:pt x="189555" y="3018"/>
                </a:cubicBezTo>
                <a:cubicBezTo>
                  <a:pt x="199705" y="5029"/>
                  <a:pt x="209672" y="8047"/>
                  <a:pt x="219273" y="12070"/>
                </a:cubicBezTo>
                <a:cubicBezTo>
                  <a:pt x="228874" y="16002"/>
                  <a:pt x="238018" y="20940"/>
                  <a:pt x="246705" y="26700"/>
                </a:cubicBezTo>
                <a:cubicBezTo>
                  <a:pt x="255392" y="32461"/>
                  <a:pt x="263347" y="39045"/>
                  <a:pt x="270754" y="46360"/>
                </a:cubicBezTo>
                <a:cubicBezTo>
                  <a:pt x="278069" y="53767"/>
                  <a:pt x="284653" y="61722"/>
                  <a:pt x="290505" y="70409"/>
                </a:cubicBezTo>
                <a:cubicBezTo>
                  <a:pt x="296266" y="79004"/>
                  <a:pt x="301112" y="88148"/>
                  <a:pt x="305135" y="97749"/>
                </a:cubicBezTo>
                <a:cubicBezTo>
                  <a:pt x="309067" y="107351"/>
                  <a:pt x="312085" y="117318"/>
                  <a:pt x="314096" y="127467"/>
                </a:cubicBezTo>
                <a:cubicBezTo>
                  <a:pt x="316200" y="137709"/>
                  <a:pt x="317205" y="148041"/>
                  <a:pt x="317205" y="158374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12" name="Forma 89"/>
          <p:cNvSpPr/>
          <p:nvPr/>
        </p:nvSpPr>
        <p:spPr>
          <a:xfrm>
            <a:off x="5359573" y="2063892"/>
            <a:ext cx="251917" cy="251551"/>
          </a:xfrm>
          <a:custGeom>
            <a:avLst/>
            <a:gdLst/>
            <a:ahLst/>
            <a:cxnLst/>
            <a:rect l="l" t="t" r="r" b="b"/>
            <a:pathLst>
              <a:path w="251917" h="251551">
                <a:moveTo>
                  <a:pt x="251917" y="125821"/>
                </a:moveTo>
                <a:cubicBezTo>
                  <a:pt x="251917" y="134051"/>
                  <a:pt x="251094" y="142189"/>
                  <a:pt x="249448" y="150327"/>
                </a:cubicBezTo>
                <a:cubicBezTo>
                  <a:pt x="247894" y="158466"/>
                  <a:pt x="245425" y="166329"/>
                  <a:pt x="242316" y="173919"/>
                </a:cubicBezTo>
                <a:cubicBezTo>
                  <a:pt x="239116" y="181600"/>
                  <a:pt x="235275" y="188824"/>
                  <a:pt x="230703" y="195682"/>
                </a:cubicBezTo>
                <a:cubicBezTo>
                  <a:pt x="226040" y="202540"/>
                  <a:pt x="220828" y="208940"/>
                  <a:pt x="214975" y="214701"/>
                </a:cubicBezTo>
                <a:cubicBezTo>
                  <a:pt x="209123" y="220553"/>
                  <a:pt x="202814" y="225765"/>
                  <a:pt x="195956" y="230429"/>
                </a:cubicBezTo>
                <a:cubicBezTo>
                  <a:pt x="189006" y="235001"/>
                  <a:pt x="181783" y="238841"/>
                  <a:pt x="174102" y="242042"/>
                </a:cubicBezTo>
                <a:cubicBezTo>
                  <a:pt x="166512" y="245151"/>
                  <a:pt x="158648" y="247528"/>
                  <a:pt x="150510" y="249174"/>
                </a:cubicBezTo>
                <a:cubicBezTo>
                  <a:pt x="142372" y="250820"/>
                  <a:pt x="134234" y="251551"/>
                  <a:pt x="125913" y="251551"/>
                </a:cubicBez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cubicBezTo>
                  <a:pt x="134234" y="0"/>
                  <a:pt x="142372" y="823"/>
                  <a:pt x="150510" y="2377"/>
                </a:cubicBezTo>
                <a:cubicBezTo>
                  <a:pt x="158648" y="4023"/>
                  <a:pt x="166512" y="6401"/>
                  <a:pt x="174102" y="9601"/>
                </a:cubicBezTo>
                <a:cubicBezTo>
                  <a:pt x="181783" y="12710"/>
                  <a:pt x="189006" y="16642"/>
                  <a:pt x="195956" y="21214"/>
                </a:cubicBezTo>
                <a:cubicBezTo>
                  <a:pt x="202814" y="25786"/>
                  <a:pt x="209123" y="30998"/>
                  <a:pt x="214975" y="36850"/>
                </a:cubicBezTo>
                <a:cubicBezTo>
                  <a:pt x="220828" y="42702"/>
                  <a:pt x="226040" y="49012"/>
                  <a:pt x="230703" y="55870"/>
                </a:cubicBezTo>
                <a:cubicBezTo>
                  <a:pt x="235275" y="62728"/>
                  <a:pt x="239116" y="70043"/>
                  <a:pt x="242316" y="77633"/>
                </a:cubicBezTo>
                <a:cubicBezTo>
                  <a:pt x="245425" y="85314"/>
                  <a:pt x="247894" y="93177"/>
                  <a:pt x="249448" y="101224"/>
                </a:cubicBezTo>
                <a:cubicBezTo>
                  <a:pt x="251094" y="109362"/>
                  <a:pt x="251917" y="117500"/>
                  <a:pt x="251917" y="125821"/>
                </a:cubicBezTo>
              </a:path>
            </a:pathLst>
          </a:custGeom>
          <a:solidFill>
            <a:srgbClr val="2D6075"/>
          </a:solidFill>
          <a:ln w="27991">
            <a:solidFill>
              <a:srgbClr val="F1EEE5"/>
            </a:solidFill>
            <a:prstDash val="solid"/>
          </a:ln>
        </p:spPr>
      </p:sp>
      <p:sp>
        <p:nvSpPr>
          <p:cNvPr id="13" name="Forma 90"/>
          <p:cNvSpPr/>
          <p:nvPr/>
        </p:nvSpPr>
        <p:spPr>
          <a:xfrm>
            <a:off x="7164781" y="2031340"/>
            <a:ext cx="317205" cy="316840"/>
          </a:xfrm>
          <a:custGeom>
            <a:avLst/>
            <a:gdLst/>
            <a:ahLst/>
            <a:cxnLst/>
            <a:rect l="l" t="t" r="r" b="b"/>
            <a:pathLst>
              <a:path w="317205" h="316840">
                <a:moveTo>
                  <a:pt x="317205" y="158374"/>
                </a:moveTo>
                <a:cubicBezTo>
                  <a:pt x="317205" y="168798"/>
                  <a:pt x="316200" y="179131"/>
                  <a:pt x="314188" y="189281"/>
                </a:cubicBezTo>
                <a:cubicBezTo>
                  <a:pt x="312085" y="199522"/>
                  <a:pt x="309067" y="209398"/>
                  <a:pt x="305135" y="218999"/>
                </a:cubicBezTo>
                <a:cubicBezTo>
                  <a:pt x="301112" y="228600"/>
                  <a:pt x="296266" y="237744"/>
                  <a:pt x="290505" y="246431"/>
                </a:cubicBezTo>
                <a:cubicBezTo>
                  <a:pt x="284653" y="255026"/>
                  <a:pt x="278069" y="263073"/>
                  <a:pt x="270754" y="270388"/>
                </a:cubicBezTo>
                <a:cubicBezTo>
                  <a:pt x="263347" y="277795"/>
                  <a:pt x="255392" y="284378"/>
                  <a:pt x="246705" y="290139"/>
                </a:cubicBezTo>
                <a:cubicBezTo>
                  <a:pt x="238018" y="295900"/>
                  <a:pt x="228874" y="300746"/>
                  <a:pt x="219273" y="304770"/>
                </a:cubicBezTo>
                <a:cubicBezTo>
                  <a:pt x="209672" y="308701"/>
                  <a:pt x="199705" y="311719"/>
                  <a:pt x="189555" y="313731"/>
                </a:cubicBezTo>
                <a:cubicBezTo>
                  <a:pt x="179314" y="315834"/>
                  <a:pt x="168981" y="316840"/>
                  <a:pt x="158557" y="316840"/>
                </a:cubicBezTo>
                <a:cubicBezTo>
                  <a:pt x="148224" y="316840"/>
                  <a:pt x="137892" y="315834"/>
                  <a:pt x="127650" y="313731"/>
                </a:cubicBezTo>
                <a:cubicBezTo>
                  <a:pt x="117409" y="311719"/>
                  <a:pt x="107533" y="308701"/>
                  <a:pt x="97932" y="304770"/>
                </a:cubicBezTo>
                <a:cubicBezTo>
                  <a:pt x="88240" y="300746"/>
                  <a:pt x="79187" y="295900"/>
                  <a:pt x="70500" y="290139"/>
                </a:cubicBezTo>
                <a:cubicBezTo>
                  <a:pt x="61813" y="284378"/>
                  <a:pt x="53858" y="277795"/>
                  <a:pt x="46452" y="270388"/>
                </a:cubicBezTo>
                <a:cubicBezTo>
                  <a:pt x="39045" y="263073"/>
                  <a:pt x="32553" y="255026"/>
                  <a:pt x="26700" y="246431"/>
                </a:cubicBezTo>
                <a:cubicBezTo>
                  <a:pt x="20940" y="237744"/>
                  <a:pt x="16093" y="228600"/>
                  <a:pt x="12070" y="218999"/>
                </a:cubicBezTo>
                <a:cubicBezTo>
                  <a:pt x="8047" y="209398"/>
                  <a:pt x="5121" y="199522"/>
                  <a:pt x="3018" y="189281"/>
                </a:cubicBezTo>
                <a:cubicBezTo>
                  <a:pt x="1006" y="179131"/>
                  <a:pt x="0" y="168798"/>
                  <a:pt x="0" y="158374"/>
                </a:cubicBezTo>
                <a:cubicBezTo>
                  <a:pt x="0" y="148041"/>
                  <a:pt x="1006" y="137709"/>
                  <a:pt x="3018" y="127467"/>
                </a:cubicBezTo>
                <a:cubicBezTo>
                  <a:pt x="5121" y="117318"/>
                  <a:pt x="8047" y="107351"/>
                  <a:pt x="12070" y="97749"/>
                </a:cubicBezTo>
                <a:cubicBezTo>
                  <a:pt x="16093" y="88148"/>
                  <a:pt x="20940" y="79004"/>
                  <a:pt x="26700" y="70409"/>
                </a:cubicBezTo>
                <a:cubicBezTo>
                  <a:pt x="32553" y="61722"/>
                  <a:pt x="39045" y="53767"/>
                  <a:pt x="46452" y="46360"/>
                </a:cubicBezTo>
                <a:cubicBezTo>
                  <a:pt x="53858" y="39045"/>
                  <a:pt x="61813" y="32461"/>
                  <a:pt x="70500" y="26700"/>
                </a:cubicBezTo>
                <a:cubicBezTo>
                  <a:pt x="79187" y="20940"/>
                  <a:pt x="88240" y="16002"/>
                  <a:pt x="97932" y="12070"/>
                </a:cubicBezTo>
                <a:cubicBezTo>
                  <a:pt x="107533" y="8047"/>
                  <a:pt x="117409" y="5029"/>
                  <a:pt x="127650" y="3018"/>
                </a:cubicBezTo>
                <a:cubicBezTo>
                  <a:pt x="137892" y="1006"/>
                  <a:pt x="148224" y="0"/>
                  <a:pt x="158557" y="0"/>
                </a:cubicBezTo>
                <a:cubicBezTo>
                  <a:pt x="168981" y="0"/>
                  <a:pt x="179314" y="1006"/>
                  <a:pt x="189555" y="3018"/>
                </a:cubicBezTo>
                <a:cubicBezTo>
                  <a:pt x="199705" y="5029"/>
                  <a:pt x="209672" y="8047"/>
                  <a:pt x="219273" y="12070"/>
                </a:cubicBezTo>
                <a:cubicBezTo>
                  <a:pt x="228874" y="16002"/>
                  <a:pt x="238018" y="20940"/>
                  <a:pt x="246705" y="26700"/>
                </a:cubicBezTo>
                <a:cubicBezTo>
                  <a:pt x="255392" y="32461"/>
                  <a:pt x="263347" y="39045"/>
                  <a:pt x="270754" y="46360"/>
                </a:cubicBezTo>
                <a:cubicBezTo>
                  <a:pt x="278069" y="53767"/>
                  <a:pt x="284653" y="61722"/>
                  <a:pt x="290505" y="70409"/>
                </a:cubicBezTo>
                <a:cubicBezTo>
                  <a:pt x="296266" y="79004"/>
                  <a:pt x="301112" y="88148"/>
                  <a:pt x="305135" y="97749"/>
                </a:cubicBezTo>
                <a:cubicBezTo>
                  <a:pt x="309067" y="107351"/>
                  <a:pt x="312085" y="117318"/>
                  <a:pt x="314096" y="127467"/>
                </a:cubicBezTo>
                <a:cubicBezTo>
                  <a:pt x="316200" y="137709"/>
                  <a:pt x="317205" y="148041"/>
                  <a:pt x="317205" y="158374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4" name="Forma 91"/>
          <p:cNvSpPr/>
          <p:nvPr/>
        </p:nvSpPr>
        <p:spPr>
          <a:xfrm>
            <a:off x="7197425" y="2063892"/>
            <a:ext cx="251917" cy="251551"/>
          </a:xfrm>
          <a:custGeom>
            <a:avLst/>
            <a:gdLst/>
            <a:ahLst/>
            <a:cxnLst/>
            <a:rect l="l" t="t" r="r" b="b"/>
            <a:pathLst>
              <a:path w="251917" h="251551">
                <a:moveTo>
                  <a:pt x="251917" y="125821"/>
                </a:moveTo>
                <a:cubicBezTo>
                  <a:pt x="251917" y="134051"/>
                  <a:pt x="251094" y="142189"/>
                  <a:pt x="249448" y="150327"/>
                </a:cubicBezTo>
                <a:cubicBezTo>
                  <a:pt x="247894" y="158466"/>
                  <a:pt x="245425" y="166329"/>
                  <a:pt x="242316" y="173919"/>
                </a:cubicBezTo>
                <a:cubicBezTo>
                  <a:pt x="239116" y="181600"/>
                  <a:pt x="235275" y="188824"/>
                  <a:pt x="230703" y="195682"/>
                </a:cubicBezTo>
                <a:cubicBezTo>
                  <a:pt x="226040" y="202540"/>
                  <a:pt x="220828" y="208940"/>
                  <a:pt x="214975" y="214701"/>
                </a:cubicBezTo>
                <a:cubicBezTo>
                  <a:pt x="209123" y="220553"/>
                  <a:pt x="202814" y="225765"/>
                  <a:pt x="195956" y="230429"/>
                </a:cubicBezTo>
                <a:cubicBezTo>
                  <a:pt x="189006" y="235001"/>
                  <a:pt x="181783" y="238841"/>
                  <a:pt x="174102" y="242042"/>
                </a:cubicBezTo>
                <a:cubicBezTo>
                  <a:pt x="166512" y="245151"/>
                  <a:pt x="158648" y="247528"/>
                  <a:pt x="150510" y="249174"/>
                </a:cubicBezTo>
                <a:cubicBezTo>
                  <a:pt x="142372" y="250820"/>
                  <a:pt x="134234" y="251551"/>
                  <a:pt x="125913" y="251551"/>
                </a:cubicBez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cubicBezTo>
                  <a:pt x="134234" y="0"/>
                  <a:pt x="142372" y="823"/>
                  <a:pt x="150510" y="2377"/>
                </a:cubicBezTo>
                <a:cubicBezTo>
                  <a:pt x="158648" y="4023"/>
                  <a:pt x="166512" y="6401"/>
                  <a:pt x="174102" y="9601"/>
                </a:cubicBezTo>
                <a:cubicBezTo>
                  <a:pt x="181783" y="12710"/>
                  <a:pt x="189006" y="16642"/>
                  <a:pt x="195956" y="21214"/>
                </a:cubicBezTo>
                <a:cubicBezTo>
                  <a:pt x="202814" y="25786"/>
                  <a:pt x="209123" y="30998"/>
                  <a:pt x="214975" y="36850"/>
                </a:cubicBezTo>
                <a:cubicBezTo>
                  <a:pt x="220828" y="42702"/>
                  <a:pt x="226040" y="49012"/>
                  <a:pt x="230703" y="55870"/>
                </a:cubicBezTo>
                <a:cubicBezTo>
                  <a:pt x="235275" y="62728"/>
                  <a:pt x="239116" y="70043"/>
                  <a:pt x="242316" y="77633"/>
                </a:cubicBezTo>
                <a:cubicBezTo>
                  <a:pt x="245425" y="85314"/>
                  <a:pt x="247894" y="93177"/>
                  <a:pt x="249448" y="101224"/>
                </a:cubicBezTo>
                <a:cubicBezTo>
                  <a:pt x="251094" y="109362"/>
                  <a:pt x="251917" y="117500"/>
                  <a:pt x="251917" y="125821"/>
                </a:cubicBezTo>
              </a:path>
            </a:pathLst>
          </a:custGeom>
          <a:solidFill>
            <a:srgbClr val="AB432E"/>
          </a:solidFill>
          <a:ln w="27991">
            <a:solidFill>
              <a:srgbClr val="F1EEE5"/>
            </a:solidFill>
            <a:prstDash val="solid"/>
          </a:ln>
        </p:spPr>
      </p:sp>
      <p:sp>
        <p:nvSpPr>
          <p:cNvPr id="15" name="Forma 92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064" y="503194"/>
            <a:ext cx="120883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7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ETL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632673" y="717438"/>
            <a:ext cx="8538759" cy="615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79"/>
              </a:lnSpc>
              <a:buNone/>
            </a:pPr>
            <a:r>
              <a:rPr lang="en-US" sz="3232" b="1" spc="-11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información atraviesa cuatro capas</a:t>
            </a:r>
            <a:endParaRPr lang="en-US" sz="3232" dirty="0"/>
          </a:p>
        </p:txBody>
      </p:sp>
      <p:sp>
        <p:nvSpPr>
          <p:cNvPr id="18" name="Text 16"/>
          <p:cNvSpPr txBox="1"/>
          <p:nvPr/>
        </p:nvSpPr>
        <p:spPr>
          <a:xfrm>
            <a:off x="1759854" y="2366742"/>
            <a:ext cx="212598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81" dirty="0"/>
          </a:p>
        </p:txBody>
      </p:sp>
      <p:sp>
        <p:nvSpPr>
          <p:cNvPr id="19" name="Text 17"/>
          <p:cNvSpPr txBox="1"/>
          <p:nvPr/>
        </p:nvSpPr>
        <p:spPr>
          <a:xfrm>
            <a:off x="1287018" y="2562423"/>
            <a:ext cx="1271748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8"/>
              </a:lnSpc>
              <a:buNone/>
            </a:pPr>
            <a:r>
              <a:rPr lang="en-US" sz="2057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</a:t>
            </a:r>
            <a:endParaRPr lang="en-US" sz="2057" dirty="0"/>
          </a:p>
        </p:txBody>
      </p:sp>
      <p:sp>
        <p:nvSpPr>
          <p:cNvPr id="20" name="Text 18"/>
          <p:cNvSpPr txBox="1"/>
          <p:nvPr/>
        </p:nvSpPr>
        <p:spPr>
          <a:xfrm>
            <a:off x="1448044" y="2972440"/>
            <a:ext cx="911017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metadata</a:t>
            </a:r>
            <a:endParaRPr lang="en-US" sz="1175" dirty="0"/>
          </a:p>
        </p:txBody>
      </p:sp>
      <p:sp>
        <p:nvSpPr>
          <p:cNvPr id="21" name="Text 19"/>
          <p:cNvSpPr txBox="1"/>
          <p:nvPr/>
        </p:nvSpPr>
        <p:spPr>
          <a:xfrm>
            <a:off x="1414851" y="3214665"/>
            <a:ext cx="98526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amenazas</a:t>
            </a:r>
            <a:endParaRPr lang="en-US" sz="1175" dirty="0"/>
          </a:p>
        </p:txBody>
      </p:sp>
      <p:sp>
        <p:nvSpPr>
          <p:cNvPr id="22" name="Text 20"/>
          <p:cNvSpPr txBox="1"/>
          <p:nvPr/>
        </p:nvSpPr>
        <p:spPr>
          <a:xfrm>
            <a:off x="3593043" y="2366742"/>
            <a:ext cx="212598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81" dirty="0"/>
          </a:p>
        </p:txBody>
      </p:sp>
      <p:sp>
        <p:nvSpPr>
          <p:cNvPr id="23" name="Text 21"/>
          <p:cNvSpPr txBox="1"/>
          <p:nvPr/>
        </p:nvSpPr>
        <p:spPr>
          <a:xfrm>
            <a:off x="3275381" y="2562423"/>
            <a:ext cx="9239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8"/>
              </a:lnSpc>
              <a:buNone/>
            </a:pPr>
            <a:r>
              <a:rPr lang="en-US" sz="2057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JSON</a:t>
            </a:r>
            <a:endParaRPr lang="en-US" sz="2057" dirty="0"/>
          </a:p>
        </p:txBody>
      </p:sp>
      <p:sp>
        <p:nvSpPr>
          <p:cNvPr id="24" name="Text 22"/>
          <p:cNvSpPr txBox="1"/>
          <p:nvPr/>
        </p:nvSpPr>
        <p:spPr>
          <a:xfrm>
            <a:off x="3312414" y="2972440"/>
            <a:ext cx="841157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+</a:t>
            </a:r>
            <a:endParaRPr lang="en-US" sz="1175" dirty="0"/>
          </a:p>
        </p:txBody>
      </p:sp>
      <p:sp>
        <p:nvSpPr>
          <p:cNvPr id="25" name="Text 23"/>
          <p:cNvSpPr txBox="1"/>
          <p:nvPr/>
        </p:nvSpPr>
        <p:spPr>
          <a:xfrm>
            <a:off x="3094604" y="3214665"/>
            <a:ext cx="1328989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propia</a:t>
            </a:r>
            <a:endParaRPr lang="en-US" sz="1175" dirty="0"/>
          </a:p>
        </p:txBody>
      </p:sp>
      <p:sp>
        <p:nvSpPr>
          <p:cNvPr id="26" name="Text 24"/>
          <p:cNvSpPr txBox="1"/>
          <p:nvPr/>
        </p:nvSpPr>
        <p:spPr>
          <a:xfrm>
            <a:off x="5426141" y="2366742"/>
            <a:ext cx="212598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81" dirty="0"/>
          </a:p>
        </p:txBody>
      </p:sp>
      <p:sp>
        <p:nvSpPr>
          <p:cNvPr id="27" name="Text 25"/>
          <p:cNvSpPr txBox="1"/>
          <p:nvPr/>
        </p:nvSpPr>
        <p:spPr>
          <a:xfrm>
            <a:off x="4945898" y="2562423"/>
            <a:ext cx="1288481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8"/>
              </a:lnSpc>
              <a:buNone/>
            </a:pPr>
            <a:r>
              <a:rPr lang="en-US" sz="2057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PostGIS</a:t>
            </a:r>
            <a:endParaRPr lang="en-US" sz="2057" dirty="0"/>
          </a:p>
        </p:txBody>
      </p:sp>
      <p:sp>
        <p:nvSpPr>
          <p:cNvPr id="28" name="Text 26"/>
          <p:cNvSpPr txBox="1"/>
          <p:nvPr/>
        </p:nvSpPr>
        <p:spPr>
          <a:xfrm>
            <a:off x="5050140" y="2972440"/>
            <a:ext cx="1054943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cargadores +</a:t>
            </a:r>
            <a:endParaRPr lang="en-US" sz="1175" dirty="0"/>
          </a:p>
        </p:txBody>
      </p:sp>
      <p:sp>
        <p:nvSpPr>
          <p:cNvPr id="29" name="Text 27"/>
          <p:cNvSpPr txBox="1"/>
          <p:nvPr/>
        </p:nvSpPr>
        <p:spPr>
          <a:xfrm>
            <a:off x="5118628" y="3214665"/>
            <a:ext cx="901690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SQL</a:t>
            </a:r>
            <a:endParaRPr lang="en-US" sz="1175" dirty="0"/>
          </a:p>
        </p:txBody>
      </p:sp>
      <p:sp>
        <p:nvSpPr>
          <p:cNvPr id="30" name="Text 28"/>
          <p:cNvSpPr txBox="1"/>
          <p:nvPr/>
        </p:nvSpPr>
        <p:spPr>
          <a:xfrm>
            <a:off x="7259330" y="2366742"/>
            <a:ext cx="212598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81" dirty="0"/>
          </a:p>
        </p:txBody>
      </p:sp>
      <p:sp>
        <p:nvSpPr>
          <p:cNvPr id="31" name="Text 29"/>
          <p:cNvSpPr txBox="1"/>
          <p:nvPr/>
        </p:nvSpPr>
        <p:spPr>
          <a:xfrm>
            <a:off x="7014911" y="2562423"/>
            <a:ext cx="760415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8"/>
              </a:lnSpc>
              <a:buNone/>
            </a:pPr>
            <a:r>
              <a:rPr lang="en-US" sz="2057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2057" dirty="0"/>
          </a:p>
        </p:txBody>
      </p:sp>
      <p:sp>
        <p:nvSpPr>
          <p:cNvPr id="32" name="Text 30"/>
          <p:cNvSpPr txBox="1"/>
          <p:nvPr/>
        </p:nvSpPr>
        <p:spPr>
          <a:xfrm>
            <a:off x="7032559" y="2972440"/>
            <a:ext cx="720639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+</a:t>
            </a:r>
            <a:endParaRPr lang="en-US" sz="1175" dirty="0"/>
          </a:p>
        </p:txBody>
      </p:sp>
      <p:sp>
        <p:nvSpPr>
          <p:cNvPr id="33" name="Text 31"/>
          <p:cNvSpPr txBox="1"/>
          <p:nvPr/>
        </p:nvSpPr>
        <p:spPr>
          <a:xfrm>
            <a:off x="6910212" y="3214665"/>
            <a:ext cx="994410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</a:t>
            </a:r>
            <a:endParaRPr lang="en-US" sz="1175" dirty="0"/>
          </a:p>
        </p:txBody>
      </p:sp>
      <p:sp>
        <p:nvSpPr>
          <p:cNvPr id="34" name="Text 3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35</a:t>
            </a:r>
            <a:endParaRPr lang="en-US" sz="88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93"/>
          <p:cNvSpPr/>
          <p:nvPr/>
        </p:nvSpPr>
        <p:spPr>
          <a:xfrm>
            <a:off x="653064" y="1201979"/>
            <a:ext cx="7836408" cy="3251972"/>
          </a:xfrm>
          <a:custGeom>
            <a:avLst/>
            <a:gdLst/>
            <a:ahLst/>
            <a:cxnLst/>
            <a:rect l="l" t="t" r="r" b="b"/>
            <a:pathLst>
              <a:path w="7836408" h="3251972">
                <a:moveTo>
                  <a:pt x="0" y="0"/>
                </a:moveTo>
                <a:lnTo>
                  <a:pt x="7836408" y="0"/>
                </a:lnTo>
                <a:lnTo>
                  <a:pt x="7836408" y="9327"/>
                </a:lnTo>
                <a:lnTo>
                  <a:pt x="0" y="9327"/>
                </a:lnTo>
                <a:close/>
              </a:path>
              <a:path w="7836408" h="3251972">
                <a:moveTo>
                  <a:pt x="0" y="1155436"/>
                </a:moveTo>
                <a:lnTo>
                  <a:pt x="7836408" y="1155436"/>
                </a:lnTo>
                <a:lnTo>
                  <a:pt x="7836408" y="1164763"/>
                </a:lnTo>
                <a:lnTo>
                  <a:pt x="0" y="1164763"/>
                </a:lnTo>
                <a:close/>
              </a:path>
              <a:path w="7836408" h="3251972">
                <a:moveTo>
                  <a:pt x="0" y="2199041"/>
                </a:moveTo>
                <a:lnTo>
                  <a:pt x="7836408" y="2199041"/>
                </a:lnTo>
                <a:lnTo>
                  <a:pt x="7836408" y="2208367"/>
                </a:lnTo>
                <a:lnTo>
                  <a:pt x="0" y="2208367"/>
                </a:lnTo>
                <a:close/>
              </a:path>
              <a:path w="7836408" h="3251972">
                <a:moveTo>
                  <a:pt x="0" y="3242645"/>
                </a:moveTo>
                <a:lnTo>
                  <a:pt x="7836408" y="3242645"/>
                </a:lnTo>
                <a:lnTo>
                  <a:pt x="7836408" y="3251972"/>
                </a:lnTo>
                <a:lnTo>
                  <a:pt x="0" y="3251972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94"/>
          <p:cNvSpPr/>
          <p:nvPr/>
        </p:nvSpPr>
        <p:spPr>
          <a:xfrm>
            <a:off x="2798704" y="1313810"/>
            <a:ext cx="3461095" cy="2450592"/>
          </a:xfrm>
          <a:custGeom>
            <a:avLst/>
            <a:gdLst/>
            <a:ahLst/>
            <a:cxnLst/>
            <a:rect l="l" t="t" r="r" b="b"/>
            <a:pathLst>
              <a:path w="3461095" h="2450592">
                <a:moveTo>
                  <a:pt x="0" y="326166"/>
                </a:moveTo>
                <a:lnTo>
                  <a:pt x="0" y="139812"/>
                </a:lnTo>
                <a:cubicBezTo>
                  <a:pt x="0" y="134783"/>
                  <a:pt x="914" y="130028"/>
                  <a:pt x="2835" y="125547"/>
                </a:cubicBezTo>
                <a:cubicBezTo>
                  <a:pt x="4755" y="120975"/>
                  <a:pt x="7407" y="116952"/>
                  <a:pt x="10973" y="113386"/>
                </a:cubicBezTo>
                <a:cubicBezTo>
                  <a:pt x="14448" y="109911"/>
                  <a:pt x="18471" y="107259"/>
                  <a:pt x="23043" y="105339"/>
                </a:cubicBezTo>
                <a:cubicBezTo>
                  <a:pt x="27615" y="103419"/>
                  <a:pt x="32370" y="102504"/>
                  <a:pt x="37308" y="102504"/>
                </a:cubicBezTo>
                <a:lnTo>
                  <a:pt x="1520647" y="102504"/>
                </a:lnTo>
                <a:cubicBezTo>
                  <a:pt x="1525585" y="102504"/>
                  <a:pt x="1530340" y="103419"/>
                  <a:pt x="1534912" y="105339"/>
                </a:cubicBezTo>
                <a:cubicBezTo>
                  <a:pt x="1539484" y="107259"/>
                  <a:pt x="1543507" y="109911"/>
                  <a:pt x="1547073" y="113386"/>
                </a:cubicBezTo>
                <a:cubicBezTo>
                  <a:pt x="1550548" y="116952"/>
                  <a:pt x="1553200" y="120975"/>
                  <a:pt x="1555120" y="125547"/>
                </a:cubicBezTo>
                <a:cubicBezTo>
                  <a:pt x="1557040" y="130028"/>
                  <a:pt x="1557955" y="134783"/>
                  <a:pt x="1557955" y="139812"/>
                </a:cubicBezTo>
                <a:lnTo>
                  <a:pt x="1557955" y="326166"/>
                </a:lnTo>
                <a:cubicBezTo>
                  <a:pt x="1557955" y="331104"/>
                  <a:pt x="1557040" y="335859"/>
                  <a:pt x="1555120" y="340431"/>
                </a:cubicBezTo>
                <a:cubicBezTo>
                  <a:pt x="1553200" y="344912"/>
                  <a:pt x="1550548" y="349026"/>
                  <a:pt x="1547073" y="352501"/>
                </a:cubicBezTo>
                <a:cubicBezTo>
                  <a:pt x="1543507" y="355976"/>
                  <a:pt x="1539484" y="358628"/>
                  <a:pt x="1534912" y="360548"/>
                </a:cubicBezTo>
                <a:cubicBezTo>
                  <a:pt x="1530340" y="362468"/>
                  <a:pt x="1525585" y="363383"/>
                  <a:pt x="1520647" y="363383"/>
                </a:cubicBezTo>
                <a:lnTo>
                  <a:pt x="37308" y="363383"/>
                </a:lnTo>
                <a:cubicBezTo>
                  <a:pt x="32370" y="363383"/>
                  <a:pt x="27615" y="362468"/>
                  <a:pt x="23043" y="360548"/>
                </a:cubicBezTo>
                <a:cubicBezTo>
                  <a:pt x="18471" y="358628"/>
                  <a:pt x="14448" y="355976"/>
                  <a:pt x="10973" y="352501"/>
                </a:cubicBezTo>
                <a:cubicBezTo>
                  <a:pt x="7407" y="349026"/>
                  <a:pt x="4755" y="344912"/>
                  <a:pt x="2835" y="340431"/>
                </a:cubicBezTo>
                <a:cubicBezTo>
                  <a:pt x="914" y="335859"/>
                  <a:pt x="0" y="331104"/>
                  <a:pt x="0" y="326166"/>
                </a:cubicBezTo>
              </a:path>
              <a:path w="3461095" h="2450592">
                <a:moveTo>
                  <a:pt x="2033717" y="437906"/>
                </a:moveTo>
                <a:lnTo>
                  <a:pt x="2033717" y="37308"/>
                </a:lnTo>
                <a:cubicBezTo>
                  <a:pt x="2033717" y="32370"/>
                  <a:pt x="2034723" y="27615"/>
                  <a:pt x="2036552" y="23043"/>
                </a:cubicBezTo>
                <a:cubicBezTo>
                  <a:pt x="2038472" y="18471"/>
                  <a:pt x="2041215" y="14448"/>
                  <a:pt x="2044690" y="10881"/>
                </a:cubicBezTo>
                <a:cubicBezTo>
                  <a:pt x="2048165" y="7407"/>
                  <a:pt x="2052188" y="4755"/>
                  <a:pt x="2056760" y="2835"/>
                </a:cubicBezTo>
                <a:cubicBezTo>
                  <a:pt x="2061332" y="914"/>
                  <a:pt x="2066087" y="0"/>
                  <a:pt x="2071025" y="0"/>
                </a:cubicBezTo>
                <a:lnTo>
                  <a:pt x="3423788" y="0"/>
                </a:lnTo>
                <a:cubicBezTo>
                  <a:pt x="3428726" y="0"/>
                  <a:pt x="3433481" y="914"/>
                  <a:pt x="3438053" y="2835"/>
                </a:cubicBezTo>
                <a:cubicBezTo>
                  <a:pt x="3442625" y="4755"/>
                  <a:pt x="3446648" y="7407"/>
                  <a:pt x="3450123" y="10881"/>
                </a:cubicBezTo>
                <a:cubicBezTo>
                  <a:pt x="3453689" y="14448"/>
                  <a:pt x="3456341" y="18471"/>
                  <a:pt x="3458261" y="23043"/>
                </a:cubicBezTo>
                <a:cubicBezTo>
                  <a:pt x="3460181" y="27615"/>
                  <a:pt x="3461095" y="32370"/>
                  <a:pt x="3461095" y="37308"/>
                </a:cubicBezTo>
                <a:lnTo>
                  <a:pt x="3461095" y="437906"/>
                </a:lnTo>
                <a:cubicBezTo>
                  <a:pt x="3461095" y="442844"/>
                  <a:pt x="3460181" y="447599"/>
                  <a:pt x="3458261" y="452171"/>
                </a:cubicBezTo>
                <a:cubicBezTo>
                  <a:pt x="3456341" y="456743"/>
                  <a:pt x="3453689" y="460766"/>
                  <a:pt x="3450123" y="464332"/>
                </a:cubicBezTo>
                <a:cubicBezTo>
                  <a:pt x="3446648" y="467807"/>
                  <a:pt x="3442625" y="470459"/>
                  <a:pt x="3438053" y="472379"/>
                </a:cubicBezTo>
                <a:cubicBezTo>
                  <a:pt x="3433481" y="474299"/>
                  <a:pt x="3428726" y="475214"/>
                  <a:pt x="3423788" y="475214"/>
                </a:cubicBezTo>
                <a:lnTo>
                  <a:pt x="2071025" y="475214"/>
                </a:lnTo>
                <a:cubicBezTo>
                  <a:pt x="2066087" y="475214"/>
                  <a:pt x="2061332" y="474299"/>
                  <a:pt x="2056760" y="472379"/>
                </a:cubicBezTo>
                <a:cubicBezTo>
                  <a:pt x="2052188" y="470459"/>
                  <a:pt x="2048165" y="467807"/>
                  <a:pt x="2044690" y="464332"/>
                </a:cubicBezTo>
                <a:cubicBezTo>
                  <a:pt x="2041215" y="460766"/>
                  <a:pt x="2038472" y="456743"/>
                  <a:pt x="2036552" y="452171"/>
                </a:cubicBezTo>
                <a:cubicBezTo>
                  <a:pt x="2034723" y="447599"/>
                  <a:pt x="2033717" y="442844"/>
                  <a:pt x="2033717" y="437906"/>
                </a:cubicBezTo>
              </a:path>
              <a:path w="3461095" h="2450592">
                <a:moveTo>
                  <a:pt x="0" y="1369771"/>
                </a:moveTo>
                <a:lnTo>
                  <a:pt x="0" y="1183416"/>
                </a:lnTo>
                <a:cubicBezTo>
                  <a:pt x="0" y="1178479"/>
                  <a:pt x="914" y="1173724"/>
                  <a:pt x="2835" y="1169152"/>
                </a:cubicBezTo>
                <a:cubicBezTo>
                  <a:pt x="4755" y="1164580"/>
                  <a:pt x="7407" y="1160556"/>
                  <a:pt x="10973" y="1156990"/>
                </a:cubicBezTo>
                <a:cubicBezTo>
                  <a:pt x="14448" y="1153516"/>
                  <a:pt x="18471" y="1150864"/>
                  <a:pt x="23043" y="1148944"/>
                </a:cubicBezTo>
                <a:cubicBezTo>
                  <a:pt x="27615" y="1147023"/>
                  <a:pt x="32370" y="1146109"/>
                  <a:pt x="37308" y="1146109"/>
                </a:cubicBezTo>
                <a:lnTo>
                  <a:pt x="1520647" y="1146109"/>
                </a:lnTo>
                <a:cubicBezTo>
                  <a:pt x="1525585" y="1146109"/>
                  <a:pt x="1530340" y="1147023"/>
                  <a:pt x="1534912" y="1148944"/>
                </a:cubicBezTo>
                <a:cubicBezTo>
                  <a:pt x="1539484" y="1150864"/>
                  <a:pt x="1543507" y="1153516"/>
                  <a:pt x="1547073" y="1156990"/>
                </a:cubicBezTo>
                <a:cubicBezTo>
                  <a:pt x="1550548" y="1160556"/>
                  <a:pt x="1553200" y="1164580"/>
                  <a:pt x="1555120" y="1169152"/>
                </a:cubicBezTo>
                <a:cubicBezTo>
                  <a:pt x="1557040" y="1173724"/>
                  <a:pt x="1557955" y="1178479"/>
                  <a:pt x="1557955" y="1183416"/>
                </a:cubicBezTo>
                <a:lnTo>
                  <a:pt x="1557955" y="1369771"/>
                </a:lnTo>
                <a:cubicBezTo>
                  <a:pt x="1557955" y="1374709"/>
                  <a:pt x="1557040" y="1379464"/>
                  <a:pt x="1555120" y="1384036"/>
                </a:cubicBezTo>
                <a:cubicBezTo>
                  <a:pt x="1553200" y="1388608"/>
                  <a:pt x="1550548" y="1392631"/>
                  <a:pt x="1547073" y="1396106"/>
                </a:cubicBezTo>
                <a:cubicBezTo>
                  <a:pt x="1543507" y="1399581"/>
                  <a:pt x="1539484" y="1402324"/>
                  <a:pt x="1534912" y="1404153"/>
                </a:cubicBezTo>
                <a:cubicBezTo>
                  <a:pt x="1530340" y="1406073"/>
                  <a:pt x="1525585" y="1406987"/>
                  <a:pt x="1520647" y="1406987"/>
                </a:cubicBezTo>
                <a:lnTo>
                  <a:pt x="37308" y="1406987"/>
                </a:lnTo>
                <a:cubicBezTo>
                  <a:pt x="32370" y="1406987"/>
                  <a:pt x="27615" y="1406073"/>
                  <a:pt x="23043" y="1404153"/>
                </a:cubicBezTo>
                <a:cubicBezTo>
                  <a:pt x="18471" y="1402324"/>
                  <a:pt x="14448" y="1399581"/>
                  <a:pt x="10973" y="1396106"/>
                </a:cubicBezTo>
                <a:cubicBezTo>
                  <a:pt x="7407" y="1392631"/>
                  <a:pt x="4755" y="1388608"/>
                  <a:pt x="2835" y="1384036"/>
                </a:cubicBezTo>
                <a:cubicBezTo>
                  <a:pt x="914" y="1379464"/>
                  <a:pt x="0" y="1374709"/>
                  <a:pt x="0" y="1369771"/>
                </a:cubicBezTo>
              </a:path>
              <a:path w="3461095" h="2450592">
                <a:moveTo>
                  <a:pt x="2033717" y="1369771"/>
                </a:moveTo>
                <a:lnTo>
                  <a:pt x="2033717" y="1183416"/>
                </a:lnTo>
                <a:cubicBezTo>
                  <a:pt x="2033717" y="1178479"/>
                  <a:pt x="2034723" y="1173724"/>
                  <a:pt x="2036552" y="1169152"/>
                </a:cubicBezTo>
                <a:cubicBezTo>
                  <a:pt x="2038472" y="1164580"/>
                  <a:pt x="2041215" y="1160556"/>
                  <a:pt x="2044690" y="1156990"/>
                </a:cubicBezTo>
                <a:cubicBezTo>
                  <a:pt x="2048165" y="1153516"/>
                  <a:pt x="2052188" y="1150864"/>
                  <a:pt x="2056760" y="1148944"/>
                </a:cubicBezTo>
                <a:cubicBezTo>
                  <a:pt x="2061332" y="1147023"/>
                  <a:pt x="2066087" y="1146109"/>
                  <a:pt x="2071025" y="1146109"/>
                </a:cubicBezTo>
                <a:lnTo>
                  <a:pt x="3423788" y="1146109"/>
                </a:lnTo>
                <a:cubicBezTo>
                  <a:pt x="3428726" y="1146109"/>
                  <a:pt x="3433481" y="1147023"/>
                  <a:pt x="3438053" y="1148944"/>
                </a:cubicBezTo>
                <a:cubicBezTo>
                  <a:pt x="3442625" y="1150864"/>
                  <a:pt x="3446648" y="1153516"/>
                  <a:pt x="3450123" y="1156990"/>
                </a:cubicBezTo>
                <a:cubicBezTo>
                  <a:pt x="3453689" y="1160556"/>
                  <a:pt x="3456341" y="1164580"/>
                  <a:pt x="3458261" y="1169152"/>
                </a:cubicBezTo>
                <a:cubicBezTo>
                  <a:pt x="3460181" y="1173724"/>
                  <a:pt x="3461095" y="1178479"/>
                  <a:pt x="3461095" y="1183416"/>
                </a:cubicBezTo>
                <a:lnTo>
                  <a:pt x="3461095" y="1369771"/>
                </a:lnTo>
                <a:cubicBezTo>
                  <a:pt x="3461095" y="1374709"/>
                  <a:pt x="3460181" y="1379464"/>
                  <a:pt x="3458261" y="1384036"/>
                </a:cubicBezTo>
                <a:cubicBezTo>
                  <a:pt x="3456341" y="1388608"/>
                  <a:pt x="3453689" y="1392631"/>
                  <a:pt x="3450123" y="1396106"/>
                </a:cubicBezTo>
                <a:cubicBezTo>
                  <a:pt x="3446648" y="1399581"/>
                  <a:pt x="3442625" y="1402324"/>
                  <a:pt x="3438053" y="1404153"/>
                </a:cubicBezTo>
                <a:cubicBezTo>
                  <a:pt x="3433481" y="1406073"/>
                  <a:pt x="3428726" y="1406987"/>
                  <a:pt x="3423788" y="1406987"/>
                </a:cubicBezTo>
                <a:lnTo>
                  <a:pt x="2071025" y="1406987"/>
                </a:lnTo>
                <a:cubicBezTo>
                  <a:pt x="2066087" y="1406987"/>
                  <a:pt x="2061332" y="1406073"/>
                  <a:pt x="2056760" y="1404153"/>
                </a:cubicBezTo>
                <a:cubicBezTo>
                  <a:pt x="2052188" y="1402324"/>
                  <a:pt x="2048165" y="1399581"/>
                  <a:pt x="2044690" y="1396106"/>
                </a:cubicBezTo>
                <a:cubicBezTo>
                  <a:pt x="2041215" y="1392631"/>
                  <a:pt x="2038472" y="1388608"/>
                  <a:pt x="2036552" y="1384036"/>
                </a:cubicBezTo>
                <a:cubicBezTo>
                  <a:pt x="2034723" y="1379464"/>
                  <a:pt x="2033717" y="1374709"/>
                  <a:pt x="2033717" y="1369771"/>
                </a:cubicBezTo>
              </a:path>
              <a:path w="3461095" h="2450592">
                <a:moveTo>
                  <a:pt x="0" y="2413376"/>
                </a:moveTo>
                <a:lnTo>
                  <a:pt x="0" y="2227021"/>
                </a:lnTo>
                <a:cubicBezTo>
                  <a:pt x="0" y="2222083"/>
                  <a:pt x="914" y="2217329"/>
                  <a:pt x="2835" y="2212757"/>
                </a:cubicBezTo>
                <a:cubicBezTo>
                  <a:pt x="4755" y="2208185"/>
                  <a:pt x="7407" y="2204161"/>
                  <a:pt x="10973" y="2200595"/>
                </a:cubicBezTo>
                <a:cubicBezTo>
                  <a:pt x="14448" y="2197120"/>
                  <a:pt x="18471" y="2194469"/>
                  <a:pt x="23043" y="2192548"/>
                </a:cubicBezTo>
                <a:cubicBezTo>
                  <a:pt x="27615" y="2190628"/>
                  <a:pt x="32370" y="2189714"/>
                  <a:pt x="37308" y="2189714"/>
                </a:cubicBezTo>
                <a:lnTo>
                  <a:pt x="1520647" y="2189714"/>
                </a:lnTo>
                <a:cubicBezTo>
                  <a:pt x="1525585" y="2189714"/>
                  <a:pt x="1530340" y="2190628"/>
                  <a:pt x="1534912" y="2192548"/>
                </a:cubicBezTo>
                <a:cubicBezTo>
                  <a:pt x="1539484" y="2194469"/>
                  <a:pt x="1543507" y="2197120"/>
                  <a:pt x="1547073" y="2200595"/>
                </a:cubicBezTo>
                <a:cubicBezTo>
                  <a:pt x="1550548" y="2204161"/>
                  <a:pt x="1553200" y="2208185"/>
                  <a:pt x="1555120" y="2212757"/>
                </a:cubicBezTo>
                <a:cubicBezTo>
                  <a:pt x="1557040" y="2217329"/>
                  <a:pt x="1557955" y="2222083"/>
                  <a:pt x="1557955" y="2227021"/>
                </a:cubicBezTo>
                <a:lnTo>
                  <a:pt x="1557955" y="2413376"/>
                </a:lnTo>
                <a:cubicBezTo>
                  <a:pt x="1557955" y="2418314"/>
                  <a:pt x="1557040" y="2423069"/>
                  <a:pt x="1555120" y="2427641"/>
                </a:cubicBezTo>
                <a:cubicBezTo>
                  <a:pt x="1553200" y="2432213"/>
                  <a:pt x="1550548" y="2436236"/>
                  <a:pt x="1547073" y="2439711"/>
                </a:cubicBezTo>
                <a:cubicBezTo>
                  <a:pt x="1543507" y="2443185"/>
                  <a:pt x="1539484" y="2445929"/>
                  <a:pt x="1534912" y="2447757"/>
                </a:cubicBezTo>
                <a:cubicBezTo>
                  <a:pt x="1530340" y="2449678"/>
                  <a:pt x="1525585" y="2450592"/>
                  <a:pt x="1520647" y="2450592"/>
                </a:cubicBezTo>
                <a:lnTo>
                  <a:pt x="37308" y="2450592"/>
                </a:lnTo>
                <a:cubicBezTo>
                  <a:pt x="32370" y="2450592"/>
                  <a:pt x="27615" y="2449678"/>
                  <a:pt x="23043" y="2447757"/>
                </a:cubicBezTo>
                <a:cubicBezTo>
                  <a:pt x="18471" y="2445929"/>
                  <a:pt x="14448" y="2443185"/>
                  <a:pt x="10973" y="2439711"/>
                </a:cubicBezTo>
                <a:cubicBezTo>
                  <a:pt x="7407" y="2436236"/>
                  <a:pt x="4755" y="2432213"/>
                  <a:pt x="2835" y="2427641"/>
                </a:cubicBezTo>
                <a:cubicBezTo>
                  <a:pt x="914" y="2423069"/>
                  <a:pt x="0" y="2418314"/>
                  <a:pt x="0" y="2413376"/>
                </a:cubicBezTo>
              </a:path>
              <a:path w="3461095" h="2450592">
                <a:moveTo>
                  <a:pt x="2033717" y="2413376"/>
                </a:moveTo>
                <a:lnTo>
                  <a:pt x="2033717" y="2227021"/>
                </a:lnTo>
                <a:cubicBezTo>
                  <a:pt x="2033717" y="2222083"/>
                  <a:pt x="2034723" y="2217329"/>
                  <a:pt x="2036552" y="2212757"/>
                </a:cubicBezTo>
                <a:cubicBezTo>
                  <a:pt x="2038472" y="2208185"/>
                  <a:pt x="2041215" y="2204161"/>
                  <a:pt x="2044690" y="2200595"/>
                </a:cubicBezTo>
                <a:cubicBezTo>
                  <a:pt x="2048165" y="2197120"/>
                  <a:pt x="2052188" y="2194469"/>
                  <a:pt x="2056760" y="2192548"/>
                </a:cubicBezTo>
                <a:cubicBezTo>
                  <a:pt x="2061332" y="2190628"/>
                  <a:pt x="2066087" y="2189714"/>
                  <a:pt x="2071025" y="2189714"/>
                </a:cubicBezTo>
                <a:lnTo>
                  <a:pt x="3423788" y="2189714"/>
                </a:lnTo>
                <a:cubicBezTo>
                  <a:pt x="3428726" y="2189714"/>
                  <a:pt x="3433481" y="2190628"/>
                  <a:pt x="3438053" y="2192548"/>
                </a:cubicBezTo>
                <a:cubicBezTo>
                  <a:pt x="3442625" y="2194469"/>
                  <a:pt x="3446648" y="2197120"/>
                  <a:pt x="3450123" y="2200595"/>
                </a:cubicBezTo>
                <a:cubicBezTo>
                  <a:pt x="3453689" y="2204161"/>
                  <a:pt x="3456341" y="2208185"/>
                  <a:pt x="3458261" y="2212757"/>
                </a:cubicBezTo>
                <a:cubicBezTo>
                  <a:pt x="3460181" y="2217329"/>
                  <a:pt x="3461095" y="2222083"/>
                  <a:pt x="3461095" y="2227021"/>
                </a:cubicBezTo>
                <a:lnTo>
                  <a:pt x="3461095" y="2413376"/>
                </a:lnTo>
                <a:cubicBezTo>
                  <a:pt x="3461095" y="2418314"/>
                  <a:pt x="3460181" y="2423069"/>
                  <a:pt x="3458261" y="2427641"/>
                </a:cubicBezTo>
                <a:cubicBezTo>
                  <a:pt x="3456341" y="2432213"/>
                  <a:pt x="3453689" y="2436236"/>
                  <a:pt x="3450123" y="2439711"/>
                </a:cubicBezTo>
                <a:cubicBezTo>
                  <a:pt x="3446648" y="2443185"/>
                  <a:pt x="3442625" y="2445929"/>
                  <a:pt x="3438053" y="2447757"/>
                </a:cubicBezTo>
                <a:cubicBezTo>
                  <a:pt x="3433481" y="2449678"/>
                  <a:pt x="3428726" y="2450592"/>
                  <a:pt x="3423788" y="2450592"/>
                </a:cubicBezTo>
                <a:lnTo>
                  <a:pt x="2071025" y="2450592"/>
                </a:lnTo>
                <a:cubicBezTo>
                  <a:pt x="2066087" y="2450592"/>
                  <a:pt x="2061332" y="2449678"/>
                  <a:pt x="2056760" y="2447757"/>
                </a:cubicBezTo>
                <a:cubicBezTo>
                  <a:pt x="2052188" y="2445929"/>
                  <a:pt x="2048165" y="2443185"/>
                  <a:pt x="2044690" y="2439711"/>
                </a:cubicBezTo>
                <a:cubicBezTo>
                  <a:pt x="2041215" y="2436236"/>
                  <a:pt x="2038472" y="2432213"/>
                  <a:pt x="2036552" y="2427641"/>
                </a:cubicBezTo>
                <a:cubicBezTo>
                  <a:pt x="2034723" y="2423069"/>
                  <a:pt x="2033717" y="2418314"/>
                  <a:pt x="2033717" y="2413376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4" name="Forma 95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3064" y="447233"/>
            <a:ext cx="27431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EXTRACCIÓN DE METADATA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634959" y="642915"/>
            <a:ext cx="7071787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9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Metadata: fuentes, scripts y campos</a:t>
            </a:r>
            <a:endParaRPr lang="en-US" sz="2860" dirty="0"/>
          </a:p>
        </p:txBody>
      </p:sp>
      <p:sp>
        <p:nvSpPr>
          <p:cNvPr id="7" name="Text 5"/>
          <p:cNvSpPr txBox="1"/>
          <p:nvPr/>
        </p:nvSpPr>
        <p:spPr>
          <a:xfrm>
            <a:off x="653064" y="1593342"/>
            <a:ext cx="270022" cy="23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254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54" dirty="0"/>
          </a:p>
        </p:txBody>
      </p:sp>
      <p:sp>
        <p:nvSpPr>
          <p:cNvPr id="8" name="Text 6"/>
          <p:cNvSpPr txBox="1"/>
          <p:nvPr/>
        </p:nvSpPr>
        <p:spPr>
          <a:xfrm>
            <a:off x="1110173" y="1453622"/>
            <a:ext cx="1772290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OpenStreetMap</a:t>
            </a:r>
            <a:endParaRPr lang="en-US" sz="1469" dirty="0"/>
          </a:p>
        </p:txBody>
      </p:sp>
      <p:sp>
        <p:nvSpPr>
          <p:cNvPr id="9" name="Text 7"/>
          <p:cNvSpPr txBox="1"/>
          <p:nvPr/>
        </p:nvSpPr>
        <p:spPr>
          <a:xfrm>
            <a:off x="1110173" y="1733154"/>
            <a:ext cx="126726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Overpass · edificios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2850642" y="1445758"/>
            <a:ext cx="1663476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osm_edificios.py</a:t>
            </a:r>
            <a:endParaRPr lang="en-US" sz="1166" dirty="0"/>
          </a:p>
        </p:txBody>
      </p:sp>
      <p:sp>
        <p:nvSpPr>
          <p:cNvPr id="11" name="Text 9"/>
          <p:cNvSpPr txBox="1"/>
          <p:nvPr/>
        </p:nvSpPr>
        <p:spPr>
          <a:xfrm>
            <a:off x="4483943" y="1397660"/>
            <a:ext cx="325435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63" dirty="0"/>
          </a:p>
        </p:txBody>
      </p:sp>
      <p:sp>
        <p:nvSpPr>
          <p:cNvPr id="12" name="Text 10"/>
          <p:cNvSpPr txBox="1"/>
          <p:nvPr/>
        </p:nvSpPr>
        <p:spPr>
          <a:xfrm>
            <a:off x="4889754" y="1306038"/>
            <a:ext cx="1464869" cy="472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osm_edificios.</a:t>
            </a:r>
            <a:endParaRPr lang="en-US" sz="1166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166" dirty="0"/>
          </a:p>
        </p:txBody>
      </p:sp>
      <p:sp>
        <p:nvSpPr>
          <p:cNvPr id="13" name="Text 11"/>
          <p:cNvSpPr txBox="1"/>
          <p:nvPr/>
        </p:nvSpPr>
        <p:spPr>
          <a:xfrm>
            <a:off x="2794681" y="1835658"/>
            <a:ext cx="214307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altura_estimada_m · origen_altura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653064" y="2636947"/>
            <a:ext cx="270022" cy="23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254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54" dirty="0"/>
          </a:p>
        </p:txBody>
      </p:sp>
      <p:sp>
        <p:nvSpPr>
          <p:cNvPr id="15" name="Text 13"/>
          <p:cNvSpPr txBox="1"/>
          <p:nvPr/>
        </p:nvSpPr>
        <p:spPr>
          <a:xfrm>
            <a:off x="1110173" y="2413376"/>
            <a:ext cx="1300460" cy="46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6"/>
              </a:lnSpc>
              <a:buNone/>
            </a:pPr>
            <a:r>
              <a:rPr lang="en-US" sz="146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Copernicus</a:t>
            </a:r>
            <a:endParaRPr lang="en-US" sz="1469" dirty="0"/>
          </a:p>
          <a:p>
            <a:pPr algn="l" indent="0" marL="0">
              <a:lnSpc>
                <a:spcPts val="1616"/>
              </a:lnSpc>
              <a:buNone/>
            </a:pPr>
            <a:r>
              <a:rPr lang="en-US" sz="146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GLO-90</a:t>
            </a:r>
            <a:endParaRPr lang="en-US" sz="1469" dirty="0"/>
          </a:p>
        </p:txBody>
      </p:sp>
      <p:sp>
        <p:nvSpPr>
          <p:cNvPr id="16" name="Text 14"/>
          <p:cNvSpPr txBox="1"/>
          <p:nvPr/>
        </p:nvSpPr>
        <p:spPr>
          <a:xfrm>
            <a:off x="1110173" y="2879263"/>
            <a:ext cx="142600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Elevation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2850642" y="2489363"/>
            <a:ext cx="1266261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elevacion.py</a:t>
            </a:r>
            <a:endParaRPr lang="en-US" sz="1166" dirty="0"/>
          </a:p>
        </p:txBody>
      </p:sp>
      <p:sp>
        <p:nvSpPr>
          <p:cNvPr id="18" name="Text 16"/>
          <p:cNvSpPr txBox="1"/>
          <p:nvPr/>
        </p:nvSpPr>
        <p:spPr>
          <a:xfrm>
            <a:off x="4483943" y="2441265"/>
            <a:ext cx="325435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63" dirty="0"/>
          </a:p>
        </p:txBody>
      </p:sp>
      <p:sp>
        <p:nvSpPr>
          <p:cNvPr id="19" name="Text 17"/>
          <p:cNvSpPr txBox="1"/>
          <p:nvPr/>
        </p:nvSpPr>
        <p:spPr>
          <a:xfrm>
            <a:off x="4889754" y="2489363"/>
            <a:ext cx="1464869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elevacion.json</a:t>
            </a:r>
            <a:endParaRPr lang="en-US" sz="1166" dirty="0"/>
          </a:p>
        </p:txBody>
      </p:sp>
      <p:sp>
        <p:nvSpPr>
          <p:cNvPr id="20" name="Text 18"/>
          <p:cNvSpPr txBox="1"/>
          <p:nvPr/>
        </p:nvSpPr>
        <p:spPr>
          <a:xfrm>
            <a:off x="2794681" y="2879263"/>
            <a:ext cx="163723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· ref_id · elevacion_m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653064" y="3680551"/>
            <a:ext cx="270022" cy="23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254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54" dirty="0"/>
          </a:p>
        </p:txBody>
      </p:sp>
      <p:sp>
        <p:nvSpPr>
          <p:cNvPr id="22" name="Text 20"/>
          <p:cNvSpPr txBox="1"/>
          <p:nvPr/>
        </p:nvSpPr>
        <p:spPr>
          <a:xfrm>
            <a:off x="1110173" y="3410346"/>
            <a:ext cx="67546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ERA5</a:t>
            </a:r>
            <a:endParaRPr lang="en-US" sz="1469" dirty="0"/>
          </a:p>
        </p:txBody>
      </p:sp>
      <p:sp>
        <p:nvSpPr>
          <p:cNvPr id="23" name="Text 21"/>
          <p:cNvSpPr txBox="1"/>
          <p:nvPr/>
        </p:nvSpPr>
        <p:spPr>
          <a:xfrm>
            <a:off x="1110173" y="3689878"/>
            <a:ext cx="142573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Historical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1110173" y="3941521"/>
            <a:ext cx="585490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2850642" y="3532967"/>
            <a:ext cx="968350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viento.py</a:t>
            </a:r>
            <a:endParaRPr lang="en-US" sz="1166" dirty="0"/>
          </a:p>
        </p:txBody>
      </p:sp>
      <p:sp>
        <p:nvSpPr>
          <p:cNvPr id="26" name="Text 24"/>
          <p:cNvSpPr txBox="1"/>
          <p:nvPr/>
        </p:nvSpPr>
        <p:spPr>
          <a:xfrm>
            <a:off x="4483943" y="3484870"/>
            <a:ext cx="325435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63" dirty="0"/>
          </a:p>
        </p:txBody>
      </p:sp>
      <p:sp>
        <p:nvSpPr>
          <p:cNvPr id="27" name="Text 25"/>
          <p:cNvSpPr txBox="1"/>
          <p:nvPr/>
        </p:nvSpPr>
        <p:spPr>
          <a:xfrm>
            <a:off x="4889754" y="3532967"/>
            <a:ext cx="1166957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viento.json</a:t>
            </a:r>
            <a:endParaRPr lang="en-US" sz="1166" dirty="0"/>
          </a:p>
        </p:txBody>
      </p:sp>
      <p:sp>
        <p:nvSpPr>
          <p:cNvPr id="28" name="Text 26"/>
          <p:cNvSpPr txBox="1"/>
          <p:nvPr/>
        </p:nvSpPr>
        <p:spPr>
          <a:xfrm>
            <a:off x="2794681" y="3922867"/>
            <a:ext cx="261865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ts_utc · velocidad_m_s · direccion_grados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653064" y="4453951"/>
            <a:ext cx="5649346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extractor tiene un documento ESTRUCTURA_*.md con su formato propio.</a:t>
            </a:r>
            <a:endParaRPr lang="en-US" sz="1097" dirty="0"/>
          </a:p>
        </p:txBody>
      </p:sp>
      <p:sp>
        <p:nvSpPr>
          <p:cNvPr id="30" name="Text 28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35</a:t>
            </a:r>
            <a:endParaRPr lang="en-US" sz="88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96"/>
          <p:cNvSpPr/>
          <p:nvPr/>
        </p:nvSpPr>
        <p:spPr>
          <a:xfrm>
            <a:off x="783641" y="2357415"/>
            <a:ext cx="7640544" cy="2394722"/>
          </a:xfrm>
          <a:custGeom>
            <a:avLst/>
            <a:gdLst/>
            <a:ahLst/>
            <a:cxnLst/>
            <a:rect l="l" t="t" r="r" b="b"/>
            <a:pathLst>
              <a:path w="7640544" h="2394722">
                <a:moveTo>
                  <a:pt x="0" y="0"/>
                </a:moveTo>
                <a:lnTo>
                  <a:pt x="7640544" y="0"/>
                </a:lnTo>
                <a:lnTo>
                  <a:pt x="7640544" y="9327"/>
                </a:lnTo>
                <a:lnTo>
                  <a:pt x="0" y="9327"/>
                </a:lnTo>
                <a:close/>
              </a:path>
              <a:path w="7640544" h="2394722">
                <a:moveTo>
                  <a:pt x="0" y="1192652"/>
                </a:moveTo>
                <a:lnTo>
                  <a:pt x="7640544" y="1192652"/>
                </a:lnTo>
                <a:lnTo>
                  <a:pt x="7640544" y="1201979"/>
                </a:lnTo>
                <a:lnTo>
                  <a:pt x="0" y="1201979"/>
                </a:lnTo>
                <a:close/>
              </a:path>
              <a:path w="7640544" h="2394722">
                <a:moveTo>
                  <a:pt x="0" y="2385395"/>
                </a:moveTo>
                <a:lnTo>
                  <a:pt x="7640544" y="2385395"/>
                </a:lnTo>
                <a:lnTo>
                  <a:pt x="7640544" y="2394722"/>
                </a:lnTo>
                <a:lnTo>
                  <a:pt x="0" y="2394722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97"/>
          <p:cNvSpPr/>
          <p:nvPr/>
        </p:nvSpPr>
        <p:spPr>
          <a:xfrm>
            <a:off x="987826" y="1425641"/>
            <a:ext cx="914" cy="3046415"/>
          </a:xfrm>
          <a:custGeom>
            <a:avLst/>
            <a:gdLst/>
            <a:ahLst/>
            <a:cxnLst/>
            <a:rect l="l" t="t" r="r" b="b"/>
            <a:pathLst>
              <a:path w="914" h="3046415">
                <a:moveTo>
                  <a:pt x="0" y="0"/>
                </a:moveTo>
                <a:lnTo>
                  <a:pt x="0" y="3046415"/>
                </a:lnTo>
              </a:path>
            </a:pathLst>
          </a:custGeom>
          <a:ln w="17107">
            <a:solidFill>
              <a:srgbClr val="B9B6AB"/>
            </a:solidFill>
            <a:prstDash val="solid"/>
          </a:ln>
        </p:spPr>
      </p:sp>
      <p:sp>
        <p:nvSpPr>
          <p:cNvPr id="4" name="Forma 98"/>
          <p:cNvSpPr/>
          <p:nvPr/>
        </p:nvSpPr>
        <p:spPr>
          <a:xfrm>
            <a:off x="942198" y="1778691"/>
            <a:ext cx="91257" cy="2368845"/>
          </a:xfrm>
          <a:custGeom>
            <a:avLst/>
            <a:gdLst/>
            <a:ahLst/>
            <a:cxnLst/>
            <a:rect l="l" t="t" r="r" b="b"/>
            <a:pathLst>
              <a:path w="91257" h="2368845">
                <a:moveTo>
                  <a:pt x="91257" y="45537"/>
                </a:moveTo>
                <a:cubicBezTo>
                  <a:pt x="91257" y="51572"/>
                  <a:pt x="90068" y="57424"/>
                  <a:pt x="87782" y="63002"/>
                </a:cubicBezTo>
                <a:cubicBezTo>
                  <a:pt x="85405" y="68580"/>
                  <a:pt x="82113" y="73518"/>
                  <a:pt x="77815" y="77724"/>
                </a:cubicBezTo>
                <a:cubicBezTo>
                  <a:pt x="73609" y="82022"/>
                  <a:pt x="68671" y="85314"/>
                  <a:pt x="63094" y="87600"/>
                </a:cubicBezTo>
                <a:cubicBezTo>
                  <a:pt x="57516" y="89977"/>
                  <a:pt x="51664" y="91074"/>
                  <a:pt x="45629" y="91074"/>
                </a:cubicBezTo>
                <a:cubicBezTo>
                  <a:pt x="39594" y="91074"/>
                  <a:pt x="33741" y="89977"/>
                  <a:pt x="28164" y="87600"/>
                </a:cubicBezTo>
                <a:cubicBezTo>
                  <a:pt x="22586" y="85314"/>
                  <a:pt x="17648" y="82022"/>
                  <a:pt x="13350" y="77724"/>
                </a:cubicBezTo>
                <a:cubicBezTo>
                  <a:pt x="9053" y="73518"/>
                  <a:pt x="5761" y="68580"/>
                  <a:pt x="3475" y="63002"/>
                </a:cubicBezTo>
                <a:cubicBezTo>
                  <a:pt x="1189" y="57424"/>
                  <a:pt x="0" y="51572"/>
                  <a:pt x="0" y="45537"/>
                </a:cubicBezTo>
                <a:cubicBezTo>
                  <a:pt x="0" y="39502"/>
                  <a:pt x="1189" y="33741"/>
                  <a:pt x="3475" y="28164"/>
                </a:cubicBezTo>
                <a:cubicBezTo>
                  <a:pt x="5761" y="22586"/>
                  <a:pt x="9053" y="17648"/>
                  <a:pt x="13350" y="13350"/>
                </a:cubicBezTo>
                <a:cubicBezTo>
                  <a:pt x="17648" y="9053"/>
                  <a:pt x="22586" y="5761"/>
                  <a:pt x="28164" y="3475"/>
                </a:cubicBezTo>
                <a:cubicBezTo>
                  <a:pt x="33741" y="1189"/>
                  <a:pt x="39594" y="0"/>
                  <a:pt x="45629" y="0"/>
                </a:cubicBezTo>
                <a:cubicBezTo>
                  <a:pt x="51664" y="0"/>
                  <a:pt x="57516" y="1189"/>
                  <a:pt x="63094" y="3475"/>
                </a:cubicBezTo>
                <a:cubicBezTo>
                  <a:pt x="68671" y="5761"/>
                  <a:pt x="73609" y="9053"/>
                  <a:pt x="77815" y="13350"/>
                </a:cubicBezTo>
                <a:cubicBezTo>
                  <a:pt x="82113" y="17648"/>
                  <a:pt x="85405" y="22586"/>
                  <a:pt x="87782" y="28164"/>
                </a:cubicBezTo>
                <a:cubicBezTo>
                  <a:pt x="90068" y="33741"/>
                  <a:pt x="91257" y="39502"/>
                  <a:pt x="91257" y="45537"/>
                </a:cubicBezTo>
              </a:path>
              <a:path w="91257" h="2368845">
                <a:moveTo>
                  <a:pt x="91257" y="1184422"/>
                </a:moveTo>
                <a:cubicBezTo>
                  <a:pt x="91257" y="1190457"/>
                  <a:pt x="90068" y="1196310"/>
                  <a:pt x="87782" y="1201887"/>
                </a:cubicBezTo>
                <a:cubicBezTo>
                  <a:pt x="85405" y="1207465"/>
                  <a:pt x="82113" y="1212312"/>
                  <a:pt x="77815" y="1216609"/>
                </a:cubicBezTo>
                <a:cubicBezTo>
                  <a:pt x="73609" y="1220907"/>
                  <a:pt x="68671" y="1224199"/>
                  <a:pt x="63094" y="1226485"/>
                </a:cubicBezTo>
                <a:cubicBezTo>
                  <a:pt x="57516" y="1228771"/>
                  <a:pt x="51664" y="1229959"/>
                  <a:pt x="45629" y="1229959"/>
                </a:cubicBezTo>
                <a:cubicBezTo>
                  <a:pt x="39594" y="1229959"/>
                  <a:pt x="33741" y="1228771"/>
                  <a:pt x="28164" y="1226485"/>
                </a:cubicBezTo>
                <a:cubicBezTo>
                  <a:pt x="22586" y="1224199"/>
                  <a:pt x="17648" y="1220907"/>
                  <a:pt x="13350" y="1216609"/>
                </a:cubicBezTo>
                <a:cubicBezTo>
                  <a:pt x="9053" y="1212312"/>
                  <a:pt x="5761" y="1207465"/>
                  <a:pt x="3475" y="1201887"/>
                </a:cubicBezTo>
                <a:cubicBezTo>
                  <a:pt x="1189" y="1196310"/>
                  <a:pt x="0" y="1190457"/>
                  <a:pt x="0" y="1184422"/>
                </a:cubicBezTo>
                <a:cubicBezTo>
                  <a:pt x="0" y="1178387"/>
                  <a:pt x="1189" y="1172535"/>
                  <a:pt x="3475" y="1166957"/>
                </a:cubicBezTo>
                <a:cubicBezTo>
                  <a:pt x="5761" y="1161379"/>
                  <a:pt x="9053" y="1156442"/>
                  <a:pt x="13350" y="1152235"/>
                </a:cubicBezTo>
                <a:cubicBezTo>
                  <a:pt x="17648" y="1147938"/>
                  <a:pt x="22586" y="1144646"/>
                  <a:pt x="28164" y="1142360"/>
                </a:cubicBezTo>
                <a:cubicBezTo>
                  <a:pt x="33741" y="1139982"/>
                  <a:pt x="39594" y="1138885"/>
                  <a:pt x="45629" y="1138885"/>
                </a:cubicBezTo>
                <a:cubicBezTo>
                  <a:pt x="51664" y="1138885"/>
                  <a:pt x="57516" y="1139982"/>
                  <a:pt x="63094" y="1142360"/>
                </a:cubicBezTo>
                <a:cubicBezTo>
                  <a:pt x="68671" y="1144646"/>
                  <a:pt x="73609" y="1147938"/>
                  <a:pt x="77815" y="1152235"/>
                </a:cubicBezTo>
                <a:cubicBezTo>
                  <a:pt x="82113" y="1156442"/>
                  <a:pt x="85405" y="1161379"/>
                  <a:pt x="87782" y="1166957"/>
                </a:cubicBezTo>
                <a:cubicBezTo>
                  <a:pt x="90068" y="1172535"/>
                  <a:pt x="91257" y="1178387"/>
                  <a:pt x="91257" y="1184422"/>
                </a:cubicBezTo>
              </a:path>
              <a:path w="91257" h="2368845">
                <a:moveTo>
                  <a:pt x="91257" y="2323308"/>
                </a:moveTo>
                <a:cubicBezTo>
                  <a:pt x="91257" y="2329343"/>
                  <a:pt x="90068" y="2335103"/>
                  <a:pt x="87782" y="2340681"/>
                </a:cubicBezTo>
                <a:cubicBezTo>
                  <a:pt x="85405" y="2346259"/>
                  <a:pt x="82113" y="2351197"/>
                  <a:pt x="77815" y="2355494"/>
                </a:cubicBezTo>
                <a:cubicBezTo>
                  <a:pt x="73609" y="2359792"/>
                  <a:pt x="68671" y="2363084"/>
                  <a:pt x="63094" y="2365370"/>
                </a:cubicBezTo>
                <a:cubicBezTo>
                  <a:pt x="57516" y="2367656"/>
                  <a:pt x="51664" y="2368845"/>
                  <a:pt x="45629" y="2368845"/>
                </a:cubicBezTo>
                <a:cubicBezTo>
                  <a:pt x="39594" y="2368845"/>
                  <a:pt x="33741" y="2367656"/>
                  <a:pt x="28164" y="2365370"/>
                </a:cubicBezTo>
                <a:cubicBezTo>
                  <a:pt x="22586" y="2363084"/>
                  <a:pt x="17648" y="2359792"/>
                  <a:pt x="13350" y="2355494"/>
                </a:cubicBezTo>
                <a:cubicBezTo>
                  <a:pt x="9053" y="2351197"/>
                  <a:pt x="5761" y="2346259"/>
                  <a:pt x="3475" y="2340681"/>
                </a:cubicBezTo>
                <a:cubicBezTo>
                  <a:pt x="1189" y="2335103"/>
                  <a:pt x="0" y="2329343"/>
                  <a:pt x="0" y="2323308"/>
                </a:cubicBezTo>
                <a:cubicBezTo>
                  <a:pt x="0" y="2317272"/>
                  <a:pt x="1189" y="2311420"/>
                  <a:pt x="3475" y="2305842"/>
                </a:cubicBezTo>
                <a:cubicBezTo>
                  <a:pt x="5761" y="2300265"/>
                  <a:pt x="9053" y="2295327"/>
                  <a:pt x="13350" y="2291029"/>
                </a:cubicBezTo>
                <a:cubicBezTo>
                  <a:pt x="17648" y="2286823"/>
                  <a:pt x="22586" y="2283531"/>
                  <a:pt x="28164" y="2281154"/>
                </a:cubicBezTo>
                <a:cubicBezTo>
                  <a:pt x="33741" y="2278868"/>
                  <a:pt x="39594" y="2277679"/>
                  <a:pt x="45629" y="2277679"/>
                </a:cubicBezTo>
                <a:cubicBezTo>
                  <a:pt x="51664" y="2277679"/>
                  <a:pt x="57516" y="2278868"/>
                  <a:pt x="63094" y="2281154"/>
                </a:cubicBezTo>
                <a:cubicBezTo>
                  <a:pt x="68671" y="2283531"/>
                  <a:pt x="73609" y="2286823"/>
                  <a:pt x="77815" y="2291029"/>
                </a:cubicBezTo>
                <a:cubicBezTo>
                  <a:pt x="82113" y="2295327"/>
                  <a:pt x="85405" y="2300265"/>
                  <a:pt x="87782" y="2305842"/>
                </a:cubicBezTo>
                <a:cubicBezTo>
                  <a:pt x="90068" y="2311420"/>
                  <a:pt x="91257" y="2317272"/>
                  <a:pt x="91257" y="2323308"/>
                </a:cubicBezTo>
              </a:path>
            </a:pathLst>
          </a:custGeom>
          <a:solidFill>
            <a:srgbClr val="F1EEE5"/>
          </a:solidFill>
          <a:ln w="17107">
            <a:solidFill>
              <a:srgbClr val="AB432E"/>
            </a:solidFill>
            <a:prstDash val="solid"/>
          </a:ln>
        </p:spPr>
      </p:sp>
      <p:sp>
        <p:nvSpPr>
          <p:cNvPr id="5" name="Forma 99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8353" y="428671"/>
            <a:ext cx="27431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4.1 · EXTRACCIÓN DE AMENAZAS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700705" y="652242"/>
            <a:ext cx="8428573" cy="53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91" b="1" spc="-9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Amenazas: fuente, extracción y salida JSON</a:t>
            </a:r>
            <a:endParaRPr lang="en-US" sz="2791" dirty="0"/>
          </a:p>
        </p:txBody>
      </p:sp>
      <p:sp>
        <p:nvSpPr>
          <p:cNvPr id="8" name="Text 6"/>
          <p:cNvSpPr txBox="1"/>
          <p:nvPr/>
        </p:nvSpPr>
        <p:spPr>
          <a:xfrm>
            <a:off x="1408725" y="1295156"/>
            <a:ext cx="247071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97" dirty="0"/>
          </a:p>
        </p:txBody>
      </p:sp>
      <p:sp>
        <p:nvSpPr>
          <p:cNvPr id="9" name="Text 7"/>
          <p:cNvSpPr txBox="1"/>
          <p:nvPr/>
        </p:nvSpPr>
        <p:spPr>
          <a:xfrm>
            <a:off x="1861170" y="1257940"/>
            <a:ext cx="1214598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GPSJam</a:t>
            </a:r>
            <a:endParaRPr lang="en-US" sz="1841" dirty="0"/>
          </a:p>
        </p:txBody>
      </p:sp>
      <p:sp>
        <p:nvSpPr>
          <p:cNvPr id="10" name="Text 8"/>
          <p:cNvSpPr txBox="1"/>
          <p:nvPr/>
        </p:nvSpPr>
        <p:spPr>
          <a:xfrm>
            <a:off x="1861170" y="1584015"/>
            <a:ext cx="1792864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gpsjam.py → gpsjam.json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1861170" y="1835658"/>
            <a:ext cx="2668219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celdas H3 · dias_rojos / dias_con_datos</a:t>
            </a:r>
            <a:endParaRPr lang="en-US" sz="1028" dirty="0"/>
          </a:p>
        </p:txBody>
      </p:sp>
      <p:sp>
        <p:nvSpPr>
          <p:cNvPr id="12" name="Text 10"/>
          <p:cNvSpPr txBox="1"/>
          <p:nvPr/>
        </p:nvSpPr>
        <p:spPr>
          <a:xfrm>
            <a:off x="1408725" y="2487900"/>
            <a:ext cx="247071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97" dirty="0"/>
          </a:p>
        </p:txBody>
      </p:sp>
      <p:sp>
        <p:nvSpPr>
          <p:cNvPr id="13" name="Text 11"/>
          <p:cNvSpPr txBox="1"/>
          <p:nvPr/>
        </p:nvSpPr>
        <p:spPr>
          <a:xfrm>
            <a:off x="1861170" y="2450592"/>
            <a:ext cx="2106869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Focos térmicos</a:t>
            </a:r>
            <a:endParaRPr lang="en-US" sz="1841" dirty="0"/>
          </a:p>
        </p:txBody>
      </p:sp>
      <p:sp>
        <p:nvSpPr>
          <p:cNvPr id="14" name="Text 12"/>
          <p:cNvSpPr txBox="1"/>
          <p:nvPr/>
        </p:nvSpPr>
        <p:spPr>
          <a:xfrm>
            <a:off x="1861170" y="2754356"/>
            <a:ext cx="3287085" cy="371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96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Economist war-fire model · NASA FIRMS</a:t>
            </a:r>
            <a:endParaRPr lang="en-US" sz="960" dirty="0"/>
          </a:p>
          <a:p>
            <a:pPr algn="l" indent="0" marL="0">
              <a:lnSpc>
                <a:spcPts val="1322"/>
              </a:lnSpc>
              <a:buNone/>
            </a:pPr>
            <a:r>
              <a:rPr lang="en-US" sz="96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incendios_guerra.py → incendios_guerra.json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1861170" y="3196011"/>
            <a:ext cx="2123420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· periodo · guerra · lat/lon</a:t>
            </a:r>
            <a:endParaRPr lang="en-US" sz="1028" dirty="0"/>
          </a:p>
        </p:txBody>
      </p:sp>
      <p:sp>
        <p:nvSpPr>
          <p:cNvPr id="16" name="Text 14"/>
          <p:cNvSpPr txBox="1"/>
          <p:nvPr/>
        </p:nvSpPr>
        <p:spPr>
          <a:xfrm>
            <a:off x="1408725" y="3680551"/>
            <a:ext cx="247071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97" dirty="0"/>
          </a:p>
        </p:txBody>
      </p:sp>
      <p:sp>
        <p:nvSpPr>
          <p:cNvPr id="17" name="Text 15"/>
          <p:cNvSpPr txBox="1"/>
          <p:nvPr/>
        </p:nvSpPr>
        <p:spPr>
          <a:xfrm>
            <a:off x="1861170" y="3643335"/>
            <a:ext cx="1563258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UCDP GED</a:t>
            </a:r>
            <a:endParaRPr lang="en-US" sz="1841" dirty="0"/>
          </a:p>
        </p:txBody>
      </p:sp>
      <p:sp>
        <p:nvSpPr>
          <p:cNvPr id="18" name="Text 16"/>
          <p:cNvSpPr txBox="1"/>
          <p:nvPr/>
        </p:nvSpPr>
        <p:spPr>
          <a:xfrm>
            <a:off x="1861170" y="3969410"/>
            <a:ext cx="268934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ucdp_eventos.py → ucdp_eventos.json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1861170" y="4221053"/>
            <a:ext cx="2716591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precision_lugar · muertes_estimadas</a:t>
            </a:r>
            <a:endParaRPr lang="en-US" sz="1028" dirty="0"/>
          </a:p>
        </p:txBody>
      </p:sp>
      <p:sp>
        <p:nvSpPr>
          <p:cNvPr id="20" name="Text 18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35</a:t>
            </a:r>
            <a:endParaRPr lang="en-US" sz="88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00"/>
          <p:cNvSpPr/>
          <p:nvPr/>
        </p:nvSpPr>
        <p:spPr>
          <a:xfrm>
            <a:off x="709026" y="633588"/>
            <a:ext cx="27981" cy="3876233"/>
          </a:xfrm>
          <a:custGeom>
            <a:avLst/>
            <a:gdLst/>
            <a:ahLst/>
            <a:cxnLst/>
            <a:rect l="l" t="t" r="r" b="b"/>
            <a:pathLst>
              <a:path w="27981" h="3876233">
                <a:moveTo>
                  <a:pt x="0" y="0"/>
                </a:moveTo>
                <a:lnTo>
                  <a:pt x="27981" y="0"/>
                </a:lnTo>
                <a:lnTo>
                  <a:pt x="27981" y="3876233"/>
                </a:lnTo>
                <a:lnTo>
                  <a:pt x="0" y="3876233"/>
                </a:lnTo>
                <a:close/>
              </a:path>
            </a:pathLst>
          </a:custGeom>
          <a:solidFill>
            <a:srgbClr val="C49A4B"/>
          </a:solidFill>
          <a:ln/>
        </p:spPr>
      </p:sp>
      <p:sp>
        <p:nvSpPr>
          <p:cNvPr id="3" name="Forma 101"/>
          <p:cNvSpPr/>
          <p:nvPr/>
        </p:nvSpPr>
        <p:spPr>
          <a:xfrm>
            <a:off x="5681442" y="1789024"/>
            <a:ext cx="2752070" cy="1472275"/>
          </a:xfrm>
          <a:custGeom>
            <a:avLst/>
            <a:gdLst/>
            <a:ahLst/>
            <a:cxnLst/>
            <a:rect l="l" t="t" r="r" b="b"/>
            <a:pathLst>
              <a:path w="2752070" h="1472275">
                <a:moveTo>
                  <a:pt x="0" y="0"/>
                </a:moveTo>
                <a:lnTo>
                  <a:pt x="2752070" y="0"/>
                </a:lnTo>
                <a:lnTo>
                  <a:pt x="2752070" y="9327"/>
                </a:lnTo>
                <a:lnTo>
                  <a:pt x="0" y="9327"/>
                </a:lnTo>
                <a:close/>
              </a:path>
              <a:path w="2752070" h="1472275">
                <a:moveTo>
                  <a:pt x="186538" y="726765"/>
                </a:moveTo>
                <a:lnTo>
                  <a:pt x="2752070" y="726765"/>
                </a:lnTo>
                <a:lnTo>
                  <a:pt x="2752070" y="736092"/>
                </a:lnTo>
                <a:lnTo>
                  <a:pt x="186538" y="736092"/>
                </a:lnTo>
                <a:close/>
              </a:path>
              <a:path w="2752070" h="1472275">
                <a:moveTo>
                  <a:pt x="186538" y="1462949"/>
                </a:moveTo>
                <a:lnTo>
                  <a:pt x="2752070" y="1462949"/>
                </a:lnTo>
                <a:lnTo>
                  <a:pt x="2752070" y="1472275"/>
                </a:lnTo>
                <a:lnTo>
                  <a:pt x="186538" y="1472275"/>
                </a:lnTo>
                <a:close/>
              </a:path>
            </a:pathLst>
          </a:custGeom>
          <a:solidFill>
            <a:srgbClr val="586261"/>
          </a:solidFill>
          <a:ln/>
        </p:spPr>
      </p:sp>
      <p:sp>
        <p:nvSpPr>
          <p:cNvPr id="4" name="Forma 102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F9F7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5558" y="195682"/>
            <a:ext cx="184617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22" dirty="0"/>
          </a:p>
        </p:txBody>
      </p:sp>
      <p:sp>
        <p:nvSpPr>
          <p:cNvPr id="6" name="Text 4"/>
          <p:cNvSpPr txBox="1"/>
          <p:nvPr/>
        </p:nvSpPr>
        <p:spPr>
          <a:xfrm>
            <a:off x="1232337" y="447233"/>
            <a:ext cx="3490631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"tipo": "grafo_navegacion_uav",</a:t>
            </a:r>
            <a:endParaRPr lang="en-US" sz="1322" dirty="0"/>
          </a:p>
        </p:txBody>
      </p:sp>
      <p:sp>
        <p:nvSpPr>
          <p:cNvPr id="7" name="Text 5"/>
          <p:cNvSpPr txBox="1"/>
          <p:nvPr/>
        </p:nvSpPr>
        <p:spPr>
          <a:xfrm>
            <a:off x="1232337" y="657819"/>
            <a:ext cx="2168225" cy="553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"crs": "EPSG:4326",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"nodos": [{</a:t>
            </a:r>
            <a:endParaRPr lang="en-US" sz="1322" dirty="0"/>
          </a:p>
        </p:txBody>
      </p:sp>
      <p:sp>
        <p:nvSpPr>
          <p:cNvPr id="8" name="Text 6"/>
          <p:cNvSpPr txBox="1"/>
          <p:nvPr/>
        </p:nvSpPr>
        <p:spPr>
          <a:xfrm>
            <a:off x="1429116" y="1170341"/>
            <a:ext cx="1837670" cy="805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"id": "integer",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"lat": "number",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"lon": "number",</a:t>
            </a:r>
            <a:endParaRPr lang="en-US" sz="1322" dirty="0"/>
          </a:p>
        </p:txBody>
      </p:sp>
      <p:sp>
        <p:nvSpPr>
          <p:cNvPr id="9" name="Text 7"/>
          <p:cNvSpPr txBox="1"/>
          <p:nvPr/>
        </p:nvSpPr>
        <p:spPr>
          <a:xfrm>
            <a:off x="1429116" y="1984705"/>
            <a:ext cx="3490631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"tipo": "inicio | observacion |</a:t>
            </a:r>
            <a:endParaRPr lang="en-US" sz="1322" dirty="0"/>
          </a:p>
        </p:txBody>
      </p:sp>
      <p:sp>
        <p:nvSpPr>
          <p:cNvPr id="10" name="Text 8"/>
          <p:cNvSpPr txBox="1"/>
          <p:nvPr/>
        </p:nvSpPr>
        <p:spPr>
          <a:xfrm>
            <a:off x="1035558" y="2236348"/>
            <a:ext cx="956097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destino"</a:t>
            </a:r>
            <a:endParaRPr lang="en-US" sz="1322" dirty="0"/>
          </a:p>
        </p:txBody>
      </p:sp>
      <p:sp>
        <p:nvSpPr>
          <p:cNvPr id="11" name="Text 9"/>
          <p:cNvSpPr txBox="1"/>
          <p:nvPr/>
        </p:nvSpPr>
        <p:spPr>
          <a:xfrm>
            <a:off x="1232337" y="2487900"/>
            <a:ext cx="405079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7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}],</a:t>
            </a:r>
            <a:endParaRPr lang="en-US" sz="1322" dirty="0"/>
          </a:p>
        </p:txBody>
      </p:sp>
      <p:sp>
        <p:nvSpPr>
          <p:cNvPr id="12" name="Text 10"/>
          <p:cNvSpPr txBox="1"/>
          <p:nvPr/>
        </p:nvSpPr>
        <p:spPr>
          <a:xfrm>
            <a:off x="1232337" y="2748778"/>
            <a:ext cx="1507023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"aristas": [{</a:t>
            </a:r>
            <a:endParaRPr lang="en-US" sz="1322" dirty="0"/>
          </a:p>
        </p:txBody>
      </p:sp>
      <p:sp>
        <p:nvSpPr>
          <p:cNvPr id="13" name="Text 11"/>
          <p:cNvSpPr txBox="1"/>
          <p:nvPr/>
        </p:nvSpPr>
        <p:spPr>
          <a:xfrm>
            <a:off x="1429116" y="2950037"/>
            <a:ext cx="2278410" cy="553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"source": "integer",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"target": "integer",</a:t>
            </a:r>
            <a:endParaRPr lang="en-US" sz="1322" dirty="0"/>
          </a:p>
        </p:txBody>
      </p:sp>
      <p:sp>
        <p:nvSpPr>
          <p:cNvPr id="14" name="Text 12"/>
          <p:cNvSpPr txBox="1"/>
          <p:nvPr/>
        </p:nvSpPr>
        <p:spPr>
          <a:xfrm>
            <a:off x="1429116" y="3462558"/>
            <a:ext cx="2829428" cy="553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"largo_km": "number",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"geometria": "LineString"</a:t>
            </a:r>
            <a:endParaRPr lang="en-US" sz="1322" dirty="0"/>
          </a:p>
        </p:txBody>
      </p:sp>
      <p:sp>
        <p:nvSpPr>
          <p:cNvPr id="15" name="Text 13"/>
          <p:cNvSpPr txBox="1"/>
          <p:nvPr/>
        </p:nvSpPr>
        <p:spPr>
          <a:xfrm>
            <a:off x="1232337" y="3974988"/>
            <a:ext cx="3821278" cy="553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322" spc="47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}],</a:t>
            </a:r>
            <a:endParaRPr lang="en-US" sz="1322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"metadatos": { "secuencia_mision":</a:t>
            </a:r>
            <a:endParaRPr lang="en-US" sz="1322" dirty="0"/>
          </a:p>
        </p:txBody>
      </p:sp>
      <p:sp>
        <p:nvSpPr>
          <p:cNvPr id="16" name="Text 14"/>
          <p:cNvSpPr txBox="1"/>
          <p:nvPr/>
        </p:nvSpPr>
        <p:spPr>
          <a:xfrm>
            <a:off x="1035558" y="4528475"/>
            <a:ext cx="1066282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spc="48" kern="0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"array" }</a:t>
            </a:r>
            <a:endParaRPr lang="en-US" sz="1322" dirty="0"/>
          </a:p>
        </p:txBody>
      </p:sp>
      <p:sp>
        <p:nvSpPr>
          <p:cNvPr id="17" name="Text 15"/>
          <p:cNvSpPr txBox="1"/>
          <p:nvPr/>
        </p:nvSpPr>
        <p:spPr>
          <a:xfrm>
            <a:off x="1035558" y="4789444"/>
            <a:ext cx="184617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dirty="0">
                <a:solidFill>
                  <a:srgbClr val="F1EA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2" dirty="0"/>
          </a:p>
        </p:txBody>
      </p:sp>
      <p:sp>
        <p:nvSpPr>
          <p:cNvPr id="18" name="Text 16"/>
          <p:cNvSpPr txBox="1"/>
          <p:nvPr/>
        </p:nvSpPr>
        <p:spPr>
          <a:xfrm>
            <a:off x="5684459" y="764073"/>
            <a:ext cx="207184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1" kern="0" dirty="0">
                <a:solidFill>
                  <a:srgbClr val="D0A8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 FORMATO POR FUENTE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5671109" y="1032449"/>
            <a:ext cx="3136849" cy="67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5" b="1" spc="-73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esquema por tipo</a:t>
            </a:r>
            <a:endParaRPr lang="en-US" sz="2135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2135" b="1" spc="-68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dato.</a:t>
            </a:r>
            <a:endParaRPr lang="en-US" sz="2135" dirty="0"/>
          </a:p>
        </p:txBody>
      </p:sp>
      <p:sp>
        <p:nvSpPr>
          <p:cNvPr id="20" name="Text 18"/>
          <p:cNvSpPr txBox="1"/>
          <p:nvPr/>
        </p:nvSpPr>
        <p:spPr>
          <a:xfrm>
            <a:off x="5865053" y="1910182"/>
            <a:ext cx="79918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dirty="0">
                <a:solidFill>
                  <a:srgbClr val="F7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</a:t>
            </a:r>
            <a:endParaRPr lang="en-US" sz="1175" dirty="0"/>
          </a:p>
        </p:txBody>
      </p:sp>
      <p:sp>
        <p:nvSpPr>
          <p:cNvPr id="21" name="Text 19"/>
          <p:cNvSpPr txBox="1"/>
          <p:nvPr/>
        </p:nvSpPr>
        <p:spPr>
          <a:xfrm>
            <a:off x="5865053" y="2245584"/>
            <a:ext cx="172967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C5C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OSM · elevación · viento</a:t>
            </a:r>
            <a:endParaRPr lang="en-US" sz="881" dirty="0"/>
          </a:p>
        </p:txBody>
      </p:sp>
      <p:sp>
        <p:nvSpPr>
          <p:cNvPr id="22" name="Text 20"/>
          <p:cNvSpPr txBox="1"/>
          <p:nvPr/>
        </p:nvSpPr>
        <p:spPr>
          <a:xfrm>
            <a:off x="5865053" y="2636947"/>
            <a:ext cx="901507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dirty="0">
                <a:solidFill>
                  <a:srgbClr val="F7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</a:t>
            </a:r>
            <a:endParaRPr lang="en-US" sz="1175" dirty="0"/>
          </a:p>
        </p:txBody>
      </p:sp>
      <p:sp>
        <p:nvSpPr>
          <p:cNvPr id="23" name="Text 21"/>
          <p:cNvSpPr txBox="1"/>
          <p:nvPr/>
        </p:nvSpPr>
        <p:spPr>
          <a:xfrm>
            <a:off x="5865053" y="2972440"/>
            <a:ext cx="1798625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C5C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GPSJam · incendios · UCDP</a:t>
            </a:r>
            <a:endParaRPr lang="en-US" sz="881" dirty="0"/>
          </a:p>
        </p:txBody>
      </p:sp>
      <p:sp>
        <p:nvSpPr>
          <p:cNvPr id="24" name="Text 2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F9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35</a:t>
            </a:r>
            <a:endParaRPr lang="en-US" sz="88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03"/>
          <p:cNvSpPr/>
          <p:nvPr/>
        </p:nvSpPr>
        <p:spPr>
          <a:xfrm>
            <a:off x="690372" y="1910182"/>
            <a:ext cx="2686782" cy="18654"/>
          </a:xfrm>
          <a:custGeom>
            <a:avLst/>
            <a:gdLst/>
            <a:ahLst/>
            <a:cxnLst/>
            <a:rect l="l" t="t" r="r" b="b"/>
            <a:pathLst>
              <a:path w="2686782" h="18654">
                <a:moveTo>
                  <a:pt x="0" y="0"/>
                </a:moveTo>
                <a:lnTo>
                  <a:pt x="2686782" y="0"/>
                </a:lnTo>
                <a:lnTo>
                  <a:pt x="2686782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2D6075"/>
          </a:solidFill>
          <a:ln/>
        </p:spPr>
      </p:sp>
      <p:sp>
        <p:nvSpPr>
          <p:cNvPr id="3" name="Forma 104"/>
          <p:cNvSpPr/>
          <p:nvPr/>
        </p:nvSpPr>
        <p:spPr>
          <a:xfrm>
            <a:off x="690372" y="2823301"/>
            <a:ext cx="2686782" cy="1630650"/>
          </a:xfrm>
          <a:custGeom>
            <a:avLst/>
            <a:gdLst/>
            <a:ahLst/>
            <a:cxnLst/>
            <a:rect l="l" t="t" r="r" b="b"/>
            <a:pathLst>
              <a:path w="2686782" h="1630650">
                <a:moveTo>
                  <a:pt x="0" y="0"/>
                </a:moveTo>
                <a:lnTo>
                  <a:pt x="2686782" y="0"/>
                </a:lnTo>
                <a:lnTo>
                  <a:pt x="2686782" y="9327"/>
                </a:lnTo>
                <a:lnTo>
                  <a:pt x="0" y="9327"/>
                </a:lnTo>
                <a:close/>
              </a:path>
              <a:path w="2686782" h="1630650">
                <a:moveTo>
                  <a:pt x="0" y="810616"/>
                </a:moveTo>
                <a:lnTo>
                  <a:pt x="2686782" y="810616"/>
                </a:lnTo>
                <a:lnTo>
                  <a:pt x="2686782" y="819942"/>
                </a:lnTo>
                <a:lnTo>
                  <a:pt x="0" y="819942"/>
                </a:lnTo>
                <a:close/>
              </a:path>
              <a:path w="2686782" h="1630650">
                <a:moveTo>
                  <a:pt x="0" y="1621323"/>
                </a:moveTo>
                <a:lnTo>
                  <a:pt x="2686782" y="1621323"/>
                </a:lnTo>
                <a:lnTo>
                  <a:pt x="2686782" y="1630650"/>
                </a:lnTo>
                <a:lnTo>
                  <a:pt x="0" y="1630650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4" name="Forma 105"/>
          <p:cNvSpPr/>
          <p:nvPr/>
        </p:nvSpPr>
        <p:spPr>
          <a:xfrm>
            <a:off x="690372" y="2171060"/>
            <a:ext cx="2388230" cy="1826331"/>
          </a:xfrm>
          <a:custGeom>
            <a:avLst/>
            <a:gdLst/>
            <a:ahLst/>
            <a:cxnLst/>
            <a:rect l="l" t="t" r="r" b="b"/>
            <a:pathLst>
              <a:path w="2388230" h="1826331">
                <a:moveTo>
                  <a:pt x="0" y="167701"/>
                </a:moveTo>
                <a:lnTo>
                  <a:pt x="0" y="37308"/>
                </a:lnTo>
                <a:cubicBezTo>
                  <a:pt x="0" y="32370"/>
                  <a:pt x="914" y="27615"/>
                  <a:pt x="2835" y="23043"/>
                </a:cubicBezTo>
                <a:cubicBezTo>
                  <a:pt x="4755" y="18471"/>
                  <a:pt x="7407" y="14448"/>
                  <a:pt x="10973" y="10881"/>
                </a:cubicBezTo>
                <a:cubicBezTo>
                  <a:pt x="14448" y="7407"/>
                  <a:pt x="18471" y="4755"/>
                  <a:pt x="23043" y="2835"/>
                </a:cubicBezTo>
                <a:cubicBezTo>
                  <a:pt x="27615" y="914"/>
                  <a:pt x="32370" y="0"/>
                  <a:pt x="37308" y="0"/>
                </a:cubicBezTo>
                <a:lnTo>
                  <a:pt x="2350922" y="0"/>
                </a:lnTo>
                <a:cubicBezTo>
                  <a:pt x="2355860" y="0"/>
                  <a:pt x="2360615" y="914"/>
                  <a:pt x="2365187" y="2835"/>
                </a:cubicBezTo>
                <a:cubicBezTo>
                  <a:pt x="2369759" y="4755"/>
                  <a:pt x="2373782" y="7407"/>
                  <a:pt x="2377349" y="10881"/>
                </a:cubicBezTo>
                <a:cubicBezTo>
                  <a:pt x="2380823" y="14448"/>
                  <a:pt x="2383475" y="18471"/>
                  <a:pt x="2385395" y="23043"/>
                </a:cubicBezTo>
                <a:cubicBezTo>
                  <a:pt x="2387316" y="27615"/>
                  <a:pt x="2388230" y="32370"/>
                  <a:pt x="2388230" y="37308"/>
                </a:cubicBezTo>
                <a:lnTo>
                  <a:pt x="2388230" y="167701"/>
                </a:lnTo>
                <a:cubicBezTo>
                  <a:pt x="2388230" y="172639"/>
                  <a:pt x="2387316" y="177394"/>
                  <a:pt x="2385395" y="181966"/>
                </a:cubicBezTo>
                <a:cubicBezTo>
                  <a:pt x="2383475" y="186538"/>
                  <a:pt x="2380823" y="190561"/>
                  <a:pt x="2377349" y="194036"/>
                </a:cubicBezTo>
                <a:cubicBezTo>
                  <a:pt x="2373782" y="197602"/>
                  <a:pt x="2369759" y="200254"/>
                  <a:pt x="2365187" y="202174"/>
                </a:cubicBezTo>
                <a:cubicBezTo>
                  <a:pt x="2360615" y="204094"/>
                  <a:pt x="2355860" y="205008"/>
                  <a:pt x="2350922" y="205008"/>
                </a:cubicBezTo>
                <a:lnTo>
                  <a:pt x="37308" y="205008"/>
                </a:lnTo>
                <a:cubicBezTo>
                  <a:pt x="32370" y="205008"/>
                  <a:pt x="27615" y="204094"/>
                  <a:pt x="23043" y="202174"/>
                </a:cubicBezTo>
                <a:cubicBezTo>
                  <a:pt x="18471" y="200254"/>
                  <a:pt x="14448" y="197602"/>
                  <a:pt x="10973" y="194036"/>
                </a:cubicBezTo>
                <a:cubicBezTo>
                  <a:pt x="7407" y="190561"/>
                  <a:pt x="4755" y="186538"/>
                  <a:pt x="2835" y="181966"/>
                </a:cubicBezTo>
                <a:cubicBezTo>
                  <a:pt x="914" y="177394"/>
                  <a:pt x="0" y="172639"/>
                  <a:pt x="0" y="167701"/>
                </a:cubicBezTo>
              </a:path>
              <a:path w="2388230" h="1826331">
                <a:moveTo>
                  <a:pt x="0" y="978408"/>
                </a:moveTo>
                <a:lnTo>
                  <a:pt x="0" y="847923"/>
                </a:lnTo>
                <a:cubicBezTo>
                  <a:pt x="0" y="842985"/>
                  <a:pt x="914" y="838230"/>
                  <a:pt x="2835" y="833658"/>
                </a:cubicBezTo>
                <a:cubicBezTo>
                  <a:pt x="4755" y="829086"/>
                  <a:pt x="7407" y="825063"/>
                  <a:pt x="10973" y="821588"/>
                </a:cubicBezTo>
                <a:cubicBezTo>
                  <a:pt x="14448" y="818114"/>
                  <a:pt x="18471" y="815370"/>
                  <a:pt x="23043" y="813542"/>
                </a:cubicBezTo>
                <a:cubicBezTo>
                  <a:pt x="27615" y="811621"/>
                  <a:pt x="32370" y="810616"/>
                  <a:pt x="37308" y="810616"/>
                </a:cubicBezTo>
                <a:lnTo>
                  <a:pt x="2350922" y="810616"/>
                </a:lnTo>
                <a:cubicBezTo>
                  <a:pt x="2355860" y="810616"/>
                  <a:pt x="2360615" y="811621"/>
                  <a:pt x="2365187" y="813542"/>
                </a:cubicBezTo>
                <a:cubicBezTo>
                  <a:pt x="2369759" y="815370"/>
                  <a:pt x="2373782" y="818114"/>
                  <a:pt x="2377349" y="821588"/>
                </a:cubicBezTo>
                <a:cubicBezTo>
                  <a:pt x="2380823" y="825063"/>
                  <a:pt x="2383475" y="829086"/>
                  <a:pt x="2385395" y="833658"/>
                </a:cubicBezTo>
                <a:cubicBezTo>
                  <a:pt x="2387316" y="838230"/>
                  <a:pt x="2388230" y="842985"/>
                  <a:pt x="2388230" y="847923"/>
                </a:cubicBezTo>
                <a:lnTo>
                  <a:pt x="2388230" y="978408"/>
                </a:lnTo>
                <a:cubicBezTo>
                  <a:pt x="2388230" y="983346"/>
                  <a:pt x="2387316" y="988101"/>
                  <a:pt x="2385395" y="992673"/>
                </a:cubicBezTo>
                <a:cubicBezTo>
                  <a:pt x="2383475" y="997245"/>
                  <a:pt x="2380823" y="1001268"/>
                  <a:pt x="2377349" y="1004743"/>
                </a:cubicBezTo>
                <a:cubicBezTo>
                  <a:pt x="2373782" y="1008217"/>
                  <a:pt x="2369759" y="1010961"/>
                  <a:pt x="2365187" y="1012789"/>
                </a:cubicBezTo>
                <a:cubicBezTo>
                  <a:pt x="2360615" y="1014710"/>
                  <a:pt x="2355860" y="1015624"/>
                  <a:pt x="2350922" y="1015624"/>
                </a:cubicBezTo>
                <a:lnTo>
                  <a:pt x="37308" y="1015624"/>
                </a:lnTo>
                <a:cubicBezTo>
                  <a:pt x="32370" y="1015624"/>
                  <a:pt x="27615" y="1014710"/>
                  <a:pt x="23043" y="1012789"/>
                </a:cubicBezTo>
                <a:cubicBezTo>
                  <a:pt x="18471" y="1010961"/>
                  <a:pt x="14448" y="1008217"/>
                  <a:pt x="10973" y="1004743"/>
                </a:cubicBezTo>
                <a:cubicBezTo>
                  <a:pt x="7407" y="1001268"/>
                  <a:pt x="4755" y="997245"/>
                  <a:pt x="2835" y="992673"/>
                </a:cubicBezTo>
                <a:cubicBezTo>
                  <a:pt x="914" y="988101"/>
                  <a:pt x="0" y="983346"/>
                  <a:pt x="0" y="978408"/>
                </a:cubicBezTo>
              </a:path>
              <a:path w="2388230" h="1826331">
                <a:moveTo>
                  <a:pt x="0" y="1789024"/>
                </a:moveTo>
                <a:lnTo>
                  <a:pt x="0" y="1658630"/>
                </a:lnTo>
                <a:cubicBezTo>
                  <a:pt x="0" y="1653692"/>
                  <a:pt x="914" y="1648938"/>
                  <a:pt x="2835" y="1644366"/>
                </a:cubicBezTo>
                <a:cubicBezTo>
                  <a:pt x="4755" y="1639794"/>
                  <a:pt x="7407" y="1635770"/>
                  <a:pt x="10973" y="1632204"/>
                </a:cubicBezTo>
                <a:cubicBezTo>
                  <a:pt x="14448" y="1628729"/>
                  <a:pt x="18471" y="1626078"/>
                  <a:pt x="23043" y="1624157"/>
                </a:cubicBezTo>
                <a:cubicBezTo>
                  <a:pt x="27615" y="1622237"/>
                  <a:pt x="32370" y="1621323"/>
                  <a:pt x="37308" y="1621323"/>
                </a:cubicBezTo>
                <a:lnTo>
                  <a:pt x="2350922" y="1621323"/>
                </a:lnTo>
                <a:cubicBezTo>
                  <a:pt x="2355860" y="1621323"/>
                  <a:pt x="2360615" y="1622237"/>
                  <a:pt x="2365187" y="1624157"/>
                </a:cubicBezTo>
                <a:cubicBezTo>
                  <a:pt x="2369759" y="1626078"/>
                  <a:pt x="2373782" y="1628729"/>
                  <a:pt x="2377349" y="1632204"/>
                </a:cubicBezTo>
                <a:cubicBezTo>
                  <a:pt x="2380823" y="1635770"/>
                  <a:pt x="2383475" y="1639794"/>
                  <a:pt x="2385395" y="1644366"/>
                </a:cubicBezTo>
                <a:cubicBezTo>
                  <a:pt x="2387316" y="1648938"/>
                  <a:pt x="2388230" y="1653692"/>
                  <a:pt x="2388230" y="1658630"/>
                </a:cubicBezTo>
                <a:lnTo>
                  <a:pt x="2388230" y="1789024"/>
                </a:lnTo>
                <a:cubicBezTo>
                  <a:pt x="2388230" y="1793961"/>
                  <a:pt x="2387316" y="1798716"/>
                  <a:pt x="2385395" y="1803288"/>
                </a:cubicBezTo>
                <a:cubicBezTo>
                  <a:pt x="2383475" y="1807860"/>
                  <a:pt x="2380823" y="1811884"/>
                  <a:pt x="2377349" y="1815358"/>
                </a:cubicBezTo>
                <a:cubicBezTo>
                  <a:pt x="2373782" y="1818924"/>
                  <a:pt x="2369759" y="1821576"/>
                  <a:pt x="2365187" y="1823496"/>
                </a:cubicBezTo>
                <a:cubicBezTo>
                  <a:pt x="2360615" y="1825325"/>
                  <a:pt x="2355860" y="1826331"/>
                  <a:pt x="2350922" y="1826331"/>
                </a:cubicBezTo>
                <a:lnTo>
                  <a:pt x="37308" y="1826331"/>
                </a:lnTo>
                <a:cubicBezTo>
                  <a:pt x="32370" y="1826331"/>
                  <a:pt x="27615" y="1825325"/>
                  <a:pt x="23043" y="1823496"/>
                </a:cubicBezTo>
                <a:cubicBezTo>
                  <a:pt x="18471" y="1821576"/>
                  <a:pt x="14448" y="1818924"/>
                  <a:pt x="10973" y="1815358"/>
                </a:cubicBezTo>
                <a:cubicBezTo>
                  <a:pt x="7407" y="1811884"/>
                  <a:pt x="4755" y="1807860"/>
                  <a:pt x="2835" y="1803288"/>
                </a:cubicBezTo>
                <a:cubicBezTo>
                  <a:pt x="914" y="1798716"/>
                  <a:pt x="0" y="1793961"/>
                  <a:pt x="0" y="1789024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5" name="Forma 106"/>
          <p:cNvSpPr/>
          <p:nvPr/>
        </p:nvSpPr>
        <p:spPr>
          <a:xfrm>
            <a:off x="5765383" y="1910182"/>
            <a:ext cx="2686782" cy="18654"/>
          </a:xfrm>
          <a:custGeom>
            <a:avLst/>
            <a:gdLst/>
            <a:ahLst/>
            <a:cxnLst/>
            <a:rect l="l" t="t" r="r" b="b"/>
            <a:pathLst>
              <a:path w="2686782" h="18654">
                <a:moveTo>
                  <a:pt x="0" y="0"/>
                </a:moveTo>
                <a:lnTo>
                  <a:pt x="2686782" y="0"/>
                </a:lnTo>
                <a:lnTo>
                  <a:pt x="2686782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6" name="Forma 107"/>
          <p:cNvSpPr/>
          <p:nvPr/>
        </p:nvSpPr>
        <p:spPr>
          <a:xfrm>
            <a:off x="5765383" y="2823301"/>
            <a:ext cx="2686782" cy="1630650"/>
          </a:xfrm>
          <a:custGeom>
            <a:avLst/>
            <a:gdLst/>
            <a:ahLst/>
            <a:cxnLst/>
            <a:rect l="l" t="t" r="r" b="b"/>
            <a:pathLst>
              <a:path w="2686782" h="1630650">
                <a:moveTo>
                  <a:pt x="0" y="0"/>
                </a:moveTo>
                <a:lnTo>
                  <a:pt x="2686782" y="0"/>
                </a:lnTo>
                <a:lnTo>
                  <a:pt x="2686782" y="9327"/>
                </a:lnTo>
                <a:lnTo>
                  <a:pt x="0" y="9327"/>
                </a:lnTo>
                <a:close/>
              </a:path>
              <a:path w="2686782" h="1630650">
                <a:moveTo>
                  <a:pt x="0" y="810616"/>
                </a:moveTo>
                <a:lnTo>
                  <a:pt x="2686782" y="810616"/>
                </a:lnTo>
                <a:lnTo>
                  <a:pt x="2686782" y="819942"/>
                </a:lnTo>
                <a:lnTo>
                  <a:pt x="0" y="819942"/>
                </a:lnTo>
                <a:close/>
              </a:path>
              <a:path w="2686782" h="1630650">
                <a:moveTo>
                  <a:pt x="0" y="1621323"/>
                </a:moveTo>
                <a:lnTo>
                  <a:pt x="2686782" y="1621323"/>
                </a:lnTo>
                <a:lnTo>
                  <a:pt x="2686782" y="1630650"/>
                </a:lnTo>
                <a:lnTo>
                  <a:pt x="0" y="1630650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7" name="Forma 108"/>
          <p:cNvSpPr/>
          <p:nvPr/>
        </p:nvSpPr>
        <p:spPr>
          <a:xfrm>
            <a:off x="5765383" y="2171060"/>
            <a:ext cx="2388230" cy="1826331"/>
          </a:xfrm>
          <a:custGeom>
            <a:avLst/>
            <a:gdLst/>
            <a:ahLst/>
            <a:cxnLst/>
            <a:rect l="l" t="t" r="r" b="b"/>
            <a:pathLst>
              <a:path w="2388230" h="1826331">
                <a:moveTo>
                  <a:pt x="0" y="167701"/>
                </a:moveTo>
                <a:lnTo>
                  <a:pt x="0" y="37308"/>
                </a:lnTo>
                <a:cubicBezTo>
                  <a:pt x="0" y="32370"/>
                  <a:pt x="914" y="27615"/>
                  <a:pt x="2835" y="23043"/>
                </a:cubicBezTo>
                <a:cubicBezTo>
                  <a:pt x="4755" y="18471"/>
                  <a:pt x="7407" y="14448"/>
                  <a:pt x="10973" y="10881"/>
                </a:cubicBezTo>
                <a:cubicBezTo>
                  <a:pt x="14448" y="7407"/>
                  <a:pt x="18471" y="4755"/>
                  <a:pt x="23043" y="2835"/>
                </a:cubicBezTo>
                <a:cubicBezTo>
                  <a:pt x="27615" y="914"/>
                  <a:pt x="32370" y="0"/>
                  <a:pt x="37308" y="0"/>
                </a:cubicBezTo>
                <a:lnTo>
                  <a:pt x="2350922" y="0"/>
                </a:lnTo>
                <a:cubicBezTo>
                  <a:pt x="2355860" y="0"/>
                  <a:pt x="2360615" y="914"/>
                  <a:pt x="2365187" y="2835"/>
                </a:cubicBezTo>
                <a:cubicBezTo>
                  <a:pt x="2369759" y="4755"/>
                  <a:pt x="2373782" y="7407"/>
                  <a:pt x="2377349" y="10881"/>
                </a:cubicBezTo>
                <a:cubicBezTo>
                  <a:pt x="2380823" y="14448"/>
                  <a:pt x="2383475" y="18471"/>
                  <a:pt x="2385395" y="23043"/>
                </a:cubicBezTo>
                <a:cubicBezTo>
                  <a:pt x="2387316" y="27615"/>
                  <a:pt x="2388230" y="32370"/>
                  <a:pt x="2388230" y="37308"/>
                </a:cubicBezTo>
                <a:lnTo>
                  <a:pt x="2388230" y="167701"/>
                </a:lnTo>
                <a:cubicBezTo>
                  <a:pt x="2388230" y="172639"/>
                  <a:pt x="2387316" y="177394"/>
                  <a:pt x="2385395" y="181966"/>
                </a:cubicBezTo>
                <a:cubicBezTo>
                  <a:pt x="2383475" y="186538"/>
                  <a:pt x="2380823" y="190561"/>
                  <a:pt x="2377349" y="194036"/>
                </a:cubicBezTo>
                <a:cubicBezTo>
                  <a:pt x="2373782" y="197602"/>
                  <a:pt x="2369759" y="200254"/>
                  <a:pt x="2365187" y="202174"/>
                </a:cubicBezTo>
                <a:cubicBezTo>
                  <a:pt x="2360615" y="204094"/>
                  <a:pt x="2355860" y="205008"/>
                  <a:pt x="2350922" y="205008"/>
                </a:cubicBezTo>
                <a:lnTo>
                  <a:pt x="37308" y="205008"/>
                </a:lnTo>
                <a:cubicBezTo>
                  <a:pt x="32370" y="205008"/>
                  <a:pt x="27615" y="204094"/>
                  <a:pt x="23043" y="202174"/>
                </a:cubicBezTo>
                <a:cubicBezTo>
                  <a:pt x="18471" y="200254"/>
                  <a:pt x="14448" y="197602"/>
                  <a:pt x="10973" y="194036"/>
                </a:cubicBezTo>
                <a:cubicBezTo>
                  <a:pt x="7407" y="190561"/>
                  <a:pt x="4755" y="186538"/>
                  <a:pt x="2835" y="181966"/>
                </a:cubicBezTo>
                <a:cubicBezTo>
                  <a:pt x="914" y="177394"/>
                  <a:pt x="0" y="172639"/>
                  <a:pt x="0" y="167701"/>
                </a:cubicBezTo>
              </a:path>
              <a:path w="2388230" h="1826331">
                <a:moveTo>
                  <a:pt x="0" y="978408"/>
                </a:moveTo>
                <a:lnTo>
                  <a:pt x="0" y="847923"/>
                </a:lnTo>
                <a:cubicBezTo>
                  <a:pt x="0" y="842985"/>
                  <a:pt x="914" y="838230"/>
                  <a:pt x="2835" y="833658"/>
                </a:cubicBezTo>
                <a:cubicBezTo>
                  <a:pt x="4755" y="829086"/>
                  <a:pt x="7407" y="825063"/>
                  <a:pt x="10973" y="821588"/>
                </a:cubicBezTo>
                <a:cubicBezTo>
                  <a:pt x="14448" y="818114"/>
                  <a:pt x="18471" y="815370"/>
                  <a:pt x="23043" y="813542"/>
                </a:cubicBezTo>
                <a:cubicBezTo>
                  <a:pt x="27615" y="811621"/>
                  <a:pt x="32370" y="810616"/>
                  <a:pt x="37308" y="810616"/>
                </a:cubicBezTo>
                <a:lnTo>
                  <a:pt x="2350922" y="810616"/>
                </a:lnTo>
                <a:cubicBezTo>
                  <a:pt x="2355860" y="810616"/>
                  <a:pt x="2360615" y="811621"/>
                  <a:pt x="2365187" y="813542"/>
                </a:cubicBezTo>
                <a:cubicBezTo>
                  <a:pt x="2369759" y="815370"/>
                  <a:pt x="2373782" y="818114"/>
                  <a:pt x="2377349" y="821588"/>
                </a:cubicBezTo>
                <a:cubicBezTo>
                  <a:pt x="2380823" y="825063"/>
                  <a:pt x="2383475" y="829086"/>
                  <a:pt x="2385395" y="833658"/>
                </a:cubicBezTo>
                <a:cubicBezTo>
                  <a:pt x="2387316" y="838230"/>
                  <a:pt x="2388230" y="842985"/>
                  <a:pt x="2388230" y="847923"/>
                </a:cubicBezTo>
                <a:lnTo>
                  <a:pt x="2388230" y="978408"/>
                </a:lnTo>
                <a:cubicBezTo>
                  <a:pt x="2388230" y="983346"/>
                  <a:pt x="2387316" y="988101"/>
                  <a:pt x="2385395" y="992673"/>
                </a:cubicBezTo>
                <a:cubicBezTo>
                  <a:pt x="2383475" y="997245"/>
                  <a:pt x="2380823" y="1001268"/>
                  <a:pt x="2377349" y="1004743"/>
                </a:cubicBezTo>
                <a:cubicBezTo>
                  <a:pt x="2373782" y="1008217"/>
                  <a:pt x="2369759" y="1010961"/>
                  <a:pt x="2365187" y="1012789"/>
                </a:cubicBezTo>
                <a:cubicBezTo>
                  <a:pt x="2360615" y="1014710"/>
                  <a:pt x="2355860" y="1015624"/>
                  <a:pt x="2350922" y="1015624"/>
                </a:cubicBezTo>
                <a:lnTo>
                  <a:pt x="37308" y="1015624"/>
                </a:lnTo>
                <a:cubicBezTo>
                  <a:pt x="32370" y="1015624"/>
                  <a:pt x="27615" y="1014710"/>
                  <a:pt x="23043" y="1012789"/>
                </a:cubicBezTo>
                <a:cubicBezTo>
                  <a:pt x="18471" y="1010961"/>
                  <a:pt x="14448" y="1008217"/>
                  <a:pt x="10973" y="1004743"/>
                </a:cubicBezTo>
                <a:cubicBezTo>
                  <a:pt x="7407" y="1001268"/>
                  <a:pt x="4755" y="997245"/>
                  <a:pt x="2835" y="992673"/>
                </a:cubicBezTo>
                <a:cubicBezTo>
                  <a:pt x="914" y="988101"/>
                  <a:pt x="0" y="983346"/>
                  <a:pt x="0" y="978408"/>
                </a:cubicBezTo>
              </a:path>
              <a:path w="2388230" h="1826331">
                <a:moveTo>
                  <a:pt x="0" y="1789024"/>
                </a:moveTo>
                <a:lnTo>
                  <a:pt x="0" y="1658630"/>
                </a:lnTo>
                <a:cubicBezTo>
                  <a:pt x="0" y="1653692"/>
                  <a:pt x="914" y="1648938"/>
                  <a:pt x="2835" y="1644366"/>
                </a:cubicBezTo>
                <a:cubicBezTo>
                  <a:pt x="4755" y="1639794"/>
                  <a:pt x="7407" y="1635770"/>
                  <a:pt x="10973" y="1632204"/>
                </a:cubicBezTo>
                <a:cubicBezTo>
                  <a:pt x="14448" y="1628729"/>
                  <a:pt x="18471" y="1626078"/>
                  <a:pt x="23043" y="1624157"/>
                </a:cubicBezTo>
                <a:cubicBezTo>
                  <a:pt x="27615" y="1622237"/>
                  <a:pt x="32370" y="1621323"/>
                  <a:pt x="37308" y="1621323"/>
                </a:cubicBezTo>
                <a:lnTo>
                  <a:pt x="2350922" y="1621323"/>
                </a:lnTo>
                <a:cubicBezTo>
                  <a:pt x="2355860" y="1621323"/>
                  <a:pt x="2360615" y="1622237"/>
                  <a:pt x="2365187" y="1624157"/>
                </a:cubicBezTo>
                <a:cubicBezTo>
                  <a:pt x="2369759" y="1626078"/>
                  <a:pt x="2373782" y="1628729"/>
                  <a:pt x="2377349" y="1632204"/>
                </a:cubicBezTo>
                <a:cubicBezTo>
                  <a:pt x="2380823" y="1635770"/>
                  <a:pt x="2383475" y="1639794"/>
                  <a:pt x="2385395" y="1644366"/>
                </a:cubicBezTo>
                <a:cubicBezTo>
                  <a:pt x="2387316" y="1648938"/>
                  <a:pt x="2388230" y="1653692"/>
                  <a:pt x="2388230" y="1658630"/>
                </a:cubicBezTo>
                <a:lnTo>
                  <a:pt x="2388230" y="1789024"/>
                </a:lnTo>
                <a:cubicBezTo>
                  <a:pt x="2388230" y="1793961"/>
                  <a:pt x="2387316" y="1798716"/>
                  <a:pt x="2385395" y="1803288"/>
                </a:cubicBezTo>
                <a:cubicBezTo>
                  <a:pt x="2383475" y="1807860"/>
                  <a:pt x="2380823" y="1811884"/>
                  <a:pt x="2377349" y="1815358"/>
                </a:cubicBezTo>
                <a:cubicBezTo>
                  <a:pt x="2373782" y="1818924"/>
                  <a:pt x="2369759" y="1821576"/>
                  <a:pt x="2365187" y="1823496"/>
                </a:cubicBezTo>
                <a:cubicBezTo>
                  <a:pt x="2360615" y="1825325"/>
                  <a:pt x="2355860" y="1826331"/>
                  <a:pt x="2350922" y="1826331"/>
                </a:cubicBezTo>
                <a:lnTo>
                  <a:pt x="37308" y="1826331"/>
                </a:lnTo>
                <a:cubicBezTo>
                  <a:pt x="32370" y="1826331"/>
                  <a:pt x="27615" y="1825325"/>
                  <a:pt x="23043" y="1823496"/>
                </a:cubicBezTo>
                <a:cubicBezTo>
                  <a:pt x="18471" y="1821576"/>
                  <a:pt x="14448" y="1818924"/>
                  <a:pt x="10973" y="1815358"/>
                </a:cubicBezTo>
                <a:cubicBezTo>
                  <a:pt x="7407" y="1811884"/>
                  <a:pt x="4755" y="1807860"/>
                  <a:pt x="2835" y="1803288"/>
                </a:cubicBezTo>
                <a:cubicBezTo>
                  <a:pt x="914" y="1798716"/>
                  <a:pt x="0" y="1793961"/>
                  <a:pt x="0" y="1789024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8" name="Forma 109"/>
          <p:cNvSpPr/>
          <p:nvPr/>
        </p:nvSpPr>
        <p:spPr>
          <a:xfrm>
            <a:off x="3694359" y="1667866"/>
            <a:ext cx="1753911" cy="18654"/>
          </a:xfrm>
          <a:custGeom>
            <a:avLst/>
            <a:gdLst/>
            <a:ahLst/>
            <a:cxnLst/>
            <a:rect l="l" t="t" r="r" b="b"/>
            <a:pathLst>
              <a:path w="1753911" h="18654">
                <a:moveTo>
                  <a:pt x="0" y="0"/>
                </a:moveTo>
                <a:lnTo>
                  <a:pt x="1753911" y="0"/>
                </a:lnTo>
                <a:lnTo>
                  <a:pt x="1753911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C49A4B"/>
          </a:solidFill>
          <a:ln/>
        </p:spPr>
      </p:sp>
      <p:sp>
        <p:nvSpPr>
          <p:cNvPr id="9" name="Forma 110"/>
          <p:cNvSpPr/>
          <p:nvPr/>
        </p:nvSpPr>
        <p:spPr>
          <a:xfrm>
            <a:off x="3526384" y="2003359"/>
            <a:ext cx="2089678" cy="1966051"/>
          </a:xfrm>
          <a:custGeom>
            <a:avLst/>
            <a:gdLst/>
            <a:ahLst/>
            <a:cxnLst/>
            <a:rect l="l" t="t" r="r" b="b"/>
            <a:pathLst>
              <a:path w="2089678" h="1966051">
                <a:moveTo>
                  <a:pt x="167884" y="661568"/>
                </a:moveTo>
                <a:lnTo>
                  <a:pt x="1921794" y="661568"/>
                </a:lnTo>
                <a:lnTo>
                  <a:pt x="1921794" y="670895"/>
                </a:lnTo>
                <a:lnTo>
                  <a:pt x="167884" y="670895"/>
                </a:lnTo>
                <a:close/>
              </a:path>
              <a:path w="2089678" h="1966051">
                <a:moveTo>
                  <a:pt x="167884" y="1434968"/>
                </a:moveTo>
                <a:lnTo>
                  <a:pt x="1921794" y="1434968"/>
                </a:lnTo>
                <a:lnTo>
                  <a:pt x="1921794" y="1444295"/>
                </a:lnTo>
                <a:lnTo>
                  <a:pt x="167884" y="1444295"/>
                </a:lnTo>
                <a:close/>
              </a:path>
              <a:path w="2089678" h="1966051">
                <a:moveTo>
                  <a:pt x="0" y="0"/>
                </a:moveTo>
                <a:lnTo>
                  <a:pt x="9327" y="0"/>
                </a:lnTo>
                <a:lnTo>
                  <a:pt x="9327" y="1966051"/>
                </a:lnTo>
                <a:lnTo>
                  <a:pt x="0" y="1966051"/>
                </a:lnTo>
                <a:close/>
              </a:path>
              <a:path w="2089678" h="1966051">
                <a:moveTo>
                  <a:pt x="2080351" y="0"/>
                </a:moveTo>
                <a:lnTo>
                  <a:pt x="2089678" y="0"/>
                </a:lnTo>
                <a:lnTo>
                  <a:pt x="2089678" y="1966051"/>
                </a:lnTo>
                <a:lnTo>
                  <a:pt x="2080351" y="1966051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10" name="Forma 111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" y="503194"/>
            <a:ext cx="27431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+ 4.2 · CARGA EN POSTGIS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669341" y="717438"/>
            <a:ext cx="3411078" cy="628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67"/>
              </a:lnSpc>
              <a:buNone/>
            </a:pPr>
            <a:r>
              <a:rPr lang="en-US" sz="3310" b="1" spc="-11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 de datos</a:t>
            </a:r>
            <a:endParaRPr lang="en-US" sz="3310" dirty="0"/>
          </a:p>
        </p:txBody>
      </p:sp>
      <p:sp>
        <p:nvSpPr>
          <p:cNvPr id="13" name="Text 11"/>
          <p:cNvSpPr txBox="1"/>
          <p:nvPr/>
        </p:nvSpPr>
        <p:spPr>
          <a:xfrm>
            <a:off x="690372" y="1490838"/>
            <a:ext cx="1351666" cy="36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2"/>
              </a:lnSpc>
              <a:buNone/>
            </a:pPr>
            <a:r>
              <a:rPr lang="en-US" sz="1910" b="1" spc="-3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1910" dirty="0"/>
          </a:p>
        </p:txBody>
      </p:sp>
      <p:sp>
        <p:nvSpPr>
          <p:cNvPr id="14" name="Text 12"/>
          <p:cNvSpPr txBox="1"/>
          <p:nvPr/>
        </p:nvSpPr>
        <p:spPr>
          <a:xfrm>
            <a:off x="746333" y="2185050"/>
            <a:ext cx="2021190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cargar_osm_edificios.py</a:t>
            </a:r>
            <a:endParaRPr lang="en-US" sz="989" dirty="0"/>
          </a:p>
        </p:txBody>
      </p:sp>
      <p:sp>
        <p:nvSpPr>
          <p:cNvPr id="15" name="Text 13"/>
          <p:cNvSpPr txBox="1"/>
          <p:nvPr/>
        </p:nvSpPr>
        <p:spPr>
          <a:xfrm>
            <a:off x="3193359" y="2143171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16" name="Text 14"/>
          <p:cNvSpPr txBox="1"/>
          <p:nvPr/>
        </p:nvSpPr>
        <p:spPr>
          <a:xfrm>
            <a:off x="690372" y="2497226"/>
            <a:ext cx="1514155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meta_edificios</a:t>
            </a:r>
            <a:endParaRPr lang="en-US" sz="1322" dirty="0"/>
          </a:p>
        </p:txBody>
      </p:sp>
      <p:sp>
        <p:nvSpPr>
          <p:cNvPr id="17" name="Text 15"/>
          <p:cNvSpPr txBox="1"/>
          <p:nvPr/>
        </p:nvSpPr>
        <p:spPr>
          <a:xfrm>
            <a:off x="746333" y="2995757"/>
            <a:ext cx="1682679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cargar_elevacion.py</a:t>
            </a:r>
            <a:endParaRPr lang="en-US" sz="989" dirty="0"/>
          </a:p>
        </p:txBody>
      </p:sp>
      <p:sp>
        <p:nvSpPr>
          <p:cNvPr id="18" name="Text 16"/>
          <p:cNvSpPr txBox="1"/>
          <p:nvPr/>
        </p:nvSpPr>
        <p:spPr>
          <a:xfrm>
            <a:off x="3193359" y="2953786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19" name="Text 17"/>
          <p:cNvSpPr txBox="1"/>
          <p:nvPr/>
        </p:nvSpPr>
        <p:spPr>
          <a:xfrm>
            <a:off x="690372" y="3307842"/>
            <a:ext cx="1606692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meta_elevacion</a:t>
            </a:r>
            <a:endParaRPr lang="en-US" sz="1322" dirty="0"/>
          </a:p>
        </p:txBody>
      </p:sp>
      <p:sp>
        <p:nvSpPr>
          <p:cNvPr id="20" name="Text 18"/>
          <p:cNvSpPr txBox="1"/>
          <p:nvPr/>
        </p:nvSpPr>
        <p:spPr>
          <a:xfrm>
            <a:off x="746333" y="3806373"/>
            <a:ext cx="1428750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cargar_viento.py</a:t>
            </a:r>
            <a:endParaRPr lang="en-US" sz="989" dirty="0"/>
          </a:p>
        </p:txBody>
      </p:sp>
      <p:sp>
        <p:nvSpPr>
          <p:cNvPr id="21" name="Text 19"/>
          <p:cNvSpPr txBox="1"/>
          <p:nvPr/>
        </p:nvSpPr>
        <p:spPr>
          <a:xfrm>
            <a:off x="3193359" y="3764402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22" name="Text 20"/>
          <p:cNvSpPr txBox="1"/>
          <p:nvPr/>
        </p:nvSpPr>
        <p:spPr>
          <a:xfrm>
            <a:off x="690372" y="4118549"/>
            <a:ext cx="1297076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meta_viento</a:t>
            </a:r>
            <a:endParaRPr lang="en-US" sz="1322" dirty="0"/>
          </a:p>
        </p:txBody>
      </p:sp>
      <p:sp>
        <p:nvSpPr>
          <p:cNvPr id="23" name="Text 21"/>
          <p:cNvSpPr txBox="1"/>
          <p:nvPr/>
        </p:nvSpPr>
        <p:spPr>
          <a:xfrm>
            <a:off x="5762457" y="1490838"/>
            <a:ext cx="1467063" cy="36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2"/>
              </a:lnSpc>
              <a:buNone/>
            </a:pPr>
            <a:r>
              <a:rPr lang="en-US" sz="1910" b="1" spc="-3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Amenazas</a:t>
            </a:r>
            <a:endParaRPr lang="en-US" sz="1910" dirty="0"/>
          </a:p>
        </p:txBody>
      </p:sp>
      <p:sp>
        <p:nvSpPr>
          <p:cNvPr id="24" name="Text 22"/>
          <p:cNvSpPr txBox="1"/>
          <p:nvPr/>
        </p:nvSpPr>
        <p:spPr>
          <a:xfrm>
            <a:off x="5818419" y="2185050"/>
            <a:ext cx="1428750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cargar_gpsjam.py</a:t>
            </a:r>
            <a:endParaRPr lang="en-US" sz="989" dirty="0"/>
          </a:p>
        </p:txBody>
      </p:sp>
      <p:sp>
        <p:nvSpPr>
          <p:cNvPr id="25" name="Text 23"/>
          <p:cNvSpPr txBox="1"/>
          <p:nvPr/>
        </p:nvSpPr>
        <p:spPr>
          <a:xfrm>
            <a:off x="8265444" y="2143171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26" name="Text 24"/>
          <p:cNvSpPr txBox="1"/>
          <p:nvPr/>
        </p:nvSpPr>
        <p:spPr>
          <a:xfrm>
            <a:off x="5762457" y="2497226"/>
            <a:ext cx="2043410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amz_gpsjam_celdas</a:t>
            </a:r>
            <a:endParaRPr lang="en-US" sz="1322" dirty="0"/>
          </a:p>
        </p:txBody>
      </p:sp>
      <p:sp>
        <p:nvSpPr>
          <p:cNvPr id="27" name="Text 25"/>
          <p:cNvSpPr txBox="1"/>
          <p:nvPr/>
        </p:nvSpPr>
        <p:spPr>
          <a:xfrm>
            <a:off x="5818419" y="2995757"/>
            <a:ext cx="2275119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cargar_incendios_guerra.py</a:t>
            </a:r>
            <a:endParaRPr lang="en-US" sz="989" dirty="0"/>
          </a:p>
        </p:txBody>
      </p:sp>
      <p:sp>
        <p:nvSpPr>
          <p:cNvPr id="28" name="Text 26"/>
          <p:cNvSpPr txBox="1"/>
          <p:nvPr/>
        </p:nvSpPr>
        <p:spPr>
          <a:xfrm>
            <a:off x="8265444" y="2953786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29" name="Text 27"/>
          <p:cNvSpPr txBox="1"/>
          <p:nvPr/>
        </p:nvSpPr>
        <p:spPr>
          <a:xfrm>
            <a:off x="5762457" y="3307842"/>
            <a:ext cx="1549725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amz_incendios</a:t>
            </a:r>
            <a:endParaRPr lang="en-US" sz="1322" dirty="0"/>
          </a:p>
        </p:txBody>
      </p:sp>
      <p:sp>
        <p:nvSpPr>
          <p:cNvPr id="30" name="Text 28"/>
          <p:cNvSpPr txBox="1"/>
          <p:nvPr/>
        </p:nvSpPr>
        <p:spPr>
          <a:xfrm>
            <a:off x="5818419" y="3806373"/>
            <a:ext cx="1936608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spc="51" kern="0" dirty="0">
                <a:solidFill>
                  <a:srgbClr val="B7BB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cargar_ucdp_eventos.py</a:t>
            </a:r>
            <a:endParaRPr lang="en-US" sz="989" dirty="0"/>
          </a:p>
        </p:txBody>
      </p:sp>
      <p:sp>
        <p:nvSpPr>
          <p:cNvPr id="31" name="Text 29"/>
          <p:cNvSpPr txBox="1"/>
          <p:nvPr/>
        </p:nvSpPr>
        <p:spPr>
          <a:xfrm>
            <a:off x="8265444" y="3764402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69" dirty="0"/>
          </a:p>
        </p:txBody>
      </p:sp>
      <p:sp>
        <p:nvSpPr>
          <p:cNvPr id="32" name="Text 30"/>
          <p:cNvSpPr txBox="1"/>
          <p:nvPr/>
        </p:nvSpPr>
        <p:spPr>
          <a:xfrm>
            <a:off x="5762457" y="4118549"/>
            <a:ext cx="1351117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amz_eventos</a:t>
            </a:r>
            <a:endParaRPr lang="en-US" sz="1322" dirty="0"/>
          </a:p>
        </p:txBody>
      </p:sp>
      <p:sp>
        <p:nvSpPr>
          <p:cNvPr id="33" name="Text 31"/>
          <p:cNvSpPr txBox="1"/>
          <p:nvPr/>
        </p:nvSpPr>
        <p:spPr>
          <a:xfrm>
            <a:off x="4144152" y="1826331"/>
            <a:ext cx="1031077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fuentes</a:t>
            </a:r>
            <a:endParaRPr lang="en-US" sz="1763" dirty="0"/>
          </a:p>
        </p:txBody>
      </p:sp>
      <p:sp>
        <p:nvSpPr>
          <p:cNvPr id="34" name="Text 32"/>
          <p:cNvSpPr txBox="1"/>
          <p:nvPr/>
        </p:nvSpPr>
        <p:spPr>
          <a:xfrm>
            <a:off x="3909426" y="2152406"/>
            <a:ext cx="155649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· URL · licencia ·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4264396" y="2338761"/>
            <a:ext cx="76151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parámetros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3824935" y="2935133"/>
            <a:ext cx="419435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</a:t>
            </a:r>
            <a:endParaRPr lang="en-US" sz="881" dirty="0"/>
          </a:p>
        </p:txBody>
      </p:sp>
      <p:sp>
        <p:nvSpPr>
          <p:cNvPr id="37" name="Text 35"/>
          <p:cNvSpPr txBox="1"/>
          <p:nvPr/>
        </p:nvSpPr>
        <p:spPr>
          <a:xfrm>
            <a:off x="4198102" y="2879263"/>
            <a:ext cx="178034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22" dirty="0"/>
          </a:p>
        </p:txBody>
      </p:sp>
      <p:sp>
        <p:nvSpPr>
          <p:cNvPr id="38" name="Text 36"/>
          <p:cNvSpPr txBox="1"/>
          <p:nvPr/>
        </p:nvSpPr>
        <p:spPr>
          <a:xfrm>
            <a:off x="4355836" y="2935133"/>
            <a:ext cx="902147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cargadores </a:t>
            </a:r>
            <a:endParaRPr lang="en-US" sz="881" dirty="0"/>
          </a:p>
        </p:txBody>
      </p:sp>
      <p:sp>
        <p:nvSpPr>
          <p:cNvPr id="39" name="Text 37"/>
          <p:cNvSpPr txBox="1"/>
          <p:nvPr/>
        </p:nvSpPr>
        <p:spPr>
          <a:xfrm>
            <a:off x="5159685" y="2879263"/>
            <a:ext cx="178034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322" dirty="0"/>
          </a:p>
        </p:txBody>
      </p:sp>
      <p:sp>
        <p:nvSpPr>
          <p:cNvPr id="40" name="Text 38"/>
          <p:cNvSpPr txBox="1"/>
          <p:nvPr/>
        </p:nvSpPr>
        <p:spPr>
          <a:xfrm>
            <a:off x="4386377" y="3084271"/>
            <a:ext cx="488381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tablas</a:t>
            </a:r>
            <a:endParaRPr lang="en-US" sz="881" dirty="0"/>
          </a:p>
        </p:txBody>
      </p:sp>
      <p:sp>
        <p:nvSpPr>
          <p:cNvPr id="41" name="Text 39"/>
          <p:cNvSpPr txBox="1"/>
          <p:nvPr/>
        </p:nvSpPr>
        <p:spPr>
          <a:xfrm>
            <a:off x="4108308" y="3550158"/>
            <a:ext cx="1111362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1"/>
              </a:lnSpc>
              <a:buNone/>
            </a:pPr>
            <a:r>
              <a:rPr lang="en-US" sz="1548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pesos.sql</a:t>
            </a:r>
            <a:endParaRPr lang="en-US" sz="1548" dirty="0"/>
          </a:p>
        </p:txBody>
      </p:sp>
      <p:sp>
        <p:nvSpPr>
          <p:cNvPr id="42" name="Text 40"/>
          <p:cNvSpPr txBox="1"/>
          <p:nvPr/>
        </p:nvSpPr>
        <p:spPr>
          <a:xfrm>
            <a:off x="3819540" y="3857671"/>
            <a:ext cx="175784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 restricciones y riesgo</a:t>
            </a:r>
            <a:endParaRPr lang="en-US" sz="960" dirty="0"/>
          </a:p>
        </p:txBody>
      </p:sp>
      <p:sp>
        <p:nvSpPr>
          <p:cNvPr id="43" name="Text 41"/>
          <p:cNvSpPr txBox="1"/>
          <p:nvPr/>
        </p:nvSpPr>
        <p:spPr>
          <a:xfrm>
            <a:off x="4207154" y="4025372"/>
            <a:ext cx="889894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tramos</a:t>
            </a:r>
            <a:endParaRPr lang="en-US" sz="960" dirty="0"/>
          </a:p>
        </p:txBody>
      </p:sp>
      <p:sp>
        <p:nvSpPr>
          <p:cNvPr id="44" name="Text 4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35</a:t>
            </a:r>
            <a:endParaRPr lang="en-US" sz="88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12"/>
          <p:cNvSpPr/>
          <p:nvPr/>
        </p:nvSpPr>
        <p:spPr>
          <a:xfrm>
            <a:off x="1744584" y="3000329"/>
            <a:ext cx="5606826" cy="18654"/>
          </a:xfrm>
          <a:custGeom>
            <a:avLst/>
            <a:gdLst/>
            <a:ahLst/>
            <a:cxnLst/>
            <a:rect l="l" t="t" r="r" b="b"/>
            <a:pathLst>
              <a:path w="5606826" h="18654">
                <a:moveTo>
                  <a:pt x="0" y="0"/>
                </a:moveTo>
                <a:lnTo>
                  <a:pt x="5606826" y="0"/>
                </a:lnTo>
                <a:lnTo>
                  <a:pt x="5606826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13"/>
          <p:cNvSpPr/>
          <p:nvPr/>
        </p:nvSpPr>
        <p:spPr>
          <a:xfrm>
            <a:off x="671718" y="2049902"/>
            <a:ext cx="1669877" cy="1910182"/>
          </a:xfrm>
          <a:custGeom>
            <a:avLst/>
            <a:gdLst/>
            <a:ahLst/>
            <a:cxnLst/>
            <a:rect l="l" t="t" r="r" b="b"/>
            <a:pathLst>
              <a:path w="1669877" h="1910182">
                <a:moveTo>
                  <a:pt x="0" y="0"/>
                </a:moveTo>
                <a:lnTo>
                  <a:pt x="1669877" y="0"/>
                </a:lnTo>
                <a:lnTo>
                  <a:pt x="1669877" y="1910182"/>
                </a:lnTo>
                <a:lnTo>
                  <a:pt x="0" y="1910182"/>
                </a:lnTo>
                <a:close/>
              </a:path>
            </a:pathLst>
          </a:custGeom>
          <a:solidFill>
            <a:srgbClr val="F1EEE5"/>
          </a:solidFill>
          <a:ln/>
        </p:spPr>
      </p:sp>
      <p:sp>
        <p:nvSpPr>
          <p:cNvPr id="4" name="Forma 114"/>
          <p:cNvSpPr/>
          <p:nvPr/>
        </p:nvSpPr>
        <p:spPr>
          <a:xfrm>
            <a:off x="671718" y="2049902"/>
            <a:ext cx="1669877" cy="27981"/>
          </a:xfrm>
          <a:custGeom>
            <a:avLst/>
            <a:gdLst/>
            <a:ahLst/>
            <a:cxnLst/>
            <a:rect l="l" t="t" r="r" b="b"/>
            <a:pathLst>
              <a:path w="1669877" h="27981">
                <a:moveTo>
                  <a:pt x="0" y="0"/>
                </a:moveTo>
                <a:lnTo>
                  <a:pt x="1669877" y="0"/>
                </a:lnTo>
                <a:lnTo>
                  <a:pt x="1669877" y="27981"/>
                </a:lnTo>
                <a:lnTo>
                  <a:pt x="0" y="27981"/>
                </a:lnTo>
                <a:close/>
              </a:path>
            </a:pathLst>
          </a:custGeom>
          <a:solidFill>
            <a:srgbClr val="2D6075"/>
          </a:solidFill>
          <a:ln/>
        </p:spPr>
      </p:sp>
      <p:sp>
        <p:nvSpPr>
          <p:cNvPr id="5" name="Forma 115"/>
          <p:cNvSpPr/>
          <p:nvPr/>
        </p:nvSpPr>
        <p:spPr>
          <a:xfrm>
            <a:off x="671718" y="3950848"/>
            <a:ext cx="1669877" cy="9327"/>
          </a:xfrm>
          <a:custGeom>
            <a:avLst/>
            <a:gdLst/>
            <a:ahLst/>
            <a:cxnLst/>
            <a:rect l="l" t="t" r="r" b="b"/>
            <a:pathLst>
              <a:path w="1669877" h="9327">
                <a:moveTo>
                  <a:pt x="0" y="0"/>
                </a:moveTo>
                <a:lnTo>
                  <a:pt x="1669877" y="0"/>
                </a:lnTo>
                <a:lnTo>
                  <a:pt x="1669877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6" name="Forma 116"/>
          <p:cNvSpPr/>
          <p:nvPr/>
        </p:nvSpPr>
        <p:spPr>
          <a:xfrm>
            <a:off x="4235409" y="1677192"/>
            <a:ext cx="2406884" cy="1751808"/>
          </a:xfrm>
          <a:custGeom>
            <a:avLst/>
            <a:gdLst/>
            <a:ahLst/>
            <a:cxnLst/>
            <a:rect l="l" t="t" r="r" b="b"/>
            <a:pathLst>
              <a:path w="2406884" h="1751808">
                <a:moveTo>
                  <a:pt x="0" y="1548628"/>
                </a:moveTo>
                <a:lnTo>
                  <a:pt x="0" y="203088"/>
                </a:lnTo>
                <a:cubicBezTo>
                  <a:pt x="0" y="199796"/>
                  <a:pt x="457" y="196505"/>
                  <a:pt x="1372" y="193121"/>
                </a:cubicBezTo>
                <a:cubicBezTo>
                  <a:pt x="2286" y="189829"/>
                  <a:pt x="3749" y="186538"/>
                  <a:pt x="5578" y="183246"/>
                </a:cubicBezTo>
                <a:cubicBezTo>
                  <a:pt x="7407" y="179954"/>
                  <a:pt x="9693" y="176571"/>
                  <a:pt x="12527" y="173370"/>
                </a:cubicBezTo>
                <a:cubicBezTo>
                  <a:pt x="15270" y="170078"/>
                  <a:pt x="18471" y="166787"/>
                  <a:pt x="22220" y="163495"/>
                </a:cubicBezTo>
                <a:cubicBezTo>
                  <a:pt x="25878" y="160203"/>
                  <a:pt x="29992" y="157002"/>
                  <a:pt x="34656" y="153802"/>
                </a:cubicBezTo>
                <a:cubicBezTo>
                  <a:pt x="39228" y="150510"/>
                  <a:pt x="44257" y="147310"/>
                  <a:pt x="49743" y="144201"/>
                </a:cubicBezTo>
                <a:cubicBezTo>
                  <a:pt x="55230" y="141000"/>
                  <a:pt x="61173" y="137800"/>
                  <a:pt x="67483" y="134691"/>
                </a:cubicBezTo>
                <a:cubicBezTo>
                  <a:pt x="73884" y="131582"/>
                  <a:pt x="80650" y="128473"/>
                  <a:pt x="87874" y="125364"/>
                </a:cubicBezTo>
                <a:cubicBezTo>
                  <a:pt x="95189" y="122347"/>
                  <a:pt x="102779" y="119329"/>
                  <a:pt x="110917" y="116312"/>
                </a:cubicBezTo>
                <a:cubicBezTo>
                  <a:pt x="118963" y="113294"/>
                  <a:pt x="127467" y="110277"/>
                  <a:pt x="136337" y="107351"/>
                </a:cubicBezTo>
                <a:cubicBezTo>
                  <a:pt x="145298" y="104424"/>
                  <a:pt x="154625" y="101590"/>
                  <a:pt x="164318" y="98664"/>
                </a:cubicBezTo>
                <a:cubicBezTo>
                  <a:pt x="174010" y="95829"/>
                  <a:pt x="184160" y="93086"/>
                  <a:pt x="194676" y="90251"/>
                </a:cubicBezTo>
                <a:cubicBezTo>
                  <a:pt x="205100" y="87508"/>
                  <a:pt x="215981" y="84765"/>
                  <a:pt x="227320" y="82113"/>
                </a:cubicBezTo>
                <a:cubicBezTo>
                  <a:pt x="238567" y="79461"/>
                  <a:pt x="250180" y="76810"/>
                  <a:pt x="262158" y="74249"/>
                </a:cubicBezTo>
                <a:cubicBezTo>
                  <a:pt x="274137" y="71689"/>
                  <a:pt x="286482" y="69220"/>
                  <a:pt x="299192" y="66751"/>
                </a:cubicBezTo>
                <a:cubicBezTo>
                  <a:pt x="311902" y="64282"/>
                  <a:pt x="324886" y="61813"/>
                  <a:pt x="338237" y="59527"/>
                </a:cubicBezTo>
                <a:cubicBezTo>
                  <a:pt x="351678" y="57150"/>
                  <a:pt x="365303" y="54864"/>
                  <a:pt x="379293" y="52578"/>
                </a:cubicBezTo>
                <a:cubicBezTo>
                  <a:pt x="393375" y="50383"/>
                  <a:pt x="407640" y="48189"/>
                  <a:pt x="422270" y="46086"/>
                </a:cubicBezTo>
                <a:cubicBezTo>
                  <a:pt x="436900" y="43983"/>
                  <a:pt x="451805" y="41971"/>
                  <a:pt x="466984" y="39959"/>
                </a:cubicBezTo>
                <a:cubicBezTo>
                  <a:pt x="482163" y="38039"/>
                  <a:pt x="497616" y="36119"/>
                  <a:pt x="513253" y="34199"/>
                </a:cubicBezTo>
                <a:cubicBezTo>
                  <a:pt x="528980" y="32370"/>
                  <a:pt x="544982" y="30632"/>
                  <a:pt x="561167" y="28895"/>
                </a:cubicBezTo>
                <a:cubicBezTo>
                  <a:pt x="577352" y="27158"/>
                  <a:pt x="593811" y="25512"/>
                  <a:pt x="610545" y="23957"/>
                </a:cubicBezTo>
                <a:cubicBezTo>
                  <a:pt x="627187" y="22403"/>
                  <a:pt x="644012" y="20940"/>
                  <a:pt x="661111" y="19477"/>
                </a:cubicBezTo>
                <a:cubicBezTo>
                  <a:pt x="678210" y="18105"/>
                  <a:pt x="695493" y="16734"/>
                  <a:pt x="712958" y="15453"/>
                </a:cubicBezTo>
                <a:cubicBezTo>
                  <a:pt x="730423" y="14173"/>
                  <a:pt x="748071" y="12984"/>
                  <a:pt x="765810" y="11887"/>
                </a:cubicBezTo>
                <a:cubicBezTo>
                  <a:pt x="783641" y="10790"/>
                  <a:pt x="801563" y="9693"/>
                  <a:pt x="819668" y="8778"/>
                </a:cubicBezTo>
                <a:cubicBezTo>
                  <a:pt x="837773" y="7772"/>
                  <a:pt x="855970" y="6858"/>
                  <a:pt x="874349" y="6126"/>
                </a:cubicBezTo>
                <a:cubicBezTo>
                  <a:pt x="892637" y="5304"/>
                  <a:pt x="911108" y="4572"/>
                  <a:pt x="929579" y="3932"/>
                </a:cubicBezTo>
                <a:cubicBezTo>
                  <a:pt x="948141" y="3292"/>
                  <a:pt x="966795" y="2652"/>
                  <a:pt x="985449" y="2195"/>
                </a:cubicBezTo>
                <a:cubicBezTo>
                  <a:pt x="1004194" y="1737"/>
                  <a:pt x="1022939" y="1280"/>
                  <a:pt x="1041776" y="1006"/>
                </a:cubicBezTo>
                <a:cubicBezTo>
                  <a:pt x="1060521" y="640"/>
                  <a:pt x="1079358" y="366"/>
                  <a:pt x="1098286" y="274"/>
                </a:cubicBezTo>
                <a:cubicBezTo>
                  <a:pt x="1117122" y="91"/>
                  <a:pt x="1136051" y="0"/>
                  <a:pt x="1154979" y="0"/>
                </a:cubicBezTo>
                <a:lnTo>
                  <a:pt x="1251996" y="0"/>
                </a:lnTo>
                <a:cubicBezTo>
                  <a:pt x="1270833" y="0"/>
                  <a:pt x="1289761" y="91"/>
                  <a:pt x="1308598" y="274"/>
                </a:cubicBezTo>
                <a:cubicBezTo>
                  <a:pt x="1327526" y="366"/>
                  <a:pt x="1346363" y="640"/>
                  <a:pt x="1365199" y="1006"/>
                </a:cubicBezTo>
                <a:cubicBezTo>
                  <a:pt x="1383944" y="1280"/>
                  <a:pt x="1402690" y="1737"/>
                  <a:pt x="1421435" y="2195"/>
                </a:cubicBezTo>
                <a:cubicBezTo>
                  <a:pt x="1440089" y="2652"/>
                  <a:pt x="1458742" y="3292"/>
                  <a:pt x="1477305" y="3932"/>
                </a:cubicBezTo>
                <a:cubicBezTo>
                  <a:pt x="1495776" y="4572"/>
                  <a:pt x="1514246" y="5304"/>
                  <a:pt x="1532626" y="6126"/>
                </a:cubicBezTo>
                <a:cubicBezTo>
                  <a:pt x="1550914" y="6858"/>
                  <a:pt x="1569110" y="7772"/>
                  <a:pt x="1587216" y="8778"/>
                </a:cubicBezTo>
                <a:cubicBezTo>
                  <a:pt x="1605321" y="9693"/>
                  <a:pt x="1623243" y="10790"/>
                  <a:pt x="1641074" y="11887"/>
                </a:cubicBezTo>
                <a:cubicBezTo>
                  <a:pt x="1658813" y="12984"/>
                  <a:pt x="1676461" y="14173"/>
                  <a:pt x="1693926" y="15453"/>
                </a:cubicBezTo>
                <a:cubicBezTo>
                  <a:pt x="1711391" y="16734"/>
                  <a:pt x="1728673" y="18105"/>
                  <a:pt x="1745772" y="19477"/>
                </a:cubicBezTo>
                <a:cubicBezTo>
                  <a:pt x="1762872" y="20940"/>
                  <a:pt x="1779697" y="22403"/>
                  <a:pt x="1796430" y="23957"/>
                </a:cubicBezTo>
                <a:cubicBezTo>
                  <a:pt x="1813072" y="25512"/>
                  <a:pt x="1829532" y="27158"/>
                  <a:pt x="1845716" y="28895"/>
                </a:cubicBezTo>
                <a:cubicBezTo>
                  <a:pt x="1861901" y="30632"/>
                  <a:pt x="1877903" y="32370"/>
                  <a:pt x="1893631" y="34199"/>
                </a:cubicBezTo>
                <a:cubicBezTo>
                  <a:pt x="1909359" y="36119"/>
                  <a:pt x="1924812" y="38039"/>
                  <a:pt x="1939991" y="39959"/>
                </a:cubicBezTo>
                <a:cubicBezTo>
                  <a:pt x="1955170" y="41971"/>
                  <a:pt x="1970075" y="43983"/>
                  <a:pt x="1984614" y="46086"/>
                </a:cubicBezTo>
                <a:cubicBezTo>
                  <a:pt x="1999244" y="48189"/>
                  <a:pt x="2013600" y="50383"/>
                  <a:pt x="2027591" y="52578"/>
                </a:cubicBezTo>
                <a:cubicBezTo>
                  <a:pt x="2041581" y="54864"/>
                  <a:pt x="2055297" y="57150"/>
                  <a:pt x="2068647" y="59527"/>
                </a:cubicBezTo>
                <a:cubicBezTo>
                  <a:pt x="2081997" y="61813"/>
                  <a:pt x="2094982" y="64282"/>
                  <a:pt x="2107692" y="66751"/>
                </a:cubicBezTo>
                <a:cubicBezTo>
                  <a:pt x="2120402" y="69220"/>
                  <a:pt x="2132747" y="71689"/>
                  <a:pt x="2144725" y="74249"/>
                </a:cubicBezTo>
                <a:cubicBezTo>
                  <a:pt x="2156704" y="76810"/>
                  <a:pt x="2168317" y="79461"/>
                  <a:pt x="2179655" y="82113"/>
                </a:cubicBezTo>
                <a:cubicBezTo>
                  <a:pt x="2190902" y="84765"/>
                  <a:pt x="2201784" y="87508"/>
                  <a:pt x="2212299" y="90251"/>
                </a:cubicBezTo>
                <a:cubicBezTo>
                  <a:pt x="2222724" y="93086"/>
                  <a:pt x="2232873" y="95829"/>
                  <a:pt x="2242566" y="98664"/>
                </a:cubicBezTo>
                <a:cubicBezTo>
                  <a:pt x="2252350" y="101590"/>
                  <a:pt x="2261586" y="104424"/>
                  <a:pt x="2270547" y="107351"/>
                </a:cubicBezTo>
                <a:cubicBezTo>
                  <a:pt x="2279416" y="110277"/>
                  <a:pt x="2287920" y="113294"/>
                  <a:pt x="2296058" y="116312"/>
                </a:cubicBezTo>
                <a:cubicBezTo>
                  <a:pt x="2304105" y="119329"/>
                  <a:pt x="2311786" y="122347"/>
                  <a:pt x="2319010" y="125364"/>
                </a:cubicBezTo>
                <a:cubicBezTo>
                  <a:pt x="2326234" y="128473"/>
                  <a:pt x="2333000" y="131582"/>
                  <a:pt x="2339401" y="134691"/>
                </a:cubicBezTo>
                <a:cubicBezTo>
                  <a:pt x="2345802" y="137800"/>
                  <a:pt x="2351654" y="141000"/>
                  <a:pt x="2357140" y="144201"/>
                </a:cubicBezTo>
                <a:cubicBezTo>
                  <a:pt x="2362627" y="147310"/>
                  <a:pt x="2367656" y="150510"/>
                  <a:pt x="2372319" y="153802"/>
                </a:cubicBezTo>
                <a:cubicBezTo>
                  <a:pt x="2376891" y="157002"/>
                  <a:pt x="2381006" y="160203"/>
                  <a:pt x="2384755" y="163495"/>
                </a:cubicBezTo>
                <a:cubicBezTo>
                  <a:pt x="2388413" y="166787"/>
                  <a:pt x="2391613" y="170078"/>
                  <a:pt x="2394448" y="173370"/>
                </a:cubicBezTo>
                <a:cubicBezTo>
                  <a:pt x="2397191" y="176571"/>
                  <a:pt x="2399477" y="179954"/>
                  <a:pt x="2401306" y="183246"/>
                </a:cubicBezTo>
                <a:cubicBezTo>
                  <a:pt x="2403226" y="186538"/>
                  <a:pt x="2404598" y="189829"/>
                  <a:pt x="2405512" y="193121"/>
                </a:cubicBezTo>
                <a:cubicBezTo>
                  <a:pt x="2406426" y="196505"/>
                  <a:pt x="2406884" y="199796"/>
                  <a:pt x="2406884" y="203088"/>
                </a:cubicBezTo>
                <a:lnTo>
                  <a:pt x="2406884" y="1548628"/>
                </a:lnTo>
                <a:cubicBezTo>
                  <a:pt x="2406884" y="1552011"/>
                  <a:pt x="2406426" y="1555303"/>
                  <a:pt x="2405512" y="1558595"/>
                </a:cubicBezTo>
                <a:cubicBezTo>
                  <a:pt x="2404598" y="1561887"/>
                  <a:pt x="2403226" y="1565270"/>
                  <a:pt x="2401306" y="1568562"/>
                </a:cubicBezTo>
                <a:cubicBezTo>
                  <a:pt x="2399477" y="1571854"/>
                  <a:pt x="2397191" y="1575145"/>
                  <a:pt x="2394448" y="1578437"/>
                </a:cubicBezTo>
                <a:cubicBezTo>
                  <a:pt x="2391613" y="1581729"/>
                  <a:pt x="2388413" y="1585021"/>
                  <a:pt x="2384755" y="1588313"/>
                </a:cubicBezTo>
                <a:cubicBezTo>
                  <a:pt x="2381006" y="1591513"/>
                  <a:pt x="2376891" y="1594805"/>
                  <a:pt x="2372319" y="1598005"/>
                </a:cubicBezTo>
                <a:cubicBezTo>
                  <a:pt x="2367656" y="1601206"/>
                  <a:pt x="2362627" y="1604406"/>
                  <a:pt x="2357140" y="1607607"/>
                </a:cubicBezTo>
                <a:cubicBezTo>
                  <a:pt x="2351654" y="1610807"/>
                  <a:pt x="2345802" y="1613916"/>
                  <a:pt x="2339401" y="1617116"/>
                </a:cubicBezTo>
                <a:cubicBezTo>
                  <a:pt x="2333000" y="1620225"/>
                  <a:pt x="2326234" y="1623334"/>
                  <a:pt x="2319010" y="1626352"/>
                </a:cubicBezTo>
                <a:cubicBezTo>
                  <a:pt x="2311786" y="1629461"/>
                  <a:pt x="2304105" y="1632478"/>
                  <a:pt x="2296058" y="1635496"/>
                </a:cubicBezTo>
                <a:cubicBezTo>
                  <a:pt x="2287920" y="1638513"/>
                  <a:pt x="2279416" y="1641439"/>
                  <a:pt x="2270547" y="1644366"/>
                </a:cubicBezTo>
                <a:cubicBezTo>
                  <a:pt x="2261586" y="1647292"/>
                  <a:pt x="2252350" y="1650218"/>
                  <a:pt x="2242566" y="1653052"/>
                </a:cubicBezTo>
                <a:cubicBezTo>
                  <a:pt x="2232873" y="1655887"/>
                  <a:pt x="2222724" y="1658722"/>
                  <a:pt x="2212299" y="1661465"/>
                </a:cubicBezTo>
                <a:cubicBezTo>
                  <a:pt x="2201784" y="1664299"/>
                  <a:pt x="2190902" y="1666951"/>
                  <a:pt x="2179655" y="1669603"/>
                </a:cubicBezTo>
                <a:cubicBezTo>
                  <a:pt x="2168317" y="1672346"/>
                  <a:pt x="2156704" y="1674906"/>
                  <a:pt x="2144725" y="1677467"/>
                </a:cubicBezTo>
                <a:cubicBezTo>
                  <a:pt x="2132747" y="1680119"/>
                  <a:pt x="2120402" y="1682587"/>
                  <a:pt x="2107692" y="1685056"/>
                </a:cubicBezTo>
                <a:cubicBezTo>
                  <a:pt x="2094982" y="1687525"/>
                  <a:pt x="2081997" y="1689903"/>
                  <a:pt x="2068647" y="1692280"/>
                </a:cubicBezTo>
                <a:cubicBezTo>
                  <a:pt x="2055297" y="1694658"/>
                  <a:pt x="2041581" y="1696944"/>
                  <a:pt x="2027591" y="1699138"/>
                </a:cubicBezTo>
                <a:cubicBezTo>
                  <a:pt x="2013600" y="1701424"/>
                  <a:pt x="1999244" y="1703527"/>
                  <a:pt x="1984614" y="1705630"/>
                </a:cubicBezTo>
                <a:cubicBezTo>
                  <a:pt x="1970075" y="1707733"/>
                  <a:pt x="1955170" y="1709837"/>
                  <a:pt x="1939991" y="1711757"/>
                </a:cubicBezTo>
                <a:cubicBezTo>
                  <a:pt x="1924812" y="1713768"/>
                  <a:pt x="1909359" y="1715689"/>
                  <a:pt x="1893631" y="1717518"/>
                </a:cubicBezTo>
                <a:cubicBezTo>
                  <a:pt x="1877903" y="1719346"/>
                  <a:pt x="1861901" y="1721175"/>
                  <a:pt x="1845716" y="1722912"/>
                </a:cubicBezTo>
                <a:cubicBezTo>
                  <a:pt x="1829532" y="1724558"/>
                  <a:pt x="1813072" y="1726204"/>
                  <a:pt x="1796430" y="1727759"/>
                </a:cubicBezTo>
                <a:cubicBezTo>
                  <a:pt x="1779697" y="1729313"/>
                  <a:pt x="1762872" y="1730868"/>
                  <a:pt x="1745772" y="1732239"/>
                </a:cubicBezTo>
                <a:cubicBezTo>
                  <a:pt x="1728673" y="1733702"/>
                  <a:pt x="1711391" y="1735074"/>
                  <a:pt x="1693926" y="1736354"/>
                </a:cubicBezTo>
                <a:cubicBezTo>
                  <a:pt x="1676461" y="1737543"/>
                  <a:pt x="1658813" y="1738732"/>
                  <a:pt x="1641074" y="1739920"/>
                </a:cubicBezTo>
                <a:cubicBezTo>
                  <a:pt x="1623243" y="1741018"/>
                  <a:pt x="1605321" y="1742023"/>
                  <a:pt x="1587216" y="1743029"/>
                </a:cubicBezTo>
                <a:cubicBezTo>
                  <a:pt x="1569110" y="1744035"/>
                  <a:pt x="1550914" y="1744858"/>
                  <a:pt x="1532626" y="1745681"/>
                </a:cubicBezTo>
                <a:cubicBezTo>
                  <a:pt x="1514246" y="1746504"/>
                  <a:pt x="1495776" y="1747236"/>
                  <a:pt x="1477305" y="1747876"/>
                </a:cubicBezTo>
                <a:cubicBezTo>
                  <a:pt x="1458742" y="1748516"/>
                  <a:pt x="1440089" y="1749064"/>
                  <a:pt x="1421435" y="1749613"/>
                </a:cubicBezTo>
                <a:cubicBezTo>
                  <a:pt x="1402690" y="1750070"/>
                  <a:pt x="1383944" y="1750436"/>
                  <a:pt x="1365199" y="1750802"/>
                </a:cubicBezTo>
                <a:cubicBezTo>
                  <a:pt x="1346363" y="1751076"/>
                  <a:pt x="1327526" y="1751350"/>
                  <a:pt x="1308598" y="1751533"/>
                </a:cubicBezTo>
                <a:cubicBezTo>
                  <a:pt x="1289761" y="1751716"/>
                  <a:pt x="1270833" y="1751808"/>
                  <a:pt x="1251996" y="1751808"/>
                </a:cubicBezTo>
                <a:lnTo>
                  <a:pt x="1154979" y="1751808"/>
                </a:lnTo>
                <a:cubicBezTo>
                  <a:pt x="1136051" y="1751808"/>
                  <a:pt x="1117122" y="1751716"/>
                  <a:pt x="1098286" y="1751533"/>
                </a:cubicBezTo>
                <a:cubicBezTo>
                  <a:pt x="1079358" y="1751350"/>
                  <a:pt x="1060521" y="1751076"/>
                  <a:pt x="1041776" y="1750802"/>
                </a:cubicBezTo>
                <a:cubicBezTo>
                  <a:pt x="1022939" y="1750436"/>
                  <a:pt x="1004194" y="1750070"/>
                  <a:pt x="985449" y="1749613"/>
                </a:cubicBezTo>
                <a:cubicBezTo>
                  <a:pt x="966795" y="1749064"/>
                  <a:pt x="948141" y="1748516"/>
                  <a:pt x="929579" y="1747876"/>
                </a:cubicBezTo>
                <a:cubicBezTo>
                  <a:pt x="911108" y="1747236"/>
                  <a:pt x="892637" y="1746504"/>
                  <a:pt x="874349" y="1745681"/>
                </a:cubicBezTo>
                <a:cubicBezTo>
                  <a:pt x="855970" y="1744858"/>
                  <a:pt x="837773" y="1744035"/>
                  <a:pt x="819668" y="1743029"/>
                </a:cubicBezTo>
                <a:cubicBezTo>
                  <a:pt x="801563" y="1742023"/>
                  <a:pt x="783641" y="1741018"/>
                  <a:pt x="765810" y="1739920"/>
                </a:cubicBezTo>
                <a:cubicBezTo>
                  <a:pt x="748071" y="1738732"/>
                  <a:pt x="730423" y="1737543"/>
                  <a:pt x="712958" y="1736354"/>
                </a:cubicBezTo>
                <a:cubicBezTo>
                  <a:pt x="695493" y="1735074"/>
                  <a:pt x="678210" y="1733702"/>
                  <a:pt x="661111" y="1732239"/>
                </a:cubicBezTo>
                <a:cubicBezTo>
                  <a:pt x="644012" y="1730868"/>
                  <a:pt x="627187" y="1729313"/>
                  <a:pt x="610545" y="1727759"/>
                </a:cubicBezTo>
                <a:cubicBezTo>
                  <a:pt x="593811" y="1726204"/>
                  <a:pt x="577352" y="1724558"/>
                  <a:pt x="561167" y="1722912"/>
                </a:cubicBezTo>
                <a:cubicBezTo>
                  <a:pt x="544982" y="1721175"/>
                  <a:pt x="528980" y="1719346"/>
                  <a:pt x="513253" y="1717518"/>
                </a:cubicBezTo>
                <a:cubicBezTo>
                  <a:pt x="497616" y="1715689"/>
                  <a:pt x="482163" y="1713768"/>
                  <a:pt x="466984" y="1711757"/>
                </a:cubicBezTo>
                <a:cubicBezTo>
                  <a:pt x="451805" y="1709837"/>
                  <a:pt x="436900" y="1707733"/>
                  <a:pt x="422270" y="1705630"/>
                </a:cubicBezTo>
                <a:cubicBezTo>
                  <a:pt x="407640" y="1703527"/>
                  <a:pt x="393375" y="1701424"/>
                  <a:pt x="379293" y="1699138"/>
                </a:cubicBezTo>
                <a:cubicBezTo>
                  <a:pt x="365303" y="1696944"/>
                  <a:pt x="351678" y="1694658"/>
                  <a:pt x="338237" y="1692280"/>
                </a:cubicBezTo>
                <a:cubicBezTo>
                  <a:pt x="324886" y="1689903"/>
                  <a:pt x="311902" y="1687525"/>
                  <a:pt x="299192" y="1685056"/>
                </a:cubicBezTo>
                <a:cubicBezTo>
                  <a:pt x="286482" y="1682587"/>
                  <a:pt x="274137" y="1680119"/>
                  <a:pt x="262158" y="1677467"/>
                </a:cubicBezTo>
                <a:cubicBezTo>
                  <a:pt x="250180" y="1674906"/>
                  <a:pt x="238567" y="1672346"/>
                  <a:pt x="227320" y="1669603"/>
                </a:cubicBezTo>
                <a:cubicBezTo>
                  <a:pt x="215981" y="1666951"/>
                  <a:pt x="205100" y="1664299"/>
                  <a:pt x="194676" y="1661465"/>
                </a:cubicBezTo>
                <a:cubicBezTo>
                  <a:pt x="184160" y="1658722"/>
                  <a:pt x="174010" y="1655887"/>
                  <a:pt x="164318" y="1653052"/>
                </a:cubicBezTo>
                <a:cubicBezTo>
                  <a:pt x="154625" y="1650218"/>
                  <a:pt x="145298" y="1647292"/>
                  <a:pt x="136337" y="1644366"/>
                </a:cubicBezTo>
                <a:cubicBezTo>
                  <a:pt x="127467" y="1641439"/>
                  <a:pt x="118963" y="1638513"/>
                  <a:pt x="110917" y="1635496"/>
                </a:cubicBezTo>
                <a:cubicBezTo>
                  <a:pt x="102779" y="1632478"/>
                  <a:pt x="95189" y="1629461"/>
                  <a:pt x="87874" y="1626352"/>
                </a:cubicBezTo>
                <a:cubicBezTo>
                  <a:pt x="80650" y="1623334"/>
                  <a:pt x="73884" y="1620225"/>
                  <a:pt x="67483" y="1617116"/>
                </a:cubicBezTo>
                <a:cubicBezTo>
                  <a:pt x="61173" y="1613916"/>
                  <a:pt x="55230" y="1610807"/>
                  <a:pt x="49743" y="1607607"/>
                </a:cubicBezTo>
                <a:cubicBezTo>
                  <a:pt x="44257" y="1604406"/>
                  <a:pt x="39228" y="1601206"/>
                  <a:pt x="34656" y="1598005"/>
                </a:cubicBezTo>
                <a:cubicBezTo>
                  <a:pt x="29992" y="1594805"/>
                  <a:pt x="25878" y="1591513"/>
                  <a:pt x="22220" y="1588313"/>
                </a:cubicBezTo>
                <a:cubicBezTo>
                  <a:pt x="18471" y="1585021"/>
                  <a:pt x="15270" y="1581729"/>
                  <a:pt x="12527" y="1578437"/>
                </a:cubicBezTo>
                <a:cubicBezTo>
                  <a:pt x="9693" y="1575145"/>
                  <a:pt x="7407" y="1571854"/>
                  <a:pt x="5578" y="1568562"/>
                </a:cubicBezTo>
                <a:cubicBezTo>
                  <a:pt x="3749" y="1565270"/>
                  <a:pt x="2286" y="1561887"/>
                  <a:pt x="1372" y="1558595"/>
                </a:cubicBezTo>
                <a:cubicBezTo>
                  <a:pt x="457" y="1555303"/>
                  <a:pt x="0" y="1552011"/>
                  <a:pt x="0" y="1548628"/>
                </a:cubicBezTo>
              </a:path>
            </a:pathLst>
          </a:custGeom>
          <a:solidFill>
            <a:srgbClr val="E5ECE8"/>
          </a:solidFill>
          <a:ln/>
        </p:spPr>
      </p:sp>
      <p:sp>
        <p:nvSpPr>
          <p:cNvPr id="7" name="Forma 117"/>
          <p:cNvSpPr/>
          <p:nvPr/>
        </p:nvSpPr>
        <p:spPr>
          <a:xfrm>
            <a:off x="4226082" y="1667866"/>
            <a:ext cx="2425537" cy="1770370"/>
          </a:xfrm>
          <a:custGeom>
            <a:avLst/>
            <a:gdLst/>
            <a:ahLst/>
            <a:cxnLst/>
            <a:rect l="l" t="t" r="r" b="b"/>
            <a:pathLst>
              <a:path w="2425537" h="1770370">
                <a:moveTo>
                  <a:pt x="0" y="1557955"/>
                </a:moveTo>
                <a:lnTo>
                  <a:pt x="0" y="212415"/>
                </a:lnTo>
                <a:cubicBezTo>
                  <a:pt x="0" y="208940"/>
                  <a:pt x="457" y="205466"/>
                  <a:pt x="1372" y="201991"/>
                </a:cubicBezTo>
                <a:cubicBezTo>
                  <a:pt x="2377" y="198516"/>
                  <a:pt x="3749" y="195042"/>
                  <a:pt x="5578" y="191658"/>
                </a:cubicBezTo>
                <a:cubicBezTo>
                  <a:pt x="7498" y="188184"/>
                  <a:pt x="9784" y="184709"/>
                  <a:pt x="12619" y="181234"/>
                </a:cubicBezTo>
                <a:cubicBezTo>
                  <a:pt x="15362" y="177851"/>
                  <a:pt x="18654" y="174376"/>
                  <a:pt x="22403" y="170993"/>
                </a:cubicBezTo>
                <a:cubicBezTo>
                  <a:pt x="26060" y="167610"/>
                  <a:pt x="30267" y="164226"/>
                  <a:pt x="34930" y="160843"/>
                </a:cubicBezTo>
                <a:cubicBezTo>
                  <a:pt x="39502" y="157460"/>
                  <a:pt x="44623" y="154076"/>
                  <a:pt x="50109" y="150785"/>
                </a:cubicBezTo>
                <a:cubicBezTo>
                  <a:pt x="55687" y="147493"/>
                  <a:pt x="61631" y="144109"/>
                  <a:pt x="68031" y="140909"/>
                </a:cubicBezTo>
                <a:cubicBezTo>
                  <a:pt x="74432" y="137617"/>
                  <a:pt x="81290" y="134325"/>
                  <a:pt x="88605" y="131125"/>
                </a:cubicBezTo>
                <a:cubicBezTo>
                  <a:pt x="95921" y="127925"/>
                  <a:pt x="103602" y="124724"/>
                  <a:pt x="111740" y="121615"/>
                </a:cubicBezTo>
                <a:cubicBezTo>
                  <a:pt x="119969" y="118506"/>
                  <a:pt x="128473" y="115397"/>
                  <a:pt x="137434" y="112288"/>
                </a:cubicBezTo>
                <a:cubicBezTo>
                  <a:pt x="146487" y="109271"/>
                  <a:pt x="155814" y="106253"/>
                  <a:pt x="165598" y="103236"/>
                </a:cubicBezTo>
                <a:cubicBezTo>
                  <a:pt x="175473" y="100218"/>
                  <a:pt x="185623" y="97292"/>
                  <a:pt x="196230" y="94458"/>
                </a:cubicBezTo>
                <a:cubicBezTo>
                  <a:pt x="206837" y="91531"/>
                  <a:pt x="217810" y="88697"/>
                  <a:pt x="229149" y="85862"/>
                </a:cubicBezTo>
                <a:cubicBezTo>
                  <a:pt x="240487" y="83119"/>
                  <a:pt x="252192" y="80376"/>
                  <a:pt x="264262" y="77633"/>
                </a:cubicBezTo>
                <a:cubicBezTo>
                  <a:pt x="276332" y="74981"/>
                  <a:pt x="288768" y="72329"/>
                  <a:pt x="301569" y="69769"/>
                </a:cubicBezTo>
                <a:cubicBezTo>
                  <a:pt x="314371" y="67208"/>
                  <a:pt x="327538" y="64648"/>
                  <a:pt x="340980" y="62179"/>
                </a:cubicBezTo>
                <a:cubicBezTo>
                  <a:pt x="354513" y="59802"/>
                  <a:pt x="368320" y="57333"/>
                  <a:pt x="382402" y="55047"/>
                </a:cubicBezTo>
                <a:cubicBezTo>
                  <a:pt x="396484" y="52669"/>
                  <a:pt x="410931" y="50475"/>
                  <a:pt x="425653" y="48189"/>
                </a:cubicBezTo>
                <a:cubicBezTo>
                  <a:pt x="440375" y="45994"/>
                  <a:pt x="455371" y="43891"/>
                  <a:pt x="470733" y="41788"/>
                </a:cubicBezTo>
                <a:cubicBezTo>
                  <a:pt x="486004" y="39776"/>
                  <a:pt x="501548" y="37765"/>
                  <a:pt x="517459" y="35844"/>
                </a:cubicBezTo>
                <a:cubicBezTo>
                  <a:pt x="533278" y="33833"/>
                  <a:pt x="549372" y="32004"/>
                  <a:pt x="565739" y="30267"/>
                </a:cubicBezTo>
                <a:cubicBezTo>
                  <a:pt x="582016" y="28438"/>
                  <a:pt x="598658" y="26700"/>
                  <a:pt x="615391" y="25055"/>
                </a:cubicBezTo>
                <a:cubicBezTo>
                  <a:pt x="632216" y="23409"/>
                  <a:pt x="649224" y="21854"/>
                  <a:pt x="666506" y="20391"/>
                </a:cubicBezTo>
                <a:cubicBezTo>
                  <a:pt x="683697" y="18928"/>
                  <a:pt x="701162" y="17465"/>
                  <a:pt x="718718" y="16185"/>
                </a:cubicBezTo>
                <a:cubicBezTo>
                  <a:pt x="736366" y="14813"/>
                  <a:pt x="754106" y="13625"/>
                  <a:pt x="772028" y="12436"/>
                </a:cubicBezTo>
                <a:cubicBezTo>
                  <a:pt x="789950" y="11247"/>
                  <a:pt x="808055" y="10150"/>
                  <a:pt x="826343" y="9144"/>
                </a:cubicBezTo>
                <a:cubicBezTo>
                  <a:pt x="844540" y="8138"/>
                  <a:pt x="862919" y="7224"/>
                  <a:pt x="881390" y="6401"/>
                </a:cubicBezTo>
                <a:cubicBezTo>
                  <a:pt x="899861" y="5486"/>
                  <a:pt x="918423" y="4755"/>
                  <a:pt x="937169" y="4115"/>
                </a:cubicBezTo>
                <a:cubicBezTo>
                  <a:pt x="955822" y="3383"/>
                  <a:pt x="974568" y="2835"/>
                  <a:pt x="993404" y="2286"/>
                </a:cubicBezTo>
                <a:cubicBezTo>
                  <a:pt x="1012241" y="1829"/>
                  <a:pt x="1031169" y="1372"/>
                  <a:pt x="1050188" y="1006"/>
                </a:cubicBezTo>
                <a:cubicBezTo>
                  <a:pt x="1069116" y="640"/>
                  <a:pt x="1088136" y="457"/>
                  <a:pt x="1107156" y="274"/>
                </a:cubicBezTo>
                <a:cubicBezTo>
                  <a:pt x="1126175" y="91"/>
                  <a:pt x="1145195" y="0"/>
                  <a:pt x="1164306" y="0"/>
                </a:cubicBezTo>
                <a:lnTo>
                  <a:pt x="1261323" y="0"/>
                </a:lnTo>
                <a:cubicBezTo>
                  <a:pt x="1280343" y="0"/>
                  <a:pt x="1299362" y="91"/>
                  <a:pt x="1318382" y="274"/>
                </a:cubicBezTo>
                <a:cubicBezTo>
                  <a:pt x="1337493" y="457"/>
                  <a:pt x="1356421" y="640"/>
                  <a:pt x="1375440" y="1006"/>
                </a:cubicBezTo>
                <a:cubicBezTo>
                  <a:pt x="1394369" y="1372"/>
                  <a:pt x="1413297" y="1829"/>
                  <a:pt x="1432133" y="2286"/>
                </a:cubicBezTo>
                <a:cubicBezTo>
                  <a:pt x="1450970" y="2835"/>
                  <a:pt x="1469715" y="3383"/>
                  <a:pt x="1488460" y="4115"/>
                </a:cubicBezTo>
                <a:cubicBezTo>
                  <a:pt x="1507114" y="4755"/>
                  <a:pt x="1525676" y="5486"/>
                  <a:pt x="1544147" y="6401"/>
                </a:cubicBezTo>
                <a:cubicBezTo>
                  <a:pt x="1562710" y="7224"/>
                  <a:pt x="1580998" y="8138"/>
                  <a:pt x="1599286" y="9144"/>
                </a:cubicBezTo>
                <a:cubicBezTo>
                  <a:pt x="1617482" y="10150"/>
                  <a:pt x="1635587" y="11247"/>
                  <a:pt x="1653510" y="12436"/>
                </a:cubicBezTo>
                <a:cubicBezTo>
                  <a:pt x="1671432" y="13625"/>
                  <a:pt x="1689263" y="14813"/>
                  <a:pt x="1706819" y="16185"/>
                </a:cubicBezTo>
                <a:cubicBezTo>
                  <a:pt x="1724467" y="17465"/>
                  <a:pt x="1741841" y="18928"/>
                  <a:pt x="1759123" y="20391"/>
                </a:cubicBezTo>
                <a:cubicBezTo>
                  <a:pt x="1776313" y="21854"/>
                  <a:pt x="1793321" y="23409"/>
                  <a:pt x="1810146" y="25055"/>
                </a:cubicBezTo>
                <a:cubicBezTo>
                  <a:pt x="1826971" y="26700"/>
                  <a:pt x="1843522" y="28438"/>
                  <a:pt x="1859890" y="30267"/>
                </a:cubicBezTo>
                <a:cubicBezTo>
                  <a:pt x="1876166" y="32004"/>
                  <a:pt x="1892259" y="33833"/>
                  <a:pt x="1908170" y="35844"/>
                </a:cubicBezTo>
                <a:cubicBezTo>
                  <a:pt x="1923989" y="37765"/>
                  <a:pt x="1939534" y="39776"/>
                  <a:pt x="1954804" y="41788"/>
                </a:cubicBezTo>
                <a:cubicBezTo>
                  <a:pt x="1970166" y="43891"/>
                  <a:pt x="1985162" y="45994"/>
                  <a:pt x="1999884" y="48189"/>
                </a:cubicBezTo>
                <a:cubicBezTo>
                  <a:pt x="2014606" y="50383"/>
                  <a:pt x="2029054" y="52669"/>
                  <a:pt x="2043135" y="55047"/>
                </a:cubicBezTo>
                <a:cubicBezTo>
                  <a:pt x="2057309" y="57333"/>
                  <a:pt x="2071116" y="59802"/>
                  <a:pt x="2084558" y="62179"/>
                </a:cubicBezTo>
                <a:cubicBezTo>
                  <a:pt x="2097999" y="64648"/>
                  <a:pt x="2111167" y="67208"/>
                  <a:pt x="2123968" y="69769"/>
                </a:cubicBezTo>
                <a:cubicBezTo>
                  <a:pt x="2136770" y="72329"/>
                  <a:pt x="2149206" y="74981"/>
                  <a:pt x="2161276" y="77633"/>
                </a:cubicBezTo>
                <a:cubicBezTo>
                  <a:pt x="2173346" y="80376"/>
                  <a:pt x="2185050" y="83119"/>
                  <a:pt x="2196480" y="85862"/>
                </a:cubicBezTo>
                <a:cubicBezTo>
                  <a:pt x="2207819" y="88697"/>
                  <a:pt x="2218792" y="91531"/>
                  <a:pt x="2229307" y="94458"/>
                </a:cubicBezTo>
                <a:cubicBezTo>
                  <a:pt x="2239914" y="97292"/>
                  <a:pt x="2250156" y="100218"/>
                  <a:pt x="2259940" y="103236"/>
                </a:cubicBezTo>
                <a:cubicBezTo>
                  <a:pt x="2269724" y="106253"/>
                  <a:pt x="2279142" y="109271"/>
                  <a:pt x="2288103" y="112288"/>
                </a:cubicBezTo>
                <a:cubicBezTo>
                  <a:pt x="2297064" y="115397"/>
                  <a:pt x="2305660" y="118506"/>
                  <a:pt x="2313798" y="121615"/>
                </a:cubicBezTo>
                <a:cubicBezTo>
                  <a:pt x="2321936" y="124724"/>
                  <a:pt x="2329617" y="127925"/>
                  <a:pt x="2336932" y="131125"/>
                </a:cubicBezTo>
                <a:cubicBezTo>
                  <a:pt x="2344247" y="134325"/>
                  <a:pt x="2351105" y="137617"/>
                  <a:pt x="2357506" y="140909"/>
                </a:cubicBezTo>
                <a:cubicBezTo>
                  <a:pt x="2363907" y="144109"/>
                  <a:pt x="2369942" y="147493"/>
                  <a:pt x="2375428" y="150785"/>
                </a:cubicBezTo>
                <a:cubicBezTo>
                  <a:pt x="2381006" y="154076"/>
                  <a:pt x="2386035" y="157460"/>
                  <a:pt x="2390699" y="160843"/>
                </a:cubicBezTo>
                <a:cubicBezTo>
                  <a:pt x="2395271" y="164226"/>
                  <a:pt x="2399477" y="167610"/>
                  <a:pt x="2403226" y="170993"/>
                </a:cubicBezTo>
                <a:cubicBezTo>
                  <a:pt x="2406884" y="174376"/>
                  <a:pt x="2410176" y="177851"/>
                  <a:pt x="2412919" y="181234"/>
                </a:cubicBezTo>
                <a:cubicBezTo>
                  <a:pt x="2415753" y="184709"/>
                  <a:pt x="2418131" y="188184"/>
                  <a:pt x="2419960" y="191658"/>
                </a:cubicBezTo>
                <a:cubicBezTo>
                  <a:pt x="2421788" y="195042"/>
                  <a:pt x="2423251" y="198516"/>
                  <a:pt x="2424166" y="201991"/>
                </a:cubicBezTo>
                <a:cubicBezTo>
                  <a:pt x="2425080" y="205466"/>
                  <a:pt x="2425537" y="208940"/>
                  <a:pt x="2425537" y="212415"/>
                </a:cubicBezTo>
                <a:lnTo>
                  <a:pt x="2425537" y="1557955"/>
                </a:lnTo>
                <a:cubicBezTo>
                  <a:pt x="2425537" y="1561429"/>
                  <a:pt x="2425080" y="1564904"/>
                  <a:pt x="2424166" y="1568379"/>
                </a:cubicBezTo>
                <a:cubicBezTo>
                  <a:pt x="2423251" y="1571854"/>
                  <a:pt x="2421788" y="1575328"/>
                  <a:pt x="2419960" y="1578803"/>
                </a:cubicBezTo>
                <a:cubicBezTo>
                  <a:pt x="2418131" y="1582278"/>
                  <a:pt x="2415753" y="1585661"/>
                  <a:pt x="2412919" y="1589136"/>
                </a:cubicBezTo>
                <a:cubicBezTo>
                  <a:pt x="2410176" y="1592610"/>
                  <a:pt x="2406884" y="1595994"/>
                  <a:pt x="2403226" y="1599377"/>
                </a:cubicBezTo>
                <a:cubicBezTo>
                  <a:pt x="2399477" y="1602852"/>
                  <a:pt x="2395271" y="1606235"/>
                  <a:pt x="2390699" y="1609618"/>
                </a:cubicBezTo>
                <a:cubicBezTo>
                  <a:pt x="2386035" y="1612910"/>
                  <a:pt x="2380915" y="1616293"/>
                  <a:pt x="2375428" y="1619585"/>
                </a:cubicBezTo>
                <a:cubicBezTo>
                  <a:pt x="2369942" y="1622969"/>
                  <a:pt x="2363907" y="1626260"/>
                  <a:pt x="2357506" y="1629552"/>
                </a:cubicBezTo>
                <a:cubicBezTo>
                  <a:pt x="2351105" y="1632844"/>
                  <a:pt x="2344247" y="1636044"/>
                  <a:pt x="2336932" y="1639245"/>
                </a:cubicBezTo>
                <a:cubicBezTo>
                  <a:pt x="2329617" y="1642445"/>
                  <a:pt x="2321936" y="1645646"/>
                  <a:pt x="2313798" y="1648755"/>
                </a:cubicBezTo>
                <a:cubicBezTo>
                  <a:pt x="2305660" y="1651955"/>
                  <a:pt x="2297064" y="1655064"/>
                  <a:pt x="2288103" y="1658082"/>
                </a:cubicBezTo>
                <a:cubicBezTo>
                  <a:pt x="2279142" y="1661190"/>
                  <a:pt x="2269724" y="1664208"/>
                  <a:pt x="2259940" y="1667134"/>
                </a:cubicBezTo>
                <a:cubicBezTo>
                  <a:pt x="2250156" y="1670152"/>
                  <a:pt x="2239914" y="1673078"/>
                  <a:pt x="2229307" y="1676004"/>
                </a:cubicBezTo>
                <a:cubicBezTo>
                  <a:pt x="2218792" y="1678838"/>
                  <a:pt x="2207819" y="1681764"/>
                  <a:pt x="2196480" y="1684508"/>
                </a:cubicBezTo>
                <a:cubicBezTo>
                  <a:pt x="2185050" y="1687342"/>
                  <a:pt x="2173346" y="1690086"/>
                  <a:pt x="2161276" y="1692737"/>
                </a:cubicBezTo>
                <a:cubicBezTo>
                  <a:pt x="2149206" y="1695389"/>
                  <a:pt x="2136770" y="1698041"/>
                  <a:pt x="2123968" y="1700601"/>
                </a:cubicBezTo>
                <a:cubicBezTo>
                  <a:pt x="2111167" y="1703161"/>
                  <a:pt x="2097999" y="1705722"/>
                  <a:pt x="2084558" y="1708191"/>
                </a:cubicBezTo>
                <a:cubicBezTo>
                  <a:pt x="2071116" y="1710660"/>
                  <a:pt x="2057309" y="1713037"/>
                  <a:pt x="2043135" y="1715414"/>
                </a:cubicBezTo>
                <a:cubicBezTo>
                  <a:pt x="2029054" y="1717700"/>
                  <a:pt x="2014606" y="1719986"/>
                  <a:pt x="1999884" y="1722181"/>
                </a:cubicBezTo>
                <a:cubicBezTo>
                  <a:pt x="1985162" y="1724376"/>
                  <a:pt x="1970166" y="1726570"/>
                  <a:pt x="1954804" y="1728582"/>
                </a:cubicBezTo>
                <a:cubicBezTo>
                  <a:pt x="1939534" y="1730685"/>
                  <a:pt x="1923989" y="1732697"/>
                  <a:pt x="1908170" y="1734617"/>
                </a:cubicBezTo>
                <a:cubicBezTo>
                  <a:pt x="1892259" y="1736537"/>
                  <a:pt x="1876166" y="1738366"/>
                  <a:pt x="1859890" y="1740195"/>
                </a:cubicBezTo>
                <a:cubicBezTo>
                  <a:pt x="1843522" y="1741932"/>
                  <a:pt x="1826971" y="1743669"/>
                  <a:pt x="1810146" y="1745315"/>
                </a:cubicBezTo>
                <a:cubicBezTo>
                  <a:pt x="1793321" y="1746961"/>
                  <a:pt x="1776313" y="1748516"/>
                  <a:pt x="1759123" y="1749979"/>
                </a:cubicBezTo>
                <a:cubicBezTo>
                  <a:pt x="1741841" y="1751533"/>
                  <a:pt x="1724467" y="1752905"/>
                  <a:pt x="1706819" y="1754276"/>
                </a:cubicBezTo>
                <a:cubicBezTo>
                  <a:pt x="1689263" y="1755557"/>
                  <a:pt x="1671432" y="1756837"/>
                  <a:pt x="1653510" y="1758025"/>
                </a:cubicBezTo>
                <a:cubicBezTo>
                  <a:pt x="1635587" y="1759123"/>
                  <a:pt x="1617482" y="1760220"/>
                  <a:pt x="1599286" y="1761226"/>
                </a:cubicBezTo>
                <a:cubicBezTo>
                  <a:pt x="1580998" y="1762232"/>
                  <a:pt x="1562710" y="1763238"/>
                  <a:pt x="1544147" y="1764060"/>
                </a:cubicBezTo>
                <a:cubicBezTo>
                  <a:pt x="1525676" y="1764883"/>
                  <a:pt x="1507114" y="1765615"/>
                  <a:pt x="1488460" y="1766346"/>
                </a:cubicBezTo>
                <a:cubicBezTo>
                  <a:pt x="1469715" y="1766987"/>
                  <a:pt x="1450970" y="1767627"/>
                  <a:pt x="1432133" y="1768084"/>
                </a:cubicBezTo>
                <a:cubicBezTo>
                  <a:pt x="1413297" y="1768632"/>
                  <a:pt x="1394369" y="1768998"/>
                  <a:pt x="1375440" y="1769364"/>
                </a:cubicBezTo>
                <a:cubicBezTo>
                  <a:pt x="1356421" y="1769730"/>
                  <a:pt x="1337493" y="1770004"/>
                  <a:pt x="1318382" y="1770187"/>
                </a:cubicBezTo>
                <a:cubicBezTo>
                  <a:pt x="1299362" y="1770278"/>
                  <a:pt x="1280343" y="1770370"/>
                  <a:pt x="1261323" y="1770370"/>
                </a:cubicBezTo>
                <a:lnTo>
                  <a:pt x="1164306" y="1770370"/>
                </a:lnTo>
                <a:cubicBezTo>
                  <a:pt x="1145195" y="1770370"/>
                  <a:pt x="1126175" y="1770278"/>
                  <a:pt x="1107156" y="1770187"/>
                </a:cubicBezTo>
                <a:cubicBezTo>
                  <a:pt x="1088136" y="1770004"/>
                  <a:pt x="1069116" y="1769730"/>
                  <a:pt x="1050188" y="1769364"/>
                </a:cubicBezTo>
                <a:cubicBezTo>
                  <a:pt x="1031169" y="1768998"/>
                  <a:pt x="1012241" y="1768632"/>
                  <a:pt x="993404" y="1768084"/>
                </a:cubicBezTo>
                <a:cubicBezTo>
                  <a:pt x="974568" y="1767627"/>
                  <a:pt x="955822" y="1766987"/>
                  <a:pt x="937169" y="1766346"/>
                </a:cubicBezTo>
                <a:cubicBezTo>
                  <a:pt x="918423" y="1765615"/>
                  <a:pt x="899861" y="1764883"/>
                  <a:pt x="881390" y="1764060"/>
                </a:cubicBezTo>
                <a:cubicBezTo>
                  <a:pt x="862919" y="1763238"/>
                  <a:pt x="844540" y="1762232"/>
                  <a:pt x="826343" y="1761226"/>
                </a:cubicBezTo>
                <a:cubicBezTo>
                  <a:pt x="808055" y="1760220"/>
                  <a:pt x="789950" y="1759123"/>
                  <a:pt x="772028" y="1758025"/>
                </a:cubicBezTo>
                <a:cubicBezTo>
                  <a:pt x="754106" y="1756837"/>
                  <a:pt x="736366" y="1755557"/>
                  <a:pt x="718718" y="1754276"/>
                </a:cubicBezTo>
                <a:cubicBezTo>
                  <a:pt x="701162" y="1752905"/>
                  <a:pt x="683697" y="1751533"/>
                  <a:pt x="666506" y="1749979"/>
                </a:cubicBezTo>
                <a:cubicBezTo>
                  <a:pt x="649224" y="1748516"/>
                  <a:pt x="632216" y="1746961"/>
                  <a:pt x="615391" y="1745315"/>
                </a:cubicBezTo>
                <a:cubicBezTo>
                  <a:pt x="598658" y="1743669"/>
                  <a:pt x="582016" y="1741932"/>
                  <a:pt x="565739" y="1740195"/>
                </a:cubicBezTo>
                <a:cubicBezTo>
                  <a:pt x="549372" y="1738366"/>
                  <a:pt x="533278" y="1736537"/>
                  <a:pt x="517459" y="1734617"/>
                </a:cubicBezTo>
                <a:cubicBezTo>
                  <a:pt x="501548" y="1732697"/>
                  <a:pt x="486004" y="1730685"/>
                  <a:pt x="470733" y="1728582"/>
                </a:cubicBezTo>
                <a:cubicBezTo>
                  <a:pt x="455371" y="1726570"/>
                  <a:pt x="440375" y="1724376"/>
                  <a:pt x="425653" y="1722181"/>
                </a:cubicBezTo>
                <a:cubicBezTo>
                  <a:pt x="410931" y="1719986"/>
                  <a:pt x="396484" y="1717700"/>
                  <a:pt x="382402" y="1715414"/>
                </a:cubicBezTo>
                <a:cubicBezTo>
                  <a:pt x="368320" y="1713037"/>
                  <a:pt x="354513" y="1710660"/>
                  <a:pt x="340980" y="1708191"/>
                </a:cubicBezTo>
                <a:cubicBezTo>
                  <a:pt x="327538" y="1705722"/>
                  <a:pt x="314371" y="1703161"/>
                  <a:pt x="301569" y="1700601"/>
                </a:cubicBezTo>
                <a:cubicBezTo>
                  <a:pt x="288768" y="1698041"/>
                  <a:pt x="276332" y="1695389"/>
                  <a:pt x="264262" y="1692737"/>
                </a:cubicBezTo>
                <a:cubicBezTo>
                  <a:pt x="252192" y="1690086"/>
                  <a:pt x="240487" y="1687342"/>
                  <a:pt x="229149" y="1684508"/>
                </a:cubicBezTo>
                <a:cubicBezTo>
                  <a:pt x="217810" y="1681764"/>
                  <a:pt x="206837" y="1678838"/>
                  <a:pt x="196230" y="1676004"/>
                </a:cubicBezTo>
                <a:cubicBezTo>
                  <a:pt x="185623" y="1673078"/>
                  <a:pt x="175473" y="1670152"/>
                  <a:pt x="165598" y="1667134"/>
                </a:cubicBezTo>
                <a:cubicBezTo>
                  <a:pt x="155814" y="1664208"/>
                  <a:pt x="146487" y="1661190"/>
                  <a:pt x="137434" y="1658082"/>
                </a:cubicBezTo>
                <a:cubicBezTo>
                  <a:pt x="128473" y="1655064"/>
                  <a:pt x="119969" y="1651955"/>
                  <a:pt x="111740" y="1648755"/>
                </a:cubicBezTo>
                <a:cubicBezTo>
                  <a:pt x="103602" y="1645646"/>
                  <a:pt x="95921" y="1642445"/>
                  <a:pt x="88605" y="1639245"/>
                </a:cubicBezTo>
                <a:cubicBezTo>
                  <a:pt x="81290" y="1636044"/>
                  <a:pt x="74432" y="1632844"/>
                  <a:pt x="68031" y="1629552"/>
                </a:cubicBezTo>
                <a:cubicBezTo>
                  <a:pt x="61631" y="1626260"/>
                  <a:pt x="55687" y="1622969"/>
                  <a:pt x="50109" y="1619585"/>
                </a:cubicBezTo>
                <a:cubicBezTo>
                  <a:pt x="44623" y="1616293"/>
                  <a:pt x="39502" y="1612910"/>
                  <a:pt x="34930" y="1609618"/>
                </a:cubicBezTo>
                <a:cubicBezTo>
                  <a:pt x="30267" y="1606235"/>
                  <a:pt x="26060" y="1602852"/>
                  <a:pt x="22403" y="1599377"/>
                </a:cubicBezTo>
                <a:cubicBezTo>
                  <a:pt x="18654" y="1595994"/>
                  <a:pt x="15362" y="1592610"/>
                  <a:pt x="12619" y="1589136"/>
                </a:cubicBezTo>
                <a:cubicBezTo>
                  <a:pt x="9784" y="1585661"/>
                  <a:pt x="7498" y="1582278"/>
                  <a:pt x="5578" y="1578803"/>
                </a:cubicBezTo>
                <a:cubicBezTo>
                  <a:pt x="3749" y="1575328"/>
                  <a:pt x="2377" y="1571854"/>
                  <a:pt x="1372" y="1568379"/>
                </a:cubicBezTo>
                <a:cubicBezTo>
                  <a:pt x="457" y="1564904"/>
                  <a:pt x="0" y="1561429"/>
                  <a:pt x="0" y="1557955"/>
                </a:cubicBezTo>
                <a:moveTo>
                  <a:pt x="18654" y="1557955"/>
                </a:moveTo>
                <a:lnTo>
                  <a:pt x="18654" y="212415"/>
                </a:lnTo>
                <a:cubicBezTo>
                  <a:pt x="18654" y="209306"/>
                  <a:pt x="19111" y="206106"/>
                  <a:pt x="20025" y="202905"/>
                </a:cubicBezTo>
                <a:cubicBezTo>
                  <a:pt x="20940" y="199796"/>
                  <a:pt x="22311" y="196596"/>
                  <a:pt x="24140" y="193487"/>
                </a:cubicBezTo>
                <a:cubicBezTo>
                  <a:pt x="25969" y="190287"/>
                  <a:pt x="28346" y="187178"/>
                  <a:pt x="31090" y="183977"/>
                </a:cubicBezTo>
                <a:cubicBezTo>
                  <a:pt x="33833" y="180868"/>
                  <a:pt x="37033" y="177759"/>
                  <a:pt x="40691" y="174650"/>
                </a:cubicBezTo>
                <a:cubicBezTo>
                  <a:pt x="44348" y="171541"/>
                  <a:pt x="48463" y="168432"/>
                  <a:pt x="53035" y="165324"/>
                </a:cubicBezTo>
                <a:cubicBezTo>
                  <a:pt x="57516" y="162306"/>
                  <a:pt x="62545" y="159197"/>
                  <a:pt x="68031" y="156180"/>
                </a:cubicBezTo>
                <a:cubicBezTo>
                  <a:pt x="73426" y="153162"/>
                  <a:pt x="79278" y="150144"/>
                  <a:pt x="85588" y="147127"/>
                </a:cubicBezTo>
                <a:cubicBezTo>
                  <a:pt x="91897" y="144201"/>
                  <a:pt x="98664" y="141183"/>
                  <a:pt x="105888" y="138257"/>
                </a:cubicBezTo>
                <a:cubicBezTo>
                  <a:pt x="113020" y="135331"/>
                  <a:pt x="120609" y="132405"/>
                  <a:pt x="128656" y="129570"/>
                </a:cubicBezTo>
                <a:cubicBezTo>
                  <a:pt x="136703" y="126736"/>
                  <a:pt x="145115" y="123901"/>
                  <a:pt x="153894" y="121067"/>
                </a:cubicBezTo>
                <a:cubicBezTo>
                  <a:pt x="162763" y="118323"/>
                  <a:pt x="171999" y="115489"/>
                  <a:pt x="181600" y="112837"/>
                </a:cubicBezTo>
                <a:cubicBezTo>
                  <a:pt x="191292" y="110094"/>
                  <a:pt x="201351" y="107442"/>
                  <a:pt x="211684" y="104790"/>
                </a:cubicBezTo>
                <a:cubicBezTo>
                  <a:pt x="222108" y="102138"/>
                  <a:pt x="232898" y="99578"/>
                  <a:pt x="244145" y="97018"/>
                </a:cubicBezTo>
                <a:cubicBezTo>
                  <a:pt x="255300" y="94458"/>
                  <a:pt x="266822" y="91989"/>
                  <a:pt x="278709" y="89520"/>
                </a:cubicBezTo>
                <a:cubicBezTo>
                  <a:pt x="290596" y="87051"/>
                  <a:pt x="302849" y="84673"/>
                  <a:pt x="315468" y="82296"/>
                </a:cubicBezTo>
                <a:cubicBezTo>
                  <a:pt x="327995" y="79919"/>
                  <a:pt x="340980" y="77633"/>
                  <a:pt x="354239" y="75438"/>
                </a:cubicBezTo>
                <a:cubicBezTo>
                  <a:pt x="367497" y="73152"/>
                  <a:pt x="381030" y="70957"/>
                  <a:pt x="394929" y="68854"/>
                </a:cubicBezTo>
                <a:cubicBezTo>
                  <a:pt x="408828" y="66751"/>
                  <a:pt x="423001" y="64648"/>
                  <a:pt x="437540" y="62636"/>
                </a:cubicBezTo>
                <a:cubicBezTo>
                  <a:pt x="451988" y="60625"/>
                  <a:pt x="466801" y="58704"/>
                  <a:pt x="481797" y="56784"/>
                </a:cubicBezTo>
                <a:cubicBezTo>
                  <a:pt x="496885" y="54864"/>
                  <a:pt x="512247" y="53035"/>
                  <a:pt x="527792" y="51298"/>
                </a:cubicBezTo>
                <a:cubicBezTo>
                  <a:pt x="543428" y="49560"/>
                  <a:pt x="559247" y="47823"/>
                  <a:pt x="575340" y="46177"/>
                </a:cubicBezTo>
                <a:cubicBezTo>
                  <a:pt x="591434" y="44623"/>
                  <a:pt x="607710" y="42977"/>
                  <a:pt x="624261" y="41514"/>
                </a:cubicBezTo>
                <a:cubicBezTo>
                  <a:pt x="640812" y="40051"/>
                  <a:pt x="657545" y="38588"/>
                  <a:pt x="674461" y="37216"/>
                </a:cubicBezTo>
                <a:cubicBezTo>
                  <a:pt x="691378" y="35844"/>
                  <a:pt x="708569" y="34564"/>
                  <a:pt x="725851" y="33376"/>
                </a:cubicBezTo>
                <a:cubicBezTo>
                  <a:pt x="743224" y="32187"/>
                  <a:pt x="760689" y="30998"/>
                  <a:pt x="778337" y="29992"/>
                </a:cubicBezTo>
                <a:cubicBezTo>
                  <a:pt x="795985" y="28895"/>
                  <a:pt x="813816" y="27889"/>
                  <a:pt x="831738" y="26975"/>
                </a:cubicBezTo>
                <a:cubicBezTo>
                  <a:pt x="849660" y="26060"/>
                  <a:pt x="867766" y="25237"/>
                  <a:pt x="885871" y="24414"/>
                </a:cubicBezTo>
                <a:cubicBezTo>
                  <a:pt x="904067" y="23683"/>
                  <a:pt x="922355" y="22951"/>
                  <a:pt x="940735" y="22403"/>
                </a:cubicBezTo>
                <a:cubicBezTo>
                  <a:pt x="959206" y="21763"/>
                  <a:pt x="977585" y="21214"/>
                  <a:pt x="996147" y="20757"/>
                </a:cubicBezTo>
                <a:cubicBezTo>
                  <a:pt x="1014710" y="20300"/>
                  <a:pt x="1033363" y="19842"/>
                  <a:pt x="1052017" y="19568"/>
                </a:cubicBezTo>
                <a:cubicBezTo>
                  <a:pt x="1070671" y="19294"/>
                  <a:pt x="1089325" y="19020"/>
                  <a:pt x="1108070" y="18837"/>
                </a:cubicBezTo>
                <a:cubicBezTo>
                  <a:pt x="1126815" y="18745"/>
                  <a:pt x="1145560" y="18654"/>
                  <a:pt x="1164306" y="18654"/>
                </a:cubicBezTo>
                <a:lnTo>
                  <a:pt x="1261323" y="18654"/>
                </a:lnTo>
                <a:cubicBezTo>
                  <a:pt x="1280069" y="18654"/>
                  <a:pt x="1298814" y="18745"/>
                  <a:pt x="1317468" y="18837"/>
                </a:cubicBezTo>
                <a:cubicBezTo>
                  <a:pt x="1336213" y="19020"/>
                  <a:pt x="1354958" y="19294"/>
                  <a:pt x="1373612" y="19568"/>
                </a:cubicBezTo>
                <a:cubicBezTo>
                  <a:pt x="1392265" y="19842"/>
                  <a:pt x="1410828" y="20300"/>
                  <a:pt x="1429390" y="20757"/>
                </a:cubicBezTo>
                <a:cubicBezTo>
                  <a:pt x="1447952" y="21214"/>
                  <a:pt x="1466423" y="21763"/>
                  <a:pt x="1484803" y="22403"/>
                </a:cubicBezTo>
                <a:cubicBezTo>
                  <a:pt x="1503182" y="22951"/>
                  <a:pt x="1521470" y="23683"/>
                  <a:pt x="1539667" y="24414"/>
                </a:cubicBezTo>
                <a:cubicBezTo>
                  <a:pt x="1557863" y="25237"/>
                  <a:pt x="1575877" y="26060"/>
                  <a:pt x="1593891" y="26975"/>
                </a:cubicBezTo>
                <a:cubicBezTo>
                  <a:pt x="1611813" y="27889"/>
                  <a:pt x="1629552" y="28895"/>
                  <a:pt x="1647200" y="29992"/>
                </a:cubicBezTo>
                <a:cubicBezTo>
                  <a:pt x="1664848" y="30998"/>
                  <a:pt x="1682405" y="32187"/>
                  <a:pt x="1699687" y="33376"/>
                </a:cubicBezTo>
                <a:cubicBezTo>
                  <a:pt x="1717060" y="34564"/>
                  <a:pt x="1734160" y="35844"/>
                  <a:pt x="1751076" y="37216"/>
                </a:cubicBezTo>
                <a:cubicBezTo>
                  <a:pt x="1768084" y="38588"/>
                  <a:pt x="1784817" y="40051"/>
                  <a:pt x="1801368" y="41514"/>
                </a:cubicBezTo>
                <a:cubicBezTo>
                  <a:pt x="1817827" y="42977"/>
                  <a:pt x="1834195" y="44623"/>
                  <a:pt x="1850288" y="46177"/>
                </a:cubicBezTo>
                <a:cubicBezTo>
                  <a:pt x="1866382" y="47823"/>
                  <a:pt x="1882201" y="49560"/>
                  <a:pt x="1897746" y="51298"/>
                </a:cubicBezTo>
                <a:cubicBezTo>
                  <a:pt x="1913382" y="53035"/>
                  <a:pt x="1928652" y="54864"/>
                  <a:pt x="1943740" y="56784"/>
                </a:cubicBezTo>
                <a:cubicBezTo>
                  <a:pt x="1958828" y="58704"/>
                  <a:pt x="1973550" y="60625"/>
                  <a:pt x="1988088" y="62636"/>
                </a:cubicBezTo>
                <a:cubicBezTo>
                  <a:pt x="2002536" y="64648"/>
                  <a:pt x="2016709" y="66751"/>
                  <a:pt x="2030608" y="68854"/>
                </a:cubicBezTo>
                <a:cubicBezTo>
                  <a:pt x="2044507" y="70957"/>
                  <a:pt x="2058132" y="73152"/>
                  <a:pt x="2071390" y="75438"/>
                </a:cubicBezTo>
                <a:cubicBezTo>
                  <a:pt x="2084649" y="77633"/>
                  <a:pt x="2097542" y="79919"/>
                  <a:pt x="2110161" y="82296"/>
                </a:cubicBezTo>
                <a:cubicBezTo>
                  <a:pt x="2122688" y="84673"/>
                  <a:pt x="2134941" y="87051"/>
                  <a:pt x="2146828" y="89520"/>
                </a:cubicBezTo>
                <a:cubicBezTo>
                  <a:pt x="2158716" y="91989"/>
                  <a:pt x="2170328" y="94458"/>
                  <a:pt x="2181484" y="97018"/>
                </a:cubicBezTo>
                <a:cubicBezTo>
                  <a:pt x="2192640" y="99578"/>
                  <a:pt x="2203430" y="102138"/>
                  <a:pt x="2213854" y="104790"/>
                </a:cubicBezTo>
                <a:cubicBezTo>
                  <a:pt x="2224278" y="107442"/>
                  <a:pt x="2234245" y="110094"/>
                  <a:pt x="2243938" y="112837"/>
                </a:cubicBezTo>
                <a:cubicBezTo>
                  <a:pt x="2253539" y="115489"/>
                  <a:pt x="2262774" y="118323"/>
                  <a:pt x="2271644" y="121067"/>
                </a:cubicBezTo>
                <a:cubicBezTo>
                  <a:pt x="2280514" y="123901"/>
                  <a:pt x="2288926" y="126736"/>
                  <a:pt x="2296881" y="129570"/>
                </a:cubicBezTo>
                <a:cubicBezTo>
                  <a:pt x="2304928" y="132405"/>
                  <a:pt x="2312518" y="135331"/>
                  <a:pt x="2319741" y="138257"/>
                </a:cubicBezTo>
                <a:cubicBezTo>
                  <a:pt x="2326874" y="141183"/>
                  <a:pt x="2333640" y="144201"/>
                  <a:pt x="2339950" y="147127"/>
                </a:cubicBezTo>
                <a:cubicBezTo>
                  <a:pt x="2346259" y="150144"/>
                  <a:pt x="2352111" y="153162"/>
                  <a:pt x="2357598" y="156180"/>
                </a:cubicBezTo>
                <a:cubicBezTo>
                  <a:pt x="2362992" y="159197"/>
                  <a:pt x="2368022" y="162306"/>
                  <a:pt x="2372594" y="165324"/>
                </a:cubicBezTo>
                <a:cubicBezTo>
                  <a:pt x="2377166" y="168432"/>
                  <a:pt x="2381189" y="171541"/>
                  <a:pt x="2384938" y="174650"/>
                </a:cubicBezTo>
                <a:cubicBezTo>
                  <a:pt x="2388596" y="177759"/>
                  <a:pt x="2391796" y="180868"/>
                  <a:pt x="2394539" y="183977"/>
                </a:cubicBezTo>
                <a:cubicBezTo>
                  <a:pt x="2397282" y="187178"/>
                  <a:pt x="2399568" y="190287"/>
                  <a:pt x="2401397" y="193487"/>
                </a:cubicBezTo>
                <a:cubicBezTo>
                  <a:pt x="2403226" y="196596"/>
                  <a:pt x="2404598" y="199796"/>
                  <a:pt x="2405512" y="202905"/>
                </a:cubicBezTo>
                <a:cubicBezTo>
                  <a:pt x="2406426" y="206106"/>
                  <a:pt x="2406884" y="209306"/>
                  <a:pt x="2406884" y="212415"/>
                </a:cubicBezTo>
                <a:lnTo>
                  <a:pt x="2406884" y="1557955"/>
                </a:lnTo>
                <a:cubicBezTo>
                  <a:pt x="2406884" y="1561155"/>
                  <a:pt x="2406426" y="1564264"/>
                  <a:pt x="2405512" y="1567464"/>
                </a:cubicBezTo>
                <a:cubicBezTo>
                  <a:pt x="2404598" y="1570665"/>
                  <a:pt x="2403226" y="1573774"/>
                  <a:pt x="2401397" y="1576974"/>
                </a:cubicBezTo>
                <a:cubicBezTo>
                  <a:pt x="2399568" y="1580083"/>
                  <a:pt x="2397282" y="1583284"/>
                  <a:pt x="2394539" y="1586393"/>
                </a:cubicBezTo>
                <a:cubicBezTo>
                  <a:pt x="2391796" y="1589502"/>
                  <a:pt x="2388596" y="1592702"/>
                  <a:pt x="2384938" y="1595811"/>
                </a:cubicBezTo>
                <a:cubicBezTo>
                  <a:pt x="2381189" y="1598920"/>
                  <a:pt x="2377166" y="1601937"/>
                  <a:pt x="2372594" y="1605046"/>
                </a:cubicBezTo>
                <a:cubicBezTo>
                  <a:pt x="2368022" y="1608155"/>
                  <a:pt x="2362992" y="1611173"/>
                  <a:pt x="2357598" y="1614190"/>
                </a:cubicBezTo>
                <a:cubicBezTo>
                  <a:pt x="2352111" y="1617299"/>
                  <a:pt x="2346259" y="1620225"/>
                  <a:pt x="2339950" y="1623243"/>
                </a:cubicBezTo>
                <a:cubicBezTo>
                  <a:pt x="2333640" y="1626260"/>
                  <a:pt x="2326874" y="1629186"/>
                  <a:pt x="2319741" y="1632113"/>
                </a:cubicBezTo>
                <a:cubicBezTo>
                  <a:pt x="2312518" y="1635039"/>
                  <a:pt x="2304928" y="1637965"/>
                  <a:pt x="2296881" y="1640799"/>
                </a:cubicBezTo>
                <a:cubicBezTo>
                  <a:pt x="2288926" y="1643725"/>
                  <a:pt x="2280514" y="1646560"/>
                  <a:pt x="2271644" y="1649303"/>
                </a:cubicBezTo>
                <a:cubicBezTo>
                  <a:pt x="2262774" y="1652138"/>
                  <a:pt x="2253539" y="1654881"/>
                  <a:pt x="2243938" y="1657624"/>
                </a:cubicBezTo>
                <a:cubicBezTo>
                  <a:pt x="2234245" y="1660276"/>
                  <a:pt x="2224278" y="1663019"/>
                  <a:pt x="2213854" y="1665671"/>
                </a:cubicBezTo>
                <a:cubicBezTo>
                  <a:pt x="2203430" y="1668231"/>
                  <a:pt x="2192640" y="1670883"/>
                  <a:pt x="2181484" y="1673443"/>
                </a:cubicBezTo>
                <a:cubicBezTo>
                  <a:pt x="2170328" y="1676004"/>
                  <a:pt x="2158716" y="1678473"/>
                  <a:pt x="2146828" y="1680942"/>
                </a:cubicBezTo>
                <a:cubicBezTo>
                  <a:pt x="2134941" y="1683319"/>
                  <a:pt x="2122688" y="1685788"/>
                  <a:pt x="2110161" y="1688074"/>
                </a:cubicBezTo>
                <a:cubicBezTo>
                  <a:pt x="2097542" y="1690451"/>
                  <a:pt x="2084649" y="1692737"/>
                  <a:pt x="2071390" y="1695023"/>
                </a:cubicBezTo>
                <a:cubicBezTo>
                  <a:pt x="2058132" y="1697218"/>
                  <a:pt x="2044507" y="1699412"/>
                  <a:pt x="2030608" y="1701607"/>
                </a:cubicBezTo>
                <a:cubicBezTo>
                  <a:pt x="2016709" y="1703710"/>
                  <a:pt x="2002536" y="1705722"/>
                  <a:pt x="1988088" y="1707733"/>
                </a:cubicBezTo>
                <a:cubicBezTo>
                  <a:pt x="1973550" y="1709745"/>
                  <a:pt x="1958828" y="1711757"/>
                  <a:pt x="1943740" y="1713586"/>
                </a:cubicBezTo>
                <a:cubicBezTo>
                  <a:pt x="1928652" y="1715506"/>
                  <a:pt x="1913382" y="1717335"/>
                  <a:pt x="1897746" y="1719072"/>
                </a:cubicBezTo>
                <a:cubicBezTo>
                  <a:pt x="1882201" y="1720901"/>
                  <a:pt x="1866290" y="1722547"/>
                  <a:pt x="1850288" y="1724193"/>
                </a:cubicBezTo>
                <a:cubicBezTo>
                  <a:pt x="1834195" y="1725839"/>
                  <a:pt x="1817827" y="1727393"/>
                  <a:pt x="1801368" y="1728856"/>
                </a:cubicBezTo>
                <a:cubicBezTo>
                  <a:pt x="1784817" y="1730411"/>
                  <a:pt x="1768084" y="1731782"/>
                  <a:pt x="1751076" y="1733154"/>
                </a:cubicBezTo>
                <a:cubicBezTo>
                  <a:pt x="1734160" y="1734525"/>
                  <a:pt x="1717060" y="1735806"/>
                  <a:pt x="1699687" y="1736994"/>
                </a:cubicBezTo>
                <a:cubicBezTo>
                  <a:pt x="1682405" y="1738274"/>
                  <a:pt x="1664848" y="1739372"/>
                  <a:pt x="1647200" y="1740469"/>
                </a:cubicBezTo>
                <a:cubicBezTo>
                  <a:pt x="1629552" y="1741475"/>
                  <a:pt x="1611813" y="1742481"/>
                  <a:pt x="1593891" y="1743395"/>
                </a:cubicBezTo>
                <a:cubicBezTo>
                  <a:pt x="1575877" y="1744309"/>
                  <a:pt x="1557863" y="1745224"/>
                  <a:pt x="1539667" y="1745955"/>
                </a:cubicBezTo>
                <a:cubicBezTo>
                  <a:pt x="1521470" y="1746778"/>
                  <a:pt x="1503182" y="1747418"/>
                  <a:pt x="1484803" y="1748058"/>
                </a:cubicBezTo>
                <a:cubicBezTo>
                  <a:pt x="1466423" y="1748699"/>
                  <a:pt x="1447952" y="1749247"/>
                  <a:pt x="1429390" y="1749704"/>
                </a:cubicBezTo>
                <a:cubicBezTo>
                  <a:pt x="1410828" y="1750162"/>
                  <a:pt x="1392265" y="1750527"/>
                  <a:pt x="1373612" y="1750802"/>
                </a:cubicBezTo>
                <a:cubicBezTo>
                  <a:pt x="1354958" y="1751167"/>
                  <a:pt x="1336213" y="1751350"/>
                  <a:pt x="1317468" y="1751533"/>
                </a:cubicBezTo>
                <a:cubicBezTo>
                  <a:pt x="1298814" y="1751716"/>
                  <a:pt x="1280069" y="1751808"/>
                  <a:pt x="1261323" y="1751808"/>
                </a:cubicBezTo>
                <a:lnTo>
                  <a:pt x="1164306" y="1751808"/>
                </a:lnTo>
                <a:cubicBezTo>
                  <a:pt x="1145560" y="1751808"/>
                  <a:pt x="1126815" y="1751716"/>
                  <a:pt x="1108070" y="1751533"/>
                </a:cubicBezTo>
                <a:cubicBezTo>
                  <a:pt x="1089325" y="1751350"/>
                  <a:pt x="1070671" y="1751167"/>
                  <a:pt x="1052017" y="1750802"/>
                </a:cubicBezTo>
                <a:cubicBezTo>
                  <a:pt x="1033363" y="1750527"/>
                  <a:pt x="1014710" y="1750162"/>
                  <a:pt x="996147" y="1749704"/>
                </a:cubicBezTo>
                <a:cubicBezTo>
                  <a:pt x="977585" y="1749247"/>
                  <a:pt x="959206" y="1748699"/>
                  <a:pt x="940735" y="1748058"/>
                </a:cubicBezTo>
                <a:cubicBezTo>
                  <a:pt x="922355" y="1747418"/>
                  <a:pt x="904067" y="1746778"/>
                  <a:pt x="885871" y="1745955"/>
                </a:cubicBezTo>
                <a:cubicBezTo>
                  <a:pt x="867766" y="1745224"/>
                  <a:pt x="849660" y="1744309"/>
                  <a:pt x="831738" y="1743395"/>
                </a:cubicBezTo>
                <a:cubicBezTo>
                  <a:pt x="813816" y="1742481"/>
                  <a:pt x="795985" y="1741475"/>
                  <a:pt x="778337" y="1740469"/>
                </a:cubicBezTo>
                <a:cubicBezTo>
                  <a:pt x="760689" y="1739372"/>
                  <a:pt x="743224" y="1738274"/>
                  <a:pt x="725851" y="1736994"/>
                </a:cubicBezTo>
                <a:cubicBezTo>
                  <a:pt x="708569" y="1735806"/>
                  <a:pt x="691378" y="1734525"/>
                  <a:pt x="674461" y="1733154"/>
                </a:cubicBezTo>
                <a:cubicBezTo>
                  <a:pt x="657545" y="1731782"/>
                  <a:pt x="640812" y="1730411"/>
                  <a:pt x="624261" y="1728856"/>
                </a:cubicBezTo>
                <a:cubicBezTo>
                  <a:pt x="607710" y="1727393"/>
                  <a:pt x="591434" y="1725839"/>
                  <a:pt x="575340" y="1724193"/>
                </a:cubicBezTo>
                <a:cubicBezTo>
                  <a:pt x="559247" y="1722547"/>
                  <a:pt x="543428" y="1720901"/>
                  <a:pt x="527792" y="1719072"/>
                </a:cubicBezTo>
                <a:cubicBezTo>
                  <a:pt x="512247" y="1717335"/>
                  <a:pt x="496885" y="1715506"/>
                  <a:pt x="481797" y="1713586"/>
                </a:cubicBezTo>
                <a:cubicBezTo>
                  <a:pt x="466801" y="1711757"/>
                  <a:pt x="451988" y="1709745"/>
                  <a:pt x="437540" y="1707733"/>
                </a:cubicBezTo>
                <a:cubicBezTo>
                  <a:pt x="423001" y="1705722"/>
                  <a:pt x="408828" y="1703710"/>
                  <a:pt x="394929" y="1701607"/>
                </a:cubicBezTo>
                <a:cubicBezTo>
                  <a:pt x="381030" y="1699412"/>
                  <a:pt x="367497" y="1697218"/>
                  <a:pt x="354239" y="1695023"/>
                </a:cubicBezTo>
                <a:cubicBezTo>
                  <a:pt x="340980" y="1692737"/>
                  <a:pt x="327995" y="1690451"/>
                  <a:pt x="315468" y="1688074"/>
                </a:cubicBezTo>
                <a:cubicBezTo>
                  <a:pt x="302849" y="1685788"/>
                  <a:pt x="290596" y="1683319"/>
                  <a:pt x="278709" y="1680942"/>
                </a:cubicBezTo>
                <a:cubicBezTo>
                  <a:pt x="266822" y="1678473"/>
                  <a:pt x="255300" y="1676004"/>
                  <a:pt x="244145" y="1673443"/>
                </a:cubicBezTo>
                <a:cubicBezTo>
                  <a:pt x="232898" y="1670883"/>
                  <a:pt x="222108" y="1668231"/>
                  <a:pt x="211684" y="1665671"/>
                </a:cubicBezTo>
                <a:cubicBezTo>
                  <a:pt x="201351" y="1663019"/>
                  <a:pt x="191292" y="1660276"/>
                  <a:pt x="181600" y="1657624"/>
                </a:cubicBezTo>
                <a:cubicBezTo>
                  <a:pt x="171999" y="1654881"/>
                  <a:pt x="162763" y="1652138"/>
                  <a:pt x="153894" y="1649303"/>
                </a:cubicBezTo>
                <a:cubicBezTo>
                  <a:pt x="145115" y="1646560"/>
                  <a:pt x="136703" y="1643725"/>
                  <a:pt x="128656" y="1640799"/>
                </a:cubicBezTo>
                <a:cubicBezTo>
                  <a:pt x="120609" y="1637965"/>
                  <a:pt x="113020" y="1635039"/>
                  <a:pt x="105888" y="1632113"/>
                </a:cubicBezTo>
                <a:cubicBezTo>
                  <a:pt x="98664" y="1629186"/>
                  <a:pt x="91897" y="1626260"/>
                  <a:pt x="85588" y="1623243"/>
                </a:cubicBezTo>
                <a:cubicBezTo>
                  <a:pt x="79278" y="1620225"/>
                  <a:pt x="73426" y="1617299"/>
                  <a:pt x="68031" y="1614190"/>
                </a:cubicBezTo>
                <a:cubicBezTo>
                  <a:pt x="62545" y="1611173"/>
                  <a:pt x="57516" y="1608155"/>
                  <a:pt x="53035" y="1605046"/>
                </a:cubicBezTo>
                <a:cubicBezTo>
                  <a:pt x="48463" y="1601937"/>
                  <a:pt x="44348" y="1598920"/>
                  <a:pt x="40691" y="1595811"/>
                </a:cubicBezTo>
                <a:cubicBezTo>
                  <a:pt x="37033" y="1592702"/>
                  <a:pt x="33833" y="1589502"/>
                  <a:pt x="31090" y="1586393"/>
                </a:cubicBezTo>
                <a:cubicBezTo>
                  <a:pt x="28346" y="1583284"/>
                  <a:pt x="25969" y="1580083"/>
                  <a:pt x="24140" y="1576974"/>
                </a:cubicBezTo>
                <a:cubicBezTo>
                  <a:pt x="22311" y="1573774"/>
                  <a:pt x="20940" y="1570665"/>
                  <a:pt x="20025" y="1567464"/>
                </a:cubicBezTo>
                <a:cubicBezTo>
                  <a:pt x="19111" y="1564264"/>
                  <a:pt x="18654" y="1561155"/>
                  <a:pt x="18654" y="1557955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8" name="Forma 118"/>
          <p:cNvSpPr/>
          <p:nvPr/>
        </p:nvSpPr>
        <p:spPr>
          <a:xfrm>
            <a:off x="4226082" y="3559485"/>
            <a:ext cx="2425537" cy="475214"/>
          </a:xfrm>
          <a:custGeom>
            <a:avLst/>
            <a:gdLst/>
            <a:ahLst/>
            <a:cxnLst/>
            <a:rect l="l" t="t" r="r" b="b"/>
            <a:pathLst>
              <a:path w="2425537" h="475214">
                <a:moveTo>
                  <a:pt x="0" y="437906"/>
                </a:moveTo>
                <a:lnTo>
                  <a:pt x="0" y="37308"/>
                </a:lnTo>
                <a:cubicBezTo>
                  <a:pt x="0" y="32370"/>
                  <a:pt x="914" y="27615"/>
                  <a:pt x="2835" y="23043"/>
                </a:cubicBezTo>
                <a:cubicBezTo>
                  <a:pt x="4755" y="18471"/>
                  <a:pt x="7407" y="14448"/>
                  <a:pt x="10973" y="10881"/>
                </a:cubicBezTo>
                <a:cubicBezTo>
                  <a:pt x="14448" y="7407"/>
                  <a:pt x="18471" y="4755"/>
                  <a:pt x="23043" y="2835"/>
                </a:cubicBezTo>
                <a:cubicBezTo>
                  <a:pt x="27615" y="914"/>
                  <a:pt x="32370" y="0"/>
                  <a:pt x="37308" y="0"/>
                </a:cubicBezTo>
                <a:lnTo>
                  <a:pt x="2388230" y="0"/>
                </a:lnTo>
                <a:cubicBezTo>
                  <a:pt x="2393168" y="0"/>
                  <a:pt x="2397923" y="914"/>
                  <a:pt x="2402495" y="2835"/>
                </a:cubicBezTo>
                <a:cubicBezTo>
                  <a:pt x="2407067" y="4755"/>
                  <a:pt x="2411090" y="7407"/>
                  <a:pt x="2414656" y="10881"/>
                </a:cubicBezTo>
                <a:cubicBezTo>
                  <a:pt x="2418131" y="14448"/>
                  <a:pt x="2420874" y="18471"/>
                  <a:pt x="2422703" y="23043"/>
                </a:cubicBezTo>
                <a:cubicBezTo>
                  <a:pt x="2424623" y="27615"/>
                  <a:pt x="2425537" y="32370"/>
                  <a:pt x="2425537" y="37308"/>
                </a:cubicBezTo>
                <a:lnTo>
                  <a:pt x="2425537" y="437906"/>
                </a:lnTo>
                <a:cubicBezTo>
                  <a:pt x="2425537" y="442844"/>
                  <a:pt x="2424623" y="447599"/>
                  <a:pt x="2422703" y="452171"/>
                </a:cubicBezTo>
                <a:cubicBezTo>
                  <a:pt x="2420874" y="456743"/>
                  <a:pt x="2418131" y="460766"/>
                  <a:pt x="2414656" y="464332"/>
                </a:cubicBezTo>
                <a:cubicBezTo>
                  <a:pt x="2411090" y="467807"/>
                  <a:pt x="2407067" y="470459"/>
                  <a:pt x="2402495" y="472379"/>
                </a:cubicBezTo>
                <a:cubicBezTo>
                  <a:pt x="2397923" y="474299"/>
                  <a:pt x="2393168" y="475214"/>
                  <a:pt x="2388230" y="475214"/>
                </a:cubicBezTo>
                <a:lnTo>
                  <a:pt x="37308" y="475214"/>
                </a:lnTo>
                <a:cubicBezTo>
                  <a:pt x="32370" y="475214"/>
                  <a:pt x="27615" y="474299"/>
                  <a:pt x="23043" y="472379"/>
                </a:cubicBezTo>
                <a:cubicBezTo>
                  <a:pt x="18471" y="470459"/>
                  <a:pt x="14448" y="467807"/>
                  <a:pt x="10973" y="464332"/>
                </a:cubicBezTo>
                <a:cubicBezTo>
                  <a:pt x="7407" y="460766"/>
                  <a:pt x="4755" y="456743"/>
                  <a:pt x="2835" y="452171"/>
                </a:cubicBezTo>
                <a:cubicBezTo>
                  <a:pt x="914" y="447599"/>
                  <a:pt x="0" y="442844"/>
                  <a:pt x="0" y="437906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9" name="Forma 119"/>
          <p:cNvSpPr/>
          <p:nvPr/>
        </p:nvSpPr>
        <p:spPr>
          <a:xfrm>
            <a:off x="6800941" y="2049902"/>
            <a:ext cx="1669877" cy="1910182"/>
          </a:xfrm>
          <a:custGeom>
            <a:avLst/>
            <a:gdLst/>
            <a:ahLst/>
            <a:cxnLst/>
            <a:rect l="l" t="t" r="r" b="b"/>
            <a:pathLst>
              <a:path w="1669877" h="1910182">
                <a:moveTo>
                  <a:pt x="0" y="0"/>
                </a:moveTo>
                <a:lnTo>
                  <a:pt x="1669877" y="0"/>
                </a:lnTo>
                <a:lnTo>
                  <a:pt x="1669877" y="1910182"/>
                </a:lnTo>
                <a:lnTo>
                  <a:pt x="0" y="1910182"/>
                </a:lnTo>
                <a:close/>
              </a:path>
            </a:pathLst>
          </a:custGeom>
          <a:solidFill>
            <a:srgbClr val="F1EEE5"/>
          </a:solidFill>
          <a:ln/>
        </p:spPr>
      </p:sp>
      <p:sp>
        <p:nvSpPr>
          <p:cNvPr id="10" name="Forma 120"/>
          <p:cNvSpPr/>
          <p:nvPr/>
        </p:nvSpPr>
        <p:spPr>
          <a:xfrm>
            <a:off x="6800941" y="2049902"/>
            <a:ext cx="1669877" cy="1910182"/>
          </a:xfrm>
          <a:custGeom>
            <a:avLst/>
            <a:gdLst/>
            <a:ahLst/>
            <a:cxnLst/>
            <a:rect l="l" t="t" r="r" b="b"/>
            <a:pathLst>
              <a:path w="1669877" h="1910182">
                <a:moveTo>
                  <a:pt x="0" y="0"/>
                </a:moveTo>
                <a:lnTo>
                  <a:pt x="1669877" y="0"/>
                </a:lnTo>
                <a:lnTo>
                  <a:pt x="1669877" y="27981"/>
                </a:lnTo>
                <a:lnTo>
                  <a:pt x="0" y="27981"/>
                </a:lnTo>
                <a:close/>
              </a:path>
              <a:path w="1669877" h="1910182">
                <a:moveTo>
                  <a:pt x="0" y="1900855"/>
                </a:moveTo>
                <a:lnTo>
                  <a:pt x="1669877" y="1900855"/>
                </a:lnTo>
                <a:lnTo>
                  <a:pt x="1669877" y="1910182"/>
                </a:lnTo>
                <a:lnTo>
                  <a:pt x="0" y="1910182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11" name="Forma 121"/>
          <p:cNvSpPr/>
          <p:nvPr/>
        </p:nvSpPr>
        <p:spPr>
          <a:xfrm>
            <a:off x="3055285" y="2427366"/>
            <a:ext cx="457109" cy="251551"/>
          </a:xfrm>
          <a:custGeom>
            <a:avLst/>
            <a:gdLst/>
            <a:ahLst/>
            <a:cxnLst/>
            <a:rect l="l" t="t" r="r" b="b"/>
            <a:pathLst>
              <a:path w="457109" h="251551">
                <a:moveTo>
                  <a:pt x="0" y="125821"/>
                </a:move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lnTo>
                  <a:pt x="331196" y="0"/>
                </a:lnTo>
                <a:cubicBezTo>
                  <a:pt x="339425" y="0"/>
                  <a:pt x="347655" y="823"/>
                  <a:pt x="355793" y="2377"/>
                </a:cubicBezTo>
                <a:cubicBezTo>
                  <a:pt x="363840" y="4023"/>
                  <a:pt x="371704" y="6401"/>
                  <a:pt x="379385" y="9601"/>
                </a:cubicBezTo>
                <a:cubicBezTo>
                  <a:pt x="386974" y="12710"/>
                  <a:pt x="394289" y="16642"/>
                  <a:pt x="401147" y="21214"/>
                </a:cubicBezTo>
                <a:cubicBezTo>
                  <a:pt x="408005" y="25786"/>
                  <a:pt x="414406" y="30998"/>
                  <a:pt x="420258" y="36850"/>
                </a:cubicBezTo>
                <a:cubicBezTo>
                  <a:pt x="426110" y="42702"/>
                  <a:pt x="431322" y="49012"/>
                  <a:pt x="435894" y="55870"/>
                </a:cubicBezTo>
                <a:cubicBezTo>
                  <a:pt x="440466" y="62728"/>
                  <a:pt x="444398" y="70043"/>
                  <a:pt x="447507" y="77633"/>
                </a:cubicBezTo>
                <a:cubicBezTo>
                  <a:pt x="450708" y="85314"/>
                  <a:pt x="453085" y="93177"/>
                  <a:pt x="454731" y="101224"/>
                </a:cubicBezTo>
                <a:cubicBezTo>
                  <a:pt x="456286" y="109362"/>
                  <a:pt x="457109" y="117500"/>
                  <a:pt x="457109" y="125821"/>
                </a:cubicBezTo>
                <a:cubicBezTo>
                  <a:pt x="457109" y="134051"/>
                  <a:pt x="456286" y="142189"/>
                  <a:pt x="454731" y="150327"/>
                </a:cubicBezTo>
                <a:cubicBezTo>
                  <a:pt x="453085" y="158466"/>
                  <a:pt x="450708" y="166329"/>
                  <a:pt x="447507" y="173919"/>
                </a:cubicBezTo>
                <a:cubicBezTo>
                  <a:pt x="444398" y="181600"/>
                  <a:pt x="440466" y="188824"/>
                  <a:pt x="435894" y="195682"/>
                </a:cubicBezTo>
                <a:cubicBezTo>
                  <a:pt x="431322" y="202540"/>
                  <a:pt x="426110" y="208940"/>
                  <a:pt x="420258" y="214701"/>
                </a:cubicBezTo>
                <a:cubicBezTo>
                  <a:pt x="414406" y="220553"/>
                  <a:pt x="408005" y="225765"/>
                  <a:pt x="401147" y="230429"/>
                </a:cubicBezTo>
                <a:cubicBezTo>
                  <a:pt x="394289" y="235001"/>
                  <a:pt x="386974" y="238841"/>
                  <a:pt x="379385" y="242042"/>
                </a:cubicBezTo>
                <a:cubicBezTo>
                  <a:pt x="371704" y="245151"/>
                  <a:pt x="363840" y="247528"/>
                  <a:pt x="355793" y="249174"/>
                </a:cubicBezTo>
                <a:cubicBezTo>
                  <a:pt x="347655" y="250820"/>
                  <a:pt x="339425" y="251551"/>
                  <a:pt x="331196" y="251551"/>
                </a:cubicBezTo>
                <a:lnTo>
                  <a:pt x="125913" y="251551"/>
                </a:ln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</a:path>
            </a:pathLst>
          </a:custGeom>
          <a:solidFill>
            <a:srgbClr val="FBFAF6"/>
          </a:solidFill>
          <a:ln w="9335">
            <a:solidFill>
              <a:srgbClr val="B9B6AB"/>
            </a:solidFill>
            <a:prstDash val="solid"/>
          </a:ln>
        </p:spPr>
      </p:sp>
      <p:sp>
        <p:nvSpPr>
          <p:cNvPr id="12" name="Forma 122"/>
          <p:cNvSpPr/>
          <p:nvPr/>
        </p:nvSpPr>
        <p:spPr>
          <a:xfrm>
            <a:off x="3274466" y="2851282"/>
            <a:ext cx="18654" cy="605699"/>
          </a:xfrm>
          <a:custGeom>
            <a:avLst/>
            <a:gdLst/>
            <a:ahLst/>
            <a:cxnLst/>
            <a:rect l="l" t="t" r="r" b="b"/>
            <a:pathLst>
              <a:path w="18654" h="605699">
                <a:moveTo>
                  <a:pt x="0" y="0"/>
                </a:moveTo>
                <a:lnTo>
                  <a:pt x="18654" y="0"/>
                </a:lnTo>
                <a:lnTo>
                  <a:pt x="18654" y="605699"/>
                </a:lnTo>
                <a:lnTo>
                  <a:pt x="0" y="605699"/>
                </a:lnTo>
                <a:close/>
              </a:path>
            </a:pathLst>
          </a:custGeom>
          <a:solidFill>
            <a:srgbClr val="C49A4B"/>
          </a:solidFill>
          <a:ln/>
        </p:spPr>
      </p:sp>
      <p:sp>
        <p:nvSpPr>
          <p:cNvPr id="13" name="Forma 123"/>
          <p:cNvSpPr/>
          <p:nvPr/>
        </p:nvSpPr>
        <p:spPr>
          <a:xfrm>
            <a:off x="3055285" y="3629345"/>
            <a:ext cx="457109" cy="251551"/>
          </a:xfrm>
          <a:custGeom>
            <a:avLst/>
            <a:gdLst/>
            <a:ahLst/>
            <a:cxnLst/>
            <a:rect l="l" t="t" r="r" b="b"/>
            <a:pathLst>
              <a:path w="457109" h="251551">
                <a:moveTo>
                  <a:pt x="0" y="125821"/>
                </a:moveTo>
                <a:cubicBezTo>
                  <a:pt x="0" y="117500"/>
                  <a:pt x="823" y="109362"/>
                  <a:pt x="2377" y="101224"/>
                </a:cubicBezTo>
                <a:cubicBezTo>
                  <a:pt x="4023" y="93177"/>
                  <a:pt x="6401" y="85314"/>
                  <a:pt x="9601" y="77633"/>
                </a:cubicBezTo>
                <a:cubicBezTo>
                  <a:pt x="12710" y="70043"/>
                  <a:pt x="16642" y="62728"/>
                  <a:pt x="21214" y="55870"/>
                </a:cubicBezTo>
                <a:cubicBezTo>
                  <a:pt x="25786" y="49012"/>
                  <a:pt x="30998" y="42702"/>
                  <a:pt x="36850" y="36850"/>
                </a:cubicBezTo>
                <a:cubicBezTo>
                  <a:pt x="42702" y="30998"/>
                  <a:pt x="49103" y="25786"/>
                  <a:pt x="55961" y="21214"/>
                </a:cubicBezTo>
                <a:cubicBezTo>
                  <a:pt x="62819" y="16642"/>
                  <a:pt x="70134" y="12710"/>
                  <a:pt x="77724" y="9601"/>
                </a:cubicBezTo>
                <a:cubicBezTo>
                  <a:pt x="85405" y="6401"/>
                  <a:pt x="93269" y="4023"/>
                  <a:pt x="101407" y="2377"/>
                </a:cubicBezTo>
                <a:cubicBezTo>
                  <a:pt x="109454" y="823"/>
                  <a:pt x="117683" y="0"/>
                  <a:pt x="125913" y="0"/>
                </a:cubicBezTo>
                <a:lnTo>
                  <a:pt x="331196" y="0"/>
                </a:lnTo>
                <a:cubicBezTo>
                  <a:pt x="339425" y="0"/>
                  <a:pt x="347655" y="823"/>
                  <a:pt x="355793" y="2377"/>
                </a:cubicBezTo>
                <a:cubicBezTo>
                  <a:pt x="363840" y="4023"/>
                  <a:pt x="371704" y="6401"/>
                  <a:pt x="379385" y="9601"/>
                </a:cubicBezTo>
                <a:cubicBezTo>
                  <a:pt x="386974" y="12710"/>
                  <a:pt x="394289" y="16642"/>
                  <a:pt x="401147" y="21214"/>
                </a:cubicBezTo>
                <a:cubicBezTo>
                  <a:pt x="408005" y="25786"/>
                  <a:pt x="414406" y="30998"/>
                  <a:pt x="420258" y="36850"/>
                </a:cubicBezTo>
                <a:cubicBezTo>
                  <a:pt x="426110" y="42702"/>
                  <a:pt x="431322" y="49012"/>
                  <a:pt x="435894" y="55870"/>
                </a:cubicBezTo>
                <a:cubicBezTo>
                  <a:pt x="440466" y="62728"/>
                  <a:pt x="444398" y="70043"/>
                  <a:pt x="447507" y="77633"/>
                </a:cubicBezTo>
                <a:cubicBezTo>
                  <a:pt x="450708" y="85314"/>
                  <a:pt x="453085" y="93177"/>
                  <a:pt x="454731" y="101224"/>
                </a:cubicBezTo>
                <a:cubicBezTo>
                  <a:pt x="456286" y="109362"/>
                  <a:pt x="457109" y="117500"/>
                  <a:pt x="457109" y="125821"/>
                </a:cubicBezTo>
                <a:cubicBezTo>
                  <a:pt x="457109" y="134051"/>
                  <a:pt x="456286" y="142189"/>
                  <a:pt x="454731" y="150327"/>
                </a:cubicBezTo>
                <a:cubicBezTo>
                  <a:pt x="453085" y="158466"/>
                  <a:pt x="450708" y="166329"/>
                  <a:pt x="447507" y="173919"/>
                </a:cubicBezTo>
                <a:cubicBezTo>
                  <a:pt x="444398" y="181600"/>
                  <a:pt x="440466" y="188824"/>
                  <a:pt x="435894" y="195682"/>
                </a:cubicBezTo>
                <a:cubicBezTo>
                  <a:pt x="431322" y="202540"/>
                  <a:pt x="426110" y="208940"/>
                  <a:pt x="420258" y="214701"/>
                </a:cubicBezTo>
                <a:cubicBezTo>
                  <a:pt x="414406" y="220553"/>
                  <a:pt x="408005" y="225765"/>
                  <a:pt x="401147" y="230429"/>
                </a:cubicBezTo>
                <a:cubicBezTo>
                  <a:pt x="394289" y="235001"/>
                  <a:pt x="386974" y="238841"/>
                  <a:pt x="379385" y="242042"/>
                </a:cubicBezTo>
                <a:cubicBezTo>
                  <a:pt x="371704" y="245151"/>
                  <a:pt x="363840" y="247528"/>
                  <a:pt x="355793" y="249174"/>
                </a:cubicBezTo>
                <a:cubicBezTo>
                  <a:pt x="347655" y="250820"/>
                  <a:pt x="339425" y="251551"/>
                  <a:pt x="331196" y="251551"/>
                </a:cubicBezTo>
                <a:lnTo>
                  <a:pt x="125913" y="251551"/>
                </a:lnTo>
                <a:cubicBezTo>
                  <a:pt x="117683" y="251551"/>
                  <a:pt x="109454" y="250820"/>
                  <a:pt x="101407" y="249174"/>
                </a:cubicBezTo>
                <a:cubicBezTo>
                  <a:pt x="93269" y="247528"/>
                  <a:pt x="85405" y="245151"/>
                  <a:pt x="77724" y="242042"/>
                </a:cubicBezTo>
                <a:cubicBezTo>
                  <a:pt x="70134" y="238841"/>
                  <a:pt x="62819" y="235001"/>
                  <a:pt x="55961" y="230429"/>
                </a:cubicBezTo>
                <a:cubicBezTo>
                  <a:pt x="49103" y="225765"/>
                  <a:pt x="42702" y="220553"/>
                  <a:pt x="36850" y="214701"/>
                </a:cubicBezTo>
                <a:cubicBezTo>
                  <a:pt x="30998" y="208940"/>
                  <a:pt x="25786" y="202540"/>
                  <a:pt x="21214" y="195682"/>
                </a:cubicBezTo>
                <a:cubicBezTo>
                  <a:pt x="16642" y="188824"/>
                  <a:pt x="12710" y="181600"/>
                  <a:pt x="9601" y="173919"/>
                </a:cubicBezTo>
                <a:cubicBezTo>
                  <a:pt x="6401" y="166329"/>
                  <a:pt x="4023" y="158466"/>
                  <a:pt x="2377" y="150327"/>
                </a:cubicBezTo>
                <a:cubicBezTo>
                  <a:pt x="823" y="142189"/>
                  <a:pt x="0" y="134051"/>
                  <a:pt x="0" y="125821"/>
                </a:cubicBezTo>
              </a:path>
            </a:pathLst>
          </a:custGeom>
          <a:solidFill>
            <a:srgbClr val="FBFAF6"/>
          </a:solidFill>
          <a:ln w="9335">
            <a:solidFill>
              <a:srgbClr val="B9B6AB"/>
            </a:solidFill>
            <a:prstDash val="solid"/>
          </a:ln>
        </p:spPr>
      </p:sp>
      <p:sp>
        <p:nvSpPr>
          <p:cNvPr id="14" name="Forma 124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1718" y="521848"/>
            <a:ext cx="255126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EJECUCIÓN · DOCKER COMPOSE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651693" y="736092"/>
            <a:ext cx="4888657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90"/>
              </a:lnSpc>
              <a:buNone/>
            </a:pPr>
            <a:r>
              <a:rPr lang="en-US" sz="3154" b="1" spc="-10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en contenedores</a:t>
            </a:r>
            <a:endParaRPr lang="en-US" sz="3154" dirty="0"/>
          </a:p>
        </p:txBody>
      </p:sp>
      <p:sp>
        <p:nvSpPr>
          <p:cNvPr id="17" name="Text 15"/>
          <p:cNvSpPr txBox="1"/>
          <p:nvPr/>
        </p:nvSpPr>
        <p:spPr>
          <a:xfrm>
            <a:off x="839602" y="2450592"/>
            <a:ext cx="365760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spc="54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PIPELINE</a:t>
            </a:r>
            <a:endParaRPr lang="en-US" sz="803" dirty="0"/>
          </a:p>
        </p:txBody>
      </p:sp>
      <p:sp>
        <p:nvSpPr>
          <p:cNvPr id="18" name="Text 16"/>
          <p:cNvSpPr txBox="1"/>
          <p:nvPr/>
        </p:nvSpPr>
        <p:spPr>
          <a:xfrm>
            <a:off x="839602" y="2646274"/>
            <a:ext cx="3657600" cy="459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2"/>
              </a:lnSpc>
              <a:buNone/>
            </a:pPr>
            <a:r>
              <a:rPr lang="en-US" sz="2723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</a:t>
            </a:r>
            <a:endParaRPr lang="en-US" sz="2723" dirty="0"/>
          </a:p>
        </p:txBody>
      </p:sp>
      <p:sp>
        <p:nvSpPr>
          <p:cNvPr id="19" name="Text 17"/>
          <p:cNvSpPr txBox="1"/>
          <p:nvPr/>
        </p:nvSpPr>
        <p:spPr>
          <a:xfrm>
            <a:off x="839602" y="3121487"/>
            <a:ext cx="3657600" cy="456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6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main.py: descarga,</a:t>
            </a:r>
            <a:endParaRPr lang="en-US" sz="1097" dirty="0"/>
          </a:p>
          <a:p>
            <a:pPr algn="l" indent="0" marL="0">
              <a:lnSpc>
                <a:spcPts val="1616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carga, pesos y rutas</a:t>
            </a:r>
            <a:endParaRPr lang="en-US" sz="1097" dirty="0"/>
          </a:p>
        </p:txBody>
      </p:sp>
      <p:sp>
        <p:nvSpPr>
          <p:cNvPr id="20" name="Text 18"/>
          <p:cNvSpPr txBox="1"/>
          <p:nvPr/>
        </p:nvSpPr>
        <p:spPr>
          <a:xfrm>
            <a:off x="5363779" y="2096536"/>
            <a:ext cx="227594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spc="53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881" dirty="0"/>
          </a:p>
        </p:txBody>
      </p:sp>
      <p:sp>
        <p:nvSpPr>
          <p:cNvPr id="21" name="Text 19"/>
          <p:cNvSpPr txBox="1"/>
          <p:nvPr/>
        </p:nvSpPr>
        <p:spPr>
          <a:xfrm>
            <a:off x="4613971" y="2292218"/>
            <a:ext cx="1922526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17</a:t>
            </a:r>
            <a:endParaRPr lang="en-US" sz="1763" dirty="0"/>
          </a:p>
        </p:txBody>
      </p:sp>
      <p:sp>
        <p:nvSpPr>
          <p:cNvPr id="22" name="Text 20"/>
          <p:cNvSpPr txBox="1"/>
          <p:nvPr/>
        </p:nvSpPr>
        <p:spPr>
          <a:xfrm>
            <a:off x="4946081" y="2616464"/>
            <a:ext cx="985357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3.5</a:t>
            </a:r>
            <a:endParaRPr lang="en-US" sz="1028" dirty="0"/>
          </a:p>
          <a:p>
            <a:pPr algn="ctr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pgRouting 3.8</a:t>
            </a:r>
            <a:endParaRPr lang="en-US" sz="1028" dirty="0"/>
          </a:p>
        </p:txBody>
      </p:sp>
      <p:sp>
        <p:nvSpPr>
          <p:cNvPr id="23" name="Text 21"/>
          <p:cNvSpPr txBox="1"/>
          <p:nvPr/>
        </p:nvSpPr>
        <p:spPr>
          <a:xfrm>
            <a:off x="4419204" y="3588929"/>
            <a:ext cx="2358603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pgrouting/pgrouting:17-</a:t>
            </a:r>
            <a:endParaRPr lang="en-US" sz="1166" dirty="0"/>
          </a:p>
        </p:txBody>
      </p:sp>
      <p:sp>
        <p:nvSpPr>
          <p:cNvPr id="24" name="Text 22"/>
          <p:cNvSpPr txBox="1"/>
          <p:nvPr/>
        </p:nvSpPr>
        <p:spPr>
          <a:xfrm>
            <a:off x="5039716" y="3812499"/>
            <a:ext cx="968350" cy="22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166" spc="57" kern="0" dirty="0">
                <a:solidFill>
                  <a:srgbClr val="ABB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3.5-3.8.0</a:t>
            </a:r>
            <a:endParaRPr lang="en-US" sz="1166" dirty="0"/>
          </a:p>
        </p:txBody>
      </p:sp>
      <p:sp>
        <p:nvSpPr>
          <p:cNvPr id="25" name="Text 23"/>
          <p:cNvSpPr txBox="1"/>
          <p:nvPr/>
        </p:nvSpPr>
        <p:spPr>
          <a:xfrm>
            <a:off x="4643232" y="4165092"/>
            <a:ext cx="1856506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persistente: db_data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6968825" y="2422703"/>
            <a:ext cx="365760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spc="6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MISMO CONTENEDOR</a:t>
            </a:r>
            <a:endParaRPr lang="en-US" sz="803" dirty="0"/>
          </a:p>
        </p:txBody>
      </p:sp>
      <p:sp>
        <p:nvSpPr>
          <p:cNvPr id="27" name="Text 25"/>
          <p:cNvSpPr txBox="1"/>
          <p:nvPr/>
        </p:nvSpPr>
        <p:spPr>
          <a:xfrm>
            <a:off x="6968825" y="2618384"/>
            <a:ext cx="879104" cy="51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2"/>
              </a:lnSpc>
              <a:buNone/>
            </a:pPr>
            <a:r>
              <a:rPr lang="en-US" sz="2723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2723" dirty="0"/>
          </a:p>
        </p:txBody>
      </p:sp>
      <p:sp>
        <p:nvSpPr>
          <p:cNvPr id="28" name="Text 26"/>
          <p:cNvSpPr txBox="1"/>
          <p:nvPr/>
        </p:nvSpPr>
        <p:spPr>
          <a:xfrm>
            <a:off x="6968825" y="3130814"/>
            <a:ext cx="1281257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Leaflet</a:t>
            </a:r>
            <a:endParaRPr lang="en-US" sz="1097" dirty="0"/>
          </a:p>
        </p:txBody>
      </p:sp>
      <p:sp>
        <p:nvSpPr>
          <p:cNvPr id="29" name="Text 27"/>
          <p:cNvSpPr txBox="1"/>
          <p:nvPr/>
        </p:nvSpPr>
        <p:spPr>
          <a:xfrm>
            <a:off x="6968825" y="3456981"/>
            <a:ext cx="104003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localhost:8000</a:t>
            </a:r>
            <a:endParaRPr lang="en-US" sz="881" dirty="0"/>
          </a:p>
        </p:txBody>
      </p:sp>
      <p:sp>
        <p:nvSpPr>
          <p:cNvPr id="30" name="Text 28"/>
          <p:cNvSpPr txBox="1"/>
          <p:nvPr/>
        </p:nvSpPr>
        <p:spPr>
          <a:xfrm>
            <a:off x="2945191" y="2115190"/>
            <a:ext cx="833201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 interna</a:t>
            </a:r>
            <a:endParaRPr lang="en-US" sz="881" dirty="0"/>
          </a:p>
        </p:txBody>
      </p:sp>
      <p:sp>
        <p:nvSpPr>
          <p:cNvPr id="31" name="Text 29"/>
          <p:cNvSpPr txBox="1"/>
          <p:nvPr/>
        </p:nvSpPr>
        <p:spPr>
          <a:xfrm>
            <a:off x="3160624" y="2478573"/>
            <a:ext cx="35049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</a:t>
            </a:r>
            <a:endParaRPr lang="en-US" sz="881" dirty="0"/>
          </a:p>
        </p:txBody>
      </p:sp>
      <p:sp>
        <p:nvSpPr>
          <p:cNvPr id="32" name="Text 30"/>
          <p:cNvSpPr txBox="1"/>
          <p:nvPr/>
        </p:nvSpPr>
        <p:spPr>
          <a:xfrm>
            <a:off x="3160624" y="3680551"/>
            <a:ext cx="35049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</a:t>
            </a:r>
            <a:endParaRPr lang="en-US" sz="881" dirty="0"/>
          </a:p>
        </p:txBody>
      </p:sp>
      <p:sp>
        <p:nvSpPr>
          <p:cNvPr id="33" name="Text 31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35</a:t>
            </a:r>
            <a:endParaRPr lang="en-US" sz="88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25"/>
          <p:cNvSpPr/>
          <p:nvPr/>
        </p:nvSpPr>
        <p:spPr>
          <a:xfrm>
            <a:off x="503743" y="0"/>
            <a:ext cx="5513466" cy="5143500"/>
          </a:xfrm>
          <a:custGeom>
            <a:avLst/>
            <a:gdLst/>
            <a:ahLst/>
            <a:cxnLst/>
            <a:rect l="l" t="t" r="r" b="b"/>
            <a:pathLst>
              <a:path w="5513466" h="5143500">
                <a:moveTo>
                  <a:pt x="0" y="5143500"/>
                </a:moveTo>
                <a:lnTo>
                  <a:pt x="0" y="0"/>
                </a:lnTo>
                <a:lnTo>
                  <a:pt x="5513466" y="0"/>
                </a:lnTo>
                <a:lnTo>
                  <a:pt x="5513466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" name="Imagen" descr="vec/d13-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743" y="270205"/>
            <a:ext cx="5513466" cy="4528475"/>
          </a:xfrm>
          <a:prstGeom prst="rect">
            <a:avLst/>
          </a:prstGeom>
        </p:spPr>
      </p:pic>
      <p:sp>
        <p:nvSpPr>
          <p:cNvPr id="4" name="Forma 126"/>
          <p:cNvSpPr/>
          <p:nvPr/>
        </p:nvSpPr>
        <p:spPr>
          <a:xfrm>
            <a:off x="6502390" y="2031340"/>
            <a:ext cx="2015063" cy="2758105"/>
          </a:xfrm>
          <a:custGeom>
            <a:avLst/>
            <a:gdLst/>
            <a:ahLst/>
            <a:cxnLst/>
            <a:rect l="l" t="t" r="r" b="b"/>
            <a:pathLst>
              <a:path w="2015063" h="2758105">
                <a:moveTo>
                  <a:pt x="0" y="0"/>
                </a:moveTo>
                <a:lnTo>
                  <a:pt x="2015063" y="0"/>
                </a:lnTo>
                <a:lnTo>
                  <a:pt x="2015063" y="9327"/>
                </a:lnTo>
                <a:lnTo>
                  <a:pt x="0" y="9327"/>
                </a:lnTo>
                <a:close/>
              </a:path>
              <a:path w="2015063" h="2758105">
                <a:moveTo>
                  <a:pt x="0" y="680222"/>
                </a:moveTo>
                <a:lnTo>
                  <a:pt x="2015063" y="680222"/>
                </a:lnTo>
                <a:lnTo>
                  <a:pt x="2015063" y="689549"/>
                </a:lnTo>
                <a:lnTo>
                  <a:pt x="0" y="689549"/>
                </a:lnTo>
                <a:close/>
              </a:path>
              <a:path w="2015063" h="2758105">
                <a:moveTo>
                  <a:pt x="0" y="1369771"/>
                </a:moveTo>
                <a:lnTo>
                  <a:pt x="2015063" y="1369771"/>
                </a:lnTo>
                <a:lnTo>
                  <a:pt x="2015063" y="1379098"/>
                </a:lnTo>
                <a:lnTo>
                  <a:pt x="0" y="1379098"/>
                </a:lnTo>
                <a:close/>
              </a:path>
              <a:path w="2015063" h="2758105">
                <a:moveTo>
                  <a:pt x="0" y="2059229"/>
                </a:moveTo>
                <a:lnTo>
                  <a:pt x="2015063" y="2059229"/>
                </a:lnTo>
                <a:lnTo>
                  <a:pt x="2015063" y="2068556"/>
                </a:lnTo>
                <a:lnTo>
                  <a:pt x="0" y="2068556"/>
                </a:lnTo>
                <a:close/>
              </a:path>
              <a:path w="2015063" h="2758105">
                <a:moveTo>
                  <a:pt x="0" y="2748778"/>
                </a:moveTo>
                <a:lnTo>
                  <a:pt x="2015063" y="2748778"/>
                </a:lnTo>
                <a:lnTo>
                  <a:pt x="2015063" y="2758105"/>
                </a:lnTo>
                <a:lnTo>
                  <a:pt x="0" y="2758105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5" name="Forma 127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3874" y="290688"/>
            <a:ext cx="2471806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272" b="1" spc="-6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modelo,</a:t>
            </a:r>
            <a:endParaRPr lang="en-US" sz="2272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2272" b="1" spc="-7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dominios</a:t>
            </a:r>
            <a:endParaRPr lang="en-US" sz="2272" dirty="0"/>
          </a:p>
          <a:p>
            <a:pPr algn="l" indent="0" marL="0">
              <a:lnSpc>
                <a:spcPts val="2351"/>
              </a:lnSpc>
              <a:buNone/>
            </a:pPr>
            <a:r>
              <a:rPr lang="en-US" sz="2272" b="1" spc="-6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datos.</a:t>
            </a:r>
            <a:endParaRPr lang="en-US" sz="2272" dirty="0"/>
          </a:p>
        </p:txBody>
      </p:sp>
      <p:sp>
        <p:nvSpPr>
          <p:cNvPr id="7" name="Text 4"/>
          <p:cNvSpPr txBox="1"/>
          <p:nvPr/>
        </p:nvSpPr>
        <p:spPr>
          <a:xfrm>
            <a:off x="6498915" y="1416314"/>
            <a:ext cx="21268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81" dirty="0"/>
          </a:p>
        </p:txBody>
      </p:sp>
      <p:sp>
        <p:nvSpPr>
          <p:cNvPr id="8" name="Text 5"/>
          <p:cNvSpPr txBox="1"/>
          <p:nvPr/>
        </p:nvSpPr>
        <p:spPr>
          <a:xfrm>
            <a:off x="6806702" y="1416314"/>
            <a:ext cx="1587673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Infraestructura</a:t>
            </a:r>
            <a:endParaRPr lang="en-US" sz="1322" dirty="0"/>
          </a:p>
        </p:txBody>
      </p:sp>
      <p:sp>
        <p:nvSpPr>
          <p:cNvPr id="9" name="Text 6"/>
          <p:cNvSpPr txBox="1"/>
          <p:nvPr/>
        </p:nvSpPr>
        <p:spPr>
          <a:xfrm>
            <a:off x="6806702" y="1723827"/>
            <a:ext cx="1388151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nodos, aristas, misión</a:t>
            </a:r>
            <a:endParaRPr lang="en-US" sz="960" dirty="0"/>
          </a:p>
        </p:txBody>
      </p:sp>
      <p:sp>
        <p:nvSpPr>
          <p:cNvPr id="10" name="Text 7"/>
          <p:cNvSpPr txBox="1"/>
          <p:nvPr/>
        </p:nvSpPr>
        <p:spPr>
          <a:xfrm>
            <a:off x="6498915" y="2105863"/>
            <a:ext cx="21268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81" dirty="0"/>
          </a:p>
        </p:txBody>
      </p:sp>
      <p:sp>
        <p:nvSpPr>
          <p:cNvPr id="11" name="Text 8"/>
          <p:cNvSpPr txBox="1"/>
          <p:nvPr/>
        </p:nvSpPr>
        <p:spPr>
          <a:xfrm>
            <a:off x="6806702" y="2105863"/>
            <a:ext cx="984900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</a:t>
            </a:r>
            <a:endParaRPr lang="en-US" sz="1322" dirty="0"/>
          </a:p>
        </p:txBody>
      </p:sp>
      <p:sp>
        <p:nvSpPr>
          <p:cNvPr id="12" name="Text 9"/>
          <p:cNvSpPr txBox="1"/>
          <p:nvPr/>
        </p:nvSpPr>
        <p:spPr>
          <a:xfrm>
            <a:off x="6806702" y="2413376"/>
            <a:ext cx="165241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edificios, elevación, viento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6498915" y="2786085"/>
            <a:ext cx="21268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81" dirty="0"/>
          </a:p>
        </p:txBody>
      </p:sp>
      <p:sp>
        <p:nvSpPr>
          <p:cNvPr id="14" name="Text 11"/>
          <p:cNvSpPr txBox="1"/>
          <p:nvPr/>
        </p:nvSpPr>
        <p:spPr>
          <a:xfrm>
            <a:off x="6806702" y="2786085"/>
            <a:ext cx="1065002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Amenazas</a:t>
            </a:r>
            <a:endParaRPr lang="en-US" sz="1322" dirty="0"/>
          </a:p>
        </p:txBody>
      </p:sp>
      <p:sp>
        <p:nvSpPr>
          <p:cNvPr id="15" name="Text 12"/>
          <p:cNvSpPr txBox="1"/>
          <p:nvPr/>
        </p:nvSpPr>
        <p:spPr>
          <a:xfrm>
            <a:off x="6806702" y="3093598"/>
            <a:ext cx="181855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GPSJam, incendios, eventos</a:t>
            </a:r>
            <a:endParaRPr lang="en-US" sz="960" dirty="0"/>
          </a:p>
        </p:txBody>
      </p:sp>
      <p:sp>
        <p:nvSpPr>
          <p:cNvPr id="16" name="Text 13"/>
          <p:cNvSpPr txBox="1"/>
          <p:nvPr/>
        </p:nvSpPr>
        <p:spPr>
          <a:xfrm>
            <a:off x="6498915" y="3475634"/>
            <a:ext cx="21268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81" dirty="0"/>
          </a:p>
        </p:txBody>
      </p:sp>
      <p:sp>
        <p:nvSpPr>
          <p:cNvPr id="17" name="Text 14"/>
          <p:cNvSpPr txBox="1"/>
          <p:nvPr/>
        </p:nvSpPr>
        <p:spPr>
          <a:xfrm>
            <a:off x="6806702" y="3475634"/>
            <a:ext cx="1148121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1322" dirty="0"/>
          </a:p>
        </p:txBody>
      </p:sp>
      <p:sp>
        <p:nvSpPr>
          <p:cNvPr id="18" name="Text 15"/>
          <p:cNvSpPr txBox="1"/>
          <p:nvPr/>
        </p:nvSpPr>
        <p:spPr>
          <a:xfrm>
            <a:off x="6806702" y="3783056"/>
            <a:ext cx="131271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y evaluaciones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6498915" y="4165092"/>
            <a:ext cx="21268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81" dirty="0"/>
          </a:p>
        </p:txBody>
      </p:sp>
      <p:sp>
        <p:nvSpPr>
          <p:cNvPr id="20" name="Text 17"/>
          <p:cNvSpPr txBox="1"/>
          <p:nvPr/>
        </p:nvSpPr>
        <p:spPr>
          <a:xfrm>
            <a:off x="6806702" y="4165092"/>
            <a:ext cx="839694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Soporte</a:t>
            </a:r>
            <a:endParaRPr lang="en-US" sz="1322" dirty="0"/>
          </a:p>
        </p:txBody>
      </p:sp>
      <p:sp>
        <p:nvSpPr>
          <p:cNvPr id="21" name="Text 18"/>
          <p:cNvSpPr txBox="1"/>
          <p:nvPr/>
        </p:nvSpPr>
        <p:spPr>
          <a:xfrm>
            <a:off x="6806702" y="4472605"/>
            <a:ext cx="193944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parámetros de pesos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35</a:t>
            </a:r>
            <a:endParaRPr lang="en-US" sz="88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28"/>
          <p:cNvSpPr/>
          <p:nvPr/>
        </p:nvSpPr>
        <p:spPr>
          <a:xfrm>
            <a:off x="597103" y="0"/>
            <a:ext cx="3955512" cy="5040996"/>
          </a:xfrm>
          <a:custGeom>
            <a:avLst/>
            <a:gdLst/>
            <a:ahLst/>
            <a:cxnLst/>
            <a:rect l="l" t="t" r="r" b="b"/>
            <a:pathLst>
              <a:path w="3955512" h="5040996">
                <a:moveTo>
                  <a:pt x="0" y="0"/>
                </a:moveTo>
                <a:lnTo>
                  <a:pt x="3955512" y="0"/>
                </a:lnTo>
                <a:lnTo>
                  <a:pt x="3955512" y="5040996"/>
                </a:lnTo>
                <a:lnTo>
                  <a:pt x="0" y="5040996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" name="Imagen" descr="vec/d14-im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103" y="764073"/>
            <a:ext cx="3955512" cy="3279953"/>
          </a:xfrm>
          <a:prstGeom prst="rect">
            <a:avLst/>
          </a:prstGeom>
        </p:spPr>
      </p:pic>
      <p:sp>
        <p:nvSpPr>
          <p:cNvPr id="4" name="Forma 129"/>
          <p:cNvSpPr/>
          <p:nvPr/>
        </p:nvSpPr>
        <p:spPr>
          <a:xfrm>
            <a:off x="4897801" y="1817004"/>
            <a:ext cx="3647633" cy="1397660"/>
          </a:xfrm>
          <a:custGeom>
            <a:avLst/>
            <a:gdLst/>
            <a:ahLst/>
            <a:cxnLst/>
            <a:rect l="l" t="t" r="r" b="b"/>
            <a:pathLst>
              <a:path w="3647633" h="1397660">
                <a:moveTo>
                  <a:pt x="0" y="0"/>
                </a:moveTo>
                <a:lnTo>
                  <a:pt x="3647633" y="0"/>
                </a:lnTo>
                <a:lnTo>
                  <a:pt x="3647633" y="9327"/>
                </a:lnTo>
                <a:lnTo>
                  <a:pt x="0" y="9327"/>
                </a:lnTo>
                <a:close/>
              </a:path>
              <a:path w="3647633" h="1397660">
                <a:moveTo>
                  <a:pt x="0" y="782726"/>
                </a:moveTo>
                <a:lnTo>
                  <a:pt x="3647633" y="782726"/>
                </a:lnTo>
                <a:lnTo>
                  <a:pt x="3647633" y="792053"/>
                </a:lnTo>
                <a:lnTo>
                  <a:pt x="0" y="792053"/>
                </a:lnTo>
                <a:close/>
              </a:path>
              <a:path w="3647633" h="1397660">
                <a:moveTo>
                  <a:pt x="0" y="1388334"/>
                </a:moveTo>
                <a:lnTo>
                  <a:pt x="3647633" y="1388334"/>
                </a:lnTo>
                <a:lnTo>
                  <a:pt x="3647633" y="1397660"/>
                </a:lnTo>
                <a:lnTo>
                  <a:pt x="0" y="1397660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5" name="Forma 130"/>
          <p:cNvSpPr/>
          <p:nvPr/>
        </p:nvSpPr>
        <p:spPr>
          <a:xfrm>
            <a:off x="4897801" y="2171060"/>
            <a:ext cx="2453518" cy="186355"/>
          </a:xfrm>
          <a:custGeom>
            <a:avLst/>
            <a:gdLst/>
            <a:ahLst/>
            <a:cxnLst/>
            <a:rect l="l" t="t" r="r" b="b"/>
            <a:pathLst>
              <a:path w="2453518" h="186355">
                <a:moveTo>
                  <a:pt x="0" y="149047"/>
                </a:moveTo>
                <a:lnTo>
                  <a:pt x="0" y="37308"/>
                </a:lnTo>
                <a:cubicBezTo>
                  <a:pt x="0" y="32370"/>
                  <a:pt x="914" y="27615"/>
                  <a:pt x="2835" y="23043"/>
                </a:cubicBezTo>
                <a:cubicBezTo>
                  <a:pt x="4755" y="18471"/>
                  <a:pt x="7407" y="14448"/>
                  <a:pt x="10973" y="10881"/>
                </a:cubicBezTo>
                <a:cubicBezTo>
                  <a:pt x="14448" y="7407"/>
                  <a:pt x="18471" y="4755"/>
                  <a:pt x="23043" y="2835"/>
                </a:cubicBezTo>
                <a:cubicBezTo>
                  <a:pt x="27615" y="914"/>
                  <a:pt x="32370" y="0"/>
                  <a:pt x="37308" y="0"/>
                </a:cubicBezTo>
                <a:lnTo>
                  <a:pt x="475762" y="0"/>
                </a:lnTo>
                <a:cubicBezTo>
                  <a:pt x="480700" y="0"/>
                  <a:pt x="485455" y="914"/>
                  <a:pt x="490027" y="2835"/>
                </a:cubicBezTo>
                <a:cubicBezTo>
                  <a:pt x="494599" y="4755"/>
                  <a:pt x="498714" y="7407"/>
                  <a:pt x="502188" y="10881"/>
                </a:cubicBezTo>
                <a:cubicBezTo>
                  <a:pt x="505663" y="14448"/>
                  <a:pt x="508406" y="18471"/>
                  <a:pt x="510235" y="23043"/>
                </a:cubicBezTo>
                <a:cubicBezTo>
                  <a:pt x="512155" y="27615"/>
                  <a:pt x="513070" y="32370"/>
                  <a:pt x="513070" y="37308"/>
                </a:cubicBezTo>
                <a:lnTo>
                  <a:pt x="513070" y="149047"/>
                </a:lnTo>
                <a:cubicBezTo>
                  <a:pt x="513070" y="153985"/>
                  <a:pt x="512155" y="158740"/>
                  <a:pt x="510235" y="163312"/>
                </a:cubicBezTo>
                <a:cubicBezTo>
                  <a:pt x="508406" y="167884"/>
                  <a:pt x="505663" y="171907"/>
                  <a:pt x="502188" y="175473"/>
                </a:cubicBezTo>
                <a:cubicBezTo>
                  <a:pt x="498714" y="178948"/>
                  <a:pt x="494599" y="181600"/>
                  <a:pt x="490027" y="183520"/>
                </a:cubicBezTo>
                <a:cubicBezTo>
                  <a:pt x="485455" y="185440"/>
                  <a:pt x="480700" y="186355"/>
                  <a:pt x="475762" y="186355"/>
                </a:cubicBezTo>
                <a:lnTo>
                  <a:pt x="37308" y="186355"/>
                </a:lnTo>
                <a:cubicBezTo>
                  <a:pt x="32370" y="186355"/>
                  <a:pt x="27615" y="185440"/>
                  <a:pt x="23043" y="183520"/>
                </a:cubicBezTo>
                <a:cubicBezTo>
                  <a:pt x="18471" y="181600"/>
                  <a:pt x="14448" y="178948"/>
                  <a:pt x="10973" y="175473"/>
                </a:cubicBezTo>
                <a:cubicBezTo>
                  <a:pt x="7407" y="171907"/>
                  <a:pt x="4755" y="167884"/>
                  <a:pt x="2835" y="163312"/>
                </a:cubicBezTo>
                <a:cubicBezTo>
                  <a:pt x="914" y="158740"/>
                  <a:pt x="0" y="153985"/>
                  <a:pt x="0" y="149047"/>
                </a:cubicBezTo>
              </a:path>
              <a:path w="2453518" h="186355">
                <a:moveTo>
                  <a:pt x="634411" y="149047"/>
                </a:moveTo>
                <a:lnTo>
                  <a:pt x="634411" y="37308"/>
                </a:lnTo>
                <a:cubicBezTo>
                  <a:pt x="634411" y="32370"/>
                  <a:pt x="635325" y="27615"/>
                  <a:pt x="637245" y="23043"/>
                </a:cubicBezTo>
                <a:cubicBezTo>
                  <a:pt x="639074" y="18471"/>
                  <a:pt x="641817" y="14448"/>
                  <a:pt x="645292" y="10881"/>
                </a:cubicBezTo>
                <a:cubicBezTo>
                  <a:pt x="648767" y="7407"/>
                  <a:pt x="652882" y="4755"/>
                  <a:pt x="657454" y="2835"/>
                </a:cubicBezTo>
                <a:cubicBezTo>
                  <a:pt x="662026" y="914"/>
                  <a:pt x="666780" y="0"/>
                  <a:pt x="671718" y="0"/>
                </a:cubicBezTo>
                <a:lnTo>
                  <a:pt x="1100846" y="0"/>
                </a:lnTo>
                <a:cubicBezTo>
                  <a:pt x="1105784" y="0"/>
                  <a:pt x="1110539" y="914"/>
                  <a:pt x="1115111" y="2835"/>
                </a:cubicBezTo>
                <a:cubicBezTo>
                  <a:pt x="1119683" y="4755"/>
                  <a:pt x="1123706" y="7407"/>
                  <a:pt x="1127181" y="10881"/>
                </a:cubicBezTo>
                <a:cubicBezTo>
                  <a:pt x="1130747" y="14448"/>
                  <a:pt x="1133399" y="18471"/>
                  <a:pt x="1135319" y="23043"/>
                </a:cubicBezTo>
                <a:cubicBezTo>
                  <a:pt x="1137239" y="27615"/>
                  <a:pt x="1138154" y="32370"/>
                  <a:pt x="1138154" y="37308"/>
                </a:cubicBezTo>
                <a:lnTo>
                  <a:pt x="1138154" y="149047"/>
                </a:lnTo>
                <a:cubicBezTo>
                  <a:pt x="1138154" y="153985"/>
                  <a:pt x="1137239" y="158740"/>
                  <a:pt x="1135319" y="163312"/>
                </a:cubicBezTo>
                <a:cubicBezTo>
                  <a:pt x="1133399" y="167884"/>
                  <a:pt x="1130747" y="171907"/>
                  <a:pt x="1127181" y="175473"/>
                </a:cubicBezTo>
                <a:cubicBezTo>
                  <a:pt x="1123706" y="178948"/>
                  <a:pt x="1119683" y="181600"/>
                  <a:pt x="1115111" y="183520"/>
                </a:cubicBezTo>
                <a:cubicBezTo>
                  <a:pt x="1110539" y="185440"/>
                  <a:pt x="1105784" y="186355"/>
                  <a:pt x="1100846" y="186355"/>
                </a:cubicBezTo>
                <a:lnTo>
                  <a:pt x="671718" y="186355"/>
                </a:lnTo>
                <a:cubicBezTo>
                  <a:pt x="666780" y="186355"/>
                  <a:pt x="662026" y="185440"/>
                  <a:pt x="657454" y="183520"/>
                </a:cubicBezTo>
                <a:cubicBezTo>
                  <a:pt x="652882" y="181600"/>
                  <a:pt x="648767" y="178948"/>
                  <a:pt x="645292" y="175473"/>
                </a:cubicBezTo>
                <a:cubicBezTo>
                  <a:pt x="641817" y="171907"/>
                  <a:pt x="639074" y="167884"/>
                  <a:pt x="637245" y="163312"/>
                </a:cubicBezTo>
                <a:cubicBezTo>
                  <a:pt x="635325" y="158740"/>
                  <a:pt x="634411" y="153985"/>
                  <a:pt x="634411" y="149047"/>
                </a:cubicBezTo>
              </a:path>
              <a:path w="2453518" h="186355">
                <a:moveTo>
                  <a:pt x="1819199" y="149047"/>
                </a:moveTo>
                <a:lnTo>
                  <a:pt x="1819199" y="37308"/>
                </a:lnTo>
                <a:cubicBezTo>
                  <a:pt x="1819199" y="32370"/>
                  <a:pt x="1820113" y="27615"/>
                  <a:pt x="1822033" y="23043"/>
                </a:cubicBezTo>
                <a:cubicBezTo>
                  <a:pt x="1823862" y="18471"/>
                  <a:pt x="1826605" y="14448"/>
                  <a:pt x="1830080" y="10881"/>
                </a:cubicBezTo>
                <a:cubicBezTo>
                  <a:pt x="1833646" y="7407"/>
                  <a:pt x="1837670" y="4755"/>
                  <a:pt x="1842242" y="2835"/>
                </a:cubicBezTo>
                <a:cubicBezTo>
                  <a:pt x="1846814" y="914"/>
                  <a:pt x="1851569" y="0"/>
                  <a:pt x="1856506" y="0"/>
                </a:cubicBezTo>
                <a:lnTo>
                  <a:pt x="2416211" y="0"/>
                </a:lnTo>
                <a:cubicBezTo>
                  <a:pt x="2421148" y="0"/>
                  <a:pt x="2425903" y="914"/>
                  <a:pt x="2430475" y="2835"/>
                </a:cubicBezTo>
                <a:cubicBezTo>
                  <a:pt x="2435047" y="4755"/>
                  <a:pt x="2439162" y="7407"/>
                  <a:pt x="2442637" y="10881"/>
                </a:cubicBezTo>
                <a:cubicBezTo>
                  <a:pt x="2446111" y="14448"/>
                  <a:pt x="2448855" y="18471"/>
                  <a:pt x="2450683" y="23043"/>
                </a:cubicBezTo>
                <a:cubicBezTo>
                  <a:pt x="2452604" y="27615"/>
                  <a:pt x="2453518" y="32370"/>
                  <a:pt x="2453518" y="37308"/>
                </a:cubicBezTo>
                <a:lnTo>
                  <a:pt x="2453518" y="149047"/>
                </a:lnTo>
                <a:cubicBezTo>
                  <a:pt x="2453518" y="153985"/>
                  <a:pt x="2452604" y="158740"/>
                  <a:pt x="2450683" y="163312"/>
                </a:cubicBezTo>
                <a:cubicBezTo>
                  <a:pt x="2448855" y="167884"/>
                  <a:pt x="2446111" y="171907"/>
                  <a:pt x="2442637" y="175473"/>
                </a:cubicBezTo>
                <a:cubicBezTo>
                  <a:pt x="2439162" y="178948"/>
                  <a:pt x="2435047" y="181600"/>
                  <a:pt x="2430475" y="183520"/>
                </a:cubicBezTo>
                <a:cubicBezTo>
                  <a:pt x="2425903" y="185440"/>
                  <a:pt x="2421148" y="186355"/>
                  <a:pt x="2416211" y="186355"/>
                </a:cubicBezTo>
                <a:lnTo>
                  <a:pt x="1856506" y="186355"/>
                </a:lnTo>
                <a:cubicBezTo>
                  <a:pt x="1851569" y="186355"/>
                  <a:pt x="1846814" y="185440"/>
                  <a:pt x="1842242" y="183520"/>
                </a:cubicBezTo>
                <a:cubicBezTo>
                  <a:pt x="1837670" y="181600"/>
                  <a:pt x="1833646" y="178948"/>
                  <a:pt x="1830080" y="175473"/>
                </a:cubicBezTo>
                <a:cubicBezTo>
                  <a:pt x="1826605" y="171907"/>
                  <a:pt x="1823862" y="167884"/>
                  <a:pt x="1822033" y="163312"/>
                </a:cubicBezTo>
                <a:cubicBezTo>
                  <a:pt x="1820113" y="158740"/>
                  <a:pt x="1819199" y="153985"/>
                  <a:pt x="1819199" y="149047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6" name="Forma 131"/>
          <p:cNvSpPr/>
          <p:nvPr/>
        </p:nvSpPr>
        <p:spPr>
          <a:xfrm>
            <a:off x="4897801" y="2329525"/>
            <a:ext cx="1343345" cy="186355"/>
          </a:xfrm>
          <a:custGeom>
            <a:avLst/>
            <a:gdLst/>
            <a:ahLst/>
            <a:cxnLst/>
            <a:rect l="l" t="t" r="r" b="b"/>
            <a:pathLst>
              <a:path w="1343345" h="186355">
                <a:moveTo>
                  <a:pt x="0" y="149047"/>
                </a:moveTo>
                <a:lnTo>
                  <a:pt x="0" y="37308"/>
                </a:lnTo>
                <a:cubicBezTo>
                  <a:pt x="0" y="32370"/>
                  <a:pt x="914" y="27615"/>
                  <a:pt x="2835" y="23043"/>
                </a:cubicBezTo>
                <a:cubicBezTo>
                  <a:pt x="4755" y="18471"/>
                  <a:pt x="7407" y="14448"/>
                  <a:pt x="10973" y="10881"/>
                </a:cubicBezTo>
                <a:cubicBezTo>
                  <a:pt x="14448" y="7407"/>
                  <a:pt x="18471" y="4755"/>
                  <a:pt x="23043" y="2835"/>
                </a:cubicBezTo>
                <a:cubicBezTo>
                  <a:pt x="27615" y="914"/>
                  <a:pt x="32370" y="0"/>
                  <a:pt x="37308" y="0"/>
                </a:cubicBezTo>
                <a:lnTo>
                  <a:pt x="410474" y="0"/>
                </a:lnTo>
                <a:cubicBezTo>
                  <a:pt x="415412" y="0"/>
                  <a:pt x="420167" y="914"/>
                  <a:pt x="424739" y="2835"/>
                </a:cubicBezTo>
                <a:cubicBezTo>
                  <a:pt x="429311" y="4755"/>
                  <a:pt x="433334" y="7407"/>
                  <a:pt x="436900" y="10881"/>
                </a:cubicBezTo>
                <a:cubicBezTo>
                  <a:pt x="440375" y="14448"/>
                  <a:pt x="443027" y="18471"/>
                  <a:pt x="444947" y="23043"/>
                </a:cubicBezTo>
                <a:cubicBezTo>
                  <a:pt x="446867" y="27615"/>
                  <a:pt x="447782" y="32370"/>
                  <a:pt x="447782" y="37308"/>
                </a:cubicBezTo>
                <a:lnTo>
                  <a:pt x="447782" y="149047"/>
                </a:lnTo>
                <a:cubicBezTo>
                  <a:pt x="447782" y="153985"/>
                  <a:pt x="446867" y="158740"/>
                  <a:pt x="444947" y="163312"/>
                </a:cubicBezTo>
                <a:cubicBezTo>
                  <a:pt x="443027" y="167884"/>
                  <a:pt x="440375" y="171907"/>
                  <a:pt x="436900" y="175473"/>
                </a:cubicBezTo>
                <a:cubicBezTo>
                  <a:pt x="433334" y="178948"/>
                  <a:pt x="429311" y="181600"/>
                  <a:pt x="424739" y="183520"/>
                </a:cubicBezTo>
                <a:cubicBezTo>
                  <a:pt x="420167" y="185440"/>
                  <a:pt x="415412" y="186355"/>
                  <a:pt x="410474" y="186355"/>
                </a:cubicBezTo>
                <a:lnTo>
                  <a:pt x="37308" y="186355"/>
                </a:lnTo>
                <a:cubicBezTo>
                  <a:pt x="32370" y="186355"/>
                  <a:pt x="27615" y="185440"/>
                  <a:pt x="23043" y="183520"/>
                </a:cubicBezTo>
                <a:cubicBezTo>
                  <a:pt x="18471" y="181600"/>
                  <a:pt x="14448" y="178948"/>
                  <a:pt x="10973" y="175473"/>
                </a:cubicBezTo>
                <a:cubicBezTo>
                  <a:pt x="7407" y="171907"/>
                  <a:pt x="4755" y="167884"/>
                  <a:pt x="2835" y="163312"/>
                </a:cubicBezTo>
                <a:cubicBezTo>
                  <a:pt x="914" y="158740"/>
                  <a:pt x="0" y="153985"/>
                  <a:pt x="0" y="149047"/>
                </a:cubicBezTo>
              </a:path>
              <a:path w="1343345" h="186355">
                <a:moveTo>
                  <a:pt x="569031" y="149047"/>
                </a:moveTo>
                <a:lnTo>
                  <a:pt x="569031" y="37308"/>
                </a:lnTo>
                <a:cubicBezTo>
                  <a:pt x="569031" y="32370"/>
                  <a:pt x="570037" y="27615"/>
                  <a:pt x="571957" y="23043"/>
                </a:cubicBezTo>
                <a:cubicBezTo>
                  <a:pt x="573786" y="18471"/>
                  <a:pt x="576529" y="14448"/>
                  <a:pt x="580004" y="10881"/>
                </a:cubicBezTo>
                <a:cubicBezTo>
                  <a:pt x="583479" y="7407"/>
                  <a:pt x="587502" y="4755"/>
                  <a:pt x="592074" y="2835"/>
                </a:cubicBezTo>
                <a:cubicBezTo>
                  <a:pt x="596646" y="914"/>
                  <a:pt x="601401" y="0"/>
                  <a:pt x="606430" y="0"/>
                </a:cubicBezTo>
                <a:lnTo>
                  <a:pt x="1306038" y="0"/>
                </a:lnTo>
                <a:cubicBezTo>
                  <a:pt x="1311067" y="0"/>
                  <a:pt x="1315822" y="914"/>
                  <a:pt x="1320394" y="2835"/>
                </a:cubicBezTo>
                <a:cubicBezTo>
                  <a:pt x="1324966" y="4755"/>
                  <a:pt x="1328989" y="7407"/>
                  <a:pt x="1332464" y="10881"/>
                </a:cubicBezTo>
                <a:cubicBezTo>
                  <a:pt x="1335938" y="14448"/>
                  <a:pt x="1338682" y="18471"/>
                  <a:pt x="1340510" y="23043"/>
                </a:cubicBezTo>
                <a:cubicBezTo>
                  <a:pt x="1342431" y="27615"/>
                  <a:pt x="1343345" y="32370"/>
                  <a:pt x="1343345" y="37308"/>
                </a:cubicBezTo>
                <a:lnTo>
                  <a:pt x="1343345" y="149047"/>
                </a:lnTo>
                <a:cubicBezTo>
                  <a:pt x="1343345" y="153985"/>
                  <a:pt x="1342431" y="158740"/>
                  <a:pt x="1340510" y="163312"/>
                </a:cubicBezTo>
                <a:cubicBezTo>
                  <a:pt x="1338682" y="167884"/>
                  <a:pt x="1335938" y="171907"/>
                  <a:pt x="1332464" y="175473"/>
                </a:cubicBezTo>
                <a:cubicBezTo>
                  <a:pt x="1328989" y="178948"/>
                  <a:pt x="1324966" y="181600"/>
                  <a:pt x="1320394" y="183520"/>
                </a:cubicBezTo>
                <a:cubicBezTo>
                  <a:pt x="1315822" y="185440"/>
                  <a:pt x="1311067" y="186355"/>
                  <a:pt x="1306038" y="186355"/>
                </a:cubicBezTo>
                <a:lnTo>
                  <a:pt x="606430" y="186355"/>
                </a:lnTo>
                <a:cubicBezTo>
                  <a:pt x="601401" y="186355"/>
                  <a:pt x="596646" y="185440"/>
                  <a:pt x="592074" y="183520"/>
                </a:cubicBezTo>
                <a:cubicBezTo>
                  <a:pt x="587502" y="181600"/>
                  <a:pt x="583479" y="178948"/>
                  <a:pt x="580004" y="175473"/>
                </a:cubicBezTo>
                <a:cubicBezTo>
                  <a:pt x="576529" y="171907"/>
                  <a:pt x="573786" y="167884"/>
                  <a:pt x="571957" y="163312"/>
                </a:cubicBezTo>
                <a:cubicBezTo>
                  <a:pt x="570037" y="158740"/>
                  <a:pt x="569031" y="153985"/>
                  <a:pt x="569031" y="149047"/>
                </a:cubicBezTo>
              </a:path>
            </a:pathLst>
          </a:custGeom>
          <a:solidFill>
            <a:srgbClr val="1B1B1B"/>
          </a:solidFill>
          <a:ln/>
        </p:spPr>
      </p:sp>
      <p:sp>
        <p:nvSpPr>
          <p:cNvPr id="7" name="Forma 132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87468" y="1066008"/>
            <a:ext cx="3484047" cy="723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98"/>
              </a:lnSpc>
              <a:buNone/>
            </a:pPr>
            <a:r>
              <a:rPr lang="en-US" sz="2351" b="1" spc="-7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grafo da soporte al</a:t>
            </a:r>
            <a:endParaRPr lang="en-US" sz="2351" dirty="0"/>
          </a:p>
          <a:p>
            <a:pPr algn="l" indent="0" marL="0">
              <a:lnSpc>
                <a:spcPts val="2498"/>
              </a:lnSpc>
              <a:buNone/>
            </a:pPr>
            <a:r>
              <a:rPr lang="en-US" sz="2351" b="1" spc="-6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ruteo.</a:t>
            </a:r>
            <a:endParaRPr lang="en-US" sz="2351" dirty="0"/>
          </a:p>
        </p:txBody>
      </p:sp>
      <p:sp>
        <p:nvSpPr>
          <p:cNvPr id="9" name="Text 6"/>
          <p:cNvSpPr txBox="1"/>
          <p:nvPr/>
        </p:nvSpPr>
        <p:spPr>
          <a:xfrm>
            <a:off x="4902281" y="1900855"/>
            <a:ext cx="783458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nodos </a:t>
            </a:r>
            <a:endParaRPr lang="en-US" sz="1469" dirty="0"/>
          </a:p>
        </p:txBody>
      </p:sp>
      <p:sp>
        <p:nvSpPr>
          <p:cNvPr id="10" name="Text 7"/>
          <p:cNvSpPr txBox="1"/>
          <p:nvPr/>
        </p:nvSpPr>
        <p:spPr>
          <a:xfrm>
            <a:off x="5535046" y="1900855"/>
            <a:ext cx="283647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↔</a:t>
            </a:r>
            <a:endParaRPr lang="en-US" sz="1469" dirty="0"/>
          </a:p>
        </p:txBody>
      </p:sp>
      <p:sp>
        <p:nvSpPr>
          <p:cNvPr id="11" name="Text 8"/>
          <p:cNvSpPr txBox="1"/>
          <p:nvPr/>
        </p:nvSpPr>
        <p:spPr>
          <a:xfrm>
            <a:off x="5721584" y="1900855"/>
            <a:ext cx="856793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aristas</a:t>
            </a:r>
            <a:endParaRPr lang="en-US" sz="1469" dirty="0"/>
          </a:p>
        </p:txBody>
      </p:sp>
      <p:sp>
        <p:nvSpPr>
          <p:cNvPr id="12" name="Text 9"/>
          <p:cNvSpPr txBox="1"/>
          <p:nvPr/>
        </p:nvSpPr>
        <p:spPr>
          <a:xfrm>
            <a:off x="4958243" y="2192548"/>
            <a:ext cx="514716" cy="16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62" spc="42" kern="0" dirty="0">
                <a:solidFill>
                  <a:srgbClr val="A6A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862" dirty="0"/>
          </a:p>
        </p:txBody>
      </p:sp>
      <p:sp>
        <p:nvSpPr>
          <p:cNvPr id="13" name="Text 10"/>
          <p:cNvSpPr txBox="1"/>
          <p:nvPr/>
        </p:nvSpPr>
        <p:spPr>
          <a:xfrm>
            <a:off x="5407213" y="2180387"/>
            <a:ext cx="218084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5591373" y="2192548"/>
            <a:ext cx="514716" cy="16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62" spc="42" kern="0" dirty="0">
                <a:solidFill>
                  <a:srgbClr val="A6A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862" dirty="0"/>
          </a:p>
        </p:txBody>
      </p:sp>
      <p:sp>
        <p:nvSpPr>
          <p:cNvPr id="15" name="Text 12"/>
          <p:cNvSpPr txBox="1"/>
          <p:nvPr/>
        </p:nvSpPr>
        <p:spPr>
          <a:xfrm>
            <a:off x="6040252" y="2180387"/>
            <a:ext cx="829544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referencian </a:t>
            </a:r>
            <a:endParaRPr lang="en-US" sz="960" dirty="0"/>
          </a:p>
        </p:txBody>
      </p:sp>
      <p:sp>
        <p:nvSpPr>
          <p:cNvPr id="16" name="Text 13"/>
          <p:cNvSpPr txBox="1"/>
          <p:nvPr/>
        </p:nvSpPr>
        <p:spPr>
          <a:xfrm>
            <a:off x="6770400" y="2192548"/>
            <a:ext cx="661386" cy="16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62" spc="42" kern="0" dirty="0">
                <a:solidFill>
                  <a:srgbClr val="A6A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nodos.id</a:t>
            </a:r>
            <a:endParaRPr lang="en-US" sz="862" dirty="0"/>
          </a:p>
        </p:txBody>
      </p:sp>
      <p:sp>
        <p:nvSpPr>
          <p:cNvPr id="17" name="Text 14"/>
          <p:cNvSpPr txBox="1"/>
          <p:nvPr/>
        </p:nvSpPr>
        <p:spPr>
          <a:xfrm>
            <a:off x="7294352" y="2180387"/>
            <a:ext cx="13982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; sus geometrías son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4958243" y="2350922"/>
            <a:ext cx="441381" cy="16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62" spc="42" kern="0" dirty="0">
                <a:solidFill>
                  <a:srgbClr val="A6A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</a:t>
            </a:r>
            <a:endParaRPr lang="en-US" sz="862" dirty="0"/>
          </a:p>
        </p:txBody>
      </p:sp>
      <p:sp>
        <p:nvSpPr>
          <p:cNvPr id="19" name="Text 16"/>
          <p:cNvSpPr txBox="1"/>
          <p:nvPr/>
        </p:nvSpPr>
        <p:spPr>
          <a:xfrm>
            <a:off x="5341742" y="2338761"/>
            <a:ext cx="218084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5525902" y="2350922"/>
            <a:ext cx="808147" cy="16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62" spc="42" kern="0" dirty="0">
                <a:solidFill>
                  <a:srgbClr val="A6A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LineString</a:t>
            </a:r>
            <a:endParaRPr lang="en-US" sz="862" dirty="0"/>
          </a:p>
        </p:txBody>
      </p:sp>
      <p:sp>
        <p:nvSpPr>
          <p:cNvPr id="21" name="Text 18"/>
          <p:cNvSpPr txBox="1"/>
          <p:nvPr/>
        </p:nvSpPr>
        <p:spPr>
          <a:xfrm>
            <a:off x="6180795" y="2338761"/>
            <a:ext cx="17510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spc="87" kern="0" dirty="0">
                <a:solidFill>
                  <a:srgbClr val="B7BB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4902281" y="2683581"/>
            <a:ext cx="819211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</a:t>
            </a:r>
            <a:endParaRPr lang="en-US" sz="1469" dirty="0"/>
          </a:p>
        </p:txBody>
      </p:sp>
      <p:sp>
        <p:nvSpPr>
          <p:cNvPr id="23" name="Text 20"/>
          <p:cNvSpPr txBox="1"/>
          <p:nvPr/>
        </p:nvSpPr>
        <p:spPr>
          <a:xfrm>
            <a:off x="4902281" y="2953786"/>
            <a:ext cx="3109692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Ordena los nodos de inicio, observación y destino.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4902281" y="3289188"/>
            <a:ext cx="1209568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1469" dirty="0"/>
          </a:p>
        </p:txBody>
      </p:sp>
      <p:sp>
        <p:nvSpPr>
          <p:cNvPr id="25" name="Text 22"/>
          <p:cNvSpPr txBox="1"/>
          <p:nvPr/>
        </p:nvSpPr>
        <p:spPr>
          <a:xfrm>
            <a:off x="4902281" y="3537082"/>
            <a:ext cx="3743736" cy="371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guardan secuencias de aristas; evaluaciones registran</a:t>
            </a:r>
            <a:endParaRPr lang="en-US" sz="960" dirty="0"/>
          </a:p>
          <a:p>
            <a:pPr algn="l" indent="0" marL="0">
              <a:lnSpc>
                <a:spcPts val="1322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escenarios, fallas y métricas.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35</a:t>
            </a:r>
            <a:endParaRPr lang="en-US" sz="88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33"/>
          <p:cNvSpPr/>
          <p:nvPr/>
        </p:nvSpPr>
        <p:spPr>
          <a:xfrm>
            <a:off x="5410871" y="2841955"/>
            <a:ext cx="2985333" cy="959754"/>
          </a:xfrm>
          <a:custGeom>
            <a:avLst/>
            <a:gdLst/>
            <a:ahLst/>
            <a:cxnLst/>
            <a:rect l="l" t="t" r="r" b="b"/>
            <a:pathLst>
              <a:path w="2985333" h="959754">
                <a:moveTo>
                  <a:pt x="0" y="0"/>
                </a:moveTo>
                <a:lnTo>
                  <a:pt x="2985333" y="0"/>
                </a:lnTo>
                <a:lnTo>
                  <a:pt x="2985333" y="9327"/>
                </a:lnTo>
                <a:lnTo>
                  <a:pt x="0" y="9327"/>
                </a:lnTo>
                <a:close/>
              </a:path>
              <a:path w="2985333" h="959754">
                <a:moveTo>
                  <a:pt x="0" y="475214"/>
                </a:moveTo>
                <a:lnTo>
                  <a:pt x="2985333" y="475214"/>
                </a:lnTo>
                <a:lnTo>
                  <a:pt x="2985333" y="484541"/>
                </a:lnTo>
                <a:lnTo>
                  <a:pt x="0" y="484541"/>
                </a:lnTo>
                <a:close/>
              </a:path>
              <a:path w="2985333" h="959754">
                <a:moveTo>
                  <a:pt x="0" y="950427"/>
                </a:moveTo>
                <a:lnTo>
                  <a:pt x="2985333" y="950427"/>
                </a:lnTo>
                <a:lnTo>
                  <a:pt x="2985333" y="959754"/>
                </a:lnTo>
                <a:lnTo>
                  <a:pt x="0" y="95975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34"/>
          <p:cNvSpPr/>
          <p:nvPr/>
        </p:nvSpPr>
        <p:spPr>
          <a:xfrm>
            <a:off x="0" y="0"/>
            <a:ext cx="4981743" cy="5143500"/>
          </a:xfrm>
          <a:custGeom>
            <a:avLst/>
            <a:gdLst/>
            <a:ahLst/>
            <a:cxnLst/>
            <a:rect l="l" t="t" r="r" b="b"/>
            <a:pathLst>
              <a:path w="4981743" h="5143500">
                <a:moveTo>
                  <a:pt x="0" y="0"/>
                </a:moveTo>
                <a:lnTo>
                  <a:pt x="4981743" y="0"/>
                </a:lnTo>
                <a:lnTo>
                  <a:pt x="498174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E9E5D9"/>
          </a:solidFill>
          <a:ln/>
        </p:spPr>
      </p:sp>
      <p:sp>
        <p:nvSpPr>
          <p:cNvPr id="4" name="Forma 135"/>
          <p:cNvSpPr/>
          <p:nvPr/>
        </p:nvSpPr>
        <p:spPr>
          <a:xfrm>
            <a:off x="1189909" y="1272845"/>
            <a:ext cx="2601925" cy="2597810"/>
          </a:xfrm>
          <a:custGeom>
            <a:avLst/>
            <a:gdLst/>
            <a:ahLst/>
            <a:cxnLst/>
            <a:rect l="l" t="t" r="r" b="b"/>
            <a:pathLst>
              <a:path w="2601925" h="2597810">
                <a:moveTo>
                  <a:pt x="0" y="2597810"/>
                </a:moveTo>
                <a:lnTo>
                  <a:pt x="211318" y="2597810"/>
                </a:lnTo>
                <a:moveTo>
                  <a:pt x="0" y="2597810"/>
                </a:moveTo>
                <a:lnTo>
                  <a:pt x="0" y="2393625"/>
                </a:lnTo>
                <a:moveTo>
                  <a:pt x="0" y="2597810"/>
                </a:moveTo>
                <a:lnTo>
                  <a:pt x="210129" y="2414199"/>
                </a:lnTo>
                <a:moveTo>
                  <a:pt x="211318" y="2597810"/>
                </a:moveTo>
                <a:lnTo>
                  <a:pt x="396575" y="2597810"/>
                </a:lnTo>
                <a:moveTo>
                  <a:pt x="211318" y="2597810"/>
                </a:moveTo>
                <a:lnTo>
                  <a:pt x="397673" y="2444557"/>
                </a:lnTo>
                <a:moveTo>
                  <a:pt x="211318" y="2597810"/>
                </a:moveTo>
                <a:lnTo>
                  <a:pt x="0" y="2393625"/>
                </a:lnTo>
                <a:moveTo>
                  <a:pt x="396575" y="2597810"/>
                </a:moveTo>
                <a:lnTo>
                  <a:pt x="546080" y="2597079"/>
                </a:lnTo>
                <a:moveTo>
                  <a:pt x="396575" y="2597810"/>
                </a:moveTo>
                <a:lnTo>
                  <a:pt x="397673" y="2444557"/>
                </a:lnTo>
                <a:moveTo>
                  <a:pt x="396575" y="2597810"/>
                </a:moveTo>
                <a:lnTo>
                  <a:pt x="546263" y="2430475"/>
                </a:lnTo>
                <a:moveTo>
                  <a:pt x="396575" y="2597810"/>
                </a:moveTo>
                <a:lnTo>
                  <a:pt x="210129" y="2414199"/>
                </a:lnTo>
                <a:moveTo>
                  <a:pt x="546080" y="2597079"/>
                </a:moveTo>
                <a:lnTo>
                  <a:pt x="740664" y="2597810"/>
                </a:lnTo>
                <a:moveTo>
                  <a:pt x="546080" y="2597079"/>
                </a:moveTo>
                <a:lnTo>
                  <a:pt x="546263" y="2430475"/>
                </a:lnTo>
                <a:moveTo>
                  <a:pt x="546080" y="2597079"/>
                </a:moveTo>
                <a:lnTo>
                  <a:pt x="803849" y="2408712"/>
                </a:lnTo>
                <a:moveTo>
                  <a:pt x="546080" y="2597079"/>
                </a:moveTo>
                <a:lnTo>
                  <a:pt x="397673" y="2444557"/>
                </a:lnTo>
                <a:moveTo>
                  <a:pt x="740664" y="2597810"/>
                </a:moveTo>
                <a:lnTo>
                  <a:pt x="940369" y="2597810"/>
                </a:lnTo>
                <a:moveTo>
                  <a:pt x="740664" y="2597810"/>
                </a:moveTo>
                <a:lnTo>
                  <a:pt x="803849" y="2408712"/>
                </a:lnTo>
                <a:moveTo>
                  <a:pt x="740664" y="2597810"/>
                </a:moveTo>
                <a:lnTo>
                  <a:pt x="964326" y="2393259"/>
                </a:lnTo>
                <a:moveTo>
                  <a:pt x="940369" y="2597810"/>
                </a:moveTo>
                <a:lnTo>
                  <a:pt x="1171712" y="2565806"/>
                </a:lnTo>
                <a:moveTo>
                  <a:pt x="940369" y="2597810"/>
                </a:moveTo>
                <a:lnTo>
                  <a:pt x="964326" y="2393259"/>
                </a:lnTo>
                <a:moveTo>
                  <a:pt x="940369" y="2597810"/>
                </a:moveTo>
                <a:lnTo>
                  <a:pt x="803849" y="2408712"/>
                </a:lnTo>
                <a:moveTo>
                  <a:pt x="1171712" y="2565806"/>
                </a:moveTo>
                <a:lnTo>
                  <a:pt x="1338682" y="2597810"/>
                </a:lnTo>
                <a:moveTo>
                  <a:pt x="1171712" y="2565806"/>
                </a:moveTo>
                <a:lnTo>
                  <a:pt x="1174547" y="2421331"/>
                </a:lnTo>
                <a:moveTo>
                  <a:pt x="1171712" y="2565806"/>
                </a:moveTo>
                <a:lnTo>
                  <a:pt x="1404518" y="2382103"/>
                </a:lnTo>
                <a:moveTo>
                  <a:pt x="1171712" y="2565806"/>
                </a:moveTo>
                <a:lnTo>
                  <a:pt x="964326" y="2393259"/>
                </a:lnTo>
                <a:moveTo>
                  <a:pt x="1338682" y="2597810"/>
                </a:moveTo>
                <a:lnTo>
                  <a:pt x="1584655" y="2553919"/>
                </a:lnTo>
                <a:moveTo>
                  <a:pt x="1338682" y="2597810"/>
                </a:moveTo>
                <a:lnTo>
                  <a:pt x="1404518" y="2382103"/>
                </a:lnTo>
                <a:moveTo>
                  <a:pt x="1338682" y="2597810"/>
                </a:moveTo>
                <a:lnTo>
                  <a:pt x="1546982" y="2394356"/>
                </a:lnTo>
                <a:moveTo>
                  <a:pt x="1338682" y="2597810"/>
                </a:moveTo>
                <a:lnTo>
                  <a:pt x="1174547" y="2421331"/>
                </a:lnTo>
                <a:moveTo>
                  <a:pt x="1584655" y="2553919"/>
                </a:moveTo>
                <a:lnTo>
                  <a:pt x="1776222" y="2597810"/>
                </a:lnTo>
                <a:moveTo>
                  <a:pt x="1584655" y="2553919"/>
                </a:moveTo>
                <a:lnTo>
                  <a:pt x="1546982" y="2394356"/>
                </a:lnTo>
                <a:moveTo>
                  <a:pt x="1584655" y="2553919"/>
                </a:moveTo>
                <a:lnTo>
                  <a:pt x="1771193" y="2364821"/>
                </a:lnTo>
                <a:moveTo>
                  <a:pt x="1584655" y="2553919"/>
                </a:moveTo>
                <a:lnTo>
                  <a:pt x="1404518" y="2382103"/>
                </a:lnTo>
                <a:moveTo>
                  <a:pt x="1776222" y="2597810"/>
                </a:moveTo>
                <a:lnTo>
                  <a:pt x="2012046" y="2597810"/>
                </a:lnTo>
                <a:moveTo>
                  <a:pt x="1776222" y="2597810"/>
                </a:moveTo>
                <a:lnTo>
                  <a:pt x="1771193" y="2364821"/>
                </a:lnTo>
                <a:moveTo>
                  <a:pt x="1776222" y="2597810"/>
                </a:moveTo>
                <a:lnTo>
                  <a:pt x="1987723" y="2422428"/>
                </a:lnTo>
                <a:moveTo>
                  <a:pt x="1776222" y="2597810"/>
                </a:moveTo>
                <a:lnTo>
                  <a:pt x="1546982" y="2394356"/>
                </a:lnTo>
                <a:moveTo>
                  <a:pt x="2012046" y="2597810"/>
                </a:moveTo>
                <a:lnTo>
                  <a:pt x="2196937" y="2597810"/>
                </a:lnTo>
                <a:moveTo>
                  <a:pt x="2012046" y="2597810"/>
                </a:moveTo>
                <a:lnTo>
                  <a:pt x="1987723" y="2422428"/>
                </a:lnTo>
                <a:moveTo>
                  <a:pt x="2012046" y="2597810"/>
                </a:moveTo>
                <a:lnTo>
                  <a:pt x="2208916" y="2439162"/>
                </a:lnTo>
                <a:moveTo>
                  <a:pt x="2012046" y="2597810"/>
                </a:moveTo>
                <a:lnTo>
                  <a:pt x="1771193" y="2364821"/>
                </a:lnTo>
                <a:moveTo>
                  <a:pt x="2196937" y="2597810"/>
                </a:moveTo>
                <a:lnTo>
                  <a:pt x="2323308" y="2597810"/>
                </a:lnTo>
                <a:moveTo>
                  <a:pt x="2196937" y="2597810"/>
                </a:moveTo>
                <a:lnTo>
                  <a:pt x="2208916" y="2439162"/>
                </a:lnTo>
                <a:moveTo>
                  <a:pt x="2196937" y="2597810"/>
                </a:moveTo>
                <a:lnTo>
                  <a:pt x="1987723" y="2422428"/>
                </a:lnTo>
                <a:moveTo>
                  <a:pt x="2323308" y="2597810"/>
                </a:moveTo>
                <a:lnTo>
                  <a:pt x="2535906" y="2566812"/>
                </a:lnTo>
                <a:moveTo>
                  <a:pt x="2323308" y="2597810"/>
                </a:moveTo>
                <a:lnTo>
                  <a:pt x="2350191" y="2376434"/>
                </a:lnTo>
                <a:moveTo>
                  <a:pt x="2323308" y="2597810"/>
                </a:moveTo>
                <a:lnTo>
                  <a:pt x="2520544" y="2402677"/>
                </a:lnTo>
                <a:moveTo>
                  <a:pt x="2323308" y="2597810"/>
                </a:moveTo>
                <a:lnTo>
                  <a:pt x="2208916" y="2439162"/>
                </a:lnTo>
                <a:moveTo>
                  <a:pt x="2535906" y="2566812"/>
                </a:moveTo>
                <a:lnTo>
                  <a:pt x="2520544" y="2402677"/>
                </a:lnTo>
                <a:moveTo>
                  <a:pt x="2535906" y="2566812"/>
                </a:moveTo>
                <a:lnTo>
                  <a:pt x="2350191" y="2376434"/>
                </a:lnTo>
                <a:moveTo>
                  <a:pt x="0" y="2393625"/>
                </a:moveTo>
                <a:lnTo>
                  <a:pt x="210129" y="2414199"/>
                </a:lnTo>
                <a:moveTo>
                  <a:pt x="0" y="2393625"/>
                </a:moveTo>
                <a:lnTo>
                  <a:pt x="0" y="2188982"/>
                </a:lnTo>
                <a:moveTo>
                  <a:pt x="0" y="2393625"/>
                </a:moveTo>
                <a:lnTo>
                  <a:pt x="222474" y="2198309"/>
                </a:lnTo>
                <a:moveTo>
                  <a:pt x="210129" y="2414199"/>
                </a:moveTo>
                <a:lnTo>
                  <a:pt x="397673" y="2444557"/>
                </a:lnTo>
                <a:moveTo>
                  <a:pt x="210129" y="2414199"/>
                </a:moveTo>
                <a:lnTo>
                  <a:pt x="222474" y="2198309"/>
                </a:lnTo>
                <a:moveTo>
                  <a:pt x="210129" y="2414199"/>
                </a:moveTo>
                <a:lnTo>
                  <a:pt x="429951" y="2223729"/>
                </a:lnTo>
                <a:moveTo>
                  <a:pt x="210129" y="2414199"/>
                </a:moveTo>
                <a:lnTo>
                  <a:pt x="0" y="2188982"/>
                </a:lnTo>
                <a:moveTo>
                  <a:pt x="397673" y="2444557"/>
                </a:moveTo>
                <a:lnTo>
                  <a:pt x="546263" y="2430475"/>
                </a:lnTo>
                <a:moveTo>
                  <a:pt x="397673" y="2444557"/>
                </a:moveTo>
                <a:lnTo>
                  <a:pt x="429951" y="2223729"/>
                </a:lnTo>
                <a:moveTo>
                  <a:pt x="397673" y="2444557"/>
                </a:moveTo>
                <a:lnTo>
                  <a:pt x="608716" y="2196206"/>
                </a:lnTo>
                <a:moveTo>
                  <a:pt x="397673" y="2444557"/>
                </a:moveTo>
                <a:lnTo>
                  <a:pt x="222474" y="2198309"/>
                </a:lnTo>
                <a:moveTo>
                  <a:pt x="546263" y="2430475"/>
                </a:moveTo>
                <a:lnTo>
                  <a:pt x="803849" y="2408712"/>
                </a:lnTo>
                <a:moveTo>
                  <a:pt x="546263" y="2430475"/>
                </a:moveTo>
                <a:lnTo>
                  <a:pt x="608716" y="2196206"/>
                </a:lnTo>
                <a:moveTo>
                  <a:pt x="546263" y="2430475"/>
                </a:moveTo>
                <a:lnTo>
                  <a:pt x="429951" y="2223729"/>
                </a:lnTo>
                <a:moveTo>
                  <a:pt x="803849" y="2408712"/>
                </a:moveTo>
                <a:lnTo>
                  <a:pt x="964326" y="2393259"/>
                </a:lnTo>
                <a:moveTo>
                  <a:pt x="803849" y="2408712"/>
                </a:moveTo>
                <a:lnTo>
                  <a:pt x="793974" y="2209739"/>
                </a:lnTo>
                <a:moveTo>
                  <a:pt x="803849" y="2408712"/>
                </a:moveTo>
                <a:lnTo>
                  <a:pt x="1015990" y="2161824"/>
                </a:lnTo>
                <a:moveTo>
                  <a:pt x="803849" y="2408712"/>
                </a:moveTo>
                <a:lnTo>
                  <a:pt x="608716" y="2196206"/>
                </a:lnTo>
                <a:moveTo>
                  <a:pt x="964326" y="2393259"/>
                </a:moveTo>
                <a:lnTo>
                  <a:pt x="1174547" y="2421331"/>
                </a:lnTo>
                <a:moveTo>
                  <a:pt x="964326" y="2393259"/>
                </a:moveTo>
                <a:lnTo>
                  <a:pt x="1176558" y="2189348"/>
                </a:lnTo>
                <a:moveTo>
                  <a:pt x="1174547" y="2421331"/>
                </a:moveTo>
                <a:lnTo>
                  <a:pt x="1404518" y="2382103"/>
                </a:lnTo>
                <a:moveTo>
                  <a:pt x="1174547" y="2421331"/>
                </a:moveTo>
                <a:lnTo>
                  <a:pt x="1176558" y="2189348"/>
                </a:lnTo>
                <a:moveTo>
                  <a:pt x="1174547" y="2421331"/>
                </a:moveTo>
                <a:lnTo>
                  <a:pt x="1332464" y="2185690"/>
                </a:lnTo>
                <a:moveTo>
                  <a:pt x="1174547" y="2421331"/>
                </a:moveTo>
                <a:lnTo>
                  <a:pt x="1015990" y="2161824"/>
                </a:lnTo>
                <a:moveTo>
                  <a:pt x="1404518" y="2382103"/>
                </a:moveTo>
                <a:lnTo>
                  <a:pt x="1546982" y="2394356"/>
                </a:lnTo>
                <a:moveTo>
                  <a:pt x="1404518" y="2382103"/>
                </a:moveTo>
                <a:lnTo>
                  <a:pt x="1332464" y="2185690"/>
                </a:lnTo>
                <a:moveTo>
                  <a:pt x="1404518" y="2382103"/>
                </a:moveTo>
                <a:lnTo>
                  <a:pt x="1586575" y="2157070"/>
                </a:lnTo>
                <a:moveTo>
                  <a:pt x="1404518" y="2382103"/>
                </a:moveTo>
                <a:lnTo>
                  <a:pt x="1176558" y="2189348"/>
                </a:lnTo>
                <a:moveTo>
                  <a:pt x="1546982" y="2394356"/>
                </a:moveTo>
                <a:lnTo>
                  <a:pt x="1771193" y="2364821"/>
                </a:lnTo>
                <a:moveTo>
                  <a:pt x="1546982" y="2394356"/>
                </a:moveTo>
                <a:lnTo>
                  <a:pt x="1586575" y="2157070"/>
                </a:lnTo>
                <a:moveTo>
                  <a:pt x="1546982" y="2394356"/>
                </a:moveTo>
                <a:lnTo>
                  <a:pt x="1800271" y="2226564"/>
                </a:lnTo>
                <a:moveTo>
                  <a:pt x="1546982" y="2394356"/>
                </a:moveTo>
                <a:lnTo>
                  <a:pt x="1332464" y="2185690"/>
                </a:lnTo>
                <a:moveTo>
                  <a:pt x="1771193" y="2364821"/>
                </a:moveTo>
                <a:lnTo>
                  <a:pt x="1800271" y="2226564"/>
                </a:lnTo>
                <a:moveTo>
                  <a:pt x="1771193" y="2364821"/>
                </a:moveTo>
                <a:lnTo>
                  <a:pt x="1953981" y="2188891"/>
                </a:lnTo>
                <a:moveTo>
                  <a:pt x="1771193" y="2364821"/>
                </a:moveTo>
                <a:lnTo>
                  <a:pt x="1586575" y="2157070"/>
                </a:lnTo>
                <a:moveTo>
                  <a:pt x="1987723" y="2422428"/>
                </a:moveTo>
                <a:lnTo>
                  <a:pt x="2208916" y="2439162"/>
                </a:lnTo>
                <a:moveTo>
                  <a:pt x="1987723" y="2422428"/>
                </a:moveTo>
                <a:lnTo>
                  <a:pt x="1953981" y="2188891"/>
                </a:lnTo>
                <a:moveTo>
                  <a:pt x="1987723" y="2422428"/>
                </a:moveTo>
                <a:lnTo>
                  <a:pt x="2114824" y="2209190"/>
                </a:lnTo>
                <a:moveTo>
                  <a:pt x="1987723" y="2422428"/>
                </a:moveTo>
                <a:lnTo>
                  <a:pt x="1800271" y="2226564"/>
                </a:lnTo>
                <a:moveTo>
                  <a:pt x="2208916" y="2439162"/>
                </a:moveTo>
                <a:lnTo>
                  <a:pt x="2350191" y="2376434"/>
                </a:lnTo>
                <a:moveTo>
                  <a:pt x="2208916" y="2439162"/>
                </a:moveTo>
                <a:lnTo>
                  <a:pt x="2114824" y="2209190"/>
                </a:lnTo>
                <a:moveTo>
                  <a:pt x="2208916" y="2439162"/>
                </a:moveTo>
                <a:lnTo>
                  <a:pt x="2325594" y="2243023"/>
                </a:lnTo>
                <a:moveTo>
                  <a:pt x="2208916" y="2439162"/>
                </a:moveTo>
                <a:lnTo>
                  <a:pt x="1953981" y="2188891"/>
                </a:lnTo>
                <a:moveTo>
                  <a:pt x="2350191" y="2376434"/>
                </a:moveTo>
                <a:lnTo>
                  <a:pt x="2520544" y="2402677"/>
                </a:lnTo>
                <a:moveTo>
                  <a:pt x="2350191" y="2376434"/>
                </a:moveTo>
                <a:lnTo>
                  <a:pt x="2325594" y="2243023"/>
                </a:lnTo>
                <a:moveTo>
                  <a:pt x="2350191" y="2376434"/>
                </a:moveTo>
                <a:lnTo>
                  <a:pt x="2511400" y="2179107"/>
                </a:lnTo>
                <a:moveTo>
                  <a:pt x="2350191" y="2376434"/>
                </a:moveTo>
                <a:lnTo>
                  <a:pt x="2114824" y="2209190"/>
                </a:lnTo>
                <a:moveTo>
                  <a:pt x="2520544" y="2402677"/>
                </a:moveTo>
                <a:lnTo>
                  <a:pt x="2511400" y="2179107"/>
                </a:lnTo>
                <a:moveTo>
                  <a:pt x="2520544" y="2402677"/>
                </a:moveTo>
                <a:lnTo>
                  <a:pt x="2325594" y="2243023"/>
                </a:lnTo>
                <a:moveTo>
                  <a:pt x="0" y="2188982"/>
                </a:moveTo>
                <a:lnTo>
                  <a:pt x="222474" y="2198309"/>
                </a:lnTo>
                <a:moveTo>
                  <a:pt x="0" y="2188982"/>
                </a:moveTo>
                <a:lnTo>
                  <a:pt x="0" y="2034083"/>
                </a:lnTo>
                <a:moveTo>
                  <a:pt x="222474" y="2198309"/>
                </a:moveTo>
                <a:lnTo>
                  <a:pt x="429951" y="2223729"/>
                </a:lnTo>
                <a:moveTo>
                  <a:pt x="222474" y="2198309"/>
                </a:moveTo>
                <a:lnTo>
                  <a:pt x="185806" y="1972818"/>
                </a:lnTo>
                <a:moveTo>
                  <a:pt x="222474" y="2198309"/>
                </a:moveTo>
                <a:lnTo>
                  <a:pt x="0" y="2034083"/>
                </a:lnTo>
                <a:moveTo>
                  <a:pt x="429951" y="2223729"/>
                </a:moveTo>
                <a:lnTo>
                  <a:pt x="608716" y="2196206"/>
                </a:lnTo>
                <a:moveTo>
                  <a:pt x="429951" y="2223729"/>
                </a:moveTo>
                <a:lnTo>
                  <a:pt x="351770" y="2014240"/>
                </a:lnTo>
                <a:moveTo>
                  <a:pt x="429951" y="2223729"/>
                </a:moveTo>
                <a:lnTo>
                  <a:pt x="594360" y="1971629"/>
                </a:lnTo>
                <a:moveTo>
                  <a:pt x="429951" y="2223729"/>
                </a:moveTo>
                <a:lnTo>
                  <a:pt x="185806" y="1972818"/>
                </a:lnTo>
                <a:moveTo>
                  <a:pt x="608716" y="2196206"/>
                </a:moveTo>
                <a:lnTo>
                  <a:pt x="793974" y="2209739"/>
                </a:lnTo>
                <a:moveTo>
                  <a:pt x="608716" y="2196206"/>
                </a:moveTo>
                <a:lnTo>
                  <a:pt x="594360" y="1971629"/>
                </a:lnTo>
                <a:moveTo>
                  <a:pt x="608716" y="2196206"/>
                </a:moveTo>
                <a:lnTo>
                  <a:pt x="817474" y="1973550"/>
                </a:lnTo>
                <a:moveTo>
                  <a:pt x="608716" y="2196206"/>
                </a:moveTo>
                <a:lnTo>
                  <a:pt x="351770" y="2014240"/>
                </a:lnTo>
                <a:moveTo>
                  <a:pt x="793974" y="2209739"/>
                </a:moveTo>
                <a:lnTo>
                  <a:pt x="1015990" y="2161824"/>
                </a:lnTo>
                <a:moveTo>
                  <a:pt x="793974" y="2209739"/>
                </a:moveTo>
                <a:lnTo>
                  <a:pt x="817474" y="1973550"/>
                </a:lnTo>
                <a:moveTo>
                  <a:pt x="793974" y="2209739"/>
                </a:moveTo>
                <a:lnTo>
                  <a:pt x="960852" y="2017532"/>
                </a:lnTo>
                <a:moveTo>
                  <a:pt x="793974" y="2209739"/>
                </a:moveTo>
                <a:lnTo>
                  <a:pt x="594360" y="1971629"/>
                </a:lnTo>
                <a:moveTo>
                  <a:pt x="1015990" y="2161824"/>
                </a:moveTo>
                <a:lnTo>
                  <a:pt x="960852" y="2017532"/>
                </a:lnTo>
                <a:moveTo>
                  <a:pt x="1015990" y="2161824"/>
                </a:moveTo>
                <a:lnTo>
                  <a:pt x="1165220" y="1971538"/>
                </a:lnTo>
                <a:moveTo>
                  <a:pt x="1015990" y="2161824"/>
                </a:moveTo>
                <a:lnTo>
                  <a:pt x="817474" y="1973550"/>
                </a:lnTo>
                <a:moveTo>
                  <a:pt x="1176558" y="2189348"/>
                </a:moveTo>
                <a:lnTo>
                  <a:pt x="1332464" y="2185690"/>
                </a:lnTo>
                <a:moveTo>
                  <a:pt x="1176558" y="2189348"/>
                </a:moveTo>
                <a:lnTo>
                  <a:pt x="1165220" y="1971538"/>
                </a:lnTo>
                <a:moveTo>
                  <a:pt x="1176558" y="2189348"/>
                </a:moveTo>
                <a:lnTo>
                  <a:pt x="1420612" y="2043501"/>
                </a:lnTo>
                <a:moveTo>
                  <a:pt x="1176558" y="2189348"/>
                </a:moveTo>
                <a:lnTo>
                  <a:pt x="960852" y="2017532"/>
                </a:lnTo>
                <a:moveTo>
                  <a:pt x="1332464" y="2185690"/>
                </a:moveTo>
                <a:lnTo>
                  <a:pt x="1586575" y="2157070"/>
                </a:lnTo>
                <a:moveTo>
                  <a:pt x="1332464" y="2185690"/>
                </a:moveTo>
                <a:lnTo>
                  <a:pt x="1420612" y="2043501"/>
                </a:lnTo>
                <a:moveTo>
                  <a:pt x="1332464" y="2185690"/>
                </a:moveTo>
                <a:lnTo>
                  <a:pt x="1540307" y="2035546"/>
                </a:lnTo>
                <a:moveTo>
                  <a:pt x="1332464" y="2185690"/>
                </a:moveTo>
                <a:lnTo>
                  <a:pt x="1165220" y="1971538"/>
                </a:lnTo>
                <a:moveTo>
                  <a:pt x="1586575" y="2157070"/>
                </a:moveTo>
                <a:lnTo>
                  <a:pt x="1540307" y="2035546"/>
                </a:lnTo>
                <a:moveTo>
                  <a:pt x="1586575" y="2157070"/>
                </a:moveTo>
                <a:lnTo>
                  <a:pt x="1420612" y="2043501"/>
                </a:lnTo>
                <a:moveTo>
                  <a:pt x="1800271" y="2226564"/>
                </a:moveTo>
                <a:lnTo>
                  <a:pt x="1742481" y="2010766"/>
                </a:lnTo>
                <a:moveTo>
                  <a:pt x="1800271" y="2226564"/>
                </a:moveTo>
                <a:lnTo>
                  <a:pt x="1973915" y="2032528"/>
                </a:lnTo>
                <a:moveTo>
                  <a:pt x="1800271" y="2226564"/>
                </a:moveTo>
                <a:lnTo>
                  <a:pt x="1540307" y="2035546"/>
                </a:lnTo>
                <a:moveTo>
                  <a:pt x="1953981" y="2188891"/>
                </a:moveTo>
                <a:lnTo>
                  <a:pt x="2114824" y="2209190"/>
                </a:lnTo>
                <a:moveTo>
                  <a:pt x="1953981" y="2188891"/>
                </a:moveTo>
                <a:lnTo>
                  <a:pt x="1973915" y="2032528"/>
                </a:lnTo>
                <a:moveTo>
                  <a:pt x="1953981" y="2188891"/>
                </a:moveTo>
                <a:lnTo>
                  <a:pt x="2112996" y="2017166"/>
                </a:lnTo>
                <a:moveTo>
                  <a:pt x="1953981" y="2188891"/>
                </a:moveTo>
                <a:lnTo>
                  <a:pt x="1742481" y="2010766"/>
                </a:lnTo>
                <a:moveTo>
                  <a:pt x="2114824" y="2209190"/>
                </a:moveTo>
                <a:lnTo>
                  <a:pt x="2325594" y="2243023"/>
                </a:lnTo>
                <a:moveTo>
                  <a:pt x="2114824" y="2209190"/>
                </a:moveTo>
                <a:lnTo>
                  <a:pt x="2112996" y="2017166"/>
                </a:lnTo>
                <a:moveTo>
                  <a:pt x="2114824" y="2209190"/>
                </a:moveTo>
                <a:lnTo>
                  <a:pt x="2345345" y="2002719"/>
                </a:lnTo>
                <a:moveTo>
                  <a:pt x="2114824" y="2209190"/>
                </a:moveTo>
                <a:lnTo>
                  <a:pt x="1973915" y="2032528"/>
                </a:lnTo>
                <a:moveTo>
                  <a:pt x="2325594" y="2243023"/>
                </a:moveTo>
                <a:lnTo>
                  <a:pt x="2511400" y="2179107"/>
                </a:lnTo>
                <a:moveTo>
                  <a:pt x="2325594" y="2243023"/>
                </a:moveTo>
                <a:lnTo>
                  <a:pt x="2345345" y="2002719"/>
                </a:lnTo>
                <a:moveTo>
                  <a:pt x="2325594" y="2243023"/>
                </a:moveTo>
                <a:lnTo>
                  <a:pt x="2599273" y="1990557"/>
                </a:lnTo>
                <a:moveTo>
                  <a:pt x="2511400" y="2179107"/>
                </a:moveTo>
                <a:lnTo>
                  <a:pt x="2599273" y="1990557"/>
                </a:lnTo>
                <a:moveTo>
                  <a:pt x="2511400" y="2179107"/>
                </a:moveTo>
                <a:lnTo>
                  <a:pt x="2345345" y="2002719"/>
                </a:lnTo>
                <a:moveTo>
                  <a:pt x="0" y="2034083"/>
                </a:moveTo>
                <a:lnTo>
                  <a:pt x="185806" y="1972818"/>
                </a:lnTo>
                <a:moveTo>
                  <a:pt x="0" y="2034083"/>
                </a:moveTo>
                <a:lnTo>
                  <a:pt x="1554" y="1801551"/>
                </a:lnTo>
                <a:moveTo>
                  <a:pt x="0" y="2034083"/>
                </a:moveTo>
                <a:lnTo>
                  <a:pt x="213787" y="1856781"/>
                </a:lnTo>
                <a:moveTo>
                  <a:pt x="185806" y="1972818"/>
                </a:moveTo>
                <a:lnTo>
                  <a:pt x="351770" y="2014240"/>
                </a:lnTo>
                <a:moveTo>
                  <a:pt x="185806" y="1972818"/>
                </a:moveTo>
                <a:lnTo>
                  <a:pt x="213787" y="1856781"/>
                </a:lnTo>
                <a:moveTo>
                  <a:pt x="185806" y="1972818"/>
                </a:moveTo>
                <a:lnTo>
                  <a:pt x="1554" y="1801551"/>
                </a:lnTo>
                <a:moveTo>
                  <a:pt x="351770" y="2014240"/>
                </a:moveTo>
                <a:lnTo>
                  <a:pt x="432237" y="1785549"/>
                </a:lnTo>
                <a:moveTo>
                  <a:pt x="351770" y="2014240"/>
                </a:moveTo>
                <a:lnTo>
                  <a:pt x="213787" y="1856781"/>
                </a:lnTo>
                <a:moveTo>
                  <a:pt x="594360" y="1971629"/>
                </a:moveTo>
                <a:lnTo>
                  <a:pt x="817474" y="1973550"/>
                </a:lnTo>
                <a:moveTo>
                  <a:pt x="594360" y="1971629"/>
                </a:moveTo>
                <a:lnTo>
                  <a:pt x="626364" y="1783812"/>
                </a:lnTo>
                <a:moveTo>
                  <a:pt x="594360" y="1971629"/>
                </a:moveTo>
                <a:lnTo>
                  <a:pt x="775503" y="1822948"/>
                </a:lnTo>
                <a:moveTo>
                  <a:pt x="594360" y="1971629"/>
                </a:moveTo>
                <a:lnTo>
                  <a:pt x="432237" y="1785549"/>
                </a:lnTo>
                <a:moveTo>
                  <a:pt x="817474" y="1973550"/>
                </a:moveTo>
                <a:lnTo>
                  <a:pt x="960852" y="2017532"/>
                </a:lnTo>
                <a:moveTo>
                  <a:pt x="817474" y="1973550"/>
                </a:moveTo>
                <a:lnTo>
                  <a:pt x="775503" y="1822948"/>
                </a:lnTo>
                <a:moveTo>
                  <a:pt x="817474" y="1973550"/>
                </a:moveTo>
                <a:lnTo>
                  <a:pt x="626364" y="1783812"/>
                </a:lnTo>
                <a:moveTo>
                  <a:pt x="960852" y="2017532"/>
                </a:moveTo>
                <a:lnTo>
                  <a:pt x="1165220" y="1971538"/>
                </a:lnTo>
                <a:moveTo>
                  <a:pt x="960852" y="2017532"/>
                </a:moveTo>
                <a:lnTo>
                  <a:pt x="943661" y="1799905"/>
                </a:lnTo>
                <a:moveTo>
                  <a:pt x="960852" y="2017532"/>
                </a:moveTo>
                <a:lnTo>
                  <a:pt x="1136142" y="1855500"/>
                </a:lnTo>
                <a:moveTo>
                  <a:pt x="960852" y="2017532"/>
                </a:moveTo>
                <a:lnTo>
                  <a:pt x="775503" y="1822948"/>
                </a:lnTo>
                <a:moveTo>
                  <a:pt x="1165220" y="1971538"/>
                </a:moveTo>
                <a:lnTo>
                  <a:pt x="1420612" y="2043501"/>
                </a:lnTo>
                <a:moveTo>
                  <a:pt x="1165220" y="1971538"/>
                </a:moveTo>
                <a:lnTo>
                  <a:pt x="1347003" y="1846174"/>
                </a:lnTo>
                <a:moveTo>
                  <a:pt x="1165220" y="1971538"/>
                </a:moveTo>
                <a:lnTo>
                  <a:pt x="943661" y="1799905"/>
                </a:lnTo>
                <a:moveTo>
                  <a:pt x="1420612" y="2043501"/>
                </a:moveTo>
                <a:lnTo>
                  <a:pt x="1347003" y="1846174"/>
                </a:lnTo>
                <a:moveTo>
                  <a:pt x="1420612" y="2043501"/>
                </a:moveTo>
                <a:lnTo>
                  <a:pt x="1556400" y="1856964"/>
                </a:lnTo>
                <a:moveTo>
                  <a:pt x="1420612" y="2043501"/>
                </a:moveTo>
                <a:lnTo>
                  <a:pt x="1136142" y="1855500"/>
                </a:lnTo>
                <a:moveTo>
                  <a:pt x="1540307" y="2035546"/>
                </a:moveTo>
                <a:lnTo>
                  <a:pt x="1742481" y="2010766"/>
                </a:lnTo>
                <a:moveTo>
                  <a:pt x="1540307" y="2035546"/>
                </a:moveTo>
                <a:lnTo>
                  <a:pt x="1556400" y="1856964"/>
                </a:lnTo>
                <a:moveTo>
                  <a:pt x="1540307" y="2035546"/>
                </a:moveTo>
                <a:lnTo>
                  <a:pt x="1719529" y="1847271"/>
                </a:lnTo>
                <a:moveTo>
                  <a:pt x="1540307" y="2035546"/>
                </a:moveTo>
                <a:lnTo>
                  <a:pt x="1347003" y="1846174"/>
                </a:lnTo>
                <a:moveTo>
                  <a:pt x="1742481" y="2010766"/>
                </a:moveTo>
                <a:lnTo>
                  <a:pt x="1973915" y="2032528"/>
                </a:lnTo>
                <a:moveTo>
                  <a:pt x="1742481" y="2010766"/>
                </a:moveTo>
                <a:lnTo>
                  <a:pt x="1926001" y="1826423"/>
                </a:lnTo>
                <a:moveTo>
                  <a:pt x="1742481" y="2010766"/>
                </a:moveTo>
                <a:lnTo>
                  <a:pt x="1556400" y="1856964"/>
                </a:lnTo>
                <a:moveTo>
                  <a:pt x="1973915" y="2032528"/>
                </a:moveTo>
                <a:lnTo>
                  <a:pt x="2112996" y="2017166"/>
                </a:lnTo>
                <a:moveTo>
                  <a:pt x="1973915" y="2032528"/>
                </a:moveTo>
                <a:lnTo>
                  <a:pt x="1926001" y="1826423"/>
                </a:lnTo>
                <a:moveTo>
                  <a:pt x="1973915" y="2032528"/>
                </a:moveTo>
                <a:lnTo>
                  <a:pt x="2115099" y="1776313"/>
                </a:lnTo>
                <a:moveTo>
                  <a:pt x="1973915" y="2032528"/>
                </a:moveTo>
                <a:lnTo>
                  <a:pt x="1719529" y="1847271"/>
                </a:lnTo>
                <a:moveTo>
                  <a:pt x="2112996" y="2017166"/>
                </a:moveTo>
                <a:lnTo>
                  <a:pt x="2345345" y="2002719"/>
                </a:lnTo>
                <a:moveTo>
                  <a:pt x="2112996" y="2017166"/>
                </a:moveTo>
                <a:lnTo>
                  <a:pt x="2115099" y="1776313"/>
                </a:lnTo>
                <a:moveTo>
                  <a:pt x="2112996" y="2017166"/>
                </a:moveTo>
                <a:lnTo>
                  <a:pt x="2369485" y="1847545"/>
                </a:lnTo>
                <a:moveTo>
                  <a:pt x="2112996" y="2017166"/>
                </a:moveTo>
                <a:lnTo>
                  <a:pt x="1926001" y="1826423"/>
                </a:lnTo>
                <a:moveTo>
                  <a:pt x="2345345" y="2002719"/>
                </a:moveTo>
                <a:lnTo>
                  <a:pt x="2599273" y="1990557"/>
                </a:lnTo>
                <a:moveTo>
                  <a:pt x="2345345" y="2002719"/>
                </a:moveTo>
                <a:lnTo>
                  <a:pt x="2369485" y="1847545"/>
                </a:lnTo>
                <a:moveTo>
                  <a:pt x="2345345" y="2002719"/>
                </a:moveTo>
                <a:lnTo>
                  <a:pt x="2115099" y="1776313"/>
                </a:lnTo>
                <a:moveTo>
                  <a:pt x="2599273" y="1990557"/>
                </a:moveTo>
                <a:lnTo>
                  <a:pt x="2530419" y="1828068"/>
                </a:lnTo>
                <a:moveTo>
                  <a:pt x="2599273" y="1990557"/>
                </a:moveTo>
                <a:lnTo>
                  <a:pt x="2369485" y="1847545"/>
                </a:lnTo>
                <a:moveTo>
                  <a:pt x="1554" y="1801551"/>
                </a:moveTo>
                <a:lnTo>
                  <a:pt x="213787" y="1856781"/>
                </a:lnTo>
                <a:moveTo>
                  <a:pt x="1554" y="1801551"/>
                </a:moveTo>
                <a:lnTo>
                  <a:pt x="0" y="1653875"/>
                </a:lnTo>
                <a:moveTo>
                  <a:pt x="1554" y="1801551"/>
                </a:moveTo>
                <a:lnTo>
                  <a:pt x="230795" y="1568470"/>
                </a:lnTo>
                <a:moveTo>
                  <a:pt x="213787" y="1856781"/>
                </a:moveTo>
                <a:lnTo>
                  <a:pt x="432237" y="1785549"/>
                </a:lnTo>
                <a:moveTo>
                  <a:pt x="213787" y="1856781"/>
                </a:moveTo>
                <a:lnTo>
                  <a:pt x="230795" y="1568470"/>
                </a:lnTo>
                <a:moveTo>
                  <a:pt x="213787" y="1856781"/>
                </a:moveTo>
                <a:lnTo>
                  <a:pt x="389717" y="1618397"/>
                </a:lnTo>
                <a:moveTo>
                  <a:pt x="213787" y="1856781"/>
                </a:moveTo>
                <a:lnTo>
                  <a:pt x="0" y="1653875"/>
                </a:lnTo>
                <a:moveTo>
                  <a:pt x="432237" y="1785549"/>
                </a:moveTo>
                <a:lnTo>
                  <a:pt x="626364" y="1783812"/>
                </a:lnTo>
                <a:moveTo>
                  <a:pt x="432237" y="1785549"/>
                </a:moveTo>
                <a:lnTo>
                  <a:pt x="548823" y="1655887"/>
                </a:lnTo>
                <a:moveTo>
                  <a:pt x="432237" y="1785549"/>
                </a:moveTo>
                <a:lnTo>
                  <a:pt x="230795" y="1568470"/>
                </a:lnTo>
                <a:moveTo>
                  <a:pt x="626364" y="1783812"/>
                </a:moveTo>
                <a:lnTo>
                  <a:pt x="775503" y="1822948"/>
                </a:lnTo>
                <a:moveTo>
                  <a:pt x="626364" y="1783812"/>
                </a:moveTo>
                <a:lnTo>
                  <a:pt x="548823" y="1655887"/>
                </a:lnTo>
                <a:moveTo>
                  <a:pt x="626364" y="1783812"/>
                </a:moveTo>
                <a:lnTo>
                  <a:pt x="389717" y="1618397"/>
                </a:lnTo>
                <a:moveTo>
                  <a:pt x="775503" y="1822948"/>
                </a:moveTo>
                <a:lnTo>
                  <a:pt x="943661" y="1799905"/>
                </a:lnTo>
                <a:moveTo>
                  <a:pt x="775503" y="1822948"/>
                </a:moveTo>
                <a:lnTo>
                  <a:pt x="770565" y="1639976"/>
                </a:lnTo>
                <a:moveTo>
                  <a:pt x="775503" y="1822948"/>
                </a:moveTo>
                <a:lnTo>
                  <a:pt x="1014893" y="1650035"/>
                </a:lnTo>
                <a:moveTo>
                  <a:pt x="775503" y="1822948"/>
                </a:moveTo>
                <a:lnTo>
                  <a:pt x="548823" y="1655887"/>
                </a:lnTo>
                <a:moveTo>
                  <a:pt x="943661" y="1799905"/>
                </a:moveTo>
                <a:lnTo>
                  <a:pt x="1136142" y="1855500"/>
                </a:lnTo>
                <a:moveTo>
                  <a:pt x="943661" y="1799905"/>
                </a:moveTo>
                <a:lnTo>
                  <a:pt x="1014893" y="1650035"/>
                </a:lnTo>
                <a:moveTo>
                  <a:pt x="943661" y="1799905"/>
                </a:moveTo>
                <a:lnTo>
                  <a:pt x="770565" y="1639976"/>
                </a:lnTo>
                <a:moveTo>
                  <a:pt x="1136142" y="1855500"/>
                </a:moveTo>
                <a:lnTo>
                  <a:pt x="1347003" y="1846174"/>
                </a:lnTo>
                <a:moveTo>
                  <a:pt x="1136142" y="1855500"/>
                </a:moveTo>
                <a:lnTo>
                  <a:pt x="1132302" y="1572585"/>
                </a:lnTo>
                <a:moveTo>
                  <a:pt x="1136142" y="1855500"/>
                </a:moveTo>
                <a:lnTo>
                  <a:pt x="1014893" y="1650035"/>
                </a:lnTo>
                <a:moveTo>
                  <a:pt x="1347003" y="1846174"/>
                </a:moveTo>
                <a:lnTo>
                  <a:pt x="1556400" y="1856964"/>
                </a:lnTo>
                <a:moveTo>
                  <a:pt x="1347003" y="1846174"/>
                </a:moveTo>
                <a:lnTo>
                  <a:pt x="1378367" y="1651498"/>
                </a:lnTo>
                <a:moveTo>
                  <a:pt x="1347003" y="1846174"/>
                </a:moveTo>
                <a:lnTo>
                  <a:pt x="1576426" y="1663294"/>
                </a:lnTo>
                <a:moveTo>
                  <a:pt x="1347003" y="1846174"/>
                </a:moveTo>
                <a:lnTo>
                  <a:pt x="1132302" y="1572585"/>
                </a:lnTo>
                <a:moveTo>
                  <a:pt x="1556400" y="1856964"/>
                </a:moveTo>
                <a:lnTo>
                  <a:pt x="1719529" y="1847271"/>
                </a:lnTo>
                <a:moveTo>
                  <a:pt x="1556400" y="1856964"/>
                </a:moveTo>
                <a:lnTo>
                  <a:pt x="1576426" y="1663294"/>
                </a:lnTo>
                <a:moveTo>
                  <a:pt x="1556400" y="1856964"/>
                </a:moveTo>
                <a:lnTo>
                  <a:pt x="1771467" y="1569933"/>
                </a:lnTo>
                <a:moveTo>
                  <a:pt x="1556400" y="1856964"/>
                </a:moveTo>
                <a:lnTo>
                  <a:pt x="1378367" y="1651498"/>
                </a:lnTo>
                <a:moveTo>
                  <a:pt x="1719529" y="1847271"/>
                </a:moveTo>
                <a:lnTo>
                  <a:pt x="1926001" y="1826423"/>
                </a:lnTo>
                <a:moveTo>
                  <a:pt x="1719529" y="1847271"/>
                </a:moveTo>
                <a:lnTo>
                  <a:pt x="1771467" y="1569933"/>
                </a:lnTo>
                <a:moveTo>
                  <a:pt x="1719529" y="1847271"/>
                </a:moveTo>
                <a:lnTo>
                  <a:pt x="2000890" y="1597640"/>
                </a:lnTo>
                <a:moveTo>
                  <a:pt x="1719529" y="1847271"/>
                </a:moveTo>
                <a:lnTo>
                  <a:pt x="1576426" y="1663294"/>
                </a:lnTo>
                <a:moveTo>
                  <a:pt x="1926001" y="1826423"/>
                </a:moveTo>
                <a:lnTo>
                  <a:pt x="2115099" y="1776313"/>
                </a:lnTo>
                <a:moveTo>
                  <a:pt x="1926001" y="1826423"/>
                </a:moveTo>
                <a:lnTo>
                  <a:pt x="2000890" y="1597640"/>
                </a:lnTo>
                <a:moveTo>
                  <a:pt x="1926001" y="1826423"/>
                </a:moveTo>
                <a:lnTo>
                  <a:pt x="2138233" y="1630009"/>
                </a:lnTo>
                <a:moveTo>
                  <a:pt x="1926001" y="1826423"/>
                </a:moveTo>
                <a:lnTo>
                  <a:pt x="1771467" y="1569933"/>
                </a:lnTo>
                <a:moveTo>
                  <a:pt x="2115099" y="1776313"/>
                </a:moveTo>
                <a:lnTo>
                  <a:pt x="2369485" y="1847545"/>
                </a:lnTo>
                <a:moveTo>
                  <a:pt x="2115099" y="1776313"/>
                </a:moveTo>
                <a:lnTo>
                  <a:pt x="2138233" y="1630009"/>
                </a:lnTo>
                <a:moveTo>
                  <a:pt x="2115099" y="1776313"/>
                </a:moveTo>
                <a:lnTo>
                  <a:pt x="2325502" y="1590233"/>
                </a:lnTo>
                <a:moveTo>
                  <a:pt x="2115099" y="1776313"/>
                </a:moveTo>
                <a:lnTo>
                  <a:pt x="2000890" y="1597640"/>
                </a:lnTo>
                <a:moveTo>
                  <a:pt x="2369485" y="1847545"/>
                </a:moveTo>
                <a:lnTo>
                  <a:pt x="2530419" y="1828068"/>
                </a:lnTo>
                <a:moveTo>
                  <a:pt x="2369485" y="1847545"/>
                </a:moveTo>
                <a:lnTo>
                  <a:pt x="2325502" y="1590233"/>
                </a:lnTo>
                <a:moveTo>
                  <a:pt x="2369485" y="1847545"/>
                </a:moveTo>
                <a:lnTo>
                  <a:pt x="2557943" y="1589502"/>
                </a:lnTo>
                <a:moveTo>
                  <a:pt x="2369485" y="1847545"/>
                </a:moveTo>
                <a:lnTo>
                  <a:pt x="2138233" y="1630009"/>
                </a:lnTo>
                <a:moveTo>
                  <a:pt x="2530419" y="1828068"/>
                </a:moveTo>
                <a:lnTo>
                  <a:pt x="2557943" y="1589502"/>
                </a:lnTo>
                <a:moveTo>
                  <a:pt x="0" y="1653875"/>
                </a:moveTo>
                <a:lnTo>
                  <a:pt x="227137" y="1373063"/>
                </a:lnTo>
                <a:moveTo>
                  <a:pt x="230795" y="1568470"/>
                </a:moveTo>
                <a:lnTo>
                  <a:pt x="389717" y="1618397"/>
                </a:lnTo>
                <a:moveTo>
                  <a:pt x="230795" y="1568470"/>
                </a:moveTo>
                <a:lnTo>
                  <a:pt x="227137" y="1373063"/>
                </a:lnTo>
                <a:moveTo>
                  <a:pt x="230795" y="1568470"/>
                </a:moveTo>
                <a:lnTo>
                  <a:pt x="427665" y="1390620"/>
                </a:lnTo>
                <a:moveTo>
                  <a:pt x="230795" y="1568470"/>
                </a:moveTo>
                <a:lnTo>
                  <a:pt x="0" y="1447861"/>
                </a:lnTo>
                <a:moveTo>
                  <a:pt x="389717" y="1618397"/>
                </a:moveTo>
                <a:lnTo>
                  <a:pt x="427665" y="1390620"/>
                </a:lnTo>
                <a:moveTo>
                  <a:pt x="389717" y="1618397"/>
                </a:moveTo>
                <a:lnTo>
                  <a:pt x="620878" y="1397112"/>
                </a:lnTo>
                <a:moveTo>
                  <a:pt x="389717" y="1618397"/>
                </a:moveTo>
                <a:lnTo>
                  <a:pt x="227137" y="1373063"/>
                </a:lnTo>
                <a:moveTo>
                  <a:pt x="548823" y="1655887"/>
                </a:moveTo>
                <a:lnTo>
                  <a:pt x="770565" y="1639976"/>
                </a:lnTo>
                <a:moveTo>
                  <a:pt x="770565" y="1639976"/>
                </a:moveTo>
                <a:lnTo>
                  <a:pt x="1014893" y="1650035"/>
                </a:lnTo>
                <a:moveTo>
                  <a:pt x="770565" y="1639976"/>
                </a:moveTo>
                <a:lnTo>
                  <a:pt x="759226" y="1418966"/>
                </a:lnTo>
                <a:moveTo>
                  <a:pt x="770565" y="1639976"/>
                </a:moveTo>
                <a:lnTo>
                  <a:pt x="968350" y="1466880"/>
                </a:lnTo>
                <a:moveTo>
                  <a:pt x="770565" y="1639976"/>
                </a:moveTo>
                <a:lnTo>
                  <a:pt x="620878" y="1397112"/>
                </a:lnTo>
                <a:moveTo>
                  <a:pt x="1014893" y="1650035"/>
                </a:moveTo>
                <a:lnTo>
                  <a:pt x="1132302" y="1572585"/>
                </a:lnTo>
                <a:moveTo>
                  <a:pt x="1014893" y="1650035"/>
                </a:moveTo>
                <a:lnTo>
                  <a:pt x="968350" y="1466880"/>
                </a:lnTo>
                <a:moveTo>
                  <a:pt x="1014893" y="1650035"/>
                </a:moveTo>
                <a:lnTo>
                  <a:pt x="1132759" y="1442283"/>
                </a:lnTo>
                <a:moveTo>
                  <a:pt x="1014893" y="1650035"/>
                </a:moveTo>
                <a:lnTo>
                  <a:pt x="759226" y="1418966"/>
                </a:lnTo>
                <a:moveTo>
                  <a:pt x="1132302" y="1572585"/>
                </a:moveTo>
                <a:lnTo>
                  <a:pt x="1378367" y="1651498"/>
                </a:lnTo>
                <a:moveTo>
                  <a:pt x="1132302" y="1572585"/>
                </a:moveTo>
                <a:lnTo>
                  <a:pt x="1132759" y="1442283"/>
                </a:lnTo>
                <a:moveTo>
                  <a:pt x="1132302" y="1572585"/>
                </a:moveTo>
                <a:lnTo>
                  <a:pt x="1352032" y="1401775"/>
                </a:lnTo>
                <a:moveTo>
                  <a:pt x="1132302" y="1572585"/>
                </a:moveTo>
                <a:lnTo>
                  <a:pt x="968350" y="1466880"/>
                </a:lnTo>
                <a:moveTo>
                  <a:pt x="1378367" y="1651498"/>
                </a:moveTo>
                <a:lnTo>
                  <a:pt x="1576426" y="1663294"/>
                </a:lnTo>
                <a:moveTo>
                  <a:pt x="1378367" y="1651498"/>
                </a:moveTo>
                <a:lnTo>
                  <a:pt x="1352032" y="1401775"/>
                </a:lnTo>
                <a:moveTo>
                  <a:pt x="1378367" y="1651498"/>
                </a:moveTo>
                <a:lnTo>
                  <a:pt x="1617025" y="1425824"/>
                </a:lnTo>
                <a:moveTo>
                  <a:pt x="1378367" y="1651498"/>
                </a:moveTo>
                <a:lnTo>
                  <a:pt x="1132759" y="1442283"/>
                </a:lnTo>
                <a:moveTo>
                  <a:pt x="1576426" y="1663294"/>
                </a:moveTo>
                <a:lnTo>
                  <a:pt x="1771467" y="1569933"/>
                </a:lnTo>
                <a:moveTo>
                  <a:pt x="1576426" y="1663294"/>
                </a:moveTo>
                <a:lnTo>
                  <a:pt x="1617025" y="1425824"/>
                </a:lnTo>
                <a:moveTo>
                  <a:pt x="1576426" y="1663294"/>
                </a:moveTo>
                <a:lnTo>
                  <a:pt x="1811609" y="1372789"/>
                </a:lnTo>
                <a:moveTo>
                  <a:pt x="1771467" y="1569933"/>
                </a:moveTo>
                <a:lnTo>
                  <a:pt x="2000890" y="1597640"/>
                </a:lnTo>
                <a:moveTo>
                  <a:pt x="1771467" y="1569933"/>
                </a:moveTo>
                <a:lnTo>
                  <a:pt x="1811609" y="1372789"/>
                </a:lnTo>
                <a:moveTo>
                  <a:pt x="1771467" y="1569933"/>
                </a:moveTo>
                <a:lnTo>
                  <a:pt x="1617025" y="1425824"/>
                </a:lnTo>
                <a:moveTo>
                  <a:pt x="2000890" y="1597640"/>
                </a:moveTo>
                <a:lnTo>
                  <a:pt x="2134210" y="1447495"/>
                </a:lnTo>
                <a:moveTo>
                  <a:pt x="2000890" y="1597640"/>
                </a:moveTo>
                <a:lnTo>
                  <a:pt x="1811609" y="1372789"/>
                </a:lnTo>
                <a:moveTo>
                  <a:pt x="2138233" y="1630009"/>
                </a:moveTo>
                <a:lnTo>
                  <a:pt x="2134210" y="1447495"/>
                </a:lnTo>
                <a:moveTo>
                  <a:pt x="2138233" y="1630009"/>
                </a:moveTo>
                <a:lnTo>
                  <a:pt x="2328428" y="1449690"/>
                </a:lnTo>
                <a:moveTo>
                  <a:pt x="2138233" y="1630009"/>
                </a:moveTo>
                <a:lnTo>
                  <a:pt x="2009943" y="1433962"/>
                </a:lnTo>
                <a:moveTo>
                  <a:pt x="2325502" y="1590233"/>
                </a:moveTo>
                <a:lnTo>
                  <a:pt x="2557943" y="1589502"/>
                </a:lnTo>
                <a:moveTo>
                  <a:pt x="2325502" y="1590233"/>
                </a:moveTo>
                <a:lnTo>
                  <a:pt x="2566995" y="1381384"/>
                </a:lnTo>
                <a:moveTo>
                  <a:pt x="2325502" y="1590233"/>
                </a:moveTo>
                <a:lnTo>
                  <a:pt x="2134210" y="1447495"/>
                </a:lnTo>
                <a:moveTo>
                  <a:pt x="2557943" y="1589502"/>
                </a:moveTo>
                <a:lnTo>
                  <a:pt x="2566995" y="1381384"/>
                </a:lnTo>
                <a:moveTo>
                  <a:pt x="2557943" y="1589502"/>
                </a:moveTo>
                <a:lnTo>
                  <a:pt x="2328428" y="1449690"/>
                </a:lnTo>
                <a:moveTo>
                  <a:pt x="0" y="1447861"/>
                </a:moveTo>
                <a:lnTo>
                  <a:pt x="227137" y="1373063"/>
                </a:lnTo>
                <a:moveTo>
                  <a:pt x="0" y="1447861"/>
                </a:moveTo>
                <a:lnTo>
                  <a:pt x="33467" y="1226485"/>
                </a:lnTo>
                <a:moveTo>
                  <a:pt x="0" y="1447861"/>
                </a:moveTo>
                <a:lnTo>
                  <a:pt x="211501" y="1195121"/>
                </a:lnTo>
                <a:moveTo>
                  <a:pt x="227137" y="1373063"/>
                </a:moveTo>
                <a:lnTo>
                  <a:pt x="427665" y="1390620"/>
                </a:lnTo>
                <a:moveTo>
                  <a:pt x="227137" y="1373063"/>
                </a:moveTo>
                <a:lnTo>
                  <a:pt x="211501" y="1195121"/>
                </a:lnTo>
                <a:moveTo>
                  <a:pt x="227137" y="1373063"/>
                </a:moveTo>
                <a:lnTo>
                  <a:pt x="352227" y="1208745"/>
                </a:lnTo>
                <a:moveTo>
                  <a:pt x="227137" y="1373063"/>
                </a:moveTo>
                <a:lnTo>
                  <a:pt x="33467" y="1226485"/>
                </a:lnTo>
                <a:moveTo>
                  <a:pt x="427665" y="1390620"/>
                </a:moveTo>
                <a:lnTo>
                  <a:pt x="620878" y="1397112"/>
                </a:lnTo>
                <a:moveTo>
                  <a:pt x="427665" y="1390620"/>
                </a:moveTo>
                <a:lnTo>
                  <a:pt x="211501" y="1195121"/>
                </a:lnTo>
                <a:moveTo>
                  <a:pt x="620878" y="1397112"/>
                </a:moveTo>
                <a:lnTo>
                  <a:pt x="759226" y="1418966"/>
                </a:lnTo>
                <a:moveTo>
                  <a:pt x="620878" y="1397112"/>
                </a:moveTo>
                <a:lnTo>
                  <a:pt x="629839" y="1196767"/>
                </a:lnTo>
                <a:moveTo>
                  <a:pt x="620878" y="1397112"/>
                </a:moveTo>
                <a:lnTo>
                  <a:pt x="810616" y="1226668"/>
                </a:lnTo>
                <a:moveTo>
                  <a:pt x="620878" y="1397112"/>
                </a:moveTo>
                <a:lnTo>
                  <a:pt x="352227" y="1208745"/>
                </a:lnTo>
                <a:moveTo>
                  <a:pt x="759226" y="1418966"/>
                </a:moveTo>
                <a:lnTo>
                  <a:pt x="968350" y="1466880"/>
                </a:lnTo>
                <a:moveTo>
                  <a:pt x="759226" y="1418966"/>
                </a:moveTo>
                <a:lnTo>
                  <a:pt x="810616" y="1226668"/>
                </a:lnTo>
                <a:moveTo>
                  <a:pt x="759226" y="1418966"/>
                </a:moveTo>
                <a:lnTo>
                  <a:pt x="950976" y="1196127"/>
                </a:lnTo>
                <a:moveTo>
                  <a:pt x="759226" y="1418966"/>
                </a:moveTo>
                <a:lnTo>
                  <a:pt x="629839" y="1196767"/>
                </a:lnTo>
                <a:moveTo>
                  <a:pt x="968350" y="1466880"/>
                </a:moveTo>
                <a:lnTo>
                  <a:pt x="1132759" y="1442283"/>
                </a:lnTo>
                <a:moveTo>
                  <a:pt x="968350" y="1466880"/>
                </a:moveTo>
                <a:lnTo>
                  <a:pt x="950976" y="1196127"/>
                </a:lnTo>
                <a:moveTo>
                  <a:pt x="968350" y="1466880"/>
                </a:moveTo>
                <a:lnTo>
                  <a:pt x="1162660" y="1194938"/>
                </a:lnTo>
                <a:moveTo>
                  <a:pt x="968350" y="1466880"/>
                </a:moveTo>
                <a:lnTo>
                  <a:pt x="810616" y="1226668"/>
                </a:lnTo>
                <a:moveTo>
                  <a:pt x="1132759" y="1442283"/>
                </a:moveTo>
                <a:lnTo>
                  <a:pt x="1352032" y="1401775"/>
                </a:lnTo>
                <a:moveTo>
                  <a:pt x="1132759" y="1442283"/>
                </a:moveTo>
                <a:lnTo>
                  <a:pt x="1162660" y="1194938"/>
                </a:lnTo>
                <a:moveTo>
                  <a:pt x="1132759" y="1442283"/>
                </a:moveTo>
                <a:lnTo>
                  <a:pt x="1421983" y="1234714"/>
                </a:lnTo>
                <a:moveTo>
                  <a:pt x="1132759" y="1442283"/>
                </a:moveTo>
                <a:lnTo>
                  <a:pt x="950976" y="1196127"/>
                </a:lnTo>
                <a:moveTo>
                  <a:pt x="1352032" y="1401775"/>
                </a:moveTo>
                <a:lnTo>
                  <a:pt x="1617025" y="1425824"/>
                </a:lnTo>
                <a:moveTo>
                  <a:pt x="1352032" y="1401775"/>
                </a:moveTo>
                <a:lnTo>
                  <a:pt x="1421983" y="1234714"/>
                </a:lnTo>
                <a:moveTo>
                  <a:pt x="1352032" y="1401775"/>
                </a:moveTo>
                <a:lnTo>
                  <a:pt x="1562435" y="1180582"/>
                </a:lnTo>
                <a:moveTo>
                  <a:pt x="1352032" y="1401775"/>
                </a:moveTo>
                <a:lnTo>
                  <a:pt x="1162660" y="1194938"/>
                </a:lnTo>
                <a:moveTo>
                  <a:pt x="1617025" y="1425824"/>
                </a:moveTo>
                <a:lnTo>
                  <a:pt x="1562435" y="1180582"/>
                </a:lnTo>
                <a:moveTo>
                  <a:pt x="1617025" y="1425824"/>
                </a:moveTo>
                <a:lnTo>
                  <a:pt x="1790761" y="1256843"/>
                </a:lnTo>
                <a:moveTo>
                  <a:pt x="1617025" y="1425824"/>
                </a:moveTo>
                <a:lnTo>
                  <a:pt x="1421983" y="1234714"/>
                </a:lnTo>
                <a:moveTo>
                  <a:pt x="1811609" y="1372789"/>
                </a:moveTo>
                <a:lnTo>
                  <a:pt x="2009943" y="1433962"/>
                </a:lnTo>
                <a:moveTo>
                  <a:pt x="1811609" y="1372789"/>
                </a:moveTo>
                <a:lnTo>
                  <a:pt x="1790761" y="1256843"/>
                </a:lnTo>
                <a:moveTo>
                  <a:pt x="1811609" y="1372789"/>
                </a:moveTo>
                <a:lnTo>
                  <a:pt x="1928561" y="1258672"/>
                </a:lnTo>
                <a:moveTo>
                  <a:pt x="2009943" y="1433962"/>
                </a:moveTo>
                <a:lnTo>
                  <a:pt x="2134210" y="1447495"/>
                </a:lnTo>
                <a:moveTo>
                  <a:pt x="2009943" y="1433962"/>
                </a:moveTo>
                <a:lnTo>
                  <a:pt x="1928561" y="1258672"/>
                </a:lnTo>
                <a:moveTo>
                  <a:pt x="2009943" y="1433962"/>
                </a:moveTo>
                <a:lnTo>
                  <a:pt x="2201509" y="1194389"/>
                </a:lnTo>
                <a:moveTo>
                  <a:pt x="2009943" y="1433962"/>
                </a:moveTo>
                <a:lnTo>
                  <a:pt x="1790761" y="1256843"/>
                </a:lnTo>
                <a:moveTo>
                  <a:pt x="2134210" y="1447495"/>
                </a:moveTo>
                <a:lnTo>
                  <a:pt x="2328428" y="1449690"/>
                </a:lnTo>
                <a:moveTo>
                  <a:pt x="2134210" y="1447495"/>
                </a:moveTo>
                <a:lnTo>
                  <a:pt x="2201509" y="1194389"/>
                </a:lnTo>
                <a:moveTo>
                  <a:pt x="2134210" y="1447495"/>
                </a:moveTo>
                <a:lnTo>
                  <a:pt x="2323490" y="1192469"/>
                </a:lnTo>
                <a:moveTo>
                  <a:pt x="2134210" y="1447495"/>
                </a:moveTo>
                <a:lnTo>
                  <a:pt x="1928561" y="1258672"/>
                </a:lnTo>
                <a:moveTo>
                  <a:pt x="2328428" y="1449690"/>
                </a:moveTo>
                <a:lnTo>
                  <a:pt x="2566995" y="1381384"/>
                </a:lnTo>
                <a:moveTo>
                  <a:pt x="2328428" y="1449690"/>
                </a:moveTo>
                <a:lnTo>
                  <a:pt x="2323490" y="1192469"/>
                </a:lnTo>
                <a:moveTo>
                  <a:pt x="2328428" y="1449690"/>
                </a:moveTo>
                <a:lnTo>
                  <a:pt x="2601925" y="1209020"/>
                </a:lnTo>
                <a:moveTo>
                  <a:pt x="2328428" y="1449690"/>
                </a:moveTo>
                <a:lnTo>
                  <a:pt x="2201509" y="1194389"/>
                </a:lnTo>
                <a:moveTo>
                  <a:pt x="2566995" y="1381384"/>
                </a:moveTo>
                <a:lnTo>
                  <a:pt x="2601925" y="1209020"/>
                </a:lnTo>
                <a:moveTo>
                  <a:pt x="2566995" y="1381384"/>
                </a:moveTo>
                <a:lnTo>
                  <a:pt x="2323490" y="1192469"/>
                </a:lnTo>
                <a:moveTo>
                  <a:pt x="33467" y="1226485"/>
                </a:moveTo>
                <a:lnTo>
                  <a:pt x="211501" y="1195121"/>
                </a:lnTo>
                <a:moveTo>
                  <a:pt x="33467" y="1226485"/>
                </a:moveTo>
                <a:lnTo>
                  <a:pt x="0" y="1023488"/>
                </a:lnTo>
                <a:moveTo>
                  <a:pt x="33467" y="1226485"/>
                </a:moveTo>
                <a:lnTo>
                  <a:pt x="160294" y="1075974"/>
                </a:lnTo>
                <a:moveTo>
                  <a:pt x="211501" y="1195121"/>
                </a:moveTo>
                <a:lnTo>
                  <a:pt x="352227" y="1208745"/>
                </a:lnTo>
                <a:moveTo>
                  <a:pt x="211501" y="1195121"/>
                </a:moveTo>
                <a:lnTo>
                  <a:pt x="160294" y="1075974"/>
                </a:lnTo>
                <a:moveTo>
                  <a:pt x="211501" y="1195121"/>
                </a:moveTo>
                <a:lnTo>
                  <a:pt x="439278" y="1013612"/>
                </a:lnTo>
                <a:moveTo>
                  <a:pt x="211501" y="1195121"/>
                </a:moveTo>
                <a:lnTo>
                  <a:pt x="0" y="1023488"/>
                </a:lnTo>
                <a:moveTo>
                  <a:pt x="352227" y="1208745"/>
                </a:moveTo>
                <a:lnTo>
                  <a:pt x="629839" y="1196767"/>
                </a:lnTo>
                <a:moveTo>
                  <a:pt x="352227" y="1208745"/>
                </a:moveTo>
                <a:lnTo>
                  <a:pt x="439278" y="1013612"/>
                </a:lnTo>
                <a:moveTo>
                  <a:pt x="352227" y="1208745"/>
                </a:moveTo>
                <a:lnTo>
                  <a:pt x="592165" y="985723"/>
                </a:lnTo>
                <a:moveTo>
                  <a:pt x="352227" y="1208745"/>
                </a:moveTo>
                <a:lnTo>
                  <a:pt x="160294" y="1075974"/>
                </a:lnTo>
                <a:moveTo>
                  <a:pt x="629839" y="1196767"/>
                </a:moveTo>
                <a:lnTo>
                  <a:pt x="810616" y="1226668"/>
                </a:lnTo>
                <a:moveTo>
                  <a:pt x="629839" y="1196767"/>
                </a:moveTo>
                <a:lnTo>
                  <a:pt x="592165" y="985723"/>
                </a:lnTo>
                <a:moveTo>
                  <a:pt x="629839" y="1196767"/>
                </a:moveTo>
                <a:lnTo>
                  <a:pt x="779526" y="991850"/>
                </a:lnTo>
                <a:moveTo>
                  <a:pt x="629839" y="1196767"/>
                </a:moveTo>
                <a:lnTo>
                  <a:pt x="439278" y="1013612"/>
                </a:lnTo>
                <a:moveTo>
                  <a:pt x="810616" y="1226668"/>
                </a:moveTo>
                <a:lnTo>
                  <a:pt x="950976" y="1196127"/>
                </a:lnTo>
                <a:moveTo>
                  <a:pt x="810616" y="1226668"/>
                </a:moveTo>
                <a:lnTo>
                  <a:pt x="779526" y="991850"/>
                </a:lnTo>
                <a:moveTo>
                  <a:pt x="810616" y="1226668"/>
                </a:moveTo>
                <a:lnTo>
                  <a:pt x="1014618" y="1056589"/>
                </a:lnTo>
                <a:moveTo>
                  <a:pt x="810616" y="1226668"/>
                </a:moveTo>
                <a:lnTo>
                  <a:pt x="592165" y="985723"/>
                </a:lnTo>
                <a:moveTo>
                  <a:pt x="950976" y="1196127"/>
                </a:moveTo>
                <a:lnTo>
                  <a:pt x="1162660" y="1194938"/>
                </a:lnTo>
                <a:moveTo>
                  <a:pt x="950976" y="1196127"/>
                </a:moveTo>
                <a:lnTo>
                  <a:pt x="1014618" y="1056589"/>
                </a:lnTo>
                <a:moveTo>
                  <a:pt x="950976" y="1196127"/>
                </a:moveTo>
                <a:lnTo>
                  <a:pt x="1154704" y="1048634"/>
                </a:lnTo>
                <a:moveTo>
                  <a:pt x="950976" y="1196127"/>
                </a:moveTo>
                <a:lnTo>
                  <a:pt x="779526" y="991850"/>
                </a:lnTo>
                <a:moveTo>
                  <a:pt x="1162660" y="1194938"/>
                </a:moveTo>
                <a:lnTo>
                  <a:pt x="1154704" y="1048634"/>
                </a:lnTo>
                <a:moveTo>
                  <a:pt x="1162660" y="1194938"/>
                </a:moveTo>
                <a:lnTo>
                  <a:pt x="1350112" y="1019830"/>
                </a:lnTo>
                <a:moveTo>
                  <a:pt x="1421983" y="1234714"/>
                </a:moveTo>
                <a:lnTo>
                  <a:pt x="1562435" y="1180582"/>
                </a:lnTo>
                <a:moveTo>
                  <a:pt x="1421983" y="1234714"/>
                </a:moveTo>
                <a:lnTo>
                  <a:pt x="1350112" y="1019830"/>
                </a:lnTo>
                <a:moveTo>
                  <a:pt x="1421983" y="1234714"/>
                </a:moveTo>
                <a:lnTo>
                  <a:pt x="1154704" y="1048634"/>
                </a:lnTo>
                <a:moveTo>
                  <a:pt x="1562435" y="1180582"/>
                </a:moveTo>
                <a:lnTo>
                  <a:pt x="1790761" y="1256843"/>
                </a:lnTo>
                <a:moveTo>
                  <a:pt x="1562435" y="1180582"/>
                </a:moveTo>
                <a:lnTo>
                  <a:pt x="1548536" y="1036198"/>
                </a:lnTo>
                <a:moveTo>
                  <a:pt x="1562435" y="1180582"/>
                </a:moveTo>
                <a:lnTo>
                  <a:pt x="1732422" y="988009"/>
                </a:lnTo>
                <a:moveTo>
                  <a:pt x="1562435" y="1180582"/>
                </a:moveTo>
                <a:lnTo>
                  <a:pt x="1350112" y="1019830"/>
                </a:lnTo>
                <a:moveTo>
                  <a:pt x="1790761" y="1256843"/>
                </a:moveTo>
                <a:lnTo>
                  <a:pt x="1928561" y="1258672"/>
                </a:lnTo>
                <a:moveTo>
                  <a:pt x="1790761" y="1256843"/>
                </a:moveTo>
                <a:lnTo>
                  <a:pt x="1950781" y="1032358"/>
                </a:lnTo>
                <a:moveTo>
                  <a:pt x="1790761" y="1256843"/>
                </a:moveTo>
                <a:lnTo>
                  <a:pt x="1548536" y="1036198"/>
                </a:lnTo>
                <a:moveTo>
                  <a:pt x="1928561" y="1258672"/>
                </a:moveTo>
                <a:lnTo>
                  <a:pt x="2201509" y="1194389"/>
                </a:lnTo>
                <a:moveTo>
                  <a:pt x="1928561" y="1258672"/>
                </a:moveTo>
                <a:lnTo>
                  <a:pt x="1732422" y="988009"/>
                </a:lnTo>
                <a:moveTo>
                  <a:pt x="2201509" y="1194389"/>
                </a:moveTo>
                <a:lnTo>
                  <a:pt x="2323490" y="1192469"/>
                </a:lnTo>
                <a:moveTo>
                  <a:pt x="2201509" y="1194389"/>
                </a:moveTo>
                <a:lnTo>
                  <a:pt x="2169871" y="988649"/>
                </a:lnTo>
                <a:moveTo>
                  <a:pt x="2201509" y="1194389"/>
                </a:moveTo>
                <a:lnTo>
                  <a:pt x="2350465" y="987278"/>
                </a:lnTo>
                <a:moveTo>
                  <a:pt x="2201509" y="1194389"/>
                </a:moveTo>
                <a:lnTo>
                  <a:pt x="1950781" y="1032358"/>
                </a:lnTo>
                <a:moveTo>
                  <a:pt x="2323490" y="1192469"/>
                </a:moveTo>
                <a:lnTo>
                  <a:pt x="2601925" y="1209020"/>
                </a:lnTo>
                <a:moveTo>
                  <a:pt x="2323490" y="1192469"/>
                </a:moveTo>
                <a:lnTo>
                  <a:pt x="2350465" y="987278"/>
                </a:lnTo>
                <a:moveTo>
                  <a:pt x="2323490" y="1192469"/>
                </a:moveTo>
                <a:lnTo>
                  <a:pt x="2554925" y="1025134"/>
                </a:lnTo>
                <a:moveTo>
                  <a:pt x="2601925" y="1209020"/>
                </a:moveTo>
                <a:lnTo>
                  <a:pt x="2554925" y="1025134"/>
                </a:lnTo>
                <a:moveTo>
                  <a:pt x="2601925" y="1209020"/>
                </a:moveTo>
                <a:lnTo>
                  <a:pt x="2350465" y="987278"/>
                </a:lnTo>
                <a:moveTo>
                  <a:pt x="0" y="1023488"/>
                </a:moveTo>
                <a:lnTo>
                  <a:pt x="190652" y="863194"/>
                </a:lnTo>
                <a:moveTo>
                  <a:pt x="160294" y="1075974"/>
                </a:moveTo>
                <a:lnTo>
                  <a:pt x="439278" y="1013612"/>
                </a:lnTo>
                <a:moveTo>
                  <a:pt x="160294" y="1075974"/>
                </a:moveTo>
                <a:lnTo>
                  <a:pt x="190652" y="863194"/>
                </a:lnTo>
                <a:moveTo>
                  <a:pt x="160294" y="1075974"/>
                </a:moveTo>
                <a:lnTo>
                  <a:pt x="344272" y="802752"/>
                </a:lnTo>
                <a:moveTo>
                  <a:pt x="160294" y="1075974"/>
                </a:moveTo>
                <a:lnTo>
                  <a:pt x="2286" y="879287"/>
                </a:lnTo>
                <a:moveTo>
                  <a:pt x="439278" y="1013612"/>
                </a:moveTo>
                <a:lnTo>
                  <a:pt x="592165" y="985723"/>
                </a:lnTo>
                <a:moveTo>
                  <a:pt x="439278" y="1013612"/>
                </a:moveTo>
                <a:lnTo>
                  <a:pt x="344272" y="802752"/>
                </a:lnTo>
                <a:moveTo>
                  <a:pt x="439278" y="1013612"/>
                </a:moveTo>
                <a:lnTo>
                  <a:pt x="557327" y="834664"/>
                </a:lnTo>
                <a:moveTo>
                  <a:pt x="439278" y="1013612"/>
                </a:moveTo>
                <a:lnTo>
                  <a:pt x="190652" y="863194"/>
                </a:lnTo>
                <a:moveTo>
                  <a:pt x="592165" y="985723"/>
                </a:moveTo>
                <a:lnTo>
                  <a:pt x="779526" y="991850"/>
                </a:lnTo>
                <a:moveTo>
                  <a:pt x="592165" y="985723"/>
                </a:moveTo>
                <a:lnTo>
                  <a:pt x="808238" y="826526"/>
                </a:lnTo>
                <a:moveTo>
                  <a:pt x="592165" y="985723"/>
                </a:moveTo>
                <a:lnTo>
                  <a:pt x="344272" y="802752"/>
                </a:lnTo>
                <a:moveTo>
                  <a:pt x="779526" y="991850"/>
                </a:moveTo>
                <a:lnTo>
                  <a:pt x="1014618" y="1056589"/>
                </a:lnTo>
                <a:moveTo>
                  <a:pt x="779526" y="991850"/>
                </a:moveTo>
                <a:lnTo>
                  <a:pt x="965515" y="830275"/>
                </a:lnTo>
                <a:moveTo>
                  <a:pt x="779526" y="991850"/>
                </a:moveTo>
                <a:lnTo>
                  <a:pt x="557327" y="834664"/>
                </a:lnTo>
                <a:moveTo>
                  <a:pt x="1014618" y="1056589"/>
                </a:moveTo>
                <a:lnTo>
                  <a:pt x="1154704" y="1048634"/>
                </a:lnTo>
                <a:moveTo>
                  <a:pt x="1014618" y="1056589"/>
                </a:moveTo>
                <a:lnTo>
                  <a:pt x="965515" y="830275"/>
                </a:lnTo>
                <a:moveTo>
                  <a:pt x="1014618" y="1056589"/>
                </a:moveTo>
                <a:lnTo>
                  <a:pt x="1184514" y="804215"/>
                </a:lnTo>
                <a:moveTo>
                  <a:pt x="1154704" y="1048634"/>
                </a:moveTo>
                <a:lnTo>
                  <a:pt x="1350112" y="1019830"/>
                </a:lnTo>
                <a:moveTo>
                  <a:pt x="1154704" y="1048634"/>
                </a:moveTo>
                <a:lnTo>
                  <a:pt x="1184514" y="804215"/>
                </a:lnTo>
                <a:moveTo>
                  <a:pt x="1154704" y="1048634"/>
                </a:moveTo>
                <a:lnTo>
                  <a:pt x="1336944" y="826160"/>
                </a:lnTo>
                <a:moveTo>
                  <a:pt x="1154704" y="1048634"/>
                </a:moveTo>
                <a:lnTo>
                  <a:pt x="965515" y="830275"/>
                </a:lnTo>
                <a:moveTo>
                  <a:pt x="1350112" y="1019830"/>
                </a:moveTo>
                <a:lnTo>
                  <a:pt x="1548536" y="1036198"/>
                </a:lnTo>
                <a:moveTo>
                  <a:pt x="1350112" y="1019830"/>
                </a:moveTo>
                <a:lnTo>
                  <a:pt x="1336944" y="826160"/>
                </a:lnTo>
                <a:moveTo>
                  <a:pt x="1350112" y="1019830"/>
                </a:moveTo>
                <a:lnTo>
                  <a:pt x="1547439" y="853958"/>
                </a:lnTo>
                <a:moveTo>
                  <a:pt x="1350112" y="1019830"/>
                </a:moveTo>
                <a:lnTo>
                  <a:pt x="1184514" y="804215"/>
                </a:lnTo>
                <a:moveTo>
                  <a:pt x="1548536" y="1036198"/>
                </a:moveTo>
                <a:lnTo>
                  <a:pt x="1732422" y="988009"/>
                </a:lnTo>
                <a:moveTo>
                  <a:pt x="1548536" y="1036198"/>
                </a:moveTo>
                <a:lnTo>
                  <a:pt x="1547439" y="853958"/>
                </a:lnTo>
                <a:moveTo>
                  <a:pt x="1548536" y="1036198"/>
                </a:moveTo>
                <a:lnTo>
                  <a:pt x="1795424" y="831281"/>
                </a:lnTo>
                <a:moveTo>
                  <a:pt x="1548536" y="1036198"/>
                </a:moveTo>
                <a:lnTo>
                  <a:pt x="1336944" y="826160"/>
                </a:lnTo>
                <a:moveTo>
                  <a:pt x="1732422" y="988009"/>
                </a:moveTo>
                <a:lnTo>
                  <a:pt x="1795424" y="831281"/>
                </a:lnTo>
                <a:moveTo>
                  <a:pt x="1732422" y="988009"/>
                </a:moveTo>
                <a:lnTo>
                  <a:pt x="1971264" y="806592"/>
                </a:lnTo>
                <a:moveTo>
                  <a:pt x="1732422" y="988009"/>
                </a:moveTo>
                <a:lnTo>
                  <a:pt x="1547439" y="853958"/>
                </a:lnTo>
                <a:moveTo>
                  <a:pt x="1950781" y="1032358"/>
                </a:moveTo>
                <a:lnTo>
                  <a:pt x="2169871" y="988649"/>
                </a:lnTo>
                <a:moveTo>
                  <a:pt x="1950781" y="1032358"/>
                </a:moveTo>
                <a:lnTo>
                  <a:pt x="1971264" y="806592"/>
                </a:lnTo>
                <a:moveTo>
                  <a:pt x="1950781" y="1032358"/>
                </a:moveTo>
                <a:lnTo>
                  <a:pt x="2202241" y="837590"/>
                </a:lnTo>
                <a:moveTo>
                  <a:pt x="1950781" y="1032358"/>
                </a:moveTo>
                <a:lnTo>
                  <a:pt x="1795424" y="831281"/>
                </a:lnTo>
                <a:moveTo>
                  <a:pt x="2169871" y="988649"/>
                </a:moveTo>
                <a:lnTo>
                  <a:pt x="2350465" y="987278"/>
                </a:lnTo>
                <a:moveTo>
                  <a:pt x="2169871" y="988649"/>
                </a:moveTo>
                <a:lnTo>
                  <a:pt x="2202241" y="837590"/>
                </a:lnTo>
                <a:moveTo>
                  <a:pt x="2169871" y="988649"/>
                </a:moveTo>
                <a:lnTo>
                  <a:pt x="2369302" y="831555"/>
                </a:lnTo>
                <a:moveTo>
                  <a:pt x="2169871" y="988649"/>
                </a:moveTo>
                <a:lnTo>
                  <a:pt x="1971264" y="806592"/>
                </a:lnTo>
                <a:moveTo>
                  <a:pt x="2350465" y="987278"/>
                </a:moveTo>
                <a:lnTo>
                  <a:pt x="2554925" y="1025134"/>
                </a:lnTo>
                <a:moveTo>
                  <a:pt x="2350465" y="987278"/>
                </a:moveTo>
                <a:lnTo>
                  <a:pt x="2369302" y="831555"/>
                </a:lnTo>
                <a:moveTo>
                  <a:pt x="2350465" y="987278"/>
                </a:moveTo>
                <a:lnTo>
                  <a:pt x="2556022" y="813176"/>
                </a:lnTo>
                <a:moveTo>
                  <a:pt x="2350465" y="987278"/>
                </a:moveTo>
                <a:lnTo>
                  <a:pt x="2202241" y="837590"/>
                </a:lnTo>
                <a:moveTo>
                  <a:pt x="2554925" y="1025134"/>
                </a:moveTo>
                <a:lnTo>
                  <a:pt x="2556022" y="813176"/>
                </a:lnTo>
                <a:moveTo>
                  <a:pt x="2554925" y="1025134"/>
                </a:moveTo>
                <a:lnTo>
                  <a:pt x="2369302" y="831555"/>
                </a:lnTo>
                <a:moveTo>
                  <a:pt x="2286" y="879287"/>
                </a:moveTo>
                <a:lnTo>
                  <a:pt x="190652" y="863194"/>
                </a:lnTo>
                <a:moveTo>
                  <a:pt x="2286" y="879287"/>
                </a:moveTo>
                <a:lnTo>
                  <a:pt x="0" y="632582"/>
                </a:lnTo>
                <a:moveTo>
                  <a:pt x="2286" y="879287"/>
                </a:moveTo>
                <a:lnTo>
                  <a:pt x="194310" y="592623"/>
                </a:lnTo>
                <a:moveTo>
                  <a:pt x="190652" y="863194"/>
                </a:moveTo>
                <a:lnTo>
                  <a:pt x="344272" y="802752"/>
                </a:lnTo>
                <a:moveTo>
                  <a:pt x="190652" y="863194"/>
                </a:moveTo>
                <a:lnTo>
                  <a:pt x="194310" y="592623"/>
                </a:lnTo>
                <a:moveTo>
                  <a:pt x="190652" y="863194"/>
                </a:moveTo>
                <a:lnTo>
                  <a:pt x="412577" y="598932"/>
                </a:lnTo>
                <a:moveTo>
                  <a:pt x="344272" y="802752"/>
                </a:moveTo>
                <a:lnTo>
                  <a:pt x="557327" y="834664"/>
                </a:lnTo>
                <a:moveTo>
                  <a:pt x="344272" y="802752"/>
                </a:moveTo>
                <a:lnTo>
                  <a:pt x="412577" y="598932"/>
                </a:lnTo>
                <a:moveTo>
                  <a:pt x="344272" y="802752"/>
                </a:moveTo>
                <a:lnTo>
                  <a:pt x="633039" y="659465"/>
                </a:lnTo>
                <a:moveTo>
                  <a:pt x="557327" y="834664"/>
                </a:moveTo>
                <a:lnTo>
                  <a:pt x="808238" y="826526"/>
                </a:lnTo>
                <a:moveTo>
                  <a:pt x="557327" y="834664"/>
                </a:moveTo>
                <a:lnTo>
                  <a:pt x="633039" y="659465"/>
                </a:lnTo>
                <a:moveTo>
                  <a:pt x="557327" y="834664"/>
                </a:moveTo>
                <a:lnTo>
                  <a:pt x="791962" y="592440"/>
                </a:lnTo>
                <a:moveTo>
                  <a:pt x="557327" y="834664"/>
                </a:moveTo>
                <a:lnTo>
                  <a:pt x="412577" y="598932"/>
                </a:lnTo>
                <a:moveTo>
                  <a:pt x="808238" y="826526"/>
                </a:moveTo>
                <a:lnTo>
                  <a:pt x="791962" y="592440"/>
                </a:lnTo>
                <a:moveTo>
                  <a:pt x="808238" y="826526"/>
                </a:moveTo>
                <a:lnTo>
                  <a:pt x="1015990" y="671535"/>
                </a:lnTo>
                <a:moveTo>
                  <a:pt x="808238" y="826526"/>
                </a:moveTo>
                <a:lnTo>
                  <a:pt x="633039" y="659465"/>
                </a:lnTo>
                <a:moveTo>
                  <a:pt x="965515" y="830275"/>
                </a:moveTo>
                <a:lnTo>
                  <a:pt x="1184514" y="804215"/>
                </a:lnTo>
                <a:moveTo>
                  <a:pt x="965515" y="830275"/>
                </a:moveTo>
                <a:lnTo>
                  <a:pt x="1015990" y="671535"/>
                </a:lnTo>
                <a:moveTo>
                  <a:pt x="1184514" y="804215"/>
                </a:moveTo>
                <a:lnTo>
                  <a:pt x="1141903" y="641543"/>
                </a:lnTo>
                <a:moveTo>
                  <a:pt x="1184514" y="804215"/>
                </a:moveTo>
                <a:lnTo>
                  <a:pt x="1333652" y="661386"/>
                </a:lnTo>
                <a:moveTo>
                  <a:pt x="1184514" y="804215"/>
                </a:moveTo>
                <a:lnTo>
                  <a:pt x="1015990" y="671535"/>
                </a:lnTo>
                <a:moveTo>
                  <a:pt x="1336944" y="826160"/>
                </a:moveTo>
                <a:lnTo>
                  <a:pt x="1547439" y="853958"/>
                </a:lnTo>
                <a:moveTo>
                  <a:pt x="1336944" y="826160"/>
                </a:moveTo>
                <a:lnTo>
                  <a:pt x="1333652" y="661386"/>
                </a:lnTo>
                <a:moveTo>
                  <a:pt x="1336944" y="826160"/>
                </a:moveTo>
                <a:lnTo>
                  <a:pt x="1530248" y="619323"/>
                </a:lnTo>
                <a:moveTo>
                  <a:pt x="1336944" y="826160"/>
                </a:moveTo>
                <a:lnTo>
                  <a:pt x="1141903" y="641543"/>
                </a:lnTo>
                <a:moveTo>
                  <a:pt x="1547439" y="853958"/>
                </a:moveTo>
                <a:lnTo>
                  <a:pt x="1795424" y="831281"/>
                </a:lnTo>
                <a:moveTo>
                  <a:pt x="1547439" y="853958"/>
                </a:moveTo>
                <a:lnTo>
                  <a:pt x="1530248" y="619323"/>
                </a:lnTo>
                <a:moveTo>
                  <a:pt x="1547439" y="853958"/>
                </a:moveTo>
                <a:lnTo>
                  <a:pt x="1796522" y="596920"/>
                </a:lnTo>
                <a:moveTo>
                  <a:pt x="1547439" y="853958"/>
                </a:moveTo>
                <a:lnTo>
                  <a:pt x="1333652" y="661386"/>
                </a:lnTo>
                <a:moveTo>
                  <a:pt x="1795424" y="831281"/>
                </a:moveTo>
                <a:lnTo>
                  <a:pt x="1971264" y="806592"/>
                </a:lnTo>
                <a:moveTo>
                  <a:pt x="1795424" y="831281"/>
                </a:moveTo>
                <a:lnTo>
                  <a:pt x="1931213" y="614660"/>
                </a:lnTo>
                <a:moveTo>
                  <a:pt x="1795424" y="831281"/>
                </a:moveTo>
                <a:lnTo>
                  <a:pt x="1530248" y="619323"/>
                </a:lnTo>
                <a:moveTo>
                  <a:pt x="1971264" y="806592"/>
                </a:moveTo>
                <a:lnTo>
                  <a:pt x="2202241" y="837590"/>
                </a:lnTo>
                <a:moveTo>
                  <a:pt x="1971264" y="806592"/>
                </a:moveTo>
                <a:lnTo>
                  <a:pt x="1931213" y="614660"/>
                </a:lnTo>
                <a:moveTo>
                  <a:pt x="1971264" y="806592"/>
                </a:moveTo>
                <a:lnTo>
                  <a:pt x="2177461" y="670895"/>
                </a:lnTo>
                <a:moveTo>
                  <a:pt x="1971264" y="806592"/>
                </a:moveTo>
                <a:lnTo>
                  <a:pt x="1796522" y="596920"/>
                </a:lnTo>
                <a:moveTo>
                  <a:pt x="2202241" y="837590"/>
                </a:moveTo>
                <a:lnTo>
                  <a:pt x="2369302" y="831555"/>
                </a:lnTo>
                <a:moveTo>
                  <a:pt x="2202241" y="837590"/>
                </a:moveTo>
                <a:lnTo>
                  <a:pt x="2395819" y="590062"/>
                </a:lnTo>
                <a:moveTo>
                  <a:pt x="2202241" y="837590"/>
                </a:moveTo>
                <a:lnTo>
                  <a:pt x="1931213" y="614660"/>
                </a:lnTo>
                <a:moveTo>
                  <a:pt x="2369302" y="831555"/>
                </a:moveTo>
                <a:lnTo>
                  <a:pt x="2556022" y="813176"/>
                </a:lnTo>
                <a:moveTo>
                  <a:pt x="2369302" y="831555"/>
                </a:moveTo>
                <a:lnTo>
                  <a:pt x="2395819" y="590062"/>
                </a:lnTo>
                <a:moveTo>
                  <a:pt x="2369302" y="831555"/>
                </a:moveTo>
                <a:lnTo>
                  <a:pt x="2177461" y="670895"/>
                </a:lnTo>
                <a:moveTo>
                  <a:pt x="2556022" y="813176"/>
                </a:moveTo>
                <a:lnTo>
                  <a:pt x="2527219" y="591525"/>
                </a:lnTo>
                <a:moveTo>
                  <a:pt x="2556022" y="813176"/>
                </a:moveTo>
                <a:lnTo>
                  <a:pt x="2395819" y="590062"/>
                </a:lnTo>
                <a:moveTo>
                  <a:pt x="0" y="632582"/>
                </a:moveTo>
                <a:lnTo>
                  <a:pt x="194310" y="592623"/>
                </a:lnTo>
                <a:moveTo>
                  <a:pt x="0" y="632582"/>
                </a:moveTo>
                <a:lnTo>
                  <a:pt x="0" y="440924"/>
                </a:lnTo>
                <a:moveTo>
                  <a:pt x="194310" y="592623"/>
                </a:moveTo>
                <a:lnTo>
                  <a:pt x="412577" y="598932"/>
                </a:lnTo>
                <a:moveTo>
                  <a:pt x="194310" y="592623"/>
                </a:moveTo>
                <a:lnTo>
                  <a:pt x="359816" y="446410"/>
                </a:lnTo>
                <a:moveTo>
                  <a:pt x="194310" y="592623"/>
                </a:moveTo>
                <a:lnTo>
                  <a:pt x="0" y="440924"/>
                </a:lnTo>
                <a:moveTo>
                  <a:pt x="412577" y="598932"/>
                </a:moveTo>
                <a:lnTo>
                  <a:pt x="633039" y="659465"/>
                </a:lnTo>
                <a:moveTo>
                  <a:pt x="412577" y="598932"/>
                </a:moveTo>
                <a:lnTo>
                  <a:pt x="359816" y="446410"/>
                </a:lnTo>
                <a:moveTo>
                  <a:pt x="412577" y="598932"/>
                </a:moveTo>
                <a:lnTo>
                  <a:pt x="591068" y="455463"/>
                </a:lnTo>
                <a:moveTo>
                  <a:pt x="633039" y="659465"/>
                </a:moveTo>
                <a:lnTo>
                  <a:pt x="791962" y="592440"/>
                </a:lnTo>
                <a:moveTo>
                  <a:pt x="633039" y="659465"/>
                </a:moveTo>
                <a:lnTo>
                  <a:pt x="591068" y="455463"/>
                </a:lnTo>
                <a:moveTo>
                  <a:pt x="633039" y="659465"/>
                </a:moveTo>
                <a:lnTo>
                  <a:pt x="756209" y="457474"/>
                </a:lnTo>
                <a:moveTo>
                  <a:pt x="633039" y="659465"/>
                </a:moveTo>
                <a:lnTo>
                  <a:pt x="359816" y="446410"/>
                </a:lnTo>
                <a:moveTo>
                  <a:pt x="791962" y="592440"/>
                </a:moveTo>
                <a:lnTo>
                  <a:pt x="1015990" y="671535"/>
                </a:lnTo>
                <a:moveTo>
                  <a:pt x="791962" y="592440"/>
                </a:moveTo>
                <a:lnTo>
                  <a:pt x="756209" y="457474"/>
                </a:lnTo>
                <a:moveTo>
                  <a:pt x="791962" y="592440"/>
                </a:moveTo>
                <a:lnTo>
                  <a:pt x="1004377" y="486827"/>
                </a:lnTo>
                <a:moveTo>
                  <a:pt x="791962" y="592440"/>
                </a:moveTo>
                <a:lnTo>
                  <a:pt x="591068" y="455463"/>
                </a:lnTo>
                <a:moveTo>
                  <a:pt x="1015990" y="671535"/>
                </a:moveTo>
                <a:lnTo>
                  <a:pt x="1004377" y="486827"/>
                </a:lnTo>
                <a:moveTo>
                  <a:pt x="1015990" y="671535"/>
                </a:moveTo>
                <a:lnTo>
                  <a:pt x="1184422" y="445496"/>
                </a:lnTo>
                <a:moveTo>
                  <a:pt x="1015990" y="671535"/>
                </a:moveTo>
                <a:lnTo>
                  <a:pt x="756209" y="457474"/>
                </a:lnTo>
                <a:moveTo>
                  <a:pt x="1141903" y="641543"/>
                </a:moveTo>
                <a:lnTo>
                  <a:pt x="1333652" y="661386"/>
                </a:lnTo>
                <a:moveTo>
                  <a:pt x="1141903" y="641543"/>
                </a:moveTo>
                <a:lnTo>
                  <a:pt x="1184422" y="445496"/>
                </a:lnTo>
                <a:moveTo>
                  <a:pt x="1141903" y="641543"/>
                </a:moveTo>
                <a:lnTo>
                  <a:pt x="1004377" y="486827"/>
                </a:lnTo>
                <a:moveTo>
                  <a:pt x="1333652" y="661386"/>
                </a:moveTo>
                <a:lnTo>
                  <a:pt x="1530248" y="619323"/>
                </a:lnTo>
                <a:moveTo>
                  <a:pt x="1333652" y="661386"/>
                </a:moveTo>
                <a:lnTo>
                  <a:pt x="1328257" y="456194"/>
                </a:lnTo>
                <a:moveTo>
                  <a:pt x="1333652" y="661386"/>
                </a:moveTo>
                <a:lnTo>
                  <a:pt x="1584381" y="438455"/>
                </a:lnTo>
                <a:moveTo>
                  <a:pt x="1333652" y="661386"/>
                </a:moveTo>
                <a:lnTo>
                  <a:pt x="1184422" y="445496"/>
                </a:lnTo>
                <a:moveTo>
                  <a:pt x="1530248" y="619323"/>
                </a:moveTo>
                <a:lnTo>
                  <a:pt x="1796522" y="596920"/>
                </a:lnTo>
                <a:moveTo>
                  <a:pt x="1530248" y="619323"/>
                </a:moveTo>
                <a:lnTo>
                  <a:pt x="1584381" y="438455"/>
                </a:lnTo>
                <a:moveTo>
                  <a:pt x="1530248" y="619323"/>
                </a:moveTo>
                <a:lnTo>
                  <a:pt x="1725839" y="392095"/>
                </a:lnTo>
                <a:moveTo>
                  <a:pt x="1530248" y="619323"/>
                </a:moveTo>
                <a:lnTo>
                  <a:pt x="1328257" y="456194"/>
                </a:lnTo>
                <a:moveTo>
                  <a:pt x="1796522" y="596920"/>
                </a:moveTo>
                <a:lnTo>
                  <a:pt x="1725839" y="392095"/>
                </a:lnTo>
                <a:moveTo>
                  <a:pt x="1796522" y="596920"/>
                </a:moveTo>
                <a:lnTo>
                  <a:pt x="1993575" y="393375"/>
                </a:lnTo>
                <a:moveTo>
                  <a:pt x="1796522" y="596920"/>
                </a:moveTo>
                <a:lnTo>
                  <a:pt x="1584381" y="438455"/>
                </a:lnTo>
                <a:moveTo>
                  <a:pt x="1931213" y="614660"/>
                </a:moveTo>
                <a:lnTo>
                  <a:pt x="1993575" y="393375"/>
                </a:lnTo>
                <a:moveTo>
                  <a:pt x="1931213" y="614660"/>
                </a:moveTo>
                <a:lnTo>
                  <a:pt x="2122871" y="462686"/>
                </a:lnTo>
                <a:moveTo>
                  <a:pt x="1931213" y="614660"/>
                </a:moveTo>
                <a:lnTo>
                  <a:pt x="1725839" y="392095"/>
                </a:lnTo>
                <a:moveTo>
                  <a:pt x="2177461" y="670895"/>
                </a:moveTo>
                <a:lnTo>
                  <a:pt x="2122871" y="462686"/>
                </a:lnTo>
                <a:moveTo>
                  <a:pt x="2177461" y="670895"/>
                </a:moveTo>
                <a:lnTo>
                  <a:pt x="2312975" y="412303"/>
                </a:lnTo>
                <a:moveTo>
                  <a:pt x="2177461" y="670895"/>
                </a:moveTo>
                <a:lnTo>
                  <a:pt x="1993575" y="393375"/>
                </a:lnTo>
                <a:moveTo>
                  <a:pt x="2395819" y="590062"/>
                </a:moveTo>
                <a:lnTo>
                  <a:pt x="2527219" y="591525"/>
                </a:lnTo>
                <a:moveTo>
                  <a:pt x="2395819" y="590062"/>
                </a:moveTo>
                <a:lnTo>
                  <a:pt x="2312975" y="412303"/>
                </a:lnTo>
                <a:moveTo>
                  <a:pt x="2395819" y="590062"/>
                </a:moveTo>
                <a:lnTo>
                  <a:pt x="2532248" y="476037"/>
                </a:lnTo>
                <a:moveTo>
                  <a:pt x="2395819" y="590062"/>
                </a:moveTo>
                <a:lnTo>
                  <a:pt x="2122871" y="462686"/>
                </a:lnTo>
                <a:moveTo>
                  <a:pt x="2527219" y="591525"/>
                </a:moveTo>
                <a:lnTo>
                  <a:pt x="2532248" y="476037"/>
                </a:lnTo>
                <a:moveTo>
                  <a:pt x="2527219" y="591525"/>
                </a:moveTo>
                <a:lnTo>
                  <a:pt x="2312975" y="412303"/>
                </a:lnTo>
                <a:moveTo>
                  <a:pt x="0" y="440924"/>
                </a:moveTo>
                <a:lnTo>
                  <a:pt x="244693" y="407091"/>
                </a:lnTo>
                <a:moveTo>
                  <a:pt x="0" y="440924"/>
                </a:moveTo>
                <a:lnTo>
                  <a:pt x="0" y="203180"/>
                </a:lnTo>
                <a:moveTo>
                  <a:pt x="0" y="440924"/>
                </a:moveTo>
                <a:lnTo>
                  <a:pt x="227868" y="267188"/>
                </a:lnTo>
                <a:moveTo>
                  <a:pt x="244693" y="407091"/>
                </a:moveTo>
                <a:lnTo>
                  <a:pt x="359816" y="446410"/>
                </a:lnTo>
                <a:moveTo>
                  <a:pt x="244693" y="407091"/>
                </a:moveTo>
                <a:lnTo>
                  <a:pt x="227868" y="267188"/>
                </a:lnTo>
                <a:moveTo>
                  <a:pt x="244693" y="407091"/>
                </a:moveTo>
                <a:lnTo>
                  <a:pt x="358628" y="202357"/>
                </a:lnTo>
                <a:moveTo>
                  <a:pt x="359816" y="446410"/>
                </a:moveTo>
                <a:lnTo>
                  <a:pt x="591068" y="455463"/>
                </a:lnTo>
                <a:moveTo>
                  <a:pt x="359816" y="446410"/>
                </a:moveTo>
                <a:lnTo>
                  <a:pt x="358628" y="202357"/>
                </a:lnTo>
                <a:moveTo>
                  <a:pt x="359816" y="446410"/>
                </a:moveTo>
                <a:lnTo>
                  <a:pt x="227868" y="267188"/>
                </a:lnTo>
                <a:moveTo>
                  <a:pt x="591068" y="455463"/>
                </a:moveTo>
                <a:lnTo>
                  <a:pt x="756209" y="457474"/>
                </a:lnTo>
                <a:moveTo>
                  <a:pt x="591068" y="455463"/>
                </a:moveTo>
                <a:lnTo>
                  <a:pt x="745693" y="286939"/>
                </a:lnTo>
                <a:moveTo>
                  <a:pt x="591068" y="455463"/>
                </a:moveTo>
                <a:lnTo>
                  <a:pt x="358628" y="202357"/>
                </a:lnTo>
                <a:moveTo>
                  <a:pt x="756209" y="457474"/>
                </a:moveTo>
                <a:lnTo>
                  <a:pt x="1004377" y="486827"/>
                </a:lnTo>
                <a:moveTo>
                  <a:pt x="756209" y="457474"/>
                </a:moveTo>
                <a:lnTo>
                  <a:pt x="745693" y="286939"/>
                </a:lnTo>
                <a:moveTo>
                  <a:pt x="756209" y="457474"/>
                </a:moveTo>
                <a:lnTo>
                  <a:pt x="1001085" y="250820"/>
                </a:lnTo>
                <a:moveTo>
                  <a:pt x="756209" y="457474"/>
                </a:moveTo>
                <a:lnTo>
                  <a:pt x="596463" y="223845"/>
                </a:lnTo>
                <a:moveTo>
                  <a:pt x="1004377" y="486827"/>
                </a:moveTo>
                <a:lnTo>
                  <a:pt x="1184422" y="445496"/>
                </a:lnTo>
                <a:moveTo>
                  <a:pt x="1004377" y="486827"/>
                </a:moveTo>
                <a:lnTo>
                  <a:pt x="1001085" y="250820"/>
                </a:lnTo>
                <a:moveTo>
                  <a:pt x="1004377" y="486827"/>
                </a:moveTo>
                <a:lnTo>
                  <a:pt x="1137148" y="200528"/>
                </a:lnTo>
                <a:moveTo>
                  <a:pt x="1004377" y="486827"/>
                </a:moveTo>
                <a:lnTo>
                  <a:pt x="745693" y="286939"/>
                </a:lnTo>
                <a:moveTo>
                  <a:pt x="1184422" y="445496"/>
                </a:moveTo>
                <a:lnTo>
                  <a:pt x="1137148" y="200528"/>
                </a:lnTo>
                <a:moveTo>
                  <a:pt x="1184422" y="445496"/>
                </a:moveTo>
                <a:lnTo>
                  <a:pt x="1388882" y="213970"/>
                </a:lnTo>
                <a:moveTo>
                  <a:pt x="1184422" y="445496"/>
                </a:moveTo>
                <a:lnTo>
                  <a:pt x="1001085" y="250820"/>
                </a:lnTo>
                <a:moveTo>
                  <a:pt x="1328257" y="456194"/>
                </a:moveTo>
                <a:lnTo>
                  <a:pt x="1584381" y="438455"/>
                </a:lnTo>
                <a:moveTo>
                  <a:pt x="1328257" y="456194"/>
                </a:moveTo>
                <a:lnTo>
                  <a:pt x="1388882" y="213970"/>
                </a:lnTo>
                <a:moveTo>
                  <a:pt x="1328257" y="456194"/>
                </a:moveTo>
                <a:lnTo>
                  <a:pt x="1531254" y="208575"/>
                </a:lnTo>
                <a:moveTo>
                  <a:pt x="1328257" y="456194"/>
                </a:moveTo>
                <a:lnTo>
                  <a:pt x="1137148" y="200528"/>
                </a:lnTo>
                <a:moveTo>
                  <a:pt x="1584381" y="438455"/>
                </a:moveTo>
                <a:lnTo>
                  <a:pt x="1725839" y="392095"/>
                </a:lnTo>
                <a:moveTo>
                  <a:pt x="1584381" y="438455"/>
                </a:moveTo>
                <a:lnTo>
                  <a:pt x="1531254" y="208575"/>
                </a:lnTo>
                <a:moveTo>
                  <a:pt x="1584381" y="438455"/>
                </a:moveTo>
                <a:lnTo>
                  <a:pt x="1726113" y="207935"/>
                </a:lnTo>
                <a:moveTo>
                  <a:pt x="1584381" y="438455"/>
                </a:moveTo>
                <a:lnTo>
                  <a:pt x="1388882" y="213970"/>
                </a:lnTo>
                <a:moveTo>
                  <a:pt x="1725839" y="392095"/>
                </a:moveTo>
                <a:lnTo>
                  <a:pt x="1993575" y="393375"/>
                </a:lnTo>
                <a:moveTo>
                  <a:pt x="1725839" y="392095"/>
                </a:moveTo>
                <a:lnTo>
                  <a:pt x="1726113" y="207935"/>
                </a:lnTo>
                <a:moveTo>
                  <a:pt x="1725839" y="392095"/>
                </a:moveTo>
                <a:lnTo>
                  <a:pt x="1960656" y="259232"/>
                </a:lnTo>
                <a:moveTo>
                  <a:pt x="1725839" y="392095"/>
                </a:moveTo>
                <a:lnTo>
                  <a:pt x="1531254" y="208575"/>
                </a:lnTo>
                <a:moveTo>
                  <a:pt x="1993575" y="393375"/>
                </a:moveTo>
                <a:lnTo>
                  <a:pt x="2122871" y="462686"/>
                </a:lnTo>
                <a:moveTo>
                  <a:pt x="1993575" y="393375"/>
                </a:moveTo>
                <a:lnTo>
                  <a:pt x="1960656" y="259232"/>
                </a:lnTo>
                <a:moveTo>
                  <a:pt x="1993575" y="393375"/>
                </a:moveTo>
                <a:lnTo>
                  <a:pt x="2166945" y="201625"/>
                </a:lnTo>
                <a:moveTo>
                  <a:pt x="1993575" y="393375"/>
                </a:moveTo>
                <a:lnTo>
                  <a:pt x="1726113" y="207935"/>
                </a:lnTo>
                <a:moveTo>
                  <a:pt x="2122871" y="462686"/>
                </a:moveTo>
                <a:lnTo>
                  <a:pt x="2166945" y="201625"/>
                </a:lnTo>
                <a:moveTo>
                  <a:pt x="2122871" y="462686"/>
                </a:moveTo>
                <a:lnTo>
                  <a:pt x="2335378" y="279898"/>
                </a:lnTo>
                <a:moveTo>
                  <a:pt x="2122871" y="462686"/>
                </a:moveTo>
                <a:lnTo>
                  <a:pt x="1960656" y="259232"/>
                </a:lnTo>
                <a:moveTo>
                  <a:pt x="2312975" y="412303"/>
                </a:moveTo>
                <a:lnTo>
                  <a:pt x="2532248" y="476037"/>
                </a:lnTo>
                <a:moveTo>
                  <a:pt x="2312975" y="412303"/>
                </a:moveTo>
                <a:lnTo>
                  <a:pt x="2335378" y="279898"/>
                </a:lnTo>
                <a:moveTo>
                  <a:pt x="2312975" y="412303"/>
                </a:moveTo>
                <a:lnTo>
                  <a:pt x="2557394" y="269199"/>
                </a:lnTo>
                <a:moveTo>
                  <a:pt x="2312975" y="412303"/>
                </a:moveTo>
                <a:lnTo>
                  <a:pt x="2166945" y="201625"/>
                </a:lnTo>
                <a:moveTo>
                  <a:pt x="2532248" y="476037"/>
                </a:moveTo>
                <a:lnTo>
                  <a:pt x="2335378" y="279898"/>
                </a:lnTo>
                <a:moveTo>
                  <a:pt x="0" y="203180"/>
                </a:moveTo>
                <a:lnTo>
                  <a:pt x="227868" y="267188"/>
                </a:lnTo>
                <a:moveTo>
                  <a:pt x="0" y="203180"/>
                </a:moveTo>
                <a:lnTo>
                  <a:pt x="0" y="80467"/>
                </a:lnTo>
                <a:moveTo>
                  <a:pt x="0" y="203180"/>
                </a:moveTo>
                <a:lnTo>
                  <a:pt x="152339" y="76535"/>
                </a:lnTo>
                <a:moveTo>
                  <a:pt x="227868" y="267188"/>
                </a:moveTo>
                <a:lnTo>
                  <a:pt x="358628" y="202357"/>
                </a:lnTo>
                <a:moveTo>
                  <a:pt x="227868" y="267188"/>
                </a:moveTo>
                <a:lnTo>
                  <a:pt x="152339" y="76535"/>
                </a:lnTo>
                <a:moveTo>
                  <a:pt x="227868" y="267188"/>
                </a:moveTo>
                <a:lnTo>
                  <a:pt x="374630" y="66477"/>
                </a:lnTo>
                <a:moveTo>
                  <a:pt x="227868" y="267188"/>
                </a:moveTo>
                <a:lnTo>
                  <a:pt x="0" y="80467"/>
                </a:lnTo>
                <a:moveTo>
                  <a:pt x="358628" y="202357"/>
                </a:moveTo>
                <a:lnTo>
                  <a:pt x="596463" y="223845"/>
                </a:lnTo>
                <a:moveTo>
                  <a:pt x="358628" y="202357"/>
                </a:moveTo>
                <a:lnTo>
                  <a:pt x="374630" y="66477"/>
                </a:lnTo>
                <a:moveTo>
                  <a:pt x="358628" y="202357"/>
                </a:moveTo>
                <a:lnTo>
                  <a:pt x="615025" y="67848"/>
                </a:lnTo>
                <a:moveTo>
                  <a:pt x="596463" y="223845"/>
                </a:moveTo>
                <a:lnTo>
                  <a:pt x="745693" y="286939"/>
                </a:lnTo>
                <a:moveTo>
                  <a:pt x="596463" y="223845"/>
                </a:moveTo>
                <a:lnTo>
                  <a:pt x="615025" y="67848"/>
                </a:lnTo>
                <a:moveTo>
                  <a:pt x="596463" y="223845"/>
                </a:moveTo>
                <a:lnTo>
                  <a:pt x="786110" y="78913"/>
                </a:lnTo>
                <a:moveTo>
                  <a:pt x="596463" y="223845"/>
                </a:moveTo>
                <a:lnTo>
                  <a:pt x="374630" y="66477"/>
                </a:lnTo>
                <a:moveTo>
                  <a:pt x="745693" y="286939"/>
                </a:moveTo>
                <a:lnTo>
                  <a:pt x="1001085" y="250820"/>
                </a:lnTo>
                <a:moveTo>
                  <a:pt x="745693" y="286939"/>
                </a:moveTo>
                <a:lnTo>
                  <a:pt x="786110" y="78913"/>
                </a:lnTo>
                <a:moveTo>
                  <a:pt x="745693" y="286939"/>
                </a:moveTo>
                <a:lnTo>
                  <a:pt x="615025" y="67848"/>
                </a:lnTo>
                <a:moveTo>
                  <a:pt x="1001085" y="250820"/>
                </a:moveTo>
                <a:lnTo>
                  <a:pt x="1137148" y="200528"/>
                </a:lnTo>
                <a:moveTo>
                  <a:pt x="1001085" y="250820"/>
                </a:moveTo>
                <a:lnTo>
                  <a:pt x="967618" y="94549"/>
                </a:lnTo>
                <a:moveTo>
                  <a:pt x="1001085" y="250820"/>
                </a:moveTo>
                <a:lnTo>
                  <a:pt x="1154613" y="94915"/>
                </a:lnTo>
                <a:moveTo>
                  <a:pt x="1137148" y="200528"/>
                </a:moveTo>
                <a:lnTo>
                  <a:pt x="1388882" y="213970"/>
                </a:lnTo>
                <a:moveTo>
                  <a:pt x="1137148" y="200528"/>
                </a:moveTo>
                <a:lnTo>
                  <a:pt x="1154613" y="94915"/>
                </a:lnTo>
                <a:moveTo>
                  <a:pt x="1137148" y="200528"/>
                </a:moveTo>
                <a:lnTo>
                  <a:pt x="1398483" y="42245"/>
                </a:lnTo>
                <a:moveTo>
                  <a:pt x="1137148" y="200528"/>
                </a:moveTo>
                <a:lnTo>
                  <a:pt x="967618" y="94549"/>
                </a:lnTo>
                <a:moveTo>
                  <a:pt x="1388882" y="213970"/>
                </a:moveTo>
                <a:lnTo>
                  <a:pt x="1531254" y="208575"/>
                </a:lnTo>
                <a:moveTo>
                  <a:pt x="1388882" y="213970"/>
                </a:moveTo>
                <a:lnTo>
                  <a:pt x="1398483" y="42245"/>
                </a:lnTo>
                <a:moveTo>
                  <a:pt x="1388882" y="213970"/>
                </a:moveTo>
                <a:lnTo>
                  <a:pt x="1541587" y="49835"/>
                </a:lnTo>
                <a:moveTo>
                  <a:pt x="1388882" y="213970"/>
                </a:moveTo>
                <a:lnTo>
                  <a:pt x="1154613" y="94915"/>
                </a:lnTo>
                <a:moveTo>
                  <a:pt x="1531254" y="208575"/>
                </a:moveTo>
                <a:lnTo>
                  <a:pt x="1726113" y="207935"/>
                </a:lnTo>
                <a:moveTo>
                  <a:pt x="1531254" y="208575"/>
                </a:moveTo>
                <a:lnTo>
                  <a:pt x="1541587" y="49835"/>
                </a:lnTo>
                <a:moveTo>
                  <a:pt x="1531254" y="208575"/>
                </a:moveTo>
                <a:lnTo>
                  <a:pt x="1811426" y="85954"/>
                </a:lnTo>
                <a:moveTo>
                  <a:pt x="1531254" y="208575"/>
                </a:moveTo>
                <a:lnTo>
                  <a:pt x="1398483" y="42245"/>
                </a:lnTo>
                <a:moveTo>
                  <a:pt x="1726113" y="207935"/>
                </a:moveTo>
                <a:lnTo>
                  <a:pt x="1960656" y="259232"/>
                </a:lnTo>
                <a:moveTo>
                  <a:pt x="1726113" y="207935"/>
                </a:moveTo>
                <a:lnTo>
                  <a:pt x="1811426" y="85954"/>
                </a:lnTo>
                <a:moveTo>
                  <a:pt x="1726113" y="207935"/>
                </a:moveTo>
                <a:lnTo>
                  <a:pt x="1996501" y="53950"/>
                </a:lnTo>
                <a:moveTo>
                  <a:pt x="1726113" y="207935"/>
                </a:moveTo>
                <a:lnTo>
                  <a:pt x="1541587" y="49835"/>
                </a:lnTo>
                <a:moveTo>
                  <a:pt x="1960656" y="259232"/>
                </a:moveTo>
                <a:lnTo>
                  <a:pt x="2166945" y="201625"/>
                </a:lnTo>
                <a:moveTo>
                  <a:pt x="1960656" y="259232"/>
                </a:moveTo>
                <a:lnTo>
                  <a:pt x="1996501" y="53950"/>
                </a:lnTo>
                <a:moveTo>
                  <a:pt x="1960656" y="259232"/>
                </a:moveTo>
                <a:lnTo>
                  <a:pt x="2161276" y="14448"/>
                </a:lnTo>
                <a:moveTo>
                  <a:pt x="1960656" y="259232"/>
                </a:moveTo>
                <a:lnTo>
                  <a:pt x="1811426" y="85954"/>
                </a:lnTo>
                <a:moveTo>
                  <a:pt x="2166945" y="201625"/>
                </a:moveTo>
                <a:lnTo>
                  <a:pt x="2335378" y="279898"/>
                </a:lnTo>
                <a:moveTo>
                  <a:pt x="2166945" y="201625"/>
                </a:moveTo>
                <a:lnTo>
                  <a:pt x="2161276" y="14448"/>
                </a:lnTo>
                <a:moveTo>
                  <a:pt x="2166945" y="201625"/>
                </a:moveTo>
                <a:lnTo>
                  <a:pt x="2347722" y="46634"/>
                </a:lnTo>
                <a:moveTo>
                  <a:pt x="2166945" y="201625"/>
                </a:moveTo>
                <a:lnTo>
                  <a:pt x="1996501" y="53950"/>
                </a:lnTo>
                <a:moveTo>
                  <a:pt x="2335378" y="279898"/>
                </a:moveTo>
                <a:lnTo>
                  <a:pt x="2557394" y="269199"/>
                </a:lnTo>
                <a:moveTo>
                  <a:pt x="2335378" y="279898"/>
                </a:moveTo>
                <a:lnTo>
                  <a:pt x="2347722" y="46634"/>
                </a:lnTo>
                <a:moveTo>
                  <a:pt x="2335378" y="279898"/>
                </a:moveTo>
                <a:lnTo>
                  <a:pt x="2573213" y="0"/>
                </a:lnTo>
                <a:moveTo>
                  <a:pt x="2335378" y="279898"/>
                </a:moveTo>
                <a:lnTo>
                  <a:pt x="2161276" y="14448"/>
                </a:lnTo>
                <a:moveTo>
                  <a:pt x="2557394" y="269199"/>
                </a:moveTo>
                <a:lnTo>
                  <a:pt x="2573213" y="0"/>
                </a:lnTo>
                <a:moveTo>
                  <a:pt x="2557394" y="269199"/>
                </a:moveTo>
                <a:lnTo>
                  <a:pt x="2347722" y="46634"/>
                </a:lnTo>
                <a:moveTo>
                  <a:pt x="0" y="80467"/>
                </a:moveTo>
                <a:lnTo>
                  <a:pt x="152339" y="76535"/>
                </a:lnTo>
                <a:moveTo>
                  <a:pt x="152339" y="76535"/>
                </a:moveTo>
                <a:lnTo>
                  <a:pt x="374630" y="66477"/>
                </a:lnTo>
                <a:moveTo>
                  <a:pt x="374630" y="66477"/>
                </a:moveTo>
                <a:lnTo>
                  <a:pt x="615025" y="67848"/>
                </a:lnTo>
                <a:moveTo>
                  <a:pt x="615025" y="67848"/>
                </a:moveTo>
                <a:lnTo>
                  <a:pt x="786110" y="78913"/>
                </a:lnTo>
                <a:moveTo>
                  <a:pt x="786110" y="78913"/>
                </a:moveTo>
                <a:lnTo>
                  <a:pt x="967618" y="94549"/>
                </a:lnTo>
                <a:moveTo>
                  <a:pt x="967618" y="94549"/>
                </a:moveTo>
                <a:lnTo>
                  <a:pt x="1154613" y="94915"/>
                </a:lnTo>
                <a:moveTo>
                  <a:pt x="1154613" y="94915"/>
                </a:moveTo>
                <a:lnTo>
                  <a:pt x="1398483" y="42245"/>
                </a:lnTo>
                <a:moveTo>
                  <a:pt x="1398483" y="42245"/>
                </a:moveTo>
                <a:lnTo>
                  <a:pt x="1541587" y="49835"/>
                </a:lnTo>
                <a:moveTo>
                  <a:pt x="1811426" y="85954"/>
                </a:moveTo>
                <a:lnTo>
                  <a:pt x="1996501" y="53950"/>
                </a:lnTo>
                <a:moveTo>
                  <a:pt x="1996501" y="53950"/>
                </a:moveTo>
                <a:lnTo>
                  <a:pt x="2161276" y="14448"/>
                </a:lnTo>
                <a:moveTo>
                  <a:pt x="2161276" y="14448"/>
                </a:moveTo>
                <a:lnTo>
                  <a:pt x="2347722" y="46634"/>
                </a:lnTo>
                <a:moveTo>
                  <a:pt x="2347722" y="46634"/>
                </a:moveTo>
                <a:lnTo>
                  <a:pt x="2573213" y="0"/>
                </a:lnTo>
              </a:path>
            </a:pathLst>
          </a:custGeom>
          <a:ln w="5740" cap="rnd">
            <a:solidFill>
              <a:srgbClr val="BDB9AE"/>
            </a:solidFill>
            <a:prstDash val="solid"/>
            <a:round/>
          </a:ln>
        </p:spPr>
      </p:sp>
      <p:sp>
        <p:nvSpPr>
          <p:cNvPr id="5" name="Forma 136"/>
          <p:cNvSpPr/>
          <p:nvPr/>
        </p:nvSpPr>
        <p:spPr>
          <a:xfrm>
            <a:off x="1178387" y="3655040"/>
            <a:ext cx="2558857" cy="227137"/>
          </a:xfrm>
          <a:custGeom>
            <a:avLst/>
            <a:gdLst/>
            <a:ahLst/>
            <a:cxnLst/>
            <a:rect l="l" t="t" r="r" b="b"/>
            <a:pathLst>
              <a:path w="2558857" h="227137">
                <a:moveTo>
                  <a:pt x="22951" y="215616"/>
                </a:moveTo>
                <a:cubicBezTo>
                  <a:pt x="22951" y="218816"/>
                  <a:pt x="21854" y="221468"/>
                  <a:pt x="19568" y="223754"/>
                </a:cubicBezTo>
                <a:cubicBezTo>
                  <a:pt x="17374" y="225948"/>
                  <a:pt x="14630" y="227137"/>
                  <a:pt x="11521" y="227137"/>
                </a:cubicBezTo>
                <a:cubicBezTo>
                  <a:pt x="8321" y="227137"/>
                  <a:pt x="5578" y="225948"/>
                  <a:pt x="3383" y="223754"/>
                </a:cubicBezTo>
                <a:cubicBezTo>
                  <a:pt x="1097" y="221468"/>
                  <a:pt x="0" y="218816"/>
                  <a:pt x="0" y="215616"/>
                </a:cubicBezTo>
                <a:cubicBezTo>
                  <a:pt x="0" y="212507"/>
                  <a:pt x="1097" y="209763"/>
                  <a:pt x="3383" y="207569"/>
                </a:cubicBezTo>
                <a:cubicBezTo>
                  <a:pt x="5578" y="205283"/>
                  <a:pt x="8321" y="204186"/>
                  <a:pt x="11521" y="204186"/>
                </a:cubicBezTo>
                <a:cubicBezTo>
                  <a:pt x="14630" y="204186"/>
                  <a:pt x="17374" y="205283"/>
                  <a:pt x="19568" y="207569"/>
                </a:cubicBezTo>
                <a:cubicBezTo>
                  <a:pt x="21854" y="209763"/>
                  <a:pt x="22951" y="212507"/>
                  <a:pt x="22951" y="215616"/>
                </a:cubicBezTo>
              </a:path>
              <a:path w="2558857" h="227137">
                <a:moveTo>
                  <a:pt x="234361" y="215616"/>
                </a:moveTo>
                <a:cubicBezTo>
                  <a:pt x="234361" y="218816"/>
                  <a:pt x="233172" y="221468"/>
                  <a:pt x="230977" y="223754"/>
                </a:cubicBezTo>
                <a:cubicBezTo>
                  <a:pt x="228691" y="225948"/>
                  <a:pt x="226040" y="227137"/>
                  <a:pt x="222839" y="227137"/>
                </a:cubicBezTo>
                <a:cubicBezTo>
                  <a:pt x="219639" y="227137"/>
                  <a:pt x="216987" y="225948"/>
                  <a:pt x="214701" y="223754"/>
                </a:cubicBezTo>
                <a:cubicBezTo>
                  <a:pt x="212507" y="221468"/>
                  <a:pt x="211318" y="218816"/>
                  <a:pt x="211318" y="215616"/>
                </a:cubicBezTo>
                <a:cubicBezTo>
                  <a:pt x="211318" y="212507"/>
                  <a:pt x="212507" y="209763"/>
                  <a:pt x="214701" y="207569"/>
                </a:cubicBezTo>
                <a:cubicBezTo>
                  <a:pt x="216987" y="205283"/>
                  <a:pt x="219639" y="204186"/>
                  <a:pt x="222839" y="204186"/>
                </a:cubicBezTo>
                <a:cubicBezTo>
                  <a:pt x="226040" y="204186"/>
                  <a:pt x="228691" y="205283"/>
                  <a:pt x="230977" y="207569"/>
                </a:cubicBezTo>
                <a:cubicBezTo>
                  <a:pt x="233172" y="209763"/>
                  <a:pt x="234361" y="212507"/>
                  <a:pt x="234361" y="215616"/>
                </a:cubicBezTo>
              </a:path>
              <a:path w="2558857" h="227137">
                <a:moveTo>
                  <a:pt x="419527" y="215616"/>
                </a:moveTo>
                <a:cubicBezTo>
                  <a:pt x="419527" y="218816"/>
                  <a:pt x="418429" y="221468"/>
                  <a:pt x="416143" y="223754"/>
                </a:cubicBezTo>
                <a:cubicBezTo>
                  <a:pt x="413949" y="225948"/>
                  <a:pt x="411206" y="227137"/>
                  <a:pt x="408005" y="227137"/>
                </a:cubicBezTo>
                <a:cubicBezTo>
                  <a:pt x="404896" y="227137"/>
                  <a:pt x="402153" y="225948"/>
                  <a:pt x="399959" y="223754"/>
                </a:cubicBezTo>
                <a:cubicBezTo>
                  <a:pt x="397673" y="221468"/>
                  <a:pt x="396575" y="218816"/>
                  <a:pt x="396575" y="215616"/>
                </a:cubicBezTo>
                <a:cubicBezTo>
                  <a:pt x="396575" y="212507"/>
                  <a:pt x="397673" y="209763"/>
                  <a:pt x="399959" y="207569"/>
                </a:cubicBezTo>
                <a:cubicBezTo>
                  <a:pt x="402153" y="205283"/>
                  <a:pt x="404896" y="204186"/>
                  <a:pt x="408005" y="204186"/>
                </a:cubicBezTo>
                <a:cubicBezTo>
                  <a:pt x="411206" y="204186"/>
                  <a:pt x="413949" y="205283"/>
                  <a:pt x="416143" y="207569"/>
                </a:cubicBezTo>
                <a:cubicBezTo>
                  <a:pt x="418429" y="209763"/>
                  <a:pt x="419527" y="212507"/>
                  <a:pt x="419527" y="215616"/>
                </a:cubicBezTo>
              </a:path>
              <a:path w="2558857" h="227137">
                <a:moveTo>
                  <a:pt x="569031" y="214884"/>
                </a:moveTo>
                <a:cubicBezTo>
                  <a:pt x="569031" y="218084"/>
                  <a:pt x="567934" y="220828"/>
                  <a:pt x="565739" y="223022"/>
                </a:cubicBezTo>
                <a:cubicBezTo>
                  <a:pt x="563453" y="225217"/>
                  <a:pt x="560710" y="226405"/>
                  <a:pt x="557601" y="226405"/>
                </a:cubicBezTo>
                <a:cubicBezTo>
                  <a:pt x="554401" y="226405"/>
                  <a:pt x="551749" y="225217"/>
                  <a:pt x="549463" y="223022"/>
                </a:cubicBezTo>
                <a:cubicBezTo>
                  <a:pt x="547268" y="220828"/>
                  <a:pt x="546080" y="218084"/>
                  <a:pt x="546080" y="214884"/>
                </a:cubicBezTo>
                <a:cubicBezTo>
                  <a:pt x="546080" y="211775"/>
                  <a:pt x="547268" y="209032"/>
                  <a:pt x="549463" y="206837"/>
                </a:cubicBezTo>
                <a:cubicBezTo>
                  <a:pt x="551749" y="204551"/>
                  <a:pt x="554401" y="203454"/>
                  <a:pt x="557601" y="203454"/>
                </a:cubicBezTo>
                <a:cubicBezTo>
                  <a:pt x="560710" y="203454"/>
                  <a:pt x="563453" y="204551"/>
                  <a:pt x="565739" y="206837"/>
                </a:cubicBezTo>
                <a:cubicBezTo>
                  <a:pt x="567934" y="209032"/>
                  <a:pt x="569031" y="211775"/>
                  <a:pt x="569031" y="214884"/>
                </a:cubicBezTo>
              </a:path>
              <a:path w="2558857" h="227137">
                <a:moveTo>
                  <a:pt x="763615" y="215616"/>
                </a:moveTo>
                <a:cubicBezTo>
                  <a:pt x="763615" y="218816"/>
                  <a:pt x="762427" y="221468"/>
                  <a:pt x="760232" y="223754"/>
                </a:cubicBezTo>
                <a:cubicBezTo>
                  <a:pt x="757946" y="225948"/>
                  <a:pt x="755294" y="227137"/>
                  <a:pt x="752094" y="227137"/>
                </a:cubicBezTo>
                <a:cubicBezTo>
                  <a:pt x="748894" y="227137"/>
                  <a:pt x="746242" y="225948"/>
                  <a:pt x="743956" y="223754"/>
                </a:cubicBezTo>
                <a:cubicBezTo>
                  <a:pt x="741761" y="221468"/>
                  <a:pt x="740664" y="218816"/>
                  <a:pt x="740664" y="215616"/>
                </a:cubicBezTo>
                <a:cubicBezTo>
                  <a:pt x="740664" y="212507"/>
                  <a:pt x="741761" y="209763"/>
                  <a:pt x="743956" y="207569"/>
                </a:cubicBezTo>
                <a:cubicBezTo>
                  <a:pt x="746242" y="205283"/>
                  <a:pt x="748894" y="204186"/>
                  <a:pt x="752094" y="204186"/>
                </a:cubicBezTo>
                <a:cubicBezTo>
                  <a:pt x="755294" y="204186"/>
                  <a:pt x="757946" y="205283"/>
                  <a:pt x="760232" y="207569"/>
                </a:cubicBezTo>
                <a:cubicBezTo>
                  <a:pt x="762427" y="209763"/>
                  <a:pt x="763615" y="212507"/>
                  <a:pt x="763615" y="215616"/>
                </a:cubicBezTo>
              </a:path>
              <a:path w="2558857" h="227137">
                <a:moveTo>
                  <a:pt x="963320" y="215616"/>
                </a:moveTo>
                <a:cubicBezTo>
                  <a:pt x="963320" y="218816"/>
                  <a:pt x="962132" y="221468"/>
                  <a:pt x="959937" y="223754"/>
                </a:cubicBezTo>
                <a:cubicBezTo>
                  <a:pt x="957651" y="225948"/>
                  <a:pt x="954999" y="227137"/>
                  <a:pt x="951799" y="227137"/>
                </a:cubicBezTo>
                <a:cubicBezTo>
                  <a:pt x="948599" y="227137"/>
                  <a:pt x="945947" y="225948"/>
                  <a:pt x="943661" y="223754"/>
                </a:cubicBezTo>
                <a:cubicBezTo>
                  <a:pt x="941466" y="221468"/>
                  <a:pt x="940369" y="218816"/>
                  <a:pt x="940369" y="215616"/>
                </a:cubicBezTo>
                <a:cubicBezTo>
                  <a:pt x="940369" y="212507"/>
                  <a:pt x="941466" y="209763"/>
                  <a:pt x="943661" y="207569"/>
                </a:cubicBezTo>
                <a:cubicBezTo>
                  <a:pt x="945947" y="205283"/>
                  <a:pt x="948599" y="204186"/>
                  <a:pt x="951799" y="204186"/>
                </a:cubicBezTo>
                <a:cubicBezTo>
                  <a:pt x="954999" y="204186"/>
                  <a:pt x="957651" y="205283"/>
                  <a:pt x="959937" y="207569"/>
                </a:cubicBezTo>
                <a:cubicBezTo>
                  <a:pt x="962132" y="209763"/>
                  <a:pt x="963320" y="212507"/>
                  <a:pt x="963320" y="215616"/>
                </a:cubicBezTo>
              </a:path>
              <a:path w="2558857" h="227137">
                <a:moveTo>
                  <a:pt x="1194664" y="183612"/>
                </a:moveTo>
                <a:cubicBezTo>
                  <a:pt x="1194664" y="186720"/>
                  <a:pt x="1193475" y="189464"/>
                  <a:pt x="1191280" y="191658"/>
                </a:cubicBezTo>
                <a:cubicBezTo>
                  <a:pt x="1188994" y="193944"/>
                  <a:pt x="1186343" y="195042"/>
                  <a:pt x="1183142" y="195042"/>
                </a:cubicBezTo>
                <a:cubicBezTo>
                  <a:pt x="1179942" y="195042"/>
                  <a:pt x="1177290" y="193944"/>
                  <a:pt x="1175004" y="191658"/>
                </a:cubicBezTo>
                <a:cubicBezTo>
                  <a:pt x="1172809" y="189464"/>
                  <a:pt x="1171712" y="186720"/>
                  <a:pt x="1171712" y="183612"/>
                </a:cubicBezTo>
                <a:cubicBezTo>
                  <a:pt x="1171712" y="180411"/>
                  <a:pt x="1172809" y="177759"/>
                  <a:pt x="1175004" y="175473"/>
                </a:cubicBezTo>
                <a:cubicBezTo>
                  <a:pt x="1177290" y="173279"/>
                  <a:pt x="1179942" y="172090"/>
                  <a:pt x="1183142" y="172090"/>
                </a:cubicBezTo>
                <a:cubicBezTo>
                  <a:pt x="1186343" y="172090"/>
                  <a:pt x="1188994" y="173279"/>
                  <a:pt x="1191280" y="175473"/>
                </a:cubicBezTo>
                <a:cubicBezTo>
                  <a:pt x="1193475" y="177759"/>
                  <a:pt x="1194664" y="180411"/>
                  <a:pt x="1194664" y="183612"/>
                </a:cubicBezTo>
              </a:path>
              <a:path w="2558857" h="227137">
                <a:moveTo>
                  <a:pt x="1361633" y="215616"/>
                </a:moveTo>
                <a:cubicBezTo>
                  <a:pt x="1361633" y="218816"/>
                  <a:pt x="1360536" y="221468"/>
                  <a:pt x="1358250" y="223754"/>
                </a:cubicBezTo>
                <a:cubicBezTo>
                  <a:pt x="1356055" y="225948"/>
                  <a:pt x="1353312" y="227137"/>
                  <a:pt x="1350203" y="227137"/>
                </a:cubicBezTo>
                <a:cubicBezTo>
                  <a:pt x="1347003" y="227137"/>
                  <a:pt x="1344259" y="225948"/>
                  <a:pt x="1342065" y="223754"/>
                </a:cubicBezTo>
                <a:cubicBezTo>
                  <a:pt x="1339779" y="221468"/>
                  <a:pt x="1338682" y="218816"/>
                  <a:pt x="1338682" y="215616"/>
                </a:cubicBezTo>
                <a:cubicBezTo>
                  <a:pt x="1338682" y="212507"/>
                  <a:pt x="1339779" y="209763"/>
                  <a:pt x="1342065" y="207569"/>
                </a:cubicBezTo>
                <a:cubicBezTo>
                  <a:pt x="1344259" y="205283"/>
                  <a:pt x="1347003" y="204186"/>
                  <a:pt x="1350203" y="204186"/>
                </a:cubicBezTo>
                <a:cubicBezTo>
                  <a:pt x="1353312" y="204186"/>
                  <a:pt x="1356055" y="205283"/>
                  <a:pt x="1358250" y="207569"/>
                </a:cubicBezTo>
                <a:cubicBezTo>
                  <a:pt x="1360536" y="209763"/>
                  <a:pt x="1361633" y="212507"/>
                  <a:pt x="1361633" y="215616"/>
                </a:cubicBezTo>
              </a:path>
              <a:path w="2558857" h="227137">
                <a:moveTo>
                  <a:pt x="1607607" y="171724"/>
                </a:moveTo>
                <a:cubicBezTo>
                  <a:pt x="1607607" y="174833"/>
                  <a:pt x="1606509" y="177576"/>
                  <a:pt x="1604223" y="179771"/>
                </a:cubicBezTo>
                <a:cubicBezTo>
                  <a:pt x="1602029" y="182057"/>
                  <a:pt x="1599286" y="183154"/>
                  <a:pt x="1596177" y="183154"/>
                </a:cubicBezTo>
                <a:cubicBezTo>
                  <a:pt x="1592976" y="183154"/>
                  <a:pt x="1590233" y="182057"/>
                  <a:pt x="1588038" y="179771"/>
                </a:cubicBezTo>
                <a:cubicBezTo>
                  <a:pt x="1585752" y="177576"/>
                  <a:pt x="1584655" y="174833"/>
                  <a:pt x="1584655" y="171724"/>
                </a:cubicBezTo>
                <a:cubicBezTo>
                  <a:pt x="1584655" y="168524"/>
                  <a:pt x="1585752" y="165872"/>
                  <a:pt x="1588038" y="163586"/>
                </a:cubicBezTo>
                <a:cubicBezTo>
                  <a:pt x="1590233" y="161392"/>
                  <a:pt x="1592976" y="160203"/>
                  <a:pt x="1596177" y="160203"/>
                </a:cubicBezTo>
                <a:cubicBezTo>
                  <a:pt x="1599286" y="160203"/>
                  <a:pt x="1602029" y="161392"/>
                  <a:pt x="1604223" y="163586"/>
                </a:cubicBezTo>
                <a:cubicBezTo>
                  <a:pt x="1606509" y="165872"/>
                  <a:pt x="1607607" y="168524"/>
                  <a:pt x="1607607" y="171724"/>
                </a:cubicBezTo>
              </a:path>
              <a:path w="2558857" h="227137">
                <a:moveTo>
                  <a:pt x="1799173" y="215616"/>
                </a:moveTo>
                <a:cubicBezTo>
                  <a:pt x="1799173" y="218816"/>
                  <a:pt x="1798076" y="221468"/>
                  <a:pt x="1795882" y="223754"/>
                </a:cubicBezTo>
                <a:cubicBezTo>
                  <a:pt x="1793596" y="225948"/>
                  <a:pt x="1790852" y="227137"/>
                  <a:pt x="1787743" y="227137"/>
                </a:cubicBezTo>
                <a:cubicBezTo>
                  <a:pt x="1784543" y="227137"/>
                  <a:pt x="1781800" y="225948"/>
                  <a:pt x="1779605" y="223754"/>
                </a:cubicBezTo>
                <a:cubicBezTo>
                  <a:pt x="1777319" y="221468"/>
                  <a:pt x="1776222" y="218816"/>
                  <a:pt x="1776222" y="215616"/>
                </a:cubicBezTo>
                <a:cubicBezTo>
                  <a:pt x="1776222" y="212507"/>
                  <a:pt x="1777319" y="209763"/>
                  <a:pt x="1779605" y="207569"/>
                </a:cubicBezTo>
                <a:cubicBezTo>
                  <a:pt x="1781800" y="205283"/>
                  <a:pt x="1784543" y="204186"/>
                  <a:pt x="1787743" y="204186"/>
                </a:cubicBezTo>
                <a:cubicBezTo>
                  <a:pt x="1790852" y="204186"/>
                  <a:pt x="1793596" y="205283"/>
                  <a:pt x="1795882" y="207569"/>
                </a:cubicBezTo>
                <a:cubicBezTo>
                  <a:pt x="1798076" y="209763"/>
                  <a:pt x="1799173" y="212507"/>
                  <a:pt x="1799173" y="215616"/>
                </a:cubicBezTo>
              </a:path>
              <a:path w="2558857" h="227137">
                <a:moveTo>
                  <a:pt x="2034997" y="215616"/>
                </a:moveTo>
                <a:cubicBezTo>
                  <a:pt x="2034997" y="218816"/>
                  <a:pt x="2033808" y="221468"/>
                  <a:pt x="2031614" y="223754"/>
                </a:cubicBezTo>
                <a:cubicBezTo>
                  <a:pt x="2029328" y="225948"/>
                  <a:pt x="2026676" y="227137"/>
                  <a:pt x="2023476" y="227137"/>
                </a:cubicBezTo>
                <a:cubicBezTo>
                  <a:pt x="2020275" y="227137"/>
                  <a:pt x="2017624" y="225948"/>
                  <a:pt x="2015338" y="223754"/>
                </a:cubicBezTo>
                <a:cubicBezTo>
                  <a:pt x="2013143" y="221468"/>
                  <a:pt x="2012046" y="218816"/>
                  <a:pt x="2012046" y="215616"/>
                </a:cubicBezTo>
                <a:cubicBezTo>
                  <a:pt x="2012046" y="212507"/>
                  <a:pt x="2013143" y="209763"/>
                  <a:pt x="2015338" y="207569"/>
                </a:cubicBezTo>
                <a:cubicBezTo>
                  <a:pt x="2017624" y="205283"/>
                  <a:pt x="2020275" y="204186"/>
                  <a:pt x="2023476" y="204186"/>
                </a:cubicBezTo>
                <a:cubicBezTo>
                  <a:pt x="2026676" y="204186"/>
                  <a:pt x="2029328" y="205283"/>
                  <a:pt x="2031614" y="207569"/>
                </a:cubicBezTo>
                <a:cubicBezTo>
                  <a:pt x="2033808" y="209763"/>
                  <a:pt x="2034997" y="212507"/>
                  <a:pt x="2034997" y="215616"/>
                </a:cubicBezTo>
              </a:path>
              <a:path w="2558857" h="227137">
                <a:moveTo>
                  <a:pt x="2219889" y="215616"/>
                </a:moveTo>
                <a:cubicBezTo>
                  <a:pt x="2219889" y="218816"/>
                  <a:pt x="2218792" y="221468"/>
                  <a:pt x="2216506" y="223754"/>
                </a:cubicBezTo>
                <a:cubicBezTo>
                  <a:pt x="2214311" y="225948"/>
                  <a:pt x="2211568" y="227137"/>
                  <a:pt x="2208367" y="227137"/>
                </a:cubicBezTo>
                <a:cubicBezTo>
                  <a:pt x="2205258" y="227137"/>
                  <a:pt x="2202515" y="225948"/>
                  <a:pt x="2200321" y="223754"/>
                </a:cubicBezTo>
                <a:cubicBezTo>
                  <a:pt x="2198035" y="221468"/>
                  <a:pt x="2196937" y="218816"/>
                  <a:pt x="2196937" y="215616"/>
                </a:cubicBezTo>
                <a:cubicBezTo>
                  <a:pt x="2196937" y="212507"/>
                  <a:pt x="2198035" y="209763"/>
                  <a:pt x="2200321" y="207569"/>
                </a:cubicBezTo>
                <a:cubicBezTo>
                  <a:pt x="2202515" y="205283"/>
                  <a:pt x="2205258" y="204186"/>
                  <a:pt x="2208367" y="204186"/>
                </a:cubicBezTo>
                <a:cubicBezTo>
                  <a:pt x="2211568" y="204186"/>
                  <a:pt x="2214311" y="205283"/>
                  <a:pt x="2216506" y="207569"/>
                </a:cubicBezTo>
                <a:cubicBezTo>
                  <a:pt x="2218792" y="209763"/>
                  <a:pt x="2219889" y="212507"/>
                  <a:pt x="2219889" y="215616"/>
                </a:cubicBezTo>
              </a:path>
              <a:path w="2558857" h="227137">
                <a:moveTo>
                  <a:pt x="2346259" y="215616"/>
                </a:moveTo>
                <a:cubicBezTo>
                  <a:pt x="2346259" y="218816"/>
                  <a:pt x="2345162" y="221468"/>
                  <a:pt x="2342876" y="223754"/>
                </a:cubicBezTo>
                <a:cubicBezTo>
                  <a:pt x="2340590" y="225948"/>
                  <a:pt x="2337938" y="227137"/>
                  <a:pt x="2334738" y="227137"/>
                </a:cubicBezTo>
                <a:cubicBezTo>
                  <a:pt x="2331629" y="227137"/>
                  <a:pt x="2328885" y="225948"/>
                  <a:pt x="2326599" y="223754"/>
                </a:cubicBezTo>
                <a:cubicBezTo>
                  <a:pt x="2324405" y="221468"/>
                  <a:pt x="2323308" y="218816"/>
                  <a:pt x="2323308" y="215616"/>
                </a:cubicBezTo>
                <a:cubicBezTo>
                  <a:pt x="2323308" y="212507"/>
                  <a:pt x="2324405" y="209763"/>
                  <a:pt x="2326599" y="207569"/>
                </a:cubicBezTo>
                <a:cubicBezTo>
                  <a:pt x="2328885" y="205283"/>
                  <a:pt x="2331629" y="204186"/>
                  <a:pt x="2334738" y="204186"/>
                </a:cubicBezTo>
                <a:cubicBezTo>
                  <a:pt x="2337938" y="204186"/>
                  <a:pt x="2340590" y="205283"/>
                  <a:pt x="2342876" y="207569"/>
                </a:cubicBezTo>
                <a:cubicBezTo>
                  <a:pt x="2345162" y="209763"/>
                  <a:pt x="2346259" y="212507"/>
                  <a:pt x="2346259" y="215616"/>
                </a:cubicBezTo>
              </a:path>
              <a:path w="2558857" h="227137">
                <a:moveTo>
                  <a:pt x="2558857" y="184617"/>
                </a:moveTo>
                <a:cubicBezTo>
                  <a:pt x="2558857" y="187818"/>
                  <a:pt x="2557760" y="190470"/>
                  <a:pt x="2555474" y="192756"/>
                </a:cubicBezTo>
                <a:cubicBezTo>
                  <a:pt x="2553279" y="194950"/>
                  <a:pt x="2550536" y="196047"/>
                  <a:pt x="2547427" y="196047"/>
                </a:cubicBezTo>
                <a:cubicBezTo>
                  <a:pt x="2544227" y="196047"/>
                  <a:pt x="2541483" y="194950"/>
                  <a:pt x="2539289" y="192756"/>
                </a:cubicBezTo>
                <a:cubicBezTo>
                  <a:pt x="2537003" y="190470"/>
                  <a:pt x="2535906" y="187818"/>
                  <a:pt x="2535906" y="184617"/>
                </a:cubicBezTo>
                <a:cubicBezTo>
                  <a:pt x="2535906" y="181417"/>
                  <a:pt x="2537003" y="178765"/>
                  <a:pt x="2539289" y="176479"/>
                </a:cubicBezTo>
                <a:cubicBezTo>
                  <a:pt x="2541483" y="174285"/>
                  <a:pt x="2544227" y="173187"/>
                  <a:pt x="2547427" y="173187"/>
                </a:cubicBezTo>
                <a:cubicBezTo>
                  <a:pt x="2550536" y="173187"/>
                  <a:pt x="2553279" y="174285"/>
                  <a:pt x="2555474" y="176479"/>
                </a:cubicBezTo>
                <a:cubicBezTo>
                  <a:pt x="2557760" y="178765"/>
                  <a:pt x="2558857" y="181417"/>
                  <a:pt x="2558857" y="184617"/>
                </a:cubicBezTo>
              </a:path>
              <a:path w="2558857" h="227137">
                <a:moveTo>
                  <a:pt x="22951" y="11430"/>
                </a:moveTo>
                <a:cubicBezTo>
                  <a:pt x="22951" y="14630"/>
                  <a:pt x="21854" y="17282"/>
                  <a:pt x="19568" y="19568"/>
                </a:cubicBezTo>
                <a:cubicBezTo>
                  <a:pt x="17374" y="21763"/>
                  <a:pt x="14630" y="22951"/>
                  <a:pt x="11521" y="22951"/>
                </a:cubicBezTo>
                <a:cubicBezTo>
                  <a:pt x="8321" y="22951"/>
                  <a:pt x="5578" y="21763"/>
                  <a:pt x="3383" y="19568"/>
                </a:cubicBezTo>
                <a:cubicBezTo>
                  <a:pt x="1097" y="17282"/>
                  <a:pt x="0" y="14630"/>
                  <a:pt x="0" y="11430"/>
                </a:cubicBezTo>
                <a:cubicBezTo>
                  <a:pt x="0" y="8321"/>
                  <a:pt x="1097" y="5578"/>
                  <a:pt x="3383" y="3383"/>
                </a:cubicBezTo>
                <a:cubicBezTo>
                  <a:pt x="5578" y="1097"/>
                  <a:pt x="8321" y="0"/>
                  <a:pt x="11521" y="0"/>
                </a:cubicBezTo>
                <a:cubicBezTo>
                  <a:pt x="14630" y="0"/>
                  <a:pt x="17374" y="1097"/>
                  <a:pt x="19568" y="3383"/>
                </a:cubicBezTo>
                <a:cubicBezTo>
                  <a:pt x="21854" y="5578"/>
                  <a:pt x="22951" y="8321"/>
                  <a:pt x="22951" y="11430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6" name="Forma 137"/>
          <p:cNvSpPr/>
          <p:nvPr/>
        </p:nvSpPr>
        <p:spPr>
          <a:xfrm>
            <a:off x="1371143" y="3658149"/>
            <a:ext cx="57790" cy="57699"/>
          </a:xfrm>
          <a:custGeom>
            <a:avLst/>
            <a:gdLst/>
            <a:ahLst/>
            <a:cxnLst/>
            <a:rect l="l" t="t" r="r" b="b"/>
            <a:pathLst>
              <a:path w="57790" h="57699">
                <a:moveTo>
                  <a:pt x="57790" y="28895"/>
                </a:moveTo>
                <a:cubicBezTo>
                  <a:pt x="57790" y="32736"/>
                  <a:pt x="57059" y="36393"/>
                  <a:pt x="55596" y="39868"/>
                </a:cubicBezTo>
                <a:cubicBezTo>
                  <a:pt x="54132" y="43434"/>
                  <a:pt x="52029" y="46543"/>
                  <a:pt x="49378" y="49286"/>
                </a:cubicBezTo>
                <a:cubicBezTo>
                  <a:pt x="46634" y="51938"/>
                  <a:pt x="43525" y="54041"/>
                  <a:pt x="39959" y="55504"/>
                </a:cubicBezTo>
                <a:cubicBezTo>
                  <a:pt x="36393" y="56967"/>
                  <a:pt x="32736" y="57699"/>
                  <a:pt x="28895" y="57699"/>
                </a:cubicBezTo>
                <a:cubicBezTo>
                  <a:pt x="25055" y="57699"/>
                  <a:pt x="21397" y="56967"/>
                  <a:pt x="17831" y="55504"/>
                </a:cubicBezTo>
                <a:cubicBezTo>
                  <a:pt x="14265" y="54041"/>
                  <a:pt x="11156" y="51938"/>
                  <a:pt x="8504" y="49286"/>
                </a:cubicBezTo>
                <a:cubicBezTo>
                  <a:pt x="5761" y="46543"/>
                  <a:pt x="3658" y="43434"/>
                  <a:pt x="2195" y="39868"/>
                </a:cubicBezTo>
                <a:cubicBezTo>
                  <a:pt x="732" y="36393"/>
                  <a:pt x="0" y="32736"/>
                  <a:pt x="0" y="28895"/>
                </a:cubicBezTo>
                <a:cubicBezTo>
                  <a:pt x="0" y="25055"/>
                  <a:pt x="732" y="21397"/>
                  <a:pt x="2195" y="17831"/>
                </a:cubicBezTo>
                <a:cubicBezTo>
                  <a:pt x="3658" y="14265"/>
                  <a:pt x="5761" y="11156"/>
                  <a:pt x="8504" y="8412"/>
                </a:cubicBezTo>
                <a:cubicBezTo>
                  <a:pt x="11156" y="5761"/>
                  <a:pt x="14265" y="3658"/>
                  <a:pt x="17831" y="2195"/>
                </a:cubicBezTo>
                <a:cubicBezTo>
                  <a:pt x="21397" y="732"/>
                  <a:pt x="25055" y="0"/>
                  <a:pt x="28895" y="0"/>
                </a:cubicBezTo>
                <a:cubicBezTo>
                  <a:pt x="32736" y="0"/>
                  <a:pt x="36393" y="732"/>
                  <a:pt x="39959" y="2195"/>
                </a:cubicBezTo>
                <a:cubicBezTo>
                  <a:pt x="43525" y="3658"/>
                  <a:pt x="46634" y="5761"/>
                  <a:pt x="49378" y="8412"/>
                </a:cubicBezTo>
                <a:cubicBezTo>
                  <a:pt x="52029" y="11156"/>
                  <a:pt x="54132" y="14265"/>
                  <a:pt x="55596" y="17831"/>
                </a:cubicBezTo>
                <a:cubicBezTo>
                  <a:pt x="57059" y="21397"/>
                  <a:pt x="57790" y="25055"/>
                  <a:pt x="57790" y="28895"/>
                </a:cubicBezTo>
              </a:path>
            </a:pathLst>
          </a:custGeom>
          <a:solidFill>
            <a:srgbClr val="315D70"/>
          </a:solidFill>
          <a:ln w="9779">
            <a:solidFill>
              <a:srgbClr val="F2EFE6"/>
            </a:solidFill>
            <a:prstDash val="solid"/>
          </a:ln>
        </p:spPr>
      </p:sp>
      <p:sp>
        <p:nvSpPr>
          <p:cNvPr id="7" name="Forma 138"/>
          <p:cNvSpPr/>
          <p:nvPr/>
        </p:nvSpPr>
        <p:spPr>
          <a:xfrm>
            <a:off x="1178387" y="3045226"/>
            <a:ext cx="2622225" cy="683605"/>
          </a:xfrm>
          <a:custGeom>
            <a:avLst/>
            <a:gdLst/>
            <a:ahLst/>
            <a:cxnLst/>
            <a:rect l="l" t="t" r="r" b="b"/>
            <a:pathLst>
              <a:path w="2622225" h="683605">
                <a:moveTo>
                  <a:pt x="420715" y="672084"/>
                </a:moveTo>
                <a:cubicBezTo>
                  <a:pt x="420715" y="675284"/>
                  <a:pt x="419527" y="678028"/>
                  <a:pt x="417332" y="680222"/>
                </a:cubicBezTo>
                <a:cubicBezTo>
                  <a:pt x="415046" y="682508"/>
                  <a:pt x="412394" y="683605"/>
                  <a:pt x="409194" y="683605"/>
                </a:cubicBezTo>
                <a:cubicBezTo>
                  <a:pt x="405994" y="683605"/>
                  <a:pt x="403342" y="682508"/>
                  <a:pt x="401056" y="680222"/>
                </a:cubicBezTo>
                <a:cubicBezTo>
                  <a:pt x="398861" y="678028"/>
                  <a:pt x="397673" y="675284"/>
                  <a:pt x="397673" y="672084"/>
                </a:cubicBezTo>
                <a:cubicBezTo>
                  <a:pt x="397673" y="668975"/>
                  <a:pt x="398861" y="666232"/>
                  <a:pt x="401056" y="664037"/>
                </a:cubicBezTo>
                <a:cubicBezTo>
                  <a:pt x="403342" y="661751"/>
                  <a:pt x="405994" y="660654"/>
                  <a:pt x="409194" y="660654"/>
                </a:cubicBezTo>
                <a:cubicBezTo>
                  <a:pt x="412394" y="660654"/>
                  <a:pt x="415046" y="661751"/>
                  <a:pt x="417332" y="664037"/>
                </a:cubicBezTo>
                <a:cubicBezTo>
                  <a:pt x="419527" y="666232"/>
                  <a:pt x="420715" y="668975"/>
                  <a:pt x="420715" y="672084"/>
                </a:cubicBezTo>
              </a:path>
              <a:path w="2622225" h="683605">
                <a:moveTo>
                  <a:pt x="569214" y="658094"/>
                </a:moveTo>
                <a:cubicBezTo>
                  <a:pt x="569214" y="661203"/>
                  <a:pt x="568117" y="663946"/>
                  <a:pt x="565831" y="666140"/>
                </a:cubicBezTo>
                <a:cubicBezTo>
                  <a:pt x="563636" y="668426"/>
                  <a:pt x="560893" y="669524"/>
                  <a:pt x="557784" y="669524"/>
                </a:cubicBezTo>
                <a:cubicBezTo>
                  <a:pt x="554584" y="669524"/>
                  <a:pt x="551840" y="668426"/>
                  <a:pt x="549646" y="666140"/>
                </a:cubicBezTo>
                <a:cubicBezTo>
                  <a:pt x="547360" y="663946"/>
                  <a:pt x="546263" y="661203"/>
                  <a:pt x="546263" y="658094"/>
                </a:cubicBezTo>
                <a:cubicBezTo>
                  <a:pt x="546263" y="654893"/>
                  <a:pt x="547360" y="652242"/>
                  <a:pt x="549646" y="649956"/>
                </a:cubicBezTo>
                <a:cubicBezTo>
                  <a:pt x="551840" y="647761"/>
                  <a:pt x="554584" y="646572"/>
                  <a:pt x="557784" y="646572"/>
                </a:cubicBezTo>
                <a:cubicBezTo>
                  <a:pt x="560893" y="646572"/>
                  <a:pt x="563636" y="647761"/>
                  <a:pt x="565831" y="649956"/>
                </a:cubicBezTo>
                <a:cubicBezTo>
                  <a:pt x="568117" y="652242"/>
                  <a:pt x="569214" y="654893"/>
                  <a:pt x="569214" y="658094"/>
                </a:cubicBezTo>
              </a:path>
              <a:path w="2622225" h="683605">
                <a:moveTo>
                  <a:pt x="826800" y="636331"/>
                </a:moveTo>
                <a:cubicBezTo>
                  <a:pt x="826800" y="639531"/>
                  <a:pt x="825612" y="642183"/>
                  <a:pt x="823417" y="644469"/>
                </a:cubicBezTo>
                <a:cubicBezTo>
                  <a:pt x="821131" y="646664"/>
                  <a:pt x="818479" y="647761"/>
                  <a:pt x="815279" y="647761"/>
                </a:cubicBezTo>
                <a:cubicBezTo>
                  <a:pt x="812079" y="647761"/>
                  <a:pt x="809427" y="646664"/>
                  <a:pt x="807141" y="644469"/>
                </a:cubicBezTo>
                <a:cubicBezTo>
                  <a:pt x="804946" y="642183"/>
                  <a:pt x="803849" y="639531"/>
                  <a:pt x="803849" y="636331"/>
                </a:cubicBezTo>
                <a:cubicBezTo>
                  <a:pt x="803849" y="633222"/>
                  <a:pt x="804946" y="630479"/>
                  <a:pt x="807141" y="628284"/>
                </a:cubicBezTo>
                <a:cubicBezTo>
                  <a:pt x="809427" y="625998"/>
                  <a:pt x="812079" y="624901"/>
                  <a:pt x="815279" y="624901"/>
                </a:cubicBezTo>
                <a:cubicBezTo>
                  <a:pt x="818479" y="624901"/>
                  <a:pt x="821131" y="625998"/>
                  <a:pt x="823417" y="628284"/>
                </a:cubicBezTo>
                <a:cubicBezTo>
                  <a:pt x="825612" y="630479"/>
                  <a:pt x="826800" y="633222"/>
                  <a:pt x="826800" y="636331"/>
                </a:cubicBezTo>
              </a:path>
              <a:path w="2622225" h="683605">
                <a:moveTo>
                  <a:pt x="987278" y="620878"/>
                </a:moveTo>
                <a:cubicBezTo>
                  <a:pt x="987278" y="623987"/>
                  <a:pt x="986180" y="626730"/>
                  <a:pt x="983986" y="628924"/>
                </a:cubicBezTo>
                <a:cubicBezTo>
                  <a:pt x="981700" y="631210"/>
                  <a:pt x="979048" y="632308"/>
                  <a:pt x="975848" y="632308"/>
                </a:cubicBezTo>
                <a:cubicBezTo>
                  <a:pt x="972647" y="632308"/>
                  <a:pt x="969996" y="631210"/>
                  <a:pt x="967710" y="628924"/>
                </a:cubicBezTo>
                <a:cubicBezTo>
                  <a:pt x="965515" y="626730"/>
                  <a:pt x="964326" y="623987"/>
                  <a:pt x="964326" y="620878"/>
                </a:cubicBezTo>
                <a:cubicBezTo>
                  <a:pt x="964326" y="617677"/>
                  <a:pt x="965515" y="615025"/>
                  <a:pt x="967710" y="612739"/>
                </a:cubicBezTo>
                <a:cubicBezTo>
                  <a:pt x="969996" y="610545"/>
                  <a:pt x="972647" y="609356"/>
                  <a:pt x="975848" y="609356"/>
                </a:cubicBezTo>
                <a:cubicBezTo>
                  <a:pt x="979048" y="609356"/>
                  <a:pt x="981700" y="610545"/>
                  <a:pt x="983986" y="612739"/>
                </a:cubicBezTo>
                <a:cubicBezTo>
                  <a:pt x="986180" y="615025"/>
                  <a:pt x="987278" y="617677"/>
                  <a:pt x="987278" y="620878"/>
                </a:cubicBezTo>
              </a:path>
              <a:path w="2622225" h="683605">
                <a:moveTo>
                  <a:pt x="1197498" y="648950"/>
                </a:moveTo>
                <a:cubicBezTo>
                  <a:pt x="1197498" y="652059"/>
                  <a:pt x="1196401" y="654802"/>
                  <a:pt x="1194115" y="656996"/>
                </a:cubicBezTo>
                <a:cubicBezTo>
                  <a:pt x="1191920" y="659282"/>
                  <a:pt x="1189177" y="660380"/>
                  <a:pt x="1185977" y="660380"/>
                </a:cubicBezTo>
                <a:cubicBezTo>
                  <a:pt x="1182868" y="660380"/>
                  <a:pt x="1180125" y="659282"/>
                  <a:pt x="1177930" y="656996"/>
                </a:cubicBezTo>
                <a:cubicBezTo>
                  <a:pt x="1175644" y="654802"/>
                  <a:pt x="1174547" y="652059"/>
                  <a:pt x="1174547" y="648950"/>
                </a:cubicBezTo>
                <a:cubicBezTo>
                  <a:pt x="1174547" y="645749"/>
                  <a:pt x="1175644" y="643006"/>
                  <a:pt x="1177930" y="640812"/>
                </a:cubicBezTo>
                <a:cubicBezTo>
                  <a:pt x="1180125" y="638526"/>
                  <a:pt x="1182868" y="637428"/>
                  <a:pt x="1185977" y="637428"/>
                </a:cubicBezTo>
                <a:cubicBezTo>
                  <a:pt x="1189177" y="637428"/>
                  <a:pt x="1191920" y="638526"/>
                  <a:pt x="1194115" y="640812"/>
                </a:cubicBezTo>
                <a:cubicBezTo>
                  <a:pt x="1196401" y="643006"/>
                  <a:pt x="1197498" y="645749"/>
                  <a:pt x="1197498" y="648950"/>
                </a:cubicBezTo>
              </a:path>
              <a:path w="2622225" h="683605">
                <a:moveTo>
                  <a:pt x="1427470" y="609722"/>
                </a:moveTo>
                <a:cubicBezTo>
                  <a:pt x="1427470" y="612922"/>
                  <a:pt x="1426373" y="615574"/>
                  <a:pt x="1424178" y="617860"/>
                </a:cubicBezTo>
                <a:cubicBezTo>
                  <a:pt x="1421892" y="620055"/>
                  <a:pt x="1419240" y="621152"/>
                  <a:pt x="1416040" y="621152"/>
                </a:cubicBezTo>
                <a:cubicBezTo>
                  <a:pt x="1412839" y="621152"/>
                  <a:pt x="1410188" y="620055"/>
                  <a:pt x="1407902" y="617860"/>
                </a:cubicBezTo>
                <a:cubicBezTo>
                  <a:pt x="1405707" y="615574"/>
                  <a:pt x="1404518" y="612922"/>
                  <a:pt x="1404518" y="609722"/>
                </a:cubicBezTo>
                <a:cubicBezTo>
                  <a:pt x="1404518" y="606522"/>
                  <a:pt x="1405707" y="603870"/>
                  <a:pt x="1407902" y="601584"/>
                </a:cubicBezTo>
                <a:cubicBezTo>
                  <a:pt x="1410188" y="599389"/>
                  <a:pt x="1412839" y="598292"/>
                  <a:pt x="1416040" y="598292"/>
                </a:cubicBezTo>
                <a:cubicBezTo>
                  <a:pt x="1419240" y="598292"/>
                  <a:pt x="1421892" y="599389"/>
                  <a:pt x="1424178" y="601584"/>
                </a:cubicBezTo>
                <a:cubicBezTo>
                  <a:pt x="1426373" y="603870"/>
                  <a:pt x="1427470" y="606522"/>
                  <a:pt x="1427470" y="609722"/>
                </a:cubicBezTo>
              </a:path>
              <a:path w="2622225" h="683605">
                <a:moveTo>
                  <a:pt x="1569933" y="621975"/>
                </a:moveTo>
                <a:cubicBezTo>
                  <a:pt x="1569933" y="625084"/>
                  <a:pt x="1568836" y="627827"/>
                  <a:pt x="1566550" y="630022"/>
                </a:cubicBezTo>
                <a:cubicBezTo>
                  <a:pt x="1564356" y="632308"/>
                  <a:pt x="1561612" y="633405"/>
                  <a:pt x="1558503" y="633405"/>
                </a:cubicBezTo>
                <a:cubicBezTo>
                  <a:pt x="1555303" y="633405"/>
                  <a:pt x="1552560" y="632308"/>
                  <a:pt x="1550365" y="630022"/>
                </a:cubicBezTo>
                <a:cubicBezTo>
                  <a:pt x="1548079" y="627827"/>
                  <a:pt x="1546982" y="625084"/>
                  <a:pt x="1546982" y="621975"/>
                </a:cubicBezTo>
                <a:cubicBezTo>
                  <a:pt x="1546982" y="618774"/>
                  <a:pt x="1548079" y="616123"/>
                  <a:pt x="1550365" y="613837"/>
                </a:cubicBezTo>
                <a:cubicBezTo>
                  <a:pt x="1552560" y="611642"/>
                  <a:pt x="1555303" y="610453"/>
                  <a:pt x="1558503" y="610453"/>
                </a:cubicBezTo>
                <a:cubicBezTo>
                  <a:pt x="1561612" y="610453"/>
                  <a:pt x="1564356" y="611642"/>
                  <a:pt x="1566550" y="613837"/>
                </a:cubicBezTo>
                <a:cubicBezTo>
                  <a:pt x="1568836" y="616123"/>
                  <a:pt x="1569933" y="618774"/>
                  <a:pt x="1569933" y="621975"/>
                </a:cubicBezTo>
              </a:path>
              <a:path w="2622225" h="683605">
                <a:moveTo>
                  <a:pt x="1794144" y="592440"/>
                </a:moveTo>
                <a:cubicBezTo>
                  <a:pt x="1794144" y="595640"/>
                  <a:pt x="1793047" y="598292"/>
                  <a:pt x="1790761" y="600578"/>
                </a:cubicBezTo>
                <a:cubicBezTo>
                  <a:pt x="1788566" y="602772"/>
                  <a:pt x="1785823" y="603870"/>
                  <a:pt x="1782623" y="603870"/>
                </a:cubicBezTo>
                <a:cubicBezTo>
                  <a:pt x="1779514" y="603870"/>
                  <a:pt x="1776771" y="602772"/>
                  <a:pt x="1774576" y="600578"/>
                </a:cubicBezTo>
                <a:cubicBezTo>
                  <a:pt x="1772290" y="598292"/>
                  <a:pt x="1771193" y="595640"/>
                  <a:pt x="1771193" y="592440"/>
                </a:cubicBezTo>
                <a:cubicBezTo>
                  <a:pt x="1771193" y="589331"/>
                  <a:pt x="1772290" y="586588"/>
                  <a:pt x="1774576" y="584393"/>
                </a:cubicBezTo>
                <a:cubicBezTo>
                  <a:pt x="1776771" y="582107"/>
                  <a:pt x="1779514" y="581010"/>
                  <a:pt x="1782623" y="581010"/>
                </a:cubicBezTo>
                <a:cubicBezTo>
                  <a:pt x="1785823" y="581010"/>
                  <a:pt x="1788566" y="582107"/>
                  <a:pt x="1790761" y="584302"/>
                </a:cubicBezTo>
                <a:cubicBezTo>
                  <a:pt x="1793047" y="586588"/>
                  <a:pt x="1794144" y="589331"/>
                  <a:pt x="1794144" y="592440"/>
                </a:cubicBezTo>
              </a:path>
              <a:path w="2622225" h="683605">
                <a:moveTo>
                  <a:pt x="2010674" y="650047"/>
                </a:moveTo>
                <a:cubicBezTo>
                  <a:pt x="2010674" y="653247"/>
                  <a:pt x="2009577" y="655899"/>
                  <a:pt x="2007291" y="658185"/>
                </a:cubicBezTo>
                <a:cubicBezTo>
                  <a:pt x="2005096" y="660380"/>
                  <a:pt x="2002353" y="661477"/>
                  <a:pt x="1999244" y="661477"/>
                </a:cubicBezTo>
                <a:cubicBezTo>
                  <a:pt x="1996044" y="661477"/>
                  <a:pt x="1993301" y="660380"/>
                  <a:pt x="1991106" y="658185"/>
                </a:cubicBezTo>
                <a:cubicBezTo>
                  <a:pt x="1988820" y="655899"/>
                  <a:pt x="1987723" y="653247"/>
                  <a:pt x="1987723" y="650047"/>
                </a:cubicBezTo>
                <a:cubicBezTo>
                  <a:pt x="1987723" y="646847"/>
                  <a:pt x="1988820" y="644195"/>
                  <a:pt x="1991106" y="641909"/>
                </a:cubicBezTo>
                <a:cubicBezTo>
                  <a:pt x="1993301" y="639714"/>
                  <a:pt x="1996044" y="638617"/>
                  <a:pt x="1999244" y="638617"/>
                </a:cubicBezTo>
                <a:cubicBezTo>
                  <a:pt x="2002353" y="638617"/>
                  <a:pt x="2005096" y="639714"/>
                  <a:pt x="2007291" y="641909"/>
                </a:cubicBezTo>
                <a:cubicBezTo>
                  <a:pt x="2009577" y="644195"/>
                  <a:pt x="2010674" y="646847"/>
                  <a:pt x="2010674" y="650047"/>
                </a:cubicBezTo>
              </a:path>
              <a:path w="2622225" h="683605">
                <a:moveTo>
                  <a:pt x="2231868" y="666780"/>
                </a:moveTo>
                <a:cubicBezTo>
                  <a:pt x="2231868" y="669889"/>
                  <a:pt x="2230770" y="672633"/>
                  <a:pt x="2228484" y="674827"/>
                </a:cubicBezTo>
                <a:cubicBezTo>
                  <a:pt x="2226290" y="677113"/>
                  <a:pt x="2223546" y="678210"/>
                  <a:pt x="2220346" y="678210"/>
                </a:cubicBezTo>
                <a:cubicBezTo>
                  <a:pt x="2217237" y="678210"/>
                  <a:pt x="2214494" y="677113"/>
                  <a:pt x="2212299" y="674827"/>
                </a:cubicBezTo>
                <a:cubicBezTo>
                  <a:pt x="2210013" y="672633"/>
                  <a:pt x="2208916" y="669889"/>
                  <a:pt x="2208916" y="666780"/>
                </a:cubicBezTo>
                <a:cubicBezTo>
                  <a:pt x="2208916" y="663580"/>
                  <a:pt x="2210013" y="660837"/>
                  <a:pt x="2212299" y="658642"/>
                </a:cubicBezTo>
                <a:cubicBezTo>
                  <a:pt x="2214494" y="656356"/>
                  <a:pt x="2217237" y="655259"/>
                  <a:pt x="2220346" y="655259"/>
                </a:cubicBezTo>
                <a:cubicBezTo>
                  <a:pt x="2223546" y="655259"/>
                  <a:pt x="2226290" y="656356"/>
                  <a:pt x="2228484" y="658642"/>
                </a:cubicBezTo>
                <a:cubicBezTo>
                  <a:pt x="2230770" y="660837"/>
                  <a:pt x="2231868" y="663580"/>
                  <a:pt x="2231868" y="666780"/>
                </a:cubicBezTo>
              </a:path>
              <a:path w="2622225" h="683605">
                <a:moveTo>
                  <a:pt x="2373142" y="604053"/>
                </a:moveTo>
                <a:cubicBezTo>
                  <a:pt x="2373142" y="607162"/>
                  <a:pt x="2372045" y="609905"/>
                  <a:pt x="2369759" y="612099"/>
                </a:cubicBezTo>
                <a:cubicBezTo>
                  <a:pt x="2367564" y="614385"/>
                  <a:pt x="2364821" y="615483"/>
                  <a:pt x="2361712" y="615483"/>
                </a:cubicBezTo>
                <a:cubicBezTo>
                  <a:pt x="2358512" y="615483"/>
                  <a:pt x="2355769" y="614385"/>
                  <a:pt x="2353574" y="612099"/>
                </a:cubicBezTo>
                <a:cubicBezTo>
                  <a:pt x="2351288" y="609905"/>
                  <a:pt x="2350191" y="607162"/>
                  <a:pt x="2350191" y="604053"/>
                </a:cubicBezTo>
                <a:cubicBezTo>
                  <a:pt x="2350191" y="600852"/>
                  <a:pt x="2351288" y="598200"/>
                  <a:pt x="2353574" y="595914"/>
                </a:cubicBezTo>
                <a:cubicBezTo>
                  <a:pt x="2355769" y="593720"/>
                  <a:pt x="2358512" y="592623"/>
                  <a:pt x="2361712" y="592623"/>
                </a:cubicBezTo>
                <a:cubicBezTo>
                  <a:pt x="2364821" y="592623"/>
                  <a:pt x="2367564" y="593720"/>
                  <a:pt x="2369759" y="595914"/>
                </a:cubicBezTo>
                <a:cubicBezTo>
                  <a:pt x="2372045" y="598200"/>
                  <a:pt x="2373142" y="600852"/>
                  <a:pt x="2373142" y="604053"/>
                </a:cubicBezTo>
              </a:path>
              <a:path w="2622225" h="683605">
                <a:moveTo>
                  <a:pt x="2543495" y="630296"/>
                </a:moveTo>
                <a:cubicBezTo>
                  <a:pt x="2543495" y="633496"/>
                  <a:pt x="2542398" y="636148"/>
                  <a:pt x="2540203" y="638434"/>
                </a:cubicBezTo>
                <a:cubicBezTo>
                  <a:pt x="2537917" y="640629"/>
                  <a:pt x="2535174" y="641817"/>
                  <a:pt x="2532065" y="641817"/>
                </a:cubicBezTo>
                <a:cubicBezTo>
                  <a:pt x="2528865" y="641817"/>
                  <a:pt x="2526121" y="640629"/>
                  <a:pt x="2523927" y="638434"/>
                </a:cubicBezTo>
                <a:cubicBezTo>
                  <a:pt x="2521641" y="636148"/>
                  <a:pt x="2520544" y="633496"/>
                  <a:pt x="2520544" y="630296"/>
                </a:cubicBezTo>
                <a:cubicBezTo>
                  <a:pt x="2520544" y="627187"/>
                  <a:pt x="2521641" y="624444"/>
                  <a:pt x="2523927" y="622249"/>
                </a:cubicBezTo>
                <a:cubicBezTo>
                  <a:pt x="2526121" y="619963"/>
                  <a:pt x="2528865" y="618866"/>
                  <a:pt x="2532065" y="618866"/>
                </a:cubicBezTo>
                <a:cubicBezTo>
                  <a:pt x="2535174" y="618866"/>
                  <a:pt x="2537917" y="619963"/>
                  <a:pt x="2540203" y="622249"/>
                </a:cubicBezTo>
                <a:cubicBezTo>
                  <a:pt x="2542398" y="624444"/>
                  <a:pt x="2543495" y="627187"/>
                  <a:pt x="2543495" y="630296"/>
                </a:cubicBezTo>
              </a:path>
              <a:path w="2622225" h="683605">
                <a:moveTo>
                  <a:pt x="22951" y="416601"/>
                </a:moveTo>
                <a:cubicBezTo>
                  <a:pt x="22951" y="419710"/>
                  <a:pt x="21854" y="422453"/>
                  <a:pt x="19568" y="424647"/>
                </a:cubicBezTo>
                <a:cubicBezTo>
                  <a:pt x="17374" y="426933"/>
                  <a:pt x="14630" y="428031"/>
                  <a:pt x="11521" y="428031"/>
                </a:cubicBezTo>
                <a:cubicBezTo>
                  <a:pt x="8321" y="428031"/>
                  <a:pt x="5578" y="426933"/>
                  <a:pt x="3383" y="424647"/>
                </a:cubicBezTo>
                <a:cubicBezTo>
                  <a:pt x="1097" y="422453"/>
                  <a:pt x="0" y="419710"/>
                  <a:pt x="0" y="416601"/>
                </a:cubicBezTo>
                <a:cubicBezTo>
                  <a:pt x="0" y="413400"/>
                  <a:pt x="1097" y="410748"/>
                  <a:pt x="3383" y="408462"/>
                </a:cubicBezTo>
                <a:cubicBezTo>
                  <a:pt x="5578" y="406268"/>
                  <a:pt x="8321" y="405171"/>
                  <a:pt x="11521" y="405171"/>
                </a:cubicBezTo>
                <a:cubicBezTo>
                  <a:pt x="14630" y="405171"/>
                  <a:pt x="17374" y="406268"/>
                  <a:pt x="19568" y="408462"/>
                </a:cubicBezTo>
                <a:cubicBezTo>
                  <a:pt x="21854" y="410748"/>
                  <a:pt x="22951" y="413400"/>
                  <a:pt x="22951" y="416601"/>
                </a:cubicBezTo>
              </a:path>
              <a:path w="2622225" h="683605">
                <a:moveTo>
                  <a:pt x="245425" y="425928"/>
                </a:moveTo>
                <a:cubicBezTo>
                  <a:pt x="245425" y="429128"/>
                  <a:pt x="244328" y="431780"/>
                  <a:pt x="242133" y="434066"/>
                </a:cubicBezTo>
                <a:cubicBezTo>
                  <a:pt x="239847" y="436260"/>
                  <a:pt x="237104" y="437358"/>
                  <a:pt x="233995" y="437358"/>
                </a:cubicBezTo>
                <a:cubicBezTo>
                  <a:pt x="230795" y="437358"/>
                  <a:pt x="228143" y="436260"/>
                  <a:pt x="225857" y="434066"/>
                </a:cubicBezTo>
                <a:cubicBezTo>
                  <a:pt x="223662" y="431780"/>
                  <a:pt x="222474" y="429128"/>
                  <a:pt x="222474" y="425928"/>
                </a:cubicBezTo>
                <a:cubicBezTo>
                  <a:pt x="222474" y="422727"/>
                  <a:pt x="223662" y="420075"/>
                  <a:pt x="225857" y="417789"/>
                </a:cubicBezTo>
                <a:cubicBezTo>
                  <a:pt x="228143" y="415595"/>
                  <a:pt x="230795" y="414498"/>
                  <a:pt x="233995" y="414498"/>
                </a:cubicBezTo>
                <a:cubicBezTo>
                  <a:pt x="237104" y="414498"/>
                  <a:pt x="239847" y="415595"/>
                  <a:pt x="242133" y="417789"/>
                </a:cubicBezTo>
                <a:cubicBezTo>
                  <a:pt x="244328" y="420075"/>
                  <a:pt x="245425" y="422727"/>
                  <a:pt x="245425" y="425928"/>
                </a:cubicBezTo>
              </a:path>
              <a:path w="2622225" h="683605">
                <a:moveTo>
                  <a:pt x="452902" y="451348"/>
                </a:moveTo>
                <a:cubicBezTo>
                  <a:pt x="452902" y="454548"/>
                  <a:pt x="451805" y="457200"/>
                  <a:pt x="449519" y="459486"/>
                </a:cubicBezTo>
                <a:cubicBezTo>
                  <a:pt x="447324" y="461681"/>
                  <a:pt x="444581" y="462778"/>
                  <a:pt x="441381" y="462778"/>
                </a:cubicBezTo>
                <a:cubicBezTo>
                  <a:pt x="438272" y="462778"/>
                  <a:pt x="435529" y="461681"/>
                  <a:pt x="433334" y="459486"/>
                </a:cubicBezTo>
                <a:cubicBezTo>
                  <a:pt x="431048" y="457200"/>
                  <a:pt x="429951" y="454548"/>
                  <a:pt x="429951" y="451348"/>
                </a:cubicBezTo>
                <a:cubicBezTo>
                  <a:pt x="429951" y="448147"/>
                  <a:pt x="431048" y="445496"/>
                  <a:pt x="433334" y="443210"/>
                </a:cubicBezTo>
                <a:cubicBezTo>
                  <a:pt x="435529" y="441015"/>
                  <a:pt x="438272" y="439918"/>
                  <a:pt x="441381" y="439918"/>
                </a:cubicBezTo>
                <a:cubicBezTo>
                  <a:pt x="444581" y="439918"/>
                  <a:pt x="447324" y="441015"/>
                  <a:pt x="449519" y="443210"/>
                </a:cubicBezTo>
                <a:cubicBezTo>
                  <a:pt x="451805" y="445496"/>
                  <a:pt x="452902" y="448147"/>
                  <a:pt x="452902" y="451348"/>
                </a:cubicBezTo>
              </a:path>
              <a:path w="2622225" h="683605">
                <a:moveTo>
                  <a:pt x="631668" y="423824"/>
                </a:moveTo>
                <a:cubicBezTo>
                  <a:pt x="631668" y="426933"/>
                  <a:pt x="630570" y="429677"/>
                  <a:pt x="628376" y="431871"/>
                </a:cubicBezTo>
                <a:cubicBezTo>
                  <a:pt x="626090" y="434157"/>
                  <a:pt x="623346" y="435254"/>
                  <a:pt x="620238" y="435254"/>
                </a:cubicBezTo>
                <a:cubicBezTo>
                  <a:pt x="617037" y="435254"/>
                  <a:pt x="614294" y="434157"/>
                  <a:pt x="612099" y="431871"/>
                </a:cubicBezTo>
                <a:cubicBezTo>
                  <a:pt x="609813" y="429677"/>
                  <a:pt x="608716" y="426933"/>
                  <a:pt x="608716" y="423824"/>
                </a:cubicBezTo>
                <a:cubicBezTo>
                  <a:pt x="608716" y="420624"/>
                  <a:pt x="609813" y="417972"/>
                  <a:pt x="612099" y="415686"/>
                </a:cubicBezTo>
                <a:cubicBezTo>
                  <a:pt x="614294" y="413492"/>
                  <a:pt x="617037" y="412303"/>
                  <a:pt x="620238" y="412303"/>
                </a:cubicBezTo>
                <a:cubicBezTo>
                  <a:pt x="623346" y="412303"/>
                  <a:pt x="626090" y="413492"/>
                  <a:pt x="628376" y="415686"/>
                </a:cubicBezTo>
                <a:cubicBezTo>
                  <a:pt x="630570" y="417972"/>
                  <a:pt x="631668" y="420624"/>
                  <a:pt x="631668" y="423824"/>
                </a:cubicBezTo>
              </a:path>
              <a:path w="2622225" h="683605">
                <a:moveTo>
                  <a:pt x="816925" y="437358"/>
                </a:moveTo>
                <a:cubicBezTo>
                  <a:pt x="816925" y="440466"/>
                  <a:pt x="815736" y="443210"/>
                  <a:pt x="813542" y="445496"/>
                </a:cubicBezTo>
                <a:cubicBezTo>
                  <a:pt x="811256" y="447690"/>
                  <a:pt x="808604" y="448788"/>
                  <a:pt x="805404" y="448788"/>
                </a:cubicBezTo>
                <a:cubicBezTo>
                  <a:pt x="802295" y="448788"/>
                  <a:pt x="799551" y="447690"/>
                  <a:pt x="797265" y="445496"/>
                </a:cubicBezTo>
                <a:cubicBezTo>
                  <a:pt x="795071" y="443210"/>
                  <a:pt x="793974" y="440466"/>
                  <a:pt x="793974" y="437358"/>
                </a:cubicBezTo>
                <a:cubicBezTo>
                  <a:pt x="793974" y="434157"/>
                  <a:pt x="795071" y="431505"/>
                  <a:pt x="797265" y="429219"/>
                </a:cubicBezTo>
                <a:cubicBezTo>
                  <a:pt x="799551" y="427025"/>
                  <a:pt x="802295" y="425928"/>
                  <a:pt x="805404" y="425928"/>
                </a:cubicBezTo>
                <a:cubicBezTo>
                  <a:pt x="808604" y="425928"/>
                  <a:pt x="811256" y="427025"/>
                  <a:pt x="813542" y="429219"/>
                </a:cubicBezTo>
                <a:cubicBezTo>
                  <a:pt x="815736" y="431505"/>
                  <a:pt x="816925" y="434157"/>
                  <a:pt x="816925" y="437358"/>
                </a:cubicBezTo>
              </a:path>
              <a:path w="2622225" h="683605">
                <a:moveTo>
                  <a:pt x="1038941" y="389443"/>
                </a:moveTo>
                <a:cubicBezTo>
                  <a:pt x="1038941" y="392552"/>
                  <a:pt x="1037844" y="395295"/>
                  <a:pt x="1035649" y="397490"/>
                </a:cubicBezTo>
                <a:cubicBezTo>
                  <a:pt x="1033363" y="399776"/>
                  <a:pt x="1030620" y="400873"/>
                  <a:pt x="1027511" y="400873"/>
                </a:cubicBezTo>
                <a:cubicBezTo>
                  <a:pt x="1024311" y="400873"/>
                  <a:pt x="1021659" y="399776"/>
                  <a:pt x="1019373" y="397490"/>
                </a:cubicBezTo>
                <a:cubicBezTo>
                  <a:pt x="1017179" y="395295"/>
                  <a:pt x="1015990" y="392552"/>
                  <a:pt x="1015990" y="389443"/>
                </a:cubicBezTo>
                <a:cubicBezTo>
                  <a:pt x="1015990" y="386243"/>
                  <a:pt x="1017179" y="383591"/>
                  <a:pt x="1019373" y="381305"/>
                </a:cubicBezTo>
                <a:cubicBezTo>
                  <a:pt x="1021659" y="379110"/>
                  <a:pt x="1024311" y="377922"/>
                  <a:pt x="1027511" y="377922"/>
                </a:cubicBezTo>
                <a:cubicBezTo>
                  <a:pt x="1030620" y="377922"/>
                  <a:pt x="1033363" y="379110"/>
                  <a:pt x="1035649" y="381305"/>
                </a:cubicBezTo>
                <a:cubicBezTo>
                  <a:pt x="1037844" y="383591"/>
                  <a:pt x="1038941" y="386243"/>
                  <a:pt x="1038941" y="389443"/>
                </a:cubicBezTo>
              </a:path>
              <a:path w="2622225" h="683605">
                <a:moveTo>
                  <a:pt x="1199510" y="416966"/>
                </a:moveTo>
                <a:cubicBezTo>
                  <a:pt x="1199510" y="420167"/>
                  <a:pt x="1198413" y="422819"/>
                  <a:pt x="1196127" y="425105"/>
                </a:cubicBezTo>
                <a:cubicBezTo>
                  <a:pt x="1193932" y="427299"/>
                  <a:pt x="1191189" y="428396"/>
                  <a:pt x="1188080" y="428396"/>
                </a:cubicBezTo>
                <a:cubicBezTo>
                  <a:pt x="1184880" y="428396"/>
                  <a:pt x="1182136" y="427299"/>
                  <a:pt x="1179942" y="425105"/>
                </a:cubicBezTo>
                <a:cubicBezTo>
                  <a:pt x="1177656" y="422819"/>
                  <a:pt x="1176558" y="420167"/>
                  <a:pt x="1176558" y="416966"/>
                </a:cubicBezTo>
                <a:cubicBezTo>
                  <a:pt x="1176558" y="413766"/>
                  <a:pt x="1177656" y="411114"/>
                  <a:pt x="1179942" y="408828"/>
                </a:cubicBezTo>
                <a:cubicBezTo>
                  <a:pt x="1182136" y="406634"/>
                  <a:pt x="1184880" y="405536"/>
                  <a:pt x="1188080" y="405536"/>
                </a:cubicBezTo>
                <a:cubicBezTo>
                  <a:pt x="1191189" y="405536"/>
                  <a:pt x="1193932" y="406634"/>
                  <a:pt x="1196127" y="408828"/>
                </a:cubicBezTo>
                <a:cubicBezTo>
                  <a:pt x="1198413" y="411114"/>
                  <a:pt x="1199510" y="413766"/>
                  <a:pt x="1199510" y="416966"/>
                </a:cubicBezTo>
              </a:path>
              <a:path w="2622225" h="683605">
                <a:moveTo>
                  <a:pt x="1355415" y="413309"/>
                </a:moveTo>
                <a:cubicBezTo>
                  <a:pt x="1355415" y="416509"/>
                  <a:pt x="1354318" y="419161"/>
                  <a:pt x="1352032" y="421447"/>
                </a:cubicBezTo>
                <a:cubicBezTo>
                  <a:pt x="1349837" y="423642"/>
                  <a:pt x="1347094" y="424739"/>
                  <a:pt x="1343985" y="424739"/>
                </a:cubicBezTo>
                <a:cubicBezTo>
                  <a:pt x="1340785" y="424739"/>
                  <a:pt x="1338042" y="423642"/>
                  <a:pt x="1335847" y="421447"/>
                </a:cubicBezTo>
                <a:cubicBezTo>
                  <a:pt x="1333561" y="419161"/>
                  <a:pt x="1332464" y="416509"/>
                  <a:pt x="1332464" y="413309"/>
                </a:cubicBezTo>
                <a:cubicBezTo>
                  <a:pt x="1332464" y="410200"/>
                  <a:pt x="1333561" y="407457"/>
                  <a:pt x="1335847" y="405171"/>
                </a:cubicBezTo>
                <a:cubicBezTo>
                  <a:pt x="1338042" y="402976"/>
                  <a:pt x="1340785" y="401879"/>
                  <a:pt x="1343985" y="401879"/>
                </a:cubicBezTo>
                <a:cubicBezTo>
                  <a:pt x="1347094" y="401879"/>
                  <a:pt x="1349837" y="402976"/>
                  <a:pt x="1352032" y="405171"/>
                </a:cubicBezTo>
                <a:cubicBezTo>
                  <a:pt x="1354318" y="407457"/>
                  <a:pt x="1355415" y="410200"/>
                  <a:pt x="1355415" y="413309"/>
                </a:cubicBezTo>
              </a:path>
              <a:path w="2622225" h="683605">
                <a:moveTo>
                  <a:pt x="1609527" y="384688"/>
                </a:moveTo>
                <a:cubicBezTo>
                  <a:pt x="1609527" y="387797"/>
                  <a:pt x="1608430" y="390540"/>
                  <a:pt x="1606235" y="392735"/>
                </a:cubicBezTo>
                <a:cubicBezTo>
                  <a:pt x="1603949" y="395021"/>
                  <a:pt x="1601297" y="396118"/>
                  <a:pt x="1598097" y="396118"/>
                </a:cubicBezTo>
                <a:cubicBezTo>
                  <a:pt x="1594896" y="396118"/>
                  <a:pt x="1592245" y="395021"/>
                  <a:pt x="1589959" y="392735"/>
                </a:cubicBezTo>
                <a:cubicBezTo>
                  <a:pt x="1587764" y="390540"/>
                  <a:pt x="1586575" y="387797"/>
                  <a:pt x="1586575" y="384688"/>
                </a:cubicBezTo>
                <a:cubicBezTo>
                  <a:pt x="1586575" y="381488"/>
                  <a:pt x="1587764" y="378836"/>
                  <a:pt x="1589959" y="376550"/>
                </a:cubicBezTo>
                <a:cubicBezTo>
                  <a:pt x="1592245" y="374355"/>
                  <a:pt x="1594896" y="373167"/>
                  <a:pt x="1598097" y="373167"/>
                </a:cubicBezTo>
                <a:cubicBezTo>
                  <a:pt x="1601297" y="373167"/>
                  <a:pt x="1603949" y="374355"/>
                  <a:pt x="1606235" y="376550"/>
                </a:cubicBezTo>
                <a:cubicBezTo>
                  <a:pt x="1608430" y="378836"/>
                  <a:pt x="1609527" y="381488"/>
                  <a:pt x="1609527" y="384688"/>
                </a:cubicBezTo>
              </a:path>
              <a:path w="2622225" h="683605">
                <a:moveTo>
                  <a:pt x="1823222" y="454182"/>
                </a:moveTo>
                <a:cubicBezTo>
                  <a:pt x="1823222" y="457383"/>
                  <a:pt x="1822125" y="460035"/>
                  <a:pt x="1819930" y="462321"/>
                </a:cubicBezTo>
                <a:cubicBezTo>
                  <a:pt x="1817644" y="464515"/>
                  <a:pt x="1814993" y="465704"/>
                  <a:pt x="1811792" y="465704"/>
                </a:cubicBezTo>
                <a:cubicBezTo>
                  <a:pt x="1808592" y="465704"/>
                  <a:pt x="1805940" y="464515"/>
                  <a:pt x="1803654" y="462321"/>
                </a:cubicBezTo>
                <a:cubicBezTo>
                  <a:pt x="1801459" y="460035"/>
                  <a:pt x="1800271" y="457383"/>
                  <a:pt x="1800271" y="454182"/>
                </a:cubicBezTo>
                <a:cubicBezTo>
                  <a:pt x="1800271" y="451074"/>
                  <a:pt x="1801459" y="448330"/>
                  <a:pt x="1803654" y="446136"/>
                </a:cubicBezTo>
                <a:cubicBezTo>
                  <a:pt x="1805940" y="443850"/>
                  <a:pt x="1808592" y="442752"/>
                  <a:pt x="1811792" y="442752"/>
                </a:cubicBezTo>
                <a:cubicBezTo>
                  <a:pt x="1814993" y="442752"/>
                  <a:pt x="1817644" y="443850"/>
                  <a:pt x="1819930" y="446136"/>
                </a:cubicBezTo>
                <a:cubicBezTo>
                  <a:pt x="1822125" y="448330"/>
                  <a:pt x="1823222" y="451074"/>
                  <a:pt x="1823222" y="454182"/>
                </a:cubicBezTo>
              </a:path>
              <a:path w="2622225" h="683605">
                <a:moveTo>
                  <a:pt x="1976933" y="416509"/>
                </a:moveTo>
                <a:cubicBezTo>
                  <a:pt x="1976933" y="419710"/>
                  <a:pt x="1975836" y="422453"/>
                  <a:pt x="1973641" y="424647"/>
                </a:cubicBezTo>
                <a:cubicBezTo>
                  <a:pt x="1971355" y="426933"/>
                  <a:pt x="1968703" y="428031"/>
                  <a:pt x="1965503" y="428031"/>
                </a:cubicBezTo>
                <a:cubicBezTo>
                  <a:pt x="1962302" y="428031"/>
                  <a:pt x="1959651" y="426933"/>
                  <a:pt x="1957365" y="424647"/>
                </a:cubicBezTo>
                <a:cubicBezTo>
                  <a:pt x="1955170" y="422453"/>
                  <a:pt x="1953981" y="419710"/>
                  <a:pt x="1953981" y="416509"/>
                </a:cubicBezTo>
                <a:cubicBezTo>
                  <a:pt x="1953981" y="413400"/>
                  <a:pt x="1955170" y="410657"/>
                  <a:pt x="1957365" y="408462"/>
                </a:cubicBezTo>
                <a:cubicBezTo>
                  <a:pt x="1959651" y="406176"/>
                  <a:pt x="1962302" y="405079"/>
                  <a:pt x="1965503" y="405079"/>
                </a:cubicBezTo>
                <a:cubicBezTo>
                  <a:pt x="1968703" y="405079"/>
                  <a:pt x="1971355" y="406176"/>
                  <a:pt x="1973641" y="408462"/>
                </a:cubicBezTo>
                <a:cubicBezTo>
                  <a:pt x="1975836" y="410657"/>
                  <a:pt x="1976933" y="413400"/>
                  <a:pt x="1976933" y="416509"/>
                </a:cubicBezTo>
              </a:path>
              <a:path w="2622225" h="683605">
                <a:moveTo>
                  <a:pt x="2137776" y="436809"/>
                </a:moveTo>
                <a:cubicBezTo>
                  <a:pt x="2137776" y="440009"/>
                  <a:pt x="2136678" y="442661"/>
                  <a:pt x="2134392" y="444947"/>
                </a:cubicBezTo>
                <a:cubicBezTo>
                  <a:pt x="2132198" y="447142"/>
                  <a:pt x="2129455" y="448330"/>
                  <a:pt x="2126254" y="448330"/>
                </a:cubicBezTo>
                <a:cubicBezTo>
                  <a:pt x="2123145" y="448330"/>
                  <a:pt x="2120402" y="447142"/>
                  <a:pt x="2118208" y="444947"/>
                </a:cubicBezTo>
                <a:cubicBezTo>
                  <a:pt x="2115922" y="442661"/>
                  <a:pt x="2114824" y="440009"/>
                  <a:pt x="2114824" y="436809"/>
                </a:cubicBezTo>
                <a:cubicBezTo>
                  <a:pt x="2114824" y="433700"/>
                  <a:pt x="2115922" y="430957"/>
                  <a:pt x="2118208" y="428762"/>
                </a:cubicBezTo>
                <a:cubicBezTo>
                  <a:pt x="2120402" y="426476"/>
                  <a:pt x="2123145" y="425379"/>
                  <a:pt x="2126254" y="425379"/>
                </a:cubicBezTo>
                <a:cubicBezTo>
                  <a:pt x="2129455" y="425379"/>
                  <a:pt x="2132198" y="426476"/>
                  <a:pt x="2134392" y="428762"/>
                </a:cubicBezTo>
                <a:cubicBezTo>
                  <a:pt x="2136678" y="430957"/>
                  <a:pt x="2137776" y="433700"/>
                  <a:pt x="2137776" y="436809"/>
                </a:cubicBezTo>
              </a:path>
              <a:path w="2622225" h="683605">
                <a:moveTo>
                  <a:pt x="2348545" y="470642"/>
                </a:moveTo>
                <a:cubicBezTo>
                  <a:pt x="2348545" y="473751"/>
                  <a:pt x="2347448" y="476494"/>
                  <a:pt x="2345253" y="478688"/>
                </a:cubicBezTo>
                <a:cubicBezTo>
                  <a:pt x="2342967" y="480974"/>
                  <a:pt x="2340224" y="482072"/>
                  <a:pt x="2337115" y="482072"/>
                </a:cubicBezTo>
                <a:cubicBezTo>
                  <a:pt x="2333915" y="482072"/>
                  <a:pt x="2331263" y="480974"/>
                  <a:pt x="2328977" y="478688"/>
                </a:cubicBezTo>
                <a:cubicBezTo>
                  <a:pt x="2326782" y="476494"/>
                  <a:pt x="2325594" y="473751"/>
                  <a:pt x="2325594" y="470642"/>
                </a:cubicBezTo>
                <a:cubicBezTo>
                  <a:pt x="2325594" y="467441"/>
                  <a:pt x="2326782" y="464790"/>
                  <a:pt x="2328977" y="462504"/>
                </a:cubicBezTo>
                <a:cubicBezTo>
                  <a:pt x="2331263" y="460309"/>
                  <a:pt x="2333915" y="459120"/>
                  <a:pt x="2337115" y="459120"/>
                </a:cubicBezTo>
                <a:cubicBezTo>
                  <a:pt x="2340224" y="459120"/>
                  <a:pt x="2342967" y="460309"/>
                  <a:pt x="2345253" y="462504"/>
                </a:cubicBezTo>
                <a:cubicBezTo>
                  <a:pt x="2347448" y="464790"/>
                  <a:pt x="2348545" y="467441"/>
                  <a:pt x="2348545" y="470642"/>
                </a:cubicBezTo>
              </a:path>
              <a:path w="2622225" h="683605">
                <a:moveTo>
                  <a:pt x="2534351" y="406725"/>
                </a:moveTo>
                <a:cubicBezTo>
                  <a:pt x="2534351" y="409926"/>
                  <a:pt x="2533254" y="412577"/>
                  <a:pt x="2531059" y="414863"/>
                </a:cubicBezTo>
                <a:cubicBezTo>
                  <a:pt x="2528773" y="417058"/>
                  <a:pt x="2526030" y="418247"/>
                  <a:pt x="2522921" y="418247"/>
                </a:cubicBezTo>
                <a:cubicBezTo>
                  <a:pt x="2519721" y="418247"/>
                  <a:pt x="2517069" y="417058"/>
                  <a:pt x="2514783" y="414863"/>
                </a:cubicBezTo>
                <a:cubicBezTo>
                  <a:pt x="2512497" y="412577"/>
                  <a:pt x="2511400" y="409926"/>
                  <a:pt x="2511400" y="406725"/>
                </a:cubicBezTo>
                <a:cubicBezTo>
                  <a:pt x="2511400" y="403616"/>
                  <a:pt x="2512497" y="400873"/>
                  <a:pt x="2514783" y="398678"/>
                </a:cubicBezTo>
                <a:cubicBezTo>
                  <a:pt x="2517069" y="396392"/>
                  <a:pt x="2519721" y="395295"/>
                  <a:pt x="2522921" y="395295"/>
                </a:cubicBezTo>
                <a:cubicBezTo>
                  <a:pt x="2526030" y="395295"/>
                  <a:pt x="2528773" y="396392"/>
                  <a:pt x="2531059" y="398678"/>
                </a:cubicBezTo>
                <a:cubicBezTo>
                  <a:pt x="2533254" y="400873"/>
                  <a:pt x="2534351" y="403616"/>
                  <a:pt x="2534351" y="406725"/>
                </a:cubicBezTo>
              </a:path>
              <a:path w="2622225" h="683605">
                <a:moveTo>
                  <a:pt x="22951" y="261610"/>
                </a:moveTo>
                <a:cubicBezTo>
                  <a:pt x="22951" y="264810"/>
                  <a:pt x="21854" y="267553"/>
                  <a:pt x="19568" y="269748"/>
                </a:cubicBezTo>
                <a:cubicBezTo>
                  <a:pt x="17374" y="272034"/>
                  <a:pt x="14630" y="273131"/>
                  <a:pt x="11521" y="273131"/>
                </a:cubicBezTo>
                <a:cubicBezTo>
                  <a:pt x="8321" y="273131"/>
                  <a:pt x="5578" y="272034"/>
                  <a:pt x="3383" y="269748"/>
                </a:cubicBezTo>
                <a:cubicBezTo>
                  <a:pt x="1097" y="267553"/>
                  <a:pt x="0" y="264810"/>
                  <a:pt x="0" y="261610"/>
                </a:cubicBezTo>
                <a:cubicBezTo>
                  <a:pt x="0" y="258501"/>
                  <a:pt x="1097" y="255758"/>
                  <a:pt x="3383" y="253563"/>
                </a:cubicBezTo>
                <a:cubicBezTo>
                  <a:pt x="5578" y="251277"/>
                  <a:pt x="8321" y="250180"/>
                  <a:pt x="11521" y="250180"/>
                </a:cubicBezTo>
                <a:cubicBezTo>
                  <a:pt x="14630" y="250180"/>
                  <a:pt x="17374" y="251277"/>
                  <a:pt x="19568" y="253563"/>
                </a:cubicBezTo>
                <a:cubicBezTo>
                  <a:pt x="21854" y="255758"/>
                  <a:pt x="22951" y="258501"/>
                  <a:pt x="22951" y="261610"/>
                </a:cubicBezTo>
              </a:path>
              <a:path w="2622225" h="683605">
                <a:moveTo>
                  <a:pt x="208758" y="200436"/>
                </a:moveTo>
                <a:cubicBezTo>
                  <a:pt x="208758" y="203637"/>
                  <a:pt x="207660" y="206289"/>
                  <a:pt x="205374" y="208575"/>
                </a:cubicBezTo>
                <a:cubicBezTo>
                  <a:pt x="203180" y="210769"/>
                  <a:pt x="200436" y="211866"/>
                  <a:pt x="197328" y="211866"/>
                </a:cubicBezTo>
                <a:cubicBezTo>
                  <a:pt x="194127" y="211866"/>
                  <a:pt x="191384" y="210769"/>
                  <a:pt x="189189" y="208575"/>
                </a:cubicBezTo>
                <a:cubicBezTo>
                  <a:pt x="186903" y="206289"/>
                  <a:pt x="185806" y="203637"/>
                  <a:pt x="185806" y="200436"/>
                </a:cubicBezTo>
                <a:cubicBezTo>
                  <a:pt x="185806" y="197236"/>
                  <a:pt x="186903" y="194584"/>
                  <a:pt x="189189" y="192298"/>
                </a:cubicBezTo>
                <a:cubicBezTo>
                  <a:pt x="191384" y="190104"/>
                  <a:pt x="194127" y="189006"/>
                  <a:pt x="197328" y="189006"/>
                </a:cubicBezTo>
                <a:cubicBezTo>
                  <a:pt x="200436" y="189006"/>
                  <a:pt x="203180" y="190104"/>
                  <a:pt x="205374" y="192298"/>
                </a:cubicBezTo>
                <a:cubicBezTo>
                  <a:pt x="207660" y="194584"/>
                  <a:pt x="208758" y="197236"/>
                  <a:pt x="208758" y="200436"/>
                </a:cubicBezTo>
              </a:path>
              <a:path w="2622225" h="683605">
                <a:moveTo>
                  <a:pt x="374721" y="241859"/>
                </a:moveTo>
                <a:cubicBezTo>
                  <a:pt x="374721" y="244968"/>
                  <a:pt x="373624" y="247711"/>
                  <a:pt x="371429" y="249906"/>
                </a:cubicBezTo>
                <a:cubicBezTo>
                  <a:pt x="369143" y="252192"/>
                  <a:pt x="366400" y="253289"/>
                  <a:pt x="363291" y="253289"/>
                </a:cubicBezTo>
                <a:cubicBezTo>
                  <a:pt x="360091" y="253289"/>
                  <a:pt x="357439" y="252192"/>
                  <a:pt x="355153" y="249906"/>
                </a:cubicBezTo>
                <a:cubicBezTo>
                  <a:pt x="352958" y="247711"/>
                  <a:pt x="351770" y="244968"/>
                  <a:pt x="351770" y="241859"/>
                </a:cubicBezTo>
                <a:cubicBezTo>
                  <a:pt x="351770" y="238658"/>
                  <a:pt x="352958" y="236007"/>
                  <a:pt x="355153" y="233721"/>
                </a:cubicBezTo>
                <a:cubicBezTo>
                  <a:pt x="357439" y="231526"/>
                  <a:pt x="360091" y="230337"/>
                  <a:pt x="363291" y="230337"/>
                </a:cubicBezTo>
                <a:cubicBezTo>
                  <a:pt x="366400" y="230337"/>
                  <a:pt x="369143" y="231526"/>
                  <a:pt x="371429" y="233721"/>
                </a:cubicBezTo>
                <a:cubicBezTo>
                  <a:pt x="373624" y="236007"/>
                  <a:pt x="374721" y="238658"/>
                  <a:pt x="374721" y="241859"/>
                </a:cubicBezTo>
              </a:path>
              <a:path w="2622225" h="683605">
                <a:moveTo>
                  <a:pt x="617403" y="199248"/>
                </a:moveTo>
                <a:cubicBezTo>
                  <a:pt x="617403" y="202448"/>
                  <a:pt x="616214" y="205100"/>
                  <a:pt x="614020" y="207386"/>
                </a:cubicBezTo>
                <a:cubicBezTo>
                  <a:pt x="611734" y="209580"/>
                  <a:pt x="609082" y="210678"/>
                  <a:pt x="605881" y="210678"/>
                </a:cubicBezTo>
                <a:cubicBezTo>
                  <a:pt x="602681" y="210678"/>
                  <a:pt x="600029" y="209580"/>
                  <a:pt x="597743" y="207386"/>
                </a:cubicBezTo>
                <a:cubicBezTo>
                  <a:pt x="595549" y="205100"/>
                  <a:pt x="594360" y="202448"/>
                  <a:pt x="594360" y="199248"/>
                </a:cubicBezTo>
                <a:cubicBezTo>
                  <a:pt x="594360" y="196047"/>
                  <a:pt x="595549" y="193396"/>
                  <a:pt x="597743" y="191110"/>
                </a:cubicBezTo>
                <a:cubicBezTo>
                  <a:pt x="600029" y="188915"/>
                  <a:pt x="602681" y="187818"/>
                  <a:pt x="605881" y="187818"/>
                </a:cubicBezTo>
                <a:cubicBezTo>
                  <a:pt x="609082" y="187818"/>
                  <a:pt x="611734" y="188915"/>
                  <a:pt x="614020" y="191110"/>
                </a:cubicBezTo>
                <a:cubicBezTo>
                  <a:pt x="616214" y="193396"/>
                  <a:pt x="617403" y="196047"/>
                  <a:pt x="617403" y="199248"/>
                </a:cubicBezTo>
              </a:path>
              <a:path w="2622225" h="683605">
                <a:moveTo>
                  <a:pt x="840425" y="201168"/>
                </a:moveTo>
                <a:cubicBezTo>
                  <a:pt x="840425" y="204368"/>
                  <a:pt x="839328" y="207020"/>
                  <a:pt x="837042" y="209306"/>
                </a:cubicBezTo>
                <a:cubicBezTo>
                  <a:pt x="834847" y="211501"/>
                  <a:pt x="832104" y="212598"/>
                  <a:pt x="828904" y="212598"/>
                </a:cubicBezTo>
                <a:cubicBezTo>
                  <a:pt x="825795" y="212598"/>
                  <a:pt x="823051" y="211501"/>
                  <a:pt x="820857" y="209306"/>
                </a:cubicBezTo>
                <a:cubicBezTo>
                  <a:pt x="818571" y="207020"/>
                  <a:pt x="817474" y="204368"/>
                  <a:pt x="817474" y="201168"/>
                </a:cubicBezTo>
                <a:cubicBezTo>
                  <a:pt x="817474" y="197968"/>
                  <a:pt x="818571" y="195316"/>
                  <a:pt x="820857" y="193030"/>
                </a:cubicBezTo>
                <a:cubicBezTo>
                  <a:pt x="823051" y="190835"/>
                  <a:pt x="825795" y="189738"/>
                  <a:pt x="828904" y="189738"/>
                </a:cubicBezTo>
                <a:cubicBezTo>
                  <a:pt x="832104" y="189738"/>
                  <a:pt x="834847" y="190835"/>
                  <a:pt x="837042" y="193030"/>
                </a:cubicBezTo>
                <a:cubicBezTo>
                  <a:pt x="839328" y="195316"/>
                  <a:pt x="840425" y="197968"/>
                  <a:pt x="840425" y="201168"/>
                </a:cubicBezTo>
              </a:path>
              <a:path w="2622225" h="683605">
                <a:moveTo>
                  <a:pt x="983803" y="245151"/>
                </a:moveTo>
                <a:cubicBezTo>
                  <a:pt x="983803" y="248351"/>
                  <a:pt x="982706" y="251003"/>
                  <a:pt x="980420" y="253289"/>
                </a:cubicBezTo>
                <a:cubicBezTo>
                  <a:pt x="978225" y="255483"/>
                  <a:pt x="975482" y="256672"/>
                  <a:pt x="972282" y="256672"/>
                </a:cubicBezTo>
                <a:cubicBezTo>
                  <a:pt x="969173" y="256672"/>
                  <a:pt x="966429" y="255483"/>
                  <a:pt x="964143" y="253289"/>
                </a:cubicBezTo>
                <a:cubicBezTo>
                  <a:pt x="961949" y="251003"/>
                  <a:pt x="960852" y="248351"/>
                  <a:pt x="960852" y="245151"/>
                </a:cubicBezTo>
                <a:cubicBezTo>
                  <a:pt x="960852" y="242042"/>
                  <a:pt x="961949" y="239298"/>
                  <a:pt x="964143" y="237104"/>
                </a:cubicBezTo>
                <a:cubicBezTo>
                  <a:pt x="966429" y="234818"/>
                  <a:pt x="969173" y="233721"/>
                  <a:pt x="972282" y="233721"/>
                </a:cubicBezTo>
                <a:cubicBezTo>
                  <a:pt x="975482" y="233721"/>
                  <a:pt x="978225" y="234818"/>
                  <a:pt x="980420" y="237104"/>
                </a:cubicBezTo>
                <a:cubicBezTo>
                  <a:pt x="982706" y="239298"/>
                  <a:pt x="983803" y="242042"/>
                  <a:pt x="983803" y="245151"/>
                </a:cubicBezTo>
              </a:path>
              <a:path w="2622225" h="683605">
                <a:moveTo>
                  <a:pt x="1188171" y="199156"/>
                </a:moveTo>
                <a:cubicBezTo>
                  <a:pt x="1188171" y="202357"/>
                  <a:pt x="1187074" y="205008"/>
                  <a:pt x="1184880" y="207294"/>
                </a:cubicBezTo>
                <a:cubicBezTo>
                  <a:pt x="1182594" y="209489"/>
                  <a:pt x="1179942" y="210586"/>
                  <a:pt x="1176741" y="210586"/>
                </a:cubicBezTo>
                <a:cubicBezTo>
                  <a:pt x="1173541" y="210586"/>
                  <a:pt x="1170889" y="209489"/>
                  <a:pt x="1168603" y="207294"/>
                </a:cubicBezTo>
                <a:cubicBezTo>
                  <a:pt x="1166409" y="205008"/>
                  <a:pt x="1165220" y="202357"/>
                  <a:pt x="1165220" y="199156"/>
                </a:cubicBezTo>
                <a:cubicBezTo>
                  <a:pt x="1165220" y="196047"/>
                  <a:pt x="1166409" y="193304"/>
                  <a:pt x="1168603" y="191018"/>
                </a:cubicBezTo>
                <a:cubicBezTo>
                  <a:pt x="1170889" y="188824"/>
                  <a:pt x="1173541" y="187726"/>
                  <a:pt x="1176741" y="187726"/>
                </a:cubicBezTo>
                <a:cubicBezTo>
                  <a:pt x="1179942" y="187726"/>
                  <a:pt x="1182594" y="188824"/>
                  <a:pt x="1184880" y="191018"/>
                </a:cubicBezTo>
                <a:cubicBezTo>
                  <a:pt x="1187074" y="193304"/>
                  <a:pt x="1188171" y="196047"/>
                  <a:pt x="1188171" y="199156"/>
                </a:cubicBezTo>
              </a:path>
              <a:path w="2622225" h="683605">
                <a:moveTo>
                  <a:pt x="1443563" y="271120"/>
                </a:moveTo>
                <a:cubicBezTo>
                  <a:pt x="1443563" y="274320"/>
                  <a:pt x="1442466" y="276972"/>
                  <a:pt x="1440180" y="279258"/>
                </a:cubicBezTo>
                <a:cubicBezTo>
                  <a:pt x="1437985" y="281452"/>
                  <a:pt x="1435242" y="282550"/>
                  <a:pt x="1432133" y="282550"/>
                </a:cubicBezTo>
                <a:cubicBezTo>
                  <a:pt x="1428933" y="282550"/>
                  <a:pt x="1426190" y="281452"/>
                  <a:pt x="1423995" y="279258"/>
                </a:cubicBezTo>
                <a:cubicBezTo>
                  <a:pt x="1421709" y="276972"/>
                  <a:pt x="1420612" y="274320"/>
                  <a:pt x="1420612" y="271120"/>
                </a:cubicBezTo>
                <a:cubicBezTo>
                  <a:pt x="1420612" y="267919"/>
                  <a:pt x="1421709" y="265267"/>
                  <a:pt x="1423995" y="262981"/>
                </a:cubicBezTo>
                <a:cubicBezTo>
                  <a:pt x="1426190" y="260787"/>
                  <a:pt x="1428933" y="259690"/>
                  <a:pt x="1432133" y="259690"/>
                </a:cubicBezTo>
                <a:cubicBezTo>
                  <a:pt x="1435242" y="259690"/>
                  <a:pt x="1437985" y="260787"/>
                  <a:pt x="1440180" y="262981"/>
                </a:cubicBezTo>
                <a:cubicBezTo>
                  <a:pt x="1442466" y="265267"/>
                  <a:pt x="1443563" y="267919"/>
                  <a:pt x="1443563" y="271120"/>
                </a:cubicBezTo>
              </a:path>
              <a:path w="2622225" h="683605">
                <a:moveTo>
                  <a:pt x="1563350" y="263164"/>
                </a:moveTo>
                <a:cubicBezTo>
                  <a:pt x="1563350" y="266365"/>
                  <a:pt x="1562161" y="269016"/>
                  <a:pt x="1559966" y="271302"/>
                </a:cubicBezTo>
                <a:cubicBezTo>
                  <a:pt x="1557680" y="273497"/>
                  <a:pt x="1555029" y="274686"/>
                  <a:pt x="1551828" y="274686"/>
                </a:cubicBezTo>
                <a:cubicBezTo>
                  <a:pt x="1548628" y="274686"/>
                  <a:pt x="1545976" y="273497"/>
                  <a:pt x="1543690" y="271302"/>
                </a:cubicBezTo>
                <a:cubicBezTo>
                  <a:pt x="1541496" y="269016"/>
                  <a:pt x="1540307" y="266365"/>
                  <a:pt x="1540307" y="263164"/>
                </a:cubicBezTo>
                <a:cubicBezTo>
                  <a:pt x="1540307" y="260055"/>
                  <a:pt x="1541496" y="257312"/>
                  <a:pt x="1543690" y="255118"/>
                </a:cubicBezTo>
                <a:cubicBezTo>
                  <a:pt x="1545976" y="252832"/>
                  <a:pt x="1548628" y="251734"/>
                  <a:pt x="1551828" y="251734"/>
                </a:cubicBezTo>
                <a:cubicBezTo>
                  <a:pt x="1555029" y="251734"/>
                  <a:pt x="1557680" y="252832"/>
                  <a:pt x="1559966" y="255118"/>
                </a:cubicBezTo>
                <a:cubicBezTo>
                  <a:pt x="1562161" y="257312"/>
                  <a:pt x="1563350" y="260055"/>
                  <a:pt x="1563350" y="263164"/>
                </a:cubicBezTo>
              </a:path>
              <a:path w="2622225" h="683605">
                <a:moveTo>
                  <a:pt x="1765432" y="238384"/>
                </a:moveTo>
                <a:cubicBezTo>
                  <a:pt x="1765432" y="241493"/>
                  <a:pt x="1764335" y="244236"/>
                  <a:pt x="1762049" y="246431"/>
                </a:cubicBezTo>
                <a:cubicBezTo>
                  <a:pt x="1759854" y="248717"/>
                  <a:pt x="1757111" y="249814"/>
                  <a:pt x="1754002" y="249814"/>
                </a:cubicBezTo>
                <a:cubicBezTo>
                  <a:pt x="1750802" y="249814"/>
                  <a:pt x="1748058" y="248717"/>
                  <a:pt x="1745864" y="246431"/>
                </a:cubicBezTo>
                <a:cubicBezTo>
                  <a:pt x="1743578" y="244236"/>
                  <a:pt x="1742481" y="241493"/>
                  <a:pt x="1742481" y="238384"/>
                </a:cubicBezTo>
                <a:cubicBezTo>
                  <a:pt x="1742481" y="235184"/>
                  <a:pt x="1743578" y="232440"/>
                  <a:pt x="1745864" y="230246"/>
                </a:cubicBezTo>
                <a:cubicBezTo>
                  <a:pt x="1748058" y="228051"/>
                  <a:pt x="1750802" y="226863"/>
                  <a:pt x="1754002" y="226863"/>
                </a:cubicBezTo>
                <a:cubicBezTo>
                  <a:pt x="1757111" y="226863"/>
                  <a:pt x="1759854" y="228051"/>
                  <a:pt x="1762049" y="230246"/>
                </a:cubicBezTo>
                <a:cubicBezTo>
                  <a:pt x="1764335" y="232440"/>
                  <a:pt x="1765432" y="235184"/>
                  <a:pt x="1765432" y="238384"/>
                </a:cubicBezTo>
              </a:path>
              <a:path w="2622225" h="683605">
                <a:moveTo>
                  <a:pt x="1996867" y="260147"/>
                </a:moveTo>
                <a:cubicBezTo>
                  <a:pt x="1996867" y="263347"/>
                  <a:pt x="1995769" y="265999"/>
                  <a:pt x="1993575" y="268285"/>
                </a:cubicBezTo>
                <a:cubicBezTo>
                  <a:pt x="1991289" y="270480"/>
                  <a:pt x="1988637" y="271668"/>
                  <a:pt x="1985437" y="271668"/>
                </a:cubicBezTo>
                <a:cubicBezTo>
                  <a:pt x="1982236" y="271668"/>
                  <a:pt x="1979585" y="270480"/>
                  <a:pt x="1977299" y="268285"/>
                </a:cubicBezTo>
                <a:cubicBezTo>
                  <a:pt x="1975104" y="265999"/>
                  <a:pt x="1973915" y="263347"/>
                  <a:pt x="1973915" y="260147"/>
                </a:cubicBezTo>
                <a:cubicBezTo>
                  <a:pt x="1973915" y="257038"/>
                  <a:pt x="1975104" y="254295"/>
                  <a:pt x="1977299" y="252100"/>
                </a:cubicBezTo>
                <a:cubicBezTo>
                  <a:pt x="1979585" y="249814"/>
                  <a:pt x="1982236" y="248717"/>
                  <a:pt x="1985437" y="248717"/>
                </a:cubicBezTo>
                <a:cubicBezTo>
                  <a:pt x="1988637" y="248717"/>
                  <a:pt x="1991289" y="249814"/>
                  <a:pt x="1993575" y="252100"/>
                </a:cubicBezTo>
                <a:cubicBezTo>
                  <a:pt x="1995769" y="254295"/>
                  <a:pt x="1996867" y="257038"/>
                  <a:pt x="1996867" y="260147"/>
                </a:cubicBezTo>
              </a:path>
              <a:path w="2622225" h="683605">
                <a:moveTo>
                  <a:pt x="2135947" y="244785"/>
                </a:moveTo>
                <a:cubicBezTo>
                  <a:pt x="2135947" y="247985"/>
                  <a:pt x="2134850" y="250637"/>
                  <a:pt x="2132564" y="252923"/>
                </a:cubicBezTo>
                <a:cubicBezTo>
                  <a:pt x="2130369" y="255118"/>
                  <a:pt x="2127626" y="256306"/>
                  <a:pt x="2124426" y="256306"/>
                </a:cubicBezTo>
                <a:cubicBezTo>
                  <a:pt x="2121317" y="256306"/>
                  <a:pt x="2118573" y="255118"/>
                  <a:pt x="2116379" y="252923"/>
                </a:cubicBezTo>
                <a:cubicBezTo>
                  <a:pt x="2114093" y="250637"/>
                  <a:pt x="2112996" y="247985"/>
                  <a:pt x="2112996" y="244785"/>
                </a:cubicBezTo>
                <a:cubicBezTo>
                  <a:pt x="2112996" y="241676"/>
                  <a:pt x="2114093" y="238933"/>
                  <a:pt x="2116379" y="236738"/>
                </a:cubicBezTo>
                <a:cubicBezTo>
                  <a:pt x="2118573" y="234452"/>
                  <a:pt x="2121317" y="233355"/>
                  <a:pt x="2124426" y="233355"/>
                </a:cubicBezTo>
                <a:cubicBezTo>
                  <a:pt x="2127626" y="233355"/>
                  <a:pt x="2130369" y="234452"/>
                  <a:pt x="2132564" y="236738"/>
                </a:cubicBezTo>
                <a:cubicBezTo>
                  <a:pt x="2134850" y="238933"/>
                  <a:pt x="2135947" y="241676"/>
                  <a:pt x="2135947" y="244785"/>
                </a:cubicBezTo>
              </a:path>
              <a:path w="2622225" h="683605">
                <a:moveTo>
                  <a:pt x="2368387" y="230337"/>
                </a:moveTo>
                <a:cubicBezTo>
                  <a:pt x="2368387" y="233538"/>
                  <a:pt x="2367199" y="236190"/>
                  <a:pt x="2365004" y="238476"/>
                </a:cubicBezTo>
                <a:cubicBezTo>
                  <a:pt x="2362718" y="240670"/>
                  <a:pt x="2360066" y="241859"/>
                  <a:pt x="2356866" y="241859"/>
                </a:cubicBezTo>
                <a:cubicBezTo>
                  <a:pt x="2353666" y="241859"/>
                  <a:pt x="2351014" y="240670"/>
                  <a:pt x="2348728" y="238476"/>
                </a:cubicBezTo>
                <a:cubicBezTo>
                  <a:pt x="2346533" y="236190"/>
                  <a:pt x="2345345" y="233538"/>
                  <a:pt x="2345345" y="230337"/>
                </a:cubicBezTo>
                <a:cubicBezTo>
                  <a:pt x="2345345" y="227228"/>
                  <a:pt x="2346533" y="224485"/>
                  <a:pt x="2348728" y="222291"/>
                </a:cubicBezTo>
                <a:cubicBezTo>
                  <a:pt x="2351014" y="220005"/>
                  <a:pt x="2353666" y="218907"/>
                  <a:pt x="2356866" y="218907"/>
                </a:cubicBezTo>
                <a:cubicBezTo>
                  <a:pt x="2360066" y="218907"/>
                  <a:pt x="2362718" y="220005"/>
                  <a:pt x="2365004" y="222291"/>
                </a:cubicBezTo>
                <a:cubicBezTo>
                  <a:pt x="2367199" y="224485"/>
                  <a:pt x="2368387" y="227228"/>
                  <a:pt x="2368387" y="230337"/>
                </a:cubicBezTo>
              </a:path>
              <a:path w="2622225" h="683605">
                <a:moveTo>
                  <a:pt x="2622225" y="218176"/>
                </a:moveTo>
                <a:cubicBezTo>
                  <a:pt x="2622225" y="221376"/>
                  <a:pt x="2621128" y="224028"/>
                  <a:pt x="2618842" y="226314"/>
                </a:cubicBezTo>
                <a:cubicBezTo>
                  <a:pt x="2616647" y="228509"/>
                  <a:pt x="2613904" y="229606"/>
                  <a:pt x="2610703" y="229606"/>
                </a:cubicBezTo>
                <a:cubicBezTo>
                  <a:pt x="2607594" y="229606"/>
                  <a:pt x="2604851" y="228509"/>
                  <a:pt x="2602657" y="226314"/>
                </a:cubicBezTo>
                <a:cubicBezTo>
                  <a:pt x="2600371" y="224028"/>
                  <a:pt x="2599273" y="221376"/>
                  <a:pt x="2599273" y="218176"/>
                </a:cubicBezTo>
                <a:cubicBezTo>
                  <a:pt x="2599273" y="214975"/>
                  <a:pt x="2600371" y="212324"/>
                  <a:pt x="2602657" y="210038"/>
                </a:cubicBezTo>
                <a:cubicBezTo>
                  <a:pt x="2604851" y="207843"/>
                  <a:pt x="2607594" y="206746"/>
                  <a:pt x="2610703" y="206746"/>
                </a:cubicBezTo>
                <a:cubicBezTo>
                  <a:pt x="2613904" y="206746"/>
                  <a:pt x="2616647" y="207843"/>
                  <a:pt x="2618842" y="210038"/>
                </a:cubicBezTo>
                <a:cubicBezTo>
                  <a:pt x="2621128" y="212324"/>
                  <a:pt x="2622225" y="214975"/>
                  <a:pt x="2622225" y="218176"/>
                </a:cubicBezTo>
              </a:path>
              <a:path w="2622225" h="683605">
                <a:moveTo>
                  <a:pt x="24506" y="29078"/>
                </a:moveTo>
                <a:cubicBezTo>
                  <a:pt x="24506" y="32278"/>
                  <a:pt x="23409" y="35022"/>
                  <a:pt x="21123" y="37216"/>
                </a:cubicBezTo>
                <a:cubicBezTo>
                  <a:pt x="18928" y="39502"/>
                  <a:pt x="16185" y="40599"/>
                  <a:pt x="12984" y="40599"/>
                </a:cubicBezTo>
                <a:cubicBezTo>
                  <a:pt x="9876" y="40599"/>
                  <a:pt x="7132" y="39502"/>
                  <a:pt x="4938" y="37216"/>
                </a:cubicBezTo>
                <a:cubicBezTo>
                  <a:pt x="2652" y="35022"/>
                  <a:pt x="1554" y="32278"/>
                  <a:pt x="1554" y="29078"/>
                </a:cubicBezTo>
                <a:cubicBezTo>
                  <a:pt x="1554" y="25969"/>
                  <a:pt x="2652" y="23226"/>
                  <a:pt x="4938" y="21031"/>
                </a:cubicBezTo>
                <a:cubicBezTo>
                  <a:pt x="7132" y="18745"/>
                  <a:pt x="9876" y="17648"/>
                  <a:pt x="12984" y="17648"/>
                </a:cubicBezTo>
                <a:cubicBezTo>
                  <a:pt x="16185" y="17648"/>
                  <a:pt x="18928" y="18745"/>
                  <a:pt x="21123" y="21031"/>
                </a:cubicBezTo>
                <a:cubicBezTo>
                  <a:pt x="23409" y="23226"/>
                  <a:pt x="24506" y="25969"/>
                  <a:pt x="24506" y="29078"/>
                </a:cubicBezTo>
              </a:path>
              <a:path w="2622225" h="683605">
                <a:moveTo>
                  <a:pt x="236738" y="84399"/>
                </a:moveTo>
                <a:cubicBezTo>
                  <a:pt x="236738" y="87508"/>
                  <a:pt x="235641" y="90251"/>
                  <a:pt x="233446" y="92537"/>
                </a:cubicBezTo>
                <a:cubicBezTo>
                  <a:pt x="231160" y="94732"/>
                  <a:pt x="228509" y="95829"/>
                  <a:pt x="225308" y="95829"/>
                </a:cubicBezTo>
                <a:cubicBezTo>
                  <a:pt x="222108" y="95829"/>
                  <a:pt x="219456" y="94732"/>
                  <a:pt x="217170" y="92446"/>
                </a:cubicBezTo>
                <a:cubicBezTo>
                  <a:pt x="214975" y="90251"/>
                  <a:pt x="213787" y="87508"/>
                  <a:pt x="213787" y="84399"/>
                </a:cubicBezTo>
                <a:cubicBezTo>
                  <a:pt x="213787" y="81199"/>
                  <a:pt x="214975" y="78547"/>
                  <a:pt x="217170" y="76261"/>
                </a:cubicBezTo>
                <a:cubicBezTo>
                  <a:pt x="219456" y="74066"/>
                  <a:pt x="222108" y="72969"/>
                  <a:pt x="225308" y="72969"/>
                </a:cubicBezTo>
                <a:cubicBezTo>
                  <a:pt x="228509" y="72969"/>
                  <a:pt x="231160" y="74066"/>
                  <a:pt x="233446" y="76261"/>
                </a:cubicBezTo>
                <a:cubicBezTo>
                  <a:pt x="235641" y="78547"/>
                  <a:pt x="236738" y="81199"/>
                  <a:pt x="236738" y="84399"/>
                </a:cubicBezTo>
              </a:path>
              <a:path w="2622225" h="683605">
                <a:moveTo>
                  <a:pt x="455280" y="13167"/>
                </a:moveTo>
                <a:cubicBezTo>
                  <a:pt x="455280" y="16368"/>
                  <a:pt x="454091" y="19111"/>
                  <a:pt x="451896" y="21306"/>
                </a:cubicBezTo>
                <a:cubicBezTo>
                  <a:pt x="449610" y="23500"/>
                  <a:pt x="446959" y="24689"/>
                  <a:pt x="443758" y="24689"/>
                </a:cubicBezTo>
                <a:cubicBezTo>
                  <a:pt x="440558" y="24689"/>
                  <a:pt x="437906" y="23500"/>
                  <a:pt x="435620" y="21306"/>
                </a:cubicBezTo>
                <a:cubicBezTo>
                  <a:pt x="433426" y="19111"/>
                  <a:pt x="432237" y="16368"/>
                  <a:pt x="432237" y="13167"/>
                </a:cubicBezTo>
                <a:cubicBezTo>
                  <a:pt x="432237" y="10058"/>
                  <a:pt x="433426" y="7315"/>
                  <a:pt x="435620" y="5121"/>
                </a:cubicBezTo>
                <a:cubicBezTo>
                  <a:pt x="437906" y="2835"/>
                  <a:pt x="440558" y="1737"/>
                  <a:pt x="443758" y="1737"/>
                </a:cubicBezTo>
                <a:cubicBezTo>
                  <a:pt x="446959" y="1737"/>
                  <a:pt x="449610" y="2835"/>
                  <a:pt x="451896" y="5121"/>
                </a:cubicBezTo>
                <a:cubicBezTo>
                  <a:pt x="454091" y="7315"/>
                  <a:pt x="455280" y="10058"/>
                  <a:pt x="455280" y="13167"/>
                </a:cubicBezTo>
              </a:path>
              <a:path w="2622225" h="683605">
                <a:moveTo>
                  <a:pt x="649315" y="11430"/>
                </a:moveTo>
                <a:cubicBezTo>
                  <a:pt x="649315" y="14630"/>
                  <a:pt x="648218" y="17282"/>
                  <a:pt x="645932" y="19568"/>
                </a:cubicBezTo>
                <a:cubicBezTo>
                  <a:pt x="643738" y="21763"/>
                  <a:pt x="640994" y="22951"/>
                  <a:pt x="637885" y="22951"/>
                </a:cubicBezTo>
                <a:cubicBezTo>
                  <a:pt x="634685" y="22951"/>
                  <a:pt x="631942" y="21763"/>
                  <a:pt x="629747" y="19568"/>
                </a:cubicBezTo>
                <a:cubicBezTo>
                  <a:pt x="627461" y="17282"/>
                  <a:pt x="626364" y="14630"/>
                  <a:pt x="626364" y="11430"/>
                </a:cubicBezTo>
                <a:cubicBezTo>
                  <a:pt x="626364" y="8321"/>
                  <a:pt x="627461" y="5578"/>
                  <a:pt x="629747" y="3383"/>
                </a:cubicBezTo>
                <a:cubicBezTo>
                  <a:pt x="631942" y="1097"/>
                  <a:pt x="634685" y="0"/>
                  <a:pt x="637885" y="0"/>
                </a:cubicBezTo>
                <a:cubicBezTo>
                  <a:pt x="640994" y="0"/>
                  <a:pt x="643738" y="1097"/>
                  <a:pt x="645932" y="3383"/>
                </a:cubicBezTo>
                <a:cubicBezTo>
                  <a:pt x="648218" y="5578"/>
                  <a:pt x="649315" y="8321"/>
                  <a:pt x="649315" y="11430"/>
                </a:cubicBezTo>
              </a:path>
              <a:path w="2622225" h="683605">
                <a:moveTo>
                  <a:pt x="798454" y="50566"/>
                </a:moveTo>
                <a:cubicBezTo>
                  <a:pt x="798454" y="53767"/>
                  <a:pt x="797357" y="56510"/>
                  <a:pt x="795071" y="58704"/>
                </a:cubicBezTo>
                <a:cubicBezTo>
                  <a:pt x="792876" y="60899"/>
                  <a:pt x="790133" y="62088"/>
                  <a:pt x="786933" y="62088"/>
                </a:cubicBezTo>
                <a:cubicBezTo>
                  <a:pt x="783824" y="62088"/>
                  <a:pt x="781080" y="60899"/>
                  <a:pt x="778886" y="58704"/>
                </a:cubicBezTo>
                <a:cubicBezTo>
                  <a:pt x="776600" y="56510"/>
                  <a:pt x="775503" y="53767"/>
                  <a:pt x="775503" y="50566"/>
                </a:cubicBezTo>
                <a:cubicBezTo>
                  <a:pt x="775503" y="47457"/>
                  <a:pt x="776600" y="44714"/>
                  <a:pt x="778886" y="42520"/>
                </a:cubicBezTo>
                <a:cubicBezTo>
                  <a:pt x="781080" y="40234"/>
                  <a:pt x="783824" y="39136"/>
                  <a:pt x="786933" y="39136"/>
                </a:cubicBezTo>
                <a:cubicBezTo>
                  <a:pt x="790133" y="39136"/>
                  <a:pt x="792876" y="40234"/>
                  <a:pt x="795071" y="42520"/>
                </a:cubicBezTo>
                <a:cubicBezTo>
                  <a:pt x="797357" y="44714"/>
                  <a:pt x="798454" y="47457"/>
                  <a:pt x="798454" y="50566"/>
                </a:cubicBezTo>
              </a:path>
              <a:path w="2622225" h="683605">
                <a:moveTo>
                  <a:pt x="966612" y="27523"/>
                </a:moveTo>
                <a:cubicBezTo>
                  <a:pt x="966612" y="30632"/>
                  <a:pt x="965515" y="33376"/>
                  <a:pt x="963229" y="35570"/>
                </a:cubicBezTo>
                <a:cubicBezTo>
                  <a:pt x="961034" y="37856"/>
                  <a:pt x="958291" y="38953"/>
                  <a:pt x="955091" y="38953"/>
                </a:cubicBezTo>
                <a:cubicBezTo>
                  <a:pt x="951982" y="38953"/>
                  <a:pt x="949239" y="37856"/>
                  <a:pt x="947044" y="35570"/>
                </a:cubicBezTo>
                <a:cubicBezTo>
                  <a:pt x="944758" y="33376"/>
                  <a:pt x="943661" y="30632"/>
                  <a:pt x="943661" y="27523"/>
                </a:cubicBezTo>
                <a:cubicBezTo>
                  <a:pt x="943661" y="24323"/>
                  <a:pt x="944758" y="21671"/>
                  <a:pt x="947044" y="19385"/>
                </a:cubicBezTo>
                <a:cubicBezTo>
                  <a:pt x="949239" y="17191"/>
                  <a:pt x="951982" y="16002"/>
                  <a:pt x="955091" y="16002"/>
                </a:cubicBezTo>
                <a:cubicBezTo>
                  <a:pt x="958291" y="16002"/>
                  <a:pt x="961034" y="17191"/>
                  <a:pt x="963229" y="19385"/>
                </a:cubicBezTo>
                <a:cubicBezTo>
                  <a:pt x="965515" y="21671"/>
                  <a:pt x="966612" y="24323"/>
                  <a:pt x="966612" y="27523"/>
                </a:cubicBezTo>
              </a:path>
              <a:path w="2622225" h="683605">
                <a:moveTo>
                  <a:pt x="1159093" y="83119"/>
                </a:moveTo>
                <a:cubicBezTo>
                  <a:pt x="1159093" y="86319"/>
                  <a:pt x="1157996" y="88971"/>
                  <a:pt x="1155710" y="91257"/>
                </a:cubicBezTo>
                <a:cubicBezTo>
                  <a:pt x="1153516" y="93452"/>
                  <a:pt x="1150772" y="94549"/>
                  <a:pt x="1147572" y="94549"/>
                </a:cubicBezTo>
                <a:cubicBezTo>
                  <a:pt x="1144463" y="94549"/>
                  <a:pt x="1141720" y="93452"/>
                  <a:pt x="1139525" y="91257"/>
                </a:cubicBezTo>
                <a:cubicBezTo>
                  <a:pt x="1137239" y="88971"/>
                  <a:pt x="1136142" y="86319"/>
                  <a:pt x="1136142" y="83119"/>
                </a:cubicBezTo>
                <a:cubicBezTo>
                  <a:pt x="1136142" y="79919"/>
                  <a:pt x="1137239" y="77267"/>
                  <a:pt x="1139525" y="74981"/>
                </a:cubicBezTo>
                <a:cubicBezTo>
                  <a:pt x="1141720" y="72786"/>
                  <a:pt x="1144463" y="71689"/>
                  <a:pt x="1147572" y="71689"/>
                </a:cubicBezTo>
                <a:cubicBezTo>
                  <a:pt x="1150772" y="71689"/>
                  <a:pt x="1153516" y="72786"/>
                  <a:pt x="1155710" y="74981"/>
                </a:cubicBezTo>
                <a:cubicBezTo>
                  <a:pt x="1157996" y="77267"/>
                  <a:pt x="1159093" y="79919"/>
                  <a:pt x="1159093" y="83119"/>
                </a:cubicBezTo>
              </a:path>
              <a:path w="2622225" h="683605">
                <a:moveTo>
                  <a:pt x="1369954" y="73792"/>
                </a:moveTo>
                <a:cubicBezTo>
                  <a:pt x="1369954" y="76992"/>
                  <a:pt x="1368857" y="79644"/>
                  <a:pt x="1366571" y="81930"/>
                </a:cubicBezTo>
                <a:cubicBezTo>
                  <a:pt x="1364376" y="84125"/>
                  <a:pt x="1361633" y="85314"/>
                  <a:pt x="1358524" y="85314"/>
                </a:cubicBezTo>
                <a:cubicBezTo>
                  <a:pt x="1355324" y="85314"/>
                  <a:pt x="1352580" y="84125"/>
                  <a:pt x="1350386" y="81930"/>
                </a:cubicBezTo>
                <a:cubicBezTo>
                  <a:pt x="1348100" y="79644"/>
                  <a:pt x="1347003" y="76992"/>
                  <a:pt x="1347003" y="73792"/>
                </a:cubicBezTo>
                <a:cubicBezTo>
                  <a:pt x="1347003" y="70683"/>
                  <a:pt x="1348100" y="67940"/>
                  <a:pt x="1350386" y="65745"/>
                </a:cubicBezTo>
                <a:cubicBezTo>
                  <a:pt x="1352580" y="63459"/>
                  <a:pt x="1355324" y="62362"/>
                  <a:pt x="1358524" y="62362"/>
                </a:cubicBezTo>
                <a:cubicBezTo>
                  <a:pt x="1361633" y="62362"/>
                  <a:pt x="1364376" y="63459"/>
                  <a:pt x="1366571" y="65745"/>
                </a:cubicBezTo>
                <a:cubicBezTo>
                  <a:pt x="1368857" y="67940"/>
                  <a:pt x="1369954" y="70683"/>
                  <a:pt x="1369954" y="73792"/>
                </a:cubicBezTo>
              </a:path>
              <a:path w="2622225" h="683605">
                <a:moveTo>
                  <a:pt x="1579352" y="84582"/>
                </a:moveTo>
                <a:cubicBezTo>
                  <a:pt x="1579352" y="87782"/>
                  <a:pt x="1578254" y="90434"/>
                  <a:pt x="1576060" y="92720"/>
                </a:cubicBezTo>
                <a:cubicBezTo>
                  <a:pt x="1573774" y="94915"/>
                  <a:pt x="1571031" y="96103"/>
                  <a:pt x="1567922" y="96103"/>
                </a:cubicBezTo>
                <a:cubicBezTo>
                  <a:pt x="1564721" y="96103"/>
                  <a:pt x="1562070" y="94915"/>
                  <a:pt x="1559784" y="92720"/>
                </a:cubicBezTo>
                <a:cubicBezTo>
                  <a:pt x="1557498" y="90434"/>
                  <a:pt x="1556400" y="87782"/>
                  <a:pt x="1556400" y="84582"/>
                </a:cubicBezTo>
                <a:cubicBezTo>
                  <a:pt x="1556400" y="81473"/>
                  <a:pt x="1557498" y="78730"/>
                  <a:pt x="1559784" y="76535"/>
                </a:cubicBezTo>
                <a:cubicBezTo>
                  <a:pt x="1562070" y="74249"/>
                  <a:pt x="1564721" y="73152"/>
                  <a:pt x="1567922" y="73152"/>
                </a:cubicBezTo>
                <a:cubicBezTo>
                  <a:pt x="1571031" y="73152"/>
                  <a:pt x="1573774" y="74249"/>
                  <a:pt x="1576060" y="76535"/>
                </a:cubicBezTo>
                <a:cubicBezTo>
                  <a:pt x="1578254" y="78730"/>
                  <a:pt x="1579352" y="81473"/>
                  <a:pt x="1579352" y="84582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8" name="Forma 139"/>
          <p:cNvSpPr/>
          <p:nvPr/>
        </p:nvSpPr>
        <p:spPr>
          <a:xfrm>
            <a:off x="2880543" y="3091221"/>
            <a:ext cx="57790" cy="57699"/>
          </a:xfrm>
          <a:custGeom>
            <a:avLst/>
            <a:gdLst/>
            <a:ahLst/>
            <a:cxnLst/>
            <a:rect l="l" t="t" r="r" b="b"/>
            <a:pathLst>
              <a:path w="57790" h="57699">
                <a:moveTo>
                  <a:pt x="57790" y="28895"/>
                </a:moveTo>
                <a:cubicBezTo>
                  <a:pt x="57790" y="32736"/>
                  <a:pt x="57059" y="36393"/>
                  <a:pt x="55596" y="39868"/>
                </a:cubicBezTo>
                <a:cubicBezTo>
                  <a:pt x="54132" y="43434"/>
                  <a:pt x="52029" y="46543"/>
                  <a:pt x="49378" y="49286"/>
                </a:cubicBezTo>
                <a:cubicBezTo>
                  <a:pt x="46634" y="51938"/>
                  <a:pt x="43525" y="54041"/>
                  <a:pt x="39959" y="55504"/>
                </a:cubicBezTo>
                <a:cubicBezTo>
                  <a:pt x="36393" y="56967"/>
                  <a:pt x="32736" y="57699"/>
                  <a:pt x="28895" y="57699"/>
                </a:cubicBezTo>
                <a:cubicBezTo>
                  <a:pt x="25055" y="57699"/>
                  <a:pt x="21397" y="56967"/>
                  <a:pt x="17831" y="55504"/>
                </a:cubicBezTo>
                <a:cubicBezTo>
                  <a:pt x="14265" y="54041"/>
                  <a:pt x="11156" y="51938"/>
                  <a:pt x="8504" y="49286"/>
                </a:cubicBezTo>
                <a:cubicBezTo>
                  <a:pt x="5761" y="46543"/>
                  <a:pt x="3658" y="43434"/>
                  <a:pt x="2195" y="39868"/>
                </a:cubicBezTo>
                <a:cubicBezTo>
                  <a:pt x="732" y="36393"/>
                  <a:pt x="0" y="32736"/>
                  <a:pt x="0" y="28895"/>
                </a:cubicBezTo>
                <a:cubicBezTo>
                  <a:pt x="0" y="25055"/>
                  <a:pt x="732" y="21397"/>
                  <a:pt x="2195" y="17831"/>
                </a:cubicBezTo>
                <a:cubicBezTo>
                  <a:pt x="3658" y="14265"/>
                  <a:pt x="5761" y="11156"/>
                  <a:pt x="8504" y="8412"/>
                </a:cubicBezTo>
                <a:cubicBezTo>
                  <a:pt x="11156" y="5761"/>
                  <a:pt x="14265" y="3658"/>
                  <a:pt x="17831" y="2195"/>
                </a:cubicBezTo>
                <a:cubicBezTo>
                  <a:pt x="21397" y="732"/>
                  <a:pt x="25055" y="0"/>
                  <a:pt x="28895" y="0"/>
                </a:cubicBezTo>
                <a:cubicBezTo>
                  <a:pt x="32736" y="0"/>
                  <a:pt x="36393" y="732"/>
                  <a:pt x="39959" y="2195"/>
                </a:cubicBezTo>
                <a:cubicBezTo>
                  <a:pt x="43525" y="3658"/>
                  <a:pt x="46634" y="5761"/>
                  <a:pt x="49378" y="8412"/>
                </a:cubicBezTo>
                <a:cubicBezTo>
                  <a:pt x="52029" y="11156"/>
                  <a:pt x="54132" y="14265"/>
                  <a:pt x="55596" y="17831"/>
                </a:cubicBezTo>
                <a:cubicBezTo>
                  <a:pt x="57059" y="21397"/>
                  <a:pt x="57790" y="25055"/>
                  <a:pt x="57790" y="28895"/>
                </a:cubicBezTo>
              </a:path>
            </a:pathLst>
          </a:custGeom>
          <a:solidFill>
            <a:srgbClr val="C64B35"/>
          </a:solidFill>
          <a:ln w="9779">
            <a:solidFill>
              <a:srgbClr val="F2EFE6"/>
            </a:solidFill>
            <a:prstDash val="solid"/>
          </a:ln>
        </p:spPr>
      </p:sp>
      <p:sp>
        <p:nvSpPr>
          <p:cNvPr id="9" name="Forma 140"/>
          <p:cNvSpPr/>
          <p:nvPr/>
        </p:nvSpPr>
        <p:spPr>
          <a:xfrm>
            <a:off x="1178387" y="2064075"/>
            <a:ext cx="2624877" cy="1067745"/>
          </a:xfrm>
          <a:custGeom>
            <a:avLst/>
            <a:gdLst/>
            <a:ahLst/>
            <a:cxnLst/>
            <a:rect l="l" t="t" r="r" b="b"/>
            <a:pathLst>
              <a:path w="2624877" h="1067745">
                <a:moveTo>
                  <a:pt x="1948952" y="1035101"/>
                </a:moveTo>
                <a:cubicBezTo>
                  <a:pt x="1948952" y="1038301"/>
                  <a:pt x="1947855" y="1041044"/>
                  <a:pt x="1945660" y="1043239"/>
                </a:cubicBezTo>
                <a:cubicBezTo>
                  <a:pt x="1943374" y="1045525"/>
                  <a:pt x="1940723" y="1046622"/>
                  <a:pt x="1937522" y="1046622"/>
                </a:cubicBezTo>
                <a:cubicBezTo>
                  <a:pt x="1934322" y="1046622"/>
                  <a:pt x="1931670" y="1045525"/>
                  <a:pt x="1929384" y="1043239"/>
                </a:cubicBezTo>
                <a:cubicBezTo>
                  <a:pt x="1927189" y="1041044"/>
                  <a:pt x="1926001" y="1038301"/>
                  <a:pt x="1926001" y="1035101"/>
                </a:cubicBezTo>
                <a:cubicBezTo>
                  <a:pt x="1926001" y="1031992"/>
                  <a:pt x="1927189" y="1029249"/>
                  <a:pt x="1929384" y="1027054"/>
                </a:cubicBezTo>
                <a:cubicBezTo>
                  <a:pt x="1931670" y="1024768"/>
                  <a:pt x="1934322" y="1023671"/>
                  <a:pt x="1937522" y="1023671"/>
                </a:cubicBezTo>
                <a:cubicBezTo>
                  <a:pt x="1940723" y="1023671"/>
                  <a:pt x="1943374" y="1024768"/>
                  <a:pt x="1945660" y="1027054"/>
                </a:cubicBezTo>
                <a:cubicBezTo>
                  <a:pt x="1947855" y="1029249"/>
                  <a:pt x="1948952" y="1031992"/>
                  <a:pt x="1948952" y="1035101"/>
                </a:cubicBezTo>
              </a:path>
              <a:path w="2624877" h="1067745">
                <a:moveTo>
                  <a:pt x="2138050" y="985083"/>
                </a:moveTo>
                <a:cubicBezTo>
                  <a:pt x="2138050" y="988192"/>
                  <a:pt x="2136953" y="990935"/>
                  <a:pt x="2134667" y="993130"/>
                </a:cubicBezTo>
                <a:cubicBezTo>
                  <a:pt x="2132472" y="995416"/>
                  <a:pt x="2129729" y="996513"/>
                  <a:pt x="2126620" y="996513"/>
                </a:cubicBezTo>
                <a:cubicBezTo>
                  <a:pt x="2123420" y="996513"/>
                  <a:pt x="2120676" y="995416"/>
                  <a:pt x="2118482" y="993130"/>
                </a:cubicBezTo>
                <a:cubicBezTo>
                  <a:pt x="2116196" y="990935"/>
                  <a:pt x="2115099" y="988192"/>
                  <a:pt x="2115099" y="985083"/>
                </a:cubicBezTo>
                <a:cubicBezTo>
                  <a:pt x="2115099" y="981883"/>
                  <a:pt x="2116196" y="979231"/>
                  <a:pt x="2118482" y="976945"/>
                </a:cubicBezTo>
                <a:cubicBezTo>
                  <a:pt x="2120676" y="974750"/>
                  <a:pt x="2123420" y="973562"/>
                  <a:pt x="2126620" y="973562"/>
                </a:cubicBezTo>
                <a:cubicBezTo>
                  <a:pt x="2129729" y="973562"/>
                  <a:pt x="2132472" y="974750"/>
                  <a:pt x="2134667" y="976945"/>
                </a:cubicBezTo>
                <a:cubicBezTo>
                  <a:pt x="2136953" y="979231"/>
                  <a:pt x="2138050" y="981883"/>
                  <a:pt x="2138050" y="985083"/>
                </a:cubicBezTo>
              </a:path>
              <a:path w="2624877" h="1067745">
                <a:moveTo>
                  <a:pt x="2392436" y="1056315"/>
                </a:moveTo>
                <a:cubicBezTo>
                  <a:pt x="2392436" y="1059424"/>
                  <a:pt x="2391247" y="1062167"/>
                  <a:pt x="2389053" y="1064362"/>
                </a:cubicBezTo>
                <a:cubicBezTo>
                  <a:pt x="2386767" y="1066648"/>
                  <a:pt x="2384115" y="1067745"/>
                  <a:pt x="2380915" y="1067745"/>
                </a:cubicBezTo>
                <a:cubicBezTo>
                  <a:pt x="2377806" y="1067745"/>
                  <a:pt x="2375063" y="1066648"/>
                  <a:pt x="2372777" y="1064362"/>
                </a:cubicBezTo>
                <a:cubicBezTo>
                  <a:pt x="2370582" y="1062167"/>
                  <a:pt x="2369485" y="1059424"/>
                  <a:pt x="2369485" y="1056315"/>
                </a:cubicBezTo>
                <a:cubicBezTo>
                  <a:pt x="2369485" y="1053114"/>
                  <a:pt x="2370582" y="1050463"/>
                  <a:pt x="2372777" y="1048177"/>
                </a:cubicBezTo>
                <a:cubicBezTo>
                  <a:pt x="2375063" y="1045982"/>
                  <a:pt x="2377806" y="1044793"/>
                  <a:pt x="2380915" y="1044793"/>
                </a:cubicBezTo>
                <a:cubicBezTo>
                  <a:pt x="2384115" y="1044793"/>
                  <a:pt x="2386767" y="1045982"/>
                  <a:pt x="2389053" y="1048177"/>
                </a:cubicBezTo>
                <a:cubicBezTo>
                  <a:pt x="2391247" y="1050463"/>
                  <a:pt x="2392436" y="1053114"/>
                  <a:pt x="2392436" y="1056315"/>
                </a:cubicBezTo>
              </a:path>
              <a:path w="2624877" h="1067745">
                <a:moveTo>
                  <a:pt x="2553371" y="1036747"/>
                </a:moveTo>
                <a:cubicBezTo>
                  <a:pt x="2553371" y="1039947"/>
                  <a:pt x="2552273" y="1042599"/>
                  <a:pt x="2549987" y="1044885"/>
                </a:cubicBezTo>
                <a:cubicBezTo>
                  <a:pt x="2547793" y="1047079"/>
                  <a:pt x="2545050" y="1048177"/>
                  <a:pt x="2541941" y="1048177"/>
                </a:cubicBezTo>
                <a:cubicBezTo>
                  <a:pt x="2538740" y="1048177"/>
                  <a:pt x="2535997" y="1047079"/>
                  <a:pt x="2533802" y="1044885"/>
                </a:cubicBezTo>
                <a:cubicBezTo>
                  <a:pt x="2531516" y="1042599"/>
                  <a:pt x="2530419" y="1039947"/>
                  <a:pt x="2530419" y="1036747"/>
                </a:cubicBezTo>
                <a:cubicBezTo>
                  <a:pt x="2530419" y="1033638"/>
                  <a:pt x="2531516" y="1030895"/>
                  <a:pt x="2533802" y="1028700"/>
                </a:cubicBezTo>
                <a:cubicBezTo>
                  <a:pt x="2535997" y="1026414"/>
                  <a:pt x="2538740" y="1025317"/>
                  <a:pt x="2541941" y="1025317"/>
                </a:cubicBezTo>
                <a:cubicBezTo>
                  <a:pt x="2545050" y="1025317"/>
                  <a:pt x="2547793" y="1026414"/>
                  <a:pt x="2549987" y="1028700"/>
                </a:cubicBezTo>
                <a:cubicBezTo>
                  <a:pt x="2552273" y="1030895"/>
                  <a:pt x="2553371" y="1033638"/>
                  <a:pt x="2553371" y="1036747"/>
                </a:cubicBezTo>
              </a:path>
              <a:path w="2624877" h="1067745">
                <a:moveTo>
                  <a:pt x="22951" y="862554"/>
                </a:moveTo>
                <a:cubicBezTo>
                  <a:pt x="22951" y="865754"/>
                  <a:pt x="21854" y="868497"/>
                  <a:pt x="19568" y="870692"/>
                </a:cubicBezTo>
                <a:cubicBezTo>
                  <a:pt x="17374" y="872978"/>
                  <a:pt x="14630" y="874075"/>
                  <a:pt x="11521" y="874075"/>
                </a:cubicBezTo>
                <a:cubicBezTo>
                  <a:pt x="8321" y="874075"/>
                  <a:pt x="5578" y="872978"/>
                  <a:pt x="3383" y="870692"/>
                </a:cubicBezTo>
                <a:cubicBezTo>
                  <a:pt x="1097" y="868497"/>
                  <a:pt x="0" y="865754"/>
                  <a:pt x="0" y="862554"/>
                </a:cubicBezTo>
                <a:cubicBezTo>
                  <a:pt x="0" y="859445"/>
                  <a:pt x="1097" y="856701"/>
                  <a:pt x="3383" y="854507"/>
                </a:cubicBezTo>
                <a:cubicBezTo>
                  <a:pt x="5578" y="852221"/>
                  <a:pt x="8321" y="851124"/>
                  <a:pt x="11521" y="851124"/>
                </a:cubicBezTo>
                <a:cubicBezTo>
                  <a:pt x="14630" y="851124"/>
                  <a:pt x="17374" y="852221"/>
                  <a:pt x="19568" y="854507"/>
                </a:cubicBezTo>
                <a:cubicBezTo>
                  <a:pt x="21854" y="856701"/>
                  <a:pt x="22951" y="859445"/>
                  <a:pt x="22951" y="862554"/>
                </a:cubicBezTo>
              </a:path>
              <a:path w="2624877" h="1067745">
                <a:moveTo>
                  <a:pt x="253746" y="777149"/>
                </a:moveTo>
                <a:cubicBezTo>
                  <a:pt x="253746" y="780349"/>
                  <a:pt x="252649" y="783092"/>
                  <a:pt x="250363" y="785287"/>
                </a:cubicBezTo>
                <a:cubicBezTo>
                  <a:pt x="248168" y="787573"/>
                  <a:pt x="245425" y="788670"/>
                  <a:pt x="242225" y="788670"/>
                </a:cubicBezTo>
                <a:cubicBezTo>
                  <a:pt x="239116" y="788670"/>
                  <a:pt x="236372" y="787573"/>
                  <a:pt x="234178" y="785287"/>
                </a:cubicBezTo>
                <a:cubicBezTo>
                  <a:pt x="231892" y="783092"/>
                  <a:pt x="230795" y="780349"/>
                  <a:pt x="230795" y="777149"/>
                </a:cubicBezTo>
                <a:cubicBezTo>
                  <a:pt x="230795" y="774040"/>
                  <a:pt x="231892" y="771296"/>
                  <a:pt x="234178" y="769102"/>
                </a:cubicBezTo>
                <a:cubicBezTo>
                  <a:pt x="236372" y="766816"/>
                  <a:pt x="239116" y="765719"/>
                  <a:pt x="242225" y="765719"/>
                </a:cubicBezTo>
                <a:cubicBezTo>
                  <a:pt x="245425" y="765719"/>
                  <a:pt x="248168" y="766816"/>
                  <a:pt x="250363" y="769102"/>
                </a:cubicBezTo>
                <a:cubicBezTo>
                  <a:pt x="252649" y="771296"/>
                  <a:pt x="253746" y="774040"/>
                  <a:pt x="253746" y="777149"/>
                </a:cubicBezTo>
              </a:path>
              <a:path w="2624877" h="1067745">
                <a:moveTo>
                  <a:pt x="412669" y="827166"/>
                </a:moveTo>
                <a:cubicBezTo>
                  <a:pt x="412669" y="830275"/>
                  <a:pt x="411480" y="833018"/>
                  <a:pt x="409285" y="835213"/>
                </a:cubicBezTo>
                <a:cubicBezTo>
                  <a:pt x="406999" y="837499"/>
                  <a:pt x="404348" y="838596"/>
                  <a:pt x="401147" y="838596"/>
                </a:cubicBezTo>
                <a:cubicBezTo>
                  <a:pt x="397947" y="838596"/>
                  <a:pt x="395295" y="837499"/>
                  <a:pt x="393009" y="835213"/>
                </a:cubicBezTo>
                <a:cubicBezTo>
                  <a:pt x="390815" y="833018"/>
                  <a:pt x="389717" y="830275"/>
                  <a:pt x="389717" y="827166"/>
                </a:cubicBezTo>
                <a:cubicBezTo>
                  <a:pt x="389717" y="823966"/>
                  <a:pt x="390815" y="821314"/>
                  <a:pt x="393009" y="819028"/>
                </a:cubicBezTo>
                <a:cubicBezTo>
                  <a:pt x="395295" y="816834"/>
                  <a:pt x="397947" y="815645"/>
                  <a:pt x="401147" y="815645"/>
                </a:cubicBezTo>
                <a:cubicBezTo>
                  <a:pt x="404348" y="815645"/>
                  <a:pt x="406999" y="816834"/>
                  <a:pt x="409285" y="819028"/>
                </a:cubicBezTo>
                <a:cubicBezTo>
                  <a:pt x="411480" y="821314"/>
                  <a:pt x="412669" y="823966"/>
                  <a:pt x="412669" y="827166"/>
                </a:cubicBezTo>
              </a:path>
              <a:path w="2624877" h="1067745">
                <a:moveTo>
                  <a:pt x="571866" y="864565"/>
                </a:moveTo>
                <a:cubicBezTo>
                  <a:pt x="571866" y="867766"/>
                  <a:pt x="570677" y="870417"/>
                  <a:pt x="568482" y="872703"/>
                </a:cubicBezTo>
                <a:cubicBezTo>
                  <a:pt x="566196" y="874898"/>
                  <a:pt x="563545" y="876087"/>
                  <a:pt x="560344" y="876087"/>
                </a:cubicBezTo>
                <a:cubicBezTo>
                  <a:pt x="557144" y="876087"/>
                  <a:pt x="554492" y="874898"/>
                  <a:pt x="552206" y="872703"/>
                </a:cubicBezTo>
                <a:cubicBezTo>
                  <a:pt x="550012" y="870417"/>
                  <a:pt x="548823" y="867766"/>
                  <a:pt x="548823" y="864565"/>
                </a:cubicBezTo>
                <a:cubicBezTo>
                  <a:pt x="548823" y="861456"/>
                  <a:pt x="550012" y="858713"/>
                  <a:pt x="552206" y="856518"/>
                </a:cubicBezTo>
                <a:cubicBezTo>
                  <a:pt x="554492" y="854232"/>
                  <a:pt x="557144" y="853135"/>
                  <a:pt x="560344" y="853135"/>
                </a:cubicBezTo>
                <a:cubicBezTo>
                  <a:pt x="563545" y="853135"/>
                  <a:pt x="566196" y="854232"/>
                  <a:pt x="568482" y="856518"/>
                </a:cubicBezTo>
                <a:cubicBezTo>
                  <a:pt x="570677" y="858713"/>
                  <a:pt x="571866" y="861456"/>
                  <a:pt x="571866" y="864565"/>
                </a:cubicBezTo>
              </a:path>
              <a:path w="2624877" h="1067745">
                <a:moveTo>
                  <a:pt x="793516" y="848655"/>
                </a:moveTo>
                <a:cubicBezTo>
                  <a:pt x="793516" y="851855"/>
                  <a:pt x="792419" y="854507"/>
                  <a:pt x="790224" y="856793"/>
                </a:cubicBezTo>
                <a:cubicBezTo>
                  <a:pt x="787938" y="858987"/>
                  <a:pt x="785287" y="860176"/>
                  <a:pt x="782086" y="860176"/>
                </a:cubicBezTo>
                <a:cubicBezTo>
                  <a:pt x="778886" y="860176"/>
                  <a:pt x="776234" y="858987"/>
                  <a:pt x="773948" y="856793"/>
                </a:cubicBezTo>
                <a:cubicBezTo>
                  <a:pt x="771754" y="854507"/>
                  <a:pt x="770565" y="851855"/>
                  <a:pt x="770565" y="848655"/>
                </a:cubicBezTo>
                <a:cubicBezTo>
                  <a:pt x="770565" y="845546"/>
                  <a:pt x="771754" y="842802"/>
                  <a:pt x="773948" y="840608"/>
                </a:cubicBezTo>
                <a:cubicBezTo>
                  <a:pt x="776234" y="838322"/>
                  <a:pt x="778886" y="837225"/>
                  <a:pt x="782086" y="837225"/>
                </a:cubicBezTo>
                <a:cubicBezTo>
                  <a:pt x="785287" y="837225"/>
                  <a:pt x="787938" y="838322"/>
                  <a:pt x="790224" y="840608"/>
                </a:cubicBezTo>
                <a:cubicBezTo>
                  <a:pt x="792419" y="842802"/>
                  <a:pt x="793516" y="845546"/>
                  <a:pt x="793516" y="848655"/>
                </a:cubicBezTo>
              </a:path>
              <a:path w="2624877" h="1067745">
                <a:moveTo>
                  <a:pt x="1037844" y="858804"/>
                </a:moveTo>
                <a:cubicBezTo>
                  <a:pt x="1037844" y="861913"/>
                  <a:pt x="1036747" y="864657"/>
                  <a:pt x="1034461" y="866851"/>
                </a:cubicBezTo>
                <a:cubicBezTo>
                  <a:pt x="1032266" y="869137"/>
                  <a:pt x="1029523" y="870234"/>
                  <a:pt x="1026414" y="870234"/>
                </a:cubicBezTo>
                <a:cubicBezTo>
                  <a:pt x="1023214" y="870234"/>
                  <a:pt x="1020470" y="869137"/>
                  <a:pt x="1018276" y="866851"/>
                </a:cubicBezTo>
                <a:cubicBezTo>
                  <a:pt x="1015990" y="864657"/>
                  <a:pt x="1014893" y="861913"/>
                  <a:pt x="1014893" y="858804"/>
                </a:cubicBezTo>
                <a:cubicBezTo>
                  <a:pt x="1014893" y="855604"/>
                  <a:pt x="1015990" y="852861"/>
                  <a:pt x="1018276" y="850666"/>
                </a:cubicBezTo>
                <a:cubicBezTo>
                  <a:pt x="1020470" y="848472"/>
                  <a:pt x="1023214" y="847283"/>
                  <a:pt x="1026414" y="847283"/>
                </a:cubicBezTo>
                <a:cubicBezTo>
                  <a:pt x="1029523" y="847283"/>
                  <a:pt x="1032266" y="848472"/>
                  <a:pt x="1034461" y="850666"/>
                </a:cubicBezTo>
                <a:cubicBezTo>
                  <a:pt x="1036747" y="852861"/>
                  <a:pt x="1037844" y="855604"/>
                  <a:pt x="1037844" y="858804"/>
                </a:cubicBezTo>
              </a:path>
              <a:path w="2624877" h="1067745">
                <a:moveTo>
                  <a:pt x="1155253" y="781355"/>
                </a:moveTo>
                <a:cubicBezTo>
                  <a:pt x="1155253" y="784555"/>
                  <a:pt x="1154064" y="787207"/>
                  <a:pt x="1151870" y="789493"/>
                </a:cubicBezTo>
                <a:cubicBezTo>
                  <a:pt x="1149584" y="791688"/>
                  <a:pt x="1146932" y="792785"/>
                  <a:pt x="1143732" y="792785"/>
                </a:cubicBezTo>
                <a:cubicBezTo>
                  <a:pt x="1140531" y="792785"/>
                  <a:pt x="1137879" y="791688"/>
                  <a:pt x="1135593" y="789493"/>
                </a:cubicBezTo>
                <a:cubicBezTo>
                  <a:pt x="1133399" y="787207"/>
                  <a:pt x="1132302" y="784555"/>
                  <a:pt x="1132302" y="781355"/>
                </a:cubicBezTo>
                <a:cubicBezTo>
                  <a:pt x="1132302" y="778154"/>
                  <a:pt x="1133399" y="775503"/>
                  <a:pt x="1135593" y="773217"/>
                </a:cubicBezTo>
                <a:cubicBezTo>
                  <a:pt x="1137879" y="771022"/>
                  <a:pt x="1140531" y="769925"/>
                  <a:pt x="1143732" y="769925"/>
                </a:cubicBezTo>
                <a:cubicBezTo>
                  <a:pt x="1146932" y="769925"/>
                  <a:pt x="1149584" y="771022"/>
                  <a:pt x="1151870" y="773217"/>
                </a:cubicBezTo>
                <a:cubicBezTo>
                  <a:pt x="1154064" y="775503"/>
                  <a:pt x="1155253" y="778154"/>
                  <a:pt x="1155253" y="781355"/>
                </a:cubicBezTo>
              </a:path>
              <a:path w="2624877" h="1067745">
                <a:moveTo>
                  <a:pt x="1401318" y="860268"/>
                </a:moveTo>
                <a:cubicBezTo>
                  <a:pt x="1401318" y="863468"/>
                  <a:pt x="1400221" y="866120"/>
                  <a:pt x="1398026" y="868406"/>
                </a:cubicBezTo>
                <a:cubicBezTo>
                  <a:pt x="1395740" y="870600"/>
                  <a:pt x="1393088" y="871698"/>
                  <a:pt x="1389888" y="871698"/>
                </a:cubicBezTo>
                <a:cubicBezTo>
                  <a:pt x="1386688" y="871698"/>
                  <a:pt x="1384036" y="870600"/>
                  <a:pt x="1381750" y="868406"/>
                </a:cubicBezTo>
                <a:cubicBezTo>
                  <a:pt x="1379555" y="866120"/>
                  <a:pt x="1378367" y="863468"/>
                  <a:pt x="1378367" y="860268"/>
                </a:cubicBezTo>
                <a:cubicBezTo>
                  <a:pt x="1378367" y="857067"/>
                  <a:pt x="1379555" y="854415"/>
                  <a:pt x="1381750" y="852129"/>
                </a:cubicBezTo>
                <a:cubicBezTo>
                  <a:pt x="1384036" y="849935"/>
                  <a:pt x="1386688" y="848838"/>
                  <a:pt x="1389888" y="848838"/>
                </a:cubicBezTo>
                <a:cubicBezTo>
                  <a:pt x="1393088" y="848838"/>
                  <a:pt x="1395740" y="849935"/>
                  <a:pt x="1398026" y="852129"/>
                </a:cubicBezTo>
                <a:cubicBezTo>
                  <a:pt x="1400221" y="854415"/>
                  <a:pt x="1401318" y="857067"/>
                  <a:pt x="1401318" y="860268"/>
                </a:cubicBezTo>
              </a:path>
              <a:path w="2624877" h="1067745">
                <a:moveTo>
                  <a:pt x="1599377" y="871972"/>
                </a:moveTo>
                <a:cubicBezTo>
                  <a:pt x="1599377" y="875172"/>
                  <a:pt x="1598280" y="877824"/>
                  <a:pt x="1595994" y="880110"/>
                </a:cubicBezTo>
                <a:cubicBezTo>
                  <a:pt x="1593799" y="882305"/>
                  <a:pt x="1591056" y="883402"/>
                  <a:pt x="1587856" y="883402"/>
                </a:cubicBezTo>
                <a:cubicBezTo>
                  <a:pt x="1584747" y="883402"/>
                  <a:pt x="1582003" y="882305"/>
                  <a:pt x="1579809" y="880110"/>
                </a:cubicBezTo>
                <a:cubicBezTo>
                  <a:pt x="1577523" y="877824"/>
                  <a:pt x="1576426" y="875172"/>
                  <a:pt x="1576426" y="871972"/>
                </a:cubicBezTo>
                <a:cubicBezTo>
                  <a:pt x="1576426" y="868771"/>
                  <a:pt x="1577523" y="866120"/>
                  <a:pt x="1579809" y="863834"/>
                </a:cubicBezTo>
                <a:cubicBezTo>
                  <a:pt x="1582003" y="861639"/>
                  <a:pt x="1584747" y="860542"/>
                  <a:pt x="1587856" y="860542"/>
                </a:cubicBezTo>
                <a:cubicBezTo>
                  <a:pt x="1591056" y="860542"/>
                  <a:pt x="1593799" y="861639"/>
                  <a:pt x="1595994" y="863834"/>
                </a:cubicBezTo>
                <a:cubicBezTo>
                  <a:pt x="1598280" y="866120"/>
                  <a:pt x="1599377" y="868771"/>
                  <a:pt x="1599377" y="871972"/>
                </a:cubicBezTo>
              </a:path>
              <a:path w="2624877" h="1067745">
                <a:moveTo>
                  <a:pt x="1794419" y="778612"/>
                </a:moveTo>
                <a:cubicBezTo>
                  <a:pt x="1794419" y="781812"/>
                  <a:pt x="1793230" y="784464"/>
                  <a:pt x="1791035" y="786750"/>
                </a:cubicBezTo>
                <a:cubicBezTo>
                  <a:pt x="1788749" y="788944"/>
                  <a:pt x="1786098" y="790133"/>
                  <a:pt x="1782897" y="790133"/>
                </a:cubicBezTo>
                <a:cubicBezTo>
                  <a:pt x="1779788" y="790133"/>
                  <a:pt x="1777045" y="788944"/>
                  <a:pt x="1774759" y="786750"/>
                </a:cubicBezTo>
                <a:cubicBezTo>
                  <a:pt x="1772564" y="784464"/>
                  <a:pt x="1771467" y="781812"/>
                  <a:pt x="1771467" y="778612"/>
                </a:cubicBezTo>
                <a:cubicBezTo>
                  <a:pt x="1771467" y="775503"/>
                  <a:pt x="1772564" y="772759"/>
                  <a:pt x="1774759" y="770565"/>
                </a:cubicBezTo>
                <a:cubicBezTo>
                  <a:pt x="1777045" y="768279"/>
                  <a:pt x="1779788" y="767182"/>
                  <a:pt x="1782897" y="767182"/>
                </a:cubicBezTo>
                <a:cubicBezTo>
                  <a:pt x="1786098" y="767182"/>
                  <a:pt x="1788749" y="768279"/>
                  <a:pt x="1791035" y="770565"/>
                </a:cubicBezTo>
                <a:cubicBezTo>
                  <a:pt x="1793230" y="772759"/>
                  <a:pt x="1794419" y="775503"/>
                  <a:pt x="1794419" y="778612"/>
                </a:cubicBezTo>
              </a:path>
              <a:path w="2624877" h="1067745">
                <a:moveTo>
                  <a:pt x="2023842" y="806318"/>
                </a:moveTo>
                <a:cubicBezTo>
                  <a:pt x="2023842" y="809518"/>
                  <a:pt x="2022744" y="812170"/>
                  <a:pt x="2020458" y="814456"/>
                </a:cubicBezTo>
                <a:cubicBezTo>
                  <a:pt x="2018264" y="816651"/>
                  <a:pt x="2015520" y="817839"/>
                  <a:pt x="2012412" y="817839"/>
                </a:cubicBezTo>
                <a:cubicBezTo>
                  <a:pt x="2009211" y="817839"/>
                  <a:pt x="2006468" y="816651"/>
                  <a:pt x="2004273" y="814456"/>
                </a:cubicBezTo>
                <a:cubicBezTo>
                  <a:pt x="2001987" y="812170"/>
                  <a:pt x="2000890" y="809518"/>
                  <a:pt x="2000890" y="806318"/>
                </a:cubicBezTo>
                <a:cubicBezTo>
                  <a:pt x="2000890" y="803209"/>
                  <a:pt x="2001987" y="800466"/>
                  <a:pt x="2004273" y="798271"/>
                </a:cubicBezTo>
                <a:cubicBezTo>
                  <a:pt x="2006468" y="795985"/>
                  <a:pt x="2009211" y="794888"/>
                  <a:pt x="2012412" y="794888"/>
                </a:cubicBezTo>
                <a:cubicBezTo>
                  <a:pt x="2015520" y="794888"/>
                  <a:pt x="2018264" y="795985"/>
                  <a:pt x="2020458" y="798271"/>
                </a:cubicBezTo>
                <a:cubicBezTo>
                  <a:pt x="2022744" y="800466"/>
                  <a:pt x="2023842" y="803209"/>
                  <a:pt x="2023842" y="806318"/>
                </a:cubicBezTo>
              </a:path>
              <a:path w="2624877" h="1067745">
                <a:moveTo>
                  <a:pt x="2161184" y="838688"/>
                </a:moveTo>
                <a:cubicBezTo>
                  <a:pt x="2161184" y="841888"/>
                  <a:pt x="2160087" y="844540"/>
                  <a:pt x="2157801" y="846826"/>
                </a:cubicBezTo>
                <a:cubicBezTo>
                  <a:pt x="2155607" y="849020"/>
                  <a:pt x="2152863" y="850118"/>
                  <a:pt x="2149754" y="850118"/>
                </a:cubicBezTo>
                <a:cubicBezTo>
                  <a:pt x="2146554" y="850118"/>
                  <a:pt x="2143811" y="849020"/>
                  <a:pt x="2141616" y="846826"/>
                </a:cubicBezTo>
                <a:cubicBezTo>
                  <a:pt x="2139330" y="844540"/>
                  <a:pt x="2138233" y="841888"/>
                  <a:pt x="2138233" y="838688"/>
                </a:cubicBezTo>
                <a:cubicBezTo>
                  <a:pt x="2138233" y="835487"/>
                  <a:pt x="2139330" y="832836"/>
                  <a:pt x="2141616" y="830550"/>
                </a:cubicBezTo>
                <a:cubicBezTo>
                  <a:pt x="2143811" y="828355"/>
                  <a:pt x="2146554" y="827258"/>
                  <a:pt x="2149754" y="827258"/>
                </a:cubicBezTo>
                <a:cubicBezTo>
                  <a:pt x="2152863" y="827258"/>
                  <a:pt x="2155607" y="828355"/>
                  <a:pt x="2157801" y="830550"/>
                </a:cubicBezTo>
                <a:cubicBezTo>
                  <a:pt x="2160087" y="832836"/>
                  <a:pt x="2161184" y="835487"/>
                  <a:pt x="2161184" y="838688"/>
                </a:cubicBezTo>
              </a:path>
              <a:path w="2624877" h="1067745">
                <a:moveTo>
                  <a:pt x="2348454" y="798911"/>
                </a:moveTo>
                <a:cubicBezTo>
                  <a:pt x="2348454" y="802112"/>
                  <a:pt x="2347356" y="804763"/>
                  <a:pt x="2345162" y="807049"/>
                </a:cubicBezTo>
                <a:cubicBezTo>
                  <a:pt x="2342876" y="809244"/>
                  <a:pt x="2340224" y="810341"/>
                  <a:pt x="2337024" y="810341"/>
                </a:cubicBezTo>
                <a:cubicBezTo>
                  <a:pt x="2333823" y="810341"/>
                  <a:pt x="2331171" y="809244"/>
                  <a:pt x="2328885" y="807049"/>
                </a:cubicBezTo>
                <a:cubicBezTo>
                  <a:pt x="2326691" y="804763"/>
                  <a:pt x="2325502" y="802112"/>
                  <a:pt x="2325502" y="798911"/>
                </a:cubicBezTo>
                <a:cubicBezTo>
                  <a:pt x="2325502" y="795711"/>
                  <a:pt x="2326691" y="793059"/>
                  <a:pt x="2328885" y="790773"/>
                </a:cubicBezTo>
                <a:cubicBezTo>
                  <a:pt x="2331171" y="788579"/>
                  <a:pt x="2333823" y="787481"/>
                  <a:pt x="2337024" y="787481"/>
                </a:cubicBezTo>
                <a:cubicBezTo>
                  <a:pt x="2340224" y="787481"/>
                  <a:pt x="2342876" y="788579"/>
                  <a:pt x="2345162" y="790773"/>
                </a:cubicBezTo>
                <a:cubicBezTo>
                  <a:pt x="2347356" y="793059"/>
                  <a:pt x="2348454" y="795711"/>
                  <a:pt x="2348454" y="798911"/>
                </a:cubicBezTo>
              </a:path>
              <a:path w="2624877" h="1067745">
                <a:moveTo>
                  <a:pt x="2580894" y="798271"/>
                </a:moveTo>
                <a:cubicBezTo>
                  <a:pt x="2580894" y="801380"/>
                  <a:pt x="2579797" y="804123"/>
                  <a:pt x="2577602" y="806318"/>
                </a:cubicBezTo>
                <a:cubicBezTo>
                  <a:pt x="2575316" y="808604"/>
                  <a:pt x="2572664" y="809701"/>
                  <a:pt x="2569464" y="809701"/>
                </a:cubicBezTo>
                <a:cubicBezTo>
                  <a:pt x="2566264" y="809701"/>
                  <a:pt x="2563612" y="808604"/>
                  <a:pt x="2561326" y="806318"/>
                </a:cubicBezTo>
                <a:cubicBezTo>
                  <a:pt x="2559131" y="804123"/>
                  <a:pt x="2557943" y="801380"/>
                  <a:pt x="2557943" y="798271"/>
                </a:cubicBezTo>
                <a:cubicBezTo>
                  <a:pt x="2557943" y="795071"/>
                  <a:pt x="2559131" y="792419"/>
                  <a:pt x="2561326" y="790133"/>
                </a:cubicBezTo>
                <a:cubicBezTo>
                  <a:pt x="2563612" y="787938"/>
                  <a:pt x="2566264" y="786750"/>
                  <a:pt x="2569464" y="786750"/>
                </a:cubicBezTo>
                <a:cubicBezTo>
                  <a:pt x="2572664" y="786750"/>
                  <a:pt x="2575316" y="787938"/>
                  <a:pt x="2577602" y="790133"/>
                </a:cubicBezTo>
                <a:cubicBezTo>
                  <a:pt x="2579797" y="792419"/>
                  <a:pt x="2580894" y="795071"/>
                  <a:pt x="2580894" y="798271"/>
                </a:cubicBezTo>
              </a:path>
              <a:path w="2624877" h="1067745">
                <a:moveTo>
                  <a:pt x="22951" y="656539"/>
                </a:moveTo>
                <a:cubicBezTo>
                  <a:pt x="22951" y="659740"/>
                  <a:pt x="21854" y="662391"/>
                  <a:pt x="19568" y="664677"/>
                </a:cubicBezTo>
                <a:cubicBezTo>
                  <a:pt x="17374" y="666872"/>
                  <a:pt x="14630" y="667969"/>
                  <a:pt x="11521" y="667969"/>
                </a:cubicBezTo>
                <a:cubicBezTo>
                  <a:pt x="8321" y="667969"/>
                  <a:pt x="5578" y="666872"/>
                  <a:pt x="3383" y="664677"/>
                </a:cubicBezTo>
                <a:cubicBezTo>
                  <a:pt x="1097" y="662391"/>
                  <a:pt x="0" y="659740"/>
                  <a:pt x="0" y="656539"/>
                </a:cubicBezTo>
                <a:cubicBezTo>
                  <a:pt x="0" y="653339"/>
                  <a:pt x="1097" y="650687"/>
                  <a:pt x="3383" y="648401"/>
                </a:cubicBezTo>
                <a:cubicBezTo>
                  <a:pt x="5578" y="646206"/>
                  <a:pt x="8321" y="645109"/>
                  <a:pt x="11521" y="645109"/>
                </a:cubicBezTo>
                <a:cubicBezTo>
                  <a:pt x="14630" y="645109"/>
                  <a:pt x="17374" y="646206"/>
                  <a:pt x="19568" y="648401"/>
                </a:cubicBezTo>
                <a:cubicBezTo>
                  <a:pt x="21854" y="650687"/>
                  <a:pt x="22951" y="653339"/>
                  <a:pt x="22951" y="656539"/>
                </a:cubicBezTo>
              </a:path>
              <a:path w="2624877" h="1067745">
                <a:moveTo>
                  <a:pt x="250088" y="581833"/>
                </a:moveTo>
                <a:cubicBezTo>
                  <a:pt x="250088" y="584942"/>
                  <a:pt x="248991" y="587685"/>
                  <a:pt x="246705" y="589879"/>
                </a:cubicBezTo>
                <a:cubicBezTo>
                  <a:pt x="244511" y="592165"/>
                  <a:pt x="241767" y="593263"/>
                  <a:pt x="238567" y="593263"/>
                </a:cubicBezTo>
                <a:cubicBezTo>
                  <a:pt x="235458" y="593263"/>
                  <a:pt x="232715" y="592165"/>
                  <a:pt x="230520" y="589879"/>
                </a:cubicBezTo>
                <a:cubicBezTo>
                  <a:pt x="228234" y="587685"/>
                  <a:pt x="227137" y="584942"/>
                  <a:pt x="227137" y="581833"/>
                </a:cubicBezTo>
                <a:cubicBezTo>
                  <a:pt x="227137" y="578632"/>
                  <a:pt x="228234" y="575889"/>
                  <a:pt x="230520" y="573695"/>
                </a:cubicBezTo>
                <a:cubicBezTo>
                  <a:pt x="232715" y="571500"/>
                  <a:pt x="235458" y="570311"/>
                  <a:pt x="238567" y="570311"/>
                </a:cubicBezTo>
                <a:cubicBezTo>
                  <a:pt x="241767" y="570311"/>
                  <a:pt x="244511" y="571500"/>
                  <a:pt x="246705" y="573695"/>
                </a:cubicBezTo>
                <a:cubicBezTo>
                  <a:pt x="248991" y="575889"/>
                  <a:pt x="250088" y="578632"/>
                  <a:pt x="250088" y="581833"/>
                </a:cubicBezTo>
              </a:path>
              <a:path w="2624877" h="1067745">
                <a:moveTo>
                  <a:pt x="450616" y="599389"/>
                </a:moveTo>
                <a:cubicBezTo>
                  <a:pt x="450616" y="602498"/>
                  <a:pt x="449519" y="605241"/>
                  <a:pt x="447324" y="607436"/>
                </a:cubicBezTo>
                <a:cubicBezTo>
                  <a:pt x="445038" y="609722"/>
                  <a:pt x="442295" y="610819"/>
                  <a:pt x="439186" y="610819"/>
                </a:cubicBezTo>
                <a:cubicBezTo>
                  <a:pt x="435986" y="610819"/>
                  <a:pt x="433334" y="609722"/>
                  <a:pt x="431048" y="607436"/>
                </a:cubicBezTo>
                <a:cubicBezTo>
                  <a:pt x="428854" y="605241"/>
                  <a:pt x="427665" y="602498"/>
                  <a:pt x="427665" y="599389"/>
                </a:cubicBezTo>
                <a:cubicBezTo>
                  <a:pt x="427665" y="596189"/>
                  <a:pt x="428854" y="593537"/>
                  <a:pt x="431048" y="591251"/>
                </a:cubicBezTo>
                <a:cubicBezTo>
                  <a:pt x="433334" y="589056"/>
                  <a:pt x="435986" y="587868"/>
                  <a:pt x="439186" y="587868"/>
                </a:cubicBezTo>
                <a:cubicBezTo>
                  <a:pt x="442295" y="587868"/>
                  <a:pt x="445038" y="589056"/>
                  <a:pt x="447324" y="591251"/>
                </a:cubicBezTo>
                <a:cubicBezTo>
                  <a:pt x="449519" y="593537"/>
                  <a:pt x="450616" y="596189"/>
                  <a:pt x="450616" y="599389"/>
                </a:cubicBezTo>
              </a:path>
              <a:path w="2624877" h="1067745">
                <a:moveTo>
                  <a:pt x="643829" y="605881"/>
                </a:moveTo>
                <a:cubicBezTo>
                  <a:pt x="643829" y="608990"/>
                  <a:pt x="642732" y="611734"/>
                  <a:pt x="640446" y="613928"/>
                </a:cubicBezTo>
                <a:cubicBezTo>
                  <a:pt x="638251" y="616214"/>
                  <a:pt x="635508" y="617311"/>
                  <a:pt x="632308" y="617311"/>
                </a:cubicBezTo>
                <a:cubicBezTo>
                  <a:pt x="629199" y="617311"/>
                  <a:pt x="626455" y="616214"/>
                  <a:pt x="624169" y="613928"/>
                </a:cubicBezTo>
                <a:cubicBezTo>
                  <a:pt x="621975" y="611734"/>
                  <a:pt x="620878" y="608990"/>
                  <a:pt x="620878" y="605881"/>
                </a:cubicBezTo>
                <a:cubicBezTo>
                  <a:pt x="620878" y="602681"/>
                  <a:pt x="621975" y="600029"/>
                  <a:pt x="624169" y="597743"/>
                </a:cubicBezTo>
                <a:cubicBezTo>
                  <a:pt x="626455" y="595549"/>
                  <a:pt x="629199" y="594360"/>
                  <a:pt x="632308" y="594360"/>
                </a:cubicBezTo>
                <a:cubicBezTo>
                  <a:pt x="635508" y="594360"/>
                  <a:pt x="638251" y="595549"/>
                  <a:pt x="640446" y="597743"/>
                </a:cubicBezTo>
                <a:cubicBezTo>
                  <a:pt x="642732" y="600029"/>
                  <a:pt x="643829" y="602681"/>
                  <a:pt x="643829" y="605881"/>
                </a:cubicBezTo>
              </a:path>
              <a:path w="2624877" h="1067745">
                <a:moveTo>
                  <a:pt x="782178" y="627644"/>
                </a:moveTo>
                <a:cubicBezTo>
                  <a:pt x="782178" y="630845"/>
                  <a:pt x="781080" y="633588"/>
                  <a:pt x="778794" y="635782"/>
                </a:cubicBezTo>
                <a:cubicBezTo>
                  <a:pt x="776600" y="638068"/>
                  <a:pt x="773857" y="639166"/>
                  <a:pt x="770656" y="639166"/>
                </a:cubicBezTo>
                <a:cubicBezTo>
                  <a:pt x="767547" y="639166"/>
                  <a:pt x="764804" y="638068"/>
                  <a:pt x="762610" y="635782"/>
                </a:cubicBezTo>
                <a:cubicBezTo>
                  <a:pt x="760324" y="633588"/>
                  <a:pt x="759226" y="630845"/>
                  <a:pt x="759226" y="627644"/>
                </a:cubicBezTo>
                <a:cubicBezTo>
                  <a:pt x="759226" y="624535"/>
                  <a:pt x="760324" y="621792"/>
                  <a:pt x="762610" y="619597"/>
                </a:cubicBezTo>
                <a:cubicBezTo>
                  <a:pt x="764804" y="617311"/>
                  <a:pt x="767547" y="616214"/>
                  <a:pt x="770656" y="616214"/>
                </a:cubicBezTo>
                <a:cubicBezTo>
                  <a:pt x="773857" y="616214"/>
                  <a:pt x="776600" y="617311"/>
                  <a:pt x="778794" y="619597"/>
                </a:cubicBezTo>
                <a:cubicBezTo>
                  <a:pt x="781080" y="621792"/>
                  <a:pt x="782178" y="624535"/>
                  <a:pt x="782178" y="627644"/>
                </a:cubicBezTo>
              </a:path>
              <a:path w="2624877" h="1067745">
                <a:moveTo>
                  <a:pt x="991392" y="675559"/>
                </a:moveTo>
                <a:cubicBezTo>
                  <a:pt x="991392" y="678759"/>
                  <a:pt x="990204" y="681411"/>
                  <a:pt x="988009" y="683697"/>
                </a:cubicBezTo>
                <a:cubicBezTo>
                  <a:pt x="985723" y="685891"/>
                  <a:pt x="983071" y="686989"/>
                  <a:pt x="979871" y="686989"/>
                </a:cubicBezTo>
                <a:cubicBezTo>
                  <a:pt x="976671" y="686989"/>
                  <a:pt x="974019" y="685891"/>
                  <a:pt x="971733" y="683697"/>
                </a:cubicBezTo>
                <a:cubicBezTo>
                  <a:pt x="969538" y="681411"/>
                  <a:pt x="968350" y="678759"/>
                  <a:pt x="968350" y="675559"/>
                </a:cubicBezTo>
                <a:cubicBezTo>
                  <a:pt x="968350" y="672358"/>
                  <a:pt x="969538" y="669707"/>
                  <a:pt x="971733" y="667421"/>
                </a:cubicBezTo>
                <a:cubicBezTo>
                  <a:pt x="974019" y="665226"/>
                  <a:pt x="976671" y="664129"/>
                  <a:pt x="979871" y="664129"/>
                </a:cubicBezTo>
                <a:cubicBezTo>
                  <a:pt x="983071" y="664129"/>
                  <a:pt x="985723" y="665226"/>
                  <a:pt x="988009" y="667421"/>
                </a:cubicBezTo>
                <a:cubicBezTo>
                  <a:pt x="990204" y="669707"/>
                  <a:pt x="991392" y="672358"/>
                  <a:pt x="991392" y="675559"/>
                </a:cubicBezTo>
              </a:path>
              <a:path w="2624877" h="1067745">
                <a:moveTo>
                  <a:pt x="1155710" y="651053"/>
                </a:moveTo>
                <a:cubicBezTo>
                  <a:pt x="1155710" y="654162"/>
                  <a:pt x="1154521" y="656905"/>
                  <a:pt x="1152327" y="659100"/>
                </a:cubicBezTo>
                <a:cubicBezTo>
                  <a:pt x="1150041" y="661386"/>
                  <a:pt x="1147389" y="662483"/>
                  <a:pt x="1144189" y="662483"/>
                </a:cubicBezTo>
                <a:cubicBezTo>
                  <a:pt x="1141080" y="662483"/>
                  <a:pt x="1138337" y="661386"/>
                  <a:pt x="1136051" y="659100"/>
                </a:cubicBezTo>
                <a:cubicBezTo>
                  <a:pt x="1133856" y="656905"/>
                  <a:pt x="1132759" y="654162"/>
                  <a:pt x="1132759" y="651053"/>
                </a:cubicBezTo>
                <a:cubicBezTo>
                  <a:pt x="1132759" y="647852"/>
                  <a:pt x="1133856" y="645201"/>
                  <a:pt x="1136051" y="642915"/>
                </a:cubicBezTo>
                <a:cubicBezTo>
                  <a:pt x="1138337" y="640720"/>
                  <a:pt x="1141080" y="639531"/>
                  <a:pt x="1144189" y="639531"/>
                </a:cubicBezTo>
                <a:cubicBezTo>
                  <a:pt x="1147389" y="639531"/>
                  <a:pt x="1150041" y="640720"/>
                  <a:pt x="1152327" y="642915"/>
                </a:cubicBezTo>
                <a:cubicBezTo>
                  <a:pt x="1154521" y="645201"/>
                  <a:pt x="1155710" y="647852"/>
                  <a:pt x="1155710" y="651053"/>
                </a:cubicBezTo>
              </a:path>
              <a:path w="2624877" h="1067745">
                <a:moveTo>
                  <a:pt x="1374983" y="610545"/>
                </a:moveTo>
                <a:cubicBezTo>
                  <a:pt x="1374983" y="613745"/>
                  <a:pt x="1373795" y="616397"/>
                  <a:pt x="1371600" y="618683"/>
                </a:cubicBezTo>
                <a:cubicBezTo>
                  <a:pt x="1369314" y="620878"/>
                  <a:pt x="1366662" y="621975"/>
                  <a:pt x="1363462" y="621975"/>
                </a:cubicBezTo>
                <a:cubicBezTo>
                  <a:pt x="1360261" y="621975"/>
                  <a:pt x="1357610" y="620878"/>
                  <a:pt x="1355324" y="618683"/>
                </a:cubicBezTo>
                <a:cubicBezTo>
                  <a:pt x="1353129" y="616397"/>
                  <a:pt x="1352032" y="613745"/>
                  <a:pt x="1352032" y="610545"/>
                </a:cubicBezTo>
                <a:cubicBezTo>
                  <a:pt x="1352032" y="607344"/>
                  <a:pt x="1353129" y="604693"/>
                  <a:pt x="1355324" y="602407"/>
                </a:cubicBezTo>
                <a:cubicBezTo>
                  <a:pt x="1357610" y="600212"/>
                  <a:pt x="1360261" y="599115"/>
                  <a:pt x="1363462" y="599115"/>
                </a:cubicBezTo>
                <a:cubicBezTo>
                  <a:pt x="1366662" y="599115"/>
                  <a:pt x="1369314" y="600212"/>
                  <a:pt x="1371600" y="602407"/>
                </a:cubicBezTo>
                <a:cubicBezTo>
                  <a:pt x="1373795" y="604693"/>
                  <a:pt x="1374983" y="607344"/>
                  <a:pt x="1374983" y="610545"/>
                </a:cubicBezTo>
              </a:path>
              <a:path w="2624877" h="1067745">
                <a:moveTo>
                  <a:pt x="1639976" y="634594"/>
                </a:moveTo>
                <a:cubicBezTo>
                  <a:pt x="1639976" y="637703"/>
                  <a:pt x="1638879" y="640446"/>
                  <a:pt x="1636593" y="642640"/>
                </a:cubicBezTo>
                <a:cubicBezTo>
                  <a:pt x="1634399" y="644926"/>
                  <a:pt x="1631655" y="646024"/>
                  <a:pt x="1628455" y="646024"/>
                </a:cubicBezTo>
                <a:cubicBezTo>
                  <a:pt x="1625346" y="646024"/>
                  <a:pt x="1622603" y="644926"/>
                  <a:pt x="1620408" y="642640"/>
                </a:cubicBezTo>
                <a:cubicBezTo>
                  <a:pt x="1618122" y="640446"/>
                  <a:pt x="1617025" y="637703"/>
                  <a:pt x="1617025" y="634594"/>
                </a:cubicBezTo>
                <a:cubicBezTo>
                  <a:pt x="1617025" y="631393"/>
                  <a:pt x="1618122" y="628650"/>
                  <a:pt x="1620408" y="626455"/>
                </a:cubicBezTo>
                <a:cubicBezTo>
                  <a:pt x="1622603" y="624261"/>
                  <a:pt x="1625346" y="623072"/>
                  <a:pt x="1628455" y="623072"/>
                </a:cubicBezTo>
                <a:cubicBezTo>
                  <a:pt x="1631655" y="623072"/>
                  <a:pt x="1634399" y="624261"/>
                  <a:pt x="1636593" y="626455"/>
                </a:cubicBezTo>
                <a:cubicBezTo>
                  <a:pt x="1638879" y="628650"/>
                  <a:pt x="1639976" y="631393"/>
                  <a:pt x="1639976" y="634594"/>
                </a:cubicBezTo>
              </a:path>
              <a:path w="2624877" h="1067745">
                <a:moveTo>
                  <a:pt x="1834561" y="581467"/>
                </a:moveTo>
                <a:cubicBezTo>
                  <a:pt x="1834561" y="584667"/>
                  <a:pt x="1833463" y="587411"/>
                  <a:pt x="1831177" y="589605"/>
                </a:cubicBezTo>
                <a:cubicBezTo>
                  <a:pt x="1828983" y="591800"/>
                  <a:pt x="1826240" y="592988"/>
                  <a:pt x="1823131" y="592988"/>
                </a:cubicBezTo>
                <a:cubicBezTo>
                  <a:pt x="1819930" y="592988"/>
                  <a:pt x="1817187" y="591800"/>
                  <a:pt x="1814993" y="589605"/>
                </a:cubicBezTo>
                <a:cubicBezTo>
                  <a:pt x="1812707" y="587411"/>
                  <a:pt x="1811609" y="584667"/>
                  <a:pt x="1811609" y="581467"/>
                </a:cubicBezTo>
                <a:cubicBezTo>
                  <a:pt x="1811609" y="578358"/>
                  <a:pt x="1812707" y="575615"/>
                  <a:pt x="1814993" y="573420"/>
                </a:cubicBezTo>
                <a:cubicBezTo>
                  <a:pt x="1817187" y="571134"/>
                  <a:pt x="1819930" y="570037"/>
                  <a:pt x="1823131" y="570037"/>
                </a:cubicBezTo>
                <a:cubicBezTo>
                  <a:pt x="1826240" y="570037"/>
                  <a:pt x="1828983" y="571134"/>
                  <a:pt x="1831177" y="573420"/>
                </a:cubicBezTo>
                <a:cubicBezTo>
                  <a:pt x="1833463" y="575615"/>
                  <a:pt x="1834561" y="578358"/>
                  <a:pt x="1834561" y="581467"/>
                </a:cubicBezTo>
              </a:path>
              <a:path w="2624877" h="1067745">
                <a:moveTo>
                  <a:pt x="2032894" y="642640"/>
                </a:moveTo>
                <a:cubicBezTo>
                  <a:pt x="2032894" y="645841"/>
                  <a:pt x="2031797" y="648492"/>
                  <a:pt x="2029511" y="650778"/>
                </a:cubicBezTo>
                <a:cubicBezTo>
                  <a:pt x="2027316" y="652973"/>
                  <a:pt x="2024573" y="654162"/>
                  <a:pt x="2021373" y="654162"/>
                </a:cubicBezTo>
                <a:cubicBezTo>
                  <a:pt x="2018264" y="654162"/>
                  <a:pt x="2015520" y="652973"/>
                  <a:pt x="2013326" y="650778"/>
                </a:cubicBezTo>
                <a:cubicBezTo>
                  <a:pt x="2011040" y="648492"/>
                  <a:pt x="2009943" y="645841"/>
                  <a:pt x="2009943" y="642640"/>
                </a:cubicBezTo>
                <a:cubicBezTo>
                  <a:pt x="2009943" y="639531"/>
                  <a:pt x="2011040" y="636788"/>
                  <a:pt x="2013326" y="634594"/>
                </a:cubicBezTo>
                <a:cubicBezTo>
                  <a:pt x="2015520" y="632308"/>
                  <a:pt x="2018264" y="631210"/>
                  <a:pt x="2021373" y="631210"/>
                </a:cubicBezTo>
                <a:cubicBezTo>
                  <a:pt x="2024573" y="631210"/>
                  <a:pt x="2027316" y="632308"/>
                  <a:pt x="2029511" y="634594"/>
                </a:cubicBezTo>
                <a:cubicBezTo>
                  <a:pt x="2031797" y="636788"/>
                  <a:pt x="2032894" y="639531"/>
                  <a:pt x="2032894" y="642640"/>
                </a:cubicBezTo>
              </a:path>
              <a:path w="2624877" h="1067745">
                <a:moveTo>
                  <a:pt x="2157161" y="656173"/>
                </a:moveTo>
                <a:cubicBezTo>
                  <a:pt x="2157161" y="659374"/>
                  <a:pt x="2156064" y="662117"/>
                  <a:pt x="2153869" y="664312"/>
                </a:cubicBezTo>
                <a:cubicBezTo>
                  <a:pt x="2151583" y="666506"/>
                  <a:pt x="2148931" y="667695"/>
                  <a:pt x="2145731" y="667695"/>
                </a:cubicBezTo>
                <a:cubicBezTo>
                  <a:pt x="2142531" y="667695"/>
                  <a:pt x="2139879" y="666506"/>
                  <a:pt x="2137593" y="664312"/>
                </a:cubicBezTo>
                <a:cubicBezTo>
                  <a:pt x="2135398" y="662117"/>
                  <a:pt x="2134210" y="659374"/>
                  <a:pt x="2134210" y="656173"/>
                </a:cubicBezTo>
                <a:cubicBezTo>
                  <a:pt x="2134210" y="653064"/>
                  <a:pt x="2135398" y="650321"/>
                  <a:pt x="2137593" y="648127"/>
                </a:cubicBezTo>
                <a:cubicBezTo>
                  <a:pt x="2139879" y="645841"/>
                  <a:pt x="2142531" y="644743"/>
                  <a:pt x="2145731" y="644743"/>
                </a:cubicBezTo>
                <a:cubicBezTo>
                  <a:pt x="2148931" y="644743"/>
                  <a:pt x="2151583" y="645841"/>
                  <a:pt x="2153869" y="648127"/>
                </a:cubicBezTo>
                <a:cubicBezTo>
                  <a:pt x="2156064" y="650321"/>
                  <a:pt x="2157161" y="653064"/>
                  <a:pt x="2157161" y="656173"/>
                </a:cubicBezTo>
              </a:path>
              <a:path w="2624877" h="1067745">
                <a:moveTo>
                  <a:pt x="2351380" y="658368"/>
                </a:moveTo>
                <a:cubicBezTo>
                  <a:pt x="2351380" y="661568"/>
                  <a:pt x="2350282" y="664220"/>
                  <a:pt x="2347996" y="666506"/>
                </a:cubicBezTo>
                <a:cubicBezTo>
                  <a:pt x="2345802" y="668701"/>
                  <a:pt x="2343059" y="669798"/>
                  <a:pt x="2339858" y="669798"/>
                </a:cubicBezTo>
                <a:cubicBezTo>
                  <a:pt x="2336749" y="669798"/>
                  <a:pt x="2334006" y="668701"/>
                  <a:pt x="2331811" y="666506"/>
                </a:cubicBezTo>
                <a:cubicBezTo>
                  <a:pt x="2329525" y="664220"/>
                  <a:pt x="2328428" y="661568"/>
                  <a:pt x="2328428" y="658368"/>
                </a:cubicBezTo>
                <a:cubicBezTo>
                  <a:pt x="2328428" y="655168"/>
                  <a:pt x="2329525" y="652516"/>
                  <a:pt x="2331811" y="650230"/>
                </a:cubicBezTo>
                <a:cubicBezTo>
                  <a:pt x="2334006" y="648035"/>
                  <a:pt x="2336749" y="646938"/>
                  <a:pt x="2339858" y="646938"/>
                </a:cubicBezTo>
                <a:cubicBezTo>
                  <a:pt x="2343059" y="646938"/>
                  <a:pt x="2345802" y="648035"/>
                  <a:pt x="2347996" y="650230"/>
                </a:cubicBezTo>
                <a:cubicBezTo>
                  <a:pt x="2350282" y="652516"/>
                  <a:pt x="2351380" y="655168"/>
                  <a:pt x="2351380" y="658368"/>
                </a:cubicBezTo>
              </a:path>
              <a:path w="2624877" h="1067745">
                <a:moveTo>
                  <a:pt x="2589947" y="590154"/>
                </a:moveTo>
                <a:cubicBezTo>
                  <a:pt x="2589947" y="593263"/>
                  <a:pt x="2588758" y="596006"/>
                  <a:pt x="2586563" y="598200"/>
                </a:cubicBezTo>
                <a:cubicBezTo>
                  <a:pt x="2584277" y="600486"/>
                  <a:pt x="2581626" y="601584"/>
                  <a:pt x="2578425" y="601584"/>
                </a:cubicBezTo>
                <a:cubicBezTo>
                  <a:pt x="2575225" y="601584"/>
                  <a:pt x="2572573" y="600486"/>
                  <a:pt x="2570287" y="598200"/>
                </a:cubicBezTo>
                <a:cubicBezTo>
                  <a:pt x="2568092" y="596006"/>
                  <a:pt x="2566995" y="593263"/>
                  <a:pt x="2566995" y="590154"/>
                </a:cubicBezTo>
                <a:cubicBezTo>
                  <a:pt x="2566995" y="586953"/>
                  <a:pt x="2568092" y="584210"/>
                  <a:pt x="2570287" y="582016"/>
                </a:cubicBezTo>
                <a:cubicBezTo>
                  <a:pt x="2572573" y="579730"/>
                  <a:pt x="2575225" y="578632"/>
                  <a:pt x="2578425" y="578632"/>
                </a:cubicBezTo>
                <a:cubicBezTo>
                  <a:pt x="2581626" y="578632"/>
                  <a:pt x="2584277" y="579730"/>
                  <a:pt x="2586563" y="582016"/>
                </a:cubicBezTo>
                <a:cubicBezTo>
                  <a:pt x="2588758" y="584210"/>
                  <a:pt x="2589947" y="586953"/>
                  <a:pt x="2589947" y="590154"/>
                </a:cubicBezTo>
              </a:path>
              <a:path w="2624877" h="1067745">
                <a:moveTo>
                  <a:pt x="56418" y="435254"/>
                </a:moveTo>
                <a:cubicBezTo>
                  <a:pt x="56418" y="438363"/>
                  <a:pt x="55321" y="441107"/>
                  <a:pt x="53035" y="443301"/>
                </a:cubicBezTo>
                <a:cubicBezTo>
                  <a:pt x="50841" y="445587"/>
                  <a:pt x="48097" y="446684"/>
                  <a:pt x="44897" y="446684"/>
                </a:cubicBezTo>
                <a:cubicBezTo>
                  <a:pt x="41788" y="446684"/>
                  <a:pt x="39045" y="445587"/>
                  <a:pt x="36850" y="443301"/>
                </a:cubicBezTo>
                <a:cubicBezTo>
                  <a:pt x="34564" y="441107"/>
                  <a:pt x="33467" y="438363"/>
                  <a:pt x="33467" y="435254"/>
                </a:cubicBezTo>
                <a:cubicBezTo>
                  <a:pt x="33467" y="432054"/>
                  <a:pt x="34564" y="429402"/>
                  <a:pt x="36850" y="427116"/>
                </a:cubicBezTo>
                <a:cubicBezTo>
                  <a:pt x="39045" y="424922"/>
                  <a:pt x="41788" y="423733"/>
                  <a:pt x="44897" y="423733"/>
                </a:cubicBezTo>
                <a:cubicBezTo>
                  <a:pt x="48097" y="423733"/>
                  <a:pt x="50841" y="424922"/>
                  <a:pt x="53035" y="427116"/>
                </a:cubicBezTo>
                <a:cubicBezTo>
                  <a:pt x="55321" y="429402"/>
                  <a:pt x="56418" y="432054"/>
                  <a:pt x="56418" y="435254"/>
                </a:cubicBezTo>
              </a:path>
              <a:path w="2624877" h="1067745">
                <a:moveTo>
                  <a:pt x="234452" y="403799"/>
                </a:moveTo>
                <a:cubicBezTo>
                  <a:pt x="234452" y="406999"/>
                  <a:pt x="233355" y="409651"/>
                  <a:pt x="231160" y="411937"/>
                </a:cubicBezTo>
                <a:cubicBezTo>
                  <a:pt x="228874" y="414132"/>
                  <a:pt x="226223" y="415229"/>
                  <a:pt x="223022" y="415229"/>
                </a:cubicBezTo>
                <a:cubicBezTo>
                  <a:pt x="219822" y="415229"/>
                  <a:pt x="217170" y="414132"/>
                  <a:pt x="214884" y="411937"/>
                </a:cubicBezTo>
                <a:cubicBezTo>
                  <a:pt x="212689" y="409651"/>
                  <a:pt x="211501" y="406999"/>
                  <a:pt x="211501" y="403799"/>
                </a:cubicBezTo>
                <a:cubicBezTo>
                  <a:pt x="211501" y="400690"/>
                  <a:pt x="212689" y="397947"/>
                  <a:pt x="214884" y="395752"/>
                </a:cubicBezTo>
                <a:cubicBezTo>
                  <a:pt x="217170" y="393466"/>
                  <a:pt x="219822" y="392369"/>
                  <a:pt x="223022" y="392369"/>
                </a:cubicBezTo>
                <a:cubicBezTo>
                  <a:pt x="226223" y="392369"/>
                  <a:pt x="228874" y="393466"/>
                  <a:pt x="231160" y="395752"/>
                </a:cubicBezTo>
                <a:cubicBezTo>
                  <a:pt x="233355" y="397947"/>
                  <a:pt x="234452" y="400690"/>
                  <a:pt x="234452" y="403799"/>
                </a:cubicBezTo>
              </a:path>
              <a:path w="2624877" h="1067745">
                <a:moveTo>
                  <a:pt x="375178" y="417424"/>
                </a:moveTo>
                <a:cubicBezTo>
                  <a:pt x="375178" y="420624"/>
                  <a:pt x="374081" y="423276"/>
                  <a:pt x="371795" y="425562"/>
                </a:cubicBezTo>
                <a:cubicBezTo>
                  <a:pt x="369600" y="427756"/>
                  <a:pt x="366857" y="428854"/>
                  <a:pt x="363657" y="428854"/>
                </a:cubicBezTo>
                <a:cubicBezTo>
                  <a:pt x="360548" y="428854"/>
                  <a:pt x="357805" y="427756"/>
                  <a:pt x="355610" y="425562"/>
                </a:cubicBezTo>
                <a:cubicBezTo>
                  <a:pt x="353324" y="423276"/>
                  <a:pt x="352227" y="420624"/>
                  <a:pt x="352227" y="417424"/>
                </a:cubicBezTo>
                <a:cubicBezTo>
                  <a:pt x="352227" y="414315"/>
                  <a:pt x="353324" y="411571"/>
                  <a:pt x="355610" y="409377"/>
                </a:cubicBezTo>
                <a:cubicBezTo>
                  <a:pt x="357805" y="407091"/>
                  <a:pt x="360548" y="405994"/>
                  <a:pt x="363657" y="405994"/>
                </a:cubicBezTo>
                <a:cubicBezTo>
                  <a:pt x="366857" y="405994"/>
                  <a:pt x="369600" y="407091"/>
                  <a:pt x="371795" y="409377"/>
                </a:cubicBezTo>
                <a:cubicBezTo>
                  <a:pt x="374081" y="411571"/>
                  <a:pt x="375178" y="414315"/>
                  <a:pt x="375178" y="417424"/>
                </a:cubicBezTo>
              </a:path>
              <a:path w="2624877" h="1067745">
                <a:moveTo>
                  <a:pt x="652790" y="405536"/>
                </a:moveTo>
                <a:cubicBezTo>
                  <a:pt x="652790" y="408645"/>
                  <a:pt x="651693" y="411389"/>
                  <a:pt x="649407" y="413583"/>
                </a:cubicBezTo>
                <a:cubicBezTo>
                  <a:pt x="647212" y="415869"/>
                  <a:pt x="644469" y="416966"/>
                  <a:pt x="641269" y="416966"/>
                </a:cubicBezTo>
                <a:cubicBezTo>
                  <a:pt x="638160" y="416966"/>
                  <a:pt x="635417" y="415869"/>
                  <a:pt x="633222" y="413583"/>
                </a:cubicBezTo>
                <a:cubicBezTo>
                  <a:pt x="630936" y="411389"/>
                  <a:pt x="629839" y="408645"/>
                  <a:pt x="629839" y="405536"/>
                </a:cubicBezTo>
                <a:cubicBezTo>
                  <a:pt x="629839" y="402336"/>
                  <a:pt x="630936" y="399684"/>
                  <a:pt x="633222" y="397398"/>
                </a:cubicBezTo>
                <a:cubicBezTo>
                  <a:pt x="635417" y="395204"/>
                  <a:pt x="638160" y="394015"/>
                  <a:pt x="641269" y="394015"/>
                </a:cubicBezTo>
                <a:cubicBezTo>
                  <a:pt x="644469" y="394015"/>
                  <a:pt x="647212" y="395204"/>
                  <a:pt x="649407" y="397398"/>
                </a:cubicBezTo>
                <a:cubicBezTo>
                  <a:pt x="651693" y="399684"/>
                  <a:pt x="652790" y="402336"/>
                  <a:pt x="652790" y="405536"/>
                </a:cubicBezTo>
              </a:path>
              <a:path w="2624877" h="1067745">
                <a:moveTo>
                  <a:pt x="833567" y="435346"/>
                </a:moveTo>
                <a:cubicBezTo>
                  <a:pt x="833567" y="438546"/>
                  <a:pt x="832470" y="441198"/>
                  <a:pt x="830275" y="443484"/>
                </a:cubicBezTo>
                <a:cubicBezTo>
                  <a:pt x="827989" y="445679"/>
                  <a:pt x="825337" y="446776"/>
                  <a:pt x="822137" y="446776"/>
                </a:cubicBezTo>
                <a:cubicBezTo>
                  <a:pt x="818937" y="446776"/>
                  <a:pt x="816285" y="445679"/>
                  <a:pt x="813999" y="443484"/>
                </a:cubicBezTo>
                <a:cubicBezTo>
                  <a:pt x="811804" y="441198"/>
                  <a:pt x="810616" y="438546"/>
                  <a:pt x="810616" y="435346"/>
                </a:cubicBezTo>
                <a:cubicBezTo>
                  <a:pt x="810616" y="432145"/>
                  <a:pt x="811804" y="429494"/>
                  <a:pt x="813999" y="427208"/>
                </a:cubicBezTo>
                <a:cubicBezTo>
                  <a:pt x="816285" y="425013"/>
                  <a:pt x="818937" y="423916"/>
                  <a:pt x="822137" y="423916"/>
                </a:cubicBezTo>
                <a:cubicBezTo>
                  <a:pt x="825337" y="423916"/>
                  <a:pt x="827989" y="425013"/>
                  <a:pt x="830275" y="427208"/>
                </a:cubicBezTo>
                <a:cubicBezTo>
                  <a:pt x="832470" y="429494"/>
                  <a:pt x="833567" y="432145"/>
                  <a:pt x="833567" y="435346"/>
                </a:cubicBezTo>
              </a:path>
              <a:path w="2624877" h="1067745">
                <a:moveTo>
                  <a:pt x="973927" y="404805"/>
                </a:moveTo>
                <a:cubicBezTo>
                  <a:pt x="973927" y="408005"/>
                  <a:pt x="972830" y="410657"/>
                  <a:pt x="970636" y="412943"/>
                </a:cubicBezTo>
                <a:cubicBezTo>
                  <a:pt x="968350" y="415138"/>
                  <a:pt x="965698" y="416326"/>
                  <a:pt x="962497" y="416326"/>
                </a:cubicBezTo>
                <a:cubicBezTo>
                  <a:pt x="959297" y="416326"/>
                  <a:pt x="956645" y="415138"/>
                  <a:pt x="954359" y="412943"/>
                </a:cubicBezTo>
                <a:cubicBezTo>
                  <a:pt x="952165" y="410657"/>
                  <a:pt x="950976" y="408005"/>
                  <a:pt x="950976" y="404805"/>
                </a:cubicBezTo>
                <a:cubicBezTo>
                  <a:pt x="950976" y="401696"/>
                  <a:pt x="952165" y="398953"/>
                  <a:pt x="954359" y="396758"/>
                </a:cubicBezTo>
                <a:cubicBezTo>
                  <a:pt x="956645" y="394472"/>
                  <a:pt x="959297" y="393375"/>
                  <a:pt x="962497" y="393375"/>
                </a:cubicBezTo>
                <a:cubicBezTo>
                  <a:pt x="965698" y="393375"/>
                  <a:pt x="968350" y="394472"/>
                  <a:pt x="970636" y="396758"/>
                </a:cubicBezTo>
                <a:cubicBezTo>
                  <a:pt x="972830" y="398953"/>
                  <a:pt x="973927" y="401696"/>
                  <a:pt x="973927" y="404805"/>
                </a:cubicBezTo>
              </a:path>
              <a:path w="2624877" h="1067745">
                <a:moveTo>
                  <a:pt x="1185611" y="403708"/>
                </a:moveTo>
                <a:cubicBezTo>
                  <a:pt x="1185611" y="406817"/>
                  <a:pt x="1184514" y="409560"/>
                  <a:pt x="1182228" y="411754"/>
                </a:cubicBezTo>
                <a:cubicBezTo>
                  <a:pt x="1180033" y="414040"/>
                  <a:pt x="1177290" y="415138"/>
                  <a:pt x="1174181" y="415138"/>
                </a:cubicBezTo>
                <a:cubicBezTo>
                  <a:pt x="1170981" y="415138"/>
                  <a:pt x="1168237" y="414040"/>
                  <a:pt x="1166043" y="411754"/>
                </a:cubicBezTo>
                <a:cubicBezTo>
                  <a:pt x="1163757" y="409560"/>
                  <a:pt x="1162660" y="406817"/>
                  <a:pt x="1162660" y="403708"/>
                </a:cubicBezTo>
                <a:cubicBezTo>
                  <a:pt x="1162660" y="400507"/>
                  <a:pt x="1163757" y="397855"/>
                  <a:pt x="1166043" y="395569"/>
                </a:cubicBezTo>
                <a:cubicBezTo>
                  <a:pt x="1168237" y="393375"/>
                  <a:pt x="1170981" y="392186"/>
                  <a:pt x="1174181" y="392186"/>
                </a:cubicBezTo>
                <a:cubicBezTo>
                  <a:pt x="1177290" y="392186"/>
                  <a:pt x="1180033" y="393375"/>
                  <a:pt x="1182228" y="395569"/>
                </a:cubicBezTo>
                <a:cubicBezTo>
                  <a:pt x="1184514" y="397855"/>
                  <a:pt x="1185611" y="400507"/>
                  <a:pt x="1185611" y="403708"/>
                </a:cubicBezTo>
              </a:path>
              <a:path w="2624877" h="1067745">
                <a:moveTo>
                  <a:pt x="1444935" y="443393"/>
                </a:moveTo>
                <a:cubicBezTo>
                  <a:pt x="1444935" y="446593"/>
                  <a:pt x="1443838" y="449245"/>
                  <a:pt x="1441552" y="451531"/>
                </a:cubicBezTo>
                <a:cubicBezTo>
                  <a:pt x="1439357" y="453725"/>
                  <a:pt x="1436614" y="454914"/>
                  <a:pt x="1433413" y="454914"/>
                </a:cubicBezTo>
                <a:cubicBezTo>
                  <a:pt x="1430304" y="454914"/>
                  <a:pt x="1427561" y="453725"/>
                  <a:pt x="1425367" y="451531"/>
                </a:cubicBezTo>
                <a:cubicBezTo>
                  <a:pt x="1423081" y="449245"/>
                  <a:pt x="1421983" y="446593"/>
                  <a:pt x="1421983" y="443393"/>
                </a:cubicBezTo>
                <a:cubicBezTo>
                  <a:pt x="1421983" y="440284"/>
                  <a:pt x="1423081" y="437540"/>
                  <a:pt x="1425367" y="435346"/>
                </a:cubicBezTo>
                <a:cubicBezTo>
                  <a:pt x="1427561" y="433060"/>
                  <a:pt x="1430304" y="431963"/>
                  <a:pt x="1433413" y="431963"/>
                </a:cubicBezTo>
                <a:cubicBezTo>
                  <a:pt x="1436614" y="431963"/>
                  <a:pt x="1439357" y="433060"/>
                  <a:pt x="1441552" y="435346"/>
                </a:cubicBezTo>
                <a:cubicBezTo>
                  <a:pt x="1443838" y="437540"/>
                  <a:pt x="1444935" y="440284"/>
                  <a:pt x="1444935" y="443393"/>
                </a:cubicBezTo>
              </a:path>
              <a:path w="2624877" h="1067745">
                <a:moveTo>
                  <a:pt x="1585387" y="389352"/>
                </a:moveTo>
                <a:cubicBezTo>
                  <a:pt x="1585387" y="392460"/>
                  <a:pt x="1584289" y="395204"/>
                  <a:pt x="1582095" y="397398"/>
                </a:cubicBezTo>
                <a:cubicBezTo>
                  <a:pt x="1579809" y="399684"/>
                  <a:pt x="1577066" y="400782"/>
                  <a:pt x="1573957" y="400782"/>
                </a:cubicBezTo>
                <a:cubicBezTo>
                  <a:pt x="1570756" y="400782"/>
                  <a:pt x="1568105" y="399684"/>
                  <a:pt x="1565819" y="397398"/>
                </a:cubicBezTo>
                <a:cubicBezTo>
                  <a:pt x="1563624" y="395204"/>
                  <a:pt x="1562435" y="392460"/>
                  <a:pt x="1562435" y="389352"/>
                </a:cubicBezTo>
                <a:cubicBezTo>
                  <a:pt x="1562435" y="386151"/>
                  <a:pt x="1563624" y="383499"/>
                  <a:pt x="1565819" y="381213"/>
                </a:cubicBezTo>
                <a:cubicBezTo>
                  <a:pt x="1568105" y="379019"/>
                  <a:pt x="1570756" y="377830"/>
                  <a:pt x="1573957" y="377830"/>
                </a:cubicBezTo>
                <a:cubicBezTo>
                  <a:pt x="1577066" y="377830"/>
                  <a:pt x="1579809" y="379019"/>
                  <a:pt x="1582095" y="381213"/>
                </a:cubicBezTo>
                <a:cubicBezTo>
                  <a:pt x="1584289" y="383499"/>
                  <a:pt x="1585387" y="386151"/>
                  <a:pt x="1585387" y="389352"/>
                </a:cubicBezTo>
              </a:path>
              <a:path w="2624877" h="1067745">
                <a:moveTo>
                  <a:pt x="1813712" y="465612"/>
                </a:moveTo>
                <a:cubicBezTo>
                  <a:pt x="1813712" y="468721"/>
                  <a:pt x="1812615" y="471465"/>
                  <a:pt x="1810329" y="473659"/>
                </a:cubicBezTo>
                <a:cubicBezTo>
                  <a:pt x="1808135" y="475945"/>
                  <a:pt x="1805391" y="477042"/>
                  <a:pt x="1802191" y="477042"/>
                </a:cubicBezTo>
                <a:cubicBezTo>
                  <a:pt x="1799082" y="477042"/>
                  <a:pt x="1796339" y="475945"/>
                  <a:pt x="1794144" y="473659"/>
                </a:cubicBezTo>
                <a:cubicBezTo>
                  <a:pt x="1791858" y="471465"/>
                  <a:pt x="1790761" y="468721"/>
                  <a:pt x="1790761" y="465612"/>
                </a:cubicBezTo>
                <a:cubicBezTo>
                  <a:pt x="1790761" y="462412"/>
                  <a:pt x="1791858" y="459669"/>
                  <a:pt x="1794144" y="457474"/>
                </a:cubicBezTo>
                <a:cubicBezTo>
                  <a:pt x="1796339" y="455188"/>
                  <a:pt x="1799082" y="454091"/>
                  <a:pt x="1802191" y="454091"/>
                </a:cubicBezTo>
                <a:cubicBezTo>
                  <a:pt x="1805391" y="454091"/>
                  <a:pt x="1808135" y="455188"/>
                  <a:pt x="1810329" y="457474"/>
                </a:cubicBezTo>
                <a:cubicBezTo>
                  <a:pt x="1812615" y="459669"/>
                  <a:pt x="1813712" y="462412"/>
                  <a:pt x="1813712" y="465612"/>
                </a:cubicBezTo>
              </a:path>
              <a:path w="2624877" h="1067745">
                <a:moveTo>
                  <a:pt x="1951512" y="467441"/>
                </a:moveTo>
                <a:cubicBezTo>
                  <a:pt x="1951512" y="470550"/>
                  <a:pt x="1950415" y="473293"/>
                  <a:pt x="1948129" y="475488"/>
                </a:cubicBezTo>
                <a:cubicBezTo>
                  <a:pt x="1945935" y="477774"/>
                  <a:pt x="1943191" y="478871"/>
                  <a:pt x="1939991" y="478871"/>
                </a:cubicBezTo>
                <a:cubicBezTo>
                  <a:pt x="1936882" y="478871"/>
                  <a:pt x="1934139" y="477774"/>
                  <a:pt x="1931944" y="475488"/>
                </a:cubicBezTo>
                <a:cubicBezTo>
                  <a:pt x="1929658" y="473293"/>
                  <a:pt x="1928561" y="470550"/>
                  <a:pt x="1928561" y="467441"/>
                </a:cubicBezTo>
                <a:cubicBezTo>
                  <a:pt x="1928561" y="464241"/>
                  <a:pt x="1929658" y="461498"/>
                  <a:pt x="1931944" y="459303"/>
                </a:cubicBezTo>
                <a:cubicBezTo>
                  <a:pt x="1934139" y="457017"/>
                  <a:pt x="1936882" y="455920"/>
                  <a:pt x="1939991" y="455920"/>
                </a:cubicBezTo>
                <a:cubicBezTo>
                  <a:pt x="1943191" y="455920"/>
                  <a:pt x="1945935" y="457017"/>
                  <a:pt x="1948129" y="459303"/>
                </a:cubicBezTo>
                <a:cubicBezTo>
                  <a:pt x="1950415" y="461498"/>
                  <a:pt x="1951512" y="464241"/>
                  <a:pt x="1951512" y="467441"/>
                </a:cubicBezTo>
              </a:path>
              <a:path w="2624877" h="1067745">
                <a:moveTo>
                  <a:pt x="2224461" y="403159"/>
                </a:moveTo>
                <a:cubicBezTo>
                  <a:pt x="2224461" y="406268"/>
                  <a:pt x="2223364" y="409011"/>
                  <a:pt x="2221078" y="411206"/>
                </a:cubicBezTo>
                <a:cubicBezTo>
                  <a:pt x="2218883" y="413492"/>
                  <a:pt x="2216140" y="414589"/>
                  <a:pt x="2213031" y="414589"/>
                </a:cubicBezTo>
                <a:cubicBezTo>
                  <a:pt x="2209830" y="414589"/>
                  <a:pt x="2207087" y="413492"/>
                  <a:pt x="2204893" y="411206"/>
                </a:cubicBezTo>
                <a:cubicBezTo>
                  <a:pt x="2202607" y="409011"/>
                  <a:pt x="2201509" y="406268"/>
                  <a:pt x="2201509" y="403159"/>
                </a:cubicBezTo>
                <a:cubicBezTo>
                  <a:pt x="2201509" y="399959"/>
                  <a:pt x="2202607" y="397307"/>
                  <a:pt x="2204893" y="395021"/>
                </a:cubicBezTo>
                <a:cubicBezTo>
                  <a:pt x="2207087" y="392826"/>
                  <a:pt x="2209830" y="391638"/>
                  <a:pt x="2213031" y="391638"/>
                </a:cubicBezTo>
                <a:cubicBezTo>
                  <a:pt x="2216140" y="391638"/>
                  <a:pt x="2218883" y="392826"/>
                  <a:pt x="2221078" y="395021"/>
                </a:cubicBezTo>
                <a:cubicBezTo>
                  <a:pt x="2223364" y="397307"/>
                  <a:pt x="2224461" y="399959"/>
                  <a:pt x="2224461" y="403159"/>
                </a:cubicBezTo>
              </a:path>
              <a:path w="2624877" h="1067745">
                <a:moveTo>
                  <a:pt x="2346442" y="401147"/>
                </a:moveTo>
                <a:cubicBezTo>
                  <a:pt x="2346442" y="404348"/>
                  <a:pt x="2345253" y="407091"/>
                  <a:pt x="2343059" y="409285"/>
                </a:cubicBezTo>
                <a:cubicBezTo>
                  <a:pt x="2340773" y="411480"/>
                  <a:pt x="2338121" y="412669"/>
                  <a:pt x="2334920" y="412669"/>
                </a:cubicBezTo>
                <a:cubicBezTo>
                  <a:pt x="2331720" y="412669"/>
                  <a:pt x="2329068" y="411480"/>
                  <a:pt x="2326782" y="409285"/>
                </a:cubicBezTo>
                <a:cubicBezTo>
                  <a:pt x="2324588" y="407091"/>
                  <a:pt x="2323490" y="404348"/>
                  <a:pt x="2323490" y="401147"/>
                </a:cubicBezTo>
                <a:cubicBezTo>
                  <a:pt x="2323490" y="398038"/>
                  <a:pt x="2324588" y="395295"/>
                  <a:pt x="2326782" y="393101"/>
                </a:cubicBezTo>
                <a:cubicBezTo>
                  <a:pt x="2329068" y="390815"/>
                  <a:pt x="2331720" y="389717"/>
                  <a:pt x="2334920" y="389717"/>
                </a:cubicBezTo>
                <a:cubicBezTo>
                  <a:pt x="2338121" y="389717"/>
                  <a:pt x="2340773" y="390815"/>
                  <a:pt x="2343059" y="393101"/>
                </a:cubicBezTo>
                <a:cubicBezTo>
                  <a:pt x="2345253" y="395295"/>
                  <a:pt x="2346442" y="398038"/>
                  <a:pt x="2346442" y="401147"/>
                </a:cubicBezTo>
              </a:path>
              <a:path w="2624877" h="1067745">
                <a:moveTo>
                  <a:pt x="2624877" y="417789"/>
                </a:moveTo>
                <a:cubicBezTo>
                  <a:pt x="2624877" y="420898"/>
                  <a:pt x="2623779" y="423642"/>
                  <a:pt x="2621585" y="425836"/>
                </a:cubicBezTo>
                <a:cubicBezTo>
                  <a:pt x="2619299" y="428122"/>
                  <a:pt x="2616556" y="429219"/>
                  <a:pt x="2613447" y="429219"/>
                </a:cubicBezTo>
                <a:cubicBezTo>
                  <a:pt x="2610246" y="429219"/>
                  <a:pt x="2607503" y="428122"/>
                  <a:pt x="2605308" y="425836"/>
                </a:cubicBezTo>
                <a:cubicBezTo>
                  <a:pt x="2603022" y="423642"/>
                  <a:pt x="2601925" y="420898"/>
                  <a:pt x="2601925" y="417789"/>
                </a:cubicBezTo>
                <a:cubicBezTo>
                  <a:pt x="2601925" y="414589"/>
                  <a:pt x="2603022" y="411937"/>
                  <a:pt x="2605308" y="409651"/>
                </a:cubicBezTo>
                <a:cubicBezTo>
                  <a:pt x="2607503" y="407457"/>
                  <a:pt x="2610246" y="406359"/>
                  <a:pt x="2613447" y="406359"/>
                </a:cubicBezTo>
                <a:cubicBezTo>
                  <a:pt x="2616556" y="406359"/>
                  <a:pt x="2619299" y="407457"/>
                  <a:pt x="2621585" y="409651"/>
                </a:cubicBezTo>
                <a:cubicBezTo>
                  <a:pt x="2623779" y="411937"/>
                  <a:pt x="2624877" y="414589"/>
                  <a:pt x="2624877" y="417789"/>
                </a:cubicBezTo>
              </a:path>
              <a:path w="2624877" h="1067745">
                <a:moveTo>
                  <a:pt x="22951" y="232258"/>
                </a:moveTo>
                <a:cubicBezTo>
                  <a:pt x="22951" y="235367"/>
                  <a:pt x="21854" y="238110"/>
                  <a:pt x="19568" y="240304"/>
                </a:cubicBezTo>
                <a:cubicBezTo>
                  <a:pt x="17374" y="242590"/>
                  <a:pt x="14630" y="243688"/>
                  <a:pt x="11521" y="243688"/>
                </a:cubicBezTo>
                <a:cubicBezTo>
                  <a:pt x="8321" y="243688"/>
                  <a:pt x="5578" y="242590"/>
                  <a:pt x="3383" y="240304"/>
                </a:cubicBezTo>
                <a:cubicBezTo>
                  <a:pt x="1097" y="238110"/>
                  <a:pt x="0" y="235367"/>
                  <a:pt x="0" y="232258"/>
                </a:cubicBezTo>
                <a:cubicBezTo>
                  <a:pt x="0" y="229057"/>
                  <a:pt x="1097" y="226405"/>
                  <a:pt x="3383" y="224119"/>
                </a:cubicBezTo>
                <a:cubicBezTo>
                  <a:pt x="5578" y="221925"/>
                  <a:pt x="8321" y="220736"/>
                  <a:pt x="11521" y="220736"/>
                </a:cubicBezTo>
                <a:cubicBezTo>
                  <a:pt x="14630" y="220736"/>
                  <a:pt x="17374" y="221925"/>
                  <a:pt x="19568" y="224119"/>
                </a:cubicBezTo>
                <a:cubicBezTo>
                  <a:pt x="21854" y="226405"/>
                  <a:pt x="22951" y="229057"/>
                  <a:pt x="22951" y="232258"/>
                </a:cubicBezTo>
              </a:path>
              <a:path w="2624877" h="1067745">
                <a:moveTo>
                  <a:pt x="183246" y="284653"/>
                </a:moveTo>
                <a:cubicBezTo>
                  <a:pt x="183246" y="287853"/>
                  <a:pt x="182057" y="290505"/>
                  <a:pt x="179862" y="292791"/>
                </a:cubicBezTo>
                <a:cubicBezTo>
                  <a:pt x="177576" y="294985"/>
                  <a:pt x="174925" y="296083"/>
                  <a:pt x="171724" y="296083"/>
                </a:cubicBezTo>
                <a:cubicBezTo>
                  <a:pt x="168524" y="296083"/>
                  <a:pt x="165872" y="294985"/>
                  <a:pt x="163586" y="292791"/>
                </a:cubicBezTo>
                <a:cubicBezTo>
                  <a:pt x="161392" y="290505"/>
                  <a:pt x="160294" y="287853"/>
                  <a:pt x="160294" y="284653"/>
                </a:cubicBezTo>
                <a:cubicBezTo>
                  <a:pt x="160294" y="281452"/>
                  <a:pt x="161392" y="278801"/>
                  <a:pt x="163586" y="276515"/>
                </a:cubicBezTo>
                <a:cubicBezTo>
                  <a:pt x="165872" y="274320"/>
                  <a:pt x="168524" y="273223"/>
                  <a:pt x="171724" y="273223"/>
                </a:cubicBezTo>
                <a:cubicBezTo>
                  <a:pt x="174925" y="273223"/>
                  <a:pt x="177576" y="274320"/>
                  <a:pt x="179862" y="276515"/>
                </a:cubicBezTo>
                <a:cubicBezTo>
                  <a:pt x="182057" y="278801"/>
                  <a:pt x="183246" y="281452"/>
                  <a:pt x="183246" y="284653"/>
                </a:cubicBezTo>
              </a:path>
              <a:path w="2624877" h="1067745">
                <a:moveTo>
                  <a:pt x="462229" y="222382"/>
                </a:moveTo>
                <a:cubicBezTo>
                  <a:pt x="462229" y="225491"/>
                  <a:pt x="461132" y="228234"/>
                  <a:pt x="458937" y="230429"/>
                </a:cubicBezTo>
                <a:cubicBezTo>
                  <a:pt x="456651" y="232715"/>
                  <a:pt x="453908" y="233812"/>
                  <a:pt x="450799" y="233812"/>
                </a:cubicBezTo>
                <a:cubicBezTo>
                  <a:pt x="447599" y="233812"/>
                  <a:pt x="444947" y="232715"/>
                  <a:pt x="442661" y="230429"/>
                </a:cubicBezTo>
                <a:cubicBezTo>
                  <a:pt x="440375" y="228234"/>
                  <a:pt x="439278" y="225491"/>
                  <a:pt x="439278" y="222382"/>
                </a:cubicBezTo>
                <a:cubicBezTo>
                  <a:pt x="439278" y="219182"/>
                  <a:pt x="440375" y="216438"/>
                  <a:pt x="442661" y="214244"/>
                </a:cubicBezTo>
                <a:cubicBezTo>
                  <a:pt x="444947" y="211958"/>
                  <a:pt x="447599" y="210861"/>
                  <a:pt x="450799" y="210861"/>
                </a:cubicBezTo>
                <a:cubicBezTo>
                  <a:pt x="453908" y="210861"/>
                  <a:pt x="456651" y="211958"/>
                  <a:pt x="458937" y="214244"/>
                </a:cubicBezTo>
                <a:cubicBezTo>
                  <a:pt x="461132" y="216438"/>
                  <a:pt x="462229" y="219182"/>
                  <a:pt x="462229" y="222382"/>
                </a:cubicBezTo>
              </a:path>
              <a:path w="2624877" h="1067745">
                <a:moveTo>
                  <a:pt x="615117" y="194493"/>
                </a:moveTo>
                <a:cubicBezTo>
                  <a:pt x="615117" y="197602"/>
                  <a:pt x="614020" y="200345"/>
                  <a:pt x="611734" y="202540"/>
                </a:cubicBezTo>
                <a:cubicBezTo>
                  <a:pt x="609539" y="204826"/>
                  <a:pt x="606796" y="205923"/>
                  <a:pt x="603595" y="205923"/>
                </a:cubicBezTo>
                <a:cubicBezTo>
                  <a:pt x="600486" y="205923"/>
                  <a:pt x="597743" y="204826"/>
                  <a:pt x="595549" y="202540"/>
                </a:cubicBezTo>
                <a:cubicBezTo>
                  <a:pt x="593263" y="200345"/>
                  <a:pt x="592165" y="197602"/>
                  <a:pt x="592165" y="194493"/>
                </a:cubicBezTo>
                <a:cubicBezTo>
                  <a:pt x="592165" y="191292"/>
                  <a:pt x="593263" y="188549"/>
                  <a:pt x="595549" y="186355"/>
                </a:cubicBezTo>
                <a:cubicBezTo>
                  <a:pt x="597743" y="184069"/>
                  <a:pt x="600486" y="182971"/>
                  <a:pt x="603595" y="182971"/>
                </a:cubicBezTo>
                <a:cubicBezTo>
                  <a:pt x="606796" y="182971"/>
                  <a:pt x="609539" y="184069"/>
                  <a:pt x="611734" y="186355"/>
                </a:cubicBezTo>
                <a:cubicBezTo>
                  <a:pt x="614020" y="188549"/>
                  <a:pt x="615117" y="191292"/>
                  <a:pt x="615117" y="194493"/>
                </a:cubicBezTo>
              </a:path>
              <a:path w="2624877" h="1067745">
                <a:moveTo>
                  <a:pt x="802569" y="200528"/>
                </a:moveTo>
                <a:cubicBezTo>
                  <a:pt x="802569" y="203728"/>
                  <a:pt x="801380" y="206380"/>
                  <a:pt x="799186" y="208666"/>
                </a:cubicBezTo>
                <a:cubicBezTo>
                  <a:pt x="796900" y="210861"/>
                  <a:pt x="794248" y="211958"/>
                  <a:pt x="791047" y="211958"/>
                </a:cubicBezTo>
                <a:cubicBezTo>
                  <a:pt x="787847" y="211958"/>
                  <a:pt x="785195" y="210861"/>
                  <a:pt x="782909" y="208666"/>
                </a:cubicBezTo>
                <a:cubicBezTo>
                  <a:pt x="780715" y="206380"/>
                  <a:pt x="779526" y="203728"/>
                  <a:pt x="779526" y="200528"/>
                </a:cubicBezTo>
                <a:cubicBezTo>
                  <a:pt x="779526" y="197328"/>
                  <a:pt x="780715" y="194676"/>
                  <a:pt x="782909" y="192390"/>
                </a:cubicBezTo>
                <a:cubicBezTo>
                  <a:pt x="785195" y="190195"/>
                  <a:pt x="787847" y="189098"/>
                  <a:pt x="791047" y="189098"/>
                </a:cubicBezTo>
                <a:cubicBezTo>
                  <a:pt x="794248" y="189098"/>
                  <a:pt x="796900" y="190195"/>
                  <a:pt x="799186" y="192390"/>
                </a:cubicBezTo>
                <a:cubicBezTo>
                  <a:pt x="801380" y="194676"/>
                  <a:pt x="802569" y="197328"/>
                  <a:pt x="802569" y="200528"/>
                </a:cubicBezTo>
              </a:path>
              <a:path w="2624877" h="1067745">
                <a:moveTo>
                  <a:pt x="1037570" y="265359"/>
                </a:moveTo>
                <a:cubicBezTo>
                  <a:pt x="1037570" y="268468"/>
                  <a:pt x="1036472" y="271211"/>
                  <a:pt x="1034278" y="273406"/>
                </a:cubicBezTo>
                <a:cubicBezTo>
                  <a:pt x="1031992" y="275692"/>
                  <a:pt x="1029340" y="276789"/>
                  <a:pt x="1026140" y="276789"/>
                </a:cubicBezTo>
                <a:cubicBezTo>
                  <a:pt x="1022939" y="276789"/>
                  <a:pt x="1020288" y="275692"/>
                  <a:pt x="1018002" y="273406"/>
                </a:cubicBezTo>
                <a:cubicBezTo>
                  <a:pt x="1015807" y="271211"/>
                  <a:pt x="1014618" y="268468"/>
                  <a:pt x="1014618" y="265359"/>
                </a:cubicBezTo>
                <a:cubicBezTo>
                  <a:pt x="1014618" y="262158"/>
                  <a:pt x="1015807" y="259507"/>
                  <a:pt x="1018002" y="257221"/>
                </a:cubicBezTo>
                <a:cubicBezTo>
                  <a:pt x="1020288" y="255026"/>
                  <a:pt x="1022939" y="253929"/>
                  <a:pt x="1026140" y="253929"/>
                </a:cubicBezTo>
                <a:cubicBezTo>
                  <a:pt x="1029340" y="253929"/>
                  <a:pt x="1031992" y="255026"/>
                  <a:pt x="1034278" y="257221"/>
                </a:cubicBezTo>
                <a:cubicBezTo>
                  <a:pt x="1036472" y="259507"/>
                  <a:pt x="1037570" y="262158"/>
                  <a:pt x="1037570" y="265359"/>
                </a:cubicBezTo>
              </a:path>
              <a:path w="2624877" h="1067745">
                <a:moveTo>
                  <a:pt x="1177656" y="257312"/>
                </a:moveTo>
                <a:cubicBezTo>
                  <a:pt x="1177656" y="260513"/>
                  <a:pt x="1176558" y="263164"/>
                  <a:pt x="1174272" y="265450"/>
                </a:cubicBezTo>
                <a:cubicBezTo>
                  <a:pt x="1172078" y="267645"/>
                  <a:pt x="1169335" y="268742"/>
                  <a:pt x="1166226" y="268742"/>
                </a:cubicBezTo>
                <a:cubicBezTo>
                  <a:pt x="1163025" y="268742"/>
                  <a:pt x="1160282" y="267645"/>
                  <a:pt x="1158088" y="265450"/>
                </a:cubicBezTo>
                <a:cubicBezTo>
                  <a:pt x="1155802" y="263164"/>
                  <a:pt x="1154704" y="260513"/>
                  <a:pt x="1154704" y="257312"/>
                </a:cubicBezTo>
                <a:cubicBezTo>
                  <a:pt x="1154704" y="254112"/>
                  <a:pt x="1155802" y="251460"/>
                  <a:pt x="1158088" y="249174"/>
                </a:cubicBezTo>
                <a:cubicBezTo>
                  <a:pt x="1160282" y="246979"/>
                  <a:pt x="1163025" y="245882"/>
                  <a:pt x="1166226" y="245882"/>
                </a:cubicBezTo>
                <a:cubicBezTo>
                  <a:pt x="1169335" y="245882"/>
                  <a:pt x="1172078" y="246979"/>
                  <a:pt x="1174272" y="249174"/>
                </a:cubicBezTo>
                <a:cubicBezTo>
                  <a:pt x="1176558" y="251460"/>
                  <a:pt x="1177656" y="254112"/>
                  <a:pt x="1177656" y="257312"/>
                </a:cubicBezTo>
              </a:path>
              <a:path w="2624877" h="1067745">
                <a:moveTo>
                  <a:pt x="1373063" y="228509"/>
                </a:moveTo>
                <a:cubicBezTo>
                  <a:pt x="1373063" y="231709"/>
                  <a:pt x="1371966" y="234452"/>
                  <a:pt x="1369680" y="236647"/>
                </a:cubicBezTo>
                <a:cubicBezTo>
                  <a:pt x="1367485" y="238841"/>
                  <a:pt x="1364742" y="240030"/>
                  <a:pt x="1361633" y="240030"/>
                </a:cubicBezTo>
                <a:cubicBezTo>
                  <a:pt x="1358433" y="240030"/>
                  <a:pt x="1355689" y="238841"/>
                  <a:pt x="1353495" y="236647"/>
                </a:cubicBezTo>
                <a:cubicBezTo>
                  <a:pt x="1351209" y="234452"/>
                  <a:pt x="1350112" y="231709"/>
                  <a:pt x="1350112" y="228509"/>
                </a:cubicBezTo>
                <a:cubicBezTo>
                  <a:pt x="1350112" y="225400"/>
                  <a:pt x="1351209" y="222656"/>
                  <a:pt x="1353495" y="220462"/>
                </a:cubicBezTo>
                <a:cubicBezTo>
                  <a:pt x="1355689" y="218176"/>
                  <a:pt x="1358433" y="217079"/>
                  <a:pt x="1361633" y="217079"/>
                </a:cubicBezTo>
                <a:cubicBezTo>
                  <a:pt x="1364742" y="217079"/>
                  <a:pt x="1367485" y="218176"/>
                  <a:pt x="1369680" y="220462"/>
                </a:cubicBezTo>
                <a:cubicBezTo>
                  <a:pt x="1371966" y="222656"/>
                  <a:pt x="1373063" y="225400"/>
                  <a:pt x="1373063" y="228509"/>
                </a:cubicBezTo>
              </a:path>
              <a:path w="2624877" h="1067745">
                <a:moveTo>
                  <a:pt x="1571488" y="244968"/>
                </a:moveTo>
                <a:cubicBezTo>
                  <a:pt x="1571488" y="248077"/>
                  <a:pt x="1570391" y="250820"/>
                  <a:pt x="1568105" y="253014"/>
                </a:cubicBezTo>
                <a:cubicBezTo>
                  <a:pt x="1565910" y="255300"/>
                  <a:pt x="1563167" y="256398"/>
                  <a:pt x="1559966" y="256398"/>
                </a:cubicBezTo>
                <a:cubicBezTo>
                  <a:pt x="1556857" y="256398"/>
                  <a:pt x="1554114" y="255300"/>
                  <a:pt x="1551920" y="253014"/>
                </a:cubicBezTo>
                <a:cubicBezTo>
                  <a:pt x="1549634" y="250820"/>
                  <a:pt x="1548536" y="248077"/>
                  <a:pt x="1548536" y="244968"/>
                </a:cubicBezTo>
                <a:cubicBezTo>
                  <a:pt x="1548536" y="241767"/>
                  <a:pt x="1549634" y="239024"/>
                  <a:pt x="1551920" y="236830"/>
                </a:cubicBezTo>
                <a:cubicBezTo>
                  <a:pt x="1554114" y="234544"/>
                  <a:pt x="1556857" y="233446"/>
                  <a:pt x="1559966" y="233446"/>
                </a:cubicBezTo>
                <a:cubicBezTo>
                  <a:pt x="1563167" y="233446"/>
                  <a:pt x="1565910" y="234544"/>
                  <a:pt x="1568105" y="236830"/>
                </a:cubicBezTo>
                <a:cubicBezTo>
                  <a:pt x="1570391" y="239024"/>
                  <a:pt x="1571488" y="241767"/>
                  <a:pt x="1571488" y="244968"/>
                </a:cubicBezTo>
              </a:path>
              <a:path w="2624877" h="1067745">
                <a:moveTo>
                  <a:pt x="1755374" y="196779"/>
                </a:moveTo>
                <a:cubicBezTo>
                  <a:pt x="1755374" y="199888"/>
                  <a:pt x="1754276" y="202631"/>
                  <a:pt x="1751990" y="204826"/>
                </a:cubicBezTo>
                <a:cubicBezTo>
                  <a:pt x="1749796" y="207112"/>
                  <a:pt x="1747053" y="208209"/>
                  <a:pt x="1743852" y="208209"/>
                </a:cubicBezTo>
                <a:cubicBezTo>
                  <a:pt x="1740743" y="208209"/>
                  <a:pt x="1738000" y="207112"/>
                  <a:pt x="1735806" y="204826"/>
                </a:cubicBezTo>
                <a:cubicBezTo>
                  <a:pt x="1733520" y="202631"/>
                  <a:pt x="1732422" y="199888"/>
                  <a:pt x="1732422" y="196779"/>
                </a:cubicBezTo>
                <a:cubicBezTo>
                  <a:pt x="1732422" y="193578"/>
                  <a:pt x="1733520" y="190927"/>
                  <a:pt x="1735806" y="188641"/>
                </a:cubicBezTo>
                <a:cubicBezTo>
                  <a:pt x="1738000" y="186446"/>
                  <a:pt x="1740743" y="185257"/>
                  <a:pt x="1743852" y="185257"/>
                </a:cubicBezTo>
                <a:cubicBezTo>
                  <a:pt x="1747053" y="185257"/>
                  <a:pt x="1749796" y="186446"/>
                  <a:pt x="1751990" y="188641"/>
                </a:cubicBezTo>
                <a:cubicBezTo>
                  <a:pt x="1754276" y="190927"/>
                  <a:pt x="1755374" y="193578"/>
                  <a:pt x="1755374" y="196779"/>
                </a:cubicBezTo>
              </a:path>
              <a:path w="2624877" h="1067745">
                <a:moveTo>
                  <a:pt x="1973824" y="241127"/>
                </a:moveTo>
                <a:cubicBezTo>
                  <a:pt x="1973824" y="244236"/>
                  <a:pt x="1972635" y="246979"/>
                  <a:pt x="1970441" y="249174"/>
                </a:cubicBezTo>
                <a:cubicBezTo>
                  <a:pt x="1968155" y="251460"/>
                  <a:pt x="1965503" y="252557"/>
                  <a:pt x="1962302" y="252557"/>
                </a:cubicBezTo>
                <a:cubicBezTo>
                  <a:pt x="1959102" y="252557"/>
                  <a:pt x="1956450" y="251460"/>
                  <a:pt x="1954164" y="249174"/>
                </a:cubicBezTo>
                <a:cubicBezTo>
                  <a:pt x="1951970" y="246979"/>
                  <a:pt x="1950781" y="244236"/>
                  <a:pt x="1950781" y="241127"/>
                </a:cubicBezTo>
                <a:cubicBezTo>
                  <a:pt x="1950781" y="237927"/>
                  <a:pt x="1951970" y="235275"/>
                  <a:pt x="1954164" y="232989"/>
                </a:cubicBezTo>
                <a:cubicBezTo>
                  <a:pt x="1956450" y="230795"/>
                  <a:pt x="1959102" y="229606"/>
                  <a:pt x="1962302" y="229606"/>
                </a:cubicBezTo>
                <a:cubicBezTo>
                  <a:pt x="1965503" y="229606"/>
                  <a:pt x="1968155" y="230795"/>
                  <a:pt x="1970441" y="232989"/>
                </a:cubicBezTo>
                <a:cubicBezTo>
                  <a:pt x="1972635" y="235275"/>
                  <a:pt x="1973824" y="237927"/>
                  <a:pt x="1973824" y="241127"/>
                </a:cubicBezTo>
              </a:path>
              <a:path w="2624877" h="1067745">
                <a:moveTo>
                  <a:pt x="2192914" y="197328"/>
                </a:moveTo>
                <a:cubicBezTo>
                  <a:pt x="2192914" y="200528"/>
                  <a:pt x="2191725" y="203180"/>
                  <a:pt x="2189531" y="205466"/>
                </a:cubicBezTo>
                <a:cubicBezTo>
                  <a:pt x="2187245" y="207660"/>
                  <a:pt x="2184593" y="208849"/>
                  <a:pt x="2181393" y="208849"/>
                </a:cubicBezTo>
                <a:cubicBezTo>
                  <a:pt x="2178192" y="208849"/>
                  <a:pt x="2175540" y="207660"/>
                  <a:pt x="2173254" y="205466"/>
                </a:cubicBezTo>
                <a:cubicBezTo>
                  <a:pt x="2171060" y="203180"/>
                  <a:pt x="2169871" y="200528"/>
                  <a:pt x="2169871" y="197328"/>
                </a:cubicBezTo>
                <a:cubicBezTo>
                  <a:pt x="2169871" y="194219"/>
                  <a:pt x="2171060" y="191475"/>
                  <a:pt x="2173254" y="189281"/>
                </a:cubicBezTo>
                <a:cubicBezTo>
                  <a:pt x="2175540" y="186995"/>
                  <a:pt x="2178192" y="185898"/>
                  <a:pt x="2181393" y="185898"/>
                </a:cubicBezTo>
                <a:cubicBezTo>
                  <a:pt x="2184593" y="185898"/>
                  <a:pt x="2187245" y="186995"/>
                  <a:pt x="2189531" y="189281"/>
                </a:cubicBezTo>
                <a:cubicBezTo>
                  <a:pt x="2191725" y="191475"/>
                  <a:pt x="2192914" y="194219"/>
                  <a:pt x="2192914" y="197328"/>
                </a:cubicBezTo>
              </a:path>
              <a:path w="2624877" h="1067745">
                <a:moveTo>
                  <a:pt x="2373417" y="196047"/>
                </a:moveTo>
                <a:cubicBezTo>
                  <a:pt x="2373417" y="199156"/>
                  <a:pt x="2372319" y="201900"/>
                  <a:pt x="2370033" y="204094"/>
                </a:cubicBezTo>
                <a:cubicBezTo>
                  <a:pt x="2367839" y="206380"/>
                  <a:pt x="2365096" y="207477"/>
                  <a:pt x="2361895" y="207477"/>
                </a:cubicBezTo>
                <a:cubicBezTo>
                  <a:pt x="2358786" y="207477"/>
                  <a:pt x="2356043" y="206380"/>
                  <a:pt x="2353848" y="204094"/>
                </a:cubicBezTo>
                <a:cubicBezTo>
                  <a:pt x="2351562" y="201900"/>
                  <a:pt x="2350465" y="199156"/>
                  <a:pt x="2350465" y="196047"/>
                </a:cubicBezTo>
                <a:cubicBezTo>
                  <a:pt x="2350465" y="192847"/>
                  <a:pt x="2351562" y="190195"/>
                  <a:pt x="2353848" y="187909"/>
                </a:cubicBezTo>
                <a:cubicBezTo>
                  <a:pt x="2356043" y="185715"/>
                  <a:pt x="2358786" y="184526"/>
                  <a:pt x="2361895" y="184526"/>
                </a:cubicBezTo>
                <a:cubicBezTo>
                  <a:pt x="2365096" y="184526"/>
                  <a:pt x="2367839" y="185715"/>
                  <a:pt x="2370033" y="187909"/>
                </a:cubicBezTo>
                <a:cubicBezTo>
                  <a:pt x="2372319" y="190195"/>
                  <a:pt x="2373417" y="192847"/>
                  <a:pt x="2373417" y="196047"/>
                </a:cubicBezTo>
              </a:path>
              <a:path w="2624877" h="1067745">
                <a:moveTo>
                  <a:pt x="2577876" y="233904"/>
                </a:moveTo>
                <a:cubicBezTo>
                  <a:pt x="2577876" y="237012"/>
                  <a:pt x="2576779" y="239756"/>
                  <a:pt x="2574493" y="241950"/>
                </a:cubicBezTo>
                <a:cubicBezTo>
                  <a:pt x="2572299" y="244236"/>
                  <a:pt x="2569555" y="245334"/>
                  <a:pt x="2566355" y="245334"/>
                </a:cubicBezTo>
                <a:cubicBezTo>
                  <a:pt x="2563246" y="245334"/>
                  <a:pt x="2560503" y="244236"/>
                  <a:pt x="2558308" y="241950"/>
                </a:cubicBezTo>
                <a:cubicBezTo>
                  <a:pt x="2556022" y="239756"/>
                  <a:pt x="2554925" y="237012"/>
                  <a:pt x="2554925" y="233904"/>
                </a:cubicBezTo>
                <a:cubicBezTo>
                  <a:pt x="2554925" y="230703"/>
                  <a:pt x="2556022" y="228051"/>
                  <a:pt x="2558308" y="225765"/>
                </a:cubicBezTo>
                <a:cubicBezTo>
                  <a:pt x="2560503" y="223571"/>
                  <a:pt x="2563246" y="222474"/>
                  <a:pt x="2566355" y="222474"/>
                </a:cubicBezTo>
                <a:cubicBezTo>
                  <a:pt x="2569555" y="222474"/>
                  <a:pt x="2572299" y="223571"/>
                  <a:pt x="2574493" y="225765"/>
                </a:cubicBezTo>
                <a:cubicBezTo>
                  <a:pt x="2576779" y="228051"/>
                  <a:pt x="2577876" y="230703"/>
                  <a:pt x="2577876" y="233904"/>
                </a:cubicBezTo>
              </a:path>
              <a:path w="2624877" h="1067745">
                <a:moveTo>
                  <a:pt x="25237" y="88057"/>
                </a:moveTo>
                <a:cubicBezTo>
                  <a:pt x="25237" y="91166"/>
                  <a:pt x="24140" y="93909"/>
                  <a:pt x="21854" y="96103"/>
                </a:cubicBezTo>
                <a:cubicBezTo>
                  <a:pt x="19660" y="98389"/>
                  <a:pt x="16916" y="99487"/>
                  <a:pt x="13807" y="99487"/>
                </a:cubicBezTo>
                <a:cubicBezTo>
                  <a:pt x="10607" y="99487"/>
                  <a:pt x="7864" y="98389"/>
                  <a:pt x="5669" y="96103"/>
                </a:cubicBezTo>
                <a:cubicBezTo>
                  <a:pt x="3383" y="93909"/>
                  <a:pt x="2286" y="91166"/>
                  <a:pt x="2286" y="88057"/>
                </a:cubicBezTo>
                <a:cubicBezTo>
                  <a:pt x="2286" y="84856"/>
                  <a:pt x="3383" y="82205"/>
                  <a:pt x="5669" y="79919"/>
                </a:cubicBezTo>
                <a:cubicBezTo>
                  <a:pt x="7864" y="77724"/>
                  <a:pt x="10607" y="76535"/>
                  <a:pt x="13807" y="76535"/>
                </a:cubicBezTo>
                <a:cubicBezTo>
                  <a:pt x="16916" y="76535"/>
                  <a:pt x="19660" y="77724"/>
                  <a:pt x="21854" y="79919"/>
                </a:cubicBezTo>
                <a:cubicBezTo>
                  <a:pt x="24140" y="82205"/>
                  <a:pt x="25237" y="84856"/>
                  <a:pt x="25237" y="88057"/>
                </a:cubicBezTo>
              </a:path>
              <a:path w="2624877" h="1067745">
                <a:moveTo>
                  <a:pt x="213604" y="71872"/>
                </a:moveTo>
                <a:cubicBezTo>
                  <a:pt x="213604" y="75072"/>
                  <a:pt x="212507" y="77815"/>
                  <a:pt x="210221" y="80010"/>
                </a:cubicBezTo>
                <a:cubicBezTo>
                  <a:pt x="208026" y="82205"/>
                  <a:pt x="205283" y="83393"/>
                  <a:pt x="202174" y="83393"/>
                </a:cubicBezTo>
                <a:cubicBezTo>
                  <a:pt x="198973" y="83393"/>
                  <a:pt x="196230" y="82205"/>
                  <a:pt x="194036" y="80010"/>
                </a:cubicBezTo>
                <a:cubicBezTo>
                  <a:pt x="191750" y="77815"/>
                  <a:pt x="190652" y="75072"/>
                  <a:pt x="190652" y="71872"/>
                </a:cubicBezTo>
                <a:cubicBezTo>
                  <a:pt x="190652" y="68763"/>
                  <a:pt x="191750" y="66020"/>
                  <a:pt x="194036" y="63825"/>
                </a:cubicBezTo>
                <a:cubicBezTo>
                  <a:pt x="196230" y="61539"/>
                  <a:pt x="198973" y="60442"/>
                  <a:pt x="202174" y="60442"/>
                </a:cubicBezTo>
                <a:cubicBezTo>
                  <a:pt x="205283" y="60442"/>
                  <a:pt x="208026" y="61539"/>
                  <a:pt x="210221" y="63825"/>
                </a:cubicBezTo>
                <a:cubicBezTo>
                  <a:pt x="212507" y="66020"/>
                  <a:pt x="213604" y="68763"/>
                  <a:pt x="213604" y="71872"/>
                </a:cubicBezTo>
              </a:path>
              <a:path w="2624877" h="1067745">
                <a:moveTo>
                  <a:pt x="367314" y="11430"/>
                </a:moveTo>
                <a:cubicBezTo>
                  <a:pt x="367314" y="14630"/>
                  <a:pt x="366126" y="17282"/>
                  <a:pt x="363931" y="19568"/>
                </a:cubicBezTo>
                <a:cubicBezTo>
                  <a:pt x="361645" y="21763"/>
                  <a:pt x="358993" y="22951"/>
                  <a:pt x="355793" y="22951"/>
                </a:cubicBezTo>
                <a:cubicBezTo>
                  <a:pt x="352593" y="22951"/>
                  <a:pt x="349941" y="21763"/>
                  <a:pt x="347655" y="19568"/>
                </a:cubicBezTo>
                <a:cubicBezTo>
                  <a:pt x="345460" y="17282"/>
                  <a:pt x="344272" y="14630"/>
                  <a:pt x="344272" y="11430"/>
                </a:cubicBezTo>
                <a:cubicBezTo>
                  <a:pt x="344272" y="8321"/>
                  <a:pt x="345460" y="5578"/>
                  <a:pt x="347655" y="3383"/>
                </a:cubicBezTo>
                <a:cubicBezTo>
                  <a:pt x="349941" y="1097"/>
                  <a:pt x="352593" y="0"/>
                  <a:pt x="355793" y="0"/>
                </a:cubicBezTo>
                <a:cubicBezTo>
                  <a:pt x="358993" y="0"/>
                  <a:pt x="361645" y="1097"/>
                  <a:pt x="363931" y="3383"/>
                </a:cubicBezTo>
                <a:cubicBezTo>
                  <a:pt x="366126" y="5578"/>
                  <a:pt x="367314" y="8321"/>
                  <a:pt x="367314" y="11430"/>
                </a:cubicBezTo>
              </a:path>
              <a:path w="2624877" h="1067745">
                <a:moveTo>
                  <a:pt x="580370" y="43343"/>
                </a:moveTo>
                <a:cubicBezTo>
                  <a:pt x="580370" y="46543"/>
                  <a:pt x="579181" y="49286"/>
                  <a:pt x="576986" y="51481"/>
                </a:cubicBezTo>
                <a:cubicBezTo>
                  <a:pt x="574700" y="53767"/>
                  <a:pt x="572049" y="54864"/>
                  <a:pt x="568848" y="54864"/>
                </a:cubicBezTo>
                <a:cubicBezTo>
                  <a:pt x="565648" y="54864"/>
                  <a:pt x="562996" y="53767"/>
                  <a:pt x="560710" y="51481"/>
                </a:cubicBezTo>
                <a:cubicBezTo>
                  <a:pt x="558516" y="49286"/>
                  <a:pt x="557327" y="46543"/>
                  <a:pt x="557327" y="43343"/>
                </a:cubicBezTo>
                <a:cubicBezTo>
                  <a:pt x="557327" y="40234"/>
                  <a:pt x="558516" y="37490"/>
                  <a:pt x="560710" y="35296"/>
                </a:cubicBezTo>
                <a:cubicBezTo>
                  <a:pt x="562996" y="33010"/>
                  <a:pt x="565648" y="31913"/>
                  <a:pt x="568848" y="31913"/>
                </a:cubicBezTo>
                <a:cubicBezTo>
                  <a:pt x="572049" y="31913"/>
                  <a:pt x="574700" y="33010"/>
                  <a:pt x="576986" y="35296"/>
                </a:cubicBezTo>
                <a:cubicBezTo>
                  <a:pt x="579181" y="37490"/>
                  <a:pt x="580370" y="40234"/>
                  <a:pt x="580370" y="43343"/>
                </a:cubicBezTo>
              </a:path>
              <a:path w="2624877" h="1067745">
                <a:moveTo>
                  <a:pt x="831190" y="35296"/>
                </a:moveTo>
                <a:cubicBezTo>
                  <a:pt x="831190" y="38405"/>
                  <a:pt x="830092" y="41148"/>
                  <a:pt x="827806" y="43343"/>
                </a:cubicBezTo>
                <a:cubicBezTo>
                  <a:pt x="825612" y="45629"/>
                  <a:pt x="822869" y="46726"/>
                  <a:pt x="819668" y="46726"/>
                </a:cubicBezTo>
                <a:cubicBezTo>
                  <a:pt x="816559" y="46726"/>
                  <a:pt x="813816" y="45629"/>
                  <a:pt x="811621" y="43343"/>
                </a:cubicBezTo>
                <a:cubicBezTo>
                  <a:pt x="809335" y="41148"/>
                  <a:pt x="808238" y="38405"/>
                  <a:pt x="808238" y="35296"/>
                </a:cubicBezTo>
                <a:cubicBezTo>
                  <a:pt x="808238" y="32095"/>
                  <a:pt x="809335" y="29444"/>
                  <a:pt x="811621" y="27158"/>
                </a:cubicBezTo>
                <a:cubicBezTo>
                  <a:pt x="813816" y="24963"/>
                  <a:pt x="816559" y="23774"/>
                  <a:pt x="819668" y="23774"/>
                </a:cubicBezTo>
                <a:cubicBezTo>
                  <a:pt x="822869" y="23774"/>
                  <a:pt x="825612" y="24963"/>
                  <a:pt x="827806" y="27158"/>
                </a:cubicBezTo>
                <a:cubicBezTo>
                  <a:pt x="830092" y="29444"/>
                  <a:pt x="831190" y="32095"/>
                  <a:pt x="831190" y="35296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10" name="Forma 141"/>
          <p:cNvSpPr/>
          <p:nvPr/>
        </p:nvSpPr>
        <p:spPr>
          <a:xfrm>
            <a:off x="2126529" y="2074225"/>
            <a:ext cx="57790" cy="57699"/>
          </a:xfrm>
          <a:custGeom>
            <a:avLst/>
            <a:gdLst/>
            <a:ahLst/>
            <a:cxnLst/>
            <a:rect l="l" t="t" r="r" b="b"/>
            <a:pathLst>
              <a:path w="57790" h="57699">
                <a:moveTo>
                  <a:pt x="57790" y="28895"/>
                </a:moveTo>
                <a:cubicBezTo>
                  <a:pt x="57790" y="32736"/>
                  <a:pt x="57059" y="36393"/>
                  <a:pt x="55596" y="39868"/>
                </a:cubicBezTo>
                <a:cubicBezTo>
                  <a:pt x="54132" y="43434"/>
                  <a:pt x="52029" y="46543"/>
                  <a:pt x="49378" y="49286"/>
                </a:cubicBezTo>
                <a:cubicBezTo>
                  <a:pt x="46634" y="51938"/>
                  <a:pt x="43525" y="54041"/>
                  <a:pt x="39959" y="55504"/>
                </a:cubicBezTo>
                <a:cubicBezTo>
                  <a:pt x="36393" y="56967"/>
                  <a:pt x="32736" y="57699"/>
                  <a:pt x="28895" y="57699"/>
                </a:cubicBezTo>
                <a:cubicBezTo>
                  <a:pt x="25055" y="57699"/>
                  <a:pt x="21397" y="56967"/>
                  <a:pt x="17831" y="55504"/>
                </a:cubicBezTo>
                <a:cubicBezTo>
                  <a:pt x="14265" y="54041"/>
                  <a:pt x="11156" y="51938"/>
                  <a:pt x="8504" y="49286"/>
                </a:cubicBezTo>
                <a:cubicBezTo>
                  <a:pt x="5761" y="46543"/>
                  <a:pt x="3658" y="43434"/>
                  <a:pt x="2195" y="39868"/>
                </a:cubicBezTo>
                <a:cubicBezTo>
                  <a:pt x="732" y="36393"/>
                  <a:pt x="0" y="32736"/>
                  <a:pt x="0" y="28895"/>
                </a:cubicBezTo>
                <a:cubicBezTo>
                  <a:pt x="0" y="25055"/>
                  <a:pt x="732" y="21397"/>
                  <a:pt x="2195" y="17831"/>
                </a:cubicBezTo>
                <a:cubicBezTo>
                  <a:pt x="3658" y="14265"/>
                  <a:pt x="5761" y="11156"/>
                  <a:pt x="8504" y="8412"/>
                </a:cubicBezTo>
                <a:cubicBezTo>
                  <a:pt x="11156" y="5761"/>
                  <a:pt x="14265" y="3658"/>
                  <a:pt x="17831" y="2195"/>
                </a:cubicBezTo>
                <a:cubicBezTo>
                  <a:pt x="21397" y="732"/>
                  <a:pt x="25055" y="0"/>
                  <a:pt x="28895" y="0"/>
                </a:cubicBezTo>
                <a:cubicBezTo>
                  <a:pt x="32736" y="0"/>
                  <a:pt x="36393" y="732"/>
                  <a:pt x="39959" y="2195"/>
                </a:cubicBezTo>
                <a:cubicBezTo>
                  <a:pt x="43525" y="3658"/>
                  <a:pt x="46634" y="5761"/>
                  <a:pt x="49378" y="8412"/>
                </a:cubicBezTo>
                <a:cubicBezTo>
                  <a:pt x="52029" y="11156"/>
                  <a:pt x="54132" y="14265"/>
                  <a:pt x="55596" y="17831"/>
                </a:cubicBezTo>
                <a:cubicBezTo>
                  <a:pt x="57059" y="21397"/>
                  <a:pt x="57790" y="25055"/>
                  <a:pt x="57790" y="28895"/>
                </a:cubicBezTo>
              </a:path>
            </a:pathLst>
          </a:custGeom>
          <a:solidFill>
            <a:srgbClr val="C64B35"/>
          </a:solidFill>
          <a:ln w="9779">
            <a:solidFill>
              <a:srgbClr val="F2EFE6"/>
            </a:solidFill>
            <a:prstDash val="solid"/>
          </a:ln>
        </p:spPr>
      </p:sp>
      <p:sp>
        <p:nvSpPr>
          <p:cNvPr id="11" name="Forma 142"/>
          <p:cNvSpPr/>
          <p:nvPr/>
        </p:nvSpPr>
        <p:spPr>
          <a:xfrm>
            <a:off x="1178387" y="1853763"/>
            <a:ext cx="2578974" cy="284470"/>
          </a:xfrm>
          <a:custGeom>
            <a:avLst/>
            <a:gdLst/>
            <a:ahLst/>
            <a:cxnLst/>
            <a:rect l="l" t="t" r="r" b="b"/>
            <a:pathLst>
              <a:path w="2578974" h="284470">
                <a:moveTo>
                  <a:pt x="1207557" y="223205"/>
                </a:moveTo>
                <a:cubicBezTo>
                  <a:pt x="1207557" y="226405"/>
                  <a:pt x="1206368" y="229057"/>
                  <a:pt x="1204173" y="231343"/>
                </a:cubicBezTo>
                <a:cubicBezTo>
                  <a:pt x="1201887" y="233538"/>
                  <a:pt x="1199236" y="234726"/>
                  <a:pt x="1196035" y="234726"/>
                </a:cubicBezTo>
                <a:cubicBezTo>
                  <a:pt x="1192835" y="234726"/>
                  <a:pt x="1190183" y="233538"/>
                  <a:pt x="1187897" y="231343"/>
                </a:cubicBezTo>
                <a:cubicBezTo>
                  <a:pt x="1185702" y="229057"/>
                  <a:pt x="1184514" y="226405"/>
                  <a:pt x="1184514" y="223205"/>
                </a:cubicBezTo>
                <a:cubicBezTo>
                  <a:pt x="1184514" y="220096"/>
                  <a:pt x="1185702" y="217353"/>
                  <a:pt x="1187897" y="215158"/>
                </a:cubicBezTo>
                <a:cubicBezTo>
                  <a:pt x="1190183" y="212872"/>
                  <a:pt x="1192835" y="211775"/>
                  <a:pt x="1196035" y="211775"/>
                </a:cubicBezTo>
                <a:cubicBezTo>
                  <a:pt x="1199236" y="211775"/>
                  <a:pt x="1201887" y="212872"/>
                  <a:pt x="1204173" y="215158"/>
                </a:cubicBezTo>
                <a:cubicBezTo>
                  <a:pt x="1206368" y="217353"/>
                  <a:pt x="1207557" y="220096"/>
                  <a:pt x="1207557" y="223205"/>
                </a:cubicBezTo>
              </a:path>
              <a:path w="2578974" h="284470">
                <a:moveTo>
                  <a:pt x="1359896" y="245242"/>
                </a:moveTo>
                <a:cubicBezTo>
                  <a:pt x="1359896" y="248351"/>
                  <a:pt x="1358707" y="251094"/>
                  <a:pt x="1356512" y="253289"/>
                </a:cubicBezTo>
                <a:cubicBezTo>
                  <a:pt x="1354226" y="255575"/>
                  <a:pt x="1351575" y="256672"/>
                  <a:pt x="1348374" y="256672"/>
                </a:cubicBezTo>
                <a:cubicBezTo>
                  <a:pt x="1345174" y="256672"/>
                  <a:pt x="1342522" y="255575"/>
                  <a:pt x="1340236" y="253289"/>
                </a:cubicBezTo>
                <a:cubicBezTo>
                  <a:pt x="1338042" y="251094"/>
                  <a:pt x="1336944" y="248351"/>
                  <a:pt x="1336944" y="245242"/>
                </a:cubicBezTo>
                <a:cubicBezTo>
                  <a:pt x="1336944" y="242042"/>
                  <a:pt x="1338042" y="239390"/>
                  <a:pt x="1340236" y="237104"/>
                </a:cubicBezTo>
                <a:cubicBezTo>
                  <a:pt x="1342522" y="234909"/>
                  <a:pt x="1345174" y="233721"/>
                  <a:pt x="1348374" y="233721"/>
                </a:cubicBezTo>
                <a:cubicBezTo>
                  <a:pt x="1351575" y="233721"/>
                  <a:pt x="1354226" y="234909"/>
                  <a:pt x="1356512" y="237104"/>
                </a:cubicBezTo>
                <a:cubicBezTo>
                  <a:pt x="1358707" y="239390"/>
                  <a:pt x="1359896" y="242042"/>
                  <a:pt x="1359896" y="245242"/>
                </a:cubicBezTo>
              </a:path>
              <a:path w="2578974" h="284470">
                <a:moveTo>
                  <a:pt x="1570391" y="273040"/>
                </a:moveTo>
                <a:cubicBezTo>
                  <a:pt x="1570391" y="276149"/>
                  <a:pt x="1569293" y="278892"/>
                  <a:pt x="1567007" y="281087"/>
                </a:cubicBezTo>
                <a:cubicBezTo>
                  <a:pt x="1564813" y="283373"/>
                  <a:pt x="1562070" y="284470"/>
                  <a:pt x="1558961" y="284470"/>
                </a:cubicBezTo>
                <a:cubicBezTo>
                  <a:pt x="1555760" y="284470"/>
                  <a:pt x="1553017" y="283373"/>
                  <a:pt x="1550822" y="281087"/>
                </a:cubicBezTo>
                <a:cubicBezTo>
                  <a:pt x="1548536" y="278892"/>
                  <a:pt x="1547439" y="276149"/>
                  <a:pt x="1547439" y="273040"/>
                </a:cubicBezTo>
                <a:cubicBezTo>
                  <a:pt x="1547439" y="269839"/>
                  <a:pt x="1548536" y="267188"/>
                  <a:pt x="1550822" y="264902"/>
                </a:cubicBezTo>
                <a:cubicBezTo>
                  <a:pt x="1553017" y="262707"/>
                  <a:pt x="1555760" y="261610"/>
                  <a:pt x="1558961" y="261610"/>
                </a:cubicBezTo>
                <a:cubicBezTo>
                  <a:pt x="1562070" y="261610"/>
                  <a:pt x="1564813" y="262707"/>
                  <a:pt x="1567007" y="264902"/>
                </a:cubicBezTo>
                <a:cubicBezTo>
                  <a:pt x="1569293" y="267188"/>
                  <a:pt x="1570391" y="269839"/>
                  <a:pt x="1570391" y="273040"/>
                </a:cubicBezTo>
              </a:path>
              <a:path w="2578974" h="284470">
                <a:moveTo>
                  <a:pt x="1818376" y="250363"/>
                </a:moveTo>
                <a:cubicBezTo>
                  <a:pt x="1818376" y="253563"/>
                  <a:pt x="1817279" y="256215"/>
                  <a:pt x="1814993" y="258501"/>
                </a:cubicBezTo>
                <a:cubicBezTo>
                  <a:pt x="1812798" y="260695"/>
                  <a:pt x="1810055" y="261793"/>
                  <a:pt x="1806854" y="261793"/>
                </a:cubicBezTo>
                <a:cubicBezTo>
                  <a:pt x="1803745" y="261793"/>
                  <a:pt x="1801002" y="260695"/>
                  <a:pt x="1798808" y="258501"/>
                </a:cubicBezTo>
                <a:cubicBezTo>
                  <a:pt x="1796522" y="256215"/>
                  <a:pt x="1795424" y="253563"/>
                  <a:pt x="1795424" y="250363"/>
                </a:cubicBezTo>
                <a:cubicBezTo>
                  <a:pt x="1795424" y="247162"/>
                  <a:pt x="1796522" y="244511"/>
                  <a:pt x="1798808" y="242225"/>
                </a:cubicBezTo>
                <a:cubicBezTo>
                  <a:pt x="1801002" y="240030"/>
                  <a:pt x="1803745" y="238933"/>
                  <a:pt x="1806854" y="238933"/>
                </a:cubicBezTo>
                <a:cubicBezTo>
                  <a:pt x="1810055" y="238933"/>
                  <a:pt x="1812798" y="240030"/>
                  <a:pt x="1814993" y="242225"/>
                </a:cubicBezTo>
                <a:cubicBezTo>
                  <a:pt x="1817279" y="244511"/>
                  <a:pt x="1818376" y="247162"/>
                  <a:pt x="1818376" y="250363"/>
                </a:cubicBezTo>
              </a:path>
              <a:path w="2578974" h="284470">
                <a:moveTo>
                  <a:pt x="1994215" y="225582"/>
                </a:moveTo>
                <a:cubicBezTo>
                  <a:pt x="1994215" y="228783"/>
                  <a:pt x="1993118" y="231435"/>
                  <a:pt x="1990832" y="233721"/>
                </a:cubicBezTo>
                <a:cubicBezTo>
                  <a:pt x="1988637" y="235915"/>
                  <a:pt x="1985894" y="237104"/>
                  <a:pt x="1982785" y="237104"/>
                </a:cubicBezTo>
                <a:cubicBezTo>
                  <a:pt x="1979585" y="237104"/>
                  <a:pt x="1976841" y="235915"/>
                  <a:pt x="1974647" y="233721"/>
                </a:cubicBezTo>
                <a:cubicBezTo>
                  <a:pt x="1972361" y="231435"/>
                  <a:pt x="1971264" y="228783"/>
                  <a:pt x="1971264" y="225582"/>
                </a:cubicBezTo>
                <a:cubicBezTo>
                  <a:pt x="1971264" y="222474"/>
                  <a:pt x="1972361" y="219730"/>
                  <a:pt x="1974647" y="217536"/>
                </a:cubicBezTo>
                <a:cubicBezTo>
                  <a:pt x="1976841" y="215250"/>
                  <a:pt x="1979585" y="214152"/>
                  <a:pt x="1982785" y="214152"/>
                </a:cubicBezTo>
                <a:cubicBezTo>
                  <a:pt x="1985894" y="214152"/>
                  <a:pt x="1988637" y="215250"/>
                  <a:pt x="1990832" y="217536"/>
                </a:cubicBezTo>
                <a:cubicBezTo>
                  <a:pt x="1993118" y="219730"/>
                  <a:pt x="1994215" y="222474"/>
                  <a:pt x="1994215" y="225582"/>
                </a:cubicBezTo>
              </a:path>
              <a:path w="2578974" h="284470">
                <a:moveTo>
                  <a:pt x="2225192" y="256672"/>
                </a:moveTo>
                <a:cubicBezTo>
                  <a:pt x="2225192" y="259872"/>
                  <a:pt x="2224095" y="262524"/>
                  <a:pt x="2221809" y="264810"/>
                </a:cubicBezTo>
                <a:cubicBezTo>
                  <a:pt x="2219615" y="267005"/>
                  <a:pt x="2216871" y="268102"/>
                  <a:pt x="2213671" y="268102"/>
                </a:cubicBezTo>
                <a:cubicBezTo>
                  <a:pt x="2210562" y="268102"/>
                  <a:pt x="2207819" y="267005"/>
                  <a:pt x="2205624" y="264810"/>
                </a:cubicBezTo>
                <a:cubicBezTo>
                  <a:pt x="2203338" y="262524"/>
                  <a:pt x="2202241" y="259872"/>
                  <a:pt x="2202241" y="256672"/>
                </a:cubicBezTo>
                <a:cubicBezTo>
                  <a:pt x="2202241" y="253563"/>
                  <a:pt x="2203338" y="250820"/>
                  <a:pt x="2205624" y="248625"/>
                </a:cubicBezTo>
                <a:cubicBezTo>
                  <a:pt x="2207819" y="246339"/>
                  <a:pt x="2210562" y="245242"/>
                  <a:pt x="2213671" y="245242"/>
                </a:cubicBezTo>
                <a:cubicBezTo>
                  <a:pt x="2216871" y="245242"/>
                  <a:pt x="2219615" y="246339"/>
                  <a:pt x="2221809" y="248625"/>
                </a:cubicBezTo>
                <a:cubicBezTo>
                  <a:pt x="2224095" y="250820"/>
                  <a:pt x="2225192" y="253563"/>
                  <a:pt x="2225192" y="256672"/>
                </a:cubicBezTo>
              </a:path>
              <a:path w="2578974" h="284470">
                <a:moveTo>
                  <a:pt x="2392253" y="250546"/>
                </a:moveTo>
                <a:cubicBezTo>
                  <a:pt x="2392253" y="253746"/>
                  <a:pt x="2391156" y="256398"/>
                  <a:pt x="2388870" y="258684"/>
                </a:cubicBezTo>
                <a:cubicBezTo>
                  <a:pt x="2386675" y="260878"/>
                  <a:pt x="2383932" y="262067"/>
                  <a:pt x="2380732" y="262067"/>
                </a:cubicBezTo>
                <a:cubicBezTo>
                  <a:pt x="2377623" y="262067"/>
                  <a:pt x="2374880" y="260878"/>
                  <a:pt x="2372685" y="258684"/>
                </a:cubicBezTo>
                <a:cubicBezTo>
                  <a:pt x="2370399" y="256398"/>
                  <a:pt x="2369302" y="253746"/>
                  <a:pt x="2369302" y="250546"/>
                </a:cubicBezTo>
                <a:cubicBezTo>
                  <a:pt x="2369302" y="247437"/>
                  <a:pt x="2370399" y="244693"/>
                  <a:pt x="2372685" y="242499"/>
                </a:cubicBezTo>
                <a:cubicBezTo>
                  <a:pt x="2374880" y="240213"/>
                  <a:pt x="2377623" y="239116"/>
                  <a:pt x="2380732" y="239116"/>
                </a:cubicBezTo>
                <a:cubicBezTo>
                  <a:pt x="2383932" y="239116"/>
                  <a:pt x="2386675" y="240213"/>
                  <a:pt x="2388870" y="242499"/>
                </a:cubicBezTo>
                <a:cubicBezTo>
                  <a:pt x="2391156" y="244693"/>
                  <a:pt x="2392253" y="247437"/>
                  <a:pt x="2392253" y="250546"/>
                </a:cubicBezTo>
              </a:path>
              <a:path w="2578974" h="284470">
                <a:moveTo>
                  <a:pt x="2578974" y="232258"/>
                </a:moveTo>
                <a:cubicBezTo>
                  <a:pt x="2578974" y="235367"/>
                  <a:pt x="2577785" y="238110"/>
                  <a:pt x="2575590" y="240304"/>
                </a:cubicBezTo>
                <a:cubicBezTo>
                  <a:pt x="2573304" y="242590"/>
                  <a:pt x="2570653" y="243688"/>
                  <a:pt x="2567452" y="243688"/>
                </a:cubicBezTo>
                <a:cubicBezTo>
                  <a:pt x="2564252" y="243688"/>
                  <a:pt x="2561600" y="242590"/>
                  <a:pt x="2559314" y="240304"/>
                </a:cubicBezTo>
                <a:cubicBezTo>
                  <a:pt x="2557120" y="238110"/>
                  <a:pt x="2556022" y="235367"/>
                  <a:pt x="2556022" y="232258"/>
                </a:cubicBezTo>
                <a:cubicBezTo>
                  <a:pt x="2556022" y="229057"/>
                  <a:pt x="2557120" y="226405"/>
                  <a:pt x="2559314" y="224119"/>
                </a:cubicBezTo>
                <a:cubicBezTo>
                  <a:pt x="2561600" y="221925"/>
                  <a:pt x="2564252" y="220736"/>
                  <a:pt x="2567452" y="220736"/>
                </a:cubicBezTo>
                <a:cubicBezTo>
                  <a:pt x="2570653" y="220736"/>
                  <a:pt x="2573304" y="221925"/>
                  <a:pt x="2575590" y="224119"/>
                </a:cubicBezTo>
                <a:cubicBezTo>
                  <a:pt x="2577785" y="226405"/>
                  <a:pt x="2578974" y="229057"/>
                  <a:pt x="2578974" y="232258"/>
                </a:cubicBezTo>
              </a:path>
              <a:path w="2578974" h="284470">
                <a:moveTo>
                  <a:pt x="22951" y="51664"/>
                </a:moveTo>
                <a:cubicBezTo>
                  <a:pt x="22951" y="54864"/>
                  <a:pt x="21854" y="57516"/>
                  <a:pt x="19568" y="59802"/>
                </a:cubicBezTo>
                <a:cubicBezTo>
                  <a:pt x="17374" y="61996"/>
                  <a:pt x="14630" y="63094"/>
                  <a:pt x="11521" y="63094"/>
                </a:cubicBezTo>
                <a:cubicBezTo>
                  <a:pt x="8321" y="63094"/>
                  <a:pt x="5578" y="61996"/>
                  <a:pt x="3383" y="59802"/>
                </a:cubicBezTo>
                <a:cubicBezTo>
                  <a:pt x="1097" y="57516"/>
                  <a:pt x="0" y="54864"/>
                  <a:pt x="0" y="51664"/>
                </a:cubicBezTo>
                <a:cubicBezTo>
                  <a:pt x="0" y="48463"/>
                  <a:pt x="1097" y="45811"/>
                  <a:pt x="3383" y="43525"/>
                </a:cubicBezTo>
                <a:cubicBezTo>
                  <a:pt x="5578" y="41331"/>
                  <a:pt x="8321" y="40234"/>
                  <a:pt x="11521" y="40234"/>
                </a:cubicBezTo>
                <a:cubicBezTo>
                  <a:pt x="14630" y="40234"/>
                  <a:pt x="17374" y="41331"/>
                  <a:pt x="19568" y="43525"/>
                </a:cubicBezTo>
                <a:cubicBezTo>
                  <a:pt x="21854" y="45811"/>
                  <a:pt x="22951" y="48463"/>
                  <a:pt x="22951" y="51664"/>
                </a:cubicBezTo>
              </a:path>
              <a:path w="2578974" h="284470">
                <a:moveTo>
                  <a:pt x="217353" y="11613"/>
                </a:moveTo>
                <a:cubicBezTo>
                  <a:pt x="217353" y="14813"/>
                  <a:pt x="216164" y="17465"/>
                  <a:pt x="213970" y="19751"/>
                </a:cubicBezTo>
                <a:cubicBezTo>
                  <a:pt x="211684" y="21946"/>
                  <a:pt x="209032" y="23134"/>
                  <a:pt x="205831" y="23134"/>
                </a:cubicBezTo>
                <a:cubicBezTo>
                  <a:pt x="202631" y="23134"/>
                  <a:pt x="199979" y="21946"/>
                  <a:pt x="197693" y="19751"/>
                </a:cubicBezTo>
                <a:cubicBezTo>
                  <a:pt x="195499" y="17465"/>
                  <a:pt x="194310" y="14813"/>
                  <a:pt x="194310" y="11613"/>
                </a:cubicBezTo>
                <a:cubicBezTo>
                  <a:pt x="194310" y="8504"/>
                  <a:pt x="195499" y="5761"/>
                  <a:pt x="197693" y="3566"/>
                </a:cubicBezTo>
                <a:cubicBezTo>
                  <a:pt x="199979" y="1280"/>
                  <a:pt x="202631" y="183"/>
                  <a:pt x="205831" y="183"/>
                </a:cubicBezTo>
                <a:cubicBezTo>
                  <a:pt x="209032" y="183"/>
                  <a:pt x="211684" y="1280"/>
                  <a:pt x="213970" y="3566"/>
                </a:cubicBezTo>
                <a:cubicBezTo>
                  <a:pt x="216164" y="5761"/>
                  <a:pt x="217353" y="8504"/>
                  <a:pt x="217353" y="11613"/>
                </a:cubicBezTo>
              </a:path>
              <a:path w="2578974" h="284470">
                <a:moveTo>
                  <a:pt x="435529" y="18014"/>
                </a:moveTo>
                <a:cubicBezTo>
                  <a:pt x="435529" y="21123"/>
                  <a:pt x="434431" y="23866"/>
                  <a:pt x="432237" y="26060"/>
                </a:cubicBezTo>
                <a:cubicBezTo>
                  <a:pt x="429951" y="28346"/>
                  <a:pt x="427208" y="29444"/>
                  <a:pt x="424099" y="29444"/>
                </a:cubicBezTo>
                <a:cubicBezTo>
                  <a:pt x="420898" y="29444"/>
                  <a:pt x="418155" y="28346"/>
                  <a:pt x="415961" y="26060"/>
                </a:cubicBezTo>
                <a:cubicBezTo>
                  <a:pt x="413675" y="23866"/>
                  <a:pt x="412577" y="21123"/>
                  <a:pt x="412577" y="18014"/>
                </a:cubicBezTo>
                <a:cubicBezTo>
                  <a:pt x="412577" y="14813"/>
                  <a:pt x="413675" y="12162"/>
                  <a:pt x="415961" y="9876"/>
                </a:cubicBezTo>
                <a:cubicBezTo>
                  <a:pt x="418155" y="7681"/>
                  <a:pt x="420898" y="6492"/>
                  <a:pt x="424099" y="6492"/>
                </a:cubicBezTo>
                <a:cubicBezTo>
                  <a:pt x="427208" y="6492"/>
                  <a:pt x="429951" y="7681"/>
                  <a:pt x="432237" y="9876"/>
                </a:cubicBezTo>
                <a:cubicBezTo>
                  <a:pt x="434431" y="12162"/>
                  <a:pt x="435529" y="14813"/>
                  <a:pt x="435529" y="18014"/>
                </a:cubicBezTo>
              </a:path>
              <a:path w="2578974" h="284470">
                <a:moveTo>
                  <a:pt x="655991" y="78456"/>
                </a:moveTo>
                <a:cubicBezTo>
                  <a:pt x="655991" y="81656"/>
                  <a:pt x="654893" y="84308"/>
                  <a:pt x="652607" y="86594"/>
                </a:cubicBezTo>
                <a:cubicBezTo>
                  <a:pt x="650321" y="88788"/>
                  <a:pt x="647670" y="89977"/>
                  <a:pt x="644469" y="89977"/>
                </a:cubicBezTo>
                <a:cubicBezTo>
                  <a:pt x="641360" y="89977"/>
                  <a:pt x="638617" y="88788"/>
                  <a:pt x="636331" y="86594"/>
                </a:cubicBezTo>
                <a:cubicBezTo>
                  <a:pt x="634136" y="84308"/>
                  <a:pt x="633039" y="81656"/>
                  <a:pt x="633039" y="78456"/>
                </a:cubicBezTo>
                <a:cubicBezTo>
                  <a:pt x="633039" y="75347"/>
                  <a:pt x="634136" y="72603"/>
                  <a:pt x="636331" y="70409"/>
                </a:cubicBezTo>
                <a:cubicBezTo>
                  <a:pt x="638617" y="68123"/>
                  <a:pt x="641360" y="67026"/>
                  <a:pt x="644469" y="67026"/>
                </a:cubicBezTo>
                <a:cubicBezTo>
                  <a:pt x="647670" y="67026"/>
                  <a:pt x="650321" y="68123"/>
                  <a:pt x="652607" y="70409"/>
                </a:cubicBezTo>
                <a:cubicBezTo>
                  <a:pt x="654893" y="72603"/>
                  <a:pt x="655991" y="75347"/>
                  <a:pt x="655991" y="78456"/>
                </a:cubicBezTo>
              </a:path>
              <a:path w="2578974" h="284470">
                <a:moveTo>
                  <a:pt x="814913" y="11430"/>
                </a:moveTo>
                <a:cubicBezTo>
                  <a:pt x="814913" y="14630"/>
                  <a:pt x="813816" y="17282"/>
                  <a:pt x="811530" y="19568"/>
                </a:cubicBezTo>
                <a:cubicBezTo>
                  <a:pt x="809335" y="21763"/>
                  <a:pt x="806592" y="22951"/>
                  <a:pt x="803392" y="22951"/>
                </a:cubicBezTo>
                <a:cubicBezTo>
                  <a:pt x="800283" y="22951"/>
                  <a:pt x="797540" y="21763"/>
                  <a:pt x="795345" y="19568"/>
                </a:cubicBezTo>
                <a:cubicBezTo>
                  <a:pt x="793059" y="17282"/>
                  <a:pt x="791962" y="14630"/>
                  <a:pt x="791962" y="11430"/>
                </a:cubicBezTo>
                <a:cubicBezTo>
                  <a:pt x="791962" y="8321"/>
                  <a:pt x="793059" y="5578"/>
                  <a:pt x="795345" y="3383"/>
                </a:cubicBezTo>
                <a:cubicBezTo>
                  <a:pt x="797540" y="1097"/>
                  <a:pt x="800283" y="0"/>
                  <a:pt x="803392" y="0"/>
                </a:cubicBezTo>
                <a:cubicBezTo>
                  <a:pt x="806592" y="0"/>
                  <a:pt x="809335" y="1097"/>
                  <a:pt x="811530" y="3383"/>
                </a:cubicBezTo>
                <a:cubicBezTo>
                  <a:pt x="813816" y="5578"/>
                  <a:pt x="814913" y="8321"/>
                  <a:pt x="814913" y="11430"/>
                </a:cubicBezTo>
              </a:path>
              <a:path w="2578974" h="284470">
                <a:moveTo>
                  <a:pt x="1038941" y="90526"/>
                </a:moveTo>
                <a:cubicBezTo>
                  <a:pt x="1038941" y="93726"/>
                  <a:pt x="1037844" y="96378"/>
                  <a:pt x="1035649" y="98664"/>
                </a:cubicBezTo>
                <a:cubicBezTo>
                  <a:pt x="1033363" y="100858"/>
                  <a:pt x="1030620" y="102047"/>
                  <a:pt x="1027511" y="102047"/>
                </a:cubicBezTo>
                <a:cubicBezTo>
                  <a:pt x="1024311" y="102047"/>
                  <a:pt x="1021659" y="100858"/>
                  <a:pt x="1019373" y="98664"/>
                </a:cubicBezTo>
                <a:cubicBezTo>
                  <a:pt x="1017179" y="96378"/>
                  <a:pt x="1015990" y="93726"/>
                  <a:pt x="1015990" y="90526"/>
                </a:cubicBezTo>
                <a:cubicBezTo>
                  <a:pt x="1015990" y="87417"/>
                  <a:pt x="1017179" y="84673"/>
                  <a:pt x="1019373" y="82479"/>
                </a:cubicBezTo>
                <a:cubicBezTo>
                  <a:pt x="1021659" y="80193"/>
                  <a:pt x="1024311" y="79096"/>
                  <a:pt x="1027511" y="79096"/>
                </a:cubicBezTo>
                <a:cubicBezTo>
                  <a:pt x="1030620" y="79096"/>
                  <a:pt x="1033363" y="80193"/>
                  <a:pt x="1035649" y="82479"/>
                </a:cubicBezTo>
                <a:cubicBezTo>
                  <a:pt x="1037844" y="84673"/>
                  <a:pt x="1038941" y="87417"/>
                  <a:pt x="1038941" y="90526"/>
                </a:cubicBezTo>
              </a:path>
              <a:path w="2578974" h="284470">
                <a:moveTo>
                  <a:pt x="1164854" y="60625"/>
                </a:moveTo>
                <a:cubicBezTo>
                  <a:pt x="1164854" y="63825"/>
                  <a:pt x="1163757" y="66477"/>
                  <a:pt x="1161471" y="68763"/>
                </a:cubicBezTo>
                <a:cubicBezTo>
                  <a:pt x="1159276" y="70957"/>
                  <a:pt x="1156533" y="72055"/>
                  <a:pt x="1153424" y="72055"/>
                </a:cubicBezTo>
                <a:cubicBezTo>
                  <a:pt x="1150224" y="72055"/>
                  <a:pt x="1147481" y="70957"/>
                  <a:pt x="1145286" y="68763"/>
                </a:cubicBezTo>
                <a:cubicBezTo>
                  <a:pt x="1143000" y="66477"/>
                  <a:pt x="1141903" y="63825"/>
                  <a:pt x="1141903" y="60625"/>
                </a:cubicBezTo>
                <a:cubicBezTo>
                  <a:pt x="1141903" y="57424"/>
                  <a:pt x="1143000" y="54773"/>
                  <a:pt x="1145286" y="52487"/>
                </a:cubicBezTo>
                <a:cubicBezTo>
                  <a:pt x="1147481" y="50292"/>
                  <a:pt x="1150224" y="49195"/>
                  <a:pt x="1153424" y="49195"/>
                </a:cubicBezTo>
                <a:cubicBezTo>
                  <a:pt x="1156533" y="49195"/>
                  <a:pt x="1159276" y="50292"/>
                  <a:pt x="1161471" y="52487"/>
                </a:cubicBezTo>
                <a:cubicBezTo>
                  <a:pt x="1163757" y="54773"/>
                  <a:pt x="1164854" y="57424"/>
                  <a:pt x="1164854" y="60625"/>
                </a:cubicBezTo>
              </a:path>
              <a:path w="2578974" h="284470">
                <a:moveTo>
                  <a:pt x="1356604" y="80376"/>
                </a:moveTo>
                <a:cubicBezTo>
                  <a:pt x="1356604" y="83576"/>
                  <a:pt x="1355507" y="86228"/>
                  <a:pt x="1353221" y="88514"/>
                </a:cubicBezTo>
                <a:cubicBezTo>
                  <a:pt x="1351026" y="90708"/>
                  <a:pt x="1348283" y="91897"/>
                  <a:pt x="1345082" y="91897"/>
                </a:cubicBezTo>
                <a:cubicBezTo>
                  <a:pt x="1341973" y="91897"/>
                  <a:pt x="1339230" y="90708"/>
                  <a:pt x="1336944" y="88514"/>
                </a:cubicBezTo>
                <a:cubicBezTo>
                  <a:pt x="1334750" y="86228"/>
                  <a:pt x="1333652" y="83576"/>
                  <a:pt x="1333652" y="80376"/>
                </a:cubicBezTo>
                <a:cubicBezTo>
                  <a:pt x="1333652" y="77267"/>
                  <a:pt x="1334750" y="74524"/>
                  <a:pt x="1336944" y="72329"/>
                </a:cubicBezTo>
                <a:cubicBezTo>
                  <a:pt x="1339230" y="70043"/>
                  <a:pt x="1341973" y="68946"/>
                  <a:pt x="1345082" y="68946"/>
                </a:cubicBezTo>
                <a:cubicBezTo>
                  <a:pt x="1348283" y="68946"/>
                  <a:pt x="1351026" y="70043"/>
                  <a:pt x="1353221" y="72329"/>
                </a:cubicBezTo>
                <a:cubicBezTo>
                  <a:pt x="1355507" y="74524"/>
                  <a:pt x="1356604" y="77267"/>
                  <a:pt x="1356604" y="80376"/>
                </a:cubicBezTo>
              </a:path>
              <a:path w="2578974" h="284470">
                <a:moveTo>
                  <a:pt x="1553200" y="38313"/>
                </a:moveTo>
                <a:cubicBezTo>
                  <a:pt x="1553200" y="41514"/>
                  <a:pt x="1552103" y="44166"/>
                  <a:pt x="1549817" y="46452"/>
                </a:cubicBezTo>
                <a:cubicBezTo>
                  <a:pt x="1547622" y="48646"/>
                  <a:pt x="1544879" y="49835"/>
                  <a:pt x="1541678" y="49835"/>
                </a:cubicBezTo>
                <a:cubicBezTo>
                  <a:pt x="1538569" y="49835"/>
                  <a:pt x="1535826" y="48646"/>
                  <a:pt x="1533632" y="46452"/>
                </a:cubicBezTo>
                <a:cubicBezTo>
                  <a:pt x="1531346" y="44166"/>
                  <a:pt x="1530248" y="41514"/>
                  <a:pt x="1530248" y="38313"/>
                </a:cubicBezTo>
                <a:cubicBezTo>
                  <a:pt x="1530248" y="35204"/>
                  <a:pt x="1531346" y="32461"/>
                  <a:pt x="1533632" y="30267"/>
                </a:cubicBezTo>
                <a:cubicBezTo>
                  <a:pt x="1535826" y="27981"/>
                  <a:pt x="1538569" y="26883"/>
                  <a:pt x="1541678" y="26883"/>
                </a:cubicBezTo>
                <a:cubicBezTo>
                  <a:pt x="1544879" y="26883"/>
                  <a:pt x="1547622" y="27981"/>
                  <a:pt x="1549817" y="30267"/>
                </a:cubicBezTo>
                <a:cubicBezTo>
                  <a:pt x="1552103" y="32461"/>
                  <a:pt x="1553200" y="35204"/>
                  <a:pt x="1553200" y="38313"/>
                </a:cubicBezTo>
              </a:path>
              <a:path w="2578974" h="284470">
                <a:moveTo>
                  <a:pt x="1819565" y="16002"/>
                </a:moveTo>
                <a:cubicBezTo>
                  <a:pt x="1819565" y="19111"/>
                  <a:pt x="1818376" y="21854"/>
                  <a:pt x="1816181" y="24049"/>
                </a:cubicBezTo>
                <a:cubicBezTo>
                  <a:pt x="1813895" y="26335"/>
                  <a:pt x="1811244" y="27432"/>
                  <a:pt x="1808043" y="27432"/>
                </a:cubicBezTo>
                <a:cubicBezTo>
                  <a:pt x="1804843" y="27432"/>
                  <a:pt x="1802191" y="26335"/>
                  <a:pt x="1799905" y="24049"/>
                </a:cubicBezTo>
                <a:cubicBezTo>
                  <a:pt x="1797710" y="21854"/>
                  <a:pt x="1796522" y="19111"/>
                  <a:pt x="1796522" y="16002"/>
                </a:cubicBezTo>
                <a:cubicBezTo>
                  <a:pt x="1796522" y="12802"/>
                  <a:pt x="1797710" y="10058"/>
                  <a:pt x="1799905" y="7864"/>
                </a:cubicBezTo>
                <a:cubicBezTo>
                  <a:pt x="1802191" y="5578"/>
                  <a:pt x="1804843" y="4481"/>
                  <a:pt x="1808043" y="4481"/>
                </a:cubicBezTo>
                <a:cubicBezTo>
                  <a:pt x="1811244" y="4481"/>
                  <a:pt x="1813895" y="5578"/>
                  <a:pt x="1816181" y="7864"/>
                </a:cubicBezTo>
                <a:cubicBezTo>
                  <a:pt x="1818376" y="10058"/>
                  <a:pt x="1819565" y="12802"/>
                  <a:pt x="1819565" y="16002"/>
                </a:cubicBezTo>
              </a:path>
              <a:path w="2578974" h="284470">
                <a:moveTo>
                  <a:pt x="1954164" y="33741"/>
                </a:moveTo>
                <a:cubicBezTo>
                  <a:pt x="1954164" y="36942"/>
                  <a:pt x="1953067" y="39594"/>
                  <a:pt x="1950781" y="41880"/>
                </a:cubicBezTo>
                <a:cubicBezTo>
                  <a:pt x="1948586" y="44074"/>
                  <a:pt x="1945843" y="45171"/>
                  <a:pt x="1942734" y="45171"/>
                </a:cubicBezTo>
                <a:cubicBezTo>
                  <a:pt x="1939534" y="45171"/>
                  <a:pt x="1936791" y="44074"/>
                  <a:pt x="1934596" y="41880"/>
                </a:cubicBezTo>
                <a:cubicBezTo>
                  <a:pt x="1932310" y="39594"/>
                  <a:pt x="1931213" y="36942"/>
                  <a:pt x="1931213" y="33741"/>
                </a:cubicBezTo>
                <a:cubicBezTo>
                  <a:pt x="1931213" y="30541"/>
                  <a:pt x="1932310" y="27889"/>
                  <a:pt x="1934596" y="25603"/>
                </a:cubicBezTo>
                <a:cubicBezTo>
                  <a:pt x="1936791" y="23409"/>
                  <a:pt x="1939534" y="22311"/>
                  <a:pt x="1942734" y="22311"/>
                </a:cubicBezTo>
                <a:cubicBezTo>
                  <a:pt x="1945843" y="22311"/>
                  <a:pt x="1948586" y="23409"/>
                  <a:pt x="1950781" y="25603"/>
                </a:cubicBezTo>
                <a:cubicBezTo>
                  <a:pt x="1953067" y="27889"/>
                  <a:pt x="1954164" y="30541"/>
                  <a:pt x="1954164" y="33741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12" name="Forma 143"/>
          <p:cNvSpPr/>
          <p:nvPr/>
        </p:nvSpPr>
        <p:spPr>
          <a:xfrm>
            <a:off x="3338383" y="1914936"/>
            <a:ext cx="57790" cy="57699"/>
          </a:xfrm>
          <a:custGeom>
            <a:avLst/>
            <a:gdLst/>
            <a:ahLst/>
            <a:cxnLst/>
            <a:rect l="l" t="t" r="r" b="b"/>
            <a:pathLst>
              <a:path w="57790" h="57699">
                <a:moveTo>
                  <a:pt x="57790" y="28895"/>
                </a:moveTo>
                <a:cubicBezTo>
                  <a:pt x="57790" y="32736"/>
                  <a:pt x="57059" y="36393"/>
                  <a:pt x="55596" y="39868"/>
                </a:cubicBezTo>
                <a:cubicBezTo>
                  <a:pt x="54132" y="43434"/>
                  <a:pt x="52029" y="46543"/>
                  <a:pt x="49378" y="49286"/>
                </a:cubicBezTo>
                <a:cubicBezTo>
                  <a:pt x="46634" y="51938"/>
                  <a:pt x="43525" y="54041"/>
                  <a:pt x="39959" y="55504"/>
                </a:cubicBezTo>
                <a:cubicBezTo>
                  <a:pt x="36393" y="56967"/>
                  <a:pt x="32736" y="57699"/>
                  <a:pt x="28895" y="57699"/>
                </a:cubicBezTo>
                <a:cubicBezTo>
                  <a:pt x="25055" y="57699"/>
                  <a:pt x="21397" y="56967"/>
                  <a:pt x="17831" y="55504"/>
                </a:cubicBezTo>
                <a:cubicBezTo>
                  <a:pt x="14265" y="54041"/>
                  <a:pt x="11156" y="51938"/>
                  <a:pt x="8504" y="49286"/>
                </a:cubicBezTo>
                <a:cubicBezTo>
                  <a:pt x="5761" y="46543"/>
                  <a:pt x="3658" y="43434"/>
                  <a:pt x="2195" y="39868"/>
                </a:cubicBezTo>
                <a:cubicBezTo>
                  <a:pt x="732" y="36393"/>
                  <a:pt x="0" y="32736"/>
                  <a:pt x="0" y="28895"/>
                </a:cubicBezTo>
                <a:cubicBezTo>
                  <a:pt x="0" y="25055"/>
                  <a:pt x="732" y="21397"/>
                  <a:pt x="2195" y="17831"/>
                </a:cubicBezTo>
                <a:cubicBezTo>
                  <a:pt x="3658" y="14265"/>
                  <a:pt x="5761" y="11156"/>
                  <a:pt x="8504" y="8412"/>
                </a:cubicBezTo>
                <a:cubicBezTo>
                  <a:pt x="11156" y="5761"/>
                  <a:pt x="14265" y="3658"/>
                  <a:pt x="17831" y="2195"/>
                </a:cubicBezTo>
                <a:cubicBezTo>
                  <a:pt x="21397" y="732"/>
                  <a:pt x="25055" y="0"/>
                  <a:pt x="28895" y="0"/>
                </a:cubicBezTo>
                <a:cubicBezTo>
                  <a:pt x="32736" y="0"/>
                  <a:pt x="36393" y="732"/>
                  <a:pt x="39959" y="2195"/>
                </a:cubicBezTo>
                <a:cubicBezTo>
                  <a:pt x="43525" y="3658"/>
                  <a:pt x="46634" y="5761"/>
                  <a:pt x="49378" y="8412"/>
                </a:cubicBezTo>
                <a:cubicBezTo>
                  <a:pt x="52029" y="11156"/>
                  <a:pt x="54132" y="14265"/>
                  <a:pt x="55596" y="17831"/>
                </a:cubicBezTo>
                <a:cubicBezTo>
                  <a:pt x="57059" y="21397"/>
                  <a:pt x="57790" y="25055"/>
                  <a:pt x="57790" y="28895"/>
                </a:cubicBezTo>
              </a:path>
            </a:pathLst>
          </a:custGeom>
          <a:solidFill>
            <a:srgbClr val="C64B35"/>
          </a:solidFill>
          <a:ln w="9779">
            <a:solidFill>
              <a:srgbClr val="F2EFE6"/>
            </a:solidFill>
            <a:prstDash val="solid"/>
          </a:ln>
        </p:spPr>
      </p:sp>
      <p:sp>
        <p:nvSpPr>
          <p:cNvPr id="13" name="Forma 144"/>
          <p:cNvSpPr/>
          <p:nvPr/>
        </p:nvSpPr>
        <p:spPr>
          <a:xfrm>
            <a:off x="1178387" y="1461851"/>
            <a:ext cx="2555199" cy="413949"/>
          </a:xfrm>
          <a:custGeom>
            <a:avLst/>
            <a:gdLst/>
            <a:ahLst/>
            <a:cxnLst/>
            <a:rect l="l" t="t" r="r" b="b"/>
            <a:pathLst>
              <a:path w="2555199" h="413949">
                <a:moveTo>
                  <a:pt x="2418862" y="400964"/>
                </a:moveTo>
                <a:cubicBezTo>
                  <a:pt x="2418862" y="404165"/>
                  <a:pt x="2417674" y="406908"/>
                  <a:pt x="2415479" y="409103"/>
                </a:cubicBezTo>
                <a:cubicBezTo>
                  <a:pt x="2413193" y="411389"/>
                  <a:pt x="2410541" y="412486"/>
                  <a:pt x="2407341" y="412486"/>
                </a:cubicBezTo>
                <a:cubicBezTo>
                  <a:pt x="2404140" y="412486"/>
                  <a:pt x="2401489" y="411389"/>
                  <a:pt x="2399203" y="409103"/>
                </a:cubicBezTo>
                <a:cubicBezTo>
                  <a:pt x="2397008" y="406908"/>
                  <a:pt x="2395819" y="404165"/>
                  <a:pt x="2395819" y="400964"/>
                </a:cubicBezTo>
                <a:cubicBezTo>
                  <a:pt x="2395819" y="397855"/>
                  <a:pt x="2397008" y="395112"/>
                  <a:pt x="2399203" y="392918"/>
                </a:cubicBezTo>
                <a:cubicBezTo>
                  <a:pt x="2401489" y="390632"/>
                  <a:pt x="2404140" y="389534"/>
                  <a:pt x="2407341" y="389534"/>
                </a:cubicBezTo>
                <a:cubicBezTo>
                  <a:pt x="2410541" y="389534"/>
                  <a:pt x="2413193" y="390632"/>
                  <a:pt x="2415479" y="392918"/>
                </a:cubicBezTo>
                <a:cubicBezTo>
                  <a:pt x="2417674" y="395112"/>
                  <a:pt x="2418862" y="397855"/>
                  <a:pt x="2418862" y="400964"/>
                </a:cubicBezTo>
              </a:path>
              <a:path w="2555199" h="413949">
                <a:moveTo>
                  <a:pt x="2550170" y="402519"/>
                </a:moveTo>
                <a:cubicBezTo>
                  <a:pt x="2550170" y="405628"/>
                  <a:pt x="2549073" y="408371"/>
                  <a:pt x="2546787" y="410566"/>
                </a:cubicBezTo>
                <a:cubicBezTo>
                  <a:pt x="2544592" y="412852"/>
                  <a:pt x="2541849" y="413949"/>
                  <a:pt x="2538649" y="413949"/>
                </a:cubicBezTo>
                <a:cubicBezTo>
                  <a:pt x="2535540" y="413949"/>
                  <a:pt x="2532797" y="412852"/>
                  <a:pt x="2530602" y="410566"/>
                </a:cubicBezTo>
                <a:cubicBezTo>
                  <a:pt x="2528316" y="408371"/>
                  <a:pt x="2527219" y="405628"/>
                  <a:pt x="2527219" y="402519"/>
                </a:cubicBezTo>
                <a:cubicBezTo>
                  <a:pt x="2527219" y="399318"/>
                  <a:pt x="2528316" y="396667"/>
                  <a:pt x="2530602" y="394381"/>
                </a:cubicBezTo>
                <a:cubicBezTo>
                  <a:pt x="2532797" y="392186"/>
                  <a:pt x="2535540" y="390997"/>
                  <a:pt x="2538649" y="390997"/>
                </a:cubicBezTo>
                <a:cubicBezTo>
                  <a:pt x="2541849" y="390997"/>
                  <a:pt x="2544592" y="392186"/>
                  <a:pt x="2546787" y="394381"/>
                </a:cubicBezTo>
                <a:cubicBezTo>
                  <a:pt x="2549073" y="396667"/>
                  <a:pt x="2550170" y="399318"/>
                  <a:pt x="2550170" y="402519"/>
                </a:cubicBezTo>
              </a:path>
              <a:path w="2555199" h="413949">
                <a:moveTo>
                  <a:pt x="22951" y="251917"/>
                </a:moveTo>
                <a:cubicBezTo>
                  <a:pt x="22951" y="255118"/>
                  <a:pt x="21854" y="257769"/>
                  <a:pt x="19568" y="260055"/>
                </a:cubicBezTo>
                <a:cubicBezTo>
                  <a:pt x="17374" y="262250"/>
                  <a:pt x="14630" y="263347"/>
                  <a:pt x="11521" y="263347"/>
                </a:cubicBezTo>
                <a:cubicBezTo>
                  <a:pt x="8321" y="263347"/>
                  <a:pt x="5578" y="262250"/>
                  <a:pt x="3383" y="260055"/>
                </a:cubicBezTo>
                <a:cubicBezTo>
                  <a:pt x="1097" y="257769"/>
                  <a:pt x="0" y="255118"/>
                  <a:pt x="0" y="251917"/>
                </a:cubicBezTo>
                <a:cubicBezTo>
                  <a:pt x="0" y="248808"/>
                  <a:pt x="1097" y="246065"/>
                  <a:pt x="3383" y="243870"/>
                </a:cubicBezTo>
                <a:cubicBezTo>
                  <a:pt x="5578" y="241584"/>
                  <a:pt x="8321" y="240487"/>
                  <a:pt x="11521" y="240487"/>
                </a:cubicBezTo>
                <a:cubicBezTo>
                  <a:pt x="14630" y="240487"/>
                  <a:pt x="17374" y="241584"/>
                  <a:pt x="19568" y="243870"/>
                </a:cubicBezTo>
                <a:cubicBezTo>
                  <a:pt x="21854" y="246065"/>
                  <a:pt x="22951" y="248808"/>
                  <a:pt x="22951" y="251917"/>
                </a:cubicBezTo>
              </a:path>
              <a:path w="2555199" h="413949">
                <a:moveTo>
                  <a:pt x="267645" y="218084"/>
                </a:moveTo>
                <a:cubicBezTo>
                  <a:pt x="267645" y="221193"/>
                  <a:pt x="266456" y="223937"/>
                  <a:pt x="264262" y="226131"/>
                </a:cubicBezTo>
                <a:cubicBezTo>
                  <a:pt x="261976" y="228417"/>
                  <a:pt x="259324" y="229514"/>
                  <a:pt x="256123" y="229514"/>
                </a:cubicBezTo>
                <a:cubicBezTo>
                  <a:pt x="252923" y="229514"/>
                  <a:pt x="250271" y="228417"/>
                  <a:pt x="247985" y="226131"/>
                </a:cubicBezTo>
                <a:cubicBezTo>
                  <a:pt x="245791" y="223937"/>
                  <a:pt x="244693" y="221193"/>
                  <a:pt x="244693" y="218084"/>
                </a:cubicBezTo>
                <a:cubicBezTo>
                  <a:pt x="244693" y="214884"/>
                  <a:pt x="245791" y="212232"/>
                  <a:pt x="247985" y="209946"/>
                </a:cubicBezTo>
                <a:cubicBezTo>
                  <a:pt x="250271" y="207752"/>
                  <a:pt x="252923" y="206563"/>
                  <a:pt x="256123" y="206563"/>
                </a:cubicBezTo>
                <a:cubicBezTo>
                  <a:pt x="259324" y="206563"/>
                  <a:pt x="261976" y="207752"/>
                  <a:pt x="264262" y="209946"/>
                </a:cubicBezTo>
                <a:cubicBezTo>
                  <a:pt x="266456" y="212232"/>
                  <a:pt x="267645" y="214884"/>
                  <a:pt x="267645" y="218084"/>
                </a:cubicBezTo>
              </a:path>
              <a:path w="2555199" h="413949">
                <a:moveTo>
                  <a:pt x="382768" y="257404"/>
                </a:moveTo>
                <a:cubicBezTo>
                  <a:pt x="382768" y="260513"/>
                  <a:pt x="381671" y="263256"/>
                  <a:pt x="379385" y="265450"/>
                </a:cubicBezTo>
                <a:cubicBezTo>
                  <a:pt x="377190" y="267736"/>
                  <a:pt x="374447" y="268834"/>
                  <a:pt x="371246" y="268834"/>
                </a:cubicBezTo>
                <a:cubicBezTo>
                  <a:pt x="368137" y="268834"/>
                  <a:pt x="365394" y="267736"/>
                  <a:pt x="363108" y="265450"/>
                </a:cubicBezTo>
                <a:cubicBezTo>
                  <a:pt x="360914" y="263256"/>
                  <a:pt x="359816" y="260513"/>
                  <a:pt x="359816" y="257404"/>
                </a:cubicBezTo>
                <a:cubicBezTo>
                  <a:pt x="359816" y="254203"/>
                  <a:pt x="360914" y="251460"/>
                  <a:pt x="363108" y="249265"/>
                </a:cubicBezTo>
                <a:cubicBezTo>
                  <a:pt x="365394" y="246979"/>
                  <a:pt x="368137" y="245882"/>
                  <a:pt x="371246" y="245882"/>
                </a:cubicBezTo>
                <a:cubicBezTo>
                  <a:pt x="374447" y="245882"/>
                  <a:pt x="377190" y="246979"/>
                  <a:pt x="379385" y="249265"/>
                </a:cubicBezTo>
                <a:cubicBezTo>
                  <a:pt x="381671" y="251460"/>
                  <a:pt x="382768" y="254203"/>
                  <a:pt x="382768" y="257404"/>
                </a:cubicBezTo>
              </a:path>
              <a:path w="2555199" h="413949">
                <a:moveTo>
                  <a:pt x="614020" y="266456"/>
                </a:moveTo>
                <a:cubicBezTo>
                  <a:pt x="614020" y="269657"/>
                  <a:pt x="612922" y="272308"/>
                  <a:pt x="610728" y="274594"/>
                </a:cubicBezTo>
                <a:cubicBezTo>
                  <a:pt x="608442" y="276789"/>
                  <a:pt x="605699" y="277886"/>
                  <a:pt x="602590" y="277886"/>
                </a:cubicBezTo>
                <a:cubicBezTo>
                  <a:pt x="599389" y="277886"/>
                  <a:pt x="596646" y="276789"/>
                  <a:pt x="594451" y="274594"/>
                </a:cubicBezTo>
                <a:cubicBezTo>
                  <a:pt x="592165" y="272308"/>
                  <a:pt x="591068" y="269657"/>
                  <a:pt x="591068" y="266456"/>
                </a:cubicBezTo>
                <a:cubicBezTo>
                  <a:pt x="591068" y="263256"/>
                  <a:pt x="592165" y="260604"/>
                  <a:pt x="594451" y="258318"/>
                </a:cubicBezTo>
                <a:cubicBezTo>
                  <a:pt x="596646" y="256123"/>
                  <a:pt x="599389" y="255026"/>
                  <a:pt x="602590" y="255026"/>
                </a:cubicBezTo>
                <a:cubicBezTo>
                  <a:pt x="605699" y="255026"/>
                  <a:pt x="608442" y="256123"/>
                  <a:pt x="610728" y="258318"/>
                </a:cubicBezTo>
                <a:cubicBezTo>
                  <a:pt x="612922" y="260604"/>
                  <a:pt x="614020" y="263256"/>
                  <a:pt x="614020" y="266456"/>
                </a:cubicBezTo>
              </a:path>
              <a:path w="2555199" h="413949">
                <a:moveTo>
                  <a:pt x="779160" y="268468"/>
                </a:moveTo>
                <a:cubicBezTo>
                  <a:pt x="779160" y="271577"/>
                  <a:pt x="778063" y="274320"/>
                  <a:pt x="775777" y="276515"/>
                </a:cubicBezTo>
                <a:cubicBezTo>
                  <a:pt x="773582" y="278801"/>
                  <a:pt x="770839" y="279898"/>
                  <a:pt x="767639" y="279898"/>
                </a:cubicBezTo>
                <a:cubicBezTo>
                  <a:pt x="764530" y="279898"/>
                  <a:pt x="761787" y="278801"/>
                  <a:pt x="759592" y="276515"/>
                </a:cubicBezTo>
                <a:cubicBezTo>
                  <a:pt x="757306" y="274320"/>
                  <a:pt x="756209" y="271577"/>
                  <a:pt x="756209" y="268468"/>
                </a:cubicBezTo>
                <a:cubicBezTo>
                  <a:pt x="756209" y="265267"/>
                  <a:pt x="757306" y="262616"/>
                  <a:pt x="759592" y="260330"/>
                </a:cubicBezTo>
                <a:cubicBezTo>
                  <a:pt x="761787" y="258135"/>
                  <a:pt x="764530" y="256946"/>
                  <a:pt x="767639" y="256946"/>
                </a:cubicBezTo>
                <a:cubicBezTo>
                  <a:pt x="770839" y="256946"/>
                  <a:pt x="773582" y="258135"/>
                  <a:pt x="775777" y="260330"/>
                </a:cubicBezTo>
                <a:cubicBezTo>
                  <a:pt x="778063" y="262616"/>
                  <a:pt x="779160" y="265267"/>
                  <a:pt x="779160" y="268468"/>
                </a:cubicBezTo>
              </a:path>
              <a:path w="2555199" h="413949">
                <a:moveTo>
                  <a:pt x="1027328" y="297820"/>
                </a:moveTo>
                <a:cubicBezTo>
                  <a:pt x="1027328" y="301020"/>
                  <a:pt x="1026231" y="303672"/>
                  <a:pt x="1024037" y="305958"/>
                </a:cubicBezTo>
                <a:cubicBezTo>
                  <a:pt x="1021751" y="308153"/>
                  <a:pt x="1019099" y="309250"/>
                  <a:pt x="1015898" y="309250"/>
                </a:cubicBezTo>
                <a:cubicBezTo>
                  <a:pt x="1012698" y="309250"/>
                  <a:pt x="1010046" y="308153"/>
                  <a:pt x="1007760" y="305958"/>
                </a:cubicBezTo>
                <a:cubicBezTo>
                  <a:pt x="1005566" y="303672"/>
                  <a:pt x="1004377" y="301020"/>
                  <a:pt x="1004377" y="297820"/>
                </a:cubicBezTo>
                <a:cubicBezTo>
                  <a:pt x="1004377" y="294620"/>
                  <a:pt x="1005566" y="291968"/>
                  <a:pt x="1007760" y="289682"/>
                </a:cubicBezTo>
                <a:cubicBezTo>
                  <a:pt x="1010046" y="287487"/>
                  <a:pt x="1012698" y="286390"/>
                  <a:pt x="1015898" y="286390"/>
                </a:cubicBezTo>
                <a:cubicBezTo>
                  <a:pt x="1019099" y="286390"/>
                  <a:pt x="1021751" y="287487"/>
                  <a:pt x="1024037" y="289682"/>
                </a:cubicBezTo>
                <a:cubicBezTo>
                  <a:pt x="1026231" y="291968"/>
                  <a:pt x="1027328" y="294620"/>
                  <a:pt x="1027328" y="297820"/>
                </a:cubicBezTo>
              </a:path>
              <a:path w="2555199" h="413949">
                <a:moveTo>
                  <a:pt x="1207374" y="256489"/>
                </a:moveTo>
                <a:cubicBezTo>
                  <a:pt x="1207374" y="259690"/>
                  <a:pt x="1206276" y="262341"/>
                  <a:pt x="1203990" y="264627"/>
                </a:cubicBezTo>
                <a:cubicBezTo>
                  <a:pt x="1201796" y="266822"/>
                  <a:pt x="1199053" y="268011"/>
                  <a:pt x="1195944" y="268011"/>
                </a:cubicBezTo>
                <a:cubicBezTo>
                  <a:pt x="1192743" y="268011"/>
                  <a:pt x="1190000" y="266822"/>
                  <a:pt x="1187806" y="264627"/>
                </a:cubicBezTo>
                <a:cubicBezTo>
                  <a:pt x="1185520" y="262341"/>
                  <a:pt x="1184422" y="259690"/>
                  <a:pt x="1184422" y="256489"/>
                </a:cubicBezTo>
                <a:cubicBezTo>
                  <a:pt x="1184422" y="253380"/>
                  <a:pt x="1185520" y="250637"/>
                  <a:pt x="1187806" y="248442"/>
                </a:cubicBezTo>
                <a:cubicBezTo>
                  <a:pt x="1190000" y="246156"/>
                  <a:pt x="1192743" y="245059"/>
                  <a:pt x="1195944" y="245059"/>
                </a:cubicBezTo>
                <a:cubicBezTo>
                  <a:pt x="1199053" y="245059"/>
                  <a:pt x="1201796" y="246156"/>
                  <a:pt x="1203990" y="248442"/>
                </a:cubicBezTo>
                <a:cubicBezTo>
                  <a:pt x="1206276" y="250637"/>
                  <a:pt x="1207374" y="253380"/>
                  <a:pt x="1207374" y="256489"/>
                </a:cubicBezTo>
              </a:path>
              <a:path w="2555199" h="413949">
                <a:moveTo>
                  <a:pt x="1351209" y="267188"/>
                </a:moveTo>
                <a:cubicBezTo>
                  <a:pt x="1351209" y="270388"/>
                  <a:pt x="1350112" y="273040"/>
                  <a:pt x="1347826" y="275326"/>
                </a:cubicBezTo>
                <a:cubicBezTo>
                  <a:pt x="1345631" y="277520"/>
                  <a:pt x="1342888" y="278709"/>
                  <a:pt x="1339779" y="278709"/>
                </a:cubicBezTo>
                <a:cubicBezTo>
                  <a:pt x="1336578" y="278709"/>
                  <a:pt x="1333835" y="277520"/>
                  <a:pt x="1331641" y="275326"/>
                </a:cubicBezTo>
                <a:cubicBezTo>
                  <a:pt x="1329355" y="273040"/>
                  <a:pt x="1328257" y="270388"/>
                  <a:pt x="1328257" y="267188"/>
                </a:cubicBezTo>
                <a:cubicBezTo>
                  <a:pt x="1328257" y="264079"/>
                  <a:pt x="1329355" y="261336"/>
                  <a:pt x="1331641" y="259141"/>
                </a:cubicBezTo>
                <a:cubicBezTo>
                  <a:pt x="1333835" y="256855"/>
                  <a:pt x="1336578" y="255758"/>
                  <a:pt x="1339779" y="255758"/>
                </a:cubicBezTo>
                <a:cubicBezTo>
                  <a:pt x="1342888" y="255758"/>
                  <a:pt x="1345631" y="256855"/>
                  <a:pt x="1347826" y="259141"/>
                </a:cubicBezTo>
                <a:cubicBezTo>
                  <a:pt x="1350112" y="261336"/>
                  <a:pt x="1351209" y="264079"/>
                  <a:pt x="1351209" y="267188"/>
                </a:cubicBezTo>
              </a:path>
              <a:path w="2555199" h="413949">
                <a:moveTo>
                  <a:pt x="1607332" y="249448"/>
                </a:moveTo>
                <a:cubicBezTo>
                  <a:pt x="1607332" y="252649"/>
                  <a:pt x="1606235" y="255300"/>
                  <a:pt x="1603949" y="257586"/>
                </a:cubicBezTo>
                <a:cubicBezTo>
                  <a:pt x="1601754" y="259781"/>
                  <a:pt x="1599011" y="260970"/>
                  <a:pt x="1595811" y="260970"/>
                </a:cubicBezTo>
                <a:cubicBezTo>
                  <a:pt x="1592702" y="260970"/>
                  <a:pt x="1589959" y="259781"/>
                  <a:pt x="1587673" y="257586"/>
                </a:cubicBezTo>
                <a:cubicBezTo>
                  <a:pt x="1585478" y="255300"/>
                  <a:pt x="1584381" y="252649"/>
                  <a:pt x="1584381" y="249448"/>
                </a:cubicBezTo>
                <a:cubicBezTo>
                  <a:pt x="1584381" y="246339"/>
                  <a:pt x="1585478" y="243596"/>
                  <a:pt x="1587673" y="241402"/>
                </a:cubicBezTo>
                <a:cubicBezTo>
                  <a:pt x="1589959" y="239116"/>
                  <a:pt x="1592702" y="238018"/>
                  <a:pt x="1595811" y="238018"/>
                </a:cubicBezTo>
                <a:cubicBezTo>
                  <a:pt x="1599011" y="238018"/>
                  <a:pt x="1601754" y="239116"/>
                  <a:pt x="1603949" y="241402"/>
                </a:cubicBezTo>
                <a:cubicBezTo>
                  <a:pt x="1606235" y="243596"/>
                  <a:pt x="1607332" y="246339"/>
                  <a:pt x="1607332" y="249448"/>
                </a:cubicBezTo>
              </a:path>
              <a:path w="2555199" h="413949">
                <a:moveTo>
                  <a:pt x="1748790" y="203088"/>
                </a:moveTo>
                <a:cubicBezTo>
                  <a:pt x="1748790" y="206289"/>
                  <a:pt x="1747693" y="208940"/>
                  <a:pt x="1745498" y="211226"/>
                </a:cubicBezTo>
                <a:cubicBezTo>
                  <a:pt x="1743212" y="213421"/>
                  <a:pt x="1740469" y="214610"/>
                  <a:pt x="1737360" y="214610"/>
                </a:cubicBezTo>
                <a:cubicBezTo>
                  <a:pt x="1734160" y="214610"/>
                  <a:pt x="1731416" y="213421"/>
                  <a:pt x="1729222" y="211226"/>
                </a:cubicBezTo>
                <a:cubicBezTo>
                  <a:pt x="1726936" y="208940"/>
                  <a:pt x="1725839" y="206289"/>
                  <a:pt x="1725839" y="203088"/>
                </a:cubicBezTo>
                <a:cubicBezTo>
                  <a:pt x="1725839" y="199979"/>
                  <a:pt x="1726936" y="197236"/>
                  <a:pt x="1729222" y="195042"/>
                </a:cubicBezTo>
                <a:cubicBezTo>
                  <a:pt x="1731416" y="192756"/>
                  <a:pt x="1734160" y="191658"/>
                  <a:pt x="1737360" y="191658"/>
                </a:cubicBezTo>
                <a:cubicBezTo>
                  <a:pt x="1740469" y="191658"/>
                  <a:pt x="1743212" y="192756"/>
                  <a:pt x="1745498" y="195042"/>
                </a:cubicBezTo>
                <a:cubicBezTo>
                  <a:pt x="1747693" y="197236"/>
                  <a:pt x="1748790" y="199979"/>
                  <a:pt x="1748790" y="203088"/>
                </a:cubicBezTo>
              </a:path>
              <a:path w="2555199" h="413949">
                <a:moveTo>
                  <a:pt x="2016526" y="204368"/>
                </a:moveTo>
                <a:cubicBezTo>
                  <a:pt x="2016526" y="207569"/>
                  <a:pt x="2015429" y="210221"/>
                  <a:pt x="2013143" y="212507"/>
                </a:cubicBezTo>
                <a:cubicBezTo>
                  <a:pt x="2010948" y="214701"/>
                  <a:pt x="2008205" y="215890"/>
                  <a:pt x="2005005" y="215890"/>
                </a:cubicBezTo>
                <a:cubicBezTo>
                  <a:pt x="2001896" y="215890"/>
                  <a:pt x="1999153" y="214701"/>
                  <a:pt x="1996867" y="212507"/>
                </a:cubicBezTo>
                <a:cubicBezTo>
                  <a:pt x="1994672" y="210221"/>
                  <a:pt x="1993575" y="207569"/>
                  <a:pt x="1993575" y="204368"/>
                </a:cubicBezTo>
                <a:cubicBezTo>
                  <a:pt x="1993575" y="201259"/>
                  <a:pt x="1994672" y="198516"/>
                  <a:pt x="1996867" y="196322"/>
                </a:cubicBezTo>
                <a:cubicBezTo>
                  <a:pt x="1999153" y="194036"/>
                  <a:pt x="2001896" y="192938"/>
                  <a:pt x="2005005" y="192938"/>
                </a:cubicBezTo>
                <a:cubicBezTo>
                  <a:pt x="2008205" y="192938"/>
                  <a:pt x="2010948" y="194036"/>
                  <a:pt x="2013143" y="196322"/>
                </a:cubicBezTo>
                <a:cubicBezTo>
                  <a:pt x="2015429" y="198516"/>
                  <a:pt x="2016526" y="201259"/>
                  <a:pt x="2016526" y="204368"/>
                </a:cubicBezTo>
              </a:path>
              <a:path w="2555199" h="413949">
                <a:moveTo>
                  <a:pt x="2145822" y="273680"/>
                </a:moveTo>
                <a:cubicBezTo>
                  <a:pt x="2145822" y="276789"/>
                  <a:pt x="2144725" y="279532"/>
                  <a:pt x="2142531" y="281727"/>
                </a:cubicBezTo>
                <a:cubicBezTo>
                  <a:pt x="2140245" y="284013"/>
                  <a:pt x="2137501" y="285110"/>
                  <a:pt x="2134392" y="285110"/>
                </a:cubicBezTo>
                <a:cubicBezTo>
                  <a:pt x="2131192" y="285110"/>
                  <a:pt x="2128449" y="284013"/>
                  <a:pt x="2126254" y="281727"/>
                </a:cubicBezTo>
                <a:cubicBezTo>
                  <a:pt x="2123968" y="279532"/>
                  <a:pt x="2122871" y="276789"/>
                  <a:pt x="2122871" y="273680"/>
                </a:cubicBezTo>
                <a:cubicBezTo>
                  <a:pt x="2122871" y="270480"/>
                  <a:pt x="2123968" y="267828"/>
                  <a:pt x="2126254" y="265542"/>
                </a:cubicBezTo>
                <a:cubicBezTo>
                  <a:pt x="2128449" y="263347"/>
                  <a:pt x="2131192" y="262158"/>
                  <a:pt x="2134392" y="262158"/>
                </a:cubicBezTo>
                <a:cubicBezTo>
                  <a:pt x="2137501" y="262158"/>
                  <a:pt x="2140245" y="263347"/>
                  <a:pt x="2142531" y="265542"/>
                </a:cubicBezTo>
                <a:cubicBezTo>
                  <a:pt x="2144725" y="267828"/>
                  <a:pt x="2145822" y="270480"/>
                  <a:pt x="2145822" y="273680"/>
                </a:cubicBezTo>
              </a:path>
              <a:path w="2555199" h="413949">
                <a:moveTo>
                  <a:pt x="2335926" y="223296"/>
                </a:moveTo>
                <a:cubicBezTo>
                  <a:pt x="2335926" y="226405"/>
                  <a:pt x="2334829" y="229149"/>
                  <a:pt x="2332543" y="231343"/>
                </a:cubicBezTo>
                <a:cubicBezTo>
                  <a:pt x="2330348" y="233629"/>
                  <a:pt x="2327605" y="234726"/>
                  <a:pt x="2324496" y="234726"/>
                </a:cubicBezTo>
                <a:cubicBezTo>
                  <a:pt x="2321296" y="234726"/>
                  <a:pt x="2318553" y="233629"/>
                  <a:pt x="2316358" y="231343"/>
                </a:cubicBezTo>
                <a:cubicBezTo>
                  <a:pt x="2314072" y="229149"/>
                  <a:pt x="2312975" y="226405"/>
                  <a:pt x="2312975" y="223296"/>
                </a:cubicBezTo>
                <a:cubicBezTo>
                  <a:pt x="2312975" y="220096"/>
                  <a:pt x="2314072" y="217444"/>
                  <a:pt x="2316358" y="215158"/>
                </a:cubicBezTo>
                <a:cubicBezTo>
                  <a:pt x="2318553" y="212964"/>
                  <a:pt x="2321296" y="211775"/>
                  <a:pt x="2324496" y="211775"/>
                </a:cubicBezTo>
                <a:cubicBezTo>
                  <a:pt x="2327605" y="211775"/>
                  <a:pt x="2330348" y="212964"/>
                  <a:pt x="2332543" y="215158"/>
                </a:cubicBezTo>
                <a:cubicBezTo>
                  <a:pt x="2334829" y="217444"/>
                  <a:pt x="2335926" y="220096"/>
                  <a:pt x="2335926" y="223296"/>
                </a:cubicBezTo>
              </a:path>
              <a:path w="2555199" h="413949">
                <a:moveTo>
                  <a:pt x="2555199" y="287030"/>
                </a:moveTo>
                <a:cubicBezTo>
                  <a:pt x="2555199" y="290139"/>
                  <a:pt x="2554011" y="292882"/>
                  <a:pt x="2551816" y="295077"/>
                </a:cubicBezTo>
                <a:cubicBezTo>
                  <a:pt x="2549530" y="297363"/>
                  <a:pt x="2546878" y="298460"/>
                  <a:pt x="2543678" y="298460"/>
                </a:cubicBezTo>
                <a:cubicBezTo>
                  <a:pt x="2540478" y="298460"/>
                  <a:pt x="2537826" y="297363"/>
                  <a:pt x="2535540" y="295077"/>
                </a:cubicBezTo>
                <a:cubicBezTo>
                  <a:pt x="2533345" y="292882"/>
                  <a:pt x="2532248" y="290139"/>
                  <a:pt x="2532248" y="287030"/>
                </a:cubicBezTo>
                <a:cubicBezTo>
                  <a:pt x="2532248" y="283830"/>
                  <a:pt x="2533345" y="281087"/>
                  <a:pt x="2535540" y="278892"/>
                </a:cubicBezTo>
                <a:cubicBezTo>
                  <a:pt x="2537826" y="276606"/>
                  <a:pt x="2540478" y="275509"/>
                  <a:pt x="2543678" y="275509"/>
                </a:cubicBezTo>
                <a:cubicBezTo>
                  <a:pt x="2546878" y="275509"/>
                  <a:pt x="2549530" y="276606"/>
                  <a:pt x="2551816" y="278892"/>
                </a:cubicBezTo>
                <a:cubicBezTo>
                  <a:pt x="2554011" y="281087"/>
                  <a:pt x="2555199" y="283830"/>
                  <a:pt x="2555199" y="287030"/>
                </a:cubicBezTo>
              </a:path>
              <a:path w="2555199" h="413949">
                <a:moveTo>
                  <a:pt x="22951" y="14173"/>
                </a:moveTo>
                <a:cubicBezTo>
                  <a:pt x="22951" y="17282"/>
                  <a:pt x="21854" y="20025"/>
                  <a:pt x="19568" y="22220"/>
                </a:cubicBezTo>
                <a:cubicBezTo>
                  <a:pt x="17374" y="24506"/>
                  <a:pt x="14630" y="25603"/>
                  <a:pt x="11521" y="25603"/>
                </a:cubicBezTo>
                <a:cubicBezTo>
                  <a:pt x="8321" y="25603"/>
                  <a:pt x="5578" y="24506"/>
                  <a:pt x="3383" y="22220"/>
                </a:cubicBezTo>
                <a:cubicBezTo>
                  <a:pt x="1097" y="20025"/>
                  <a:pt x="0" y="17282"/>
                  <a:pt x="0" y="14173"/>
                </a:cubicBezTo>
                <a:cubicBezTo>
                  <a:pt x="0" y="10973"/>
                  <a:pt x="1097" y="8230"/>
                  <a:pt x="3383" y="6035"/>
                </a:cubicBezTo>
                <a:cubicBezTo>
                  <a:pt x="5578" y="3749"/>
                  <a:pt x="8321" y="2652"/>
                  <a:pt x="11521" y="2652"/>
                </a:cubicBezTo>
                <a:cubicBezTo>
                  <a:pt x="14630" y="2652"/>
                  <a:pt x="17374" y="3749"/>
                  <a:pt x="19568" y="6035"/>
                </a:cubicBezTo>
                <a:cubicBezTo>
                  <a:pt x="21854" y="8230"/>
                  <a:pt x="22951" y="10973"/>
                  <a:pt x="22951" y="14173"/>
                </a:cubicBezTo>
              </a:path>
              <a:path w="2555199" h="413949">
                <a:moveTo>
                  <a:pt x="250820" y="78181"/>
                </a:moveTo>
                <a:cubicBezTo>
                  <a:pt x="250820" y="81290"/>
                  <a:pt x="249723" y="84033"/>
                  <a:pt x="247437" y="86228"/>
                </a:cubicBezTo>
                <a:cubicBezTo>
                  <a:pt x="245242" y="88514"/>
                  <a:pt x="242499" y="89611"/>
                  <a:pt x="239298" y="89611"/>
                </a:cubicBezTo>
                <a:cubicBezTo>
                  <a:pt x="236190" y="89611"/>
                  <a:pt x="233446" y="88514"/>
                  <a:pt x="231252" y="86228"/>
                </a:cubicBezTo>
                <a:cubicBezTo>
                  <a:pt x="228966" y="84033"/>
                  <a:pt x="227868" y="81290"/>
                  <a:pt x="227868" y="78181"/>
                </a:cubicBezTo>
                <a:cubicBezTo>
                  <a:pt x="227868" y="74981"/>
                  <a:pt x="228966" y="72238"/>
                  <a:pt x="231252" y="70043"/>
                </a:cubicBezTo>
                <a:cubicBezTo>
                  <a:pt x="233446" y="67848"/>
                  <a:pt x="236190" y="66660"/>
                  <a:pt x="239298" y="66660"/>
                </a:cubicBezTo>
                <a:cubicBezTo>
                  <a:pt x="242499" y="66660"/>
                  <a:pt x="245242" y="67848"/>
                  <a:pt x="247437" y="70043"/>
                </a:cubicBezTo>
                <a:cubicBezTo>
                  <a:pt x="249723" y="72238"/>
                  <a:pt x="250820" y="74981"/>
                  <a:pt x="250820" y="78181"/>
                </a:cubicBezTo>
              </a:path>
              <a:path w="2555199" h="413949">
                <a:moveTo>
                  <a:pt x="381579" y="13350"/>
                </a:moveTo>
                <a:cubicBezTo>
                  <a:pt x="381579" y="16459"/>
                  <a:pt x="380482" y="19202"/>
                  <a:pt x="378196" y="21397"/>
                </a:cubicBezTo>
                <a:cubicBezTo>
                  <a:pt x="375910" y="23683"/>
                  <a:pt x="373258" y="24780"/>
                  <a:pt x="370058" y="24780"/>
                </a:cubicBezTo>
                <a:cubicBezTo>
                  <a:pt x="366949" y="24780"/>
                  <a:pt x="364206" y="23683"/>
                  <a:pt x="361920" y="21397"/>
                </a:cubicBezTo>
                <a:cubicBezTo>
                  <a:pt x="359725" y="19202"/>
                  <a:pt x="358628" y="16459"/>
                  <a:pt x="358628" y="13350"/>
                </a:cubicBezTo>
                <a:cubicBezTo>
                  <a:pt x="358628" y="10150"/>
                  <a:pt x="359725" y="7498"/>
                  <a:pt x="361920" y="5212"/>
                </a:cubicBezTo>
                <a:cubicBezTo>
                  <a:pt x="364206" y="3018"/>
                  <a:pt x="366949" y="1829"/>
                  <a:pt x="370058" y="1829"/>
                </a:cubicBezTo>
                <a:cubicBezTo>
                  <a:pt x="373258" y="1829"/>
                  <a:pt x="375910" y="3018"/>
                  <a:pt x="378196" y="5212"/>
                </a:cubicBezTo>
                <a:cubicBezTo>
                  <a:pt x="380482" y="7498"/>
                  <a:pt x="381579" y="10150"/>
                  <a:pt x="381579" y="13350"/>
                </a:cubicBezTo>
              </a:path>
              <a:path w="2555199" h="413949">
                <a:moveTo>
                  <a:pt x="619415" y="34839"/>
                </a:moveTo>
                <a:cubicBezTo>
                  <a:pt x="619415" y="37948"/>
                  <a:pt x="618317" y="40691"/>
                  <a:pt x="616123" y="42885"/>
                </a:cubicBezTo>
                <a:cubicBezTo>
                  <a:pt x="613837" y="45171"/>
                  <a:pt x="611094" y="46269"/>
                  <a:pt x="607985" y="46269"/>
                </a:cubicBezTo>
                <a:cubicBezTo>
                  <a:pt x="604784" y="46269"/>
                  <a:pt x="602132" y="45171"/>
                  <a:pt x="599846" y="42885"/>
                </a:cubicBezTo>
                <a:cubicBezTo>
                  <a:pt x="597652" y="40691"/>
                  <a:pt x="596463" y="37948"/>
                  <a:pt x="596463" y="34839"/>
                </a:cubicBezTo>
                <a:cubicBezTo>
                  <a:pt x="596463" y="31638"/>
                  <a:pt x="597652" y="28986"/>
                  <a:pt x="599846" y="26700"/>
                </a:cubicBezTo>
                <a:cubicBezTo>
                  <a:pt x="602132" y="24506"/>
                  <a:pt x="604784" y="23317"/>
                  <a:pt x="607985" y="23317"/>
                </a:cubicBezTo>
                <a:cubicBezTo>
                  <a:pt x="611094" y="23317"/>
                  <a:pt x="613837" y="24506"/>
                  <a:pt x="616123" y="26700"/>
                </a:cubicBezTo>
                <a:cubicBezTo>
                  <a:pt x="618317" y="28986"/>
                  <a:pt x="619415" y="31638"/>
                  <a:pt x="619415" y="34839"/>
                </a:cubicBezTo>
              </a:path>
              <a:path w="2555199" h="413949">
                <a:moveTo>
                  <a:pt x="768645" y="97841"/>
                </a:moveTo>
                <a:cubicBezTo>
                  <a:pt x="768645" y="101041"/>
                  <a:pt x="767547" y="103784"/>
                  <a:pt x="765353" y="105979"/>
                </a:cubicBezTo>
                <a:cubicBezTo>
                  <a:pt x="763067" y="108265"/>
                  <a:pt x="760415" y="109362"/>
                  <a:pt x="757215" y="109362"/>
                </a:cubicBezTo>
                <a:cubicBezTo>
                  <a:pt x="754014" y="109362"/>
                  <a:pt x="751362" y="108265"/>
                  <a:pt x="749076" y="105979"/>
                </a:cubicBezTo>
                <a:cubicBezTo>
                  <a:pt x="746882" y="103784"/>
                  <a:pt x="745693" y="101041"/>
                  <a:pt x="745693" y="97841"/>
                </a:cubicBezTo>
                <a:cubicBezTo>
                  <a:pt x="745693" y="94732"/>
                  <a:pt x="746882" y="91989"/>
                  <a:pt x="749076" y="89794"/>
                </a:cubicBezTo>
                <a:cubicBezTo>
                  <a:pt x="751362" y="87508"/>
                  <a:pt x="754014" y="86411"/>
                  <a:pt x="757215" y="86411"/>
                </a:cubicBezTo>
                <a:cubicBezTo>
                  <a:pt x="760415" y="86411"/>
                  <a:pt x="763067" y="87508"/>
                  <a:pt x="765353" y="89794"/>
                </a:cubicBezTo>
                <a:cubicBezTo>
                  <a:pt x="767547" y="91989"/>
                  <a:pt x="768645" y="94732"/>
                  <a:pt x="768645" y="97841"/>
                </a:cubicBezTo>
              </a:path>
              <a:path w="2555199" h="413949">
                <a:moveTo>
                  <a:pt x="1024037" y="61813"/>
                </a:moveTo>
                <a:cubicBezTo>
                  <a:pt x="1024037" y="65014"/>
                  <a:pt x="1022939" y="67666"/>
                  <a:pt x="1020653" y="69952"/>
                </a:cubicBezTo>
                <a:cubicBezTo>
                  <a:pt x="1018459" y="72146"/>
                  <a:pt x="1015716" y="73243"/>
                  <a:pt x="1012607" y="73243"/>
                </a:cubicBezTo>
                <a:cubicBezTo>
                  <a:pt x="1009406" y="73243"/>
                  <a:pt x="1006663" y="72146"/>
                  <a:pt x="1004468" y="69952"/>
                </a:cubicBezTo>
                <a:cubicBezTo>
                  <a:pt x="1002182" y="67666"/>
                  <a:pt x="1001085" y="65014"/>
                  <a:pt x="1001085" y="61813"/>
                </a:cubicBezTo>
                <a:cubicBezTo>
                  <a:pt x="1001085" y="58613"/>
                  <a:pt x="1002182" y="55961"/>
                  <a:pt x="1004468" y="53675"/>
                </a:cubicBezTo>
                <a:cubicBezTo>
                  <a:pt x="1006663" y="51481"/>
                  <a:pt x="1009406" y="50383"/>
                  <a:pt x="1012607" y="50383"/>
                </a:cubicBezTo>
                <a:cubicBezTo>
                  <a:pt x="1015716" y="50383"/>
                  <a:pt x="1018459" y="51481"/>
                  <a:pt x="1020653" y="53675"/>
                </a:cubicBezTo>
                <a:cubicBezTo>
                  <a:pt x="1022939" y="55961"/>
                  <a:pt x="1024037" y="58613"/>
                  <a:pt x="1024037" y="61813"/>
                </a:cubicBezTo>
              </a:path>
              <a:path w="2555199" h="413949">
                <a:moveTo>
                  <a:pt x="1160099" y="11430"/>
                </a:moveTo>
                <a:cubicBezTo>
                  <a:pt x="1160099" y="14630"/>
                  <a:pt x="1158911" y="17282"/>
                  <a:pt x="1156716" y="19568"/>
                </a:cubicBezTo>
                <a:cubicBezTo>
                  <a:pt x="1154430" y="21763"/>
                  <a:pt x="1151778" y="22951"/>
                  <a:pt x="1148578" y="22951"/>
                </a:cubicBezTo>
                <a:cubicBezTo>
                  <a:pt x="1145377" y="22951"/>
                  <a:pt x="1142726" y="21763"/>
                  <a:pt x="1140440" y="19568"/>
                </a:cubicBezTo>
                <a:cubicBezTo>
                  <a:pt x="1138245" y="17282"/>
                  <a:pt x="1137148" y="14630"/>
                  <a:pt x="1137148" y="11430"/>
                </a:cubicBezTo>
                <a:cubicBezTo>
                  <a:pt x="1137148" y="8321"/>
                  <a:pt x="1138245" y="5578"/>
                  <a:pt x="1140440" y="3383"/>
                </a:cubicBezTo>
                <a:cubicBezTo>
                  <a:pt x="1142726" y="1097"/>
                  <a:pt x="1145377" y="0"/>
                  <a:pt x="1148578" y="0"/>
                </a:cubicBezTo>
                <a:cubicBezTo>
                  <a:pt x="1151778" y="0"/>
                  <a:pt x="1154430" y="1097"/>
                  <a:pt x="1156716" y="3383"/>
                </a:cubicBezTo>
                <a:cubicBezTo>
                  <a:pt x="1158911" y="5578"/>
                  <a:pt x="1160099" y="8321"/>
                  <a:pt x="1160099" y="11430"/>
                </a:cubicBezTo>
              </a:path>
              <a:path w="2555199" h="413949">
                <a:moveTo>
                  <a:pt x="1411834" y="24872"/>
                </a:moveTo>
                <a:cubicBezTo>
                  <a:pt x="1411834" y="28072"/>
                  <a:pt x="1410736" y="30815"/>
                  <a:pt x="1408450" y="33010"/>
                </a:cubicBezTo>
                <a:cubicBezTo>
                  <a:pt x="1406256" y="35296"/>
                  <a:pt x="1403513" y="36393"/>
                  <a:pt x="1400312" y="36393"/>
                </a:cubicBezTo>
                <a:cubicBezTo>
                  <a:pt x="1397203" y="36393"/>
                  <a:pt x="1394460" y="35296"/>
                  <a:pt x="1392174" y="33010"/>
                </a:cubicBezTo>
                <a:cubicBezTo>
                  <a:pt x="1389979" y="30815"/>
                  <a:pt x="1388882" y="28072"/>
                  <a:pt x="1388882" y="24872"/>
                </a:cubicBezTo>
                <a:cubicBezTo>
                  <a:pt x="1388882" y="21763"/>
                  <a:pt x="1389979" y="19020"/>
                  <a:pt x="1392174" y="16825"/>
                </a:cubicBezTo>
                <a:cubicBezTo>
                  <a:pt x="1394460" y="14539"/>
                  <a:pt x="1397203" y="13442"/>
                  <a:pt x="1400312" y="13442"/>
                </a:cubicBezTo>
                <a:cubicBezTo>
                  <a:pt x="1403513" y="13442"/>
                  <a:pt x="1406256" y="14539"/>
                  <a:pt x="1408450" y="16825"/>
                </a:cubicBezTo>
                <a:cubicBezTo>
                  <a:pt x="1410736" y="19020"/>
                  <a:pt x="1411834" y="21763"/>
                  <a:pt x="1411834" y="24872"/>
                </a:cubicBezTo>
              </a:path>
              <a:path w="2555199" h="413949">
                <a:moveTo>
                  <a:pt x="1554206" y="19568"/>
                </a:moveTo>
                <a:cubicBezTo>
                  <a:pt x="1554206" y="22677"/>
                  <a:pt x="1553108" y="25420"/>
                  <a:pt x="1550822" y="27615"/>
                </a:cubicBezTo>
                <a:cubicBezTo>
                  <a:pt x="1548628" y="29901"/>
                  <a:pt x="1545885" y="30998"/>
                  <a:pt x="1542684" y="30998"/>
                </a:cubicBezTo>
                <a:cubicBezTo>
                  <a:pt x="1539575" y="30998"/>
                  <a:pt x="1536832" y="29901"/>
                  <a:pt x="1534638" y="27615"/>
                </a:cubicBezTo>
                <a:cubicBezTo>
                  <a:pt x="1532352" y="25420"/>
                  <a:pt x="1531254" y="22677"/>
                  <a:pt x="1531254" y="19568"/>
                </a:cubicBezTo>
                <a:cubicBezTo>
                  <a:pt x="1531254" y="16368"/>
                  <a:pt x="1532352" y="13625"/>
                  <a:pt x="1534638" y="11430"/>
                </a:cubicBezTo>
                <a:cubicBezTo>
                  <a:pt x="1536832" y="9144"/>
                  <a:pt x="1539575" y="8047"/>
                  <a:pt x="1542684" y="8047"/>
                </a:cubicBezTo>
                <a:cubicBezTo>
                  <a:pt x="1545885" y="8047"/>
                  <a:pt x="1548628" y="9144"/>
                  <a:pt x="1550822" y="11430"/>
                </a:cubicBezTo>
                <a:cubicBezTo>
                  <a:pt x="1553108" y="13625"/>
                  <a:pt x="1554206" y="16368"/>
                  <a:pt x="1554206" y="19568"/>
                </a:cubicBezTo>
              </a:path>
              <a:path w="2555199" h="413949">
                <a:moveTo>
                  <a:pt x="1749064" y="18928"/>
                </a:moveTo>
                <a:cubicBezTo>
                  <a:pt x="1749064" y="22037"/>
                  <a:pt x="1747967" y="24780"/>
                  <a:pt x="1745681" y="26975"/>
                </a:cubicBezTo>
                <a:cubicBezTo>
                  <a:pt x="1743486" y="29261"/>
                  <a:pt x="1740743" y="30358"/>
                  <a:pt x="1737634" y="30358"/>
                </a:cubicBezTo>
                <a:cubicBezTo>
                  <a:pt x="1734434" y="30358"/>
                  <a:pt x="1731691" y="29261"/>
                  <a:pt x="1729496" y="26975"/>
                </a:cubicBezTo>
                <a:cubicBezTo>
                  <a:pt x="1727210" y="24780"/>
                  <a:pt x="1726113" y="22037"/>
                  <a:pt x="1726113" y="18928"/>
                </a:cubicBezTo>
                <a:cubicBezTo>
                  <a:pt x="1726113" y="15728"/>
                  <a:pt x="1727210" y="12984"/>
                  <a:pt x="1729496" y="10790"/>
                </a:cubicBezTo>
                <a:cubicBezTo>
                  <a:pt x="1731691" y="8504"/>
                  <a:pt x="1734434" y="7407"/>
                  <a:pt x="1737634" y="7407"/>
                </a:cubicBezTo>
                <a:cubicBezTo>
                  <a:pt x="1740743" y="7407"/>
                  <a:pt x="1743486" y="8504"/>
                  <a:pt x="1745681" y="10790"/>
                </a:cubicBezTo>
                <a:cubicBezTo>
                  <a:pt x="1747967" y="12984"/>
                  <a:pt x="1749064" y="15728"/>
                  <a:pt x="1749064" y="18928"/>
                </a:cubicBezTo>
              </a:path>
              <a:path w="2555199" h="413949">
                <a:moveTo>
                  <a:pt x="1983608" y="70226"/>
                </a:moveTo>
                <a:cubicBezTo>
                  <a:pt x="1983608" y="73426"/>
                  <a:pt x="1982511" y="76078"/>
                  <a:pt x="1980316" y="78364"/>
                </a:cubicBezTo>
                <a:cubicBezTo>
                  <a:pt x="1978030" y="80559"/>
                  <a:pt x="1975378" y="81747"/>
                  <a:pt x="1972178" y="81747"/>
                </a:cubicBezTo>
                <a:cubicBezTo>
                  <a:pt x="1968978" y="81747"/>
                  <a:pt x="1966326" y="80559"/>
                  <a:pt x="1964040" y="78364"/>
                </a:cubicBezTo>
                <a:cubicBezTo>
                  <a:pt x="1961845" y="76078"/>
                  <a:pt x="1960656" y="73426"/>
                  <a:pt x="1960656" y="70226"/>
                </a:cubicBezTo>
                <a:cubicBezTo>
                  <a:pt x="1960656" y="67117"/>
                  <a:pt x="1961845" y="64374"/>
                  <a:pt x="1964040" y="62179"/>
                </a:cubicBezTo>
                <a:cubicBezTo>
                  <a:pt x="1966326" y="59893"/>
                  <a:pt x="1968978" y="58796"/>
                  <a:pt x="1972178" y="58796"/>
                </a:cubicBezTo>
                <a:cubicBezTo>
                  <a:pt x="1975378" y="58796"/>
                  <a:pt x="1978030" y="59893"/>
                  <a:pt x="1980316" y="62179"/>
                </a:cubicBezTo>
                <a:cubicBezTo>
                  <a:pt x="1982511" y="64374"/>
                  <a:pt x="1983608" y="67117"/>
                  <a:pt x="1983608" y="70226"/>
                </a:cubicBezTo>
              </a:path>
              <a:path w="2555199" h="413949">
                <a:moveTo>
                  <a:pt x="2189897" y="12619"/>
                </a:moveTo>
                <a:cubicBezTo>
                  <a:pt x="2189897" y="15728"/>
                  <a:pt x="2188799" y="18471"/>
                  <a:pt x="2186513" y="20757"/>
                </a:cubicBezTo>
                <a:cubicBezTo>
                  <a:pt x="2184319" y="22951"/>
                  <a:pt x="2181576" y="24049"/>
                  <a:pt x="2178375" y="24049"/>
                </a:cubicBezTo>
                <a:cubicBezTo>
                  <a:pt x="2175266" y="24049"/>
                  <a:pt x="2172523" y="22951"/>
                  <a:pt x="2170328" y="20757"/>
                </a:cubicBezTo>
                <a:cubicBezTo>
                  <a:pt x="2168042" y="18471"/>
                  <a:pt x="2166945" y="15728"/>
                  <a:pt x="2166945" y="12619"/>
                </a:cubicBezTo>
                <a:cubicBezTo>
                  <a:pt x="2166945" y="9418"/>
                  <a:pt x="2168042" y="6767"/>
                  <a:pt x="2170328" y="4481"/>
                </a:cubicBezTo>
                <a:cubicBezTo>
                  <a:pt x="2172523" y="2286"/>
                  <a:pt x="2175266" y="1189"/>
                  <a:pt x="2178375" y="1189"/>
                </a:cubicBezTo>
                <a:cubicBezTo>
                  <a:pt x="2181576" y="1189"/>
                  <a:pt x="2184319" y="2286"/>
                  <a:pt x="2186513" y="4481"/>
                </a:cubicBezTo>
                <a:cubicBezTo>
                  <a:pt x="2188799" y="6767"/>
                  <a:pt x="2189897" y="9418"/>
                  <a:pt x="2189897" y="12619"/>
                </a:cubicBezTo>
              </a:path>
              <a:path w="2555199" h="413949">
                <a:moveTo>
                  <a:pt x="2358329" y="90800"/>
                </a:moveTo>
                <a:cubicBezTo>
                  <a:pt x="2358329" y="94000"/>
                  <a:pt x="2357232" y="96744"/>
                  <a:pt x="2355037" y="98938"/>
                </a:cubicBezTo>
                <a:cubicBezTo>
                  <a:pt x="2352751" y="101224"/>
                  <a:pt x="2350008" y="102321"/>
                  <a:pt x="2346899" y="102321"/>
                </a:cubicBezTo>
                <a:cubicBezTo>
                  <a:pt x="2343699" y="102321"/>
                  <a:pt x="2340955" y="101224"/>
                  <a:pt x="2338761" y="98938"/>
                </a:cubicBezTo>
                <a:cubicBezTo>
                  <a:pt x="2336475" y="96744"/>
                  <a:pt x="2335378" y="94000"/>
                  <a:pt x="2335378" y="90800"/>
                </a:cubicBezTo>
                <a:cubicBezTo>
                  <a:pt x="2335378" y="87691"/>
                  <a:pt x="2336475" y="84948"/>
                  <a:pt x="2338761" y="82753"/>
                </a:cubicBezTo>
                <a:cubicBezTo>
                  <a:pt x="2340955" y="80467"/>
                  <a:pt x="2343699" y="79370"/>
                  <a:pt x="2346899" y="79370"/>
                </a:cubicBezTo>
                <a:cubicBezTo>
                  <a:pt x="2350008" y="79370"/>
                  <a:pt x="2352751" y="80467"/>
                  <a:pt x="2355037" y="82753"/>
                </a:cubicBezTo>
                <a:cubicBezTo>
                  <a:pt x="2357232" y="84948"/>
                  <a:pt x="2358329" y="87691"/>
                  <a:pt x="2358329" y="90800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14" name="Forma 145"/>
          <p:cNvSpPr/>
          <p:nvPr/>
        </p:nvSpPr>
        <p:spPr>
          <a:xfrm>
            <a:off x="3718408" y="1513149"/>
            <a:ext cx="57790" cy="57699"/>
          </a:xfrm>
          <a:custGeom>
            <a:avLst/>
            <a:gdLst/>
            <a:ahLst/>
            <a:cxnLst/>
            <a:rect l="l" t="t" r="r" b="b"/>
            <a:pathLst>
              <a:path w="57790" h="57699">
                <a:moveTo>
                  <a:pt x="57790" y="28895"/>
                </a:moveTo>
                <a:cubicBezTo>
                  <a:pt x="57790" y="32736"/>
                  <a:pt x="57059" y="36393"/>
                  <a:pt x="55596" y="39868"/>
                </a:cubicBezTo>
                <a:cubicBezTo>
                  <a:pt x="54132" y="43434"/>
                  <a:pt x="52029" y="46543"/>
                  <a:pt x="49378" y="49286"/>
                </a:cubicBezTo>
                <a:cubicBezTo>
                  <a:pt x="46634" y="51938"/>
                  <a:pt x="43525" y="54041"/>
                  <a:pt x="39959" y="55504"/>
                </a:cubicBezTo>
                <a:cubicBezTo>
                  <a:pt x="36393" y="56967"/>
                  <a:pt x="32736" y="57699"/>
                  <a:pt x="28895" y="57699"/>
                </a:cubicBezTo>
                <a:cubicBezTo>
                  <a:pt x="25055" y="57699"/>
                  <a:pt x="21397" y="56967"/>
                  <a:pt x="17831" y="55504"/>
                </a:cubicBezTo>
                <a:cubicBezTo>
                  <a:pt x="14265" y="54041"/>
                  <a:pt x="11156" y="51938"/>
                  <a:pt x="8504" y="49286"/>
                </a:cubicBezTo>
                <a:cubicBezTo>
                  <a:pt x="5761" y="46543"/>
                  <a:pt x="3658" y="43434"/>
                  <a:pt x="2195" y="39868"/>
                </a:cubicBezTo>
                <a:cubicBezTo>
                  <a:pt x="732" y="36393"/>
                  <a:pt x="0" y="32736"/>
                  <a:pt x="0" y="28895"/>
                </a:cubicBezTo>
                <a:cubicBezTo>
                  <a:pt x="0" y="25055"/>
                  <a:pt x="732" y="21397"/>
                  <a:pt x="2195" y="17831"/>
                </a:cubicBezTo>
                <a:cubicBezTo>
                  <a:pt x="3658" y="14265"/>
                  <a:pt x="5761" y="11156"/>
                  <a:pt x="8504" y="8412"/>
                </a:cubicBezTo>
                <a:cubicBezTo>
                  <a:pt x="11156" y="5761"/>
                  <a:pt x="14265" y="3658"/>
                  <a:pt x="17831" y="2195"/>
                </a:cubicBezTo>
                <a:cubicBezTo>
                  <a:pt x="21397" y="732"/>
                  <a:pt x="25055" y="0"/>
                  <a:pt x="28895" y="0"/>
                </a:cubicBezTo>
                <a:cubicBezTo>
                  <a:pt x="32736" y="0"/>
                  <a:pt x="36393" y="732"/>
                  <a:pt x="39959" y="2195"/>
                </a:cubicBezTo>
                <a:cubicBezTo>
                  <a:pt x="43525" y="3658"/>
                  <a:pt x="46634" y="5761"/>
                  <a:pt x="49378" y="8412"/>
                </a:cubicBezTo>
                <a:cubicBezTo>
                  <a:pt x="52029" y="11156"/>
                  <a:pt x="54132" y="14265"/>
                  <a:pt x="55596" y="17831"/>
                </a:cubicBezTo>
                <a:cubicBezTo>
                  <a:pt x="57059" y="21397"/>
                  <a:pt x="57790" y="25055"/>
                  <a:pt x="57790" y="28895"/>
                </a:cubicBezTo>
              </a:path>
            </a:pathLst>
          </a:custGeom>
          <a:solidFill>
            <a:srgbClr val="315D70"/>
          </a:solidFill>
          <a:ln w="9779">
            <a:solidFill>
              <a:srgbClr val="F2EFE6"/>
            </a:solidFill>
            <a:prstDash val="solid"/>
          </a:ln>
        </p:spPr>
      </p:sp>
      <p:sp>
        <p:nvSpPr>
          <p:cNvPr id="15" name="Forma 146"/>
          <p:cNvSpPr/>
          <p:nvPr/>
        </p:nvSpPr>
        <p:spPr>
          <a:xfrm>
            <a:off x="1178387" y="1261323"/>
            <a:ext cx="2596164" cy="117775"/>
          </a:xfrm>
          <a:custGeom>
            <a:avLst/>
            <a:gdLst/>
            <a:ahLst/>
            <a:cxnLst/>
            <a:rect l="l" t="t" r="r" b="b"/>
            <a:pathLst>
              <a:path w="2596164" h="117775">
                <a:moveTo>
                  <a:pt x="22951" y="91989"/>
                </a:moveTo>
                <a:cubicBezTo>
                  <a:pt x="22951" y="95098"/>
                  <a:pt x="21854" y="97841"/>
                  <a:pt x="19568" y="100035"/>
                </a:cubicBezTo>
                <a:cubicBezTo>
                  <a:pt x="17374" y="102321"/>
                  <a:pt x="14630" y="103419"/>
                  <a:pt x="11521" y="103419"/>
                </a:cubicBezTo>
                <a:cubicBezTo>
                  <a:pt x="8321" y="103419"/>
                  <a:pt x="5578" y="102321"/>
                  <a:pt x="3383" y="100035"/>
                </a:cubicBezTo>
                <a:cubicBezTo>
                  <a:pt x="1097" y="97841"/>
                  <a:pt x="0" y="95098"/>
                  <a:pt x="0" y="91989"/>
                </a:cubicBezTo>
                <a:cubicBezTo>
                  <a:pt x="0" y="88788"/>
                  <a:pt x="1097" y="86045"/>
                  <a:pt x="3383" y="83850"/>
                </a:cubicBezTo>
                <a:cubicBezTo>
                  <a:pt x="5578" y="81564"/>
                  <a:pt x="8321" y="80467"/>
                  <a:pt x="11521" y="80467"/>
                </a:cubicBezTo>
                <a:cubicBezTo>
                  <a:pt x="14630" y="80467"/>
                  <a:pt x="17374" y="81564"/>
                  <a:pt x="19568" y="83850"/>
                </a:cubicBezTo>
                <a:cubicBezTo>
                  <a:pt x="21854" y="86045"/>
                  <a:pt x="22951" y="88788"/>
                  <a:pt x="22951" y="91989"/>
                </a:cubicBezTo>
              </a:path>
              <a:path w="2596164" h="117775">
                <a:moveTo>
                  <a:pt x="175290" y="88057"/>
                </a:moveTo>
                <a:cubicBezTo>
                  <a:pt x="175290" y="91166"/>
                  <a:pt x="174193" y="93909"/>
                  <a:pt x="171907" y="96103"/>
                </a:cubicBezTo>
                <a:cubicBezTo>
                  <a:pt x="169713" y="98389"/>
                  <a:pt x="166969" y="99487"/>
                  <a:pt x="163860" y="99487"/>
                </a:cubicBezTo>
                <a:cubicBezTo>
                  <a:pt x="160660" y="99487"/>
                  <a:pt x="157917" y="98389"/>
                  <a:pt x="155722" y="96103"/>
                </a:cubicBezTo>
                <a:cubicBezTo>
                  <a:pt x="153436" y="93909"/>
                  <a:pt x="152339" y="91166"/>
                  <a:pt x="152339" y="88057"/>
                </a:cubicBezTo>
                <a:cubicBezTo>
                  <a:pt x="152339" y="84856"/>
                  <a:pt x="153436" y="82205"/>
                  <a:pt x="155722" y="79919"/>
                </a:cubicBezTo>
                <a:cubicBezTo>
                  <a:pt x="157917" y="77724"/>
                  <a:pt x="160660" y="76535"/>
                  <a:pt x="163860" y="76535"/>
                </a:cubicBezTo>
                <a:cubicBezTo>
                  <a:pt x="166969" y="76535"/>
                  <a:pt x="169713" y="77724"/>
                  <a:pt x="171907" y="79919"/>
                </a:cubicBezTo>
                <a:cubicBezTo>
                  <a:pt x="174193" y="82205"/>
                  <a:pt x="175290" y="84856"/>
                  <a:pt x="175290" y="88057"/>
                </a:cubicBezTo>
              </a:path>
              <a:path w="2596164" h="117775">
                <a:moveTo>
                  <a:pt x="397581" y="77907"/>
                </a:moveTo>
                <a:cubicBezTo>
                  <a:pt x="397581" y="81016"/>
                  <a:pt x="396392" y="83759"/>
                  <a:pt x="394198" y="85954"/>
                </a:cubicBezTo>
                <a:cubicBezTo>
                  <a:pt x="391912" y="88240"/>
                  <a:pt x="389260" y="89337"/>
                  <a:pt x="386060" y="89337"/>
                </a:cubicBezTo>
                <a:cubicBezTo>
                  <a:pt x="382859" y="89337"/>
                  <a:pt x="380208" y="88240"/>
                  <a:pt x="377922" y="85954"/>
                </a:cubicBezTo>
                <a:cubicBezTo>
                  <a:pt x="375727" y="83759"/>
                  <a:pt x="374630" y="81016"/>
                  <a:pt x="374630" y="77907"/>
                </a:cubicBezTo>
                <a:cubicBezTo>
                  <a:pt x="374630" y="74706"/>
                  <a:pt x="375727" y="72055"/>
                  <a:pt x="377922" y="69769"/>
                </a:cubicBezTo>
                <a:cubicBezTo>
                  <a:pt x="380208" y="67574"/>
                  <a:pt x="382859" y="66477"/>
                  <a:pt x="386060" y="66477"/>
                </a:cubicBezTo>
                <a:cubicBezTo>
                  <a:pt x="389260" y="66477"/>
                  <a:pt x="391912" y="67574"/>
                  <a:pt x="394198" y="69769"/>
                </a:cubicBezTo>
                <a:cubicBezTo>
                  <a:pt x="396392" y="72055"/>
                  <a:pt x="397581" y="74706"/>
                  <a:pt x="397581" y="77907"/>
                </a:cubicBezTo>
              </a:path>
              <a:path w="2596164" h="117775">
                <a:moveTo>
                  <a:pt x="638068" y="79370"/>
                </a:moveTo>
                <a:cubicBezTo>
                  <a:pt x="638068" y="82479"/>
                  <a:pt x="636880" y="85222"/>
                  <a:pt x="634685" y="87417"/>
                </a:cubicBezTo>
                <a:cubicBezTo>
                  <a:pt x="632399" y="89703"/>
                  <a:pt x="629747" y="90800"/>
                  <a:pt x="626547" y="90800"/>
                </a:cubicBezTo>
                <a:cubicBezTo>
                  <a:pt x="623346" y="90800"/>
                  <a:pt x="620695" y="89703"/>
                  <a:pt x="618409" y="87417"/>
                </a:cubicBezTo>
                <a:cubicBezTo>
                  <a:pt x="616214" y="85222"/>
                  <a:pt x="615025" y="82479"/>
                  <a:pt x="615025" y="79370"/>
                </a:cubicBezTo>
                <a:cubicBezTo>
                  <a:pt x="615025" y="76170"/>
                  <a:pt x="616214" y="73426"/>
                  <a:pt x="618409" y="71232"/>
                </a:cubicBezTo>
                <a:cubicBezTo>
                  <a:pt x="620695" y="69037"/>
                  <a:pt x="623346" y="67848"/>
                  <a:pt x="626547" y="67848"/>
                </a:cubicBezTo>
                <a:cubicBezTo>
                  <a:pt x="629747" y="67848"/>
                  <a:pt x="632399" y="69037"/>
                  <a:pt x="634685" y="71232"/>
                </a:cubicBezTo>
                <a:cubicBezTo>
                  <a:pt x="636880" y="73426"/>
                  <a:pt x="638068" y="76170"/>
                  <a:pt x="638068" y="79370"/>
                </a:cubicBezTo>
              </a:path>
              <a:path w="2596164" h="117775">
                <a:moveTo>
                  <a:pt x="809061" y="90343"/>
                </a:moveTo>
                <a:cubicBezTo>
                  <a:pt x="809061" y="93452"/>
                  <a:pt x="807872" y="96195"/>
                  <a:pt x="805678" y="98389"/>
                </a:cubicBezTo>
                <a:cubicBezTo>
                  <a:pt x="803392" y="100675"/>
                  <a:pt x="800740" y="101773"/>
                  <a:pt x="797540" y="101773"/>
                </a:cubicBezTo>
                <a:cubicBezTo>
                  <a:pt x="794431" y="101773"/>
                  <a:pt x="791688" y="100675"/>
                  <a:pt x="789402" y="98389"/>
                </a:cubicBezTo>
                <a:cubicBezTo>
                  <a:pt x="787207" y="96195"/>
                  <a:pt x="786110" y="93452"/>
                  <a:pt x="786110" y="90343"/>
                </a:cubicBezTo>
                <a:cubicBezTo>
                  <a:pt x="786110" y="87142"/>
                  <a:pt x="787207" y="84491"/>
                  <a:pt x="789402" y="82205"/>
                </a:cubicBezTo>
                <a:cubicBezTo>
                  <a:pt x="791688" y="80010"/>
                  <a:pt x="794431" y="78913"/>
                  <a:pt x="797540" y="78913"/>
                </a:cubicBezTo>
                <a:cubicBezTo>
                  <a:pt x="800740" y="78913"/>
                  <a:pt x="803392" y="80010"/>
                  <a:pt x="805678" y="82205"/>
                </a:cubicBezTo>
                <a:cubicBezTo>
                  <a:pt x="807872" y="84491"/>
                  <a:pt x="809061" y="87142"/>
                  <a:pt x="809061" y="90343"/>
                </a:cubicBezTo>
              </a:path>
              <a:path w="2596164" h="117775">
                <a:moveTo>
                  <a:pt x="990570" y="105979"/>
                </a:moveTo>
                <a:cubicBezTo>
                  <a:pt x="990570" y="109179"/>
                  <a:pt x="989381" y="111831"/>
                  <a:pt x="987186" y="114117"/>
                </a:cubicBezTo>
                <a:cubicBezTo>
                  <a:pt x="984900" y="116312"/>
                  <a:pt x="982248" y="117409"/>
                  <a:pt x="979048" y="117409"/>
                </a:cubicBezTo>
                <a:cubicBezTo>
                  <a:pt x="975939" y="117409"/>
                  <a:pt x="973196" y="116312"/>
                  <a:pt x="970910" y="114117"/>
                </a:cubicBezTo>
                <a:cubicBezTo>
                  <a:pt x="968715" y="111831"/>
                  <a:pt x="967618" y="109179"/>
                  <a:pt x="967618" y="105979"/>
                </a:cubicBezTo>
                <a:cubicBezTo>
                  <a:pt x="967618" y="102870"/>
                  <a:pt x="968715" y="100127"/>
                  <a:pt x="970910" y="97932"/>
                </a:cubicBezTo>
                <a:cubicBezTo>
                  <a:pt x="973196" y="95646"/>
                  <a:pt x="975939" y="94549"/>
                  <a:pt x="979048" y="94549"/>
                </a:cubicBezTo>
                <a:cubicBezTo>
                  <a:pt x="982248" y="94549"/>
                  <a:pt x="984900" y="95646"/>
                  <a:pt x="987186" y="97932"/>
                </a:cubicBezTo>
                <a:cubicBezTo>
                  <a:pt x="989381" y="100127"/>
                  <a:pt x="990570" y="102870"/>
                  <a:pt x="990570" y="105979"/>
                </a:cubicBezTo>
              </a:path>
              <a:path w="2596164" h="117775">
                <a:moveTo>
                  <a:pt x="1177564" y="106345"/>
                </a:moveTo>
                <a:cubicBezTo>
                  <a:pt x="1177564" y="109454"/>
                  <a:pt x="1176376" y="112197"/>
                  <a:pt x="1174181" y="114483"/>
                </a:cubicBezTo>
                <a:cubicBezTo>
                  <a:pt x="1171895" y="116677"/>
                  <a:pt x="1169243" y="117775"/>
                  <a:pt x="1166043" y="117775"/>
                </a:cubicBezTo>
                <a:cubicBezTo>
                  <a:pt x="1162934" y="117775"/>
                  <a:pt x="1160191" y="116677"/>
                  <a:pt x="1157905" y="114483"/>
                </a:cubicBezTo>
                <a:cubicBezTo>
                  <a:pt x="1155710" y="112197"/>
                  <a:pt x="1154613" y="109454"/>
                  <a:pt x="1154613" y="106345"/>
                </a:cubicBezTo>
                <a:cubicBezTo>
                  <a:pt x="1154613" y="103144"/>
                  <a:pt x="1155710" y="100493"/>
                  <a:pt x="1157905" y="98207"/>
                </a:cubicBezTo>
                <a:cubicBezTo>
                  <a:pt x="1160191" y="96012"/>
                  <a:pt x="1162934" y="94915"/>
                  <a:pt x="1166043" y="94915"/>
                </a:cubicBezTo>
                <a:cubicBezTo>
                  <a:pt x="1169243" y="94915"/>
                  <a:pt x="1171895" y="96012"/>
                  <a:pt x="1174181" y="98207"/>
                </a:cubicBezTo>
                <a:cubicBezTo>
                  <a:pt x="1176376" y="100493"/>
                  <a:pt x="1177564" y="103144"/>
                  <a:pt x="1177564" y="106345"/>
                </a:cubicBezTo>
              </a:path>
              <a:path w="2596164" h="117775">
                <a:moveTo>
                  <a:pt x="1421435" y="53767"/>
                </a:moveTo>
                <a:cubicBezTo>
                  <a:pt x="1421435" y="56876"/>
                  <a:pt x="1420338" y="59619"/>
                  <a:pt x="1418143" y="61813"/>
                </a:cubicBezTo>
                <a:cubicBezTo>
                  <a:pt x="1415857" y="64099"/>
                  <a:pt x="1413114" y="65197"/>
                  <a:pt x="1410005" y="65197"/>
                </a:cubicBezTo>
                <a:cubicBezTo>
                  <a:pt x="1406804" y="65197"/>
                  <a:pt x="1404153" y="64099"/>
                  <a:pt x="1401867" y="61813"/>
                </a:cubicBezTo>
                <a:cubicBezTo>
                  <a:pt x="1399672" y="59619"/>
                  <a:pt x="1398483" y="56876"/>
                  <a:pt x="1398483" y="53767"/>
                </a:cubicBezTo>
                <a:cubicBezTo>
                  <a:pt x="1398483" y="50566"/>
                  <a:pt x="1399672" y="47915"/>
                  <a:pt x="1401867" y="45629"/>
                </a:cubicBezTo>
                <a:cubicBezTo>
                  <a:pt x="1404153" y="43434"/>
                  <a:pt x="1406804" y="42245"/>
                  <a:pt x="1410005" y="42245"/>
                </a:cubicBezTo>
                <a:cubicBezTo>
                  <a:pt x="1413114" y="42245"/>
                  <a:pt x="1415857" y="43434"/>
                  <a:pt x="1418143" y="45629"/>
                </a:cubicBezTo>
                <a:cubicBezTo>
                  <a:pt x="1420338" y="47915"/>
                  <a:pt x="1421435" y="50566"/>
                  <a:pt x="1421435" y="53767"/>
                </a:cubicBezTo>
              </a:path>
              <a:path w="2596164" h="117775">
                <a:moveTo>
                  <a:pt x="1564538" y="61265"/>
                </a:moveTo>
                <a:cubicBezTo>
                  <a:pt x="1564538" y="64374"/>
                  <a:pt x="1563441" y="67117"/>
                  <a:pt x="1561247" y="69312"/>
                </a:cubicBezTo>
                <a:cubicBezTo>
                  <a:pt x="1558961" y="71598"/>
                  <a:pt x="1556309" y="72695"/>
                  <a:pt x="1553108" y="72695"/>
                </a:cubicBezTo>
                <a:cubicBezTo>
                  <a:pt x="1549908" y="72695"/>
                  <a:pt x="1547256" y="71598"/>
                  <a:pt x="1544970" y="69312"/>
                </a:cubicBezTo>
                <a:cubicBezTo>
                  <a:pt x="1542776" y="67117"/>
                  <a:pt x="1541587" y="64374"/>
                  <a:pt x="1541587" y="61265"/>
                </a:cubicBezTo>
                <a:cubicBezTo>
                  <a:pt x="1541587" y="58064"/>
                  <a:pt x="1542776" y="55413"/>
                  <a:pt x="1544970" y="53127"/>
                </a:cubicBezTo>
                <a:cubicBezTo>
                  <a:pt x="1547256" y="50932"/>
                  <a:pt x="1549908" y="49835"/>
                  <a:pt x="1553108" y="49835"/>
                </a:cubicBezTo>
                <a:cubicBezTo>
                  <a:pt x="1556309" y="49835"/>
                  <a:pt x="1558961" y="50932"/>
                  <a:pt x="1561247" y="53127"/>
                </a:cubicBezTo>
                <a:cubicBezTo>
                  <a:pt x="1563441" y="55413"/>
                  <a:pt x="1564538" y="58064"/>
                  <a:pt x="1564538" y="61265"/>
                </a:cubicBezTo>
              </a:path>
              <a:path w="2596164" h="117775">
                <a:moveTo>
                  <a:pt x="1834378" y="97384"/>
                </a:moveTo>
                <a:cubicBezTo>
                  <a:pt x="1834378" y="100584"/>
                  <a:pt x="1833281" y="103236"/>
                  <a:pt x="1830995" y="105522"/>
                </a:cubicBezTo>
                <a:cubicBezTo>
                  <a:pt x="1828800" y="107716"/>
                  <a:pt x="1826057" y="108814"/>
                  <a:pt x="1822856" y="108814"/>
                </a:cubicBezTo>
                <a:cubicBezTo>
                  <a:pt x="1819747" y="108814"/>
                  <a:pt x="1817004" y="107716"/>
                  <a:pt x="1814810" y="105522"/>
                </a:cubicBezTo>
                <a:cubicBezTo>
                  <a:pt x="1812524" y="103236"/>
                  <a:pt x="1811426" y="100584"/>
                  <a:pt x="1811426" y="97384"/>
                </a:cubicBezTo>
                <a:cubicBezTo>
                  <a:pt x="1811426" y="94183"/>
                  <a:pt x="1812524" y="91531"/>
                  <a:pt x="1814810" y="89245"/>
                </a:cubicBezTo>
                <a:cubicBezTo>
                  <a:pt x="1817004" y="87051"/>
                  <a:pt x="1819747" y="85954"/>
                  <a:pt x="1822856" y="85954"/>
                </a:cubicBezTo>
                <a:cubicBezTo>
                  <a:pt x="1826057" y="85954"/>
                  <a:pt x="1828800" y="87051"/>
                  <a:pt x="1830995" y="89245"/>
                </a:cubicBezTo>
                <a:cubicBezTo>
                  <a:pt x="1833281" y="91531"/>
                  <a:pt x="1834378" y="94183"/>
                  <a:pt x="1834378" y="97384"/>
                </a:cubicBezTo>
              </a:path>
              <a:path w="2596164" h="117775">
                <a:moveTo>
                  <a:pt x="2019452" y="65380"/>
                </a:moveTo>
                <a:cubicBezTo>
                  <a:pt x="2019452" y="68580"/>
                  <a:pt x="2018355" y="71323"/>
                  <a:pt x="2016161" y="73518"/>
                </a:cubicBezTo>
                <a:cubicBezTo>
                  <a:pt x="2013875" y="75712"/>
                  <a:pt x="2011131" y="76901"/>
                  <a:pt x="2008022" y="76901"/>
                </a:cubicBezTo>
                <a:cubicBezTo>
                  <a:pt x="2004822" y="76901"/>
                  <a:pt x="2002170" y="75712"/>
                  <a:pt x="1999884" y="73518"/>
                </a:cubicBezTo>
                <a:cubicBezTo>
                  <a:pt x="1997690" y="71323"/>
                  <a:pt x="1996501" y="68580"/>
                  <a:pt x="1996501" y="65380"/>
                </a:cubicBezTo>
                <a:cubicBezTo>
                  <a:pt x="1996501" y="62271"/>
                  <a:pt x="1997690" y="59527"/>
                  <a:pt x="1999884" y="57333"/>
                </a:cubicBezTo>
                <a:cubicBezTo>
                  <a:pt x="2002170" y="55047"/>
                  <a:pt x="2004822" y="53950"/>
                  <a:pt x="2008022" y="53950"/>
                </a:cubicBezTo>
                <a:cubicBezTo>
                  <a:pt x="2011131" y="53950"/>
                  <a:pt x="2013875" y="55047"/>
                  <a:pt x="2016161" y="57333"/>
                </a:cubicBezTo>
                <a:cubicBezTo>
                  <a:pt x="2018355" y="59527"/>
                  <a:pt x="2019452" y="62271"/>
                  <a:pt x="2019452" y="65380"/>
                </a:cubicBezTo>
              </a:path>
              <a:path w="2596164" h="117775">
                <a:moveTo>
                  <a:pt x="2184227" y="25969"/>
                </a:moveTo>
                <a:cubicBezTo>
                  <a:pt x="2184227" y="29078"/>
                  <a:pt x="2183039" y="31821"/>
                  <a:pt x="2180844" y="34016"/>
                </a:cubicBezTo>
                <a:cubicBezTo>
                  <a:pt x="2178558" y="36302"/>
                  <a:pt x="2175906" y="37399"/>
                  <a:pt x="2172706" y="37399"/>
                </a:cubicBezTo>
                <a:cubicBezTo>
                  <a:pt x="2169597" y="37399"/>
                  <a:pt x="2166854" y="36302"/>
                  <a:pt x="2164568" y="34016"/>
                </a:cubicBezTo>
                <a:cubicBezTo>
                  <a:pt x="2162373" y="31821"/>
                  <a:pt x="2161276" y="29078"/>
                  <a:pt x="2161276" y="25969"/>
                </a:cubicBezTo>
                <a:cubicBezTo>
                  <a:pt x="2161276" y="22769"/>
                  <a:pt x="2162373" y="20025"/>
                  <a:pt x="2164568" y="17831"/>
                </a:cubicBezTo>
                <a:cubicBezTo>
                  <a:pt x="2166854" y="15636"/>
                  <a:pt x="2169597" y="14448"/>
                  <a:pt x="2172706" y="14448"/>
                </a:cubicBezTo>
                <a:cubicBezTo>
                  <a:pt x="2175906" y="14448"/>
                  <a:pt x="2178558" y="15636"/>
                  <a:pt x="2180844" y="17831"/>
                </a:cubicBezTo>
                <a:cubicBezTo>
                  <a:pt x="2183039" y="20025"/>
                  <a:pt x="2184227" y="22769"/>
                  <a:pt x="2184227" y="25969"/>
                </a:cubicBezTo>
              </a:path>
              <a:path w="2596164" h="117775">
                <a:moveTo>
                  <a:pt x="2370673" y="58156"/>
                </a:moveTo>
                <a:cubicBezTo>
                  <a:pt x="2370673" y="61265"/>
                  <a:pt x="2369576" y="64008"/>
                  <a:pt x="2367290" y="66203"/>
                </a:cubicBezTo>
                <a:cubicBezTo>
                  <a:pt x="2365096" y="68489"/>
                  <a:pt x="2362352" y="69586"/>
                  <a:pt x="2359243" y="69586"/>
                </a:cubicBezTo>
                <a:cubicBezTo>
                  <a:pt x="2356043" y="69586"/>
                  <a:pt x="2353300" y="68489"/>
                  <a:pt x="2351105" y="66203"/>
                </a:cubicBezTo>
                <a:cubicBezTo>
                  <a:pt x="2348819" y="64008"/>
                  <a:pt x="2347722" y="61265"/>
                  <a:pt x="2347722" y="58156"/>
                </a:cubicBezTo>
                <a:cubicBezTo>
                  <a:pt x="2347722" y="54955"/>
                  <a:pt x="2348819" y="52212"/>
                  <a:pt x="2351105" y="50018"/>
                </a:cubicBezTo>
                <a:cubicBezTo>
                  <a:pt x="2353300" y="47732"/>
                  <a:pt x="2356043" y="46634"/>
                  <a:pt x="2359243" y="46634"/>
                </a:cubicBezTo>
                <a:cubicBezTo>
                  <a:pt x="2362352" y="46634"/>
                  <a:pt x="2365096" y="47732"/>
                  <a:pt x="2367290" y="50018"/>
                </a:cubicBezTo>
                <a:cubicBezTo>
                  <a:pt x="2369576" y="52212"/>
                  <a:pt x="2370673" y="54955"/>
                  <a:pt x="2370673" y="58156"/>
                </a:cubicBezTo>
              </a:path>
              <a:path w="2596164" h="117775">
                <a:moveTo>
                  <a:pt x="2596164" y="11430"/>
                </a:moveTo>
                <a:cubicBezTo>
                  <a:pt x="2596164" y="14630"/>
                  <a:pt x="2595067" y="17282"/>
                  <a:pt x="2592781" y="19568"/>
                </a:cubicBezTo>
                <a:cubicBezTo>
                  <a:pt x="2590587" y="21763"/>
                  <a:pt x="2587843" y="22951"/>
                  <a:pt x="2584643" y="22951"/>
                </a:cubicBezTo>
                <a:cubicBezTo>
                  <a:pt x="2581534" y="22951"/>
                  <a:pt x="2578791" y="21763"/>
                  <a:pt x="2576596" y="19568"/>
                </a:cubicBezTo>
                <a:cubicBezTo>
                  <a:pt x="2574310" y="17282"/>
                  <a:pt x="2573213" y="14630"/>
                  <a:pt x="2573213" y="11430"/>
                </a:cubicBezTo>
                <a:cubicBezTo>
                  <a:pt x="2573213" y="8321"/>
                  <a:pt x="2574310" y="5578"/>
                  <a:pt x="2576596" y="3383"/>
                </a:cubicBezTo>
                <a:cubicBezTo>
                  <a:pt x="2578791" y="1097"/>
                  <a:pt x="2581534" y="0"/>
                  <a:pt x="2584643" y="0"/>
                </a:cubicBezTo>
                <a:cubicBezTo>
                  <a:pt x="2587843" y="0"/>
                  <a:pt x="2590587" y="1097"/>
                  <a:pt x="2592781" y="3383"/>
                </a:cubicBezTo>
                <a:cubicBezTo>
                  <a:pt x="2595067" y="5578"/>
                  <a:pt x="2596164" y="8321"/>
                  <a:pt x="2596164" y="11430"/>
                </a:cubicBezTo>
              </a:path>
            </a:pathLst>
          </a:custGeom>
          <a:solidFill>
            <a:srgbClr val="F2EFE6"/>
          </a:solidFill>
          <a:ln w="4458">
            <a:solidFill>
              <a:srgbClr val="8D948E"/>
            </a:solidFill>
            <a:prstDash val="solid"/>
          </a:ln>
        </p:spPr>
      </p:sp>
      <p:sp>
        <p:nvSpPr>
          <p:cNvPr id="16" name="Forma 147"/>
          <p:cNvSpPr/>
          <p:nvPr/>
        </p:nvSpPr>
        <p:spPr>
          <a:xfrm>
            <a:off x="2227296" y="2212939"/>
            <a:ext cx="910102" cy="909005"/>
          </a:xfrm>
          <a:custGeom>
            <a:avLst/>
            <a:gdLst/>
            <a:ahLst/>
            <a:cxnLst/>
            <a:rect l="l" t="t" r="r" b="b"/>
            <a:pathLst>
              <a:path w="910102" h="909005">
                <a:moveTo>
                  <a:pt x="910102" y="454457"/>
                </a:moveTo>
                <a:cubicBezTo>
                  <a:pt x="910102" y="469362"/>
                  <a:pt x="909371" y="484266"/>
                  <a:pt x="907908" y="499080"/>
                </a:cubicBezTo>
                <a:cubicBezTo>
                  <a:pt x="906445" y="513893"/>
                  <a:pt x="904250" y="528523"/>
                  <a:pt x="901324" y="543154"/>
                </a:cubicBezTo>
                <a:cubicBezTo>
                  <a:pt x="898398" y="557784"/>
                  <a:pt x="894832" y="572140"/>
                  <a:pt x="890443" y="586405"/>
                </a:cubicBezTo>
                <a:cubicBezTo>
                  <a:pt x="886145" y="600669"/>
                  <a:pt x="881116" y="614660"/>
                  <a:pt x="875447" y="628376"/>
                </a:cubicBezTo>
                <a:cubicBezTo>
                  <a:pt x="869686" y="642183"/>
                  <a:pt x="863376" y="655625"/>
                  <a:pt x="856336" y="668701"/>
                </a:cubicBezTo>
                <a:cubicBezTo>
                  <a:pt x="849295" y="681868"/>
                  <a:pt x="841705" y="694578"/>
                  <a:pt x="833384" y="707014"/>
                </a:cubicBezTo>
                <a:cubicBezTo>
                  <a:pt x="825063" y="719358"/>
                  <a:pt x="816193" y="731337"/>
                  <a:pt x="806775" y="742859"/>
                </a:cubicBezTo>
                <a:cubicBezTo>
                  <a:pt x="797357" y="754289"/>
                  <a:pt x="787298" y="765353"/>
                  <a:pt x="776783" y="775868"/>
                </a:cubicBezTo>
                <a:cubicBezTo>
                  <a:pt x="766267" y="786384"/>
                  <a:pt x="755203" y="796351"/>
                  <a:pt x="743682" y="805861"/>
                </a:cubicBezTo>
                <a:cubicBezTo>
                  <a:pt x="732160" y="815279"/>
                  <a:pt x="720273" y="824149"/>
                  <a:pt x="707837" y="832378"/>
                </a:cubicBezTo>
                <a:cubicBezTo>
                  <a:pt x="695493" y="840699"/>
                  <a:pt x="682691" y="848289"/>
                  <a:pt x="669524" y="855330"/>
                </a:cubicBezTo>
                <a:cubicBezTo>
                  <a:pt x="656356" y="862371"/>
                  <a:pt x="642915" y="868680"/>
                  <a:pt x="629199" y="874349"/>
                </a:cubicBezTo>
                <a:cubicBezTo>
                  <a:pt x="615391" y="880110"/>
                  <a:pt x="601401" y="885048"/>
                  <a:pt x="587136" y="889437"/>
                </a:cubicBezTo>
                <a:cubicBezTo>
                  <a:pt x="572872" y="893735"/>
                  <a:pt x="558424" y="897301"/>
                  <a:pt x="543794" y="900227"/>
                </a:cubicBezTo>
                <a:cubicBezTo>
                  <a:pt x="529163" y="903153"/>
                  <a:pt x="514441" y="905347"/>
                  <a:pt x="499628" y="906810"/>
                </a:cubicBezTo>
                <a:cubicBezTo>
                  <a:pt x="484815" y="908274"/>
                  <a:pt x="469910" y="909005"/>
                  <a:pt x="455005" y="909005"/>
                </a:cubicBezTo>
                <a:cubicBezTo>
                  <a:pt x="440101" y="909005"/>
                  <a:pt x="425287" y="908274"/>
                  <a:pt x="410474" y="906810"/>
                </a:cubicBezTo>
                <a:cubicBezTo>
                  <a:pt x="395569" y="905347"/>
                  <a:pt x="380848" y="903153"/>
                  <a:pt x="366217" y="900227"/>
                </a:cubicBezTo>
                <a:cubicBezTo>
                  <a:pt x="351678" y="897301"/>
                  <a:pt x="337231" y="893735"/>
                  <a:pt x="322966" y="889437"/>
                </a:cubicBezTo>
                <a:cubicBezTo>
                  <a:pt x="308701" y="885048"/>
                  <a:pt x="294711" y="880110"/>
                  <a:pt x="280904" y="874349"/>
                </a:cubicBezTo>
                <a:cubicBezTo>
                  <a:pt x="267096" y="868680"/>
                  <a:pt x="253655" y="862371"/>
                  <a:pt x="240579" y="855330"/>
                </a:cubicBezTo>
                <a:cubicBezTo>
                  <a:pt x="227411" y="848289"/>
                  <a:pt x="214610" y="840699"/>
                  <a:pt x="202265" y="832378"/>
                </a:cubicBezTo>
                <a:cubicBezTo>
                  <a:pt x="189829" y="824149"/>
                  <a:pt x="177851" y="815279"/>
                  <a:pt x="166329" y="805861"/>
                </a:cubicBezTo>
                <a:cubicBezTo>
                  <a:pt x="154808" y="796351"/>
                  <a:pt x="143835" y="786384"/>
                  <a:pt x="133320" y="775868"/>
                </a:cubicBezTo>
                <a:cubicBezTo>
                  <a:pt x="122712" y="765353"/>
                  <a:pt x="112746" y="754289"/>
                  <a:pt x="103327" y="742859"/>
                </a:cubicBezTo>
                <a:cubicBezTo>
                  <a:pt x="93817" y="731337"/>
                  <a:pt x="84948" y="719358"/>
                  <a:pt x="76718" y="707014"/>
                </a:cubicBezTo>
                <a:cubicBezTo>
                  <a:pt x="68397" y="694578"/>
                  <a:pt x="60716" y="681868"/>
                  <a:pt x="53767" y="668701"/>
                </a:cubicBezTo>
                <a:cubicBezTo>
                  <a:pt x="46726" y="655625"/>
                  <a:pt x="40325" y="642183"/>
                  <a:pt x="34656" y="628376"/>
                </a:cubicBezTo>
                <a:cubicBezTo>
                  <a:pt x="28895" y="614660"/>
                  <a:pt x="23957" y="600669"/>
                  <a:pt x="19568" y="586405"/>
                </a:cubicBezTo>
                <a:cubicBezTo>
                  <a:pt x="15270" y="572140"/>
                  <a:pt x="11613" y="557784"/>
                  <a:pt x="8778" y="543154"/>
                </a:cubicBezTo>
                <a:cubicBezTo>
                  <a:pt x="5852" y="528523"/>
                  <a:pt x="3658" y="513893"/>
                  <a:pt x="2195" y="499080"/>
                </a:cubicBezTo>
                <a:cubicBezTo>
                  <a:pt x="732" y="484266"/>
                  <a:pt x="0" y="469362"/>
                  <a:pt x="0" y="454457"/>
                </a:cubicBezTo>
                <a:cubicBezTo>
                  <a:pt x="0" y="439644"/>
                  <a:pt x="732" y="424739"/>
                  <a:pt x="2195" y="409926"/>
                </a:cubicBezTo>
                <a:cubicBezTo>
                  <a:pt x="3658" y="395112"/>
                  <a:pt x="5852" y="380390"/>
                  <a:pt x="8778" y="365851"/>
                </a:cubicBezTo>
                <a:cubicBezTo>
                  <a:pt x="11613" y="351221"/>
                  <a:pt x="15270" y="336774"/>
                  <a:pt x="19568" y="322600"/>
                </a:cubicBezTo>
                <a:cubicBezTo>
                  <a:pt x="23957" y="308336"/>
                  <a:pt x="28895" y="294345"/>
                  <a:pt x="34656" y="280538"/>
                </a:cubicBezTo>
                <a:cubicBezTo>
                  <a:pt x="40325" y="266822"/>
                  <a:pt x="46726" y="253380"/>
                  <a:pt x="53767" y="240213"/>
                </a:cubicBezTo>
                <a:cubicBezTo>
                  <a:pt x="60716" y="227137"/>
                  <a:pt x="68397" y="214335"/>
                  <a:pt x="76718" y="201991"/>
                </a:cubicBezTo>
                <a:cubicBezTo>
                  <a:pt x="84948" y="189647"/>
                  <a:pt x="93817" y="177668"/>
                  <a:pt x="103327" y="166146"/>
                </a:cubicBezTo>
                <a:cubicBezTo>
                  <a:pt x="112746" y="154625"/>
                  <a:pt x="122712" y="143652"/>
                  <a:pt x="133320" y="133137"/>
                </a:cubicBezTo>
                <a:cubicBezTo>
                  <a:pt x="143835" y="122621"/>
                  <a:pt x="154808" y="112563"/>
                  <a:pt x="166329" y="103144"/>
                </a:cubicBezTo>
                <a:cubicBezTo>
                  <a:pt x="177851" y="93726"/>
                  <a:pt x="189829" y="84856"/>
                  <a:pt x="202265" y="76627"/>
                </a:cubicBezTo>
                <a:cubicBezTo>
                  <a:pt x="214610" y="68306"/>
                  <a:pt x="227411" y="60716"/>
                  <a:pt x="240579" y="53675"/>
                </a:cubicBezTo>
                <a:cubicBezTo>
                  <a:pt x="253655" y="46634"/>
                  <a:pt x="267096" y="40325"/>
                  <a:pt x="280904" y="34564"/>
                </a:cubicBezTo>
                <a:cubicBezTo>
                  <a:pt x="294711" y="28895"/>
                  <a:pt x="308701" y="23866"/>
                  <a:pt x="322966" y="19568"/>
                </a:cubicBezTo>
                <a:cubicBezTo>
                  <a:pt x="337231" y="15270"/>
                  <a:pt x="351678" y="11613"/>
                  <a:pt x="366217" y="8778"/>
                </a:cubicBezTo>
                <a:cubicBezTo>
                  <a:pt x="380848" y="5852"/>
                  <a:pt x="395569" y="3658"/>
                  <a:pt x="410474" y="2195"/>
                </a:cubicBezTo>
                <a:cubicBezTo>
                  <a:pt x="425287" y="732"/>
                  <a:pt x="440101" y="0"/>
                  <a:pt x="455005" y="0"/>
                </a:cubicBezTo>
                <a:cubicBezTo>
                  <a:pt x="469910" y="0"/>
                  <a:pt x="484815" y="732"/>
                  <a:pt x="499628" y="2195"/>
                </a:cubicBezTo>
                <a:cubicBezTo>
                  <a:pt x="514441" y="3658"/>
                  <a:pt x="529163" y="5852"/>
                  <a:pt x="543794" y="8778"/>
                </a:cubicBezTo>
                <a:cubicBezTo>
                  <a:pt x="558424" y="11613"/>
                  <a:pt x="572872" y="15270"/>
                  <a:pt x="587136" y="19568"/>
                </a:cubicBezTo>
                <a:cubicBezTo>
                  <a:pt x="601401" y="23866"/>
                  <a:pt x="615391" y="28895"/>
                  <a:pt x="629199" y="34564"/>
                </a:cubicBezTo>
                <a:cubicBezTo>
                  <a:pt x="642915" y="40325"/>
                  <a:pt x="656356" y="46634"/>
                  <a:pt x="669524" y="53675"/>
                </a:cubicBezTo>
                <a:cubicBezTo>
                  <a:pt x="682691" y="60716"/>
                  <a:pt x="695493" y="68306"/>
                  <a:pt x="707837" y="76627"/>
                </a:cubicBezTo>
                <a:cubicBezTo>
                  <a:pt x="720273" y="84856"/>
                  <a:pt x="732160" y="93726"/>
                  <a:pt x="743682" y="103144"/>
                </a:cubicBezTo>
                <a:cubicBezTo>
                  <a:pt x="755203" y="112563"/>
                  <a:pt x="766267" y="122621"/>
                  <a:pt x="776783" y="133137"/>
                </a:cubicBezTo>
                <a:cubicBezTo>
                  <a:pt x="787298" y="143652"/>
                  <a:pt x="797357" y="154625"/>
                  <a:pt x="806775" y="166146"/>
                </a:cubicBezTo>
                <a:cubicBezTo>
                  <a:pt x="816193" y="177668"/>
                  <a:pt x="825063" y="189647"/>
                  <a:pt x="833384" y="201991"/>
                </a:cubicBezTo>
                <a:cubicBezTo>
                  <a:pt x="841705" y="214335"/>
                  <a:pt x="849295" y="227137"/>
                  <a:pt x="856336" y="240213"/>
                </a:cubicBezTo>
                <a:cubicBezTo>
                  <a:pt x="863376" y="253380"/>
                  <a:pt x="869686" y="266822"/>
                  <a:pt x="875447" y="280538"/>
                </a:cubicBezTo>
                <a:cubicBezTo>
                  <a:pt x="881116" y="294345"/>
                  <a:pt x="886145" y="308336"/>
                  <a:pt x="890443" y="322600"/>
                </a:cubicBezTo>
                <a:cubicBezTo>
                  <a:pt x="894832" y="336774"/>
                  <a:pt x="898398" y="351221"/>
                  <a:pt x="901324" y="365851"/>
                </a:cubicBezTo>
                <a:cubicBezTo>
                  <a:pt x="904250" y="380390"/>
                  <a:pt x="906445" y="395112"/>
                  <a:pt x="907908" y="409926"/>
                </a:cubicBezTo>
                <a:cubicBezTo>
                  <a:pt x="909371" y="424739"/>
                  <a:pt x="910102" y="439644"/>
                  <a:pt x="910102" y="454457"/>
                </a:cubicBezTo>
              </a:path>
            </a:pathLst>
          </a:custGeom>
          <a:solidFill>
            <a:srgbClr val="BA4E38">
              <a:alpha val="16000"/>
            </a:srgbClr>
          </a:solidFill>
          <a:ln/>
        </p:spPr>
      </p:sp>
      <p:sp>
        <p:nvSpPr>
          <p:cNvPr id="17" name="Forma 148"/>
          <p:cNvSpPr/>
          <p:nvPr/>
        </p:nvSpPr>
        <p:spPr>
          <a:xfrm>
            <a:off x="2220163" y="2205990"/>
            <a:ext cx="924367" cy="923087"/>
          </a:xfrm>
          <a:custGeom>
            <a:avLst/>
            <a:gdLst/>
            <a:ahLst/>
            <a:cxnLst/>
            <a:rect l="l" t="t" r="r" b="b"/>
            <a:pathLst>
              <a:path w="924367" h="923087">
                <a:moveTo>
                  <a:pt x="918606" y="533827"/>
                </a:moveTo>
                <a:cubicBezTo>
                  <a:pt x="916595" y="546628"/>
                  <a:pt x="914034" y="559247"/>
                  <a:pt x="910925" y="571774"/>
                </a:cubicBezTo>
                <a:lnTo>
                  <a:pt x="897026" y="568391"/>
                </a:lnTo>
                <a:cubicBezTo>
                  <a:pt x="899952" y="556230"/>
                  <a:pt x="902513" y="543977"/>
                  <a:pt x="904433" y="531541"/>
                </a:cubicBezTo>
                <a:lnTo>
                  <a:pt x="918606" y="533827"/>
                </a:lnTo>
              </a:path>
              <a:path w="924367" h="923087">
                <a:moveTo>
                  <a:pt x="901598" y="604601"/>
                </a:moveTo>
                <a:cubicBezTo>
                  <a:pt x="897484" y="617037"/>
                  <a:pt x="892912" y="629290"/>
                  <a:pt x="887791" y="641360"/>
                </a:cubicBezTo>
                <a:lnTo>
                  <a:pt x="874532" y="635782"/>
                </a:lnTo>
                <a:cubicBezTo>
                  <a:pt x="879561" y="624078"/>
                  <a:pt x="883950" y="612191"/>
                  <a:pt x="887882" y="600121"/>
                </a:cubicBezTo>
                <a:lnTo>
                  <a:pt x="901598" y="604601"/>
                </a:lnTo>
              </a:path>
              <a:path w="924367" h="923087">
                <a:moveTo>
                  <a:pt x="873435" y="671993"/>
                </a:moveTo>
                <a:cubicBezTo>
                  <a:pt x="867491" y="683605"/>
                  <a:pt x="860999" y="695035"/>
                  <a:pt x="854141" y="706100"/>
                </a:cubicBezTo>
                <a:lnTo>
                  <a:pt x="841888" y="698510"/>
                </a:lnTo>
                <a:cubicBezTo>
                  <a:pt x="848655" y="687720"/>
                  <a:pt x="854873" y="676747"/>
                  <a:pt x="860633" y="665500"/>
                </a:cubicBezTo>
                <a:lnTo>
                  <a:pt x="873435" y="671993"/>
                </a:lnTo>
              </a:path>
              <a:path w="924367" h="923087">
                <a:moveTo>
                  <a:pt x="834939" y="734263"/>
                </a:moveTo>
                <a:cubicBezTo>
                  <a:pt x="827258" y="744779"/>
                  <a:pt x="819120" y="754929"/>
                  <a:pt x="810616" y="764713"/>
                </a:cubicBezTo>
                <a:lnTo>
                  <a:pt x="799826" y="755294"/>
                </a:lnTo>
                <a:cubicBezTo>
                  <a:pt x="808055" y="745785"/>
                  <a:pt x="815919" y="736001"/>
                  <a:pt x="823417" y="725851"/>
                </a:cubicBezTo>
                <a:lnTo>
                  <a:pt x="834939" y="734263"/>
                </a:lnTo>
              </a:path>
              <a:path w="924367" h="923087">
                <a:moveTo>
                  <a:pt x="787207" y="789676"/>
                </a:moveTo>
                <a:cubicBezTo>
                  <a:pt x="777972" y="798820"/>
                  <a:pt x="768279" y="807598"/>
                  <a:pt x="758312" y="815919"/>
                </a:cubicBezTo>
                <a:lnTo>
                  <a:pt x="749076" y="804855"/>
                </a:lnTo>
                <a:cubicBezTo>
                  <a:pt x="758769" y="796808"/>
                  <a:pt x="768096" y="788304"/>
                  <a:pt x="777057" y="779435"/>
                </a:cubicBezTo>
                <a:lnTo>
                  <a:pt x="787207" y="789676"/>
                </a:lnTo>
              </a:path>
              <a:path w="924367" h="923087">
                <a:moveTo>
                  <a:pt x="731337" y="836767"/>
                </a:moveTo>
                <a:cubicBezTo>
                  <a:pt x="720730" y="844357"/>
                  <a:pt x="709757" y="851489"/>
                  <a:pt x="698602" y="858164"/>
                </a:cubicBezTo>
                <a:lnTo>
                  <a:pt x="691195" y="845820"/>
                </a:lnTo>
                <a:cubicBezTo>
                  <a:pt x="702076" y="839328"/>
                  <a:pt x="712683" y="832470"/>
                  <a:pt x="722925" y="825063"/>
                </a:cubicBezTo>
                <a:lnTo>
                  <a:pt x="731337" y="836767"/>
                </a:lnTo>
              </a:path>
              <a:path w="924367" h="923087">
                <a:moveTo>
                  <a:pt x="668518" y="874532"/>
                </a:moveTo>
                <a:cubicBezTo>
                  <a:pt x="656996" y="880293"/>
                  <a:pt x="645201" y="885505"/>
                  <a:pt x="633313" y="890260"/>
                </a:cubicBezTo>
                <a:lnTo>
                  <a:pt x="627918" y="877001"/>
                </a:lnTo>
                <a:cubicBezTo>
                  <a:pt x="639531" y="872338"/>
                  <a:pt x="650961" y="867217"/>
                  <a:pt x="662117" y="861639"/>
                </a:cubicBezTo>
                <a:lnTo>
                  <a:pt x="668518" y="874532"/>
                </a:lnTo>
              </a:path>
              <a:path w="924367" h="923087">
                <a:moveTo>
                  <a:pt x="600669" y="901873"/>
                </a:moveTo>
                <a:cubicBezTo>
                  <a:pt x="588325" y="905805"/>
                  <a:pt x="575798" y="909096"/>
                  <a:pt x="563179" y="911931"/>
                </a:cubicBezTo>
                <a:lnTo>
                  <a:pt x="560070" y="897941"/>
                </a:lnTo>
                <a:cubicBezTo>
                  <a:pt x="572323" y="895198"/>
                  <a:pt x="584393" y="891906"/>
                  <a:pt x="596372" y="888157"/>
                </a:cubicBezTo>
                <a:lnTo>
                  <a:pt x="600669" y="901873"/>
                </a:lnTo>
              </a:path>
              <a:path w="924367" h="923087">
                <a:moveTo>
                  <a:pt x="529620" y="918149"/>
                </a:moveTo>
                <a:cubicBezTo>
                  <a:pt x="516636" y="920069"/>
                  <a:pt x="503652" y="921441"/>
                  <a:pt x="490667" y="922264"/>
                </a:cubicBezTo>
                <a:lnTo>
                  <a:pt x="489753" y="907908"/>
                </a:lnTo>
                <a:cubicBezTo>
                  <a:pt x="502371" y="907085"/>
                  <a:pt x="514990" y="905805"/>
                  <a:pt x="527517" y="903976"/>
                </a:cubicBezTo>
                <a:lnTo>
                  <a:pt x="529620" y="918149"/>
                </a:lnTo>
              </a:path>
              <a:path w="924367" h="923087">
                <a:moveTo>
                  <a:pt x="457291" y="923087"/>
                </a:moveTo>
                <a:cubicBezTo>
                  <a:pt x="444490" y="922995"/>
                  <a:pt x="431688" y="922264"/>
                  <a:pt x="418978" y="921075"/>
                </a:cubicBezTo>
                <a:lnTo>
                  <a:pt x="420258" y="906810"/>
                </a:lnTo>
                <a:cubicBezTo>
                  <a:pt x="432694" y="907999"/>
                  <a:pt x="445038" y="908639"/>
                  <a:pt x="457474" y="908731"/>
                </a:cubicBezTo>
                <a:lnTo>
                  <a:pt x="457291" y="923087"/>
                </a:lnTo>
              </a:path>
              <a:path w="924367" h="923087">
                <a:moveTo>
                  <a:pt x="384688" y="916595"/>
                </a:moveTo>
                <a:cubicBezTo>
                  <a:pt x="371978" y="914400"/>
                  <a:pt x="359359" y="911748"/>
                  <a:pt x="346832" y="908548"/>
                </a:cubicBezTo>
                <a:lnTo>
                  <a:pt x="350490" y="894649"/>
                </a:lnTo>
                <a:cubicBezTo>
                  <a:pt x="362560" y="897758"/>
                  <a:pt x="374721" y="900318"/>
                  <a:pt x="387066" y="902421"/>
                </a:cubicBezTo>
                <a:lnTo>
                  <a:pt x="384688" y="916595"/>
                </a:lnTo>
              </a:path>
              <a:path w="924367" h="923087">
                <a:moveTo>
                  <a:pt x="314096" y="898764"/>
                </a:moveTo>
                <a:cubicBezTo>
                  <a:pt x="301661" y="894649"/>
                  <a:pt x="289499" y="889894"/>
                  <a:pt x="277520" y="884682"/>
                </a:cubicBezTo>
                <a:lnTo>
                  <a:pt x="283281" y="871515"/>
                </a:lnTo>
                <a:cubicBezTo>
                  <a:pt x="294894" y="876544"/>
                  <a:pt x="306690" y="881116"/>
                  <a:pt x="318668" y="885231"/>
                </a:cubicBezTo>
                <a:lnTo>
                  <a:pt x="314096" y="898764"/>
                </a:lnTo>
              </a:path>
              <a:path w="924367" h="923087">
                <a:moveTo>
                  <a:pt x="246888" y="870052"/>
                </a:moveTo>
                <a:cubicBezTo>
                  <a:pt x="235275" y="863925"/>
                  <a:pt x="224028" y="857341"/>
                  <a:pt x="212964" y="850301"/>
                </a:cubicBezTo>
                <a:lnTo>
                  <a:pt x="220736" y="838230"/>
                </a:lnTo>
                <a:cubicBezTo>
                  <a:pt x="231435" y="844997"/>
                  <a:pt x="242316" y="851398"/>
                  <a:pt x="253563" y="857341"/>
                </a:cubicBezTo>
                <a:lnTo>
                  <a:pt x="246888" y="870052"/>
                </a:lnTo>
              </a:path>
              <a:path w="924367" h="923087">
                <a:moveTo>
                  <a:pt x="184983" y="830915"/>
                </a:moveTo>
                <a:cubicBezTo>
                  <a:pt x="174559" y="823143"/>
                  <a:pt x="164501" y="814913"/>
                  <a:pt x="154716" y="806226"/>
                </a:cubicBezTo>
                <a:lnTo>
                  <a:pt x="164318" y="795528"/>
                </a:lnTo>
                <a:cubicBezTo>
                  <a:pt x="173736" y="803940"/>
                  <a:pt x="183520" y="811896"/>
                  <a:pt x="193578" y="819394"/>
                </a:cubicBezTo>
                <a:lnTo>
                  <a:pt x="184983" y="830915"/>
                </a:lnTo>
              </a:path>
              <a:path w="924367" h="923087">
                <a:moveTo>
                  <a:pt x="130028" y="782544"/>
                </a:moveTo>
                <a:cubicBezTo>
                  <a:pt x="120975" y="773217"/>
                  <a:pt x="112288" y="763524"/>
                  <a:pt x="104059" y="753466"/>
                </a:cubicBezTo>
                <a:lnTo>
                  <a:pt x="115214" y="744322"/>
                </a:lnTo>
                <a:cubicBezTo>
                  <a:pt x="123170" y="754106"/>
                  <a:pt x="131582" y="763524"/>
                  <a:pt x="140360" y="772577"/>
                </a:cubicBezTo>
                <a:lnTo>
                  <a:pt x="130028" y="782544"/>
                </a:lnTo>
              </a:path>
              <a:path w="924367" h="923087">
                <a:moveTo>
                  <a:pt x="83485" y="726308"/>
                </a:moveTo>
                <a:cubicBezTo>
                  <a:pt x="75987" y="715609"/>
                  <a:pt x="69037" y="704637"/>
                  <a:pt x="62454" y="693298"/>
                </a:cubicBezTo>
                <a:lnTo>
                  <a:pt x="74889" y="686074"/>
                </a:lnTo>
                <a:cubicBezTo>
                  <a:pt x="81199" y="697047"/>
                  <a:pt x="88057" y="707654"/>
                  <a:pt x="95280" y="718078"/>
                </a:cubicBezTo>
                <a:lnTo>
                  <a:pt x="83485" y="726308"/>
                </a:lnTo>
              </a:path>
              <a:path w="924367" h="923087">
                <a:moveTo>
                  <a:pt x="46360" y="663214"/>
                </a:moveTo>
                <a:cubicBezTo>
                  <a:pt x="40691" y="651601"/>
                  <a:pt x="35570" y="639714"/>
                  <a:pt x="30907" y="627736"/>
                </a:cubicBezTo>
                <a:lnTo>
                  <a:pt x="44348" y="622524"/>
                </a:lnTo>
                <a:cubicBezTo>
                  <a:pt x="48829" y="634228"/>
                  <a:pt x="53858" y="645658"/>
                  <a:pt x="59253" y="656905"/>
                </a:cubicBezTo>
                <a:lnTo>
                  <a:pt x="46360" y="663214"/>
                </a:lnTo>
              </a:path>
              <a:path w="924367" h="923087">
                <a:moveTo>
                  <a:pt x="19660" y="595092"/>
                </a:moveTo>
                <a:cubicBezTo>
                  <a:pt x="15911" y="582747"/>
                  <a:pt x="12710" y="570220"/>
                  <a:pt x="10058" y="557601"/>
                </a:cubicBezTo>
                <a:lnTo>
                  <a:pt x="24140" y="554675"/>
                </a:lnTo>
                <a:cubicBezTo>
                  <a:pt x="26700" y="566837"/>
                  <a:pt x="29809" y="578998"/>
                  <a:pt x="33467" y="590885"/>
                </a:cubicBezTo>
                <a:lnTo>
                  <a:pt x="19660" y="595092"/>
                </a:lnTo>
              </a:path>
              <a:path w="924367" h="923087">
                <a:moveTo>
                  <a:pt x="4115" y="523860"/>
                </a:moveTo>
                <a:cubicBezTo>
                  <a:pt x="2377" y="510967"/>
                  <a:pt x="1189" y="497982"/>
                  <a:pt x="549" y="484998"/>
                </a:cubicBezTo>
                <a:lnTo>
                  <a:pt x="14813" y="484266"/>
                </a:lnTo>
                <a:cubicBezTo>
                  <a:pt x="15545" y="496885"/>
                  <a:pt x="16642" y="509412"/>
                  <a:pt x="18379" y="521940"/>
                </a:cubicBezTo>
                <a:lnTo>
                  <a:pt x="4115" y="523860"/>
                </a:lnTo>
              </a:path>
              <a:path w="924367" h="923087">
                <a:moveTo>
                  <a:pt x="0" y="451896"/>
                </a:moveTo>
                <a:cubicBezTo>
                  <a:pt x="274" y="439003"/>
                  <a:pt x="1097" y="426202"/>
                  <a:pt x="2377" y="413400"/>
                </a:cubicBezTo>
                <a:lnTo>
                  <a:pt x="16734" y="414863"/>
                </a:lnTo>
                <a:cubicBezTo>
                  <a:pt x="15362" y="427299"/>
                  <a:pt x="14630" y="439735"/>
                  <a:pt x="14356" y="452171"/>
                </a:cubicBezTo>
                <a:lnTo>
                  <a:pt x="0" y="451896"/>
                </a:lnTo>
              </a:path>
              <a:path w="924367" h="923087">
                <a:moveTo>
                  <a:pt x="7315" y="379019"/>
                </a:moveTo>
                <a:cubicBezTo>
                  <a:pt x="9601" y="366400"/>
                  <a:pt x="12436" y="353964"/>
                  <a:pt x="15728" y="341528"/>
                </a:cubicBezTo>
                <a:lnTo>
                  <a:pt x="29627" y="345277"/>
                </a:lnTo>
                <a:cubicBezTo>
                  <a:pt x="26426" y="357256"/>
                  <a:pt x="23683" y="369418"/>
                  <a:pt x="21488" y="381579"/>
                </a:cubicBezTo>
                <a:lnTo>
                  <a:pt x="7315" y="379019"/>
                </a:lnTo>
              </a:path>
              <a:path w="924367" h="923087">
                <a:moveTo>
                  <a:pt x="25878" y="308793"/>
                </a:moveTo>
                <a:cubicBezTo>
                  <a:pt x="30175" y="296540"/>
                  <a:pt x="35022" y="284470"/>
                  <a:pt x="40325" y="272583"/>
                </a:cubicBezTo>
                <a:lnTo>
                  <a:pt x="53492" y="278435"/>
                </a:lnTo>
                <a:cubicBezTo>
                  <a:pt x="48280" y="289956"/>
                  <a:pt x="43617" y="301661"/>
                  <a:pt x="39411" y="313548"/>
                </a:cubicBezTo>
                <a:lnTo>
                  <a:pt x="25878" y="308793"/>
                </a:lnTo>
              </a:path>
              <a:path w="924367" h="923087">
                <a:moveTo>
                  <a:pt x="55413" y="242133"/>
                </a:moveTo>
                <a:cubicBezTo>
                  <a:pt x="61631" y="230612"/>
                  <a:pt x="68306" y="219365"/>
                  <a:pt x="75529" y="208392"/>
                </a:cubicBezTo>
                <a:lnTo>
                  <a:pt x="87508" y="216256"/>
                </a:lnTo>
                <a:cubicBezTo>
                  <a:pt x="80559" y="226863"/>
                  <a:pt x="74066" y="237744"/>
                  <a:pt x="68031" y="248900"/>
                </a:cubicBezTo>
                <a:lnTo>
                  <a:pt x="55413" y="242133"/>
                </a:lnTo>
              </a:path>
              <a:path w="924367" h="923087">
                <a:moveTo>
                  <a:pt x="95189" y="180685"/>
                </a:moveTo>
                <a:cubicBezTo>
                  <a:pt x="103144" y="170353"/>
                  <a:pt x="111465" y="160386"/>
                  <a:pt x="120244" y="150785"/>
                </a:cubicBezTo>
                <a:lnTo>
                  <a:pt x="130851" y="160386"/>
                </a:lnTo>
                <a:cubicBezTo>
                  <a:pt x="122347" y="169713"/>
                  <a:pt x="114300" y="179405"/>
                  <a:pt x="106619" y="189372"/>
                </a:cubicBezTo>
                <a:lnTo>
                  <a:pt x="95189" y="180685"/>
                </a:lnTo>
              </a:path>
              <a:path w="924367" h="923087">
                <a:moveTo>
                  <a:pt x="144201" y="126370"/>
                </a:moveTo>
                <a:cubicBezTo>
                  <a:pt x="153619" y="117409"/>
                  <a:pt x="163495" y="108814"/>
                  <a:pt x="173645" y="100767"/>
                </a:cubicBezTo>
                <a:lnTo>
                  <a:pt x="182606" y="111923"/>
                </a:lnTo>
                <a:cubicBezTo>
                  <a:pt x="172730" y="119786"/>
                  <a:pt x="163220" y="128107"/>
                  <a:pt x="154076" y="136794"/>
                </a:cubicBezTo>
                <a:lnTo>
                  <a:pt x="144201" y="126370"/>
                </a:lnTo>
              </a:path>
              <a:path w="924367" h="923087">
                <a:moveTo>
                  <a:pt x="200985" y="80467"/>
                </a:moveTo>
                <a:cubicBezTo>
                  <a:pt x="211775" y="73152"/>
                  <a:pt x="222931" y="66203"/>
                  <a:pt x="234269" y="59802"/>
                </a:cubicBezTo>
                <a:lnTo>
                  <a:pt x="241402" y="72238"/>
                </a:lnTo>
                <a:cubicBezTo>
                  <a:pt x="230337" y="78456"/>
                  <a:pt x="219547" y="85222"/>
                  <a:pt x="209123" y="92354"/>
                </a:cubicBezTo>
                <a:lnTo>
                  <a:pt x="200985" y="80467"/>
                </a:lnTo>
              </a:path>
              <a:path w="924367" h="923087">
                <a:moveTo>
                  <a:pt x="264627" y="44074"/>
                </a:moveTo>
                <a:cubicBezTo>
                  <a:pt x="276332" y="38496"/>
                  <a:pt x="288219" y="33467"/>
                  <a:pt x="300380" y="28986"/>
                </a:cubicBezTo>
                <a:lnTo>
                  <a:pt x="305410" y="42428"/>
                </a:lnTo>
                <a:cubicBezTo>
                  <a:pt x="293614" y="46817"/>
                  <a:pt x="282092" y="51664"/>
                  <a:pt x="270754" y="57059"/>
                </a:cubicBezTo>
                <a:lnTo>
                  <a:pt x="264627" y="44074"/>
                </a:lnTo>
              </a:path>
              <a:path w="924367" h="923087">
                <a:moveTo>
                  <a:pt x="333116" y="18105"/>
                </a:moveTo>
                <a:cubicBezTo>
                  <a:pt x="345460" y="14539"/>
                  <a:pt x="357988" y="11430"/>
                  <a:pt x="370606" y="8961"/>
                </a:cubicBezTo>
                <a:lnTo>
                  <a:pt x="373441" y="22951"/>
                </a:lnTo>
                <a:cubicBezTo>
                  <a:pt x="361188" y="25420"/>
                  <a:pt x="349118" y="28438"/>
                  <a:pt x="337139" y="31913"/>
                </a:cubicBezTo>
                <a:lnTo>
                  <a:pt x="333116" y="18105"/>
                </a:lnTo>
              </a:path>
              <a:path w="924367" h="923087">
                <a:moveTo>
                  <a:pt x="404622" y="3383"/>
                </a:moveTo>
                <a:cubicBezTo>
                  <a:pt x="417515" y="1737"/>
                  <a:pt x="430408" y="640"/>
                  <a:pt x="443393" y="183"/>
                </a:cubicBezTo>
                <a:lnTo>
                  <a:pt x="443941" y="14539"/>
                </a:lnTo>
                <a:cubicBezTo>
                  <a:pt x="431414" y="14996"/>
                  <a:pt x="418887" y="16002"/>
                  <a:pt x="406451" y="17556"/>
                </a:cubicBezTo>
                <a:lnTo>
                  <a:pt x="404622" y="3383"/>
                </a:lnTo>
              </a:path>
              <a:path w="924367" h="923087">
                <a:moveTo>
                  <a:pt x="476585" y="0"/>
                </a:moveTo>
                <a:cubicBezTo>
                  <a:pt x="489478" y="366"/>
                  <a:pt x="502371" y="1372"/>
                  <a:pt x="515173" y="2835"/>
                </a:cubicBezTo>
                <a:lnTo>
                  <a:pt x="513527" y="17099"/>
                </a:lnTo>
                <a:cubicBezTo>
                  <a:pt x="501091" y="15636"/>
                  <a:pt x="488655" y="14722"/>
                  <a:pt x="476128" y="14356"/>
                </a:cubicBezTo>
                <a:lnTo>
                  <a:pt x="476585" y="0"/>
                </a:lnTo>
              </a:path>
              <a:path w="924367" h="923087">
                <a:moveTo>
                  <a:pt x="549463" y="8047"/>
                </a:moveTo>
                <a:cubicBezTo>
                  <a:pt x="562082" y="10516"/>
                  <a:pt x="574518" y="13442"/>
                  <a:pt x="586862" y="16916"/>
                </a:cubicBezTo>
                <a:lnTo>
                  <a:pt x="583021" y="30724"/>
                </a:lnTo>
                <a:cubicBezTo>
                  <a:pt x="571043" y="27341"/>
                  <a:pt x="558973" y="24506"/>
                  <a:pt x="546720" y="22220"/>
                </a:cubicBezTo>
                <a:lnTo>
                  <a:pt x="549463" y="8047"/>
                </a:lnTo>
              </a:path>
              <a:path w="924367" h="923087">
                <a:moveTo>
                  <a:pt x="619689" y="27432"/>
                </a:moveTo>
                <a:cubicBezTo>
                  <a:pt x="631850" y="31821"/>
                  <a:pt x="643829" y="36759"/>
                  <a:pt x="655716" y="42245"/>
                </a:cubicBezTo>
                <a:lnTo>
                  <a:pt x="649681" y="55230"/>
                </a:lnTo>
                <a:cubicBezTo>
                  <a:pt x="638251" y="49926"/>
                  <a:pt x="626547" y="45171"/>
                  <a:pt x="614751" y="40874"/>
                </a:cubicBezTo>
                <a:lnTo>
                  <a:pt x="619689" y="27432"/>
                </a:lnTo>
              </a:path>
              <a:path w="924367" h="923087">
                <a:moveTo>
                  <a:pt x="686074" y="57607"/>
                </a:moveTo>
                <a:cubicBezTo>
                  <a:pt x="697504" y="63917"/>
                  <a:pt x="708751" y="70775"/>
                  <a:pt x="719633" y="77998"/>
                </a:cubicBezTo>
                <a:lnTo>
                  <a:pt x="711586" y="89977"/>
                </a:lnTo>
                <a:cubicBezTo>
                  <a:pt x="701070" y="82845"/>
                  <a:pt x="690189" y="76261"/>
                  <a:pt x="679125" y="70134"/>
                </a:cubicBezTo>
                <a:lnTo>
                  <a:pt x="686074" y="57607"/>
                </a:lnTo>
              </a:path>
              <a:path w="924367" h="923087">
                <a:moveTo>
                  <a:pt x="747156" y="98024"/>
                </a:moveTo>
                <a:cubicBezTo>
                  <a:pt x="757398" y="105979"/>
                  <a:pt x="767273" y="114483"/>
                  <a:pt x="776783" y="123353"/>
                </a:cubicBezTo>
                <a:lnTo>
                  <a:pt x="766999" y="133868"/>
                </a:lnTo>
                <a:cubicBezTo>
                  <a:pt x="757763" y="125273"/>
                  <a:pt x="748162" y="117043"/>
                  <a:pt x="738287" y="109271"/>
                </a:cubicBezTo>
                <a:lnTo>
                  <a:pt x="747156" y="98024"/>
                </a:lnTo>
              </a:path>
              <a:path w="924367" h="923087">
                <a:moveTo>
                  <a:pt x="801014" y="147493"/>
                </a:moveTo>
                <a:cubicBezTo>
                  <a:pt x="809884" y="157002"/>
                  <a:pt x="818297" y="166969"/>
                  <a:pt x="826343" y="177211"/>
                </a:cubicBezTo>
                <a:lnTo>
                  <a:pt x="815005" y="185989"/>
                </a:lnTo>
                <a:cubicBezTo>
                  <a:pt x="807232" y="176113"/>
                  <a:pt x="799094" y="166512"/>
                  <a:pt x="790499" y="157277"/>
                </a:cubicBezTo>
                <a:lnTo>
                  <a:pt x="801014" y="147493"/>
                </a:lnTo>
              </a:path>
              <a:path w="924367" h="923087">
                <a:moveTo>
                  <a:pt x="846277" y="204734"/>
                </a:moveTo>
                <a:cubicBezTo>
                  <a:pt x="853592" y="215616"/>
                  <a:pt x="860359" y="226771"/>
                  <a:pt x="866760" y="238201"/>
                </a:cubicBezTo>
                <a:lnTo>
                  <a:pt x="854141" y="245151"/>
                </a:lnTo>
                <a:cubicBezTo>
                  <a:pt x="848015" y="234086"/>
                  <a:pt x="841431" y="223205"/>
                  <a:pt x="834299" y="212689"/>
                </a:cubicBezTo>
                <a:lnTo>
                  <a:pt x="846277" y="204734"/>
                </a:lnTo>
              </a:path>
              <a:path w="924367" h="923087">
                <a:moveTo>
                  <a:pt x="882122" y="268559"/>
                </a:moveTo>
                <a:cubicBezTo>
                  <a:pt x="887517" y="280355"/>
                  <a:pt x="892454" y="292425"/>
                  <a:pt x="896844" y="304587"/>
                </a:cubicBezTo>
                <a:lnTo>
                  <a:pt x="883310" y="309524"/>
                </a:lnTo>
                <a:cubicBezTo>
                  <a:pt x="879013" y="297637"/>
                  <a:pt x="874258" y="286024"/>
                  <a:pt x="869046" y="274594"/>
                </a:cubicBezTo>
                <a:lnTo>
                  <a:pt x="882122" y="268559"/>
                </a:lnTo>
              </a:path>
              <a:path w="924367" h="923087">
                <a:moveTo>
                  <a:pt x="907359" y="337322"/>
                </a:moveTo>
                <a:cubicBezTo>
                  <a:pt x="910742" y="349667"/>
                  <a:pt x="913668" y="362102"/>
                  <a:pt x="916137" y="374721"/>
                </a:cubicBezTo>
                <a:lnTo>
                  <a:pt x="901964" y="377464"/>
                </a:lnTo>
                <a:cubicBezTo>
                  <a:pt x="899678" y="365211"/>
                  <a:pt x="896844" y="353141"/>
                  <a:pt x="893460" y="341163"/>
                </a:cubicBezTo>
                <a:lnTo>
                  <a:pt x="907359" y="337322"/>
                </a:lnTo>
              </a:path>
              <a:path w="924367" h="923087">
                <a:moveTo>
                  <a:pt x="921349" y="409011"/>
                </a:moveTo>
                <a:cubicBezTo>
                  <a:pt x="922812" y="421813"/>
                  <a:pt x="923727" y="434614"/>
                  <a:pt x="924093" y="447507"/>
                </a:cubicBezTo>
                <a:lnTo>
                  <a:pt x="909737" y="447965"/>
                </a:lnTo>
                <a:cubicBezTo>
                  <a:pt x="909371" y="435437"/>
                  <a:pt x="908456" y="423001"/>
                  <a:pt x="907085" y="410566"/>
                </a:cubicBezTo>
                <a:lnTo>
                  <a:pt x="921349" y="409011"/>
                </a:lnTo>
              </a:path>
              <a:path w="924367" h="923087">
                <a:moveTo>
                  <a:pt x="924367" y="461406"/>
                </a:moveTo>
                <a:cubicBezTo>
                  <a:pt x="924367" y="474208"/>
                  <a:pt x="923818" y="486918"/>
                  <a:pt x="922721" y="499628"/>
                </a:cubicBezTo>
                <a:lnTo>
                  <a:pt x="908456" y="498439"/>
                </a:lnTo>
                <a:cubicBezTo>
                  <a:pt x="909462" y="486095"/>
                  <a:pt x="910011" y="473842"/>
                  <a:pt x="910011" y="461406"/>
                </a:cubicBezTo>
                <a:lnTo>
                  <a:pt x="924367" y="461406"/>
                </a:lnTo>
              </a:path>
            </a:pathLst>
          </a:custGeom>
          <a:solidFill>
            <a:srgbClr val="AB432E"/>
          </a:solidFill>
          <a:ln/>
        </p:spPr>
      </p:sp>
      <p:sp>
        <p:nvSpPr>
          <p:cNvPr id="18" name="Forma 149"/>
          <p:cNvSpPr/>
          <p:nvPr/>
        </p:nvSpPr>
        <p:spPr>
          <a:xfrm>
            <a:off x="2639233" y="2624419"/>
            <a:ext cx="86228" cy="86136"/>
          </a:xfrm>
          <a:custGeom>
            <a:avLst/>
            <a:gdLst/>
            <a:ahLst/>
            <a:cxnLst/>
            <a:rect l="l" t="t" r="r" b="b"/>
            <a:pathLst>
              <a:path w="86228" h="86136">
                <a:moveTo>
                  <a:pt x="86228" y="43068"/>
                </a:moveTo>
                <a:cubicBezTo>
                  <a:pt x="86228" y="48738"/>
                  <a:pt x="85131" y="54224"/>
                  <a:pt x="82936" y="59527"/>
                </a:cubicBezTo>
                <a:cubicBezTo>
                  <a:pt x="80742" y="64831"/>
                  <a:pt x="77633" y="69494"/>
                  <a:pt x="73609" y="73518"/>
                </a:cubicBezTo>
                <a:cubicBezTo>
                  <a:pt x="69586" y="77541"/>
                  <a:pt x="64922" y="80650"/>
                  <a:pt x="59619" y="82845"/>
                </a:cubicBezTo>
                <a:cubicBezTo>
                  <a:pt x="54315" y="85039"/>
                  <a:pt x="48829" y="86136"/>
                  <a:pt x="43068" y="86136"/>
                </a:cubicBezTo>
                <a:cubicBezTo>
                  <a:pt x="37399" y="86136"/>
                  <a:pt x="31913" y="85039"/>
                  <a:pt x="26609" y="82845"/>
                </a:cubicBezTo>
                <a:cubicBezTo>
                  <a:pt x="21306" y="80650"/>
                  <a:pt x="16642" y="77541"/>
                  <a:pt x="12619" y="73518"/>
                </a:cubicBezTo>
                <a:cubicBezTo>
                  <a:pt x="8595" y="69494"/>
                  <a:pt x="5486" y="64831"/>
                  <a:pt x="3292" y="59527"/>
                </a:cubicBezTo>
                <a:cubicBezTo>
                  <a:pt x="1097" y="54224"/>
                  <a:pt x="0" y="48738"/>
                  <a:pt x="0" y="43068"/>
                </a:cubicBezTo>
                <a:cubicBezTo>
                  <a:pt x="0" y="37308"/>
                  <a:pt x="1097" y="31821"/>
                  <a:pt x="3292" y="26609"/>
                </a:cubicBezTo>
                <a:cubicBezTo>
                  <a:pt x="5486" y="21306"/>
                  <a:pt x="8595" y="16642"/>
                  <a:pt x="12619" y="12619"/>
                </a:cubicBezTo>
                <a:cubicBezTo>
                  <a:pt x="16642" y="8595"/>
                  <a:pt x="21306" y="5486"/>
                  <a:pt x="26609" y="3292"/>
                </a:cubicBezTo>
                <a:cubicBezTo>
                  <a:pt x="31913" y="1097"/>
                  <a:pt x="37399" y="0"/>
                  <a:pt x="43068" y="0"/>
                </a:cubicBezTo>
                <a:cubicBezTo>
                  <a:pt x="48829" y="0"/>
                  <a:pt x="54315" y="1097"/>
                  <a:pt x="59619" y="3292"/>
                </a:cubicBezTo>
                <a:cubicBezTo>
                  <a:pt x="64922" y="5486"/>
                  <a:pt x="69586" y="8595"/>
                  <a:pt x="73609" y="12619"/>
                </a:cubicBezTo>
                <a:cubicBezTo>
                  <a:pt x="77633" y="16642"/>
                  <a:pt x="80742" y="21306"/>
                  <a:pt x="82936" y="26609"/>
                </a:cubicBezTo>
                <a:cubicBezTo>
                  <a:pt x="85131" y="31821"/>
                  <a:pt x="86228" y="37308"/>
                  <a:pt x="86228" y="43068"/>
                </a:cubicBezTo>
              </a:path>
            </a:pathLst>
          </a:custGeom>
          <a:solidFill>
            <a:srgbClr val="AB432E"/>
          </a:solidFill>
          <a:ln w="19164">
            <a:solidFill>
              <a:srgbClr val="FBFAF6"/>
            </a:solidFill>
            <a:prstDash val="solid"/>
          </a:ln>
        </p:spPr>
      </p:sp>
      <p:sp>
        <p:nvSpPr>
          <p:cNvPr id="19" name="Forma 150"/>
          <p:cNvSpPr/>
          <p:nvPr/>
        </p:nvSpPr>
        <p:spPr>
          <a:xfrm>
            <a:off x="2356592" y="2461748"/>
            <a:ext cx="613105" cy="392278"/>
          </a:xfrm>
          <a:custGeom>
            <a:avLst/>
            <a:gdLst/>
            <a:ahLst/>
            <a:cxnLst/>
            <a:rect l="l" t="t" r="r" b="b"/>
            <a:pathLst>
              <a:path w="613105" h="392278">
                <a:moveTo>
                  <a:pt x="0" y="0"/>
                </a:moveTo>
                <a:lnTo>
                  <a:pt x="613105" y="392278"/>
                </a:lnTo>
              </a:path>
            </a:pathLst>
          </a:custGeom>
          <a:ln w="38316" cap="rnd">
            <a:solidFill>
              <a:srgbClr val="AB432E"/>
            </a:solidFill>
            <a:prstDash val="solid"/>
            <a:round/>
          </a:ln>
        </p:spPr>
      </p:sp>
      <p:sp>
        <p:nvSpPr>
          <p:cNvPr id="20" name="Forma 151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10596" y="447233"/>
            <a:ext cx="216776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1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 · MODELO DE FALLAS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5391028" y="730514"/>
            <a:ext cx="3289463" cy="1757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32"/>
              </a:lnSpc>
              <a:buNone/>
            </a:pPr>
            <a:r>
              <a:rPr lang="en-US" sz="3085" b="1" spc="-9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escenario</a:t>
            </a:r>
            <a:endParaRPr lang="en-US" sz="3085" dirty="0"/>
          </a:p>
          <a:p>
            <a:pPr algn="l" indent="0" marL="0">
              <a:lnSpc>
                <a:spcPts val="3232"/>
              </a:lnSpc>
              <a:buNone/>
            </a:pPr>
            <a:r>
              <a:rPr lang="en-US" sz="3085" b="1" spc="-97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bloquea un</a:t>
            </a:r>
            <a:endParaRPr lang="en-US" sz="3085" dirty="0"/>
          </a:p>
          <a:p>
            <a:pPr algn="l" indent="0" marL="0">
              <a:lnSpc>
                <a:spcPts val="3232"/>
              </a:lnSpc>
              <a:buNone/>
            </a:pPr>
            <a:r>
              <a:rPr lang="en-US" sz="3085" b="1" spc="-9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área, no un</a:t>
            </a:r>
            <a:endParaRPr lang="en-US" sz="3085" dirty="0"/>
          </a:p>
          <a:p>
            <a:pPr algn="l" indent="0" marL="0">
              <a:lnSpc>
                <a:spcPts val="3232"/>
              </a:lnSpc>
              <a:buNone/>
            </a:pPr>
            <a:r>
              <a:rPr lang="en-US" sz="3085" b="1" spc="-10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enlace de radio</a:t>
            </a:r>
            <a:endParaRPr lang="en-US" sz="3085" dirty="0"/>
          </a:p>
        </p:txBody>
      </p:sp>
      <p:sp>
        <p:nvSpPr>
          <p:cNvPr id="23" name="Text 21"/>
          <p:cNvSpPr txBox="1"/>
          <p:nvPr/>
        </p:nvSpPr>
        <p:spPr>
          <a:xfrm>
            <a:off x="5410596" y="2478573"/>
            <a:ext cx="812262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</a:t>
            </a:r>
            <a:endParaRPr lang="en-US" sz="1469" dirty="0"/>
          </a:p>
        </p:txBody>
      </p:sp>
      <p:sp>
        <p:nvSpPr>
          <p:cNvPr id="24" name="Text 22"/>
          <p:cNvSpPr txBox="1"/>
          <p:nvPr/>
        </p:nvSpPr>
        <p:spPr>
          <a:xfrm>
            <a:off x="6763268" y="2506553"/>
            <a:ext cx="3657600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o al azar</a:t>
            </a:r>
            <a:endParaRPr lang="en-US" sz="1175" dirty="0"/>
          </a:p>
        </p:txBody>
      </p:sp>
      <p:sp>
        <p:nvSpPr>
          <p:cNvPr id="25" name="Text 23"/>
          <p:cNvSpPr txBox="1"/>
          <p:nvPr/>
        </p:nvSpPr>
        <p:spPr>
          <a:xfrm>
            <a:off x="5410596" y="2953786"/>
            <a:ext cx="711129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Radio</a:t>
            </a:r>
            <a:endParaRPr lang="en-US" sz="1469" dirty="0"/>
          </a:p>
        </p:txBody>
      </p:sp>
      <p:sp>
        <p:nvSpPr>
          <p:cNvPr id="26" name="Text 24"/>
          <p:cNvSpPr txBox="1"/>
          <p:nvPr/>
        </p:nvSpPr>
        <p:spPr>
          <a:xfrm>
            <a:off x="6763268" y="2981767"/>
            <a:ext cx="1050280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0,25-0,60 km</a:t>
            </a:r>
            <a:endParaRPr lang="en-US" sz="1175" dirty="0"/>
          </a:p>
        </p:txBody>
      </p:sp>
      <p:sp>
        <p:nvSpPr>
          <p:cNvPr id="27" name="Text 25"/>
          <p:cNvSpPr txBox="1"/>
          <p:nvPr/>
        </p:nvSpPr>
        <p:spPr>
          <a:xfrm>
            <a:off x="5410596" y="3429000"/>
            <a:ext cx="1206002" cy="279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469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Activación</a:t>
            </a:r>
            <a:endParaRPr lang="en-US" sz="1469" dirty="0"/>
          </a:p>
        </p:txBody>
      </p:sp>
      <p:sp>
        <p:nvSpPr>
          <p:cNvPr id="28" name="Text 26"/>
          <p:cNvSpPr txBox="1"/>
          <p:nvPr/>
        </p:nvSpPr>
        <p:spPr>
          <a:xfrm>
            <a:off x="6763268" y="3456981"/>
            <a:ext cx="1524030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recorrido</a:t>
            </a:r>
            <a:endParaRPr lang="en-US" sz="1175" dirty="0"/>
          </a:p>
        </p:txBody>
      </p:sp>
      <p:sp>
        <p:nvSpPr>
          <p:cNvPr id="29" name="Text 27"/>
          <p:cNvSpPr txBox="1"/>
          <p:nvPr/>
        </p:nvSpPr>
        <p:spPr>
          <a:xfrm>
            <a:off x="5410596" y="3971331"/>
            <a:ext cx="3657600" cy="82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marca fuera de servicio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aristas que intersectan el disco.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datos reales los focos caen fuera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malla y la falla queda al borde.</a:t>
            </a:r>
            <a:endParaRPr lang="en-US" sz="1175" dirty="0"/>
          </a:p>
        </p:txBody>
      </p:sp>
      <p:sp>
        <p:nvSpPr>
          <p:cNvPr id="30" name="Text 28"/>
          <p:cNvSpPr txBox="1"/>
          <p:nvPr/>
        </p:nvSpPr>
        <p:spPr>
          <a:xfrm>
            <a:off x="1455359" y="3699662"/>
            <a:ext cx="126187" cy="9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0" b="1" dirty="0">
                <a:solidFill>
                  <a:srgbClr val="59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500" dirty="0"/>
          </a:p>
        </p:txBody>
      </p:sp>
      <p:sp>
        <p:nvSpPr>
          <p:cNvPr id="31" name="Text 29"/>
          <p:cNvSpPr txBox="1"/>
          <p:nvPr/>
        </p:nvSpPr>
        <p:spPr>
          <a:xfrm>
            <a:off x="2206356" y="1992752"/>
            <a:ext cx="161940" cy="9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0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500" dirty="0"/>
          </a:p>
        </p:txBody>
      </p:sp>
      <p:sp>
        <p:nvSpPr>
          <p:cNvPr id="32" name="Text 30"/>
          <p:cNvSpPr txBox="1"/>
          <p:nvPr/>
        </p:nvSpPr>
        <p:spPr>
          <a:xfrm>
            <a:off x="2960461" y="3132734"/>
            <a:ext cx="161940" cy="9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0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500" dirty="0"/>
          </a:p>
        </p:txBody>
      </p:sp>
      <p:sp>
        <p:nvSpPr>
          <p:cNvPr id="33" name="Text 31"/>
          <p:cNvSpPr txBox="1"/>
          <p:nvPr/>
        </p:nvSpPr>
        <p:spPr>
          <a:xfrm>
            <a:off x="3418302" y="1833372"/>
            <a:ext cx="161940" cy="9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0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500" dirty="0"/>
          </a:p>
        </p:txBody>
      </p:sp>
      <p:sp>
        <p:nvSpPr>
          <p:cNvPr id="34" name="Text 32"/>
          <p:cNvSpPr txBox="1"/>
          <p:nvPr/>
        </p:nvSpPr>
        <p:spPr>
          <a:xfrm>
            <a:off x="3645896" y="1554663"/>
            <a:ext cx="126187" cy="9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2"/>
              </a:lnSpc>
              <a:buNone/>
            </a:pPr>
            <a:r>
              <a:rPr lang="en-US" sz="500" b="1" dirty="0">
                <a:solidFill>
                  <a:srgbClr val="555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500" dirty="0"/>
          </a:p>
        </p:txBody>
      </p:sp>
      <p:sp>
        <p:nvSpPr>
          <p:cNvPr id="35" name="Text 33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35</a:t>
            </a:r>
            <a:endParaRPr lang="en-US" sz="88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52"/>
          <p:cNvSpPr/>
          <p:nvPr/>
        </p:nvSpPr>
        <p:spPr>
          <a:xfrm>
            <a:off x="3003987" y="1621323"/>
            <a:ext cx="9327" cy="3522177"/>
          </a:xfrm>
          <a:custGeom>
            <a:avLst/>
            <a:gdLst/>
            <a:ahLst/>
            <a:cxnLst/>
            <a:rect l="l" t="t" r="r" b="b"/>
            <a:pathLst>
              <a:path w="9327" h="3522177">
                <a:moveTo>
                  <a:pt x="0" y="3522177"/>
                </a:moveTo>
                <a:lnTo>
                  <a:pt x="0" y="0"/>
                </a:lnTo>
                <a:lnTo>
                  <a:pt x="9327" y="0"/>
                </a:lnTo>
                <a:lnTo>
                  <a:pt x="9327" y="352217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53"/>
          <p:cNvSpPr/>
          <p:nvPr/>
        </p:nvSpPr>
        <p:spPr>
          <a:xfrm>
            <a:off x="925464" y="1978670"/>
            <a:ext cx="992856" cy="722650"/>
          </a:xfrm>
          <a:custGeom>
            <a:avLst/>
            <a:gdLst/>
            <a:ahLst/>
            <a:cxnLst/>
            <a:rect l="l" t="t" r="r" b="b"/>
            <a:pathLst>
              <a:path w="992856" h="722650">
                <a:moveTo>
                  <a:pt x="0" y="722650"/>
                </a:moveTo>
                <a:lnTo>
                  <a:pt x="992856" y="722650"/>
                </a:lnTo>
                <a:moveTo>
                  <a:pt x="207843" y="722650"/>
                </a:moveTo>
                <a:lnTo>
                  <a:pt x="207843" y="376641"/>
                </a:lnTo>
                <a:lnTo>
                  <a:pt x="431048" y="376641"/>
                </a:lnTo>
                <a:lnTo>
                  <a:pt x="431048" y="722650"/>
                </a:lnTo>
                <a:moveTo>
                  <a:pt x="523403" y="722650"/>
                </a:moveTo>
                <a:lnTo>
                  <a:pt x="523403" y="0"/>
                </a:lnTo>
                <a:lnTo>
                  <a:pt x="769650" y="0"/>
                </a:lnTo>
                <a:lnTo>
                  <a:pt x="769650" y="722650"/>
                </a:lnTo>
              </a:path>
            </a:pathLst>
          </a:custGeom>
          <a:ln w="23089" cap="rnd">
            <a:solidFill>
              <a:srgbClr val="2D6075"/>
            </a:solidFill>
            <a:prstDash val="solid"/>
            <a:round/>
          </a:ln>
        </p:spPr>
      </p:sp>
      <p:sp>
        <p:nvSpPr>
          <p:cNvPr id="4" name="Forma 154"/>
          <p:cNvSpPr/>
          <p:nvPr/>
        </p:nvSpPr>
        <p:spPr>
          <a:xfrm>
            <a:off x="1729770" y="1967149"/>
            <a:ext cx="115489" cy="415138"/>
          </a:xfrm>
          <a:custGeom>
            <a:avLst/>
            <a:gdLst/>
            <a:ahLst/>
            <a:cxnLst/>
            <a:rect l="l" t="t" r="r" b="b"/>
            <a:pathLst>
              <a:path w="115489" h="415138">
                <a:moveTo>
                  <a:pt x="69312" y="11521"/>
                </a:moveTo>
                <a:lnTo>
                  <a:pt x="69312" y="42245"/>
                </a:lnTo>
                <a:cubicBezTo>
                  <a:pt x="69312" y="45446"/>
                  <a:pt x="68123" y="48189"/>
                  <a:pt x="65928" y="50475"/>
                </a:cubicBezTo>
                <a:cubicBezTo>
                  <a:pt x="63642" y="52669"/>
                  <a:pt x="60899" y="53767"/>
                  <a:pt x="57699" y="53767"/>
                </a:cubicBezTo>
                <a:cubicBezTo>
                  <a:pt x="54498" y="53767"/>
                  <a:pt x="51846" y="52669"/>
                  <a:pt x="49560" y="50475"/>
                </a:cubicBezTo>
                <a:cubicBezTo>
                  <a:pt x="47274" y="48189"/>
                  <a:pt x="46177" y="45446"/>
                  <a:pt x="46177" y="42245"/>
                </a:cubicBezTo>
                <a:lnTo>
                  <a:pt x="46177" y="11521"/>
                </a:lnTo>
                <a:cubicBezTo>
                  <a:pt x="46177" y="8321"/>
                  <a:pt x="47274" y="5669"/>
                  <a:pt x="49560" y="3383"/>
                </a:cubicBezTo>
                <a:cubicBezTo>
                  <a:pt x="51846" y="1097"/>
                  <a:pt x="54498" y="0"/>
                  <a:pt x="57699" y="0"/>
                </a:cubicBezTo>
                <a:cubicBezTo>
                  <a:pt x="60899" y="0"/>
                  <a:pt x="63642" y="1097"/>
                  <a:pt x="65928" y="3383"/>
                </a:cubicBezTo>
                <a:cubicBezTo>
                  <a:pt x="68123" y="5669"/>
                  <a:pt x="69312" y="8321"/>
                  <a:pt x="69312" y="11521"/>
                </a:cubicBezTo>
              </a:path>
              <a:path w="115489" h="415138">
                <a:moveTo>
                  <a:pt x="69312" y="73061"/>
                </a:moveTo>
                <a:lnTo>
                  <a:pt x="69312" y="103784"/>
                </a:lnTo>
                <a:cubicBezTo>
                  <a:pt x="69312" y="106985"/>
                  <a:pt x="68123" y="109637"/>
                  <a:pt x="65928" y="111923"/>
                </a:cubicBezTo>
                <a:cubicBezTo>
                  <a:pt x="63642" y="114209"/>
                  <a:pt x="60899" y="115306"/>
                  <a:pt x="57699" y="115306"/>
                </a:cubicBezTo>
                <a:cubicBezTo>
                  <a:pt x="54498" y="115306"/>
                  <a:pt x="51846" y="114209"/>
                  <a:pt x="49560" y="111923"/>
                </a:cubicBezTo>
                <a:cubicBezTo>
                  <a:pt x="47274" y="109637"/>
                  <a:pt x="46177" y="106985"/>
                  <a:pt x="46177" y="103784"/>
                </a:cubicBezTo>
                <a:lnTo>
                  <a:pt x="46177" y="73061"/>
                </a:lnTo>
                <a:cubicBezTo>
                  <a:pt x="46177" y="69860"/>
                  <a:pt x="47274" y="67117"/>
                  <a:pt x="49560" y="64831"/>
                </a:cubicBezTo>
                <a:cubicBezTo>
                  <a:pt x="51846" y="62636"/>
                  <a:pt x="54498" y="61539"/>
                  <a:pt x="57699" y="61539"/>
                </a:cubicBezTo>
                <a:cubicBezTo>
                  <a:pt x="60899" y="61539"/>
                  <a:pt x="63642" y="62636"/>
                  <a:pt x="65928" y="64831"/>
                </a:cubicBezTo>
                <a:cubicBezTo>
                  <a:pt x="68123" y="67117"/>
                  <a:pt x="69312" y="69860"/>
                  <a:pt x="69312" y="73061"/>
                </a:cubicBezTo>
              </a:path>
              <a:path w="115489" h="415138">
                <a:moveTo>
                  <a:pt x="69312" y="134508"/>
                </a:moveTo>
                <a:lnTo>
                  <a:pt x="69312" y="165232"/>
                </a:lnTo>
                <a:cubicBezTo>
                  <a:pt x="69312" y="168432"/>
                  <a:pt x="68123" y="171176"/>
                  <a:pt x="65928" y="173462"/>
                </a:cubicBezTo>
                <a:cubicBezTo>
                  <a:pt x="63642" y="175656"/>
                  <a:pt x="60899" y="176845"/>
                  <a:pt x="57699" y="176845"/>
                </a:cubicBezTo>
                <a:cubicBezTo>
                  <a:pt x="54498" y="176845"/>
                  <a:pt x="51846" y="175656"/>
                  <a:pt x="49560" y="173462"/>
                </a:cubicBezTo>
                <a:cubicBezTo>
                  <a:pt x="47274" y="171176"/>
                  <a:pt x="46177" y="168432"/>
                  <a:pt x="46177" y="165232"/>
                </a:cubicBezTo>
                <a:lnTo>
                  <a:pt x="46177" y="134508"/>
                </a:lnTo>
                <a:cubicBezTo>
                  <a:pt x="46177" y="131308"/>
                  <a:pt x="47274" y="128656"/>
                  <a:pt x="49560" y="126370"/>
                </a:cubicBezTo>
                <a:cubicBezTo>
                  <a:pt x="51846" y="124084"/>
                  <a:pt x="54498" y="122987"/>
                  <a:pt x="57699" y="122987"/>
                </a:cubicBezTo>
                <a:cubicBezTo>
                  <a:pt x="60899" y="122987"/>
                  <a:pt x="63642" y="124084"/>
                  <a:pt x="65928" y="126370"/>
                </a:cubicBezTo>
                <a:cubicBezTo>
                  <a:pt x="68123" y="128656"/>
                  <a:pt x="69312" y="131308"/>
                  <a:pt x="69312" y="134508"/>
                </a:cubicBezTo>
              </a:path>
              <a:path w="115489" h="415138">
                <a:moveTo>
                  <a:pt x="69312" y="196047"/>
                </a:moveTo>
                <a:lnTo>
                  <a:pt x="69312" y="226771"/>
                </a:lnTo>
                <a:cubicBezTo>
                  <a:pt x="69312" y="229972"/>
                  <a:pt x="68123" y="232715"/>
                  <a:pt x="65928" y="234909"/>
                </a:cubicBezTo>
                <a:cubicBezTo>
                  <a:pt x="63642" y="237195"/>
                  <a:pt x="60899" y="238293"/>
                  <a:pt x="57699" y="238293"/>
                </a:cubicBezTo>
                <a:cubicBezTo>
                  <a:pt x="54498" y="238293"/>
                  <a:pt x="51846" y="237195"/>
                  <a:pt x="49560" y="234909"/>
                </a:cubicBezTo>
                <a:cubicBezTo>
                  <a:pt x="47274" y="232715"/>
                  <a:pt x="46177" y="229972"/>
                  <a:pt x="46177" y="226771"/>
                </a:cubicBezTo>
                <a:lnTo>
                  <a:pt x="46177" y="196047"/>
                </a:lnTo>
                <a:cubicBezTo>
                  <a:pt x="46177" y="192847"/>
                  <a:pt x="47274" y="190104"/>
                  <a:pt x="49560" y="187909"/>
                </a:cubicBezTo>
                <a:cubicBezTo>
                  <a:pt x="51846" y="185623"/>
                  <a:pt x="54498" y="184526"/>
                  <a:pt x="57699" y="184526"/>
                </a:cubicBezTo>
                <a:cubicBezTo>
                  <a:pt x="60899" y="184526"/>
                  <a:pt x="63642" y="185623"/>
                  <a:pt x="65928" y="187909"/>
                </a:cubicBezTo>
                <a:cubicBezTo>
                  <a:pt x="68123" y="190104"/>
                  <a:pt x="69312" y="192847"/>
                  <a:pt x="69312" y="196047"/>
                </a:cubicBezTo>
              </a:path>
              <a:path w="115489" h="415138">
                <a:moveTo>
                  <a:pt x="69312" y="257495"/>
                </a:moveTo>
                <a:lnTo>
                  <a:pt x="69312" y="288310"/>
                </a:lnTo>
                <a:cubicBezTo>
                  <a:pt x="69312" y="291419"/>
                  <a:pt x="68123" y="294162"/>
                  <a:pt x="65928" y="296448"/>
                </a:cubicBezTo>
                <a:cubicBezTo>
                  <a:pt x="63642" y="298643"/>
                  <a:pt x="60899" y="299832"/>
                  <a:pt x="57699" y="299832"/>
                </a:cubicBezTo>
                <a:cubicBezTo>
                  <a:pt x="54498" y="299832"/>
                  <a:pt x="51846" y="298643"/>
                  <a:pt x="49560" y="296448"/>
                </a:cubicBezTo>
                <a:cubicBezTo>
                  <a:pt x="47274" y="294162"/>
                  <a:pt x="46177" y="291419"/>
                  <a:pt x="46177" y="288310"/>
                </a:cubicBezTo>
                <a:lnTo>
                  <a:pt x="46177" y="257495"/>
                </a:lnTo>
                <a:cubicBezTo>
                  <a:pt x="46177" y="254295"/>
                  <a:pt x="47274" y="251643"/>
                  <a:pt x="49560" y="249357"/>
                </a:cubicBezTo>
                <a:cubicBezTo>
                  <a:pt x="51846" y="247162"/>
                  <a:pt x="54498" y="245974"/>
                  <a:pt x="57699" y="245974"/>
                </a:cubicBezTo>
                <a:cubicBezTo>
                  <a:pt x="60899" y="245974"/>
                  <a:pt x="63642" y="247162"/>
                  <a:pt x="65928" y="249357"/>
                </a:cubicBezTo>
                <a:cubicBezTo>
                  <a:pt x="68123" y="251643"/>
                  <a:pt x="69312" y="254295"/>
                  <a:pt x="69312" y="257495"/>
                </a:cubicBezTo>
              </a:path>
              <a:path w="115489" h="415138">
                <a:moveTo>
                  <a:pt x="69312" y="319034"/>
                </a:moveTo>
                <a:lnTo>
                  <a:pt x="69312" y="349758"/>
                </a:lnTo>
                <a:cubicBezTo>
                  <a:pt x="69312" y="352958"/>
                  <a:pt x="68123" y="355702"/>
                  <a:pt x="65928" y="357896"/>
                </a:cubicBezTo>
                <a:cubicBezTo>
                  <a:pt x="63642" y="360182"/>
                  <a:pt x="60899" y="361279"/>
                  <a:pt x="57699" y="361279"/>
                </a:cubicBezTo>
                <a:cubicBezTo>
                  <a:pt x="54498" y="361279"/>
                  <a:pt x="51846" y="360182"/>
                  <a:pt x="49560" y="357896"/>
                </a:cubicBezTo>
                <a:cubicBezTo>
                  <a:pt x="47274" y="355702"/>
                  <a:pt x="46177" y="352958"/>
                  <a:pt x="46177" y="349758"/>
                </a:cubicBezTo>
                <a:lnTo>
                  <a:pt x="46177" y="319034"/>
                </a:lnTo>
                <a:cubicBezTo>
                  <a:pt x="46177" y="315834"/>
                  <a:pt x="47274" y="313091"/>
                  <a:pt x="49560" y="310896"/>
                </a:cubicBezTo>
                <a:cubicBezTo>
                  <a:pt x="51846" y="308610"/>
                  <a:pt x="54498" y="307513"/>
                  <a:pt x="57699" y="307513"/>
                </a:cubicBezTo>
                <a:cubicBezTo>
                  <a:pt x="60899" y="307513"/>
                  <a:pt x="63642" y="308610"/>
                  <a:pt x="65928" y="310896"/>
                </a:cubicBezTo>
                <a:cubicBezTo>
                  <a:pt x="68123" y="313091"/>
                  <a:pt x="69312" y="315834"/>
                  <a:pt x="69312" y="319034"/>
                </a:cubicBezTo>
              </a:path>
              <a:path w="115489" h="415138">
                <a:moveTo>
                  <a:pt x="69312" y="380482"/>
                </a:moveTo>
                <a:lnTo>
                  <a:pt x="69312" y="403616"/>
                </a:lnTo>
                <a:cubicBezTo>
                  <a:pt x="69312" y="406725"/>
                  <a:pt x="68123" y="409468"/>
                  <a:pt x="65928" y="411754"/>
                </a:cubicBezTo>
                <a:cubicBezTo>
                  <a:pt x="63642" y="413949"/>
                  <a:pt x="60899" y="415138"/>
                  <a:pt x="57699" y="415138"/>
                </a:cubicBezTo>
                <a:cubicBezTo>
                  <a:pt x="54498" y="415138"/>
                  <a:pt x="51846" y="413949"/>
                  <a:pt x="49560" y="411754"/>
                </a:cubicBezTo>
                <a:cubicBezTo>
                  <a:pt x="47274" y="409468"/>
                  <a:pt x="46177" y="406725"/>
                  <a:pt x="46177" y="403616"/>
                </a:cubicBezTo>
                <a:lnTo>
                  <a:pt x="46177" y="380482"/>
                </a:lnTo>
                <a:cubicBezTo>
                  <a:pt x="46177" y="377373"/>
                  <a:pt x="47274" y="374630"/>
                  <a:pt x="49560" y="372344"/>
                </a:cubicBezTo>
                <a:cubicBezTo>
                  <a:pt x="51846" y="370149"/>
                  <a:pt x="54498" y="368960"/>
                  <a:pt x="57699" y="368960"/>
                </a:cubicBezTo>
                <a:cubicBezTo>
                  <a:pt x="60899" y="368960"/>
                  <a:pt x="63642" y="370149"/>
                  <a:pt x="65928" y="372344"/>
                </a:cubicBezTo>
                <a:cubicBezTo>
                  <a:pt x="68123" y="374630"/>
                  <a:pt x="69312" y="377373"/>
                  <a:pt x="69312" y="380482"/>
                </a:cubicBezTo>
              </a:path>
              <a:path w="115489" h="415138">
                <a:moveTo>
                  <a:pt x="11521" y="0"/>
                </a:moveTo>
                <a:lnTo>
                  <a:pt x="42337" y="0"/>
                </a:lnTo>
                <a:cubicBezTo>
                  <a:pt x="45537" y="0"/>
                  <a:pt x="48280" y="1097"/>
                  <a:pt x="50475" y="3383"/>
                </a:cubicBezTo>
                <a:cubicBezTo>
                  <a:pt x="52761" y="5669"/>
                  <a:pt x="53858" y="8321"/>
                  <a:pt x="53858" y="11521"/>
                </a:cubicBezTo>
                <a:cubicBezTo>
                  <a:pt x="53858" y="14722"/>
                  <a:pt x="52761" y="17465"/>
                  <a:pt x="50475" y="19660"/>
                </a:cubicBezTo>
                <a:cubicBezTo>
                  <a:pt x="48280" y="21946"/>
                  <a:pt x="45537" y="23043"/>
                  <a:pt x="42337" y="23043"/>
                </a:cubicBezTo>
                <a:lnTo>
                  <a:pt x="11521" y="23043"/>
                </a:lnTo>
                <a:cubicBezTo>
                  <a:pt x="8321" y="23043"/>
                  <a:pt x="5669" y="21946"/>
                  <a:pt x="3383" y="19660"/>
                </a:cubicBezTo>
                <a:cubicBezTo>
                  <a:pt x="1097" y="17465"/>
                  <a:pt x="0" y="14722"/>
                  <a:pt x="0" y="11521"/>
                </a:cubicBezTo>
                <a:cubicBezTo>
                  <a:pt x="0" y="8321"/>
                  <a:pt x="1097" y="5669"/>
                  <a:pt x="3383" y="3383"/>
                </a:cubicBezTo>
                <a:cubicBezTo>
                  <a:pt x="5669" y="1097"/>
                  <a:pt x="8321" y="0"/>
                  <a:pt x="11521" y="0"/>
                </a:cubicBezTo>
              </a:path>
              <a:path w="115489" h="415138">
                <a:moveTo>
                  <a:pt x="73152" y="0"/>
                </a:moveTo>
                <a:lnTo>
                  <a:pt x="103876" y="0"/>
                </a:lnTo>
                <a:cubicBezTo>
                  <a:pt x="107076" y="0"/>
                  <a:pt x="109819" y="1097"/>
                  <a:pt x="112105" y="3383"/>
                </a:cubicBezTo>
                <a:cubicBezTo>
                  <a:pt x="114300" y="5669"/>
                  <a:pt x="115489" y="8321"/>
                  <a:pt x="115489" y="11521"/>
                </a:cubicBezTo>
                <a:cubicBezTo>
                  <a:pt x="115489" y="14722"/>
                  <a:pt x="114300" y="17465"/>
                  <a:pt x="112105" y="19660"/>
                </a:cubicBezTo>
                <a:cubicBezTo>
                  <a:pt x="109819" y="21946"/>
                  <a:pt x="107076" y="23043"/>
                  <a:pt x="103876" y="23043"/>
                </a:cubicBezTo>
                <a:lnTo>
                  <a:pt x="73152" y="23043"/>
                </a:lnTo>
                <a:cubicBezTo>
                  <a:pt x="69952" y="23043"/>
                  <a:pt x="67208" y="21946"/>
                  <a:pt x="64922" y="19660"/>
                </a:cubicBezTo>
                <a:cubicBezTo>
                  <a:pt x="62728" y="17465"/>
                  <a:pt x="61539" y="14722"/>
                  <a:pt x="61539" y="11521"/>
                </a:cubicBezTo>
                <a:cubicBezTo>
                  <a:pt x="61539" y="8321"/>
                  <a:pt x="62728" y="5669"/>
                  <a:pt x="64922" y="3383"/>
                </a:cubicBezTo>
                <a:cubicBezTo>
                  <a:pt x="67208" y="1097"/>
                  <a:pt x="69952" y="0"/>
                  <a:pt x="73152" y="0"/>
                </a:cubicBezTo>
              </a:path>
              <a:path w="115489" h="415138">
                <a:moveTo>
                  <a:pt x="11521" y="392095"/>
                </a:moveTo>
                <a:lnTo>
                  <a:pt x="42337" y="392095"/>
                </a:lnTo>
                <a:cubicBezTo>
                  <a:pt x="45537" y="392095"/>
                  <a:pt x="48280" y="393192"/>
                  <a:pt x="50475" y="395387"/>
                </a:cubicBezTo>
                <a:cubicBezTo>
                  <a:pt x="52761" y="397673"/>
                  <a:pt x="53858" y="400416"/>
                  <a:pt x="53858" y="403616"/>
                </a:cubicBezTo>
                <a:cubicBezTo>
                  <a:pt x="53858" y="406725"/>
                  <a:pt x="52761" y="409468"/>
                  <a:pt x="50475" y="411754"/>
                </a:cubicBezTo>
                <a:cubicBezTo>
                  <a:pt x="48280" y="413949"/>
                  <a:pt x="45537" y="415138"/>
                  <a:pt x="42337" y="415138"/>
                </a:cubicBezTo>
                <a:lnTo>
                  <a:pt x="11521" y="415138"/>
                </a:lnTo>
                <a:cubicBezTo>
                  <a:pt x="8321" y="415138"/>
                  <a:pt x="5669" y="413949"/>
                  <a:pt x="3383" y="411754"/>
                </a:cubicBezTo>
                <a:cubicBezTo>
                  <a:pt x="1097" y="409468"/>
                  <a:pt x="0" y="406725"/>
                  <a:pt x="0" y="403616"/>
                </a:cubicBezTo>
                <a:cubicBezTo>
                  <a:pt x="0" y="400416"/>
                  <a:pt x="1097" y="397673"/>
                  <a:pt x="3383" y="395387"/>
                </a:cubicBezTo>
                <a:cubicBezTo>
                  <a:pt x="5669" y="393192"/>
                  <a:pt x="8321" y="392095"/>
                  <a:pt x="11521" y="392095"/>
                </a:cubicBezTo>
              </a:path>
              <a:path w="115489" h="415138">
                <a:moveTo>
                  <a:pt x="73152" y="392095"/>
                </a:moveTo>
                <a:lnTo>
                  <a:pt x="103876" y="392095"/>
                </a:lnTo>
                <a:cubicBezTo>
                  <a:pt x="107076" y="392095"/>
                  <a:pt x="109819" y="393192"/>
                  <a:pt x="112105" y="395387"/>
                </a:cubicBezTo>
                <a:cubicBezTo>
                  <a:pt x="114300" y="397673"/>
                  <a:pt x="115489" y="400416"/>
                  <a:pt x="115489" y="403616"/>
                </a:cubicBezTo>
                <a:cubicBezTo>
                  <a:pt x="115489" y="406725"/>
                  <a:pt x="114300" y="409468"/>
                  <a:pt x="112105" y="411754"/>
                </a:cubicBezTo>
                <a:cubicBezTo>
                  <a:pt x="109819" y="413949"/>
                  <a:pt x="107076" y="415138"/>
                  <a:pt x="103876" y="415138"/>
                </a:cubicBezTo>
                <a:lnTo>
                  <a:pt x="73152" y="415138"/>
                </a:lnTo>
                <a:cubicBezTo>
                  <a:pt x="69952" y="415138"/>
                  <a:pt x="67208" y="413949"/>
                  <a:pt x="64922" y="411754"/>
                </a:cubicBezTo>
                <a:cubicBezTo>
                  <a:pt x="62728" y="409468"/>
                  <a:pt x="61539" y="406725"/>
                  <a:pt x="61539" y="403616"/>
                </a:cubicBezTo>
                <a:cubicBezTo>
                  <a:pt x="61539" y="400416"/>
                  <a:pt x="62728" y="397673"/>
                  <a:pt x="64922" y="395387"/>
                </a:cubicBezTo>
                <a:cubicBezTo>
                  <a:pt x="67208" y="393192"/>
                  <a:pt x="69952" y="392095"/>
                  <a:pt x="73152" y="392095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5" name="Forma 155"/>
          <p:cNvSpPr/>
          <p:nvPr/>
        </p:nvSpPr>
        <p:spPr>
          <a:xfrm>
            <a:off x="5728076" y="1621323"/>
            <a:ext cx="9327" cy="3522177"/>
          </a:xfrm>
          <a:custGeom>
            <a:avLst/>
            <a:gdLst/>
            <a:ahLst/>
            <a:cxnLst/>
            <a:rect l="l" t="t" r="r" b="b"/>
            <a:pathLst>
              <a:path w="9327" h="3522177">
                <a:moveTo>
                  <a:pt x="0" y="3522177"/>
                </a:moveTo>
                <a:lnTo>
                  <a:pt x="0" y="0"/>
                </a:lnTo>
                <a:lnTo>
                  <a:pt x="9327" y="0"/>
                </a:lnTo>
                <a:lnTo>
                  <a:pt x="9327" y="352217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6" name="Forma 156"/>
          <p:cNvSpPr/>
          <p:nvPr/>
        </p:nvSpPr>
        <p:spPr>
          <a:xfrm>
            <a:off x="3643518" y="1840321"/>
            <a:ext cx="1062076" cy="738012"/>
          </a:xfrm>
          <a:custGeom>
            <a:avLst/>
            <a:gdLst/>
            <a:ahLst/>
            <a:cxnLst/>
            <a:rect l="l" t="t" r="r" b="b"/>
            <a:pathLst>
              <a:path w="1062076" h="738012">
                <a:moveTo>
                  <a:pt x="0" y="269016"/>
                </a:moveTo>
                <a:lnTo>
                  <a:pt x="708111" y="269016"/>
                </a:lnTo>
                <a:cubicBezTo>
                  <a:pt x="841522" y="269016"/>
                  <a:pt x="908182" y="220370"/>
                  <a:pt x="908182" y="122987"/>
                </a:cubicBezTo>
                <a:cubicBezTo>
                  <a:pt x="908182" y="40965"/>
                  <a:pt x="869686" y="0"/>
                  <a:pt x="792785" y="0"/>
                </a:cubicBezTo>
                <a:moveTo>
                  <a:pt x="0" y="484266"/>
                </a:moveTo>
                <a:lnTo>
                  <a:pt x="931316" y="484266"/>
                </a:lnTo>
                <a:cubicBezTo>
                  <a:pt x="1018459" y="484266"/>
                  <a:pt x="1062076" y="525323"/>
                  <a:pt x="1062076" y="607253"/>
                </a:cubicBezTo>
                <a:cubicBezTo>
                  <a:pt x="1062076" y="694395"/>
                  <a:pt x="1021110" y="738012"/>
                  <a:pt x="938997" y="738012"/>
                </a:cubicBezTo>
                <a:moveTo>
                  <a:pt x="0" y="699516"/>
                </a:moveTo>
                <a:lnTo>
                  <a:pt x="531084" y="699516"/>
                </a:lnTo>
              </a:path>
            </a:pathLst>
          </a:custGeom>
          <a:ln w="23089" cap="rnd">
            <a:solidFill>
              <a:srgbClr val="C49A4B"/>
            </a:solidFill>
            <a:prstDash val="solid"/>
            <a:round/>
          </a:ln>
        </p:spPr>
      </p:sp>
      <p:sp>
        <p:nvSpPr>
          <p:cNvPr id="7" name="Forma 157"/>
          <p:cNvSpPr/>
          <p:nvPr/>
        </p:nvSpPr>
        <p:spPr>
          <a:xfrm>
            <a:off x="6375288" y="2132381"/>
            <a:ext cx="1092891" cy="507401"/>
          </a:xfrm>
          <a:custGeom>
            <a:avLst/>
            <a:gdLst/>
            <a:ahLst/>
            <a:cxnLst/>
            <a:rect l="l" t="t" r="r" b="b"/>
            <a:pathLst>
              <a:path w="1092891" h="507401">
                <a:moveTo>
                  <a:pt x="0" y="507401"/>
                </a:moveTo>
                <a:lnTo>
                  <a:pt x="338602" y="0"/>
                </a:lnTo>
                <a:lnTo>
                  <a:pt x="669615" y="507401"/>
                </a:lnTo>
                <a:lnTo>
                  <a:pt x="0" y="507401"/>
                </a:lnTo>
                <a:moveTo>
                  <a:pt x="538764" y="507401"/>
                </a:moveTo>
                <a:lnTo>
                  <a:pt x="831190" y="0"/>
                </a:lnTo>
                <a:lnTo>
                  <a:pt x="1092891" y="507401"/>
                </a:lnTo>
                <a:lnTo>
                  <a:pt x="538764" y="507401"/>
                </a:lnTo>
              </a:path>
            </a:pathLst>
          </a:custGeom>
          <a:ln w="23089" cap="rnd">
            <a:solidFill>
              <a:srgbClr val="4F6750"/>
            </a:solidFill>
            <a:prstDash val="solid"/>
            <a:round/>
          </a:ln>
        </p:spPr>
      </p:sp>
      <p:sp>
        <p:nvSpPr>
          <p:cNvPr id="8" name="Forma 158"/>
          <p:cNvSpPr/>
          <p:nvPr/>
        </p:nvSpPr>
        <p:spPr>
          <a:xfrm>
            <a:off x="6852422" y="1963308"/>
            <a:ext cx="254020" cy="814822"/>
          </a:xfrm>
          <a:custGeom>
            <a:avLst/>
            <a:gdLst/>
            <a:ahLst/>
            <a:cxnLst/>
            <a:rect l="l" t="t" r="r" b="b"/>
            <a:pathLst>
              <a:path w="254020" h="814822">
                <a:moveTo>
                  <a:pt x="0" y="0"/>
                </a:moveTo>
                <a:lnTo>
                  <a:pt x="254020" y="814822"/>
                </a:lnTo>
              </a:path>
            </a:pathLst>
          </a:custGeom>
          <a:ln w="38481" cap="rnd">
            <a:solidFill>
              <a:srgbClr val="AB432E"/>
            </a:solidFill>
            <a:prstDash val="solid"/>
            <a:round/>
          </a:ln>
        </p:spPr>
      </p:sp>
      <p:sp>
        <p:nvSpPr>
          <p:cNvPr id="9" name="Forma 159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1718" y="400690"/>
            <a:ext cx="293485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3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 · METADATA → RESTRICCIONES</a:t>
            </a:r>
            <a:endParaRPr lang="en-US" sz="960" dirty="0"/>
          </a:p>
        </p:txBody>
      </p:sp>
      <p:sp>
        <p:nvSpPr>
          <p:cNvPr id="11" name="Text 9"/>
          <p:cNvSpPr txBox="1"/>
          <p:nvPr/>
        </p:nvSpPr>
        <p:spPr>
          <a:xfrm>
            <a:off x="653064" y="680222"/>
            <a:ext cx="8155625" cy="89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5"/>
              </a:lnSpc>
              <a:buNone/>
            </a:pPr>
            <a:r>
              <a:rPr lang="en-US" sz="2938" b="1" spc="-10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datos del entorno pueden excluir un</a:t>
            </a:r>
            <a:endParaRPr lang="en-US" sz="2938" dirty="0"/>
          </a:p>
          <a:p>
            <a:pPr algn="l" indent="0" marL="0">
              <a:lnSpc>
                <a:spcPts val="3085"/>
              </a:lnSpc>
              <a:buNone/>
            </a:pPr>
            <a:r>
              <a:rPr lang="en-US" sz="2938" b="1" spc="-8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tramo</a:t>
            </a:r>
            <a:endParaRPr lang="en-US" sz="2938" dirty="0"/>
          </a:p>
        </p:txBody>
      </p:sp>
      <p:sp>
        <p:nvSpPr>
          <p:cNvPr id="12" name="Text 10"/>
          <p:cNvSpPr txBox="1"/>
          <p:nvPr/>
        </p:nvSpPr>
        <p:spPr>
          <a:xfrm>
            <a:off x="671718" y="3018983"/>
            <a:ext cx="2086935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spc="-37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Altura + relieve</a:t>
            </a:r>
            <a:endParaRPr lang="en-US" sz="1841" dirty="0"/>
          </a:p>
        </p:txBody>
      </p:sp>
      <p:sp>
        <p:nvSpPr>
          <p:cNvPr id="13" name="Text 11"/>
          <p:cNvSpPr txBox="1"/>
          <p:nvPr/>
        </p:nvSpPr>
        <p:spPr>
          <a:xfrm>
            <a:off x="671718" y="3374959"/>
            <a:ext cx="2021373" cy="63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excluye si el obstáculo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 </a:t>
            </a:r>
            <a:pPr algn="l" indent="0" marL="0">
              <a:lnSpc>
                <a:spcPts val="1543"/>
              </a:lnSpc>
              <a:buNone/>
            </a:pPr>
            <a:r>
              <a:rPr lang="en-US" sz="1175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de vuelo −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</a:t>
            </a:r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75" dirty="0"/>
          </a:p>
        </p:txBody>
      </p:sp>
      <p:sp>
        <p:nvSpPr>
          <p:cNvPr id="14" name="Text 12"/>
          <p:cNvSpPr txBox="1"/>
          <p:nvPr/>
        </p:nvSpPr>
        <p:spPr>
          <a:xfrm>
            <a:off x="671718" y="4133454"/>
            <a:ext cx="3657600" cy="34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+ Copernicus · 79 de las 83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exclusiones dependen del edificio.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3401934" y="3018983"/>
            <a:ext cx="939455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spc="-3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Viento</a:t>
            </a:r>
            <a:endParaRPr lang="en-US" sz="1841" dirty="0"/>
          </a:p>
        </p:txBody>
      </p:sp>
      <p:sp>
        <p:nvSpPr>
          <p:cNvPr id="16" name="Text 14"/>
          <p:cNvSpPr txBox="1"/>
          <p:nvPr/>
        </p:nvSpPr>
        <p:spPr>
          <a:xfrm>
            <a:off x="3401934" y="3374959"/>
            <a:ext cx="2378629" cy="63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velocidad representativa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 el máximo, la misión no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admisible.</a:t>
            </a:r>
            <a:endParaRPr lang="en-US" sz="1175" dirty="0"/>
          </a:p>
        </p:txBody>
      </p:sp>
      <p:sp>
        <p:nvSpPr>
          <p:cNvPr id="17" name="Text 15"/>
          <p:cNvSpPr txBox="1"/>
          <p:nvPr/>
        </p:nvSpPr>
        <p:spPr>
          <a:xfrm>
            <a:off x="3401934" y="4133454"/>
            <a:ext cx="3657600" cy="34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· mediana 6,43 m/s a 60 m: con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estos datos nunca restringe.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6132241" y="3018983"/>
            <a:ext cx="2247778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spc="-37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 restringida</a:t>
            </a:r>
            <a:endParaRPr lang="en-US" sz="1841" dirty="0"/>
          </a:p>
        </p:txBody>
      </p:sp>
      <p:sp>
        <p:nvSpPr>
          <p:cNvPr id="19" name="Text 17"/>
          <p:cNvSpPr txBox="1"/>
          <p:nvPr/>
        </p:nvSpPr>
        <p:spPr>
          <a:xfrm>
            <a:off x="6132241" y="3374959"/>
            <a:ext cx="2407067" cy="63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existe en el modelo;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versión no carga una capa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espacio aéreo.</a:t>
            </a:r>
            <a:endParaRPr lang="en-US" sz="1175" dirty="0"/>
          </a:p>
        </p:txBody>
      </p:sp>
      <p:sp>
        <p:nvSpPr>
          <p:cNvPr id="20" name="Text 18"/>
          <p:cNvSpPr txBox="1"/>
          <p:nvPr/>
        </p:nvSpPr>
        <p:spPr>
          <a:xfrm>
            <a:off x="6132241" y="4133454"/>
            <a:ext cx="3657600" cy="34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fuente la activa: es falsa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618 tramos.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35</a:t>
            </a:r>
            <a:endParaRPr lang="en-US" sz="88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60"/>
          <p:cNvSpPr/>
          <p:nvPr/>
        </p:nvSpPr>
        <p:spPr>
          <a:xfrm>
            <a:off x="3843589" y="1779697"/>
            <a:ext cx="4505980" cy="2133844"/>
          </a:xfrm>
          <a:custGeom>
            <a:avLst/>
            <a:gdLst/>
            <a:ahLst/>
            <a:cxnLst/>
            <a:rect l="l" t="t" r="r" b="b"/>
            <a:pathLst>
              <a:path w="4505980" h="2133844">
                <a:moveTo>
                  <a:pt x="0" y="0"/>
                </a:moveTo>
                <a:lnTo>
                  <a:pt x="2061698" y="0"/>
                </a:lnTo>
                <a:lnTo>
                  <a:pt x="2061698" y="9327"/>
                </a:lnTo>
                <a:lnTo>
                  <a:pt x="0" y="9327"/>
                </a:lnTo>
                <a:close/>
              </a:path>
              <a:path w="4505980" h="2133844">
                <a:moveTo>
                  <a:pt x="2453518" y="0"/>
                </a:moveTo>
                <a:lnTo>
                  <a:pt x="4505980" y="0"/>
                </a:lnTo>
                <a:lnTo>
                  <a:pt x="4505980" y="9327"/>
                </a:lnTo>
                <a:lnTo>
                  <a:pt x="2453518" y="9327"/>
                </a:lnTo>
                <a:close/>
              </a:path>
              <a:path w="4505980" h="2133844">
                <a:moveTo>
                  <a:pt x="0" y="782726"/>
                </a:moveTo>
                <a:lnTo>
                  <a:pt x="2061698" y="782726"/>
                </a:lnTo>
                <a:lnTo>
                  <a:pt x="2061698" y="792053"/>
                </a:lnTo>
                <a:lnTo>
                  <a:pt x="0" y="792053"/>
                </a:lnTo>
                <a:close/>
              </a:path>
              <a:path w="4505980" h="2133844">
                <a:moveTo>
                  <a:pt x="2453518" y="782726"/>
                </a:moveTo>
                <a:lnTo>
                  <a:pt x="4505980" y="782726"/>
                </a:lnTo>
                <a:lnTo>
                  <a:pt x="4505980" y="792053"/>
                </a:lnTo>
                <a:lnTo>
                  <a:pt x="2453518" y="792053"/>
                </a:lnTo>
                <a:close/>
              </a:path>
              <a:path w="4505980" h="2133844">
                <a:moveTo>
                  <a:pt x="0" y="1341791"/>
                </a:moveTo>
                <a:lnTo>
                  <a:pt x="2061698" y="1341791"/>
                </a:lnTo>
                <a:lnTo>
                  <a:pt x="2061698" y="1351117"/>
                </a:lnTo>
                <a:lnTo>
                  <a:pt x="0" y="1351117"/>
                </a:lnTo>
                <a:close/>
              </a:path>
              <a:path w="4505980" h="2133844">
                <a:moveTo>
                  <a:pt x="2453518" y="1341791"/>
                </a:moveTo>
                <a:lnTo>
                  <a:pt x="4505980" y="1341791"/>
                </a:lnTo>
                <a:lnTo>
                  <a:pt x="4505980" y="1351117"/>
                </a:lnTo>
                <a:lnTo>
                  <a:pt x="2453518" y="1351117"/>
                </a:lnTo>
                <a:close/>
              </a:path>
              <a:path w="4505980" h="2133844">
                <a:moveTo>
                  <a:pt x="0" y="2124517"/>
                </a:moveTo>
                <a:lnTo>
                  <a:pt x="2061698" y="2124517"/>
                </a:lnTo>
                <a:lnTo>
                  <a:pt x="2061698" y="2133844"/>
                </a:lnTo>
                <a:lnTo>
                  <a:pt x="0" y="2133844"/>
                </a:lnTo>
                <a:close/>
              </a:path>
              <a:path w="4505980" h="2133844">
                <a:moveTo>
                  <a:pt x="2453518" y="2124517"/>
                </a:moveTo>
                <a:lnTo>
                  <a:pt x="4505980" y="2124517"/>
                </a:lnTo>
                <a:lnTo>
                  <a:pt x="4505980" y="2133844"/>
                </a:lnTo>
                <a:lnTo>
                  <a:pt x="2453518" y="213384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61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92968" y="2003359"/>
            <a:ext cx="27431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 · PREFERENCIAS INICIALES</a:t>
            </a:r>
            <a:endParaRPr lang="en-US" sz="960" dirty="0"/>
          </a:p>
        </p:txBody>
      </p:sp>
      <p:sp>
        <p:nvSpPr>
          <p:cNvPr id="5" name="Text 3"/>
          <p:cNvSpPr txBox="1"/>
          <p:nvPr/>
        </p:nvSpPr>
        <p:spPr>
          <a:xfrm>
            <a:off x="773034" y="2279142"/>
            <a:ext cx="2617470" cy="958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6"/>
              </a:lnSpc>
              <a:buNone/>
            </a:pPr>
            <a:r>
              <a:rPr lang="en-US" sz="3154" b="1" spc="-9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Valores por</a:t>
            </a:r>
            <a:endParaRPr lang="en-US" sz="3154" dirty="0"/>
          </a:p>
          <a:p>
            <a:pPr algn="l" indent="0" marL="0">
              <a:lnSpc>
                <a:spcPts val="3306"/>
              </a:lnSpc>
              <a:buNone/>
            </a:pPr>
            <a:r>
              <a:rPr lang="en-US" sz="3154" b="1" spc="-9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defecto</a:t>
            </a:r>
            <a:endParaRPr lang="en-US" sz="3154" dirty="0"/>
          </a:p>
        </p:txBody>
      </p:sp>
      <p:sp>
        <p:nvSpPr>
          <p:cNvPr id="6" name="Text 4"/>
          <p:cNvSpPr txBox="1"/>
          <p:nvPr/>
        </p:nvSpPr>
        <p:spPr>
          <a:xfrm>
            <a:off x="3847247" y="1425641"/>
            <a:ext cx="118972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Altura de vuelo</a:t>
            </a:r>
            <a:endParaRPr lang="en-US" sz="1175" dirty="0"/>
          </a:p>
        </p:txBody>
      </p:sp>
      <p:sp>
        <p:nvSpPr>
          <p:cNvPr id="7" name="Text 5"/>
          <p:cNvSpPr txBox="1"/>
          <p:nvPr/>
        </p:nvSpPr>
        <p:spPr>
          <a:xfrm>
            <a:off x="5315956" y="1351117"/>
            <a:ext cx="731429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m</a:t>
            </a:r>
            <a:endParaRPr lang="en-US" sz="1763" dirty="0"/>
          </a:p>
        </p:txBody>
      </p:sp>
      <p:sp>
        <p:nvSpPr>
          <p:cNvPr id="8" name="Text 6"/>
          <p:cNvSpPr txBox="1"/>
          <p:nvPr/>
        </p:nvSpPr>
        <p:spPr>
          <a:xfrm>
            <a:off x="6294181" y="1425641"/>
            <a:ext cx="1217249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vertical</a:t>
            </a:r>
            <a:endParaRPr lang="en-US" sz="1175" dirty="0"/>
          </a:p>
        </p:txBody>
      </p:sp>
      <p:sp>
        <p:nvSpPr>
          <p:cNvPr id="9" name="Text 7"/>
          <p:cNvSpPr txBox="1"/>
          <p:nvPr/>
        </p:nvSpPr>
        <p:spPr>
          <a:xfrm>
            <a:off x="7798552" y="1351117"/>
            <a:ext cx="691744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</a:t>
            </a:r>
            <a:endParaRPr lang="en-US" sz="1763" dirty="0"/>
          </a:p>
        </p:txBody>
      </p:sp>
      <p:sp>
        <p:nvSpPr>
          <p:cNvPr id="10" name="Text 8"/>
          <p:cNvSpPr txBox="1"/>
          <p:nvPr/>
        </p:nvSpPr>
        <p:spPr>
          <a:xfrm>
            <a:off x="3847247" y="1984705"/>
            <a:ext cx="1177199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Viento máximo</a:t>
            </a:r>
            <a:endParaRPr lang="en-US" sz="1175" dirty="0"/>
          </a:p>
        </p:txBody>
      </p:sp>
      <p:sp>
        <p:nvSpPr>
          <p:cNvPr id="11" name="Text 9"/>
          <p:cNvSpPr txBox="1"/>
          <p:nvPr/>
        </p:nvSpPr>
        <p:spPr>
          <a:xfrm>
            <a:off x="5147798" y="1910182"/>
            <a:ext cx="919978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m/s</a:t>
            </a:r>
            <a:endParaRPr lang="en-US" sz="1763" dirty="0"/>
          </a:p>
        </p:txBody>
      </p:sp>
      <p:sp>
        <p:nvSpPr>
          <p:cNvPr id="12" name="Text 10"/>
          <p:cNvSpPr txBox="1"/>
          <p:nvPr/>
        </p:nvSpPr>
        <p:spPr>
          <a:xfrm>
            <a:off x="6294181" y="1939991"/>
            <a:ext cx="799460" cy="49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175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crucero</a:t>
            </a:r>
            <a:endParaRPr lang="en-US" sz="1175" dirty="0"/>
          </a:p>
        </p:txBody>
      </p:sp>
      <p:sp>
        <p:nvSpPr>
          <p:cNvPr id="13" name="Text 11"/>
          <p:cNvSpPr txBox="1"/>
          <p:nvPr/>
        </p:nvSpPr>
        <p:spPr>
          <a:xfrm>
            <a:off x="7594915" y="1910182"/>
            <a:ext cx="919978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m/s</a:t>
            </a:r>
            <a:endParaRPr lang="en-US" sz="1763" dirty="0"/>
          </a:p>
        </p:txBody>
      </p:sp>
      <p:sp>
        <p:nvSpPr>
          <p:cNvPr id="14" name="Text 12"/>
          <p:cNvSpPr txBox="1"/>
          <p:nvPr/>
        </p:nvSpPr>
        <p:spPr>
          <a:xfrm>
            <a:off x="3847247" y="2767432"/>
            <a:ext cx="1369588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Desvío máximo α</a:t>
            </a:r>
            <a:endParaRPr lang="en-US" sz="1175" dirty="0"/>
          </a:p>
        </p:txBody>
      </p:sp>
      <p:sp>
        <p:nvSpPr>
          <p:cNvPr id="15" name="Text 13"/>
          <p:cNvSpPr txBox="1"/>
          <p:nvPr/>
        </p:nvSpPr>
        <p:spPr>
          <a:xfrm>
            <a:off x="5397886" y="2692908"/>
            <a:ext cx="639623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0,35</a:t>
            </a:r>
            <a:endParaRPr lang="en-US" sz="1763" dirty="0"/>
          </a:p>
        </p:txBody>
      </p:sp>
      <p:sp>
        <p:nvSpPr>
          <p:cNvPr id="16" name="Text 14"/>
          <p:cNvSpPr txBox="1"/>
          <p:nvPr/>
        </p:nvSpPr>
        <p:spPr>
          <a:xfrm>
            <a:off x="6294181" y="2767432"/>
            <a:ext cx="1573865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extra β</a:t>
            </a:r>
            <a:endParaRPr lang="en-US" sz="1175" dirty="0"/>
          </a:p>
        </p:txBody>
      </p:sp>
      <p:sp>
        <p:nvSpPr>
          <p:cNvPr id="17" name="Text 15"/>
          <p:cNvSpPr txBox="1"/>
          <p:nvPr/>
        </p:nvSpPr>
        <p:spPr>
          <a:xfrm>
            <a:off x="7816931" y="2692908"/>
            <a:ext cx="670987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0,60</a:t>
            </a:r>
            <a:endParaRPr lang="en-US" sz="1763" dirty="0"/>
          </a:p>
        </p:txBody>
      </p:sp>
      <p:sp>
        <p:nvSpPr>
          <p:cNvPr id="18" name="Text 16"/>
          <p:cNvSpPr txBox="1"/>
          <p:nvPr/>
        </p:nvSpPr>
        <p:spPr>
          <a:xfrm>
            <a:off x="3847247" y="3326496"/>
            <a:ext cx="1514704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del riesgo wR</a:t>
            </a:r>
            <a:endParaRPr lang="en-US" sz="1175" dirty="0"/>
          </a:p>
        </p:txBody>
      </p:sp>
      <p:sp>
        <p:nvSpPr>
          <p:cNvPr id="19" name="Text 17"/>
          <p:cNvSpPr txBox="1"/>
          <p:nvPr/>
        </p:nvSpPr>
        <p:spPr>
          <a:xfrm>
            <a:off x="5562204" y="3251972"/>
            <a:ext cx="455554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</a:t>
            </a:r>
            <a:endParaRPr lang="en-US" sz="1763" dirty="0"/>
          </a:p>
        </p:txBody>
      </p:sp>
      <p:sp>
        <p:nvSpPr>
          <p:cNvPr id="20" name="Text 18"/>
          <p:cNvSpPr txBox="1"/>
          <p:nvPr/>
        </p:nvSpPr>
        <p:spPr>
          <a:xfrm>
            <a:off x="6294181" y="3281782"/>
            <a:ext cx="1245413" cy="491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Respetar zonas</a:t>
            </a:r>
            <a:endParaRPr lang="en-US" sz="1175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175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restringidas</a:t>
            </a:r>
            <a:endParaRPr lang="en-US" sz="1175" dirty="0"/>
          </a:p>
        </p:txBody>
      </p:sp>
      <p:sp>
        <p:nvSpPr>
          <p:cNvPr id="21" name="Text 19"/>
          <p:cNvSpPr txBox="1"/>
          <p:nvPr/>
        </p:nvSpPr>
        <p:spPr>
          <a:xfrm>
            <a:off x="8125084" y="3251972"/>
            <a:ext cx="326166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</a:t>
            </a:r>
            <a:endParaRPr lang="en-US" sz="1763" dirty="0"/>
          </a:p>
        </p:txBody>
      </p:sp>
      <p:sp>
        <p:nvSpPr>
          <p:cNvPr id="22" name="Text 20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35</a:t>
            </a:r>
            <a:endParaRPr lang="en-US" sz="88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6E2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62"/>
          <p:cNvSpPr/>
          <p:nvPr/>
        </p:nvSpPr>
        <p:spPr>
          <a:xfrm>
            <a:off x="764987" y="1239286"/>
            <a:ext cx="7612563" cy="587045"/>
          </a:xfrm>
          <a:custGeom>
            <a:avLst/>
            <a:gdLst/>
            <a:ahLst/>
            <a:cxnLst/>
            <a:rect l="l" t="t" r="r" b="b"/>
            <a:pathLst>
              <a:path w="7612563" h="587045">
                <a:moveTo>
                  <a:pt x="0" y="0"/>
                </a:moveTo>
                <a:lnTo>
                  <a:pt x="7612563" y="0"/>
                </a:lnTo>
                <a:lnTo>
                  <a:pt x="7612563" y="9327"/>
                </a:lnTo>
                <a:lnTo>
                  <a:pt x="0" y="9327"/>
                </a:lnTo>
                <a:close/>
              </a:path>
              <a:path w="7612563" h="587045">
                <a:moveTo>
                  <a:pt x="0" y="577718"/>
                </a:moveTo>
                <a:lnTo>
                  <a:pt x="7612563" y="577718"/>
                </a:lnTo>
                <a:lnTo>
                  <a:pt x="7612563" y="587045"/>
                </a:lnTo>
                <a:lnTo>
                  <a:pt x="0" y="587045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63"/>
          <p:cNvSpPr/>
          <p:nvPr/>
        </p:nvSpPr>
        <p:spPr>
          <a:xfrm>
            <a:off x="1959102" y="3345150"/>
            <a:ext cx="6418448" cy="18654"/>
          </a:xfrm>
          <a:custGeom>
            <a:avLst/>
            <a:gdLst/>
            <a:ahLst/>
            <a:cxnLst/>
            <a:rect l="l" t="t" r="r" b="b"/>
            <a:pathLst>
              <a:path w="6418448" h="18654">
                <a:moveTo>
                  <a:pt x="0" y="0"/>
                </a:moveTo>
                <a:lnTo>
                  <a:pt x="6418448" y="0"/>
                </a:lnTo>
                <a:lnTo>
                  <a:pt x="6418448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202722"/>
          </a:solidFill>
          <a:ln/>
        </p:spPr>
      </p:sp>
      <p:sp>
        <p:nvSpPr>
          <p:cNvPr id="4" name="Forma 164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4987" y="559064"/>
            <a:ext cx="226359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1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· COSTO DE UN TRAMO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764987" y="829269"/>
            <a:ext cx="7480066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1"/>
              </a:lnSpc>
              <a:buNone/>
            </a:pPr>
            <a:r>
              <a:rPr lang="en-US" sz="1548" dirty="0">
                <a:solidFill>
                  <a:srgbClr val="4B56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 compara kilómetros. La propuesta incorpora condiciones del tramo.</a:t>
            </a:r>
            <a:endParaRPr lang="en-US" sz="1548" dirty="0"/>
          </a:p>
        </p:txBody>
      </p:sp>
      <p:sp>
        <p:nvSpPr>
          <p:cNvPr id="7" name="Text 5"/>
          <p:cNvSpPr txBox="1"/>
          <p:nvPr/>
        </p:nvSpPr>
        <p:spPr>
          <a:xfrm>
            <a:off x="764987" y="1518818"/>
            <a:ext cx="39556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spc="79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881" dirty="0"/>
          </a:p>
        </p:txBody>
      </p:sp>
      <p:sp>
        <p:nvSpPr>
          <p:cNvPr id="8" name="Text 6"/>
          <p:cNvSpPr txBox="1"/>
          <p:nvPr/>
        </p:nvSpPr>
        <p:spPr>
          <a:xfrm>
            <a:off x="1307501" y="1360444"/>
            <a:ext cx="2361164" cy="405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2135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c(e) = longitud</a:t>
            </a:r>
            <a:endParaRPr lang="en-US" sz="2135" dirty="0"/>
          </a:p>
        </p:txBody>
      </p:sp>
      <p:sp>
        <p:nvSpPr>
          <p:cNvPr id="9" name="Text 7"/>
          <p:cNvSpPr txBox="1"/>
          <p:nvPr/>
        </p:nvSpPr>
        <p:spPr>
          <a:xfrm>
            <a:off x="7577267" y="1509492"/>
            <a:ext cx="97109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pgr_dijkstra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764987" y="2301545"/>
            <a:ext cx="815462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spc="94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PROPUESTA</a:t>
            </a:r>
            <a:endParaRPr lang="en-US" sz="881" dirty="0"/>
          </a:p>
        </p:txBody>
      </p:sp>
      <p:sp>
        <p:nvSpPr>
          <p:cNvPr id="11" name="Text 9"/>
          <p:cNvSpPr txBox="1"/>
          <p:nvPr/>
        </p:nvSpPr>
        <p:spPr>
          <a:xfrm>
            <a:off x="1682405" y="2161733"/>
            <a:ext cx="1074969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5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c(e,u</a:t>
            </a:r>
            <a:endParaRPr lang="en-US" sz="2860" dirty="0"/>
          </a:p>
        </p:txBody>
      </p:sp>
      <p:sp>
        <p:nvSpPr>
          <p:cNvPr id="12" name="Text 10"/>
          <p:cNvSpPr txBox="1"/>
          <p:nvPr/>
        </p:nvSpPr>
        <p:spPr>
          <a:xfrm>
            <a:off x="2566446" y="2161733"/>
            <a:ext cx="482163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dirty="0">
                <a:solidFill>
                  <a:srgbClr val="2027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860" dirty="0"/>
          </a:p>
        </p:txBody>
      </p:sp>
      <p:sp>
        <p:nvSpPr>
          <p:cNvPr id="13" name="Text 11"/>
          <p:cNvSpPr txBox="1"/>
          <p:nvPr/>
        </p:nvSpPr>
        <p:spPr>
          <a:xfrm>
            <a:off x="2921142" y="2161733"/>
            <a:ext cx="1978579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5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v) = </a:t>
            </a:r>
            <a:pPr algn="l" indent="0" marL="0">
              <a:lnSpc>
                <a:spcPts val="3438"/>
              </a:lnSpc>
              <a:buNone/>
            </a:pPr>
            <a:r>
              <a:rPr lang="en-US" sz="2860" b="1" spc="-55" kern="0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largo</a:t>
            </a:r>
            <a:endParaRPr lang="en-US" sz="2860" dirty="0"/>
          </a:p>
        </p:txBody>
      </p:sp>
      <p:sp>
        <p:nvSpPr>
          <p:cNvPr id="14" name="Text 12"/>
          <p:cNvSpPr txBox="1"/>
          <p:nvPr/>
        </p:nvSpPr>
        <p:spPr>
          <a:xfrm>
            <a:off x="4793010" y="2161733"/>
            <a:ext cx="697779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46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3438"/>
              </a:lnSpc>
              <a:buNone/>
            </a:pPr>
            <a:r>
              <a:rPr lang="en-US" sz="2860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860" dirty="0"/>
          </a:p>
        </p:txBody>
      </p:sp>
      <p:sp>
        <p:nvSpPr>
          <p:cNvPr id="15" name="Text 13"/>
          <p:cNvSpPr txBox="1"/>
          <p:nvPr/>
        </p:nvSpPr>
        <p:spPr>
          <a:xfrm>
            <a:off x="5684185" y="2161733"/>
            <a:ext cx="2045147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46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3438"/>
              </a:lnSpc>
              <a:buNone/>
            </a:pPr>
            <a:r>
              <a:rPr lang="en-US" sz="2860" b="1" spc="37" kern="0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(1 + w ·</a:t>
            </a:r>
            <a:endParaRPr lang="en-US" sz="2860" dirty="0"/>
          </a:p>
        </p:txBody>
      </p:sp>
      <p:sp>
        <p:nvSpPr>
          <p:cNvPr id="16" name="Text 14"/>
          <p:cNvSpPr txBox="1"/>
          <p:nvPr/>
        </p:nvSpPr>
        <p:spPr>
          <a:xfrm>
            <a:off x="1682405" y="2627620"/>
            <a:ext cx="2208459" cy="54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860" b="1" spc="-59" kern="0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riesgo)</a:t>
            </a:r>
            <a:pPr algn="l" indent="0" marL="0">
              <a:lnSpc>
                <a:spcPts val="3438"/>
              </a:lnSpc>
              <a:buNone/>
            </a:pPr>
            <a:r>
              <a:rPr lang="en-US" sz="2860" b="1" spc="-46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× </a:t>
            </a:r>
            <a:pPr algn="l" indent="0" marL="0">
              <a:lnSpc>
                <a:spcPts val="3438"/>
              </a:lnSpc>
              <a:buNone/>
            </a:pPr>
            <a:r>
              <a:rPr lang="en-US" sz="2860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860" dirty="0"/>
          </a:p>
        </p:txBody>
      </p:sp>
      <p:sp>
        <p:nvSpPr>
          <p:cNvPr id="17" name="Text 15"/>
          <p:cNvSpPr txBox="1"/>
          <p:nvPr/>
        </p:nvSpPr>
        <p:spPr>
          <a:xfrm>
            <a:off x="1959102" y="3456981"/>
            <a:ext cx="930676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f_viento</a:t>
            </a:r>
            <a:endParaRPr lang="en-US" sz="1391" dirty="0"/>
          </a:p>
        </p:txBody>
      </p:sp>
      <p:sp>
        <p:nvSpPr>
          <p:cNvPr id="18" name="Text 16"/>
          <p:cNvSpPr txBox="1"/>
          <p:nvPr/>
        </p:nvSpPr>
        <p:spPr>
          <a:xfrm>
            <a:off x="1959102" y="3697376"/>
            <a:ext cx="2091233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de frente según el</a:t>
            </a:r>
            <a:endParaRPr lang="en-US" sz="1028" dirty="0"/>
          </a:p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sentido del tramo</a:t>
            </a:r>
            <a:endParaRPr lang="en-US" sz="1028" dirty="0"/>
          </a:p>
        </p:txBody>
      </p:sp>
      <p:sp>
        <p:nvSpPr>
          <p:cNvPr id="19" name="Text 17"/>
          <p:cNvSpPr txBox="1"/>
          <p:nvPr/>
        </p:nvSpPr>
        <p:spPr>
          <a:xfrm>
            <a:off x="4207429" y="3456981"/>
            <a:ext cx="704362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</a:t>
            </a:r>
            <a:endParaRPr lang="en-US" sz="1391" dirty="0"/>
          </a:p>
        </p:txBody>
      </p:sp>
      <p:sp>
        <p:nvSpPr>
          <p:cNvPr id="20" name="Text 18"/>
          <p:cNvSpPr txBox="1"/>
          <p:nvPr/>
        </p:nvSpPr>
        <p:spPr>
          <a:xfrm>
            <a:off x="4207429" y="3697376"/>
            <a:ext cx="3657600" cy="400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+ incendios históricos +</a:t>
            </a:r>
            <a:endParaRPr lang="en-US" sz="1028" dirty="0"/>
          </a:p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GNSS (0,3333 en todos los tramos)</a:t>
            </a:r>
            <a:endParaRPr lang="en-US" sz="1028" dirty="0"/>
          </a:p>
        </p:txBody>
      </p:sp>
      <p:sp>
        <p:nvSpPr>
          <p:cNvPr id="21" name="Text 19"/>
          <p:cNvSpPr txBox="1"/>
          <p:nvPr/>
        </p:nvSpPr>
        <p:spPr>
          <a:xfrm>
            <a:off x="6455755" y="3456981"/>
            <a:ext cx="831372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p_local</a:t>
            </a:r>
            <a:endParaRPr lang="en-US" sz="1391" dirty="0"/>
          </a:p>
        </p:txBody>
      </p:sp>
      <p:sp>
        <p:nvSpPr>
          <p:cNvPr id="22" name="Text 20"/>
          <p:cNvSpPr txBox="1"/>
          <p:nvPr/>
        </p:nvSpPr>
        <p:spPr>
          <a:xfrm>
            <a:off x="6455755" y="3697376"/>
            <a:ext cx="2131649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penaliza aristas cercanas a una</a:t>
            </a:r>
            <a:endParaRPr lang="en-US" sz="1028" dirty="0"/>
          </a:p>
          <a:p>
            <a:pPr algn="l" indent="0" marL="0">
              <a:lnSpc>
                <a:spcPts val="1396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ya detectada</a:t>
            </a:r>
            <a:endParaRPr lang="en-US" sz="1028" dirty="0"/>
          </a:p>
        </p:txBody>
      </p:sp>
      <p:sp>
        <p:nvSpPr>
          <p:cNvPr id="23" name="Text 21"/>
          <p:cNvSpPr txBox="1"/>
          <p:nvPr/>
        </p:nvSpPr>
        <p:spPr>
          <a:xfrm>
            <a:off x="3348807" y="1483888"/>
            <a:ext cx="449153" cy="304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596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km</a:t>
            </a:r>
            <a:endParaRPr lang="en-US" sz="1596" dirty="0"/>
          </a:p>
        </p:txBody>
      </p:sp>
      <p:sp>
        <p:nvSpPr>
          <p:cNvPr id="24" name="Text 22"/>
          <p:cNvSpPr txBox="1"/>
          <p:nvPr/>
        </p:nvSpPr>
        <p:spPr>
          <a:xfrm>
            <a:off x="4612051" y="2413376"/>
            <a:ext cx="287304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spc="-36" kern="0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</a:t>
            </a:r>
            <a:endParaRPr lang="en-US" sz="1175" dirty="0"/>
          </a:p>
        </p:txBody>
      </p:sp>
      <p:sp>
        <p:nvSpPr>
          <p:cNvPr id="25" name="Text 23"/>
          <p:cNvSpPr txBox="1"/>
          <p:nvPr/>
        </p:nvSpPr>
        <p:spPr>
          <a:xfrm>
            <a:off x="5340279" y="2413376"/>
            <a:ext cx="469819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spc="-60" kern="0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viento</a:t>
            </a:r>
            <a:endParaRPr lang="en-US" sz="1175" dirty="0"/>
          </a:p>
        </p:txBody>
      </p:sp>
      <p:sp>
        <p:nvSpPr>
          <p:cNvPr id="26" name="Text 24"/>
          <p:cNvSpPr txBox="1"/>
          <p:nvPr/>
        </p:nvSpPr>
        <p:spPr>
          <a:xfrm>
            <a:off x="7184258" y="2413376"/>
            <a:ext cx="19531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75" dirty="0"/>
          </a:p>
        </p:txBody>
      </p:sp>
      <p:sp>
        <p:nvSpPr>
          <p:cNvPr id="27" name="Text 25"/>
          <p:cNvSpPr txBox="1"/>
          <p:nvPr/>
        </p:nvSpPr>
        <p:spPr>
          <a:xfrm>
            <a:off x="3578596" y="2879263"/>
            <a:ext cx="377647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spc="-57" kern="0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75" dirty="0"/>
          </a:p>
        </p:txBody>
      </p:sp>
      <p:sp>
        <p:nvSpPr>
          <p:cNvPr id="28" name="Text 2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35</a:t>
            </a:r>
            <a:endParaRPr lang="en-US" sz="88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65"/>
          <p:cNvSpPr/>
          <p:nvPr/>
        </p:nvSpPr>
        <p:spPr>
          <a:xfrm>
            <a:off x="615757" y="3307842"/>
            <a:ext cx="18654" cy="931774"/>
          </a:xfrm>
          <a:custGeom>
            <a:avLst/>
            <a:gdLst/>
            <a:ahLst/>
            <a:cxnLst/>
            <a:rect l="l" t="t" r="r" b="b"/>
            <a:pathLst>
              <a:path w="18654" h="931774">
                <a:moveTo>
                  <a:pt x="0" y="0"/>
                </a:moveTo>
                <a:lnTo>
                  <a:pt x="18654" y="0"/>
                </a:lnTo>
                <a:lnTo>
                  <a:pt x="18654" y="400690"/>
                </a:lnTo>
                <a:lnTo>
                  <a:pt x="0" y="400690"/>
                </a:lnTo>
                <a:close/>
              </a:path>
              <a:path w="18654" h="931774">
                <a:moveTo>
                  <a:pt x="0" y="531084"/>
                </a:moveTo>
                <a:lnTo>
                  <a:pt x="18654" y="531084"/>
                </a:lnTo>
                <a:lnTo>
                  <a:pt x="18654" y="931774"/>
                </a:lnTo>
                <a:lnTo>
                  <a:pt x="0" y="93177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166"/>
          <p:cNvSpPr/>
          <p:nvPr/>
        </p:nvSpPr>
        <p:spPr>
          <a:xfrm>
            <a:off x="615757" y="4621652"/>
            <a:ext cx="1697858" cy="9327"/>
          </a:xfrm>
          <a:custGeom>
            <a:avLst/>
            <a:gdLst/>
            <a:ahLst/>
            <a:cxnLst/>
            <a:rect l="l" t="t" r="r" b="b"/>
            <a:pathLst>
              <a:path w="1697858" h="9327">
                <a:moveTo>
                  <a:pt x="0" y="0"/>
                </a:moveTo>
                <a:lnTo>
                  <a:pt x="27981" y="0"/>
                </a:lnTo>
                <a:lnTo>
                  <a:pt x="27981" y="9327"/>
                </a:lnTo>
                <a:lnTo>
                  <a:pt x="0" y="9327"/>
                </a:lnTo>
              </a:path>
              <a:path w="1697858" h="9327">
                <a:moveTo>
                  <a:pt x="46360" y="0"/>
                </a:moveTo>
                <a:lnTo>
                  <a:pt x="74341" y="0"/>
                </a:lnTo>
                <a:lnTo>
                  <a:pt x="74341" y="9327"/>
                </a:lnTo>
                <a:lnTo>
                  <a:pt x="46360" y="9327"/>
                </a:lnTo>
              </a:path>
              <a:path w="1697858" h="9327">
                <a:moveTo>
                  <a:pt x="92812" y="0"/>
                </a:moveTo>
                <a:lnTo>
                  <a:pt x="120792" y="0"/>
                </a:lnTo>
                <a:lnTo>
                  <a:pt x="120792" y="9327"/>
                </a:lnTo>
                <a:lnTo>
                  <a:pt x="92812" y="9327"/>
                </a:lnTo>
              </a:path>
              <a:path w="1697858" h="9327">
                <a:moveTo>
                  <a:pt x="139172" y="0"/>
                </a:moveTo>
                <a:lnTo>
                  <a:pt x="167152" y="0"/>
                </a:lnTo>
                <a:lnTo>
                  <a:pt x="167152" y="9327"/>
                </a:lnTo>
                <a:lnTo>
                  <a:pt x="139172" y="9327"/>
                </a:lnTo>
              </a:path>
              <a:path w="1697858" h="9327">
                <a:moveTo>
                  <a:pt x="185532" y="0"/>
                </a:moveTo>
                <a:lnTo>
                  <a:pt x="213512" y="0"/>
                </a:lnTo>
                <a:lnTo>
                  <a:pt x="213512" y="9327"/>
                </a:lnTo>
                <a:lnTo>
                  <a:pt x="185532" y="9327"/>
                </a:lnTo>
              </a:path>
              <a:path w="1697858" h="9327">
                <a:moveTo>
                  <a:pt x="231892" y="0"/>
                </a:moveTo>
                <a:lnTo>
                  <a:pt x="259964" y="0"/>
                </a:lnTo>
                <a:lnTo>
                  <a:pt x="259964" y="9327"/>
                </a:lnTo>
                <a:lnTo>
                  <a:pt x="231892" y="9327"/>
                </a:lnTo>
              </a:path>
              <a:path w="1697858" h="9327">
                <a:moveTo>
                  <a:pt x="278343" y="0"/>
                </a:moveTo>
                <a:lnTo>
                  <a:pt x="306324" y="0"/>
                </a:lnTo>
                <a:lnTo>
                  <a:pt x="306324" y="9327"/>
                </a:lnTo>
                <a:lnTo>
                  <a:pt x="278343" y="9327"/>
                </a:lnTo>
              </a:path>
              <a:path w="1697858" h="9327">
                <a:moveTo>
                  <a:pt x="324703" y="0"/>
                </a:moveTo>
                <a:lnTo>
                  <a:pt x="352684" y="0"/>
                </a:lnTo>
                <a:lnTo>
                  <a:pt x="352684" y="9327"/>
                </a:lnTo>
                <a:lnTo>
                  <a:pt x="324703" y="9327"/>
                </a:lnTo>
              </a:path>
              <a:path w="1697858" h="9327">
                <a:moveTo>
                  <a:pt x="371064" y="0"/>
                </a:moveTo>
                <a:lnTo>
                  <a:pt x="399044" y="0"/>
                </a:lnTo>
                <a:lnTo>
                  <a:pt x="399044" y="9327"/>
                </a:lnTo>
                <a:lnTo>
                  <a:pt x="371064" y="9327"/>
                </a:lnTo>
              </a:path>
              <a:path w="1697858" h="9327">
                <a:moveTo>
                  <a:pt x="417515" y="0"/>
                </a:moveTo>
                <a:lnTo>
                  <a:pt x="445496" y="0"/>
                </a:lnTo>
                <a:lnTo>
                  <a:pt x="445496" y="9327"/>
                </a:lnTo>
                <a:lnTo>
                  <a:pt x="417515" y="9327"/>
                </a:lnTo>
              </a:path>
              <a:path w="1697858" h="9327">
                <a:moveTo>
                  <a:pt x="463875" y="0"/>
                </a:moveTo>
                <a:lnTo>
                  <a:pt x="491856" y="0"/>
                </a:lnTo>
                <a:lnTo>
                  <a:pt x="491856" y="9327"/>
                </a:lnTo>
                <a:lnTo>
                  <a:pt x="463875" y="9327"/>
                </a:lnTo>
              </a:path>
              <a:path w="1697858" h="9327">
                <a:moveTo>
                  <a:pt x="510235" y="0"/>
                </a:moveTo>
                <a:lnTo>
                  <a:pt x="538216" y="0"/>
                </a:lnTo>
                <a:lnTo>
                  <a:pt x="538216" y="9327"/>
                </a:lnTo>
                <a:lnTo>
                  <a:pt x="510235" y="9327"/>
                </a:lnTo>
              </a:path>
              <a:path w="1697858" h="9327">
                <a:moveTo>
                  <a:pt x="556595" y="0"/>
                </a:moveTo>
                <a:lnTo>
                  <a:pt x="584667" y="0"/>
                </a:lnTo>
                <a:lnTo>
                  <a:pt x="584667" y="9327"/>
                </a:lnTo>
                <a:lnTo>
                  <a:pt x="556595" y="9327"/>
                </a:lnTo>
              </a:path>
              <a:path w="1697858" h="9327">
                <a:moveTo>
                  <a:pt x="603047" y="0"/>
                </a:moveTo>
                <a:lnTo>
                  <a:pt x="631027" y="0"/>
                </a:lnTo>
                <a:lnTo>
                  <a:pt x="631027" y="9327"/>
                </a:lnTo>
                <a:lnTo>
                  <a:pt x="603047" y="9327"/>
                </a:lnTo>
              </a:path>
              <a:path w="1697858" h="9327">
                <a:moveTo>
                  <a:pt x="649407" y="0"/>
                </a:moveTo>
                <a:lnTo>
                  <a:pt x="677388" y="0"/>
                </a:lnTo>
                <a:lnTo>
                  <a:pt x="677388" y="9327"/>
                </a:lnTo>
                <a:lnTo>
                  <a:pt x="649407" y="9327"/>
                </a:lnTo>
              </a:path>
              <a:path w="1697858" h="9327">
                <a:moveTo>
                  <a:pt x="695767" y="0"/>
                </a:moveTo>
                <a:lnTo>
                  <a:pt x="723748" y="0"/>
                </a:lnTo>
                <a:lnTo>
                  <a:pt x="723748" y="9327"/>
                </a:lnTo>
                <a:lnTo>
                  <a:pt x="695767" y="9327"/>
                </a:lnTo>
              </a:path>
              <a:path w="1697858" h="9327">
                <a:moveTo>
                  <a:pt x="742218" y="0"/>
                </a:moveTo>
                <a:lnTo>
                  <a:pt x="770199" y="0"/>
                </a:lnTo>
                <a:lnTo>
                  <a:pt x="770199" y="9327"/>
                </a:lnTo>
                <a:lnTo>
                  <a:pt x="742218" y="9327"/>
                </a:lnTo>
              </a:path>
              <a:path w="1697858" h="9327">
                <a:moveTo>
                  <a:pt x="788579" y="0"/>
                </a:moveTo>
                <a:lnTo>
                  <a:pt x="816559" y="0"/>
                </a:lnTo>
                <a:lnTo>
                  <a:pt x="816559" y="9327"/>
                </a:lnTo>
                <a:lnTo>
                  <a:pt x="788579" y="9327"/>
                </a:lnTo>
              </a:path>
              <a:path w="1697858" h="9327">
                <a:moveTo>
                  <a:pt x="834939" y="0"/>
                </a:moveTo>
                <a:lnTo>
                  <a:pt x="862919" y="0"/>
                </a:lnTo>
                <a:lnTo>
                  <a:pt x="862919" y="9327"/>
                </a:lnTo>
                <a:lnTo>
                  <a:pt x="834939" y="9327"/>
                </a:lnTo>
              </a:path>
              <a:path w="1697858" h="9327">
                <a:moveTo>
                  <a:pt x="881299" y="0"/>
                </a:moveTo>
                <a:lnTo>
                  <a:pt x="909371" y="0"/>
                </a:lnTo>
                <a:lnTo>
                  <a:pt x="909371" y="9327"/>
                </a:lnTo>
                <a:lnTo>
                  <a:pt x="881299" y="9327"/>
                </a:lnTo>
              </a:path>
              <a:path w="1697858" h="9327">
                <a:moveTo>
                  <a:pt x="927750" y="0"/>
                </a:moveTo>
                <a:lnTo>
                  <a:pt x="955731" y="0"/>
                </a:lnTo>
                <a:lnTo>
                  <a:pt x="955731" y="9327"/>
                </a:lnTo>
                <a:lnTo>
                  <a:pt x="927750" y="9327"/>
                </a:lnTo>
              </a:path>
              <a:path w="1697858" h="9327">
                <a:moveTo>
                  <a:pt x="974110" y="0"/>
                </a:moveTo>
                <a:lnTo>
                  <a:pt x="1002091" y="0"/>
                </a:lnTo>
                <a:lnTo>
                  <a:pt x="1002091" y="9327"/>
                </a:lnTo>
                <a:lnTo>
                  <a:pt x="974110" y="9327"/>
                </a:lnTo>
              </a:path>
              <a:path w="1697858" h="9327">
                <a:moveTo>
                  <a:pt x="1020470" y="0"/>
                </a:moveTo>
                <a:lnTo>
                  <a:pt x="1048451" y="0"/>
                </a:lnTo>
                <a:lnTo>
                  <a:pt x="1048451" y="9327"/>
                </a:lnTo>
                <a:lnTo>
                  <a:pt x="1020470" y="9327"/>
                </a:lnTo>
              </a:path>
              <a:path w="1697858" h="9327">
                <a:moveTo>
                  <a:pt x="1066922" y="0"/>
                </a:moveTo>
                <a:lnTo>
                  <a:pt x="1094903" y="0"/>
                </a:lnTo>
                <a:lnTo>
                  <a:pt x="1094903" y="9327"/>
                </a:lnTo>
                <a:lnTo>
                  <a:pt x="1066922" y="9327"/>
                </a:lnTo>
              </a:path>
              <a:path w="1697858" h="9327">
                <a:moveTo>
                  <a:pt x="1113282" y="0"/>
                </a:moveTo>
                <a:lnTo>
                  <a:pt x="1141263" y="0"/>
                </a:lnTo>
                <a:lnTo>
                  <a:pt x="1141263" y="9327"/>
                </a:lnTo>
                <a:lnTo>
                  <a:pt x="1113282" y="9327"/>
                </a:lnTo>
              </a:path>
              <a:path w="1697858" h="9327">
                <a:moveTo>
                  <a:pt x="1159642" y="0"/>
                </a:moveTo>
                <a:lnTo>
                  <a:pt x="1187623" y="0"/>
                </a:lnTo>
                <a:lnTo>
                  <a:pt x="1187623" y="9327"/>
                </a:lnTo>
                <a:lnTo>
                  <a:pt x="1159642" y="9327"/>
                </a:lnTo>
              </a:path>
              <a:path w="1697858" h="9327">
                <a:moveTo>
                  <a:pt x="1206002" y="0"/>
                </a:moveTo>
                <a:lnTo>
                  <a:pt x="1234074" y="0"/>
                </a:lnTo>
                <a:lnTo>
                  <a:pt x="1234074" y="9327"/>
                </a:lnTo>
                <a:lnTo>
                  <a:pt x="1206002" y="9327"/>
                </a:lnTo>
              </a:path>
              <a:path w="1697858" h="9327">
                <a:moveTo>
                  <a:pt x="1252454" y="0"/>
                </a:moveTo>
                <a:lnTo>
                  <a:pt x="1280434" y="0"/>
                </a:lnTo>
                <a:lnTo>
                  <a:pt x="1280434" y="9327"/>
                </a:lnTo>
                <a:lnTo>
                  <a:pt x="1252454" y="9327"/>
                </a:lnTo>
              </a:path>
              <a:path w="1697858" h="9327">
                <a:moveTo>
                  <a:pt x="1298814" y="0"/>
                </a:moveTo>
                <a:lnTo>
                  <a:pt x="1326794" y="0"/>
                </a:lnTo>
                <a:lnTo>
                  <a:pt x="1326794" y="9327"/>
                </a:lnTo>
                <a:lnTo>
                  <a:pt x="1298814" y="9327"/>
                </a:lnTo>
              </a:path>
              <a:path w="1697858" h="9327">
                <a:moveTo>
                  <a:pt x="1345174" y="0"/>
                </a:moveTo>
                <a:lnTo>
                  <a:pt x="1373154" y="0"/>
                </a:lnTo>
                <a:lnTo>
                  <a:pt x="1373154" y="9327"/>
                </a:lnTo>
                <a:lnTo>
                  <a:pt x="1345174" y="9327"/>
                </a:lnTo>
              </a:path>
              <a:path w="1697858" h="9327">
                <a:moveTo>
                  <a:pt x="1391625" y="0"/>
                </a:moveTo>
                <a:lnTo>
                  <a:pt x="1419606" y="0"/>
                </a:lnTo>
                <a:lnTo>
                  <a:pt x="1419606" y="9327"/>
                </a:lnTo>
                <a:lnTo>
                  <a:pt x="1391625" y="9327"/>
                </a:lnTo>
              </a:path>
              <a:path w="1697858" h="9327">
                <a:moveTo>
                  <a:pt x="1437985" y="0"/>
                </a:moveTo>
                <a:lnTo>
                  <a:pt x="1465966" y="0"/>
                </a:lnTo>
                <a:lnTo>
                  <a:pt x="1465966" y="9327"/>
                </a:lnTo>
                <a:lnTo>
                  <a:pt x="1437985" y="9327"/>
                </a:lnTo>
              </a:path>
              <a:path w="1697858" h="9327">
                <a:moveTo>
                  <a:pt x="1484346" y="0"/>
                </a:moveTo>
                <a:lnTo>
                  <a:pt x="1512326" y="0"/>
                </a:lnTo>
                <a:lnTo>
                  <a:pt x="1512326" y="9327"/>
                </a:lnTo>
                <a:lnTo>
                  <a:pt x="1484346" y="9327"/>
                </a:lnTo>
              </a:path>
              <a:path w="1697858" h="9327">
                <a:moveTo>
                  <a:pt x="1530706" y="0"/>
                </a:moveTo>
                <a:lnTo>
                  <a:pt x="1558778" y="0"/>
                </a:lnTo>
                <a:lnTo>
                  <a:pt x="1558778" y="9327"/>
                </a:lnTo>
                <a:lnTo>
                  <a:pt x="1530706" y="9327"/>
                </a:lnTo>
              </a:path>
              <a:path w="1697858" h="9327">
                <a:moveTo>
                  <a:pt x="1577157" y="0"/>
                </a:moveTo>
                <a:lnTo>
                  <a:pt x="1605138" y="0"/>
                </a:lnTo>
                <a:lnTo>
                  <a:pt x="1605138" y="9327"/>
                </a:lnTo>
                <a:lnTo>
                  <a:pt x="1577157" y="9327"/>
                </a:lnTo>
              </a:path>
              <a:path w="1697858" h="9327">
                <a:moveTo>
                  <a:pt x="1623517" y="0"/>
                </a:moveTo>
                <a:lnTo>
                  <a:pt x="1651498" y="0"/>
                </a:lnTo>
                <a:lnTo>
                  <a:pt x="1651498" y="9327"/>
                </a:lnTo>
                <a:lnTo>
                  <a:pt x="1623517" y="9327"/>
                </a:lnTo>
              </a:path>
              <a:path w="1697858" h="9327">
                <a:moveTo>
                  <a:pt x="1669877" y="0"/>
                </a:moveTo>
                <a:lnTo>
                  <a:pt x="1697858" y="0"/>
                </a:lnTo>
                <a:lnTo>
                  <a:pt x="1697858" y="9327"/>
                </a:lnTo>
                <a:lnTo>
                  <a:pt x="1669877" y="9327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4" name="Forma 167"/>
          <p:cNvSpPr/>
          <p:nvPr/>
        </p:nvSpPr>
        <p:spPr>
          <a:xfrm>
            <a:off x="4285976" y="2239731"/>
            <a:ext cx="3840206" cy="2191817"/>
          </a:xfrm>
          <a:custGeom>
            <a:avLst/>
            <a:gdLst/>
            <a:ahLst/>
            <a:cxnLst/>
            <a:rect l="l" t="t" r="r" b="b"/>
            <a:pathLst>
              <a:path w="3840206" h="2191817">
                <a:moveTo>
                  <a:pt x="0" y="1145743"/>
                </a:moveTo>
                <a:lnTo>
                  <a:pt x="748071" y="99670"/>
                </a:lnTo>
                <a:lnTo>
                  <a:pt x="1645829" y="597743"/>
                </a:lnTo>
                <a:lnTo>
                  <a:pt x="2593421" y="0"/>
                </a:lnTo>
                <a:lnTo>
                  <a:pt x="3840206" y="697413"/>
                </a:lnTo>
                <a:moveTo>
                  <a:pt x="0" y="1145743"/>
                </a:moveTo>
                <a:lnTo>
                  <a:pt x="797997" y="2141982"/>
                </a:lnTo>
                <a:lnTo>
                  <a:pt x="1745590" y="1593982"/>
                </a:lnTo>
                <a:lnTo>
                  <a:pt x="2693182" y="2191817"/>
                </a:lnTo>
                <a:lnTo>
                  <a:pt x="3840206" y="1494404"/>
                </a:lnTo>
                <a:moveTo>
                  <a:pt x="748071" y="99670"/>
                </a:moveTo>
                <a:lnTo>
                  <a:pt x="1745590" y="1593982"/>
                </a:lnTo>
                <a:moveTo>
                  <a:pt x="1645829" y="597743"/>
                </a:moveTo>
                <a:lnTo>
                  <a:pt x="2693182" y="2191817"/>
                </a:lnTo>
                <a:moveTo>
                  <a:pt x="2593421" y="0"/>
                </a:moveTo>
                <a:lnTo>
                  <a:pt x="3840206" y="1494404"/>
                </a:lnTo>
                <a:moveTo>
                  <a:pt x="748071" y="99670"/>
                </a:moveTo>
                <a:lnTo>
                  <a:pt x="1745590" y="1593982"/>
                </a:lnTo>
                <a:lnTo>
                  <a:pt x="2593421" y="0"/>
                </a:lnTo>
              </a:path>
            </a:pathLst>
          </a:custGeom>
          <a:ln w="14961">
            <a:solidFill>
              <a:srgbClr val="A9A79D"/>
            </a:solidFill>
            <a:prstDash val="solid"/>
          </a:ln>
        </p:spPr>
      </p:sp>
      <p:sp>
        <p:nvSpPr>
          <p:cNvPr id="5" name="Forma 168"/>
          <p:cNvSpPr/>
          <p:nvPr/>
        </p:nvSpPr>
        <p:spPr>
          <a:xfrm>
            <a:off x="4285976" y="2239731"/>
            <a:ext cx="3840206" cy="1145743"/>
          </a:xfrm>
          <a:custGeom>
            <a:avLst/>
            <a:gdLst/>
            <a:ahLst/>
            <a:cxnLst/>
            <a:rect l="l" t="t" r="r" b="b"/>
            <a:pathLst>
              <a:path w="3840206" h="1145743">
                <a:moveTo>
                  <a:pt x="0" y="1145743"/>
                </a:moveTo>
                <a:lnTo>
                  <a:pt x="748071" y="99670"/>
                </a:lnTo>
                <a:lnTo>
                  <a:pt x="1645829" y="597743"/>
                </a:lnTo>
                <a:lnTo>
                  <a:pt x="2593421" y="0"/>
                </a:lnTo>
                <a:lnTo>
                  <a:pt x="3840206" y="697413"/>
                </a:lnTo>
              </a:path>
            </a:pathLst>
          </a:custGeom>
          <a:ln w="29921" cap="rnd">
            <a:solidFill>
              <a:srgbClr val="2D6075">
                <a:alpha val="60000"/>
              </a:srgbClr>
            </a:solidFill>
            <a:prstDash val="solid"/>
            <a:round/>
          </a:ln>
        </p:spPr>
      </p:sp>
      <p:sp>
        <p:nvSpPr>
          <p:cNvPr id="6" name="Forma 169"/>
          <p:cNvSpPr/>
          <p:nvPr/>
        </p:nvSpPr>
        <p:spPr>
          <a:xfrm>
            <a:off x="4270888" y="3370387"/>
            <a:ext cx="3870381" cy="1076157"/>
          </a:xfrm>
          <a:custGeom>
            <a:avLst/>
            <a:gdLst/>
            <a:ahLst/>
            <a:cxnLst/>
            <a:rect l="l" t="t" r="r" b="b"/>
            <a:pathLst>
              <a:path w="3870381" h="1076157">
                <a:moveTo>
                  <a:pt x="26792" y="5761"/>
                </a:moveTo>
                <a:lnTo>
                  <a:pt x="57973" y="44623"/>
                </a:lnTo>
                <a:cubicBezTo>
                  <a:pt x="59162" y="46177"/>
                  <a:pt x="60076" y="47915"/>
                  <a:pt x="60625" y="49835"/>
                </a:cubicBezTo>
                <a:cubicBezTo>
                  <a:pt x="61173" y="51755"/>
                  <a:pt x="61356" y="53675"/>
                  <a:pt x="61082" y="55596"/>
                </a:cubicBezTo>
                <a:cubicBezTo>
                  <a:pt x="60899" y="57607"/>
                  <a:pt x="60350" y="59436"/>
                  <a:pt x="59345" y="61173"/>
                </a:cubicBezTo>
                <a:cubicBezTo>
                  <a:pt x="58430" y="62911"/>
                  <a:pt x="57150" y="64374"/>
                  <a:pt x="55596" y="65654"/>
                </a:cubicBezTo>
                <a:cubicBezTo>
                  <a:pt x="54041" y="66843"/>
                  <a:pt x="52304" y="67757"/>
                  <a:pt x="50383" y="68306"/>
                </a:cubicBezTo>
                <a:cubicBezTo>
                  <a:pt x="48463" y="68854"/>
                  <a:pt x="46543" y="69037"/>
                  <a:pt x="44623" y="68854"/>
                </a:cubicBezTo>
                <a:cubicBezTo>
                  <a:pt x="42611" y="68580"/>
                  <a:pt x="40782" y="68031"/>
                  <a:pt x="39045" y="67026"/>
                </a:cubicBezTo>
                <a:cubicBezTo>
                  <a:pt x="37308" y="66111"/>
                  <a:pt x="35844" y="64831"/>
                  <a:pt x="34564" y="63276"/>
                </a:cubicBezTo>
                <a:lnTo>
                  <a:pt x="3383" y="24414"/>
                </a:lnTo>
                <a:cubicBezTo>
                  <a:pt x="2195" y="22860"/>
                  <a:pt x="1280" y="21123"/>
                  <a:pt x="732" y="19202"/>
                </a:cubicBezTo>
                <a:cubicBezTo>
                  <a:pt x="183" y="17282"/>
                  <a:pt x="0" y="15362"/>
                  <a:pt x="183" y="13442"/>
                </a:cubicBezTo>
                <a:cubicBezTo>
                  <a:pt x="457" y="11430"/>
                  <a:pt x="1006" y="9601"/>
                  <a:pt x="2012" y="7864"/>
                </a:cubicBezTo>
                <a:cubicBezTo>
                  <a:pt x="2926" y="6126"/>
                  <a:pt x="4206" y="4663"/>
                  <a:pt x="5761" y="3383"/>
                </a:cubicBezTo>
                <a:cubicBezTo>
                  <a:pt x="7315" y="2195"/>
                  <a:pt x="9053" y="1280"/>
                  <a:pt x="10881" y="732"/>
                </a:cubicBezTo>
                <a:cubicBezTo>
                  <a:pt x="12802" y="183"/>
                  <a:pt x="14813" y="0"/>
                  <a:pt x="16734" y="183"/>
                </a:cubicBezTo>
                <a:cubicBezTo>
                  <a:pt x="18745" y="457"/>
                  <a:pt x="20574" y="1006"/>
                  <a:pt x="22311" y="2012"/>
                </a:cubicBezTo>
                <a:cubicBezTo>
                  <a:pt x="24049" y="2926"/>
                  <a:pt x="25512" y="4206"/>
                  <a:pt x="26792" y="5761"/>
                </a:cubicBezTo>
              </a:path>
              <a:path w="3870381" h="1076157">
                <a:moveTo>
                  <a:pt x="79736" y="71872"/>
                </a:moveTo>
                <a:lnTo>
                  <a:pt x="110917" y="110734"/>
                </a:lnTo>
                <a:cubicBezTo>
                  <a:pt x="112105" y="112288"/>
                  <a:pt x="113020" y="114026"/>
                  <a:pt x="113568" y="115946"/>
                </a:cubicBezTo>
                <a:cubicBezTo>
                  <a:pt x="114117" y="117866"/>
                  <a:pt x="114300" y="119786"/>
                  <a:pt x="114117" y="121707"/>
                </a:cubicBezTo>
                <a:cubicBezTo>
                  <a:pt x="113843" y="123718"/>
                  <a:pt x="113294" y="125547"/>
                  <a:pt x="112288" y="127284"/>
                </a:cubicBezTo>
                <a:cubicBezTo>
                  <a:pt x="111374" y="129022"/>
                  <a:pt x="110094" y="130485"/>
                  <a:pt x="108539" y="131765"/>
                </a:cubicBezTo>
                <a:cubicBezTo>
                  <a:pt x="106985" y="133045"/>
                  <a:pt x="105247" y="133868"/>
                  <a:pt x="103419" y="134417"/>
                </a:cubicBezTo>
                <a:cubicBezTo>
                  <a:pt x="101498" y="134965"/>
                  <a:pt x="99487" y="135148"/>
                  <a:pt x="97566" y="134965"/>
                </a:cubicBezTo>
                <a:cubicBezTo>
                  <a:pt x="95555" y="134691"/>
                  <a:pt x="93726" y="134142"/>
                  <a:pt x="91989" y="133228"/>
                </a:cubicBezTo>
                <a:cubicBezTo>
                  <a:pt x="90251" y="132222"/>
                  <a:pt x="88788" y="130942"/>
                  <a:pt x="87508" y="129388"/>
                </a:cubicBezTo>
                <a:lnTo>
                  <a:pt x="56327" y="90526"/>
                </a:lnTo>
                <a:cubicBezTo>
                  <a:pt x="55138" y="88971"/>
                  <a:pt x="54224" y="87234"/>
                  <a:pt x="53675" y="85314"/>
                </a:cubicBezTo>
                <a:cubicBezTo>
                  <a:pt x="53127" y="83485"/>
                  <a:pt x="52944" y="81473"/>
                  <a:pt x="53218" y="79553"/>
                </a:cubicBezTo>
                <a:cubicBezTo>
                  <a:pt x="53401" y="77541"/>
                  <a:pt x="53950" y="75712"/>
                  <a:pt x="54955" y="73975"/>
                </a:cubicBezTo>
                <a:cubicBezTo>
                  <a:pt x="55870" y="72238"/>
                  <a:pt x="57150" y="70775"/>
                  <a:pt x="58704" y="69494"/>
                </a:cubicBezTo>
                <a:cubicBezTo>
                  <a:pt x="60259" y="68306"/>
                  <a:pt x="61996" y="67391"/>
                  <a:pt x="63917" y="66843"/>
                </a:cubicBezTo>
                <a:cubicBezTo>
                  <a:pt x="65837" y="66294"/>
                  <a:pt x="67757" y="66111"/>
                  <a:pt x="69677" y="66385"/>
                </a:cubicBezTo>
                <a:cubicBezTo>
                  <a:pt x="71689" y="66568"/>
                  <a:pt x="73518" y="67117"/>
                  <a:pt x="75255" y="68123"/>
                </a:cubicBezTo>
                <a:cubicBezTo>
                  <a:pt x="76992" y="69037"/>
                  <a:pt x="78456" y="70317"/>
                  <a:pt x="79736" y="71872"/>
                </a:cubicBezTo>
              </a:path>
              <a:path w="3870381" h="1076157">
                <a:moveTo>
                  <a:pt x="132679" y="137983"/>
                </a:moveTo>
                <a:lnTo>
                  <a:pt x="163860" y="176845"/>
                </a:lnTo>
                <a:cubicBezTo>
                  <a:pt x="165141" y="178399"/>
                  <a:pt x="165964" y="180137"/>
                  <a:pt x="166512" y="182057"/>
                </a:cubicBezTo>
                <a:cubicBezTo>
                  <a:pt x="167061" y="183977"/>
                  <a:pt x="167244" y="185898"/>
                  <a:pt x="167061" y="187909"/>
                </a:cubicBezTo>
                <a:cubicBezTo>
                  <a:pt x="166787" y="189829"/>
                  <a:pt x="166238" y="191658"/>
                  <a:pt x="165324" y="193396"/>
                </a:cubicBezTo>
                <a:cubicBezTo>
                  <a:pt x="164318" y="195133"/>
                  <a:pt x="163038" y="196687"/>
                  <a:pt x="161483" y="197876"/>
                </a:cubicBezTo>
                <a:cubicBezTo>
                  <a:pt x="159929" y="199156"/>
                  <a:pt x="158283" y="199979"/>
                  <a:pt x="156362" y="200619"/>
                </a:cubicBezTo>
                <a:cubicBezTo>
                  <a:pt x="154442" y="201168"/>
                  <a:pt x="152522" y="201259"/>
                  <a:pt x="150510" y="201077"/>
                </a:cubicBezTo>
                <a:cubicBezTo>
                  <a:pt x="148590" y="200894"/>
                  <a:pt x="146670" y="200254"/>
                  <a:pt x="144932" y="199339"/>
                </a:cubicBezTo>
                <a:cubicBezTo>
                  <a:pt x="143195" y="198333"/>
                  <a:pt x="141732" y="197145"/>
                  <a:pt x="140452" y="195590"/>
                </a:cubicBezTo>
                <a:lnTo>
                  <a:pt x="109362" y="156637"/>
                </a:lnTo>
                <a:cubicBezTo>
                  <a:pt x="108082" y="155082"/>
                  <a:pt x="107168" y="153345"/>
                  <a:pt x="106619" y="151516"/>
                </a:cubicBezTo>
                <a:cubicBezTo>
                  <a:pt x="106070" y="149596"/>
                  <a:pt x="105888" y="147676"/>
                  <a:pt x="106162" y="145664"/>
                </a:cubicBezTo>
                <a:cubicBezTo>
                  <a:pt x="106345" y="143744"/>
                  <a:pt x="106985" y="141823"/>
                  <a:pt x="107899" y="140086"/>
                </a:cubicBezTo>
                <a:cubicBezTo>
                  <a:pt x="108905" y="138349"/>
                  <a:pt x="110094" y="136886"/>
                  <a:pt x="111648" y="135697"/>
                </a:cubicBezTo>
                <a:cubicBezTo>
                  <a:pt x="113203" y="134417"/>
                  <a:pt x="114940" y="133502"/>
                  <a:pt x="116860" y="132954"/>
                </a:cubicBezTo>
                <a:cubicBezTo>
                  <a:pt x="118781" y="132405"/>
                  <a:pt x="120701" y="132222"/>
                  <a:pt x="122712" y="132497"/>
                </a:cubicBezTo>
                <a:cubicBezTo>
                  <a:pt x="124633" y="132679"/>
                  <a:pt x="126462" y="133320"/>
                  <a:pt x="128199" y="134234"/>
                </a:cubicBezTo>
                <a:cubicBezTo>
                  <a:pt x="129936" y="135148"/>
                  <a:pt x="131491" y="136428"/>
                  <a:pt x="132679" y="137983"/>
                </a:cubicBezTo>
              </a:path>
              <a:path w="3870381" h="1076157">
                <a:moveTo>
                  <a:pt x="185623" y="204094"/>
                </a:moveTo>
                <a:lnTo>
                  <a:pt x="216804" y="243048"/>
                </a:lnTo>
                <a:cubicBezTo>
                  <a:pt x="218084" y="244602"/>
                  <a:pt x="218999" y="246248"/>
                  <a:pt x="219547" y="248168"/>
                </a:cubicBezTo>
                <a:cubicBezTo>
                  <a:pt x="220096" y="250088"/>
                  <a:pt x="220188" y="252009"/>
                  <a:pt x="220005" y="254020"/>
                </a:cubicBezTo>
                <a:cubicBezTo>
                  <a:pt x="219822" y="255941"/>
                  <a:pt x="219182" y="257861"/>
                  <a:pt x="218267" y="259598"/>
                </a:cubicBezTo>
                <a:cubicBezTo>
                  <a:pt x="217261" y="261336"/>
                  <a:pt x="216073" y="262799"/>
                  <a:pt x="214518" y="263987"/>
                </a:cubicBezTo>
                <a:cubicBezTo>
                  <a:pt x="212964" y="265267"/>
                  <a:pt x="211226" y="266182"/>
                  <a:pt x="209306" y="266730"/>
                </a:cubicBezTo>
                <a:cubicBezTo>
                  <a:pt x="207386" y="267279"/>
                  <a:pt x="205466" y="267462"/>
                  <a:pt x="203454" y="267188"/>
                </a:cubicBezTo>
                <a:cubicBezTo>
                  <a:pt x="201534" y="267005"/>
                  <a:pt x="199614" y="266365"/>
                  <a:pt x="197876" y="265450"/>
                </a:cubicBezTo>
                <a:cubicBezTo>
                  <a:pt x="196139" y="264444"/>
                  <a:pt x="194676" y="263256"/>
                  <a:pt x="193487" y="261701"/>
                </a:cubicBezTo>
                <a:lnTo>
                  <a:pt x="162306" y="222748"/>
                </a:lnTo>
                <a:cubicBezTo>
                  <a:pt x="161026" y="221193"/>
                  <a:pt x="160203" y="219547"/>
                  <a:pt x="159654" y="217627"/>
                </a:cubicBezTo>
                <a:cubicBezTo>
                  <a:pt x="159014" y="215707"/>
                  <a:pt x="158923" y="213787"/>
                  <a:pt x="159106" y="211775"/>
                </a:cubicBezTo>
                <a:cubicBezTo>
                  <a:pt x="159288" y="209855"/>
                  <a:pt x="159929" y="207935"/>
                  <a:pt x="160843" y="206197"/>
                </a:cubicBezTo>
                <a:cubicBezTo>
                  <a:pt x="161849" y="204460"/>
                  <a:pt x="163129" y="202997"/>
                  <a:pt x="164592" y="201808"/>
                </a:cubicBezTo>
                <a:cubicBezTo>
                  <a:pt x="166146" y="200528"/>
                  <a:pt x="167884" y="199614"/>
                  <a:pt x="169804" y="199065"/>
                </a:cubicBezTo>
                <a:cubicBezTo>
                  <a:pt x="171724" y="198516"/>
                  <a:pt x="173645" y="198333"/>
                  <a:pt x="175656" y="198608"/>
                </a:cubicBezTo>
                <a:cubicBezTo>
                  <a:pt x="177576" y="198791"/>
                  <a:pt x="179497" y="199431"/>
                  <a:pt x="181234" y="200345"/>
                </a:cubicBezTo>
                <a:cubicBezTo>
                  <a:pt x="182971" y="201351"/>
                  <a:pt x="184434" y="202540"/>
                  <a:pt x="185623" y="204094"/>
                </a:cubicBezTo>
              </a:path>
              <a:path w="3870381" h="1076157">
                <a:moveTo>
                  <a:pt x="238658" y="270205"/>
                </a:moveTo>
                <a:lnTo>
                  <a:pt x="269748" y="309159"/>
                </a:lnTo>
                <a:cubicBezTo>
                  <a:pt x="271028" y="310713"/>
                  <a:pt x="271943" y="312450"/>
                  <a:pt x="272491" y="314279"/>
                </a:cubicBezTo>
                <a:cubicBezTo>
                  <a:pt x="273040" y="316200"/>
                  <a:pt x="273223" y="318120"/>
                  <a:pt x="272948" y="320131"/>
                </a:cubicBezTo>
                <a:cubicBezTo>
                  <a:pt x="272766" y="322052"/>
                  <a:pt x="272125" y="323972"/>
                  <a:pt x="271211" y="325709"/>
                </a:cubicBezTo>
                <a:cubicBezTo>
                  <a:pt x="270205" y="327447"/>
                  <a:pt x="269016" y="328910"/>
                  <a:pt x="267462" y="330098"/>
                </a:cubicBezTo>
                <a:cubicBezTo>
                  <a:pt x="265908" y="331379"/>
                  <a:pt x="264170" y="332293"/>
                  <a:pt x="262250" y="332842"/>
                </a:cubicBezTo>
                <a:cubicBezTo>
                  <a:pt x="260330" y="333390"/>
                  <a:pt x="258409" y="333573"/>
                  <a:pt x="256489" y="333299"/>
                </a:cubicBezTo>
                <a:cubicBezTo>
                  <a:pt x="254478" y="333116"/>
                  <a:pt x="252649" y="332476"/>
                  <a:pt x="250911" y="331561"/>
                </a:cubicBezTo>
                <a:cubicBezTo>
                  <a:pt x="249174" y="330647"/>
                  <a:pt x="247620" y="329367"/>
                  <a:pt x="246431" y="327812"/>
                </a:cubicBezTo>
                <a:lnTo>
                  <a:pt x="215250" y="288950"/>
                </a:lnTo>
                <a:cubicBezTo>
                  <a:pt x="214061" y="287396"/>
                  <a:pt x="213147" y="285659"/>
                  <a:pt x="212598" y="283738"/>
                </a:cubicBezTo>
                <a:cubicBezTo>
                  <a:pt x="212049" y="281818"/>
                  <a:pt x="211866" y="279898"/>
                  <a:pt x="212049" y="277886"/>
                </a:cubicBezTo>
                <a:cubicBezTo>
                  <a:pt x="212324" y="275966"/>
                  <a:pt x="212872" y="274137"/>
                  <a:pt x="213878" y="272400"/>
                </a:cubicBezTo>
                <a:cubicBezTo>
                  <a:pt x="214793" y="270662"/>
                  <a:pt x="216073" y="269108"/>
                  <a:pt x="217627" y="267919"/>
                </a:cubicBezTo>
                <a:cubicBezTo>
                  <a:pt x="219182" y="266639"/>
                  <a:pt x="220919" y="265816"/>
                  <a:pt x="222748" y="265267"/>
                </a:cubicBezTo>
                <a:cubicBezTo>
                  <a:pt x="224668" y="264627"/>
                  <a:pt x="226588" y="264536"/>
                  <a:pt x="228600" y="264719"/>
                </a:cubicBezTo>
                <a:cubicBezTo>
                  <a:pt x="230612" y="264902"/>
                  <a:pt x="232440" y="265542"/>
                  <a:pt x="234178" y="266456"/>
                </a:cubicBezTo>
                <a:cubicBezTo>
                  <a:pt x="235915" y="267462"/>
                  <a:pt x="237378" y="268651"/>
                  <a:pt x="238658" y="270205"/>
                </a:cubicBezTo>
              </a:path>
              <a:path w="3870381" h="1076157">
                <a:moveTo>
                  <a:pt x="291602" y="336408"/>
                </a:moveTo>
                <a:lnTo>
                  <a:pt x="322783" y="375270"/>
                </a:lnTo>
                <a:cubicBezTo>
                  <a:pt x="323972" y="376824"/>
                  <a:pt x="324886" y="378562"/>
                  <a:pt x="325435" y="380482"/>
                </a:cubicBezTo>
                <a:cubicBezTo>
                  <a:pt x="325984" y="382311"/>
                  <a:pt x="326166" y="384322"/>
                  <a:pt x="325892" y="386243"/>
                </a:cubicBezTo>
                <a:cubicBezTo>
                  <a:pt x="325709" y="388254"/>
                  <a:pt x="325161" y="390083"/>
                  <a:pt x="324155" y="391820"/>
                </a:cubicBezTo>
                <a:cubicBezTo>
                  <a:pt x="323240" y="393558"/>
                  <a:pt x="321960" y="395021"/>
                  <a:pt x="320406" y="396301"/>
                </a:cubicBezTo>
                <a:cubicBezTo>
                  <a:pt x="318851" y="397490"/>
                  <a:pt x="317114" y="398404"/>
                  <a:pt x="315194" y="398953"/>
                </a:cubicBezTo>
                <a:cubicBezTo>
                  <a:pt x="313365" y="399501"/>
                  <a:pt x="311353" y="399684"/>
                  <a:pt x="309433" y="399410"/>
                </a:cubicBezTo>
                <a:cubicBezTo>
                  <a:pt x="307421" y="399227"/>
                  <a:pt x="305592" y="398678"/>
                  <a:pt x="303855" y="397673"/>
                </a:cubicBezTo>
                <a:cubicBezTo>
                  <a:pt x="302118" y="396758"/>
                  <a:pt x="300655" y="395478"/>
                  <a:pt x="299375" y="393924"/>
                </a:cubicBezTo>
                <a:lnTo>
                  <a:pt x="268194" y="355062"/>
                </a:lnTo>
                <a:cubicBezTo>
                  <a:pt x="267005" y="353507"/>
                  <a:pt x="266090" y="351770"/>
                  <a:pt x="265542" y="349849"/>
                </a:cubicBezTo>
                <a:cubicBezTo>
                  <a:pt x="264993" y="347929"/>
                  <a:pt x="264810" y="346009"/>
                  <a:pt x="265085" y="344089"/>
                </a:cubicBezTo>
                <a:cubicBezTo>
                  <a:pt x="265267" y="342077"/>
                  <a:pt x="265816" y="340248"/>
                  <a:pt x="266822" y="338511"/>
                </a:cubicBezTo>
                <a:cubicBezTo>
                  <a:pt x="267736" y="336774"/>
                  <a:pt x="269016" y="335310"/>
                  <a:pt x="270571" y="334030"/>
                </a:cubicBezTo>
                <a:cubicBezTo>
                  <a:pt x="272125" y="332750"/>
                  <a:pt x="273863" y="331927"/>
                  <a:pt x="275783" y="331379"/>
                </a:cubicBezTo>
                <a:cubicBezTo>
                  <a:pt x="277612" y="330830"/>
                  <a:pt x="279624" y="330647"/>
                  <a:pt x="281544" y="330830"/>
                </a:cubicBezTo>
                <a:cubicBezTo>
                  <a:pt x="283555" y="331104"/>
                  <a:pt x="285384" y="331653"/>
                  <a:pt x="287122" y="332567"/>
                </a:cubicBezTo>
                <a:cubicBezTo>
                  <a:pt x="288859" y="333573"/>
                  <a:pt x="290322" y="334853"/>
                  <a:pt x="291602" y="336408"/>
                </a:cubicBezTo>
              </a:path>
              <a:path w="3870381" h="1076157">
                <a:moveTo>
                  <a:pt x="344546" y="402519"/>
                </a:moveTo>
                <a:lnTo>
                  <a:pt x="375727" y="441381"/>
                </a:lnTo>
                <a:cubicBezTo>
                  <a:pt x="376916" y="442935"/>
                  <a:pt x="377830" y="444673"/>
                  <a:pt x="378379" y="446593"/>
                </a:cubicBezTo>
                <a:cubicBezTo>
                  <a:pt x="378927" y="448513"/>
                  <a:pt x="379110" y="450433"/>
                  <a:pt x="378927" y="452354"/>
                </a:cubicBezTo>
                <a:cubicBezTo>
                  <a:pt x="378653" y="454365"/>
                  <a:pt x="378104" y="456194"/>
                  <a:pt x="377099" y="457932"/>
                </a:cubicBezTo>
                <a:cubicBezTo>
                  <a:pt x="376184" y="459669"/>
                  <a:pt x="374904" y="461132"/>
                  <a:pt x="373350" y="462412"/>
                </a:cubicBezTo>
                <a:cubicBezTo>
                  <a:pt x="371795" y="463601"/>
                  <a:pt x="370058" y="464515"/>
                  <a:pt x="368229" y="465064"/>
                </a:cubicBezTo>
                <a:cubicBezTo>
                  <a:pt x="366309" y="465612"/>
                  <a:pt x="364388" y="465795"/>
                  <a:pt x="362377" y="465612"/>
                </a:cubicBezTo>
                <a:cubicBezTo>
                  <a:pt x="360365" y="465338"/>
                  <a:pt x="358536" y="464790"/>
                  <a:pt x="356799" y="463784"/>
                </a:cubicBezTo>
                <a:cubicBezTo>
                  <a:pt x="355062" y="462869"/>
                  <a:pt x="353598" y="461589"/>
                  <a:pt x="352318" y="460035"/>
                </a:cubicBezTo>
                <a:lnTo>
                  <a:pt x="321229" y="421173"/>
                </a:lnTo>
                <a:cubicBezTo>
                  <a:pt x="319949" y="419618"/>
                  <a:pt x="319034" y="417881"/>
                  <a:pt x="318486" y="415961"/>
                </a:cubicBezTo>
                <a:cubicBezTo>
                  <a:pt x="317937" y="414040"/>
                  <a:pt x="317754" y="412120"/>
                  <a:pt x="318028" y="410200"/>
                </a:cubicBezTo>
                <a:cubicBezTo>
                  <a:pt x="318211" y="408188"/>
                  <a:pt x="318851" y="406359"/>
                  <a:pt x="319766" y="404622"/>
                </a:cubicBezTo>
                <a:cubicBezTo>
                  <a:pt x="320680" y="402885"/>
                  <a:pt x="321960" y="401422"/>
                  <a:pt x="323515" y="400141"/>
                </a:cubicBezTo>
                <a:cubicBezTo>
                  <a:pt x="325069" y="398953"/>
                  <a:pt x="326807" y="398038"/>
                  <a:pt x="328727" y="397490"/>
                </a:cubicBezTo>
                <a:cubicBezTo>
                  <a:pt x="330647" y="396941"/>
                  <a:pt x="332567" y="396758"/>
                  <a:pt x="334488" y="396941"/>
                </a:cubicBezTo>
                <a:cubicBezTo>
                  <a:pt x="336499" y="397215"/>
                  <a:pt x="338328" y="397764"/>
                  <a:pt x="340065" y="398770"/>
                </a:cubicBezTo>
                <a:cubicBezTo>
                  <a:pt x="341803" y="399684"/>
                  <a:pt x="343357" y="400964"/>
                  <a:pt x="344546" y="402519"/>
                </a:cubicBezTo>
              </a:path>
              <a:path w="3870381" h="1076157">
                <a:moveTo>
                  <a:pt x="397490" y="468630"/>
                </a:moveTo>
                <a:lnTo>
                  <a:pt x="428671" y="507492"/>
                </a:lnTo>
                <a:cubicBezTo>
                  <a:pt x="429951" y="509046"/>
                  <a:pt x="430774" y="510784"/>
                  <a:pt x="431322" y="512704"/>
                </a:cubicBezTo>
                <a:cubicBezTo>
                  <a:pt x="431871" y="514624"/>
                  <a:pt x="432054" y="516545"/>
                  <a:pt x="431871" y="518465"/>
                </a:cubicBezTo>
                <a:cubicBezTo>
                  <a:pt x="431688" y="520476"/>
                  <a:pt x="431048" y="522305"/>
                  <a:pt x="430134" y="524043"/>
                </a:cubicBezTo>
                <a:cubicBezTo>
                  <a:pt x="429128" y="525780"/>
                  <a:pt x="427848" y="527243"/>
                  <a:pt x="426385" y="528523"/>
                </a:cubicBezTo>
                <a:cubicBezTo>
                  <a:pt x="424830" y="529803"/>
                  <a:pt x="423093" y="530626"/>
                  <a:pt x="421173" y="531175"/>
                </a:cubicBezTo>
                <a:cubicBezTo>
                  <a:pt x="419252" y="531724"/>
                  <a:pt x="417332" y="531906"/>
                  <a:pt x="415320" y="531724"/>
                </a:cubicBezTo>
                <a:cubicBezTo>
                  <a:pt x="413400" y="531449"/>
                  <a:pt x="411480" y="530901"/>
                  <a:pt x="409743" y="529986"/>
                </a:cubicBezTo>
                <a:cubicBezTo>
                  <a:pt x="408005" y="528980"/>
                  <a:pt x="406542" y="527700"/>
                  <a:pt x="405354" y="526146"/>
                </a:cubicBezTo>
                <a:lnTo>
                  <a:pt x="374172" y="487284"/>
                </a:lnTo>
                <a:cubicBezTo>
                  <a:pt x="372892" y="485729"/>
                  <a:pt x="371978" y="483992"/>
                  <a:pt x="371429" y="482072"/>
                </a:cubicBezTo>
                <a:cubicBezTo>
                  <a:pt x="370881" y="480243"/>
                  <a:pt x="370789" y="478231"/>
                  <a:pt x="370972" y="476311"/>
                </a:cubicBezTo>
                <a:cubicBezTo>
                  <a:pt x="371155" y="474299"/>
                  <a:pt x="371795" y="472470"/>
                  <a:pt x="372709" y="470733"/>
                </a:cubicBezTo>
                <a:cubicBezTo>
                  <a:pt x="373715" y="468996"/>
                  <a:pt x="374904" y="467533"/>
                  <a:pt x="376458" y="466253"/>
                </a:cubicBezTo>
                <a:cubicBezTo>
                  <a:pt x="378013" y="465064"/>
                  <a:pt x="379750" y="464149"/>
                  <a:pt x="381671" y="463601"/>
                </a:cubicBezTo>
                <a:cubicBezTo>
                  <a:pt x="383591" y="463052"/>
                  <a:pt x="385511" y="462869"/>
                  <a:pt x="387523" y="463144"/>
                </a:cubicBezTo>
                <a:cubicBezTo>
                  <a:pt x="389443" y="463326"/>
                  <a:pt x="391272" y="463875"/>
                  <a:pt x="393101" y="464881"/>
                </a:cubicBezTo>
                <a:cubicBezTo>
                  <a:pt x="394838" y="465795"/>
                  <a:pt x="396301" y="467076"/>
                  <a:pt x="397490" y="468630"/>
                </a:cubicBezTo>
              </a:path>
              <a:path w="3870381" h="1076157">
                <a:moveTo>
                  <a:pt x="450525" y="534741"/>
                </a:moveTo>
                <a:lnTo>
                  <a:pt x="481614" y="573603"/>
                </a:lnTo>
                <a:cubicBezTo>
                  <a:pt x="482895" y="575158"/>
                  <a:pt x="483809" y="576895"/>
                  <a:pt x="484358" y="578815"/>
                </a:cubicBezTo>
                <a:cubicBezTo>
                  <a:pt x="484906" y="580735"/>
                  <a:pt x="485089" y="582656"/>
                  <a:pt x="484815" y="584667"/>
                </a:cubicBezTo>
                <a:cubicBezTo>
                  <a:pt x="484632" y="586588"/>
                  <a:pt x="483992" y="588416"/>
                  <a:pt x="483078" y="590154"/>
                </a:cubicBezTo>
                <a:cubicBezTo>
                  <a:pt x="482072" y="591891"/>
                  <a:pt x="480883" y="593446"/>
                  <a:pt x="479328" y="594634"/>
                </a:cubicBezTo>
                <a:cubicBezTo>
                  <a:pt x="477774" y="595914"/>
                  <a:pt x="476037" y="596737"/>
                  <a:pt x="474116" y="597286"/>
                </a:cubicBezTo>
                <a:cubicBezTo>
                  <a:pt x="472196" y="597926"/>
                  <a:pt x="470276" y="598018"/>
                  <a:pt x="468264" y="597835"/>
                </a:cubicBezTo>
                <a:cubicBezTo>
                  <a:pt x="466344" y="597652"/>
                  <a:pt x="464515" y="597012"/>
                  <a:pt x="462778" y="596097"/>
                </a:cubicBezTo>
                <a:cubicBezTo>
                  <a:pt x="461040" y="595092"/>
                  <a:pt x="459486" y="593903"/>
                  <a:pt x="458297" y="592348"/>
                </a:cubicBezTo>
                <a:lnTo>
                  <a:pt x="427116" y="553395"/>
                </a:lnTo>
                <a:cubicBezTo>
                  <a:pt x="425836" y="551840"/>
                  <a:pt x="425013" y="550103"/>
                  <a:pt x="424464" y="548274"/>
                </a:cubicBezTo>
                <a:cubicBezTo>
                  <a:pt x="423916" y="546354"/>
                  <a:pt x="423733" y="544434"/>
                  <a:pt x="423916" y="542422"/>
                </a:cubicBezTo>
                <a:cubicBezTo>
                  <a:pt x="424190" y="540502"/>
                  <a:pt x="424739" y="538582"/>
                  <a:pt x="425653" y="536844"/>
                </a:cubicBezTo>
                <a:cubicBezTo>
                  <a:pt x="426659" y="535107"/>
                  <a:pt x="427939" y="533644"/>
                  <a:pt x="429494" y="532455"/>
                </a:cubicBezTo>
                <a:cubicBezTo>
                  <a:pt x="431048" y="531175"/>
                  <a:pt x="432694" y="530261"/>
                  <a:pt x="434614" y="529712"/>
                </a:cubicBezTo>
                <a:cubicBezTo>
                  <a:pt x="436535" y="529163"/>
                  <a:pt x="438455" y="528980"/>
                  <a:pt x="440466" y="529255"/>
                </a:cubicBezTo>
                <a:cubicBezTo>
                  <a:pt x="442387" y="529438"/>
                  <a:pt x="444307" y="530078"/>
                  <a:pt x="446044" y="530992"/>
                </a:cubicBezTo>
                <a:cubicBezTo>
                  <a:pt x="447782" y="531906"/>
                  <a:pt x="449245" y="533187"/>
                  <a:pt x="450525" y="534741"/>
                </a:cubicBezTo>
              </a:path>
              <a:path w="3870381" h="1076157">
                <a:moveTo>
                  <a:pt x="503469" y="600852"/>
                </a:moveTo>
                <a:lnTo>
                  <a:pt x="534650" y="639806"/>
                </a:lnTo>
                <a:cubicBezTo>
                  <a:pt x="535838" y="641360"/>
                  <a:pt x="536753" y="643006"/>
                  <a:pt x="537301" y="644926"/>
                </a:cubicBezTo>
                <a:cubicBezTo>
                  <a:pt x="537850" y="646847"/>
                  <a:pt x="538033" y="648767"/>
                  <a:pt x="537759" y="650778"/>
                </a:cubicBezTo>
                <a:cubicBezTo>
                  <a:pt x="537576" y="652699"/>
                  <a:pt x="537027" y="654619"/>
                  <a:pt x="536021" y="656356"/>
                </a:cubicBezTo>
                <a:cubicBezTo>
                  <a:pt x="535107" y="658002"/>
                  <a:pt x="533827" y="659557"/>
                  <a:pt x="532272" y="660745"/>
                </a:cubicBezTo>
                <a:cubicBezTo>
                  <a:pt x="530718" y="662026"/>
                  <a:pt x="528980" y="662940"/>
                  <a:pt x="527060" y="663489"/>
                </a:cubicBezTo>
                <a:cubicBezTo>
                  <a:pt x="525140" y="664037"/>
                  <a:pt x="523220" y="664220"/>
                  <a:pt x="521299" y="663946"/>
                </a:cubicBezTo>
                <a:cubicBezTo>
                  <a:pt x="519288" y="663763"/>
                  <a:pt x="517459" y="663123"/>
                  <a:pt x="515722" y="662208"/>
                </a:cubicBezTo>
                <a:cubicBezTo>
                  <a:pt x="513984" y="661203"/>
                  <a:pt x="512521" y="660014"/>
                  <a:pt x="511241" y="658459"/>
                </a:cubicBezTo>
                <a:lnTo>
                  <a:pt x="480060" y="619506"/>
                </a:lnTo>
                <a:cubicBezTo>
                  <a:pt x="478871" y="617952"/>
                  <a:pt x="477957" y="616306"/>
                  <a:pt x="477408" y="614385"/>
                </a:cubicBezTo>
                <a:cubicBezTo>
                  <a:pt x="476860" y="612465"/>
                  <a:pt x="476677" y="610545"/>
                  <a:pt x="476860" y="608533"/>
                </a:cubicBezTo>
                <a:cubicBezTo>
                  <a:pt x="477134" y="606613"/>
                  <a:pt x="477683" y="604693"/>
                  <a:pt x="478688" y="602955"/>
                </a:cubicBezTo>
                <a:cubicBezTo>
                  <a:pt x="479603" y="601218"/>
                  <a:pt x="480883" y="599755"/>
                  <a:pt x="482437" y="598566"/>
                </a:cubicBezTo>
                <a:cubicBezTo>
                  <a:pt x="483992" y="597286"/>
                  <a:pt x="485729" y="596372"/>
                  <a:pt x="487558" y="595823"/>
                </a:cubicBezTo>
                <a:cubicBezTo>
                  <a:pt x="489478" y="595274"/>
                  <a:pt x="491490" y="595092"/>
                  <a:pt x="493410" y="595366"/>
                </a:cubicBezTo>
                <a:cubicBezTo>
                  <a:pt x="495422" y="595549"/>
                  <a:pt x="497251" y="596189"/>
                  <a:pt x="498988" y="597103"/>
                </a:cubicBezTo>
                <a:cubicBezTo>
                  <a:pt x="500725" y="598109"/>
                  <a:pt x="502188" y="599298"/>
                  <a:pt x="503469" y="600852"/>
                </a:cubicBezTo>
              </a:path>
              <a:path w="3870381" h="1076157">
                <a:moveTo>
                  <a:pt x="556412" y="666963"/>
                </a:moveTo>
                <a:lnTo>
                  <a:pt x="587593" y="705917"/>
                </a:lnTo>
                <a:cubicBezTo>
                  <a:pt x="588782" y="707471"/>
                  <a:pt x="589697" y="709209"/>
                  <a:pt x="590245" y="711037"/>
                </a:cubicBezTo>
                <a:cubicBezTo>
                  <a:pt x="590794" y="712958"/>
                  <a:pt x="590977" y="714878"/>
                  <a:pt x="590794" y="716890"/>
                </a:cubicBezTo>
                <a:cubicBezTo>
                  <a:pt x="590520" y="718810"/>
                  <a:pt x="589971" y="720730"/>
                  <a:pt x="588965" y="722467"/>
                </a:cubicBezTo>
                <a:cubicBezTo>
                  <a:pt x="588051" y="724205"/>
                  <a:pt x="586770" y="725668"/>
                  <a:pt x="585216" y="726857"/>
                </a:cubicBezTo>
                <a:cubicBezTo>
                  <a:pt x="583662" y="728137"/>
                  <a:pt x="581924" y="729051"/>
                  <a:pt x="580095" y="729600"/>
                </a:cubicBezTo>
                <a:cubicBezTo>
                  <a:pt x="578175" y="730148"/>
                  <a:pt x="576163" y="730331"/>
                  <a:pt x="574243" y="730057"/>
                </a:cubicBezTo>
                <a:cubicBezTo>
                  <a:pt x="572232" y="729874"/>
                  <a:pt x="570403" y="729234"/>
                  <a:pt x="568665" y="728320"/>
                </a:cubicBezTo>
                <a:cubicBezTo>
                  <a:pt x="566928" y="727405"/>
                  <a:pt x="565465" y="726125"/>
                  <a:pt x="564185" y="724571"/>
                </a:cubicBezTo>
                <a:lnTo>
                  <a:pt x="533004" y="685709"/>
                </a:lnTo>
                <a:cubicBezTo>
                  <a:pt x="531815" y="684154"/>
                  <a:pt x="530901" y="682417"/>
                  <a:pt x="530352" y="680496"/>
                </a:cubicBezTo>
                <a:cubicBezTo>
                  <a:pt x="529803" y="678576"/>
                  <a:pt x="529620" y="676656"/>
                  <a:pt x="529895" y="674644"/>
                </a:cubicBezTo>
                <a:cubicBezTo>
                  <a:pt x="530078" y="672724"/>
                  <a:pt x="530626" y="670895"/>
                  <a:pt x="531632" y="669158"/>
                </a:cubicBezTo>
                <a:cubicBezTo>
                  <a:pt x="532547" y="667421"/>
                  <a:pt x="533827" y="665866"/>
                  <a:pt x="535381" y="664677"/>
                </a:cubicBezTo>
                <a:cubicBezTo>
                  <a:pt x="536936" y="663397"/>
                  <a:pt x="538673" y="662574"/>
                  <a:pt x="540593" y="661934"/>
                </a:cubicBezTo>
                <a:cubicBezTo>
                  <a:pt x="542514" y="661386"/>
                  <a:pt x="544434" y="661294"/>
                  <a:pt x="546354" y="661477"/>
                </a:cubicBezTo>
                <a:cubicBezTo>
                  <a:pt x="548366" y="661660"/>
                  <a:pt x="550194" y="662300"/>
                  <a:pt x="551932" y="663214"/>
                </a:cubicBezTo>
                <a:cubicBezTo>
                  <a:pt x="553669" y="664220"/>
                  <a:pt x="555132" y="665409"/>
                  <a:pt x="556412" y="666963"/>
                </a:cubicBezTo>
              </a:path>
              <a:path w="3870381" h="1076157">
                <a:moveTo>
                  <a:pt x="609356" y="733166"/>
                </a:moveTo>
                <a:lnTo>
                  <a:pt x="640537" y="772028"/>
                </a:lnTo>
                <a:cubicBezTo>
                  <a:pt x="641817" y="773582"/>
                  <a:pt x="642640" y="775320"/>
                  <a:pt x="643189" y="777240"/>
                </a:cubicBezTo>
                <a:cubicBezTo>
                  <a:pt x="643738" y="779069"/>
                  <a:pt x="643920" y="781080"/>
                  <a:pt x="643738" y="783001"/>
                </a:cubicBezTo>
                <a:cubicBezTo>
                  <a:pt x="643463" y="785012"/>
                  <a:pt x="642915" y="786841"/>
                  <a:pt x="642000" y="788579"/>
                </a:cubicBezTo>
                <a:cubicBezTo>
                  <a:pt x="640994" y="790316"/>
                  <a:pt x="639714" y="791779"/>
                  <a:pt x="638160" y="793059"/>
                </a:cubicBezTo>
                <a:cubicBezTo>
                  <a:pt x="636605" y="794248"/>
                  <a:pt x="634959" y="795162"/>
                  <a:pt x="633039" y="795711"/>
                </a:cubicBezTo>
                <a:cubicBezTo>
                  <a:pt x="631119" y="796260"/>
                  <a:pt x="629199" y="796442"/>
                  <a:pt x="627187" y="796168"/>
                </a:cubicBezTo>
                <a:cubicBezTo>
                  <a:pt x="625267" y="795985"/>
                  <a:pt x="623346" y="795437"/>
                  <a:pt x="621609" y="794431"/>
                </a:cubicBezTo>
                <a:cubicBezTo>
                  <a:pt x="619872" y="793516"/>
                  <a:pt x="618409" y="792236"/>
                  <a:pt x="617129" y="790682"/>
                </a:cubicBezTo>
                <a:lnTo>
                  <a:pt x="586039" y="751820"/>
                </a:lnTo>
                <a:cubicBezTo>
                  <a:pt x="584759" y="750265"/>
                  <a:pt x="583844" y="748528"/>
                  <a:pt x="583296" y="746608"/>
                </a:cubicBezTo>
                <a:cubicBezTo>
                  <a:pt x="582747" y="744687"/>
                  <a:pt x="582564" y="742767"/>
                  <a:pt x="582839" y="740847"/>
                </a:cubicBezTo>
                <a:cubicBezTo>
                  <a:pt x="583021" y="738835"/>
                  <a:pt x="583662" y="737006"/>
                  <a:pt x="584576" y="735269"/>
                </a:cubicBezTo>
                <a:cubicBezTo>
                  <a:pt x="585582" y="733532"/>
                  <a:pt x="586770" y="732069"/>
                  <a:pt x="588325" y="730788"/>
                </a:cubicBezTo>
                <a:cubicBezTo>
                  <a:pt x="589879" y="729508"/>
                  <a:pt x="591617" y="728685"/>
                  <a:pt x="593537" y="728137"/>
                </a:cubicBezTo>
                <a:cubicBezTo>
                  <a:pt x="595457" y="727588"/>
                  <a:pt x="597378" y="727405"/>
                  <a:pt x="599389" y="727588"/>
                </a:cubicBezTo>
                <a:cubicBezTo>
                  <a:pt x="601309" y="727862"/>
                  <a:pt x="603138" y="728411"/>
                  <a:pt x="604876" y="729325"/>
                </a:cubicBezTo>
                <a:cubicBezTo>
                  <a:pt x="606613" y="730331"/>
                  <a:pt x="608167" y="731611"/>
                  <a:pt x="609356" y="733166"/>
                </a:cubicBezTo>
              </a:path>
              <a:path w="3870381" h="1076157">
                <a:moveTo>
                  <a:pt x="662300" y="799277"/>
                </a:moveTo>
                <a:lnTo>
                  <a:pt x="693481" y="838139"/>
                </a:lnTo>
                <a:cubicBezTo>
                  <a:pt x="694761" y="839694"/>
                  <a:pt x="695676" y="841431"/>
                  <a:pt x="696224" y="843351"/>
                </a:cubicBezTo>
                <a:cubicBezTo>
                  <a:pt x="696773" y="845180"/>
                  <a:pt x="696864" y="847192"/>
                  <a:pt x="696681" y="849112"/>
                </a:cubicBezTo>
                <a:cubicBezTo>
                  <a:pt x="696498" y="851124"/>
                  <a:pt x="695858" y="852952"/>
                  <a:pt x="694944" y="854690"/>
                </a:cubicBezTo>
                <a:cubicBezTo>
                  <a:pt x="693938" y="856427"/>
                  <a:pt x="692749" y="857890"/>
                  <a:pt x="691195" y="859170"/>
                </a:cubicBezTo>
                <a:cubicBezTo>
                  <a:pt x="689640" y="860359"/>
                  <a:pt x="687903" y="861273"/>
                  <a:pt x="685983" y="861822"/>
                </a:cubicBezTo>
                <a:cubicBezTo>
                  <a:pt x="684063" y="862371"/>
                  <a:pt x="682142" y="862554"/>
                  <a:pt x="680131" y="862371"/>
                </a:cubicBezTo>
                <a:cubicBezTo>
                  <a:pt x="678210" y="862096"/>
                  <a:pt x="676290" y="861548"/>
                  <a:pt x="674553" y="860542"/>
                </a:cubicBezTo>
                <a:cubicBezTo>
                  <a:pt x="672816" y="859627"/>
                  <a:pt x="671352" y="858347"/>
                  <a:pt x="670164" y="856793"/>
                </a:cubicBezTo>
                <a:lnTo>
                  <a:pt x="638983" y="817931"/>
                </a:lnTo>
                <a:cubicBezTo>
                  <a:pt x="637703" y="816376"/>
                  <a:pt x="636880" y="814639"/>
                  <a:pt x="636331" y="812719"/>
                </a:cubicBezTo>
                <a:cubicBezTo>
                  <a:pt x="635691" y="810798"/>
                  <a:pt x="635599" y="808878"/>
                  <a:pt x="635782" y="806958"/>
                </a:cubicBezTo>
                <a:cubicBezTo>
                  <a:pt x="635965" y="804946"/>
                  <a:pt x="636605" y="803118"/>
                  <a:pt x="637520" y="801380"/>
                </a:cubicBezTo>
                <a:cubicBezTo>
                  <a:pt x="638526" y="799643"/>
                  <a:pt x="639806" y="798180"/>
                  <a:pt x="641269" y="796900"/>
                </a:cubicBezTo>
                <a:cubicBezTo>
                  <a:pt x="642823" y="795711"/>
                  <a:pt x="644561" y="794796"/>
                  <a:pt x="646481" y="794248"/>
                </a:cubicBezTo>
                <a:cubicBezTo>
                  <a:pt x="648401" y="793699"/>
                  <a:pt x="650321" y="793516"/>
                  <a:pt x="652333" y="793699"/>
                </a:cubicBezTo>
                <a:cubicBezTo>
                  <a:pt x="654253" y="793974"/>
                  <a:pt x="656173" y="794522"/>
                  <a:pt x="657911" y="795528"/>
                </a:cubicBezTo>
                <a:cubicBezTo>
                  <a:pt x="659648" y="796442"/>
                  <a:pt x="661111" y="797723"/>
                  <a:pt x="662300" y="799277"/>
                </a:cubicBezTo>
              </a:path>
              <a:path w="3870381" h="1076157">
                <a:moveTo>
                  <a:pt x="715335" y="865388"/>
                </a:moveTo>
                <a:lnTo>
                  <a:pt x="746425" y="904250"/>
                </a:lnTo>
                <a:cubicBezTo>
                  <a:pt x="747705" y="905805"/>
                  <a:pt x="748619" y="907542"/>
                  <a:pt x="749168" y="909462"/>
                </a:cubicBezTo>
                <a:cubicBezTo>
                  <a:pt x="749717" y="911382"/>
                  <a:pt x="749899" y="913303"/>
                  <a:pt x="749625" y="915223"/>
                </a:cubicBezTo>
                <a:cubicBezTo>
                  <a:pt x="749442" y="917235"/>
                  <a:pt x="748802" y="919063"/>
                  <a:pt x="747888" y="920801"/>
                </a:cubicBezTo>
                <a:cubicBezTo>
                  <a:pt x="746882" y="922538"/>
                  <a:pt x="745693" y="924001"/>
                  <a:pt x="744139" y="925281"/>
                </a:cubicBezTo>
                <a:cubicBezTo>
                  <a:pt x="742584" y="926470"/>
                  <a:pt x="740847" y="927384"/>
                  <a:pt x="738927" y="927933"/>
                </a:cubicBezTo>
                <a:cubicBezTo>
                  <a:pt x="737006" y="928482"/>
                  <a:pt x="735086" y="928665"/>
                  <a:pt x="733166" y="928482"/>
                </a:cubicBezTo>
                <a:cubicBezTo>
                  <a:pt x="731154" y="928207"/>
                  <a:pt x="729325" y="927659"/>
                  <a:pt x="727588" y="926653"/>
                </a:cubicBezTo>
                <a:cubicBezTo>
                  <a:pt x="725851" y="925739"/>
                  <a:pt x="724296" y="924458"/>
                  <a:pt x="723108" y="922904"/>
                </a:cubicBezTo>
                <a:lnTo>
                  <a:pt x="691926" y="884042"/>
                </a:lnTo>
                <a:cubicBezTo>
                  <a:pt x="690738" y="882487"/>
                  <a:pt x="689823" y="880750"/>
                  <a:pt x="689275" y="878830"/>
                </a:cubicBezTo>
                <a:cubicBezTo>
                  <a:pt x="688726" y="877001"/>
                  <a:pt x="688543" y="874989"/>
                  <a:pt x="688726" y="873069"/>
                </a:cubicBezTo>
                <a:cubicBezTo>
                  <a:pt x="689000" y="871057"/>
                  <a:pt x="689549" y="869229"/>
                  <a:pt x="690555" y="867491"/>
                </a:cubicBezTo>
                <a:cubicBezTo>
                  <a:pt x="691469" y="865754"/>
                  <a:pt x="692749" y="864291"/>
                  <a:pt x="694304" y="863011"/>
                </a:cubicBezTo>
                <a:cubicBezTo>
                  <a:pt x="695858" y="861822"/>
                  <a:pt x="697596" y="860908"/>
                  <a:pt x="699425" y="860359"/>
                </a:cubicBezTo>
                <a:cubicBezTo>
                  <a:pt x="701345" y="859810"/>
                  <a:pt x="703265" y="859627"/>
                  <a:pt x="705277" y="859902"/>
                </a:cubicBezTo>
                <a:cubicBezTo>
                  <a:pt x="707288" y="860085"/>
                  <a:pt x="709117" y="860633"/>
                  <a:pt x="710855" y="861639"/>
                </a:cubicBezTo>
                <a:cubicBezTo>
                  <a:pt x="712592" y="862554"/>
                  <a:pt x="714055" y="863834"/>
                  <a:pt x="715335" y="865388"/>
                </a:cubicBezTo>
              </a:path>
              <a:path w="3870381" h="1076157">
                <a:moveTo>
                  <a:pt x="768279" y="931499"/>
                </a:moveTo>
                <a:lnTo>
                  <a:pt x="799460" y="970361"/>
                </a:lnTo>
                <a:cubicBezTo>
                  <a:pt x="800649" y="971916"/>
                  <a:pt x="801563" y="973653"/>
                  <a:pt x="802112" y="975573"/>
                </a:cubicBezTo>
                <a:cubicBezTo>
                  <a:pt x="802660" y="977494"/>
                  <a:pt x="802843" y="979414"/>
                  <a:pt x="802569" y="981426"/>
                </a:cubicBezTo>
                <a:cubicBezTo>
                  <a:pt x="802386" y="983346"/>
                  <a:pt x="801837" y="985175"/>
                  <a:pt x="800832" y="986912"/>
                </a:cubicBezTo>
                <a:cubicBezTo>
                  <a:pt x="799917" y="988649"/>
                  <a:pt x="798637" y="990204"/>
                  <a:pt x="797082" y="991392"/>
                </a:cubicBezTo>
                <a:cubicBezTo>
                  <a:pt x="795528" y="992673"/>
                  <a:pt x="793791" y="993496"/>
                  <a:pt x="791870" y="994044"/>
                </a:cubicBezTo>
                <a:cubicBezTo>
                  <a:pt x="790042" y="994593"/>
                  <a:pt x="788030" y="994776"/>
                  <a:pt x="786110" y="994593"/>
                </a:cubicBezTo>
                <a:cubicBezTo>
                  <a:pt x="784098" y="994410"/>
                  <a:pt x="782269" y="993770"/>
                  <a:pt x="780532" y="992856"/>
                </a:cubicBezTo>
                <a:cubicBezTo>
                  <a:pt x="778794" y="991850"/>
                  <a:pt x="777331" y="990661"/>
                  <a:pt x="776051" y="989106"/>
                </a:cubicBezTo>
                <a:lnTo>
                  <a:pt x="744870" y="950153"/>
                </a:lnTo>
                <a:cubicBezTo>
                  <a:pt x="743682" y="948599"/>
                  <a:pt x="742767" y="946861"/>
                  <a:pt x="742218" y="945032"/>
                </a:cubicBezTo>
                <a:cubicBezTo>
                  <a:pt x="741670" y="943112"/>
                  <a:pt x="741487" y="941192"/>
                  <a:pt x="741761" y="939180"/>
                </a:cubicBezTo>
                <a:cubicBezTo>
                  <a:pt x="741944" y="937260"/>
                  <a:pt x="742493" y="935340"/>
                  <a:pt x="743499" y="933602"/>
                </a:cubicBezTo>
                <a:cubicBezTo>
                  <a:pt x="744413" y="931865"/>
                  <a:pt x="745693" y="930402"/>
                  <a:pt x="747248" y="929122"/>
                </a:cubicBezTo>
                <a:cubicBezTo>
                  <a:pt x="748802" y="927933"/>
                  <a:pt x="750540" y="927019"/>
                  <a:pt x="752460" y="926470"/>
                </a:cubicBezTo>
                <a:cubicBezTo>
                  <a:pt x="754289" y="925921"/>
                  <a:pt x="756300" y="925739"/>
                  <a:pt x="758220" y="926013"/>
                </a:cubicBezTo>
                <a:cubicBezTo>
                  <a:pt x="760232" y="926196"/>
                  <a:pt x="762061" y="926744"/>
                  <a:pt x="763798" y="927750"/>
                </a:cubicBezTo>
                <a:cubicBezTo>
                  <a:pt x="765536" y="928665"/>
                  <a:pt x="766999" y="929945"/>
                  <a:pt x="768279" y="931499"/>
                </a:cubicBezTo>
              </a:path>
              <a:path w="3870381" h="1076157">
                <a:moveTo>
                  <a:pt x="821223" y="997610"/>
                </a:moveTo>
                <a:lnTo>
                  <a:pt x="824697" y="1002000"/>
                </a:lnTo>
                <a:lnTo>
                  <a:pt x="813084" y="1011326"/>
                </a:lnTo>
                <a:lnTo>
                  <a:pt x="805586" y="998433"/>
                </a:lnTo>
                <a:lnTo>
                  <a:pt x="843900" y="976213"/>
                </a:lnTo>
                <a:cubicBezTo>
                  <a:pt x="845546" y="975299"/>
                  <a:pt x="847466" y="974659"/>
                  <a:pt x="849386" y="974385"/>
                </a:cubicBezTo>
                <a:cubicBezTo>
                  <a:pt x="851398" y="974110"/>
                  <a:pt x="853318" y="974202"/>
                  <a:pt x="855238" y="974750"/>
                </a:cubicBezTo>
                <a:cubicBezTo>
                  <a:pt x="857159" y="975299"/>
                  <a:pt x="858896" y="976122"/>
                  <a:pt x="860450" y="977311"/>
                </a:cubicBezTo>
                <a:cubicBezTo>
                  <a:pt x="862005" y="978499"/>
                  <a:pt x="863285" y="979962"/>
                  <a:pt x="864291" y="981700"/>
                </a:cubicBezTo>
                <a:cubicBezTo>
                  <a:pt x="865297" y="983437"/>
                  <a:pt x="865937" y="985266"/>
                  <a:pt x="866211" y="987186"/>
                </a:cubicBezTo>
                <a:cubicBezTo>
                  <a:pt x="866485" y="989198"/>
                  <a:pt x="866303" y="991118"/>
                  <a:pt x="865845" y="993038"/>
                </a:cubicBezTo>
                <a:cubicBezTo>
                  <a:pt x="865297" y="994959"/>
                  <a:pt x="864474" y="996696"/>
                  <a:pt x="863285" y="998250"/>
                </a:cubicBezTo>
                <a:cubicBezTo>
                  <a:pt x="862005" y="999805"/>
                  <a:pt x="860542" y="1001085"/>
                  <a:pt x="858896" y="1002091"/>
                </a:cubicBezTo>
                <a:lnTo>
                  <a:pt x="820583" y="1024311"/>
                </a:lnTo>
                <a:cubicBezTo>
                  <a:pt x="817382" y="1026140"/>
                  <a:pt x="813907" y="1026688"/>
                  <a:pt x="810250" y="1026048"/>
                </a:cubicBezTo>
                <a:cubicBezTo>
                  <a:pt x="806684" y="1025317"/>
                  <a:pt x="803666" y="1023579"/>
                  <a:pt x="801380" y="1020653"/>
                </a:cubicBezTo>
                <a:lnTo>
                  <a:pt x="797905" y="1016264"/>
                </a:lnTo>
                <a:cubicBezTo>
                  <a:pt x="796625" y="1014710"/>
                  <a:pt x="795711" y="1013064"/>
                  <a:pt x="795162" y="1011144"/>
                </a:cubicBezTo>
                <a:cubicBezTo>
                  <a:pt x="794614" y="1009223"/>
                  <a:pt x="794431" y="1007303"/>
                  <a:pt x="794705" y="1005291"/>
                </a:cubicBezTo>
                <a:cubicBezTo>
                  <a:pt x="794888" y="1003371"/>
                  <a:pt x="795528" y="1001451"/>
                  <a:pt x="796442" y="999714"/>
                </a:cubicBezTo>
                <a:cubicBezTo>
                  <a:pt x="797357" y="997976"/>
                  <a:pt x="798637" y="996513"/>
                  <a:pt x="800191" y="995324"/>
                </a:cubicBezTo>
                <a:cubicBezTo>
                  <a:pt x="801746" y="994044"/>
                  <a:pt x="803483" y="993130"/>
                  <a:pt x="805404" y="992581"/>
                </a:cubicBezTo>
                <a:cubicBezTo>
                  <a:pt x="807324" y="992033"/>
                  <a:pt x="809244" y="991850"/>
                  <a:pt x="811164" y="992124"/>
                </a:cubicBezTo>
                <a:cubicBezTo>
                  <a:pt x="813176" y="992307"/>
                  <a:pt x="815005" y="992947"/>
                  <a:pt x="816742" y="993861"/>
                </a:cubicBezTo>
                <a:cubicBezTo>
                  <a:pt x="818479" y="994867"/>
                  <a:pt x="820034" y="996056"/>
                  <a:pt x="821223" y="997610"/>
                </a:cubicBezTo>
              </a:path>
              <a:path w="3870381" h="1076157">
                <a:moveTo>
                  <a:pt x="874075" y="958748"/>
                </a:moveTo>
                <a:lnTo>
                  <a:pt x="917235" y="933785"/>
                </a:lnTo>
                <a:cubicBezTo>
                  <a:pt x="918972" y="932871"/>
                  <a:pt x="920801" y="932231"/>
                  <a:pt x="922721" y="931956"/>
                </a:cubicBezTo>
                <a:cubicBezTo>
                  <a:pt x="924733" y="931682"/>
                  <a:pt x="926653" y="931774"/>
                  <a:pt x="928573" y="932322"/>
                </a:cubicBezTo>
                <a:cubicBezTo>
                  <a:pt x="930493" y="932871"/>
                  <a:pt x="932231" y="933694"/>
                  <a:pt x="933785" y="934883"/>
                </a:cubicBezTo>
                <a:cubicBezTo>
                  <a:pt x="935431" y="936071"/>
                  <a:pt x="936711" y="937534"/>
                  <a:pt x="937717" y="939272"/>
                </a:cubicBezTo>
                <a:cubicBezTo>
                  <a:pt x="938723" y="941009"/>
                  <a:pt x="939272" y="942838"/>
                  <a:pt x="939546" y="944758"/>
                </a:cubicBezTo>
                <a:cubicBezTo>
                  <a:pt x="939820" y="946770"/>
                  <a:pt x="939729" y="948690"/>
                  <a:pt x="939180" y="950610"/>
                </a:cubicBezTo>
                <a:cubicBezTo>
                  <a:pt x="938723" y="952530"/>
                  <a:pt x="937809" y="954268"/>
                  <a:pt x="936620" y="955822"/>
                </a:cubicBezTo>
                <a:cubicBezTo>
                  <a:pt x="935431" y="957377"/>
                  <a:pt x="933968" y="958657"/>
                  <a:pt x="932231" y="959663"/>
                </a:cubicBezTo>
                <a:lnTo>
                  <a:pt x="889071" y="984626"/>
                </a:lnTo>
                <a:cubicBezTo>
                  <a:pt x="887334" y="985632"/>
                  <a:pt x="885505" y="986272"/>
                  <a:pt x="883585" y="986546"/>
                </a:cubicBezTo>
                <a:cubicBezTo>
                  <a:pt x="881573" y="986820"/>
                  <a:pt x="879653" y="986638"/>
                  <a:pt x="877733" y="986180"/>
                </a:cubicBezTo>
                <a:cubicBezTo>
                  <a:pt x="875812" y="985632"/>
                  <a:pt x="874075" y="984809"/>
                  <a:pt x="872520" y="983620"/>
                </a:cubicBezTo>
                <a:cubicBezTo>
                  <a:pt x="870875" y="982340"/>
                  <a:pt x="869594" y="980877"/>
                  <a:pt x="868589" y="979231"/>
                </a:cubicBezTo>
                <a:cubicBezTo>
                  <a:pt x="867674" y="977494"/>
                  <a:pt x="867034" y="975665"/>
                  <a:pt x="866760" y="973653"/>
                </a:cubicBezTo>
                <a:cubicBezTo>
                  <a:pt x="866485" y="971733"/>
                  <a:pt x="866577" y="969813"/>
                  <a:pt x="867126" y="967892"/>
                </a:cubicBezTo>
                <a:cubicBezTo>
                  <a:pt x="867674" y="965972"/>
                  <a:pt x="868497" y="964235"/>
                  <a:pt x="869686" y="962589"/>
                </a:cubicBezTo>
                <a:cubicBezTo>
                  <a:pt x="870875" y="961034"/>
                  <a:pt x="872338" y="959754"/>
                  <a:pt x="874075" y="958748"/>
                </a:cubicBezTo>
              </a:path>
              <a:path w="3870381" h="1076157">
                <a:moveTo>
                  <a:pt x="947410" y="916320"/>
                </a:moveTo>
                <a:lnTo>
                  <a:pt x="990570" y="891357"/>
                </a:lnTo>
                <a:cubicBezTo>
                  <a:pt x="992307" y="890443"/>
                  <a:pt x="994136" y="889803"/>
                  <a:pt x="996147" y="889528"/>
                </a:cubicBezTo>
                <a:cubicBezTo>
                  <a:pt x="998068" y="889254"/>
                  <a:pt x="1000079" y="889345"/>
                  <a:pt x="1002000" y="889894"/>
                </a:cubicBezTo>
                <a:cubicBezTo>
                  <a:pt x="1003920" y="890443"/>
                  <a:pt x="1005657" y="891266"/>
                  <a:pt x="1007212" y="892454"/>
                </a:cubicBezTo>
                <a:cubicBezTo>
                  <a:pt x="1008766" y="893643"/>
                  <a:pt x="1010046" y="895106"/>
                  <a:pt x="1011052" y="896844"/>
                </a:cubicBezTo>
                <a:cubicBezTo>
                  <a:pt x="1012058" y="898581"/>
                  <a:pt x="1012698" y="900410"/>
                  <a:pt x="1012972" y="902330"/>
                </a:cubicBezTo>
                <a:cubicBezTo>
                  <a:pt x="1013247" y="904342"/>
                  <a:pt x="1013064" y="906262"/>
                  <a:pt x="1012607" y="908182"/>
                </a:cubicBezTo>
                <a:cubicBezTo>
                  <a:pt x="1012058" y="910102"/>
                  <a:pt x="1011235" y="911840"/>
                  <a:pt x="1009955" y="913394"/>
                </a:cubicBezTo>
                <a:cubicBezTo>
                  <a:pt x="1008766" y="914949"/>
                  <a:pt x="1007303" y="916229"/>
                  <a:pt x="1005566" y="917235"/>
                </a:cubicBezTo>
                <a:lnTo>
                  <a:pt x="962406" y="942198"/>
                </a:lnTo>
                <a:cubicBezTo>
                  <a:pt x="960760" y="943204"/>
                  <a:pt x="958931" y="943844"/>
                  <a:pt x="956920" y="944118"/>
                </a:cubicBezTo>
                <a:cubicBezTo>
                  <a:pt x="954908" y="944392"/>
                  <a:pt x="952988" y="944209"/>
                  <a:pt x="951067" y="943752"/>
                </a:cubicBezTo>
                <a:cubicBezTo>
                  <a:pt x="949147" y="943204"/>
                  <a:pt x="947410" y="942381"/>
                  <a:pt x="945855" y="941192"/>
                </a:cubicBezTo>
                <a:cubicBezTo>
                  <a:pt x="944301" y="939912"/>
                  <a:pt x="943021" y="938449"/>
                  <a:pt x="942015" y="936803"/>
                </a:cubicBezTo>
                <a:cubicBezTo>
                  <a:pt x="941009" y="935065"/>
                  <a:pt x="940369" y="933237"/>
                  <a:pt x="940095" y="931225"/>
                </a:cubicBezTo>
                <a:cubicBezTo>
                  <a:pt x="939820" y="929305"/>
                  <a:pt x="940003" y="927384"/>
                  <a:pt x="940460" y="925464"/>
                </a:cubicBezTo>
                <a:cubicBezTo>
                  <a:pt x="941009" y="923544"/>
                  <a:pt x="941832" y="921807"/>
                  <a:pt x="943112" y="920161"/>
                </a:cubicBezTo>
                <a:cubicBezTo>
                  <a:pt x="944301" y="918606"/>
                  <a:pt x="945764" y="917326"/>
                  <a:pt x="947410" y="916320"/>
                </a:cubicBezTo>
              </a:path>
              <a:path w="3870381" h="1076157">
                <a:moveTo>
                  <a:pt x="1020836" y="873892"/>
                </a:moveTo>
                <a:lnTo>
                  <a:pt x="1063996" y="848929"/>
                </a:lnTo>
                <a:cubicBezTo>
                  <a:pt x="1065733" y="848015"/>
                  <a:pt x="1067562" y="847374"/>
                  <a:pt x="1069482" y="847100"/>
                </a:cubicBezTo>
                <a:cubicBezTo>
                  <a:pt x="1071494" y="846826"/>
                  <a:pt x="1073414" y="846917"/>
                  <a:pt x="1075334" y="847466"/>
                </a:cubicBezTo>
                <a:cubicBezTo>
                  <a:pt x="1077255" y="848015"/>
                  <a:pt x="1078992" y="848838"/>
                  <a:pt x="1080546" y="850026"/>
                </a:cubicBezTo>
                <a:cubicBezTo>
                  <a:pt x="1082192" y="851215"/>
                  <a:pt x="1083473" y="852678"/>
                  <a:pt x="1084478" y="854415"/>
                </a:cubicBezTo>
                <a:cubicBezTo>
                  <a:pt x="1085393" y="856153"/>
                  <a:pt x="1086033" y="857982"/>
                  <a:pt x="1086307" y="859902"/>
                </a:cubicBezTo>
                <a:cubicBezTo>
                  <a:pt x="1086582" y="861913"/>
                  <a:pt x="1086490" y="863834"/>
                  <a:pt x="1085941" y="865754"/>
                </a:cubicBezTo>
                <a:cubicBezTo>
                  <a:pt x="1085393" y="867674"/>
                  <a:pt x="1084570" y="869412"/>
                  <a:pt x="1083381" y="870966"/>
                </a:cubicBezTo>
                <a:cubicBezTo>
                  <a:pt x="1082192" y="872520"/>
                  <a:pt x="1080729" y="873801"/>
                  <a:pt x="1078992" y="874806"/>
                </a:cubicBezTo>
                <a:lnTo>
                  <a:pt x="1035832" y="899770"/>
                </a:lnTo>
                <a:cubicBezTo>
                  <a:pt x="1034095" y="900775"/>
                  <a:pt x="1032266" y="901416"/>
                  <a:pt x="1030254" y="901690"/>
                </a:cubicBezTo>
                <a:cubicBezTo>
                  <a:pt x="1028334" y="901964"/>
                  <a:pt x="1026414" y="901781"/>
                  <a:pt x="1024494" y="901324"/>
                </a:cubicBezTo>
                <a:cubicBezTo>
                  <a:pt x="1022574" y="900775"/>
                  <a:pt x="1020836" y="899952"/>
                  <a:pt x="1019190" y="898764"/>
                </a:cubicBezTo>
                <a:cubicBezTo>
                  <a:pt x="1017636" y="897484"/>
                  <a:pt x="1016356" y="896021"/>
                  <a:pt x="1015350" y="894375"/>
                </a:cubicBezTo>
                <a:cubicBezTo>
                  <a:pt x="1014344" y="892637"/>
                  <a:pt x="1013795" y="890808"/>
                  <a:pt x="1013521" y="888797"/>
                </a:cubicBezTo>
                <a:cubicBezTo>
                  <a:pt x="1013247" y="886877"/>
                  <a:pt x="1013338" y="884956"/>
                  <a:pt x="1013887" y="883036"/>
                </a:cubicBezTo>
                <a:cubicBezTo>
                  <a:pt x="1014344" y="881116"/>
                  <a:pt x="1015258" y="879378"/>
                  <a:pt x="1016447" y="877733"/>
                </a:cubicBezTo>
                <a:cubicBezTo>
                  <a:pt x="1017636" y="876178"/>
                  <a:pt x="1019099" y="874898"/>
                  <a:pt x="1020836" y="873892"/>
                </a:cubicBezTo>
              </a:path>
              <a:path w="3870381" h="1076157">
                <a:moveTo>
                  <a:pt x="1094171" y="831464"/>
                </a:moveTo>
                <a:lnTo>
                  <a:pt x="1137331" y="806501"/>
                </a:lnTo>
                <a:cubicBezTo>
                  <a:pt x="1139068" y="805586"/>
                  <a:pt x="1140897" y="804946"/>
                  <a:pt x="1142909" y="804672"/>
                </a:cubicBezTo>
                <a:cubicBezTo>
                  <a:pt x="1144829" y="804398"/>
                  <a:pt x="1146840" y="804489"/>
                  <a:pt x="1148669" y="805038"/>
                </a:cubicBezTo>
                <a:cubicBezTo>
                  <a:pt x="1150590" y="805586"/>
                  <a:pt x="1152418" y="806409"/>
                  <a:pt x="1153973" y="807598"/>
                </a:cubicBezTo>
                <a:cubicBezTo>
                  <a:pt x="1155527" y="808787"/>
                  <a:pt x="1156807" y="810250"/>
                  <a:pt x="1157813" y="811987"/>
                </a:cubicBezTo>
                <a:cubicBezTo>
                  <a:pt x="1158819" y="813725"/>
                  <a:pt x="1159459" y="815553"/>
                  <a:pt x="1159734" y="817474"/>
                </a:cubicBezTo>
                <a:cubicBezTo>
                  <a:pt x="1159916" y="819485"/>
                  <a:pt x="1159825" y="821406"/>
                  <a:pt x="1159276" y="823326"/>
                </a:cubicBezTo>
                <a:cubicBezTo>
                  <a:pt x="1158819" y="825246"/>
                  <a:pt x="1157905" y="826983"/>
                  <a:pt x="1156716" y="828538"/>
                </a:cubicBezTo>
                <a:cubicBezTo>
                  <a:pt x="1155527" y="830092"/>
                  <a:pt x="1154064" y="831372"/>
                  <a:pt x="1152327" y="832378"/>
                </a:cubicBezTo>
                <a:lnTo>
                  <a:pt x="1109167" y="857341"/>
                </a:lnTo>
                <a:cubicBezTo>
                  <a:pt x="1107521" y="858347"/>
                  <a:pt x="1105601" y="858987"/>
                  <a:pt x="1103681" y="859262"/>
                </a:cubicBezTo>
                <a:cubicBezTo>
                  <a:pt x="1101669" y="859536"/>
                  <a:pt x="1099749" y="859353"/>
                  <a:pt x="1097829" y="858896"/>
                </a:cubicBezTo>
                <a:cubicBezTo>
                  <a:pt x="1095908" y="858347"/>
                  <a:pt x="1094171" y="857524"/>
                  <a:pt x="1092617" y="856336"/>
                </a:cubicBezTo>
                <a:cubicBezTo>
                  <a:pt x="1091062" y="855055"/>
                  <a:pt x="1089782" y="853592"/>
                  <a:pt x="1088776" y="851946"/>
                </a:cubicBezTo>
                <a:cubicBezTo>
                  <a:pt x="1087770" y="850209"/>
                  <a:pt x="1087130" y="848380"/>
                  <a:pt x="1086856" y="846369"/>
                </a:cubicBezTo>
                <a:cubicBezTo>
                  <a:pt x="1086582" y="844448"/>
                  <a:pt x="1086764" y="842528"/>
                  <a:pt x="1087222" y="840608"/>
                </a:cubicBezTo>
                <a:cubicBezTo>
                  <a:pt x="1087770" y="838688"/>
                  <a:pt x="1088593" y="836950"/>
                  <a:pt x="1089782" y="835304"/>
                </a:cubicBezTo>
                <a:cubicBezTo>
                  <a:pt x="1091062" y="833750"/>
                  <a:pt x="1092525" y="832470"/>
                  <a:pt x="1094171" y="831464"/>
                </a:cubicBezTo>
              </a:path>
              <a:path w="3870381" h="1076157">
                <a:moveTo>
                  <a:pt x="1167597" y="789036"/>
                </a:moveTo>
                <a:lnTo>
                  <a:pt x="1210757" y="764073"/>
                </a:lnTo>
                <a:cubicBezTo>
                  <a:pt x="1212494" y="763158"/>
                  <a:pt x="1214323" y="762518"/>
                  <a:pt x="1216243" y="762244"/>
                </a:cubicBezTo>
                <a:cubicBezTo>
                  <a:pt x="1218255" y="761970"/>
                  <a:pt x="1220175" y="762061"/>
                  <a:pt x="1222096" y="762610"/>
                </a:cubicBezTo>
                <a:cubicBezTo>
                  <a:pt x="1224016" y="763158"/>
                  <a:pt x="1225753" y="763981"/>
                  <a:pt x="1227308" y="765170"/>
                </a:cubicBezTo>
                <a:cubicBezTo>
                  <a:pt x="1228862" y="766359"/>
                  <a:pt x="1230142" y="767822"/>
                  <a:pt x="1231148" y="769559"/>
                </a:cubicBezTo>
                <a:cubicBezTo>
                  <a:pt x="1232154" y="771296"/>
                  <a:pt x="1232794" y="773125"/>
                  <a:pt x="1233068" y="775045"/>
                </a:cubicBezTo>
                <a:cubicBezTo>
                  <a:pt x="1233343" y="777057"/>
                  <a:pt x="1233160" y="778977"/>
                  <a:pt x="1232703" y="780898"/>
                </a:cubicBezTo>
                <a:cubicBezTo>
                  <a:pt x="1232154" y="782818"/>
                  <a:pt x="1231331" y="784555"/>
                  <a:pt x="1230142" y="786110"/>
                </a:cubicBezTo>
                <a:cubicBezTo>
                  <a:pt x="1228954" y="787664"/>
                  <a:pt x="1227491" y="788944"/>
                  <a:pt x="1225753" y="789950"/>
                </a:cubicBezTo>
                <a:lnTo>
                  <a:pt x="1182594" y="814913"/>
                </a:lnTo>
                <a:cubicBezTo>
                  <a:pt x="1180856" y="815919"/>
                  <a:pt x="1179027" y="816559"/>
                  <a:pt x="1177016" y="816834"/>
                </a:cubicBezTo>
                <a:cubicBezTo>
                  <a:pt x="1175095" y="817108"/>
                  <a:pt x="1173175" y="816925"/>
                  <a:pt x="1171255" y="816468"/>
                </a:cubicBezTo>
                <a:cubicBezTo>
                  <a:pt x="1169335" y="815919"/>
                  <a:pt x="1167597" y="815096"/>
                  <a:pt x="1165951" y="813907"/>
                </a:cubicBezTo>
                <a:cubicBezTo>
                  <a:pt x="1164397" y="812627"/>
                  <a:pt x="1163117" y="811164"/>
                  <a:pt x="1162111" y="809518"/>
                </a:cubicBezTo>
                <a:cubicBezTo>
                  <a:pt x="1161105" y="807781"/>
                  <a:pt x="1160465" y="805952"/>
                  <a:pt x="1160282" y="803940"/>
                </a:cubicBezTo>
                <a:cubicBezTo>
                  <a:pt x="1160008" y="802020"/>
                  <a:pt x="1160099" y="800100"/>
                  <a:pt x="1160648" y="798180"/>
                </a:cubicBezTo>
                <a:cubicBezTo>
                  <a:pt x="1161105" y="796260"/>
                  <a:pt x="1162020" y="794522"/>
                  <a:pt x="1163208" y="792876"/>
                </a:cubicBezTo>
                <a:cubicBezTo>
                  <a:pt x="1164397" y="791322"/>
                  <a:pt x="1165860" y="790042"/>
                  <a:pt x="1167597" y="789036"/>
                </a:cubicBezTo>
              </a:path>
              <a:path w="3870381" h="1076157">
                <a:moveTo>
                  <a:pt x="1240932" y="746608"/>
                </a:moveTo>
                <a:lnTo>
                  <a:pt x="1284092" y="721644"/>
                </a:lnTo>
                <a:cubicBezTo>
                  <a:pt x="1285829" y="720730"/>
                  <a:pt x="1287658" y="720090"/>
                  <a:pt x="1289670" y="719816"/>
                </a:cubicBezTo>
                <a:cubicBezTo>
                  <a:pt x="1291590" y="719541"/>
                  <a:pt x="1293510" y="719633"/>
                  <a:pt x="1295430" y="720181"/>
                </a:cubicBezTo>
                <a:cubicBezTo>
                  <a:pt x="1297351" y="720639"/>
                  <a:pt x="1299088" y="721553"/>
                  <a:pt x="1300734" y="722742"/>
                </a:cubicBezTo>
                <a:cubicBezTo>
                  <a:pt x="1302288" y="723930"/>
                  <a:pt x="1303569" y="725394"/>
                  <a:pt x="1304574" y="727131"/>
                </a:cubicBezTo>
                <a:cubicBezTo>
                  <a:pt x="1305580" y="728868"/>
                  <a:pt x="1306220" y="730697"/>
                  <a:pt x="1306403" y="732617"/>
                </a:cubicBezTo>
                <a:cubicBezTo>
                  <a:pt x="1306678" y="734629"/>
                  <a:pt x="1306586" y="736549"/>
                  <a:pt x="1306038" y="738469"/>
                </a:cubicBezTo>
                <a:cubicBezTo>
                  <a:pt x="1305580" y="740390"/>
                  <a:pt x="1304666" y="742127"/>
                  <a:pt x="1303477" y="743682"/>
                </a:cubicBezTo>
                <a:cubicBezTo>
                  <a:pt x="1302288" y="745236"/>
                  <a:pt x="1300825" y="746516"/>
                  <a:pt x="1299088" y="747522"/>
                </a:cubicBezTo>
                <a:lnTo>
                  <a:pt x="1255928" y="772485"/>
                </a:lnTo>
                <a:cubicBezTo>
                  <a:pt x="1254191" y="773491"/>
                  <a:pt x="1252362" y="774131"/>
                  <a:pt x="1250442" y="774405"/>
                </a:cubicBezTo>
                <a:cubicBezTo>
                  <a:pt x="1248430" y="774680"/>
                  <a:pt x="1246510" y="774497"/>
                  <a:pt x="1244590" y="774040"/>
                </a:cubicBezTo>
                <a:cubicBezTo>
                  <a:pt x="1242670" y="773491"/>
                  <a:pt x="1240932" y="772668"/>
                  <a:pt x="1239378" y="771479"/>
                </a:cubicBezTo>
                <a:cubicBezTo>
                  <a:pt x="1237732" y="770199"/>
                  <a:pt x="1236452" y="768736"/>
                  <a:pt x="1235537" y="767090"/>
                </a:cubicBezTo>
                <a:cubicBezTo>
                  <a:pt x="1234531" y="765353"/>
                  <a:pt x="1233891" y="763524"/>
                  <a:pt x="1233617" y="761512"/>
                </a:cubicBezTo>
                <a:cubicBezTo>
                  <a:pt x="1233343" y="759592"/>
                  <a:pt x="1233434" y="757672"/>
                  <a:pt x="1233983" y="755752"/>
                </a:cubicBezTo>
                <a:cubicBezTo>
                  <a:pt x="1234531" y="753831"/>
                  <a:pt x="1235354" y="752094"/>
                  <a:pt x="1236543" y="750448"/>
                </a:cubicBezTo>
                <a:cubicBezTo>
                  <a:pt x="1237732" y="748894"/>
                  <a:pt x="1239195" y="747613"/>
                  <a:pt x="1240932" y="746608"/>
                </a:cubicBezTo>
              </a:path>
              <a:path w="3870381" h="1076157">
                <a:moveTo>
                  <a:pt x="1314359" y="704179"/>
                </a:moveTo>
                <a:lnTo>
                  <a:pt x="1357518" y="679216"/>
                </a:lnTo>
                <a:cubicBezTo>
                  <a:pt x="1359164" y="678302"/>
                  <a:pt x="1361084" y="677662"/>
                  <a:pt x="1363005" y="677388"/>
                </a:cubicBezTo>
                <a:cubicBezTo>
                  <a:pt x="1365016" y="677113"/>
                  <a:pt x="1366937" y="677205"/>
                  <a:pt x="1368857" y="677753"/>
                </a:cubicBezTo>
                <a:cubicBezTo>
                  <a:pt x="1370777" y="678210"/>
                  <a:pt x="1372514" y="679125"/>
                  <a:pt x="1374069" y="680314"/>
                </a:cubicBezTo>
                <a:cubicBezTo>
                  <a:pt x="1375623" y="681502"/>
                  <a:pt x="1376904" y="682965"/>
                  <a:pt x="1377909" y="684703"/>
                </a:cubicBezTo>
                <a:cubicBezTo>
                  <a:pt x="1378915" y="686440"/>
                  <a:pt x="1379555" y="688269"/>
                  <a:pt x="1379830" y="690189"/>
                </a:cubicBezTo>
                <a:cubicBezTo>
                  <a:pt x="1380104" y="692201"/>
                  <a:pt x="1379921" y="694121"/>
                  <a:pt x="1379464" y="696041"/>
                </a:cubicBezTo>
                <a:cubicBezTo>
                  <a:pt x="1378915" y="697962"/>
                  <a:pt x="1378092" y="699699"/>
                  <a:pt x="1376904" y="701253"/>
                </a:cubicBezTo>
                <a:cubicBezTo>
                  <a:pt x="1375623" y="702808"/>
                  <a:pt x="1374160" y="704088"/>
                  <a:pt x="1372514" y="705094"/>
                </a:cubicBezTo>
                <a:lnTo>
                  <a:pt x="1329355" y="730057"/>
                </a:lnTo>
                <a:cubicBezTo>
                  <a:pt x="1327617" y="731063"/>
                  <a:pt x="1325789" y="731703"/>
                  <a:pt x="1323777" y="731977"/>
                </a:cubicBezTo>
                <a:cubicBezTo>
                  <a:pt x="1321857" y="732252"/>
                  <a:pt x="1319845" y="732069"/>
                  <a:pt x="1317925" y="731611"/>
                </a:cubicBezTo>
                <a:cubicBezTo>
                  <a:pt x="1316004" y="731063"/>
                  <a:pt x="1314267" y="730240"/>
                  <a:pt x="1312713" y="729051"/>
                </a:cubicBezTo>
                <a:cubicBezTo>
                  <a:pt x="1311158" y="727771"/>
                  <a:pt x="1309878" y="726308"/>
                  <a:pt x="1308872" y="724662"/>
                </a:cubicBezTo>
                <a:cubicBezTo>
                  <a:pt x="1307866" y="722925"/>
                  <a:pt x="1307226" y="721096"/>
                  <a:pt x="1306952" y="719084"/>
                </a:cubicBezTo>
                <a:cubicBezTo>
                  <a:pt x="1306769" y="717164"/>
                  <a:pt x="1306860" y="715244"/>
                  <a:pt x="1307409" y="713323"/>
                </a:cubicBezTo>
                <a:cubicBezTo>
                  <a:pt x="1307866" y="711403"/>
                  <a:pt x="1308689" y="709666"/>
                  <a:pt x="1309969" y="708020"/>
                </a:cubicBezTo>
                <a:cubicBezTo>
                  <a:pt x="1311158" y="706465"/>
                  <a:pt x="1312621" y="705185"/>
                  <a:pt x="1314359" y="704179"/>
                </a:cubicBezTo>
              </a:path>
              <a:path w="3870381" h="1076157">
                <a:moveTo>
                  <a:pt x="1387693" y="661751"/>
                </a:moveTo>
                <a:lnTo>
                  <a:pt x="1430853" y="636788"/>
                </a:lnTo>
                <a:cubicBezTo>
                  <a:pt x="1432590" y="635874"/>
                  <a:pt x="1434419" y="635234"/>
                  <a:pt x="1436340" y="634959"/>
                </a:cubicBezTo>
                <a:cubicBezTo>
                  <a:pt x="1438351" y="634685"/>
                  <a:pt x="1440271" y="634776"/>
                  <a:pt x="1442192" y="635325"/>
                </a:cubicBezTo>
                <a:cubicBezTo>
                  <a:pt x="1444112" y="635782"/>
                  <a:pt x="1445849" y="636697"/>
                  <a:pt x="1447495" y="637885"/>
                </a:cubicBezTo>
                <a:cubicBezTo>
                  <a:pt x="1449050" y="639074"/>
                  <a:pt x="1450330" y="640537"/>
                  <a:pt x="1451336" y="642275"/>
                </a:cubicBezTo>
                <a:cubicBezTo>
                  <a:pt x="1452342" y="644012"/>
                  <a:pt x="1452890" y="645841"/>
                  <a:pt x="1453164" y="647761"/>
                </a:cubicBezTo>
                <a:cubicBezTo>
                  <a:pt x="1453439" y="649773"/>
                  <a:pt x="1453347" y="651693"/>
                  <a:pt x="1452799" y="653613"/>
                </a:cubicBezTo>
                <a:cubicBezTo>
                  <a:pt x="1452342" y="655533"/>
                  <a:pt x="1451427" y="657271"/>
                  <a:pt x="1450238" y="658825"/>
                </a:cubicBezTo>
                <a:cubicBezTo>
                  <a:pt x="1449050" y="660380"/>
                  <a:pt x="1447587" y="661660"/>
                  <a:pt x="1445849" y="662666"/>
                </a:cubicBezTo>
                <a:lnTo>
                  <a:pt x="1402690" y="687629"/>
                </a:lnTo>
                <a:cubicBezTo>
                  <a:pt x="1400952" y="688635"/>
                  <a:pt x="1399123" y="689275"/>
                  <a:pt x="1397203" y="689549"/>
                </a:cubicBezTo>
                <a:cubicBezTo>
                  <a:pt x="1395192" y="689823"/>
                  <a:pt x="1393271" y="689640"/>
                  <a:pt x="1391351" y="689183"/>
                </a:cubicBezTo>
                <a:cubicBezTo>
                  <a:pt x="1389431" y="688635"/>
                  <a:pt x="1387693" y="687812"/>
                  <a:pt x="1386139" y="686623"/>
                </a:cubicBezTo>
                <a:cubicBezTo>
                  <a:pt x="1384493" y="685343"/>
                  <a:pt x="1383213" y="683880"/>
                  <a:pt x="1382207" y="682234"/>
                </a:cubicBezTo>
                <a:cubicBezTo>
                  <a:pt x="1381293" y="680496"/>
                  <a:pt x="1380653" y="678668"/>
                  <a:pt x="1380378" y="676656"/>
                </a:cubicBezTo>
                <a:cubicBezTo>
                  <a:pt x="1380104" y="674736"/>
                  <a:pt x="1380195" y="672816"/>
                  <a:pt x="1380744" y="670895"/>
                </a:cubicBezTo>
                <a:cubicBezTo>
                  <a:pt x="1381293" y="668975"/>
                  <a:pt x="1382116" y="667238"/>
                  <a:pt x="1383304" y="665592"/>
                </a:cubicBezTo>
                <a:cubicBezTo>
                  <a:pt x="1384493" y="664037"/>
                  <a:pt x="1385956" y="662757"/>
                  <a:pt x="1387693" y="661751"/>
                </a:cubicBezTo>
              </a:path>
              <a:path w="3870381" h="1076157">
                <a:moveTo>
                  <a:pt x="1461028" y="619323"/>
                </a:moveTo>
                <a:lnTo>
                  <a:pt x="1504188" y="594360"/>
                </a:lnTo>
                <a:cubicBezTo>
                  <a:pt x="1505925" y="593354"/>
                  <a:pt x="1507754" y="592806"/>
                  <a:pt x="1509766" y="592531"/>
                </a:cubicBezTo>
                <a:cubicBezTo>
                  <a:pt x="1511686" y="592257"/>
                  <a:pt x="1513698" y="592348"/>
                  <a:pt x="1515618" y="592897"/>
                </a:cubicBezTo>
                <a:cubicBezTo>
                  <a:pt x="1517538" y="593354"/>
                  <a:pt x="1519276" y="594269"/>
                  <a:pt x="1520830" y="595457"/>
                </a:cubicBezTo>
                <a:cubicBezTo>
                  <a:pt x="1522385" y="596646"/>
                  <a:pt x="1523665" y="598109"/>
                  <a:pt x="1524671" y="599846"/>
                </a:cubicBezTo>
                <a:cubicBezTo>
                  <a:pt x="1525676" y="601584"/>
                  <a:pt x="1526316" y="603413"/>
                  <a:pt x="1526591" y="605333"/>
                </a:cubicBezTo>
                <a:cubicBezTo>
                  <a:pt x="1526865" y="607344"/>
                  <a:pt x="1526682" y="609265"/>
                  <a:pt x="1526225" y="611185"/>
                </a:cubicBezTo>
                <a:cubicBezTo>
                  <a:pt x="1525676" y="613105"/>
                  <a:pt x="1524853" y="614843"/>
                  <a:pt x="1523573" y="616397"/>
                </a:cubicBezTo>
                <a:cubicBezTo>
                  <a:pt x="1522385" y="617952"/>
                  <a:pt x="1520922" y="619232"/>
                  <a:pt x="1519184" y="620238"/>
                </a:cubicBezTo>
                <a:lnTo>
                  <a:pt x="1476024" y="645201"/>
                </a:lnTo>
                <a:cubicBezTo>
                  <a:pt x="1474379" y="646206"/>
                  <a:pt x="1472550" y="646847"/>
                  <a:pt x="1470538" y="647121"/>
                </a:cubicBezTo>
                <a:cubicBezTo>
                  <a:pt x="1468618" y="647395"/>
                  <a:pt x="1466606" y="647212"/>
                  <a:pt x="1464686" y="646755"/>
                </a:cubicBezTo>
                <a:cubicBezTo>
                  <a:pt x="1462766" y="646206"/>
                  <a:pt x="1461028" y="645384"/>
                  <a:pt x="1459474" y="644195"/>
                </a:cubicBezTo>
                <a:cubicBezTo>
                  <a:pt x="1457919" y="642915"/>
                  <a:pt x="1456639" y="641452"/>
                  <a:pt x="1455633" y="639806"/>
                </a:cubicBezTo>
                <a:cubicBezTo>
                  <a:pt x="1454628" y="638068"/>
                  <a:pt x="1453987" y="636240"/>
                  <a:pt x="1453713" y="634228"/>
                </a:cubicBezTo>
                <a:cubicBezTo>
                  <a:pt x="1453439" y="632308"/>
                  <a:pt x="1453622" y="630387"/>
                  <a:pt x="1454079" y="628467"/>
                </a:cubicBezTo>
                <a:cubicBezTo>
                  <a:pt x="1454628" y="626547"/>
                  <a:pt x="1455450" y="624810"/>
                  <a:pt x="1456731" y="623164"/>
                </a:cubicBezTo>
                <a:cubicBezTo>
                  <a:pt x="1457919" y="621609"/>
                  <a:pt x="1459382" y="620329"/>
                  <a:pt x="1461028" y="619323"/>
                </a:cubicBezTo>
              </a:path>
              <a:path w="3870381" h="1076157">
                <a:moveTo>
                  <a:pt x="1534455" y="576895"/>
                </a:moveTo>
                <a:lnTo>
                  <a:pt x="1577614" y="551932"/>
                </a:lnTo>
                <a:cubicBezTo>
                  <a:pt x="1579352" y="550926"/>
                  <a:pt x="1581180" y="550377"/>
                  <a:pt x="1583101" y="550103"/>
                </a:cubicBezTo>
                <a:cubicBezTo>
                  <a:pt x="1585112" y="549829"/>
                  <a:pt x="1587033" y="549920"/>
                  <a:pt x="1588953" y="550469"/>
                </a:cubicBezTo>
                <a:cubicBezTo>
                  <a:pt x="1590873" y="550926"/>
                  <a:pt x="1592610" y="551840"/>
                  <a:pt x="1594165" y="553029"/>
                </a:cubicBezTo>
                <a:cubicBezTo>
                  <a:pt x="1595811" y="554218"/>
                  <a:pt x="1597091" y="555681"/>
                  <a:pt x="1598097" y="557418"/>
                </a:cubicBezTo>
                <a:cubicBezTo>
                  <a:pt x="1599011" y="559156"/>
                  <a:pt x="1599651" y="560984"/>
                  <a:pt x="1599926" y="562905"/>
                </a:cubicBezTo>
                <a:cubicBezTo>
                  <a:pt x="1600200" y="564916"/>
                  <a:pt x="1600109" y="566837"/>
                  <a:pt x="1599560" y="568757"/>
                </a:cubicBezTo>
                <a:cubicBezTo>
                  <a:pt x="1599011" y="570677"/>
                  <a:pt x="1598188" y="572414"/>
                  <a:pt x="1597000" y="573969"/>
                </a:cubicBezTo>
                <a:cubicBezTo>
                  <a:pt x="1595811" y="575523"/>
                  <a:pt x="1594348" y="576804"/>
                  <a:pt x="1592610" y="577809"/>
                </a:cubicBezTo>
                <a:lnTo>
                  <a:pt x="1549451" y="602772"/>
                </a:lnTo>
                <a:cubicBezTo>
                  <a:pt x="1547713" y="603778"/>
                  <a:pt x="1545885" y="604418"/>
                  <a:pt x="1543873" y="604693"/>
                </a:cubicBezTo>
                <a:cubicBezTo>
                  <a:pt x="1541953" y="604967"/>
                  <a:pt x="1540032" y="604784"/>
                  <a:pt x="1538112" y="604327"/>
                </a:cubicBezTo>
                <a:cubicBezTo>
                  <a:pt x="1536192" y="603778"/>
                  <a:pt x="1534455" y="602955"/>
                  <a:pt x="1532809" y="601767"/>
                </a:cubicBezTo>
                <a:cubicBezTo>
                  <a:pt x="1531254" y="600486"/>
                  <a:pt x="1529974" y="599023"/>
                  <a:pt x="1528968" y="597378"/>
                </a:cubicBezTo>
                <a:cubicBezTo>
                  <a:pt x="1527962" y="595640"/>
                  <a:pt x="1527414" y="593811"/>
                  <a:pt x="1527139" y="591800"/>
                </a:cubicBezTo>
                <a:cubicBezTo>
                  <a:pt x="1526865" y="589879"/>
                  <a:pt x="1526957" y="587959"/>
                  <a:pt x="1527505" y="586039"/>
                </a:cubicBezTo>
                <a:cubicBezTo>
                  <a:pt x="1527962" y="584119"/>
                  <a:pt x="1528877" y="582381"/>
                  <a:pt x="1530066" y="580735"/>
                </a:cubicBezTo>
                <a:cubicBezTo>
                  <a:pt x="1531254" y="579181"/>
                  <a:pt x="1532717" y="577901"/>
                  <a:pt x="1534455" y="576895"/>
                </a:cubicBezTo>
              </a:path>
              <a:path w="3870381" h="1076157">
                <a:moveTo>
                  <a:pt x="1607790" y="534467"/>
                </a:moveTo>
                <a:lnTo>
                  <a:pt x="1650949" y="509504"/>
                </a:lnTo>
                <a:cubicBezTo>
                  <a:pt x="1652687" y="508498"/>
                  <a:pt x="1654515" y="507949"/>
                  <a:pt x="1656527" y="507675"/>
                </a:cubicBezTo>
                <a:cubicBezTo>
                  <a:pt x="1658447" y="507401"/>
                  <a:pt x="1660459" y="507492"/>
                  <a:pt x="1662379" y="508041"/>
                </a:cubicBezTo>
                <a:cubicBezTo>
                  <a:pt x="1664208" y="508498"/>
                  <a:pt x="1666037" y="509412"/>
                  <a:pt x="1667591" y="510601"/>
                </a:cubicBezTo>
                <a:cubicBezTo>
                  <a:pt x="1669146" y="511790"/>
                  <a:pt x="1670426" y="513253"/>
                  <a:pt x="1671432" y="514990"/>
                </a:cubicBezTo>
                <a:cubicBezTo>
                  <a:pt x="1672438" y="516727"/>
                  <a:pt x="1673078" y="518556"/>
                  <a:pt x="1673352" y="520476"/>
                </a:cubicBezTo>
                <a:cubicBezTo>
                  <a:pt x="1673535" y="522488"/>
                  <a:pt x="1673443" y="524408"/>
                  <a:pt x="1672895" y="526329"/>
                </a:cubicBezTo>
                <a:cubicBezTo>
                  <a:pt x="1672438" y="528249"/>
                  <a:pt x="1671523" y="529986"/>
                  <a:pt x="1670334" y="531541"/>
                </a:cubicBezTo>
                <a:cubicBezTo>
                  <a:pt x="1669146" y="533095"/>
                  <a:pt x="1667683" y="534375"/>
                  <a:pt x="1665945" y="535381"/>
                </a:cubicBezTo>
                <a:lnTo>
                  <a:pt x="1622786" y="560344"/>
                </a:lnTo>
                <a:cubicBezTo>
                  <a:pt x="1621140" y="561350"/>
                  <a:pt x="1619220" y="561990"/>
                  <a:pt x="1617299" y="562265"/>
                </a:cubicBezTo>
                <a:cubicBezTo>
                  <a:pt x="1615288" y="562539"/>
                  <a:pt x="1613367" y="562356"/>
                  <a:pt x="1611447" y="561899"/>
                </a:cubicBezTo>
                <a:cubicBezTo>
                  <a:pt x="1609527" y="561350"/>
                  <a:pt x="1607790" y="560527"/>
                  <a:pt x="1606235" y="559247"/>
                </a:cubicBezTo>
                <a:cubicBezTo>
                  <a:pt x="1604681" y="558058"/>
                  <a:pt x="1603400" y="556595"/>
                  <a:pt x="1602395" y="554949"/>
                </a:cubicBezTo>
                <a:cubicBezTo>
                  <a:pt x="1601389" y="553212"/>
                  <a:pt x="1600749" y="551383"/>
                  <a:pt x="1600474" y="549372"/>
                </a:cubicBezTo>
                <a:cubicBezTo>
                  <a:pt x="1600200" y="547451"/>
                  <a:pt x="1600383" y="545531"/>
                  <a:pt x="1600840" y="543611"/>
                </a:cubicBezTo>
                <a:cubicBezTo>
                  <a:pt x="1601389" y="541691"/>
                  <a:pt x="1602212" y="539953"/>
                  <a:pt x="1603400" y="538307"/>
                </a:cubicBezTo>
                <a:cubicBezTo>
                  <a:pt x="1604681" y="536753"/>
                  <a:pt x="1606144" y="535473"/>
                  <a:pt x="1607790" y="534467"/>
                </a:cubicBezTo>
              </a:path>
              <a:path w="3870381" h="1076157">
                <a:moveTo>
                  <a:pt x="1681216" y="492039"/>
                </a:moveTo>
                <a:lnTo>
                  <a:pt x="1724376" y="467076"/>
                </a:lnTo>
                <a:cubicBezTo>
                  <a:pt x="1726113" y="466070"/>
                  <a:pt x="1727942" y="465521"/>
                  <a:pt x="1729862" y="465247"/>
                </a:cubicBezTo>
                <a:cubicBezTo>
                  <a:pt x="1731874" y="464972"/>
                  <a:pt x="1733794" y="465064"/>
                  <a:pt x="1735714" y="465612"/>
                </a:cubicBezTo>
                <a:cubicBezTo>
                  <a:pt x="1737634" y="466070"/>
                  <a:pt x="1739372" y="466984"/>
                  <a:pt x="1740926" y="468173"/>
                </a:cubicBezTo>
                <a:cubicBezTo>
                  <a:pt x="1742481" y="469362"/>
                  <a:pt x="1743852" y="470825"/>
                  <a:pt x="1744767" y="472562"/>
                </a:cubicBezTo>
                <a:cubicBezTo>
                  <a:pt x="1745772" y="474299"/>
                  <a:pt x="1746413" y="476128"/>
                  <a:pt x="1746687" y="478048"/>
                </a:cubicBezTo>
                <a:cubicBezTo>
                  <a:pt x="1746961" y="480060"/>
                  <a:pt x="1746778" y="481980"/>
                  <a:pt x="1746321" y="483900"/>
                </a:cubicBezTo>
                <a:cubicBezTo>
                  <a:pt x="1745772" y="485821"/>
                  <a:pt x="1744950" y="487558"/>
                  <a:pt x="1743761" y="489113"/>
                </a:cubicBezTo>
                <a:cubicBezTo>
                  <a:pt x="1742572" y="490667"/>
                  <a:pt x="1741109" y="491947"/>
                  <a:pt x="1739372" y="492953"/>
                </a:cubicBezTo>
                <a:lnTo>
                  <a:pt x="1696212" y="517916"/>
                </a:lnTo>
                <a:cubicBezTo>
                  <a:pt x="1694475" y="518922"/>
                  <a:pt x="1692646" y="519562"/>
                  <a:pt x="1690634" y="519836"/>
                </a:cubicBezTo>
                <a:cubicBezTo>
                  <a:pt x="1688714" y="520111"/>
                  <a:pt x="1686794" y="519928"/>
                  <a:pt x="1684873" y="519471"/>
                </a:cubicBezTo>
                <a:cubicBezTo>
                  <a:pt x="1682953" y="518922"/>
                  <a:pt x="1681216" y="518099"/>
                  <a:pt x="1679570" y="516819"/>
                </a:cubicBezTo>
                <a:cubicBezTo>
                  <a:pt x="1678015" y="515630"/>
                  <a:pt x="1676735" y="514167"/>
                  <a:pt x="1675729" y="512521"/>
                </a:cubicBezTo>
                <a:cubicBezTo>
                  <a:pt x="1674724" y="510784"/>
                  <a:pt x="1674084" y="508955"/>
                  <a:pt x="1673901" y="506943"/>
                </a:cubicBezTo>
                <a:cubicBezTo>
                  <a:pt x="1673626" y="505023"/>
                  <a:pt x="1673718" y="503103"/>
                  <a:pt x="1674266" y="501183"/>
                </a:cubicBezTo>
                <a:cubicBezTo>
                  <a:pt x="1674724" y="499262"/>
                  <a:pt x="1675638" y="497525"/>
                  <a:pt x="1676827" y="495879"/>
                </a:cubicBezTo>
                <a:cubicBezTo>
                  <a:pt x="1678015" y="494325"/>
                  <a:pt x="1679478" y="493044"/>
                  <a:pt x="1681216" y="492039"/>
                </a:cubicBezTo>
              </a:path>
              <a:path w="3870381" h="1076157">
                <a:moveTo>
                  <a:pt x="1770004" y="451622"/>
                </a:moveTo>
                <a:lnTo>
                  <a:pt x="1812158" y="478231"/>
                </a:lnTo>
                <a:cubicBezTo>
                  <a:pt x="1813895" y="479328"/>
                  <a:pt x="1815267" y="480609"/>
                  <a:pt x="1816456" y="482255"/>
                </a:cubicBezTo>
                <a:cubicBezTo>
                  <a:pt x="1817553" y="483900"/>
                  <a:pt x="1818376" y="485638"/>
                  <a:pt x="1818833" y="487558"/>
                </a:cubicBezTo>
                <a:cubicBezTo>
                  <a:pt x="1819199" y="489478"/>
                  <a:pt x="1819290" y="491490"/>
                  <a:pt x="1818924" y="493410"/>
                </a:cubicBezTo>
                <a:cubicBezTo>
                  <a:pt x="1818650" y="495330"/>
                  <a:pt x="1817919" y="497159"/>
                  <a:pt x="1816821" y="498805"/>
                </a:cubicBezTo>
                <a:cubicBezTo>
                  <a:pt x="1815816" y="500543"/>
                  <a:pt x="1814444" y="501914"/>
                  <a:pt x="1812798" y="503103"/>
                </a:cubicBezTo>
                <a:cubicBezTo>
                  <a:pt x="1811244" y="504200"/>
                  <a:pt x="1809415" y="505023"/>
                  <a:pt x="1807494" y="505480"/>
                </a:cubicBezTo>
                <a:cubicBezTo>
                  <a:pt x="1805574" y="505846"/>
                  <a:pt x="1803654" y="505938"/>
                  <a:pt x="1801642" y="505572"/>
                </a:cubicBezTo>
                <a:cubicBezTo>
                  <a:pt x="1799722" y="505297"/>
                  <a:pt x="1797893" y="504566"/>
                  <a:pt x="1796247" y="503469"/>
                </a:cubicBezTo>
                <a:lnTo>
                  <a:pt x="1754002" y="476860"/>
                </a:lnTo>
                <a:cubicBezTo>
                  <a:pt x="1752356" y="475854"/>
                  <a:pt x="1750985" y="474482"/>
                  <a:pt x="1749796" y="472928"/>
                </a:cubicBezTo>
                <a:cubicBezTo>
                  <a:pt x="1748699" y="471282"/>
                  <a:pt x="1747876" y="469453"/>
                  <a:pt x="1747418" y="467533"/>
                </a:cubicBezTo>
                <a:cubicBezTo>
                  <a:pt x="1746961" y="465612"/>
                  <a:pt x="1746961" y="463692"/>
                  <a:pt x="1747327" y="461772"/>
                </a:cubicBezTo>
                <a:cubicBezTo>
                  <a:pt x="1747601" y="459760"/>
                  <a:pt x="1748333" y="457932"/>
                  <a:pt x="1749339" y="456286"/>
                </a:cubicBezTo>
                <a:cubicBezTo>
                  <a:pt x="1750436" y="454640"/>
                  <a:pt x="1751808" y="453177"/>
                  <a:pt x="1753362" y="452079"/>
                </a:cubicBezTo>
                <a:cubicBezTo>
                  <a:pt x="1755008" y="450891"/>
                  <a:pt x="1756837" y="450159"/>
                  <a:pt x="1758757" y="449702"/>
                </a:cubicBezTo>
                <a:cubicBezTo>
                  <a:pt x="1760677" y="449245"/>
                  <a:pt x="1762597" y="449245"/>
                  <a:pt x="1764609" y="449519"/>
                </a:cubicBezTo>
                <a:cubicBezTo>
                  <a:pt x="1766529" y="449885"/>
                  <a:pt x="1768358" y="450616"/>
                  <a:pt x="1770004" y="451622"/>
                </a:cubicBezTo>
              </a:path>
              <a:path w="3870381" h="1076157">
                <a:moveTo>
                  <a:pt x="1841693" y="496885"/>
                </a:moveTo>
                <a:lnTo>
                  <a:pt x="1883847" y="523494"/>
                </a:lnTo>
                <a:cubicBezTo>
                  <a:pt x="1885584" y="524500"/>
                  <a:pt x="1886956" y="525871"/>
                  <a:pt x="1888145" y="527426"/>
                </a:cubicBezTo>
                <a:cubicBezTo>
                  <a:pt x="1889242" y="529072"/>
                  <a:pt x="1890065" y="530901"/>
                  <a:pt x="1890522" y="532821"/>
                </a:cubicBezTo>
                <a:cubicBezTo>
                  <a:pt x="1890888" y="534741"/>
                  <a:pt x="1890979" y="536661"/>
                  <a:pt x="1890613" y="538582"/>
                </a:cubicBezTo>
                <a:cubicBezTo>
                  <a:pt x="1890248" y="540593"/>
                  <a:pt x="1889608" y="542422"/>
                  <a:pt x="1888510" y="544068"/>
                </a:cubicBezTo>
                <a:cubicBezTo>
                  <a:pt x="1887504" y="545714"/>
                  <a:pt x="1886133" y="547177"/>
                  <a:pt x="1884487" y="548274"/>
                </a:cubicBezTo>
                <a:cubicBezTo>
                  <a:pt x="1882932" y="549463"/>
                  <a:pt x="1881104" y="550194"/>
                  <a:pt x="1879183" y="550652"/>
                </a:cubicBezTo>
                <a:cubicBezTo>
                  <a:pt x="1877263" y="551109"/>
                  <a:pt x="1875343" y="551109"/>
                  <a:pt x="1873331" y="550835"/>
                </a:cubicBezTo>
                <a:cubicBezTo>
                  <a:pt x="1871411" y="550469"/>
                  <a:pt x="1869582" y="549737"/>
                  <a:pt x="1867936" y="548731"/>
                </a:cubicBezTo>
                <a:lnTo>
                  <a:pt x="1825691" y="522122"/>
                </a:lnTo>
                <a:cubicBezTo>
                  <a:pt x="1824045" y="521025"/>
                  <a:pt x="1822674" y="519745"/>
                  <a:pt x="1821485" y="518099"/>
                </a:cubicBezTo>
                <a:cubicBezTo>
                  <a:pt x="1820388" y="516453"/>
                  <a:pt x="1819565" y="514716"/>
                  <a:pt x="1819107" y="512796"/>
                </a:cubicBezTo>
                <a:cubicBezTo>
                  <a:pt x="1818650" y="510875"/>
                  <a:pt x="1818650" y="508864"/>
                  <a:pt x="1819016" y="506943"/>
                </a:cubicBezTo>
                <a:cubicBezTo>
                  <a:pt x="1819290" y="505023"/>
                  <a:pt x="1820022" y="503194"/>
                  <a:pt x="1821028" y="501548"/>
                </a:cubicBezTo>
                <a:cubicBezTo>
                  <a:pt x="1822125" y="499811"/>
                  <a:pt x="1823496" y="498439"/>
                  <a:pt x="1825051" y="497251"/>
                </a:cubicBezTo>
                <a:cubicBezTo>
                  <a:pt x="1826697" y="496153"/>
                  <a:pt x="1828526" y="495330"/>
                  <a:pt x="1830446" y="494873"/>
                </a:cubicBezTo>
                <a:cubicBezTo>
                  <a:pt x="1832366" y="494508"/>
                  <a:pt x="1834286" y="494416"/>
                  <a:pt x="1836298" y="494782"/>
                </a:cubicBezTo>
                <a:cubicBezTo>
                  <a:pt x="1838218" y="495056"/>
                  <a:pt x="1840047" y="495788"/>
                  <a:pt x="1841693" y="496885"/>
                </a:cubicBezTo>
              </a:path>
              <a:path w="3870381" h="1076157">
                <a:moveTo>
                  <a:pt x="1913382" y="542056"/>
                </a:moveTo>
                <a:lnTo>
                  <a:pt x="1955536" y="568665"/>
                </a:lnTo>
                <a:cubicBezTo>
                  <a:pt x="1957273" y="569763"/>
                  <a:pt x="1958645" y="571043"/>
                  <a:pt x="1959834" y="572689"/>
                </a:cubicBezTo>
                <a:cubicBezTo>
                  <a:pt x="1960931" y="574335"/>
                  <a:pt x="1961754" y="576072"/>
                  <a:pt x="1962120" y="577992"/>
                </a:cubicBezTo>
                <a:cubicBezTo>
                  <a:pt x="1962577" y="579912"/>
                  <a:pt x="1962668" y="581924"/>
                  <a:pt x="1962302" y="583844"/>
                </a:cubicBezTo>
                <a:cubicBezTo>
                  <a:pt x="1961937" y="585765"/>
                  <a:pt x="1961297" y="587593"/>
                  <a:pt x="1960199" y="589331"/>
                </a:cubicBezTo>
                <a:cubicBezTo>
                  <a:pt x="1959193" y="590977"/>
                  <a:pt x="1957822" y="592348"/>
                  <a:pt x="1956176" y="593537"/>
                </a:cubicBezTo>
                <a:cubicBezTo>
                  <a:pt x="1954621" y="594634"/>
                  <a:pt x="1952793" y="595457"/>
                  <a:pt x="1950872" y="595914"/>
                </a:cubicBezTo>
                <a:cubicBezTo>
                  <a:pt x="1948952" y="596280"/>
                  <a:pt x="1946940" y="596372"/>
                  <a:pt x="1945020" y="596006"/>
                </a:cubicBezTo>
                <a:cubicBezTo>
                  <a:pt x="1943100" y="595732"/>
                  <a:pt x="1941271" y="595000"/>
                  <a:pt x="1939534" y="593903"/>
                </a:cubicBezTo>
                <a:lnTo>
                  <a:pt x="1897380" y="567385"/>
                </a:lnTo>
                <a:cubicBezTo>
                  <a:pt x="1895734" y="566288"/>
                  <a:pt x="1894362" y="564916"/>
                  <a:pt x="1893174" y="563362"/>
                </a:cubicBezTo>
                <a:cubicBezTo>
                  <a:pt x="1892076" y="561716"/>
                  <a:pt x="1891254" y="559979"/>
                  <a:pt x="1890796" y="557967"/>
                </a:cubicBezTo>
                <a:cubicBezTo>
                  <a:pt x="1890339" y="556047"/>
                  <a:pt x="1890339" y="554126"/>
                  <a:pt x="1890613" y="552206"/>
                </a:cubicBezTo>
                <a:cubicBezTo>
                  <a:pt x="1890979" y="550194"/>
                  <a:pt x="1891711" y="548366"/>
                  <a:pt x="1892717" y="546720"/>
                </a:cubicBezTo>
                <a:cubicBezTo>
                  <a:pt x="1893814" y="545074"/>
                  <a:pt x="1895185" y="543611"/>
                  <a:pt x="1896740" y="542514"/>
                </a:cubicBezTo>
                <a:cubicBezTo>
                  <a:pt x="1898386" y="541325"/>
                  <a:pt x="1900215" y="540593"/>
                  <a:pt x="1902135" y="540136"/>
                </a:cubicBezTo>
                <a:cubicBezTo>
                  <a:pt x="1904055" y="539679"/>
                  <a:pt x="1905975" y="539679"/>
                  <a:pt x="1907987" y="539953"/>
                </a:cubicBezTo>
                <a:cubicBezTo>
                  <a:pt x="1909907" y="540319"/>
                  <a:pt x="1911736" y="541050"/>
                  <a:pt x="1913382" y="542056"/>
                </a:cubicBezTo>
              </a:path>
              <a:path w="3870381" h="1076157">
                <a:moveTo>
                  <a:pt x="1985071" y="587319"/>
                </a:moveTo>
                <a:lnTo>
                  <a:pt x="2027225" y="613928"/>
                </a:lnTo>
                <a:cubicBezTo>
                  <a:pt x="2028962" y="614934"/>
                  <a:pt x="2030334" y="616306"/>
                  <a:pt x="2031431" y="617952"/>
                </a:cubicBezTo>
                <a:cubicBezTo>
                  <a:pt x="2032620" y="619506"/>
                  <a:pt x="2033443" y="621335"/>
                  <a:pt x="2033808" y="623255"/>
                </a:cubicBezTo>
                <a:cubicBezTo>
                  <a:pt x="2034266" y="625175"/>
                  <a:pt x="2034357" y="627096"/>
                  <a:pt x="2033991" y="629107"/>
                </a:cubicBezTo>
                <a:cubicBezTo>
                  <a:pt x="2033626" y="631027"/>
                  <a:pt x="2032986" y="632856"/>
                  <a:pt x="2031888" y="634502"/>
                </a:cubicBezTo>
                <a:cubicBezTo>
                  <a:pt x="2030882" y="636148"/>
                  <a:pt x="2029511" y="637611"/>
                  <a:pt x="2027865" y="638708"/>
                </a:cubicBezTo>
                <a:cubicBezTo>
                  <a:pt x="2026219" y="639897"/>
                  <a:pt x="2024482" y="640629"/>
                  <a:pt x="2022561" y="641086"/>
                </a:cubicBezTo>
                <a:cubicBezTo>
                  <a:pt x="2020641" y="641543"/>
                  <a:pt x="2018629" y="641634"/>
                  <a:pt x="2016709" y="641269"/>
                </a:cubicBezTo>
                <a:cubicBezTo>
                  <a:pt x="2014789" y="640903"/>
                  <a:pt x="2012960" y="640263"/>
                  <a:pt x="2011223" y="639166"/>
                </a:cubicBezTo>
                <a:lnTo>
                  <a:pt x="1969069" y="612557"/>
                </a:lnTo>
                <a:cubicBezTo>
                  <a:pt x="1967423" y="611551"/>
                  <a:pt x="1966051" y="610179"/>
                  <a:pt x="1964863" y="608533"/>
                </a:cubicBezTo>
                <a:cubicBezTo>
                  <a:pt x="1963674" y="606887"/>
                  <a:pt x="1962942" y="605150"/>
                  <a:pt x="1962485" y="603230"/>
                </a:cubicBezTo>
                <a:cubicBezTo>
                  <a:pt x="1962028" y="601309"/>
                  <a:pt x="1962028" y="599389"/>
                  <a:pt x="1962302" y="597378"/>
                </a:cubicBezTo>
                <a:cubicBezTo>
                  <a:pt x="1962668" y="595457"/>
                  <a:pt x="1963400" y="593628"/>
                  <a:pt x="1964406" y="591983"/>
                </a:cubicBezTo>
                <a:cubicBezTo>
                  <a:pt x="1965503" y="590245"/>
                  <a:pt x="1966874" y="588874"/>
                  <a:pt x="1968429" y="587685"/>
                </a:cubicBezTo>
                <a:cubicBezTo>
                  <a:pt x="1970075" y="586588"/>
                  <a:pt x="1971812" y="585765"/>
                  <a:pt x="1973824" y="585307"/>
                </a:cubicBezTo>
                <a:cubicBezTo>
                  <a:pt x="1975744" y="584942"/>
                  <a:pt x="1977664" y="584850"/>
                  <a:pt x="1979585" y="585216"/>
                </a:cubicBezTo>
                <a:cubicBezTo>
                  <a:pt x="1981596" y="585582"/>
                  <a:pt x="1983425" y="586222"/>
                  <a:pt x="1985071" y="587319"/>
                </a:cubicBezTo>
              </a:path>
              <a:path w="3870381" h="1076157">
                <a:moveTo>
                  <a:pt x="2056760" y="632490"/>
                </a:moveTo>
                <a:lnTo>
                  <a:pt x="2098914" y="659100"/>
                </a:lnTo>
                <a:cubicBezTo>
                  <a:pt x="2100560" y="660197"/>
                  <a:pt x="2102023" y="661477"/>
                  <a:pt x="2103120" y="663123"/>
                </a:cubicBezTo>
                <a:cubicBezTo>
                  <a:pt x="2104309" y="664769"/>
                  <a:pt x="2105132" y="666506"/>
                  <a:pt x="2105497" y="668426"/>
                </a:cubicBezTo>
                <a:cubicBezTo>
                  <a:pt x="2105955" y="670347"/>
                  <a:pt x="2106046" y="672358"/>
                  <a:pt x="2105680" y="674279"/>
                </a:cubicBezTo>
                <a:cubicBezTo>
                  <a:pt x="2105315" y="676199"/>
                  <a:pt x="2104674" y="678028"/>
                  <a:pt x="2103577" y="679765"/>
                </a:cubicBezTo>
                <a:cubicBezTo>
                  <a:pt x="2102571" y="681411"/>
                  <a:pt x="2101200" y="682782"/>
                  <a:pt x="2099554" y="683971"/>
                </a:cubicBezTo>
                <a:cubicBezTo>
                  <a:pt x="2097908" y="685068"/>
                  <a:pt x="2096171" y="685891"/>
                  <a:pt x="2094250" y="686349"/>
                </a:cubicBezTo>
                <a:cubicBezTo>
                  <a:pt x="2092330" y="686806"/>
                  <a:pt x="2090318" y="686806"/>
                  <a:pt x="2088398" y="686440"/>
                </a:cubicBezTo>
                <a:cubicBezTo>
                  <a:pt x="2086478" y="686166"/>
                  <a:pt x="2084649" y="685434"/>
                  <a:pt x="2082912" y="684428"/>
                </a:cubicBezTo>
                <a:lnTo>
                  <a:pt x="2040758" y="657819"/>
                </a:lnTo>
                <a:cubicBezTo>
                  <a:pt x="2039112" y="656722"/>
                  <a:pt x="2037649" y="655350"/>
                  <a:pt x="2036552" y="653796"/>
                </a:cubicBezTo>
                <a:cubicBezTo>
                  <a:pt x="2035363" y="652150"/>
                  <a:pt x="2034631" y="650413"/>
                  <a:pt x="2034174" y="648401"/>
                </a:cubicBezTo>
                <a:cubicBezTo>
                  <a:pt x="2033717" y="646481"/>
                  <a:pt x="2033717" y="644561"/>
                  <a:pt x="2033991" y="642640"/>
                </a:cubicBezTo>
                <a:cubicBezTo>
                  <a:pt x="2034357" y="640629"/>
                  <a:pt x="2035089" y="638800"/>
                  <a:pt x="2036094" y="637154"/>
                </a:cubicBezTo>
                <a:cubicBezTo>
                  <a:pt x="2037192" y="635508"/>
                  <a:pt x="2038563" y="634045"/>
                  <a:pt x="2040118" y="632948"/>
                </a:cubicBezTo>
                <a:cubicBezTo>
                  <a:pt x="2041764" y="631759"/>
                  <a:pt x="2043501" y="631027"/>
                  <a:pt x="2045513" y="630570"/>
                </a:cubicBezTo>
                <a:cubicBezTo>
                  <a:pt x="2047433" y="630113"/>
                  <a:pt x="2049353" y="630113"/>
                  <a:pt x="2051274" y="630387"/>
                </a:cubicBezTo>
                <a:cubicBezTo>
                  <a:pt x="2053285" y="630753"/>
                  <a:pt x="2055114" y="631485"/>
                  <a:pt x="2056760" y="632490"/>
                </a:cubicBezTo>
              </a:path>
              <a:path w="3870381" h="1076157">
                <a:moveTo>
                  <a:pt x="2128449" y="677753"/>
                </a:moveTo>
                <a:lnTo>
                  <a:pt x="2170603" y="704362"/>
                </a:lnTo>
                <a:cubicBezTo>
                  <a:pt x="2172249" y="705368"/>
                  <a:pt x="2173712" y="706740"/>
                  <a:pt x="2174809" y="708386"/>
                </a:cubicBezTo>
                <a:cubicBezTo>
                  <a:pt x="2175998" y="709940"/>
                  <a:pt x="2176821" y="711769"/>
                  <a:pt x="2177186" y="713689"/>
                </a:cubicBezTo>
                <a:cubicBezTo>
                  <a:pt x="2177644" y="715609"/>
                  <a:pt x="2177735" y="717530"/>
                  <a:pt x="2177369" y="719541"/>
                </a:cubicBezTo>
                <a:cubicBezTo>
                  <a:pt x="2177004" y="721462"/>
                  <a:pt x="2176363" y="723290"/>
                  <a:pt x="2175266" y="724936"/>
                </a:cubicBezTo>
                <a:cubicBezTo>
                  <a:pt x="2174169" y="726582"/>
                  <a:pt x="2172889" y="728045"/>
                  <a:pt x="2171243" y="729143"/>
                </a:cubicBezTo>
                <a:cubicBezTo>
                  <a:pt x="2169597" y="730331"/>
                  <a:pt x="2167860" y="731154"/>
                  <a:pt x="2165939" y="731520"/>
                </a:cubicBezTo>
                <a:cubicBezTo>
                  <a:pt x="2164019" y="731977"/>
                  <a:pt x="2162007" y="732069"/>
                  <a:pt x="2160087" y="731703"/>
                </a:cubicBezTo>
                <a:cubicBezTo>
                  <a:pt x="2158167" y="731337"/>
                  <a:pt x="2156338" y="730697"/>
                  <a:pt x="2154601" y="729600"/>
                </a:cubicBezTo>
                <a:lnTo>
                  <a:pt x="2112447" y="702991"/>
                </a:lnTo>
                <a:cubicBezTo>
                  <a:pt x="2110801" y="701985"/>
                  <a:pt x="2109338" y="700613"/>
                  <a:pt x="2108241" y="698967"/>
                </a:cubicBezTo>
                <a:cubicBezTo>
                  <a:pt x="2107052" y="697413"/>
                  <a:pt x="2106320" y="695584"/>
                  <a:pt x="2105863" y="693664"/>
                </a:cubicBezTo>
                <a:cubicBezTo>
                  <a:pt x="2105406" y="691744"/>
                  <a:pt x="2105406" y="689823"/>
                  <a:pt x="2105680" y="687812"/>
                </a:cubicBezTo>
                <a:cubicBezTo>
                  <a:pt x="2106046" y="685891"/>
                  <a:pt x="2106778" y="684063"/>
                  <a:pt x="2107783" y="682417"/>
                </a:cubicBezTo>
                <a:cubicBezTo>
                  <a:pt x="2108881" y="680679"/>
                  <a:pt x="2110161" y="679308"/>
                  <a:pt x="2111807" y="678119"/>
                </a:cubicBezTo>
                <a:cubicBezTo>
                  <a:pt x="2113453" y="677022"/>
                  <a:pt x="2115190" y="676199"/>
                  <a:pt x="2117202" y="675833"/>
                </a:cubicBezTo>
                <a:cubicBezTo>
                  <a:pt x="2119122" y="675376"/>
                  <a:pt x="2121042" y="675284"/>
                  <a:pt x="2122962" y="675650"/>
                </a:cubicBezTo>
                <a:cubicBezTo>
                  <a:pt x="2124974" y="676016"/>
                  <a:pt x="2126803" y="676656"/>
                  <a:pt x="2128449" y="677753"/>
                </a:cubicBezTo>
              </a:path>
              <a:path w="3870381" h="1076157">
                <a:moveTo>
                  <a:pt x="2200138" y="722925"/>
                </a:moveTo>
                <a:lnTo>
                  <a:pt x="2242292" y="749534"/>
                </a:lnTo>
                <a:cubicBezTo>
                  <a:pt x="2243938" y="750631"/>
                  <a:pt x="2245401" y="751911"/>
                  <a:pt x="2246498" y="753557"/>
                </a:cubicBezTo>
                <a:cubicBezTo>
                  <a:pt x="2247687" y="755203"/>
                  <a:pt x="2248418" y="756940"/>
                  <a:pt x="2248875" y="758861"/>
                </a:cubicBezTo>
                <a:cubicBezTo>
                  <a:pt x="2249333" y="760872"/>
                  <a:pt x="2249424" y="762792"/>
                  <a:pt x="2249058" y="764713"/>
                </a:cubicBezTo>
                <a:cubicBezTo>
                  <a:pt x="2248692" y="766724"/>
                  <a:pt x="2248052" y="768462"/>
                  <a:pt x="2246955" y="770199"/>
                </a:cubicBezTo>
                <a:cubicBezTo>
                  <a:pt x="2245858" y="771845"/>
                  <a:pt x="2244578" y="773217"/>
                  <a:pt x="2242932" y="774405"/>
                </a:cubicBezTo>
                <a:cubicBezTo>
                  <a:pt x="2241286" y="775503"/>
                  <a:pt x="2239548" y="776326"/>
                  <a:pt x="2237628" y="776783"/>
                </a:cubicBezTo>
                <a:cubicBezTo>
                  <a:pt x="2235708" y="777240"/>
                  <a:pt x="2233696" y="777240"/>
                  <a:pt x="2231776" y="776874"/>
                </a:cubicBezTo>
                <a:cubicBezTo>
                  <a:pt x="2229764" y="776600"/>
                  <a:pt x="2228027" y="775868"/>
                  <a:pt x="2226290" y="774863"/>
                </a:cubicBezTo>
                <a:lnTo>
                  <a:pt x="2184136" y="748254"/>
                </a:lnTo>
                <a:cubicBezTo>
                  <a:pt x="2182490" y="747156"/>
                  <a:pt x="2181027" y="745785"/>
                  <a:pt x="2179930" y="744230"/>
                </a:cubicBezTo>
                <a:cubicBezTo>
                  <a:pt x="2178741" y="742584"/>
                  <a:pt x="2178009" y="740847"/>
                  <a:pt x="2177552" y="738835"/>
                </a:cubicBezTo>
                <a:cubicBezTo>
                  <a:pt x="2177095" y="736915"/>
                  <a:pt x="2177095" y="734995"/>
                  <a:pt x="2177369" y="733074"/>
                </a:cubicBezTo>
                <a:cubicBezTo>
                  <a:pt x="2177735" y="731063"/>
                  <a:pt x="2178467" y="729325"/>
                  <a:pt x="2179472" y="727588"/>
                </a:cubicBezTo>
                <a:cubicBezTo>
                  <a:pt x="2180570" y="725942"/>
                  <a:pt x="2181850" y="724479"/>
                  <a:pt x="2183496" y="723382"/>
                </a:cubicBezTo>
                <a:cubicBezTo>
                  <a:pt x="2185142" y="722193"/>
                  <a:pt x="2186879" y="721462"/>
                  <a:pt x="2188799" y="721004"/>
                </a:cubicBezTo>
                <a:cubicBezTo>
                  <a:pt x="2190811" y="720547"/>
                  <a:pt x="2192731" y="720547"/>
                  <a:pt x="2194651" y="720822"/>
                </a:cubicBezTo>
                <a:cubicBezTo>
                  <a:pt x="2196663" y="721187"/>
                  <a:pt x="2198492" y="721919"/>
                  <a:pt x="2200138" y="722925"/>
                </a:cubicBezTo>
              </a:path>
              <a:path w="3870381" h="1076157">
                <a:moveTo>
                  <a:pt x="2271827" y="768187"/>
                </a:moveTo>
                <a:lnTo>
                  <a:pt x="2313981" y="794796"/>
                </a:lnTo>
                <a:cubicBezTo>
                  <a:pt x="2315627" y="795802"/>
                  <a:pt x="2317090" y="797174"/>
                  <a:pt x="2318187" y="798820"/>
                </a:cubicBezTo>
                <a:cubicBezTo>
                  <a:pt x="2319376" y="800374"/>
                  <a:pt x="2320107" y="802203"/>
                  <a:pt x="2320564" y="804123"/>
                </a:cubicBezTo>
                <a:cubicBezTo>
                  <a:pt x="2321022" y="806044"/>
                  <a:pt x="2321113" y="807964"/>
                  <a:pt x="2320747" y="809976"/>
                </a:cubicBezTo>
                <a:cubicBezTo>
                  <a:pt x="2320381" y="811896"/>
                  <a:pt x="2319741" y="813725"/>
                  <a:pt x="2318644" y="815370"/>
                </a:cubicBezTo>
                <a:cubicBezTo>
                  <a:pt x="2317547" y="817108"/>
                  <a:pt x="2316267" y="818479"/>
                  <a:pt x="2314621" y="819577"/>
                </a:cubicBezTo>
                <a:cubicBezTo>
                  <a:pt x="2312975" y="820765"/>
                  <a:pt x="2311237" y="821588"/>
                  <a:pt x="2309317" y="821954"/>
                </a:cubicBezTo>
                <a:cubicBezTo>
                  <a:pt x="2307306" y="822411"/>
                  <a:pt x="2305385" y="822503"/>
                  <a:pt x="2303465" y="822137"/>
                </a:cubicBezTo>
                <a:cubicBezTo>
                  <a:pt x="2301453" y="821771"/>
                  <a:pt x="2299716" y="821131"/>
                  <a:pt x="2297979" y="820034"/>
                </a:cubicBezTo>
                <a:lnTo>
                  <a:pt x="2255825" y="793425"/>
                </a:lnTo>
                <a:cubicBezTo>
                  <a:pt x="2254179" y="792419"/>
                  <a:pt x="2252716" y="791047"/>
                  <a:pt x="2251619" y="789402"/>
                </a:cubicBezTo>
                <a:cubicBezTo>
                  <a:pt x="2250430" y="787847"/>
                  <a:pt x="2249698" y="786018"/>
                  <a:pt x="2249241" y="784098"/>
                </a:cubicBezTo>
                <a:cubicBezTo>
                  <a:pt x="2248784" y="782178"/>
                  <a:pt x="2248784" y="780258"/>
                  <a:pt x="2249058" y="778246"/>
                </a:cubicBezTo>
                <a:cubicBezTo>
                  <a:pt x="2249424" y="776326"/>
                  <a:pt x="2250156" y="774497"/>
                  <a:pt x="2251161" y="772851"/>
                </a:cubicBezTo>
                <a:cubicBezTo>
                  <a:pt x="2252259" y="771114"/>
                  <a:pt x="2253539" y="769742"/>
                  <a:pt x="2255185" y="768645"/>
                </a:cubicBezTo>
                <a:cubicBezTo>
                  <a:pt x="2256831" y="767456"/>
                  <a:pt x="2258568" y="766633"/>
                  <a:pt x="2260488" y="766267"/>
                </a:cubicBezTo>
                <a:cubicBezTo>
                  <a:pt x="2262500" y="765810"/>
                  <a:pt x="2264420" y="765719"/>
                  <a:pt x="2266340" y="766084"/>
                </a:cubicBezTo>
                <a:cubicBezTo>
                  <a:pt x="2268352" y="766450"/>
                  <a:pt x="2270089" y="767090"/>
                  <a:pt x="2271827" y="768187"/>
                </a:cubicBezTo>
              </a:path>
              <a:path w="3870381" h="1076157">
                <a:moveTo>
                  <a:pt x="2343516" y="813359"/>
                </a:moveTo>
                <a:lnTo>
                  <a:pt x="2385670" y="839968"/>
                </a:lnTo>
                <a:cubicBezTo>
                  <a:pt x="2387316" y="841065"/>
                  <a:pt x="2388779" y="842345"/>
                  <a:pt x="2389876" y="843991"/>
                </a:cubicBezTo>
                <a:cubicBezTo>
                  <a:pt x="2391065" y="845637"/>
                  <a:pt x="2391796" y="847374"/>
                  <a:pt x="2392253" y="849295"/>
                </a:cubicBezTo>
                <a:cubicBezTo>
                  <a:pt x="2392710" y="851306"/>
                  <a:pt x="2392710" y="853227"/>
                  <a:pt x="2392436" y="855147"/>
                </a:cubicBezTo>
                <a:cubicBezTo>
                  <a:pt x="2392070" y="857159"/>
                  <a:pt x="2391339" y="858896"/>
                  <a:pt x="2390333" y="860633"/>
                </a:cubicBezTo>
                <a:cubicBezTo>
                  <a:pt x="2389236" y="862279"/>
                  <a:pt x="2387956" y="863651"/>
                  <a:pt x="2386310" y="864840"/>
                </a:cubicBezTo>
                <a:cubicBezTo>
                  <a:pt x="2384664" y="865937"/>
                  <a:pt x="2382926" y="866760"/>
                  <a:pt x="2381006" y="867217"/>
                </a:cubicBezTo>
                <a:cubicBezTo>
                  <a:pt x="2378994" y="867674"/>
                  <a:pt x="2377074" y="867674"/>
                  <a:pt x="2375154" y="867400"/>
                </a:cubicBezTo>
                <a:cubicBezTo>
                  <a:pt x="2373142" y="867034"/>
                  <a:pt x="2371314" y="866303"/>
                  <a:pt x="2369668" y="865297"/>
                </a:cubicBezTo>
                <a:lnTo>
                  <a:pt x="2327514" y="838688"/>
                </a:lnTo>
                <a:cubicBezTo>
                  <a:pt x="2325868" y="837590"/>
                  <a:pt x="2324405" y="836310"/>
                  <a:pt x="2323308" y="834664"/>
                </a:cubicBezTo>
                <a:cubicBezTo>
                  <a:pt x="2322119" y="833018"/>
                  <a:pt x="2321387" y="831281"/>
                  <a:pt x="2320930" y="829361"/>
                </a:cubicBezTo>
                <a:cubicBezTo>
                  <a:pt x="2320473" y="827349"/>
                  <a:pt x="2320381" y="825429"/>
                  <a:pt x="2320747" y="823509"/>
                </a:cubicBezTo>
                <a:cubicBezTo>
                  <a:pt x="2321113" y="821497"/>
                  <a:pt x="2321753" y="819760"/>
                  <a:pt x="2322850" y="818022"/>
                </a:cubicBezTo>
                <a:cubicBezTo>
                  <a:pt x="2323948" y="816376"/>
                  <a:pt x="2325228" y="815005"/>
                  <a:pt x="2326874" y="813816"/>
                </a:cubicBezTo>
                <a:cubicBezTo>
                  <a:pt x="2328520" y="812719"/>
                  <a:pt x="2330257" y="811896"/>
                  <a:pt x="2332177" y="811439"/>
                </a:cubicBezTo>
                <a:cubicBezTo>
                  <a:pt x="2334189" y="810981"/>
                  <a:pt x="2336109" y="810981"/>
                  <a:pt x="2338029" y="811347"/>
                </a:cubicBezTo>
                <a:cubicBezTo>
                  <a:pt x="2340041" y="811621"/>
                  <a:pt x="2341778" y="812353"/>
                  <a:pt x="2343516" y="813359"/>
                </a:cubicBezTo>
              </a:path>
              <a:path w="3870381" h="1076157">
                <a:moveTo>
                  <a:pt x="2415205" y="858622"/>
                </a:moveTo>
                <a:lnTo>
                  <a:pt x="2457359" y="885231"/>
                </a:lnTo>
                <a:cubicBezTo>
                  <a:pt x="2459004" y="886236"/>
                  <a:pt x="2460468" y="887608"/>
                  <a:pt x="2461565" y="889254"/>
                </a:cubicBezTo>
                <a:cubicBezTo>
                  <a:pt x="2462754" y="890808"/>
                  <a:pt x="2463485" y="892637"/>
                  <a:pt x="2463942" y="894558"/>
                </a:cubicBezTo>
                <a:cubicBezTo>
                  <a:pt x="2464399" y="896478"/>
                  <a:pt x="2464399" y="898398"/>
                  <a:pt x="2464125" y="900410"/>
                </a:cubicBezTo>
                <a:cubicBezTo>
                  <a:pt x="2463759" y="902330"/>
                  <a:pt x="2463028" y="904159"/>
                  <a:pt x="2462022" y="905805"/>
                </a:cubicBezTo>
                <a:cubicBezTo>
                  <a:pt x="2460925" y="907542"/>
                  <a:pt x="2459645" y="908914"/>
                  <a:pt x="2457999" y="910011"/>
                </a:cubicBezTo>
                <a:cubicBezTo>
                  <a:pt x="2456353" y="911200"/>
                  <a:pt x="2454615" y="912023"/>
                  <a:pt x="2452695" y="912388"/>
                </a:cubicBezTo>
                <a:cubicBezTo>
                  <a:pt x="2450683" y="912846"/>
                  <a:pt x="2448763" y="912937"/>
                  <a:pt x="2446843" y="912571"/>
                </a:cubicBezTo>
                <a:cubicBezTo>
                  <a:pt x="2444831" y="912205"/>
                  <a:pt x="2443002" y="911565"/>
                  <a:pt x="2441357" y="910468"/>
                </a:cubicBezTo>
                <a:lnTo>
                  <a:pt x="2399203" y="883859"/>
                </a:lnTo>
                <a:cubicBezTo>
                  <a:pt x="2397557" y="882853"/>
                  <a:pt x="2396094" y="881482"/>
                  <a:pt x="2394996" y="879836"/>
                </a:cubicBezTo>
                <a:cubicBezTo>
                  <a:pt x="2393808" y="878281"/>
                  <a:pt x="2393076" y="876452"/>
                  <a:pt x="2392619" y="874532"/>
                </a:cubicBezTo>
                <a:cubicBezTo>
                  <a:pt x="2392162" y="872612"/>
                  <a:pt x="2392070" y="870692"/>
                  <a:pt x="2392436" y="868680"/>
                </a:cubicBezTo>
                <a:cubicBezTo>
                  <a:pt x="2392802" y="866760"/>
                  <a:pt x="2393442" y="864931"/>
                  <a:pt x="2394539" y="863285"/>
                </a:cubicBezTo>
                <a:cubicBezTo>
                  <a:pt x="2395637" y="861548"/>
                  <a:pt x="2396917" y="860176"/>
                  <a:pt x="2398563" y="859079"/>
                </a:cubicBezTo>
                <a:cubicBezTo>
                  <a:pt x="2400209" y="857890"/>
                  <a:pt x="2401946" y="857067"/>
                  <a:pt x="2403866" y="856701"/>
                </a:cubicBezTo>
                <a:cubicBezTo>
                  <a:pt x="2405786" y="856244"/>
                  <a:pt x="2407798" y="856153"/>
                  <a:pt x="2409718" y="856518"/>
                </a:cubicBezTo>
                <a:cubicBezTo>
                  <a:pt x="2411639" y="856884"/>
                  <a:pt x="2413467" y="857524"/>
                  <a:pt x="2415205" y="858622"/>
                </a:cubicBezTo>
              </a:path>
              <a:path w="3870381" h="1076157">
                <a:moveTo>
                  <a:pt x="2486894" y="903793"/>
                </a:moveTo>
                <a:lnTo>
                  <a:pt x="2529048" y="930402"/>
                </a:lnTo>
                <a:cubicBezTo>
                  <a:pt x="2530693" y="931499"/>
                  <a:pt x="2532156" y="932871"/>
                  <a:pt x="2533254" y="934425"/>
                </a:cubicBezTo>
                <a:cubicBezTo>
                  <a:pt x="2534442" y="936071"/>
                  <a:pt x="2535174" y="937809"/>
                  <a:pt x="2535631" y="939820"/>
                </a:cubicBezTo>
                <a:cubicBezTo>
                  <a:pt x="2536088" y="941741"/>
                  <a:pt x="2536088" y="943661"/>
                  <a:pt x="2535814" y="945581"/>
                </a:cubicBezTo>
                <a:cubicBezTo>
                  <a:pt x="2535448" y="947593"/>
                  <a:pt x="2534717" y="949330"/>
                  <a:pt x="2533711" y="951067"/>
                </a:cubicBezTo>
                <a:cubicBezTo>
                  <a:pt x="2532614" y="952713"/>
                  <a:pt x="2531334" y="954176"/>
                  <a:pt x="2529688" y="955274"/>
                </a:cubicBezTo>
                <a:cubicBezTo>
                  <a:pt x="2528042" y="956462"/>
                  <a:pt x="2526304" y="957194"/>
                  <a:pt x="2524293" y="957651"/>
                </a:cubicBezTo>
                <a:cubicBezTo>
                  <a:pt x="2522372" y="958108"/>
                  <a:pt x="2520452" y="958108"/>
                  <a:pt x="2518532" y="957834"/>
                </a:cubicBezTo>
                <a:cubicBezTo>
                  <a:pt x="2516520" y="957468"/>
                  <a:pt x="2514691" y="956737"/>
                  <a:pt x="2513046" y="955731"/>
                </a:cubicBezTo>
                <a:lnTo>
                  <a:pt x="2470892" y="929122"/>
                </a:lnTo>
                <a:cubicBezTo>
                  <a:pt x="2469246" y="928025"/>
                  <a:pt x="2467783" y="926744"/>
                  <a:pt x="2466685" y="925098"/>
                </a:cubicBezTo>
                <a:cubicBezTo>
                  <a:pt x="2465497" y="923453"/>
                  <a:pt x="2464674" y="921715"/>
                  <a:pt x="2464308" y="919795"/>
                </a:cubicBezTo>
                <a:cubicBezTo>
                  <a:pt x="2463851" y="917783"/>
                  <a:pt x="2463759" y="915863"/>
                  <a:pt x="2464125" y="913943"/>
                </a:cubicBezTo>
                <a:cubicBezTo>
                  <a:pt x="2464491" y="912023"/>
                  <a:pt x="2465131" y="910194"/>
                  <a:pt x="2466228" y="908456"/>
                </a:cubicBezTo>
                <a:cubicBezTo>
                  <a:pt x="2467326" y="906810"/>
                  <a:pt x="2468606" y="905439"/>
                  <a:pt x="2470252" y="904250"/>
                </a:cubicBezTo>
                <a:cubicBezTo>
                  <a:pt x="2471898" y="903153"/>
                  <a:pt x="2473635" y="902330"/>
                  <a:pt x="2475555" y="901873"/>
                </a:cubicBezTo>
                <a:cubicBezTo>
                  <a:pt x="2477475" y="901416"/>
                  <a:pt x="2479487" y="901416"/>
                  <a:pt x="2481407" y="901781"/>
                </a:cubicBezTo>
                <a:cubicBezTo>
                  <a:pt x="2483328" y="902056"/>
                  <a:pt x="2485156" y="902787"/>
                  <a:pt x="2486894" y="903793"/>
                </a:cubicBezTo>
              </a:path>
              <a:path w="3870381" h="1076157">
                <a:moveTo>
                  <a:pt x="2558583" y="949056"/>
                </a:moveTo>
                <a:lnTo>
                  <a:pt x="2600736" y="975665"/>
                </a:lnTo>
                <a:cubicBezTo>
                  <a:pt x="2602382" y="976671"/>
                  <a:pt x="2603845" y="978042"/>
                  <a:pt x="2604943" y="979688"/>
                </a:cubicBezTo>
                <a:cubicBezTo>
                  <a:pt x="2606131" y="981243"/>
                  <a:pt x="2606863" y="983071"/>
                  <a:pt x="2607320" y="984992"/>
                </a:cubicBezTo>
                <a:cubicBezTo>
                  <a:pt x="2607777" y="986912"/>
                  <a:pt x="2607777" y="988832"/>
                  <a:pt x="2607503" y="990844"/>
                </a:cubicBezTo>
                <a:cubicBezTo>
                  <a:pt x="2607137" y="992764"/>
                  <a:pt x="2606406" y="994593"/>
                  <a:pt x="2605400" y="996239"/>
                </a:cubicBezTo>
                <a:cubicBezTo>
                  <a:pt x="2604303" y="997976"/>
                  <a:pt x="2602931" y="999348"/>
                  <a:pt x="2601377" y="1000536"/>
                </a:cubicBezTo>
                <a:cubicBezTo>
                  <a:pt x="2599731" y="1001634"/>
                  <a:pt x="2597993" y="1002457"/>
                  <a:pt x="2595982" y="1002822"/>
                </a:cubicBezTo>
                <a:cubicBezTo>
                  <a:pt x="2594061" y="1003280"/>
                  <a:pt x="2592141" y="1003371"/>
                  <a:pt x="2590221" y="1003005"/>
                </a:cubicBezTo>
                <a:cubicBezTo>
                  <a:pt x="2588209" y="1002640"/>
                  <a:pt x="2586380" y="1002000"/>
                  <a:pt x="2584734" y="1000902"/>
                </a:cubicBezTo>
                <a:lnTo>
                  <a:pt x="2542581" y="974293"/>
                </a:lnTo>
                <a:cubicBezTo>
                  <a:pt x="2540935" y="973287"/>
                  <a:pt x="2539472" y="971916"/>
                  <a:pt x="2538374" y="970270"/>
                </a:cubicBezTo>
                <a:cubicBezTo>
                  <a:pt x="2537186" y="968715"/>
                  <a:pt x="2536363" y="966887"/>
                  <a:pt x="2535997" y="964966"/>
                </a:cubicBezTo>
                <a:cubicBezTo>
                  <a:pt x="2535540" y="963046"/>
                  <a:pt x="2535448" y="961126"/>
                  <a:pt x="2535814" y="959114"/>
                </a:cubicBezTo>
                <a:cubicBezTo>
                  <a:pt x="2536180" y="957194"/>
                  <a:pt x="2536820" y="955365"/>
                  <a:pt x="2537917" y="953719"/>
                </a:cubicBezTo>
                <a:cubicBezTo>
                  <a:pt x="2538923" y="952073"/>
                  <a:pt x="2540295" y="950610"/>
                  <a:pt x="2541941" y="949513"/>
                </a:cubicBezTo>
                <a:cubicBezTo>
                  <a:pt x="2543586" y="948324"/>
                  <a:pt x="2545324" y="947593"/>
                  <a:pt x="2547244" y="947136"/>
                </a:cubicBezTo>
                <a:cubicBezTo>
                  <a:pt x="2549164" y="946678"/>
                  <a:pt x="2551176" y="946587"/>
                  <a:pt x="2553096" y="946953"/>
                </a:cubicBezTo>
                <a:cubicBezTo>
                  <a:pt x="2555016" y="947318"/>
                  <a:pt x="2556845" y="947958"/>
                  <a:pt x="2558583" y="949056"/>
                </a:cubicBezTo>
              </a:path>
              <a:path w="3870381" h="1076157">
                <a:moveTo>
                  <a:pt x="2630272" y="994319"/>
                </a:moveTo>
                <a:lnTo>
                  <a:pt x="2672425" y="1020836"/>
                </a:lnTo>
                <a:cubicBezTo>
                  <a:pt x="2674071" y="1021933"/>
                  <a:pt x="2675443" y="1023305"/>
                  <a:pt x="2676632" y="1024860"/>
                </a:cubicBezTo>
                <a:cubicBezTo>
                  <a:pt x="2677729" y="1026505"/>
                  <a:pt x="2678552" y="1028243"/>
                  <a:pt x="2679009" y="1030254"/>
                </a:cubicBezTo>
                <a:cubicBezTo>
                  <a:pt x="2679466" y="1032175"/>
                  <a:pt x="2679466" y="1034095"/>
                  <a:pt x="2679192" y="1036015"/>
                </a:cubicBezTo>
                <a:cubicBezTo>
                  <a:pt x="2678826" y="1038027"/>
                  <a:pt x="2678095" y="1039856"/>
                  <a:pt x="2677089" y="1041502"/>
                </a:cubicBezTo>
                <a:cubicBezTo>
                  <a:pt x="2675992" y="1043148"/>
                  <a:pt x="2674620" y="1044611"/>
                  <a:pt x="2673066" y="1045708"/>
                </a:cubicBezTo>
                <a:cubicBezTo>
                  <a:pt x="2671420" y="1046897"/>
                  <a:pt x="2669682" y="1047628"/>
                  <a:pt x="2667671" y="1048085"/>
                </a:cubicBezTo>
                <a:cubicBezTo>
                  <a:pt x="2665750" y="1048542"/>
                  <a:pt x="2663830" y="1048542"/>
                  <a:pt x="2661910" y="1048268"/>
                </a:cubicBezTo>
                <a:cubicBezTo>
                  <a:pt x="2659898" y="1047902"/>
                  <a:pt x="2658069" y="1047171"/>
                  <a:pt x="2656423" y="1046165"/>
                </a:cubicBezTo>
                <a:lnTo>
                  <a:pt x="2614270" y="1019556"/>
                </a:lnTo>
                <a:cubicBezTo>
                  <a:pt x="2612532" y="1018459"/>
                  <a:pt x="2611161" y="1017179"/>
                  <a:pt x="2610063" y="1015533"/>
                </a:cubicBezTo>
                <a:cubicBezTo>
                  <a:pt x="2608875" y="1013887"/>
                  <a:pt x="2608052" y="1012149"/>
                  <a:pt x="2607686" y="1010229"/>
                </a:cubicBezTo>
                <a:cubicBezTo>
                  <a:pt x="2607229" y="1008309"/>
                  <a:pt x="2607137" y="1006297"/>
                  <a:pt x="2607503" y="1004377"/>
                </a:cubicBezTo>
                <a:cubicBezTo>
                  <a:pt x="2607869" y="1002457"/>
                  <a:pt x="2608509" y="1000628"/>
                  <a:pt x="2609606" y="998891"/>
                </a:cubicBezTo>
                <a:cubicBezTo>
                  <a:pt x="2610612" y="997245"/>
                  <a:pt x="2611984" y="995873"/>
                  <a:pt x="2613630" y="994684"/>
                </a:cubicBezTo>
                <a:cubicBezTo>
                  <a:pt x="2615275" y="993587"/>
                  <a:pt x="2617013" y="992764"/>
                  <a:pt x="2618933" y="992307"/>
                </a:cubicBezTo>
                <a:cubicBezTo>
                  <a:pt x="2620853" y="991850"/>
                  <a:pt x="2622865" y="991850"/>
                  <a:pt x="2624785" y="992215"/>
                </a:cubicBezTo>
                <a:cubicBezTo>
                  <a:pt x="2626705" y="992490"/>
                  <a:pt x="2628534" y="993221"/>
                  <a:pt x="2630272" y="994319"/>
                </a:cubicBezTo>
              </a:path>
              <a:path w="3870381" h="1076157">
                <a:moveTo>
                  <a:pt x="2701869" y="1039490"/>
                </a:moveTo>
                <a:lnTo>
                  <a:pt x="2716225" y="1048542"/>
                </a:lnTo>
                <a:lnTo>
                  <a:pt x="2708270" y="1061161"/>
                </a:lnTo>
                <a:lnTo>
                  <a:pt x="2700406" y="1048360"/>
                </a:lnTo>
                <a:lnTo>
                  <a:pt x="2728570" y="1031260"/>
                </a:lnTo>
                <a:cubicBezTo>
                  <a:pt x="2730307" y="1030254"/>
                  <a:pt x="2732136" y="1029614"/>
                  <a:pt x="2734056" y="1029249"/>
                </a:cubicBezTo>
                <a:cubicBezTo>
                  <a:pt x="2736068" y="1028974"/>
                  <a:pt x="2737988" y="1029066"/>
                  <a:pt x="2739908" y="1029523"/>
                </a:cubicBezTo>
                <a:cubicBezTo>
                  <a:pt x="2741828" y="1029980"/>
                  <a:pt x="2743566" y="1030803"/>
                  <a:pt x="2745212" y="1031992"/>
                </a:cubicBezTo>
                <a:cubicBezTo>
                  <a:pt x="2746766" y="1033181"/>
                  <a:pt x="2748138" y="1034552"/>
                  <a:pt x="2749144" y="1036290"/>
                </a:cubicBezTo>
                <a:cubicBezTo>
                  <a:pt x="2750149" y="1037935"/>
                  <a:pt x="2750881" y="1039764"/>
                  <a:pt x="2751155" y="1041776"/>
                </a:cubicBezTo>
                <a:cubicBezTo>
                  <a:pt x="2751430" y="1043696"/>
                  <a:pt x="2751430" y="1045616"/>
                  <a:pt x="2750881" y="1047537"/>
                </a:cubicBezTo>
                <a:cubicBezTo>
                  <a:pt x="2750424" y="1049457"/>
                  <a:pt x="2749601" y="1051286"/>
                  <a:pt x="2748412" y="1052840"/>
                </a:cubicBezTo>
                <a:cubicBezTo>
                  <a:pt x="2747315" y="1054486"/>
                  <a:pt x="2745852" y="1055766"/>
                  <a:pt x="2744114" y="1056772"/>
                </a:cubicBezTo>
                <a:lnTo>
                  <a:pt x="2716042" y="1073871"/>
                </a:lnTo>
                <a:cubicBezTo>
                  <a:pt x="2713573" y="1075426"/>
                  <a:pt x="2710922" y="1076157"/>
                  <a:pt x="2708087" y="1076066"/>
                </a:cubicBezTo>
                <a:cubicBezTo>
                  <a:pt x="2705252" y="1076066"/>
                  <a:pt x="2702601" y="1075334"/>
                  <a:pt x="2700223" y="1073780"/>
                </a:cubicBezTo>
                <a:lnTo>
                  <a:pt x="2685959" y="1064727"/>
                </a:lnTo>
                <a:cubicBezTo>
                  <a:pt x="2684221" y="1063722"/>
                  <a:pt x="2682850" y="1062350"/>
                  <a:pt x="2681661" y="1060704"/>
                </a:cubicBezTo>
                <a:cubicBezTo>
                  <a:pt x="2680564" y="1059150"/>
                  <a:pt x="2679741" y="1057321"/>
                  <a:pt x="2679375" y="1055400"/>
                </a:cubicBezTo>
                <a:cubicBezTo>
                  <a:pt x="2678918" y="1053480"/>
                  <a:pt x="2678826" y="1051560"/>
                  <a:pt x="2679192" y="1049548"/>
                </a:cubicBezTo>
                <a:cubicBezTo>
                  <a:pt x="2679558" y="1047628"/>
                  <a:pt x="2680198" y="1045799"/>
                  <a:pt x="2681295" y="1044153"/>
                </a:cubicBezTo>
                <a:cubicBezTo>
                  <a:pt x="2682301" y="1042507"/>
                  <a:pt x="2683673" y="1041044"/>
                  <a:pt x="2685318" y="1039947"/>
                </a:cubicBezTo>
                <a:cubicBezTo>
                  <a:pt x="2686873" y="1038758"/>
                  <a:pt x="2688702" y="1038027"/>
                  <a:pt x="2690622" y="1037570"/>
                </a:cubicBezTo>
                <a:cubicBezTo>
                  <a:pt x="2692542" y="1037112"/>
                  <a:pt x="2694554" y="1037021"/>
                  <a:pt x="2696474" y="1037387"/>
                </a:cubicBezTo>
                <a:cubicBezTo>
                  <a:pt x="2698394" y="1037753"/>
                  <a:pt x="2700223" y="1038393"/>
                  <a:pt x="2701869" y="1039490"/>
                </a:cubicBezTo>
              </a:path>
              <a:path w="3870381" h="1076157">
                <a:moveTo>
                  <a:pt x="2758379" y="1013155"/>
                </a:moveTo>
                <a:lnTo>
                  <a:pt x="2800990" y="987278"/>
                </a:lnTo>
                <a:cubicBezTo>
                  <a:pt x="2802727" y="986180"/>
                  <a:pt x="2804556" y="985540"/>
                  <a:pt x="2806476" y="985266"/>
                </a:cubicBezTo>
                <a:cubicBezTo>
                  <a:pt x="2808488" y="984900"/>
                  <a:pt x="2810408" y="984992"/>
                  <a:pt x="2812329" y="985449"/>
                </a:cubicBezTo>
                <a:cubicBezTo>
                  <a:pt x="2814249" y="985998"/>
                  <a:pt x="2815986" y="986729"/>
                  <a:pt x="2817632" y="987918"/>
                </a:cubicBezTo>
                <a:cubicBezTo>
                  <a:pt x="2819187" y="989106"/>
                  <a:pt x="2820558" y="990570"/>
                  <a:pt x="2821564" y="992215"/>
                </a:cubicBezTo>
                <a:cubicBezTo>
                  <a:pt x="2822570" y="993953"/>
                  <a:pt x="2823301" y="995782"/>
                  <a:pt x="2823576" y="997702"/>
                </a:cubicBezTo>
                <a:cubicBezTo>
                  <a:pt x="2823850" y="999714"/>
                  <a:pt x="2823850" y="1001634"/>
                  <a:pt x="2823301" y="1003554"/>
                </a:cubicBezTo>
                <a:cubicBezTo>
                  <a:pt x="2822844" y="1005474"/>
                  <a:pt x="2822021" y="1007212"/>
                  <a:pt x="2820833" y="1008858"/>
                </a:cubicBezTo>
                <a:cubicBezTo>
                  <a:pt x="2819735" y="1010412"/>
                  <a:pt x="2818272" y="1011784"/>
                  <a:pt x="2816535" y="1012789"/>
                </a:cubicBezTo>
                <a:lnTo>
                  <a:pt x="2774015" y="1038667"/>
                </a:lnTo>
                <a:cubicBezTo>
                  <a:pt x="2772278" y="1039673"/>
                  <a:pt x="2770449" y="1040404"/>
                  <a:pt x="2768529" y="1040679"/>
                </a:cubicBezTo>
                <a:cubicBezTo>
                  <a:pt x="2766517" y="1040953"/>
                  <a:pt x="2764597" y="1040862"/>
                  <a:pt x="2762677" y="1040404"/>
                </a:cubicBezTo>
                <a:cubicBezTo>
                  <a:pt x="2760756" y="1039947"/>
                  <a:pt x="2758928" y="1039124"/>
                  <a:pt x="2757373" y="1037935"/>
                </a:cubicBezTo>
                <a:cubicBezTo>
                  <a:pt x="2755727" y="1036838"/>
                  <a:pt x="2754447" y="1035375"/>
                  <a:pt x="2753441" y="1033638"/>
                </a:cubicBezTo>
                <a:cubicBezTo>
                  <a:pt x="2752344" y="1031992"/>
                  <a:pt x="2751704" y="1030163"/>
                  <a:pt x="2751430" y="1028243"/>
                </a:cubicBezTo>
                <a:cubicBezTo>
                  <a:pt x="2751064" y="1026231"/>
                  <a:pt x="2751155" y="1024311"/>
                  <a:pt x="2751704" y="1022391"/>
                </a:cubicBezTo>
                <a:cubicBezTo>
                  <a:pt x="2752161" y="1020470"/>
                  <a:pt x="2752984" y="1018642"/>
                  <a:pt x="2754081" y="1017087"/>
                </a:cubicBezTo>
                <a:cubicBezTo>
                  <a:pt x="2755270" y="1015441"/>
                  <a:pt x="2756733" y="1014161"/>
                  <a:pt x="2758379" y="1013155"/>
                </a:cubicBezTo>
              </a:path>
              <a:path w="3870381" h="1076157">
                <a:moveTo>
                  <a:pt x="2830800" y="969081"/>
                </a:moveTo>
                <a:lnTo>
                  <a:pt x="2873411" y="943204"/>
                </a:lnTo>
                <a:cubicBezTo>
                  <a:pt x="2875148" y="942198"/>
                  <a:pt x="2876977" y="941558"/>
                  <a:pt x="2878897" y="941192"/>
                </a:cubicBezTo>
                <a:cubicBezTo>
                  <a:pt x="2880909" y="940918"/>
                  <a:pt x="2882829" y="941009"/>
                  <a:pt x="2884749" y="941466"/>
                </a:cubicBezTo>
                <a:cubicBezTo>
                  <a:pt x="2886669" y="941923"/>
                  <a:pt x="2888407" y="942746"/>
                  <a:pt x="2890053" y="943935"/>
                </a:cubicBezTo>
                <a:cubicBezTo>
                  <a:pt x="2891699" y="945124"/>
                  <a:pt x="2892979" y="946495"/>
                  <a:pt x="2893985" y="948233"/>
                </a:cubicBezTo>
                <a:cubicBezTo>
                  <a:pt x="2894990" y="949879"/>
                  <a:pt x="2895722" y="951708"/>
                  <a:pt x="2895996" y="953719"/>
                </a:cubicBezTo>
                <a:cubicBezTo>
                  <a:pt x="2896271" y="955639"/>
                  <a:pt x="2896271" y="957560"/>
                  <a:pt x="2895722" y="959480"/>
                </a:cubicBezTo>
                <a:cubicBezTo>
                  <a:pt x="2895265" y="961400"/>
                  <a:pt x="2894442" y="963229"/>
                  <a:pt x="2893344" y="964783"/>
                </a:cubicBezTo>
                <a:cubicBezTo>
                  <a:pt x="2892156" y="966429"/>
                  <a:pt x="2890693" y="967710"/>
                  <a:pt x="2889047" y="968715"/>
                </a:cubicBezTo>
                <a:lnTo>
                  <a:pt x="2846436" y="994684"/>
                </a:lnTo>
                <a:cubicBezTo>
                  <a:pt x="2844698" y="995690"/>
                  <a:pt x="2842870" y="996330"/>
                  <a:pt x="2840949" y="996605"/>
                </a:cubicBezTo>
                <a:cubicBezTo>
                  <a:pt x="2838938" y="996970"/>
                  <a:pt x="2837017" y="996879"/>
                  <a:pt x="2835097" y="996422"/>
                </a:cubicBezTo>
                <a:cubicBezTo>
                  <a:pt x="2833177" y="995964"/>
                  <a:pt x="2831348" y="995142"/>
                  <a:pt x="2829794" y="993953"/>
                </a:cubicBezTo>
                <a:cubicBezTo>
                  <a:pt x="2828148" y="992764"/>
                  <a:pt x="2826868" y="991301"/>
                  <a:pt x="2825862" y="989655"/>
                </a:cubicBezTo>
                <a:cubicBezTo>
                  <a:pt x="2824764" y="987918"/>
                  <a:pt x="2824124" y="986089"/>
                  <a:pt x="2823850" y="984169"/>
                </a:cubicBezTo>
                <a:cubicBezTo>
                  <a:pt x="2823576" y="982248"/>
                  <a:pt x="2823576" y="980237"/>
                  <a:pt x="2824124" y="978317"/>
                </a:cubicBezTo>
                <a:cubicBezTo>
                  <a:pt x="2824582" y="976396"/>
                  <a:pt x="2825405" y="974659"/>
                  <a:pt x="2826502" y="973013"/>
                </a:cubicBezTo>
                <a:cubicBezTo>
                  <a:pt x="2827691" y="971459"/>
                  <a:pt x="2829154" y="970178"/>
                  <a:pt x="2830800" y="969081"/>
                </a:cubicBezTo>
              </a:path>
              <a:path w="3870381" h="1076157">
                <a:moveTo>
                  <a:pt x="2903220" y="925098"/>
                </a:moveTo>
                <a:lnTo>
                  <a:pt x="2945831" y="899221"/>
                </a:lnTo>
                <a:cubicBezTo>
                  <a:pt x="2947568" y="898124"/>
                  <a:pt x="2949397" y="897484"/>
                  <a:pt x="2951317" y="897209"/>
                </a:cubicBezTo>
                <a:cubicBezTo>
                  <a:pt x="2953329" y="896844"/>
                  <a:pt x="2955249" y="896935"/>
                  <a:pt x="2957170" y="897392"/>
                </a:cubicBezTo>
                <a:cubicBezTo>
                  <a:pt x="2959090" y="897849"/>
                  <a:pt x="2960919" y="898672"/>
                  <a:pt x="2962473" y="899861"/>
                </a:cubicBezTo>
                <a:cubicBezTo>
                  <a:pt x="2964119" y="901050"/>
                  <a:pt x="2965399" y="902513"/>
                  <a:pt x="2966405" y="904159"/>
                </a:cubicBezTo>
                <a:cubicBezTo>
                  <a:pt x="2967502" y="905896"/>
                  <a:pt x="2968142" y="907725"/>
                  <a:pt x="2968417" y="909645"/>
                </a:cubicBezTo>
                <a:cubicBezTo>
                  <a:pt x="2968691" y="911565"/>
                  <a:pt x="2968691" y="913577"/>
                  <a:pt x="2968142" y="915497"/>
                </a:cubicBezTo>
                <a:cubicBezTo>
                  <a:pt x="2967685" y="917418"/>
                  <a:pt x="2966862" y="919155"/>
                  <a:pt x="2965765" y="920801"/>
                </a:cubicBezTo>
                <a:cubicBezTo>
                  <a:pt x="2964576" y="922355"/>
                  <a:pt x="2963113" y="923635"/>
                  <a:pt x="2961467" y="924733"/>
                </a:cubicBezTo>
                <a:lnTo>
                  <a:pt x="2918856" y="950610"/>
                </a:lnTo>
                <a:cubicBezTo>
                  <a:pt x="2917119" y="951616"/>
                  <a:pt x="2915290" y="952348"/>
                  <a:pt x="2913370" y="952622"/>
                </a:cubicBezTo>
                <a:cubicBezTo>
                  <a:pt x="2911358" y="952896"/>
                  <a:pt x="2909438" y="952805"/>
                  <a:pt x="2907518" y="952348"/>
                </a:cubicBezTo>
                <a:cubicBezTo>
                  <a:pt x="2905597" y="951890"/>
                  <a:pt x="2903769" y="951067"/>
                  <a:pt x="2902214" y="949879"/>
                </a:cubicBezTo>
                <a:cubicBezTo>
                  <a:pt x="2900568" y="948781"/>
                  <a:pt x="2899288" y="947318"/>
                  <a:pt x="2898282" y="945581"/>
                </a:cubicBezTo>
                <a:cubicBezTo>
                  <a:pt x="2897276" y="943935"/>
                  <a:pt x="2896545" y="942106"/>
                  <a:pt x="2896271" y="940095"/>
                </a:cubicBezTo>
                <a:cubicBezTo>
                  <a:pt x="2895996" y="938174"/>
                  <a:pt x="2895996" y="936254"/>
                  <a:pt x="2896545" y="934334"/>
                </a:cubicBezTo>
                <a:cubicBezTo>
                  <a:pt x="2897002" y="932414"/>
                  <a:pt x="2897825" y="930585"/>
                  <a:pt x="2898922" y="929030"/>
                </a:cubicBezTo>
                <a:cubicBezTo>
                  <a:pt x="2900111" y="927384"/>
                  <a:pt x="2901574" y="926104"/>
                  <a:pt x="2903220" y="925098"/>
                </a:cubicBezTo>
              </a:path>
              <a:path w="3870381" h="1076157">
                <a:moveTo>
                  <a:pt x="2975732" y="881024"/>
                </a:moveTo>
                <a:lnTo>
                  <a:pt x="3018252" y="855147"/>
                </a:lnTo>
                <a:cubicBezTo>
                  <a:pt x="3019989" y="854141"/>
                  <a:pt x="3021818" y="853410"/>
                  <a:pt x="3023738" y="853135"/>
                </a:cubicBezTo>
                <a:cubicBezTo>
                  <a:pt x="3025750" y="852861"/>
                  <a:pt x="3027670" y="852952"/>
                  <a:pt x="3029590" y="853410"/>
                </a:cubicBezTo>
                <a:cubicBezTo>
                  <a:pt x="3031510" y="853867"/>
                  <a:pt x="3033339" y="854690"/>
                  <a:pt x="3034894" y="855878"/>
                </a:cubicBezTo>
                <a:cubicBezTo>
                  <a:pt x="3036540" y="856976"/>
                  <a:pt x="3037820" y="858439"/>
                  <a:pt x="3038826" y="860176"/>
                </a:cubicBezTo>
                <a:cubicBezTo>
                  <a:pt x="3039923" y="861822"/>
                  <a:pt x="3040563" y="863651"/>
                  <a:pt x="3040837" y="865662"/>
                </a:cubicBezTo>
                <a:cubicBezTo>
                  <a:pt x="3041112" y="867583"/>
                  <a:pt x="3041112" y="869503"/>
                  <a:pt x="3040563" y="871423"/>
                </a:cubicBezTo>
                <a:cubicBezTo>
                  <a:pt x="3040106" y="873343"/>
                  <a:pt x="3039283" y="875172"/>
                  <a:pt x="3038185" y="876727"/>
                </a:cubicBezTo>
                <a:cubicBezTo>
                  <a:pt x="3036997" y="878373"/>
                  <a:pt x="3035534" y="879653"/>
                  <a:pt x="3033888" y="880659"/>
                </a:cubicBezTo>
                <a:lnTo>
                  <a:pt x="2991277" y="906536"/>
                </a:lnTo>
                <a:cubicBezTo>
                  <a:pt x="2989539" y="907633"/>
                  <a:pt x="2987711" y="908274"/>
                  <a:pt x="2985790" y="908548"/>
                </a:cubicBezTo>
                <a:cubicBezTo>
                  <a:pt x="2983779" y="908914"/>
                  <a:pt x="2981858" y="908822"/>
                  <a:pt x="2979938" y="908365"/>
                </a:cubicBezTo>
                <a:cubicBezTo>
                  <a:pt x="2978018" y="907908"/>
                  <a:pt x="2976281" y="907085"/>
                  <a:pt x="2974635" y="905896"/>
                </a:cubicBezTo>
                <a:cubicBezTo>
                  <a:pt x="2972989" y="904707"/>
                  <a:pt x="2971709" y="903244"/>
                  <a:pt x="2970703" y="901598"/>
                </a:cubicBezTo>
                <a:cubicBezTo>
                  <a:pt x="2969697" y="899861"/>
                  <a:pt x="2968965" y="898032"/>
                  <a:pt x="2968691" y="896112"/>
                </a:cubicBezTo>
                <a:cubicBezTo>
                  <a:pt x="2968417" y="894192"/>
                  <a:pt x="2968417" y="892180"/>
                  <a:pt x="2968965" y="890260"/>
                </a:cubicBezTo>
                <a:cubicBezTo>
                  <a:pt x="2969423" y="888340"/>
                  <a:pt x="2970246" y="886602"/>
                  <a:pt x="2971343" y="884956"/>
                </a:cubicBezTo>
                <a:cubicBezTo>
                  <a:pt x="2972532" y="883402"/>
                  <a:pt x="2973995" y="882122"/>
                  <a:pt x="2975732" y="881024"/>
                </a:cubicBezTo>
              </a:path>
              <a:path w="3870381" h="1076157">
                <a:moveTo>
                  <a:pt x="3048152" y="837042"/>
                </a:moveTo>
                <a:lnTo>
                  <a:pt x="3090672" y="811073"/>
                </a:lnTo>
                <a:cubicBezTo>
                  <a:pt x="3092409" y="810067"/>
                  <a:pt x="3094238" y="809427"/>
                  <a:pt x="3096158" y="809153"/>
                </a:cubicBezTo>
                <a:cubicBezTo>
                  <a:pt x="3098170" y="808787"/>
                  <a:pt x="3100090" y="808878"/>
                  <a:pt x="3102011" y="809335"/>
                </a:cubicBezTo>
                <a:cubicBezTo>
                  <a:pt x="3103931" y="809793"/>
                  <a:pt x="3105760" y="810616"/>
                  <a:pt x="3107314" y="811804"/>
                </a:cubicBezTo>
                <a:cubicBezTo>
                  <a:pt x="3108960" y="812993"/>
                  <a:pt x="3110240" y="814456"/>
                  <a:pt x="3111246" y="816102"/>
                </a:cubicBezTo>
                <a:cubicBezTo>
                  <a:pt x="3112343" y="817839"/>
                  <a:pt x="3112983" y="819668"/>
                  <a:pt x="3113258" y="821588"/>
                </a:cubicBezTo>
                <a:cubicBezTo>
                  <a:pt x="3113623" y="823509"/>
                  <a:pt x="3113532" y="825520"/>
                  <a:pt x="3112983" y="827441"/>
                </a:cubicBezTo>
                <a:cubicBezTo>
                  <a:pt x="3112526" y="829361"/>
                  <a:pt x="3111703" y="831098"/>
                  <a:pt x="3110606" y="832744"/>
                </a:cubicBezTo>
                <a:cubicBezTo>
                  <a:pt x="3109417" y="834299"/>
                  <a:pt x="3107954" y="835579"/>
                  <a:pt x="3106308" y="836676"/>
                </a:cubicBezTo>
                <a:lnTo>
                  <a:pt x="3063697" y="862554"/>
                </a:lnTo>
                <a:cubicBezTo>
                  <a:pt x="3061960" y="863559"/>
                  <a:pt x="3060131" y="864291"/>
                  <a:pt x="3058211" y="864565"/>
                </a:cubicBezTo>
                <a:cubicBezTo>
                  <a:pt x="3056199" y="864840"/>
                  <a:pt x="3054279" y="864748"/>
                  <a:pt x="3052359" y="864291"/>
                </a:cubicBezTo>
                <a:cubicBezTo>
                  <a:pt x="3050438" y="863834"/>
                  <a:pt x="3048701" y="863011"/>
                  <a:pt x="3047055" y="861822"/>
                </a:cubicBezTo>
                <a:cubicBezTo>
                  <a:pt x="3045501" y="860633"/>
                  <a:pt x="3044129" y="859262"/>
                  <a:pt x="3043123" y="857524"/>
                </a:cubicBezTo>
                <a:cubicBezTo>
                  <a:pt x="3042117" y="855878"/>
                  <a:pt x="3041386" y="854050"/>
                  <a:pt x="3041112" y="852038"/>
                </a:cubicBezTo>
                <a:cubicBezTo>
                  <a:pt x="3040837" y="850118"/>
                  <a:pt x="3040837" y="848197"/>
                  <a:pt x="3041386" y="846277"/>
                </a:cubicBezTo>
                <a:cubicBezTo>
                  <a:pt x="3041843" y="844357"/>
                  <a:pt x="3042666" y="842528"/>
                  <a:pt x="3043855" y="840974"/>
                </a:cubicBezTo>
                <a:cubicBezTo>
                  <a:pt x="3044952" y="839328"/>
                  <a:pt x="3046415" y="838048"/>
                  <a:pt x="3048152" y="837042"/>
                </a:cubicBezTo>
              </a:path>
              <a:path w="3870381" h="1076157">
                <a:moveTo>
                  <a:pt x="3120573" y="792968"/>
                </a:moveTo>
                <a:lnTo>
                  <a:pt x="3163092" y="767090"/>
                </a:lnTo>
                <a:cubicBezTo>
                  <a:pt x="3164830" y="766084"/>
                  <a:pt x="3166659" y="765353"/>
                  <a:pt x="3168579" y="765078"/>
                </a:cubicBezTo>
                <a:cubicBezTo>
                  <a:pt x="3170591" y="764804"/>
                  <a:pt x="3172511" y="764896"/>
                  <a:pt x="3174431" y="765353"/>
                </a:cubicBezTo>
                <a:cubicBezTo>
                  <a:pt x="3176351" y="765810"/>
                  <a:pt x="3178180" y="766633"/>
                  <a:pt x="3179735" y="767822"/>
                </a:cubicBezTo>
                <a:cubicBezTo>
                  <a:pt x="3181380" y="768919"/>
                  <a:pt x="3182661" y="770382"/>
                  <a:pt x="3183666" y="772119"/>
                </a:cubicBezTo>
                <a:cubicBezTo>
                  <a:pt x="3184764" y="773765"/>
                  <a:pt x="3185404" y="775594"/>
                  <a:pt x="3185678" y="777514"/>
                </a:cubicBezTo>
                <a:cubicBezTo>
                  <a:pt x="3186044" y="779526"/>
                  <a:pt x="3185952" y="781446"/>
                  <a:pt x="3185495" y="783366"/>
                </a:cubicBezTo>
                <a:cubicBezTo>
                  <a:pt x="3184947" y="785287"/>
                  <a:pt x="3184124" y="787116"/>
                  <a:pt x="3183026" y="788670"/>
                </a:cubicBezTo>
                <a:cubicBezTo>
                  <a:pt x="3181838" y="790316"/>
                  <a:pt x="3180375" y="791596"/>
                  <a:pt x="3178729" y="792602"/>
                </a:cubicBezTo>
                <a:lnTo>
                  <a:pt x="3136118" y="818479"/>
                </a:lnTo>
                <a:cubicBezTo>
                  <a:pt x="3134380" y="819577"/>
                  <a:pt x="3132552" y="820217"/>
                  <a:pt x="3130631" y="820491"/>
                </a:cubicBezTo>
                <a:cubicBezTo>
                  <a:pt x="3128620" y="820857"/>
                  <a:pt x="3126699" y="820765"/>
                  <a:pt x="3124779" y="820308"/>
                </a:cubicBezTo>
                <a:cubicBezTo>
                  <a:pt x="3122859" y="819851"/>
                  <a:pt x="3121122" y="819028"/>
                  <a:pt x="3119476" y="817839"/>
                </a:cubicBezTo>
                <a:cubicBezTo>
                  <a:pt x="3117921" y="816651"/>
                  <a:pt x="3116550" y="815188"/>
                  <a:pt x="3115544" y="813542"/>
                </a:cubicBezTo>
                <a:cubicBezTo>
                  <a:pt x="3114538" y="811804"/>
                  <a:pt x="3113806" y="809976"/>
                  <a:pt x="3113532" y="808055"/>
                </a:cubicBezTo>
                <a:cubicBezTo>
                  <a:pt x="3113258" y="806044"/>
                  <a:pt x="3113258" y="804123"/>
                  <a:pt x="3113806" y="802203"/>
                </a:cubicBezTo>
                <a:cubicBezTo>
                  <a:pt x="3114264" y="800283"/>
                  <a:pt x="3115086" y="798546"/>
                  <a:pt x="3116275" y="796900"/>
                </a:cubicBezTo>
                <a:cubicBezTo>
                  <a:pt x="3117372" y="795345"/>
                  <a:pt x="3118836" y="793974"/>
                  <a:pt x="3120573" y="792968"/>
                </a:cubicBezTo>
              </a:path>
              <a:path w="3870381" h="1076157">
                <a:moveTo>
                  <a:pt x="3192993" y="748985"/>
                </a:moveTo>
                <a:lnTo>
                  <a:pt x="3235513" y="723016"/>
                </a:lnTo>
                <a:cubicBezTo>
                  <a:pt x="3237250" y="722010"/>
                  <a:pt x="3239079" y="721370"/>
                  <a:pt x="3240999" y="721096"/>
                </a:cubicBezTo>
                <a:cubicBezTo>
                  <a:pt x="3243011" y="720730"/>
                  <a:pt x="3244931" y="720822"/>
                  <a:pt x="3246852" y="721279"/>
                </a:cubicBezTo>
                <a:cubicBezTo>
                  <a:pt x="3248772" y="721736"/>
                  <a:pt x="3250601" y="722559"/>
                  <a:pt x="3252155" y="723748"/>
                </a:cubicBezTo>
                <a:cubicBezTo>
                  <a:pt x="3253801" y="724936"/>
                  <a:pt x="3255081" y="726399"/>
                  <a:pt x="3256087" y="728045"/>
                </a:cubicBezTo>
                <a:cubicBezTo>
                  <a:pt x="3257184" y="729783"/>
                  <a:pt x="3257824" y="731611"/>
                  <a:pt x="3258099" y="733532"/>
                </a:cubicBezTo>
                <a:cubicBezTo>
                  <a:pt x="3258464" y="735452"/>
                  <a:pt x="3258373" y="737464"/>
                  <a:pt x="3257916" y="739384"/>
                </a:cubicBezTo>
                <a:cubicBezTo>
                  <a:pt x="3257367" y="741304"/>
                  <a:pt x="3256544" y="743041"/>
                  <a:pt x="3255447" y="744687"/>
                </a:cubicBezTo>
                <a:cubicBezTo>
                  <a:pt x="3254258" y="746242"/>
                  <a:pt x="3252795" y="747522"/>
                  <a:pt x="3251149" y="748619"/>
                </a:cubicBezTo>
                <a:lnTo>
                  <a:pt x="3208538" y="774497"/>
                </a:lnTo>
                <a:cubicBezTo>
                  <a:pt x="3206801" y="775503"/>
                  <a:pt x="3204972" y="776143"/>
                  <a:pt x="3203052" y="776508"/>
                </a:cubicBezTo>
                <a:cubicBezTo>
                  <a:pt x="3201040" y="776783"/>
                  <a:pt x="3199120" y="776691"/>
                  <a:pt x="3197200" y="776234"/>
                </a:cubicBezTo>
                <a:cubicBezTo>
                  <a:pt x="3195279" y="775777"/>
                  <a:pt x="3193542" y="774954"/>
                  <a:pt x="3191896" y="773765"/>
                </a:cubicBezTo>
                <a:cubicBezTo>
                  <a:pt x="3190342" y="772577"/>
                  <a:pt x="3188970" y="771205"/>
                  <a:pt x="3187964" y="769468"/>
                </a:cubicBezTo>
                <a:cubicBezTo>
                  <a:pt x="3186958" y="767822"/>
                  <a:pt x="3186227" y="765993"/>
                  <a:pt x="3185952" y="763981"/>
                </a:cubicBezTo>
                <a:cubicBezTo>
                  <a:pt x="3185678" y="762061"/>
                  <a:pt x="3185770" y="760141"/>
                  <a:pt x="3186227" y="758220"/>
                </a:cubicBezTo>
                <a:cubicBezTo>
                  <a:pt x="3186684" y="756300"/>
                  <a:pt x="3187507" y="754471"/>
                  <a:pt x="3188696" y="752917"/>
                </a:cubicBezTo>
                <a:cubicBezTo>
                  <a:pt x="3189793" y="751271"/>
                  <a:pt x="3191256" y="749991"/>
                  <a:pt x="3192993" y="748985"/>
                </a:cubicBezTo>
              </a:path>
              <a:path w="3870381" h="1076157">
                <a:moveTo>
                  <a:pt x="3265414" y="704911"/>
                </a:moveTo>
                <a:lnTo>
                  <a:pt x="3307933" y="679033"/>
                </a:lnTo>
                <a:cubicBezTo>
                  <a:pt x="3309671" y="678028"/>
                  <a:pt x="3311500" y="677296"/>
                  <a:pt x="3313420" y="677022"/>
                </a:cubicBezTo>
                <a:cubicBezTo>
                  <a:pt x="3315432" y="676747"/>
                  <a:pt x="3317352" y="676839"/>
                  <a:pt x="3319272" y="677296"/>
                </a:cubicBezTo>
                <a:cubicBezTo>
                  <a:pt x="3321192" y="677753"/>
                  <a:pt x="3323021" y="678576"/>
                  <a:pt x="3324576" y="679765"/>
                </a:cubicBezTo>
                <a:cubicBezTo>
                  <a:pt x="3326221" y="680862"/>
                  <a:pt x="3327502" y="682325"/>
                  <a:pt x="3328507" y="684063"/>
                </a:cubicBezTo>
                <a:cubicBezTo>
                  <a:pt x="3329605" y="685709"/>
                  <a:pt x="3330245" y="687537"/>
                  <a:pt x="3330519" y="689458"/>
                </a:cubicBezTo>
                <a:cubicBezTo>
                  <a:pt x="3330885" y="691469"/>
                  <a:pt x="3330793" y="693390"/>
                  <a:pt x="3330336" y="695310"/>
                </a:cubicBezTo>
                <a:cubicBezTo>
                  <a:pt x="3329788" y="697230"/>
                  <a:pt x="3328965" y="698967"/>
                  <a:pt x="3327867" y="700613"/>
                </a:cubicBezTo>
                <a:cubicBezTo>
                  <a:pt x="3326679" y="702168"/>
                  <a:pt x="3325216" y="703539"/>
                  <a:pt x="3323570" y="704545"/>
                </a:cubicBezTo>
                <a:lnTo>
                  <a:pt x="3280959" y="730423"/>
                </a:lnTo>
                <a:cubicBezTo>
                  <a:pt x="3279221" y="731520"/>
                  <a:pt x="3277392" y="732160"/>
                  <a:pt x="3275472" y="732434"/>
                </a:cubicBezTo>
                <a:cubicBezTo>
                  <a:pt x="3273461" y="732800"/>
                  <a:pt x="3271540" y="732709"/>
                  <a:pt x="3269620" y="732252"/>
                </a:cubicBezTo>
                <a:cubicBezTo>
                  <a:pt x="3267700" y="731703"/>
                  <a:pt x="3265962" y="730880"/>
                  <a:pt x="3264317" y="729783"/>
                </a:cubicBezTo>
                <a:cubicBezTo>
                  <a:pt x="3262762" y="728594"/>
                  <a:pt x="3261390" y="727131"/>
                  <a:pt x="3260385" y="725485"/>
                </a:cubicBezTo>
                <a:cubicBezTo>
                  <a:pt x="3259379" y="723748"/>
                  <a:pt x="3258647" y="721919"/>
                  <a:pt x="3258373" y="719999"/>
                </a:cubicBezTo>
                <a:cubicBezTo>
                  <a:pt x="3258099" y="717987"/>
                  <a:pt x="3258190" y="716067"/>
                  <a:pt x="3258647" y="714146"/>
                </a:cubicBezTo>
                <a:cubicBezTo>
                  <a:pt x="3259104" y="712226"/>
                  <a:pt x="3259927" y="710489"/>
                  <a:pt x="3261116" y="708843"/>
                </a:cubicBezTo>
                <a:cubicBezTo>
                  <a:pt x="3262213" y="707288"/>
                  <a:pt x="3263676" y="705917"/>
                  <a:pt x="3265414" y="704911"/>
                </a:cubicBezTo>
              </a:path>
              <a:path w="3870381" h="1076157">
                <a:moveTo>
                  <a:pt x="3337834" y="660928"/>
                </a:moveTo>
                <a:lnTo>
                  <a:pt x="3380354" y="634959"/>
                </a:lnTo>
                <a:cubicBezTo>
                  <a:pt x="3382091" y="633954"/>
                  <a:pt x="3383920" y="633313"/>
                  <a:pt x="3385840" y="633039"/>
                </a:cubicBezTo>
                <a:cubicBezTo>
                  <a:pt x="3387852" y="632673"/>
                  <a:pt x="3389772" y="632765"/>
                  <a:pt x="3391692" y="633222"/>
                </a:cubicBezTo>
                <a:cubicBezTo>
                  <a:pt x="3393613" y="633679"/>
                  <a:pt x="3395442" y="634502"/>
                  <a:pt x="3396996" y="635691"/>
                </a:cubicBezTo>
                <a:cubicBezTo>
                  <a:pt x="3398642" y="636880"/>
                  <a:pt x="3399922" y="638343"/>
                  <a:pt x="3400928" y="639989"/>
                </a:cubicBezTo>
                <a:cubicBezTo>
                  <a:pt x="3402025" y="641726"/>
                  <a:pt x="3402665" y="643555"/>
                  <a:pt x="3402940" y="645475"/>
                </a:cubicBezTo>
                <a:cubicBezTo>
                  <a:pt x="3403305" y="647395"/>
                  <a:pt x="3403214" y="649407"/>
                  <a:pt x="3402757" y="651327"/>
                </a:cubicBezTo>
                <a:cubicBezTo>
                  <a:pt x="3402208" y="653247"/>
                  <a:pt x="3401385" y="654985"/>
                  <a:pt x="3400288" y="656539"/>
                </a:cubicBezTo>
                <a:cubicBezTo>
                  <a:pt x="3399099" y="658185"/>
                  <a:pt x="3397636" y="659465"/>
                  <a:pt x="3395990" y="660563"/>
                </a:cubicBezTo>
                <a:lnTo>
                  <a:pt x="3353379" y="686440"/>
                </a:lnTo>
                <a:cubicBezTo>
                  <a:pt x="3351642" y="687446"/>
                  <a:pt x="3349813" y="688086"/>
                  <a:pt x="3347893" y="688452"/>
                </a:cubicBezTo>
                <a:cubicBezTo>
                  <a:pt x="3345881" y="688726"/>
                  <a:pt x="3343961" y="688635"/>
                  <a:pt x="3342041" y="688177"/>
                </a:cubicBezTo>
                <a:cubicBezTo>
                  <a:pt x="3340120" y="687720"/>
                  <a:pt x="3338383" y="686897"/>
                  <a:pt x="3336737" y="685709"/>
                </a:cubicBezTo>
                <a:cubicBezTo>
                  <a:pt x="3335183" y="684520"/>
                  <a:pt x="3333811" y="683148"/>
                  <a:pt x="3332805" y="681411"/>
                </a:cubicBezTo>
                <a:cubicBezTo>
                  <a:pt x="3331799" y="679765"/>
                  <a:pt x="3331068" y="677936"/>
                  <a:pt x="3330793" y="675924"/>
                </a:cubicBezTo>
                <a:cubicBezTo>
                  <a:pt x="3330519" y="674004"/>
                  <a:pt x="3330611" y="672084"/>
                  <a:pt x="3331068" y="670164"/>
                </a:cubicBezTo>
                <a:cubicBezTo>
                  <a:pt x="3331525" y="668244"/>
                  <a:pt x="3332348" y="666415"/>
                  <a:pt x="3333537" y="664860"/>
                </a:cubicBezTo>
                <a:cubicBezTo>
                  <a:pt x="3334634" y="663214"/>
                  <a:pt x="3336097" y="661934"/>
                  <a:pt x="3337834" y="660928"/>
                </a:cubicBezTo>
              </a:path>
              <a:path w="3870381" h="1076157">
                <a:moveTo>
                  <a:pt x="3410255" y="616854"/>
                </a:moveTo>
                <a:lnTo>
                  <a:pt x="3452866" y="590977"/>
                </a:lnTo>
                <a:cubicBezTo>
                  <a:pt x="3454512" y="589971"/>
                  <a:pt x="3456341" y="589239"/>
                  <a:pt x="3458261" y="588965"/>
                </a:cubicBezTo>
                <a:cubicBezTo>
                  <a:pt x="3460272" y="588691"/>
                  <a:pt x="3462193" y="588782"/>
                  <a:pt x="3464113" y="589239"/>
                </a:cubicBezTo>
                <a:cubicBezTo>
                  <a:pt x="3466033" y="589697"/>
                  <a:pt x="3467862" y="590520"/>
                  <a:pt x="3469416" y="591708"/>
                </a:cubicBezTo>
                <a:cubicBezTo>
                  <a:pt x="3471062" y="592806"/>
                  <a:pt x="3472343" y="594269"/>
                  <a:pt x="3473348" y="596006"/>
                </a:cubicBezTo>
                <a:cubicBezTo>
                  <a:pt x="3474446" y="597652"/>
                  <a:pt x="3475086" y="599481"/>
                  <a:pt x="3475360" y="601401"/>
                </a:cubicBezTo>
                <a:cubicBezTo>
                  <a:pt x="3475726" y="603413"/>
                  <a:pt x="3475634" y="605333"/>
                  <a:pt x="3475177" y="607253"/>
                </a:cubicBezTo>
                <a:cubicBezTo>
                  <a:pt x="3474629" y="609173"/>
                  <a:pt x="3473806" y="610911"/>
                  <a:pt x="3472708" y="612557"/>
                </a:cubicBezTo>
                <a:cubicBezTo>
                  <a:pt x="3471520" y="614111"/>
                  <a:pt x="3470057" y="615483"/>
                  <a:pt x="3468411" y="616488"/>
                </a:cubicBezTo>
                <a:lnTo>
                  <a:pt x="3425800" y="642366"/>
                </a:lnTo>
                <a:cubicBezTo>
                  <a:pt x="3424062" y="643463"/>
                  <a:pt x="3422233" y="644103"/>
                  <a:pt x="3420313" y="644378"/>
                </a:cubicBezTo>
                <a:cubicBezTo>
                  <a:pt x="3418302" y="644743"/>
                  <a:pt x="3416381" y="644652"/>
                  <a:pt x="3414461" y="644195"/>
                </a:cubicBezTo>
                <a:cubicBezTo>
                  <a:pt x="3412541" y="643646"/>
                  <a:pt x="3410803" y="642823"/>
                  <a:pt x="3409158" y="641726"/>
                </a:cubicBezTo>
                <a:cubicBezTo>
                  <a:pt x="3407603" y="640537"/>
                  <a:pt x="3406231" y="639074"/>
                  <a:pt x="3405226" y="637428"/>
                </a:cubicBezTo>
                <a:cubicBezTo>
                  <a:pt x="3404220" y="635691"/>
                  <a:pt x="3403488" y="633862"/>
                  <a:pt x="3403214" y="631942"/>
                </a:cubicBezTo>
                <a:cubicBezTo>
                  <a:pt x="3402940" y="629930"/>
                  <a:pt x="3403031" y="628010"/>
                  <a:pt x="3403488" y="626090"/>
                </a:cubicBezTo>
                <a:cubicBezTo>
                  <a:pt x="3403945" y="624169"/>
                  <a:pt x="3404768" y="622432"/>
                  <a:pt x="3405957" y="620786"/>
                </a:cubicBezTo>
                <a:cubicBezTo>
                  <a:pt x="3407054" y="619232"/>
                  <a:pt x="3408517" y="617860"/>
                  <a:pt x="3410255" y="616854"/>
                </a:cubicBezTo>
              </a:path>
              <a:path w="3870381" h="1076157">
                <a:moveTo>
                  <a:pt x="3482675" y="572872"/>
                </a:moveTo>
                <a:lnTo>
                  <a:pt x="3525286" y="546903"/>
                </a:lnTo>
                <a:cubicBezTo>
                  <a:pt x="3526932" y="545897"/>
                  <a:pt x="3528761" y="545257"/>
                  <a:pt x="3530681" y="544891"/>
                </a:cubicBezTo>
                <a:cubicBezTo>
                  <a:pt x="3532693" y="544617"/>
                  <a:pt x="3534613" y="544708"/>
                  <a:pt x="3536533" y="545165"/>
                </a:cubicBezTo>
                <a:cubicBezTo>
                  <a:pt x="3538454" y="545622"/>
                  <a:pt x="3540282" y="546445"/>
                  <a:pt x="3541837" y="547634"/>
                </a:cubicBezTo>
                <a:cubicBezTo>
                  <a:pt x="3543483" y="548823"/>
                  <a:pt x="3544763" y="550194"/>
                  <a:pt x="3545769" y="551932"/>
                </a:cubicBezTo>
                <a:cubicBezTo>
                  <a:pt x="3546866" y="553669"/>
                  <a:pt x="3547506" y="555407"/>
                  <a:pt x="3547781" y="557418"/>
                </a:cubicBezTo>
                <a:cubicBezTo>
                  <a:pt x="3548146" y="559338"/>
                  <a:pt x="3548055" y="561350"/>
                  <a:pt x="3547598" y="563270"/>
                </a:cubicBezTo>
                <a:cubicBezTo>
                  <a:pt x="3547049" y="565191"/>
                  <a:pt x="3546226" y="566928"/>
                  <a:pt x="3545129" y="568482"/>
                </a:cubicBezTo>
                <a:cubicBezTo>
                  <a:pt x="3543940" y="570128"/>
                  <a:pt x="3542477" y="571409"/>
                  <a:pt x="3540831" y="572506"/>
                </a:cubicBezTo>
                <a:lnTo>
                  <a:pt x="3498220" y="598383"/>
                </a:lnTo>
                <a:cubicBezTo>
                  <a:pt x="3496483" y="599389"/>
                  <a:pt x="3494654" y="600029"/>
                  <a:pt x="3492734" y="600395"/>
                </a:cubicBezTo>
                <a:cubicBezTo>
                  <a:pt x="3490722" y="600669"/>
                  <a:pt x="3488802" y="600578"/>
                  <a:pt x="3486882" y="600121"/>
                </a:cubicBezTo>
                <a:cubicBezTo>
                  <a:pt x="3484961" y="599664"/>
                  <a:pt x="3483224" y="598841"/>
                  <a:pt x="3481578" y="597652"/>
                </a:cubicBezTo>
                <a:cubicBezTo>
                  <a:pt x="3480024" y="596463"/>
                  <a:pt x="3478652" y="595092"/>
                  <a:pt x="3477646" y="593354"/>
                </a:cubicBezTo>
                <a:cubicBezTo>
                  <a:pt x="3476640" y="591708"/>
                  <a:pt x="3475909" y="589879"/>
                  <a:pt x="3475634" y="587868"/>
                </a:cubicBezTo>
                <a:cubicBezTo>
                  <a:pt x="3475360" y="585948"/>
                  <a:pt x="3475452" y="584027"/>
                  <a:pt x="3475909" y="582107"/>
                </a:cubicBezTo>
                <a:cubicBezTo>
                  <a:pt x="3476366" y="580187"/>
                  <a:pt x="3477189" y="578358"/>
                  <a:pt x="3478378" y="576804"/>
                </a:cubicBezTo>
                <a:cubicBezTo>
                  <a:pt x="3479475" y="575158"/>
                  <a:pt x="3480938" y="573877"/>
                  <a:pt x="3482675" y="572872"/>
                </a:cubicBezTo>
              </a:path>
              <a:path w="3870381" h="1076157">
                <a:moveTo>
                  <a:pt x="3555096" y="528798"/>
                </a:moveTo>
                <a:lnTo>
                  <a:pt x="3597707" y="502920"/>
                </a:lnTo>
                <a:cubicBezTo>
                  <a:pt x="3599353" y="501914"/>
                  <a:pt x="3601182" y="501183"/>
                  <a:pt x="3603193" y="500908"/>
                </a:cubicBezTo>
                <a:cubicBezTo>
                  <a:pt x="3605113" y="500634"/>
                  <a:pt x="3607034" y="500725"/>
                  <a:pt x="3608954" y="501183"/>
                </a:cubicBezTo>
                <a:cubicBezTo>
                  <a:pt x="3610874" y="501640"/>
                  <a:pt x="3612703" y="502463"/>
                  <a:pt x="3614257" y="503652"/>
                </a:cubicBezTo>
                <a:cubicBezTo>
                  <a:pt x="3615903" y="504749"/>
                  <a:pt x="3617184" y="506212"/>
                  <a:pt x="3618189" y="507858"/>
                </a:cubicBezTo>
                <a:cubicBezTo>
                  <a:pt x="3619287" y="509595"/>
                  <a:pt x="3619927" y="511424"/>
                  <a:pt x="3620201" y="513344"/>
                </a:cubicBezTo>
                <a:cubicBezTo>
                  <a:pt x="3620567" y="515356"/>
                  <a:pt x="3620475" y="517276"/>
                  <a:pt x="3620018" y="519196"/>
                </a:cubicBezTo>
                <a:cubicBezTo>
                  <a:pt x="3619470" y="521117"/>
                  <a:pt x="3618738" y="522854"/>
                  <a:pt x="3617549" y="524500"/>
                </a:cubicBezTo>
                <a:cubicBezTo>
                  <a:pt x="3616361" y="526054"/>
                  <a:pt x="3614898" y="527426"/>
                  <a:pt x="3613252" y="528432"/>
                </a:cubicBezTo>
                <a:lnTo>
                  <a:pt x="3570641" y="554309"/>
                </a:lnTo>
                <a:cubicBezTo>
                  <a:pt x="3568903" y="555407"/>
                  <a:pt x="3567074" y="556047"/>
                  <a:pt x="3565154" y="556321"/>
                </a:cubicBezTo>
                <a:cubicBezTo>
                  <a:pt x="3563142" y="556687"/>
                  <a:pt x="3561222" y="556595"/>
                  <a:pt x="3559302" y="556047"/>
                </a:cubicBezTo>
                <a:cubicBezTo>
                  <a:pt x="3557382" y="555589"/>
                  <a:pt x="3555644" y="554766"/>
                  <a:pt x="3553998" y="553669"/>
                </a:cubicBezTo>
                <a:cubicBezTo>
                  <a:pt x="3552444" y="552480"/>
                  <a:pt x="3551072" y="551017"/>
                  <a:pt x="3550067" y="549372"/>
                </a:cubicBezTo>
                <a:cubicBezTo>
                  <a:pt x="3549061" y="547634"/>
                  <a:pt x="3548329" y="545805"/>
                  <a:pt x="3548055" y="543885"/>
                </a:cubicBezTo>
                <a:cubicBezTo>
                  <a:pt x="3547781" y="541873"/>
                  <a:pt x="3547872" y="539953"/>
                  <a:pt x="3548329" y="538033"/>
                </a:cubicBezTo>
                <a:cubicBezTo>
                  <a:pt x="3548786" y="536113"/>
                  <a:pt x="3549609" y="534375"/>
                  <a:pt x="3550798" y="532729"/>
                </a:cubicBezTo>
                <a:cubicBezTo>
                  <a:pt x="3551895" y="531175"/>
                  <a:pt x="3553358" y="529803"/>
                  <a:pt x="3555096" y="528798"/>
                </a:cubicBezTo>
              </a:path>
              <a:path w="3870381" h="1076157">
                <a:moveTo>
                  <a:pt x="3627516" y="484815"/>
                </a:moveTo>
                <a:lnTo>
                  <a:pt x="3670127" y="458846"/>
                </a:lnTo>
                <a:cubicBezTo>
                  <a:pt x="3671773" y="457840"/>
                  <a:pt x="3673602" y="457200"/>
                  <a:pt x="3675614" y="456834"/>
                </a:cubicBezTo>
                <a:cubicBezTo>
                  <a:pt x="3677534" y="456560"/>
                  <a:pt x="3679454" y="456651"/>
                  <a:pt x="3681374" y="457109"/>
                </a:cubicBezTo>
                <a:cubicBezTo>
                  <a:pt x="3683295" y="457566"/>
                  <a:pt x="3685123" y="458389"/>
                  <a:pt x="3686678" y="459577"/>
                </a:cubicBezTo>
                <a:cubicBezTo>
                  <a:pt x="3688324" y="460766"/>
                  <a:pt x="3689604" y="462138"/>
                  <a:pt x="3690610" y="463875"/>
                </a:cubicBezTo>
                <a:cubicBezTo>
                  <a:pt x="3691707" y="465521"/>
                  <a:pt x="3692347" y="467350"/>
                  <a:pt x="3692622" y="469362"/>
                </a:cubicBezTo>
                <a:cubicBezTo>
                  <a:pt x="3692987" y="471282"/>
                  <a:pt x="3692896" y="473202"/>
                  <a:pt x="3692439" y="475214"/>
                </a:cubicBezTo>
                <a:cubicBezTo>
                  <a:pt x="3691981" y="477134"/>
                  <a:pt x="3691158" y="478871"/>
                  <a:pt x="3689970" y="480426"/>
                </a:cubicBezTo>
                <a:cubicBezTo>
                  <a:pt x="3688781" y="482072"/>
                  <a:pt x="3687318" y="483352"/>
                  <a:pt x="3685672" y="484449"/>
                </a:cubicBezTo>
                <a:lnTo>
                  <a:pt x="3643061" y="510327"/>
                </a:lnTo>
                <a:cubicBezTo>
                  <a:pt x="3641324" y="511332"/>
                  <a:pt x="3639495" y="511973"/>
                  <a:pt x="3637575" y="512338"/>
                </a:cubicBezTo>
                <a:cubicBezTo>
                  <a:pt x="3635563" y="512613"/>
                  <a:pt x="3633643" y="512521"/>
                  <a:pt x="3631722" y="512064"/>
                </a:cubicBezTo>
                <a:cubicBezTo>
                  <a:pt x="3629802" y="511607"/>
                  <a:pt x="3628065" y="510784"/>
                  <a:pt x="3626419" y="509595"/>
                </a:cubicBezTo>
                <a:cubicBezTo>
                  <a:pt x="3624864" y="508406"/>
                  <a:pt x="3623493" y="507035"/>
                  <a:pt x="3622487" y="505297"/>
                </a:cubicBezTo>
                <a:cubicBezTo>
                  <a:pt x="3621481" y="503652"/>
                  <a:pt x="3620750" y="501823"/>
                  <a:pt x="3620475" y="499811"/>
                </a:cubicBezTo>
                <a:cubicBezTo>
                  <a:pt x="3620201" y="497891"/>
                  <a:pt x="3620292" y="495971"/>
                  <a:pt x="3620750" y="494050"/>
                </a:cubicBezTo>
                <a:cubicBezTo>
                  <a:pt x="3621207" y="492039"/>
                  <a:pt x="3622030" y="490301"/>
                  <a:pt x="3623219" y="488747"/>
                </a:cubicBezTo>
                <a:cubicBezTo>
                  <a:pt x="3624316" y="487101"/>
                  <a:pt x="3625779" y="485821"/>
                  <a:pt x="3627516" y="484815"/>
                </a:cubicBezTo>
              </a:path>
              <a:path w="3870381" h="1076157">
                <a:moveTo>
                  <a:pt x="3699937" y="440741"/>
                </a:moveTo>
                <a:lnTo>
                  <a:pt x="3742548" y="414863"/>
                </a:lnTo>
                <a:cubicBezTo>
                  <a:pt x="3744194" y="413857"/>
                  <a:pt x="3746022" y="413126"/>
                  <a:pt x="3748034" y="412852"/>
                </a:cubicBezTo>
                <a:cubicBezTo>
                  <a:pt x="3749954" y="412577"/>
                  <a:pt x="3751875" y="412577"/>
                  <a:pt x="3753795" y="413126"/>
                </a:cubicBezTo>
                <a:cubicBezTo>
                  <a:pt x="3755715" y="413583"/>
                  <a:pt x="3757544" y="414406"/>
                  <a:pt x="3759098" y="415503"/>
                </a:cubicBezTo>
                <a:cubicBezTo>
                  <a:pt x="3760744" y="416692"/>
                  <a:pt x="3762024" y="418155"/>
                  <a:pt x="3763030" y="419801"/>
                </a:cubicBezTo>
                <a:cubicBezTo>
                  <a:pt x="3764128" y="421538"/>
                  <a:pt x="3764768" y="423367"/>
                  <a:pt x="3765042" y="425287"/>
                </a:cubicBezTo>
                <a:cubicBezTo>
                  <a:pt x="3765408" y="427299"/>
                  <a:pt x="3765316" y="429219"/>
                  <a:pt x="3764859" y="431140"/>
                </a:cubicBezTo>
                <a:cubicBezTo>
                  <a:pt x="3764402" y="433060"/>
                  <a:pt x="3763579" y="434797"/>
                  <a:pt x="3762390" y="436443"/>
                </a:cubicBezTo>
                <a:cubicBezTo>
                  <a:pt x="3761202" y="437998"/>
                  <a:pt x="3759738" y="439369"/>
                  <a:pt x="3758093" y="440375"/>
                </a:cubicBezTo>
                <a:lnTo>
                  <a:pt x="3715482" y="466253"/>
                </a:lnTo>
                <a:cubicBezTo>
                  <a:pt x="3713744" y="467350"/>
                  <a:pt x="3711915" y="467990"/>
                  <a:pt x="3709995" y="468264"/>
                </a:cubicBezTo>
                <a:cubicBezTo>
                  <a:pt x="3707983" y="468539"/>
                  <a:pt x="3706063" y="468539"/>
                  <a:pt x="3704143" y="467990"/>
                </a:cubicBezTo>
                <a:cubicBezTo>
                  <a:pt x="3702223" y="467533"/>
                  <a:pt x="3700485" y="466710"/>
                  <a:pt x="3698839" y="465612"/>
                </a:cubicBezTo>
                <a:cubicBezTo>
                  <a:pt x="3697285" y="464424"/>
                  <a:pt x="3695913" y="462961"/>
                  <a:pt x="3694908" y="461315"/>
                </a:cubicBezTo>
                <a:cubicBezTo>
                  <a:pt x="3693902" y="459577"/>
                  <a:pt x="3693170" y="457749"/>
                  <a:pt x="3692896" y="455828"/>
                </a:cubicBezTo>
                <a:cubicBezTo>
                  <a:pt x="3692622" y="453817"/>
                  <a:pt x="3692713" y="451896"/>
                  <a:pt x="3693170" y="449976"/>
                </a:cubicBezTo>
                <a:cubicBezTo>
                  <a:pt x="3693627" y="448056"/>
                  <a:pt x="3694450" y="446319"/>
                  <a:pt x="3695639" y="444673"/>
                </a:cubicBezTo>
                <a:cubicBezTo>
                  <a:pt x="3696828" y="443118"/>
                  <a:pt x="3698199" y="441747"/>
                  <a:pt x="3699937" y="440741"/>
                </a:cubicBezTo>
              </a:path>
              <a:path w="3870381" h="1076157">
                <a:moveTo>
                  <a:pt x="3772357" y="396758"/>
                </a:moveTo>
                <a:lnTo>
                  <a:pt x="3814968" y="370789"/>
                </a:lnTo>
                <a:cubicBezTo>
                  <a:pt x="3816614" y="369783"/>
                  <a:pt x="3818443" y="369143"/>
                  <a:pt x="3820455" y="368778"/>
                </a:cubicBezTo>
                <a:cubicBezTo>
                  <a:pt x="3822375" y="368503"/>
                  <a:pt x="3824295" y="368595"/>
                  <a:pt x="3826215" y="369052"/>
                </a:cubicBezTo>
                <a:cubicBezTo>
                  <a:pt x="3828136" y="369509"/>
                  <a:pt x="3829964" y="370332"/>
                  <a:pt x="3831519" y="371521"/>
                </a:cubicBezTo>
                <a:cubicBezTo>
                  <a:pt x="3833165" y="372709"/>
                  <a:pt x="3834445" y="374081"/>
                  <a:pt x="3835451" y="375818"/>
                </a:cubicBezTo>
                <a:cubicBezTo>
                  <a:pt x="3836548" y="377464"/>
                  <a:pt x="3837188" y="379293"/>
                  <a:pt x="3837462" y="381305"/>
                </a:cubicBezTo>
                <a:cubicBezTo>
                  <a:pt x="3837828" y="383225"/>
                  <a:pt x="3837737" y="385145"/>
                  <a:pt x="3837280" y="387066"/>
                </a:cubicBezTo>
                <a:cubicBezTo>
                  <a:pt x="3836822" y="389077"/>
                  <a:pt x="3835999" y="390815"/>
                  <a:pt x="3834811" y="392369"/>
                </a:cubicBezTo>
                <a:cubicBezTo>
                  <a:pt x="3833622" y="394015"/>
                  <a:pt x="3832159" y="395295"/>
                  <a:pt x="3830513" y="396301"/>
                </a:cubicBezTo>
                <a:lnTo>
                  <a:pt x="3787902" y="422270"/>
                </a:lnTo>
                <a:cubicBezTo>
                  <a:pt x="3786165" y="423276"/>
                  <a:pt x="3784336" y="423916"/>
                  <a:pt x="3782416" y="424282"/>
                </a:cubicBezTo>
                <a:cubicBezTo>
                  <a:pt x="3780404" y="424556"/>
                  <a:pt x="3778484" y="424464"/>
                  <a:pt x="3776563" y="424007"/>
                </a:cubicBezTo>
                <a:cubicBezTo>
                  <a:pt x="3774643" y="423550"/>
                  <a:pt x="3772906" y="422727"/>
                  <a:pt x="3771260" y="421538"/>
                </a:cubicBezTo>
                <a:cubicBezTo>
                  <a:pt x="3769705" y="420350"/>
                  <a:pt x="3768334" y="418978"/>
                  <a:pt x="3767328" y="417241"/>
                </a:cubicBezTo>
                <a:cubicBezTo>
                  <a:pt x="3766322" y="415595"/>
                  <a:pt x="3765591" y="413766"/>
                  <a:pt x="3765316" y="411754"/>
                </a:cubicBezTo>
                <a:cubicBezTo>
                  <a:pt x="3765042" y="409834"/>
                  <a:pt x="3765133" y="407914"/>
                  <a:pt x="3765591" y="405902"/>
                </a:cubicBezTo>
                <a:cubicBezTo>
                  <a:pt x="3766048" y="403982"/>
                  <a:pt x="3766871" y="402245"/>
                  <a:pt x="3768060" y="400690"/>
                </a:cubicBezTo>
                <a:cubicBezTo>
                  <a:pt x="3769248" y="399044"/>
                  <a:pt x="3770620" y="397764"/>
                  <a:pt x="3772357" y="396758"/>
                </a:cubicBezTo>
              </a:path>
              <a:path w="3870381" h="1076157">
                <a:moveTo>
                  <a:pt x="3844778" y="352684"/>
                </a:moveTo>
                <a:lnTo>
                  <a:pt x="3847521" y="351038"/>
                </a:lnTo>
                <a:cubicBezTo>
                  <a:pt x="3849258" y="349941"/>
                  <a:pt x="3851087" y="349301"/>
                  <a:pt x="3853007" y="349026"/>
                </a:cubicBezTo>
                <a:cubicBezTo>
                  <a:pt x="3854928" y="348661"/>
                  <a:pt x="3856939" y="348752"/>
                  <a:pt x="3858859" y="349209"/>
                </a:cubicBezTo>
                <a:cubicBezTo>
                  <a:pt x="3860780" y="349758"/>
                  <a:pt x="3862517" y="350490"/>
                  <a:pt x="3864163" y="351678"/>
                </a:cubicBezTo>
                <a:cubicBezTo>
                  <a:pt x="3865717" y="352867"/>
                  <a:pt x="3867089" y="354330"/>
                  <a:pt x="3868095" y="355976"/>
                </a:cubicBezTo>
                <a:cubicBezTo>
                  <a:pt x="3869101" y="357713"/>
                  <a:pt x="3869741" y="359542"/>
                  <a:pt x="3870107" y="361462"/>
                </a:cubicBezTo>
                <a:cubicBezTo>
                  <a:pt x="3870381" y="363474"/>
                  <a:pt x="3870289" y="365394"/>
                  <a:pt x="3869832" y="367314"/>
                </a:cubicBezTo>
                <a:cubicBezTo>
                  <a:pt x="3869375" y="369235"/>
                  <a:pt x="3868552" y="370972"/>
                  <a:pt x="3867363" y="372618"/>
                </a:cubicBezTo>
                <a:cubicBezTo>
                  <a:pt x="3866175" y="374172"/>
                  <a:pt x="3864803" y="375544"/>
                  <a:pt x="3863066" y="376550"/>
                </a:cubicBezTo>
                <a:lnTo>
                  <a:pt x="3860322" y="378196"/>
                </a:lnTo>
                <a:cubicBezTo>
                  <a:pt x="3858585" y="379202"/>
                  <a:pt x="3856756" y="379933"/>
                  <a:pt x="3854836" y="380208"/>
                </a:cubicBezTo>
                <a:cubicBezTo>
                  <a:pt x="3852824" y="380482"/>
                  <a:pt x="3850904" y="380482"/>
                  <a:pt x="3848984" y="379933"/>
                </a:cubicBezTo>
                <a:cubicBezTo>
                  <a:pt x="3847064" y="379476"/>
                  <a:pt x="3845326" y="378653"/>
                  <a:pt x="3843680" y="377556"/>
                </a:cubicBezTo>
                <a:cubicBezTo>
                  <a:pt x="3842126" y="376367"/>
                  <a:pt x="3840754" y="374904"/>
                  <a:pt x="3839748" y="373258"/>
                </a:cubicBezTo>
                <a:cubicBezTo>
                  <a:pt x="3838743" y="371521"/>
                  <a:pt x="3838011" y="369692"/>
                  <a:pt x="3837737" y="367772"/>
                </a:cubicBezTo>
                <a:cubicBezTo>
                  <a:pt x="3837462" y="365760"/>
                  <a:pt x="3837554" y="363840"/>
                  <a:pt x="3838011" y="361920"/>
                </a:cubicBezTo>
                <a:cubicBezTo>
                  <a:pt x="3838468" y="359999"/>
                  <a:pt x="3839291" y="358262"/>
                  <a:pt x="3840480" y="356616"/>
                </a:cubicBezTo>
                <a:cubicBezTo>
                  <a:pt x="3841669" y="355062"/>
                  <a:pt x="3843040" y="353690"/>
                  <a:pt x="3844778" y="352684"/>
                </a:cubicBezTo>
              </a:path>
            </a:pathLst>
          </a:custGeom>
          <a:solidFill>
            <a:srgbClr val="AB432E">
              <a:alpha val="60000"/>
            </a:srgbClr>
          </a:solidFill>
          <a:ln/>
        </p:spPr>
      </p:sp>
      <p:sp>
        <p:nvSpPr>
          <p:cNvPr id="7" name="Forma 170"/>
          <p:cNvSpPr/>
          <p:nvPr/>
        </p:nvSpPr>
        <p:spPr>
          <a:xfrm>
            <a:off x="4285976" y="2339401"/>
            <a:ext cx="3840206" cy="2092147"/>
          </a:xfrm>
          <a:custGeom>
            <a:avLst/>
            <a:gdLst/>
            <a:ahLst/>
            <a:cxnLst/>
            <a:rect l="l" t="t" r="r" b="b"/>
            <a:pathLst>
              <a:path w="3840206" h="2092147">
                <a:moveTo>
                  <a:pt x="0" y="1046074"/>
                </a:moveTo>
                <a:lnTo>
                  <a:pt x="748071" y="0"/>
                </a:lnTo>
                <a:lnTo>
                  <a:pt x="1745590" y="1494404"/>
                </a:lnTo>
                <a:lnTo>
                  <a:pt x="2693182" y="2092147"/>
                </a:lnTo>
                <a:lnTo>
                  <a:pt x="3840206" y="1394734"/>
                </a:lnTo>
              </a:path>
            </a:pathLst>
          </a:custGeom>
          <a:ln w="29921" cap="rnd">
            <a:solidFill>
              <a:srgbClr val="C49A4B">
                <a:alpha val="60000"/>
              </a:srgbClr>
            </a:solidFill>
            <a:prstDash val="solid"/>
            <a:round/>
          </a:ln>
        </p:spPr>
      </p:sp>
      <p:sp>
        <p:nvSpPr>
          <p:cNvPr id="8" name="Forma 171"/>
          <p:cNvSpPr/>
          <p:nvPr/>
        </p:nvSpPr>
        <p:spPr>
          <a:xfrm>
            <a:off x="4270888" y="2224644"/>
            <a:ext cx="3870381" cy="2172432"/>
          </a:xfrm>
          <a:custGeom>
            <a:avLst/>
            <a:gdLst/>
            <a:ahLst/>
            <a:cxnLst/>
            <a:rect l="l" t="t" r="r" b="b"/>
            <a:pathLst>
              <a:path w="3870381" h="2172432">
                <a:moveTo>
                  <a:pt x="26792" y="1151412"/>
                </a:moveTo>
                <a:lnTo>
                  <a:pt x="57973" y="1190366"/>
                </a:lnTo>
                <a:cubicBezTo>
                  <a:pt x="59162" y="1191920"/>
                  <a:pt x="60076" y="1193566"/>
                  <a:pt x="60625" y="1195487"/>
                </a:cubicBezTo>
                <a:cubicBezTo>
                  <a:pt x="61173" y="1197407"/>
                  <a:pt x="61356" y="1199327"/>
                  <a:pt x="61082" y="1201339"/>
                </a:cubicBezTo>
                <a:cubicBezTo>
                  <a:pt x="60899" y="1203259"/>
                  <a:pt x="60350" y="1205179"/>
                  <a:pt x="59345" y="1206917"/>
                </a:cubicBezTo>
                <a:cubicBezTo>
                  <a:pt x="58430" y="1208654"/>
                  <a:pt x="57150" y="1210117"/>
                  <a:pt x="55596" y="1211306"/>
                </a:cubicBezTo>
                <a:cubicBezTo>
                  <a:pt x="54041" y="1212586"/>
                  <a:pt x="52304" y="1213500"/>
                  <a:pt x="50383" y="1214049"/>
                </a:cubicBezTo>
                <a:cubicBezTo>
                  <a:pt x="48463" y="1214598"/>
                  <a:pt x="46543" y="1214780"/>
                  <a:pt x="44623" y="1214506"/>
                </a:cubicBezTo>
                <a:cubicBezTo>
                  <a:pt x="42611" y="1214323"/>
                  <a:pt x="40782" y="1213683"/>
                  <a:pt x="39045" y="1212769"/>
                </a:cubicBezTo>
                <a:cubicBezTo>
                  <a:pt x="37308" y="1211763"/>
                  <a:pt x="35844" y="1210574"/>
                  <a:pt x="34564" y="1209020"/>
                </a:cubicBezTo>
                <a:lnTo>
                  <a:pt x="3383" y="1170066"/>
                </a:lnTo>
                <a:cubicBezTo>
                  <a:pt x="2195" y="1168603"/>
                  <a:pt x="1280" y="1166866"/>
                  <a:pt x="732" y="1164946"/>
                </a:cubicBezTo>
                <a:cubicBezTo>
                  <a:pt x="183" y="1163025"/>
                  <a:pt x="0" y="1161105"/>
                  <a:pt x="183" y="1159093"/>
                </a:cubicBezTo>
                <a:cubicBezTo>
                  <a:pt x="457" y="1157173"/>
                  <a:pt x="1006" y="1155253"/>
                  <a:pt x="2012" y="1153607"/>
                </a:cubicBezTo>
                <a:cubicBezTo>
                  <a:pt x="2926" y="1151870"/>
                  <a:pt x="4206" y="1150315"/>
                  <a:pt x="5761" y="1149126"/>
                </a:cubicBezTo>
                <a:cubicBezTo>
                  <a:pt x="7315" y="1147846"/>
                  <a:pt x="9053" y="1146932"/>
                  <a:pt x="10881" y="1146383"/>
                </a:cubicBezTo>
                <a:cubicBezTo>
                  <a:pt x="12802" y="1145835"/>
                  <a:pt x="14813" y="1145743"/>
                  <a:pt x="16734" y="1145926"/>
                </a:cubicBezTo>
                <a:cubicBezTo>
                  <a:pt x="18745" y="1146109"/>
                  <a:pt x="20574" y="1146749"/>
                  <a:pt x="22311" y="1147663"/>
                </a:cubicBezTo>
                <a:cubicBezTo>
                  <a:pt x="24049" y="1148669"/>
                  <a:pt x="25512" y="1149858"/>
                  <a:pt x="26792" y="1151412"/>
                </a:cubicBezTo>
              </a:path>
              <a:path w="3870381" h="2172432">
                <a:moveTo>
                  <a:pt x="79736" y="1217524"/>
                </a:moveTo>
                <a:lnTo>
                  <a:pt x="110917" y="1256477"/>
                </a:lnTo>
                <a:cubicBezTo>
                  <a:pt x="112105" y="1258032"/>
                  <a:pt x="113020" y="1259769"/>
                  <a:pt x="113568" y="1261598"/>
                </a:cubicBezTo>
                <a:cubicBezTo>
                  <a:pt x="114117" y="1263518"/>
                  <a:pt x="114300" y="1265438"/>
                  <a:pt x="114117" y="1267450"/>
                </a:cubicBezTo>
                <a:cubicBezTo>
                  <a:pt x="113843" y="1269370"/>
                  <a:pt x="113294" y="1271290"/>
                  <a:pt x="112288" y="1273028"/>
                </a:cubicBezTo>
                <a:cubicBezTo>
                  <a:pt x="111374" y="1274765"/>
                  <a:pt x="110094" y="1276228"/>
                  <a:pt x="108539" y="1277508"/>
                </a:cubicBezTo>
                <a:cubicBezTo>
                  <a:pt x="106985" y="1278697"/>
                  <a:pt x="105247" y="1279611"/>
                  <a:pt x="103419" y="1280160"/>
                </a:cubicBezTo>
                <a:cubicBezTo>
                  <a:pt x="101498" y="1280709"/>
                  <a:pt x="99487" y="1280892"/>
                  <a:pt x="97566" y="1280617"/>
                </a:cubicBezTo>
                <a:cubicBezTo>
                  <a:pt x="95555" y="1280434"/>
                  <a:pt x="93726" y="1279886"/>
                  <a:pt x="91989" y="1278880"/>
                </a:cubicBezTo>
                <a:cubicBezTo>
                  <a:pt x="90251" y="1277965"/>
                  <a:pt x="88788" y="1276685"/>
                  <a:pt x="87508" y="1275131"/>
                </a:cubicBezTo>
                <a:lnTo>
                  <a:pt x="56327" y="1236269"/>
                </a:lnTo>
                <a:cubicBezTo>
                  <a:pt x="55138" y="1234714"/>
                  <a:pt x="54224" y="1232977"/>
                  <a:pt x="53675" y="1231057"/>
                </a:cubicBezTo>
                <a:cubicBezTo>
                  <a:pt x="53127" y="1229136"/>
                  <a:pt x="52944" y="1227216"/>
                  <a:pt x="53218" y="1225205"/>
                </a:cubicBezTo>
                <a:cubicBezTo>
                  <a:pt x="53401" y="1223284"/>
                  <a:pt x="53950" y="1221456"/>
                  <a:pt x="54955" y="1219718"/>
                </a:cubicBezTo>
                <a:cubicBezTo>
                  <a:pt x="55870" y="1217981"/>
                  <a:pt x="57150" y="1216426"/>
                  <a:pt x="58704" y="1215238"/>
                </a:cubicBezTo>
                <a:cubicBezTo>
                  <a:pt x="60259" y="1213957"/>
                  <a:pt x="61996" y="1213134"/>
                  <a:pt x="63917" y="1212586"/>
                </a:cubicBezTo>
                <a:cubicBezTo>
                  <a:pt x="65837" y="1211946"/>
                  <a:pt x="67757" y="1211854"/>
                  <a:pt x="69677" y="1212037"/>
                </a:cubicBezTo>
                <a:cubicBezTo>
                  <a:pt x="71689" y="1212220"/>
                  <a:pt x="73518" y="1212860"/>
                  <a:pt x="75255" y="1213775"/>
                </a:cubicBezTo>
                <a:cubicBezTo>
                  <a:pt x="76992" y="1214780"/>
                  <a:pt x="78456" y="1215969"/>
                  <a:pt x="79736" y="1217524"/>
                </a:cubicBezTo>
              </a:path>
              <a:path w="3870381" h="2172432">
                <a:moveTo>
                  <a:pt x="132679" y="1283726"/>
                </a:moveTo>
                <a:lnTo>
                  <a:pt x="163860" y="1322588"/>
                </a:lnTo>
                <a:cubicBezTo>
                  <a:pt x="165141" y="1324143"/>
                  <a:pt x="165964" y="1325880"/>
                  <a:pt x="166512" y="1327800"/>
                </a:cubicBezTo>
                <a:cubicBezTo>
                  <a:pt x="167061" y="1329629"/>
                  <a:pt x="167244" y="1331641"/>
                  <a:pt x="167061" y="1333561"/>
                </a:cubicBezTo>
                <a:cubicBezTo>
                  <a:pt x="166787" y="1335573"/>
                  <a:pt x="166238" y="1337401"/>
                  <a:pt x="165324" y="1339139"/>
                </a:cubicBezTo>
                <a:cubicBezTo>
                  <a:pt x="164318" y="1340876"/>
                  <a:pt x="163038" y="1342339"/>
                  <a:pt x="161483" y="1343619"/>
                </a:cubicBezTo>
                <a:cubicBezTo>
                  <a:pt x="159929" y="1344808"/>
                  <a:pt x="158283" y="1345722"/>
                  <a:pt x="156362" y="1346271"/>
                </a:cubicBezTo>
                <a:cubicBezTo>
                  <a:pt x="154442" y="1346820"/>
                  <a:pt x="152522" y="1347003"/>
                  <a:pt x="150510" y="1346728"/>
                </a:cubicBezTo>
                <a:cubicBezTo>
                  <a:pt x="148590" y="1346545"/>
                  <a:pt x="146670" y="1345997"/>
                  <a:pt x="144932" y="1344991"/>
                </a:cubicBezTo>
                <a:cubicBezTo>
                  <a:pt x="143195" y="1344077"/>
                  <a:pt x="141732" y="1342796"/>
                  <a:pt x="140452" y="1341242"/>
                </a:cubicBezTo>
                <a:lnTo>
                  <a:pt x="109362" y="1302380"/>
                </a:lnTo>
                <a:cubicBezTo>
                  <a:pt x="108082" y="1300825"/>
                  <a:pt x="107168" y="1299088"/>
                  <a:pt x="106619" y="1297168"/>
                </a:cubicBezTo>
                <a:cubicBezTo>
                  <a:pt x="106070" y="1295248"/>
                  <a:pt x="105888" y="1293327"/>
                  <a:pt x="106162" y="1291407"/>
                </a:cubicBezTo>
                <a:cubicBezTo>
                  <a:pt x="106345" y="1289395"/>
                  <a:pt x="106985" y="1287567"/>
                  <a:pt x="107899" y="1285829"/>
                </a:cubicBezTo>
                <a:cubicBezTo>
                  <a:pt x="108905" y="1284092"/>
                  <a:pt x="110094" y="1282629"/>
                  <a:pt x="111648" y="1281349"/>
                </a:cubicBezTo>
                <a:cubicBezTo>
                  <a:pt x="113203" y="1280160"/>
                  <a:pt x="114940" y="1279246"/>
                  <a:pt x="116860" y="1278697"/>
                </a:cubicBezTo>
                <a:cubicBezTo>
                  <a:pt x="118781" y="1278148"/>
                  <a:pt x="120701" y="1277965"/>
                  <a:pt x="122712" y="1278148"/>
                </a:cubicBezTo>
                <a:cubicBezTo>
                  <a:pt x="124633" y="1278423"/>
                  <a:pt x="126462" y="1278971"/>
                  <a:pt x="128199" y="1279977"/>
                </a:cubicBezTo>
                <a:cubicBezTo>
                  <a:pt x="129936" y="1280892"/>
                  <a:pt x="131491" y="1282172"/>
                  <a:pt x="132679" y="1283726"/>
                </a:cubicBezTo>
              </a:path>
              <a:path w="3870381" h="2172432">
                <a:moveTo>
                  <a:pt x="185623" y="1349837"/>
                </a:moveTo>
                <a:lnTo>
                  <a:pt x="216804" y="1388699"/>
                </a:lnTo>
                <a:cubicBezTo>
                  <a:pt x="218084" y="1390254"/>
                  <a:pt x="218999" y="1391991"/>
                  <a:pt x="219547" y="1393911"/>
                </a:cubicBezTo>
                <a:cubicBezTo>
                  <a:pt x="220096" y="1395832"/>
                  <a:pt x="220188" y="1397752"/>
                  <a:pt x="220005" y="1399672"/>
                </a:cubicBezTo>
                <a:cubicBezTo>
                  <a:pt x="219822" y="1401684"/>
                  <a:pt x="219182" y="1403513"/>
                  <a:pt x="218267" y="1405250"/>
                </a:cubicBezTo>
                <a:cubicBezTo>
                  <a:pt x="217261" y="1406987"/>
                  <a:pt x="216073" y="1408450"/>
                  <a:pt x="214518" y="1409730"/>
                </a:cubicBezTo>
                <a:cubicBezTo>
                  <a:pt x="212964" y="1410919"/>
                  <a:pt x="211226" y="1411834"/>
                  <a:pt x="209306" y="1412382"/>
                </a:cubicBezTo>
                <a:cubicBezTo>
                  <a:pt x="207386" y="1412931"/>
                  <a:pt x="205466" y="1413114"/>
                  <a:pt x="203454" y="1412931"/>
                </a:cubicBezTo>
                <a:cubicBezTo>
                  <a:pt x="201534" y="1412657"/>
                  <a:pt x="199614" y="1412108"/>
                  <a:pt x="197876" y="1411102"/>
                </a:cubicBezTo>
                <a:cubicBezTo>
                  <a:pt x="196139" y="1410188"/>
                  <a:pt x="194676" y="1408908"/>
                  <a:pt x="193487" y="1407353"/>
                </a:cubicBezTo>
                <a:lnTo>
                  <a:pt x="162306" y="1368491"/>
                </a:lnTo>
                <a:cubicBezTo>
                  <a:pt x="161026" y="1366937"/>
                  <a:pt x="160203" y="1365199"/>
                  <a:pt x="159654" y="1363279"/>
                </a:cubicBezTo>
                <a:cubicBezTo>
                  <a:pt x="159014" y="1361359"/>
                  <a:pt x="158923" y="1359438"/>
                  <a:pt x="159106" y="1357518"/>
                </a:cubicBezTo>
                <a:cubicBezTo>
                  <a:pt x="159288" y="1355507"/>
                  <a:pt x="159929" y="1353678"/>
                  <a:pt x="160843" y="1351940"/>
                </a:cubicBezTo>
                <a:cubicBezTo>
                  <a:pt x="161849" y="1350203"/>
                  <a:pt x="163129" y="1348740"/>
                  <a:pt x="164592" y="1347460"/>
                </a:cubicBezTo>
                <a:cubicBezTo>
                  <a:pt x="166146" y="1346271"/>
                  <a:pt x="167884" y="1345357"/>
                  <a:pt x="169804" y="1344808"/>
                </a:cubicBezTo>
                <a:cubicBezTo>
                  <a:pt x="171724" y="1344259"/>
                  <a:pt x="173645" y="1344077"/>
                  <a:pt x="175656" y="1344259"/>
                </a:cubicBezTo>
                <a:cubicBezTo>
                  <a:pt x="177576" y="1344534"/>
                  <a:pt x="179497" y="1345082"/>
                  <a:pt x="181234" y="1346088"/>
                </a:cubicBezTo>
                <a:cubicBezTo>
                  <a:pt x="182971" y="1347003"/>
                  <a:pt x="184434" y="1348283"/>
                  <a:pt x="185623" y="1349837"/>
                </a:cubicBezTo>
              </a:path>
              <a:path w="3870381" h="2172432">
                <a:moveTo>
                  <a:pt x="238658" y="1415948"/>
                </a:moveTo>
                <a:lnTo>
                  <a:pt x="269748" y="1454810"/>
                </a:lnTo>
                <a:cubicBezTo>
                  <a:pt x="271028" y="1456365"/>
                  <a:pt x="271943" y="1458102"/>
                  <a:pt x="272491" y="1460022"/>
                </a:cubicBezTo>
                <a:cubicBezTo>
                  <a:pt x="273040" y="1461943"/>
                  <a:pt x="273223" y="1463863"/>
                  <a:pt x="272948" y="1465783"/>
                </a:cubicBezTo>
                <a:cubicBezTo>
                  <a:pt x="272766" y="1467795"/>
                  <a:pt x="272125" y="1469624"/>
                  <a:pt x="271211" y="1471361"/>
                </a:cubicBezTo>
                <a:cubicBezTo>
                  <a:pt x="270205" y="1473098"/>
                  <a:pt x="269016" y="1474561"/>
                  <a:pt x="267462" y="1475842"/>
                </a:cubicBezTo>
                <a:cubicBezTo>
                  <a:pt x="265908" y="1477122"/>
                  <a:pt x="264170" y="1477945"/>
                  <a:pt x="262250" y="1478493"/>
                </a:cubicBezTo>
                <a:cubicBezTo>
                  <a:pt x="260330" y="1479042"/>
                  <a:pt x="258409" y="1479225"/>
                  <a:pt x="256489" y="1479042"/>
                </a:cubicBezTo>
                <a:cubicBezTo>
                  <a:pt x="254478" y="1478768"/>
                  <a:pt x="252649" y="1478219"/>
                  <a:pt x="250911" y="1477305"/>
                </a:cubicBezTo>
                <a:cubicBezTo>
                  <a:pt x="249174" y="1476299"/>
                  <a:pt x="247620" y="1475019"/>
                  <a:pt x="246431" y="1473464"/>
                </a:cubicBezTo>
                <a:lnTo>
                  <a:pt x="215250" y="1434602"/>
                </a:lnTo>
                <a:cubicBezTo>
                  <a:pt x="214061" y="1433048"/>
                  <a:pt x="213147" y="1431310"/>
                  <a:pt x="212598" y="1429390"/>
                </a:cubicBezTo>
                <a:cubicBezTo>
                  <a:pt x="212049" y="1427561"/>
                  <a:pt x="211866" y="1425550"/>
                  <a:pt x="212049" y="1423629"/>
                </a:cubicBezTo>
                <a:cubicBezTo>
                  <a:pt x="212324" y="1421618"/>
                  <a:pt x="212872" y="1419789"/>
                  <a:pt x="213878" y="1418052"/>
                </a:cubicBezTo>
                <a:cubicBezTo>
                  <a:pt x="214793" y="1416314"/>
                  <a:pt x="216073" y="1414851"/>
                  <a:pt x="217627" y="1413571"/>
                </a:cubicBezTo>
                <a:cubicBezTo>
                  <a:pt x="219182" y="1412382"/>
                  <a:pt x="220919" y="1411468"/>
                  <a:pt x="222748" y="1410919"/>
                </a:cubicBezTo>
                <a:cubicBezTo>
                  <a:pt x="224668" y="1410371"/>
                  <a:pt x="226588" y="1410188"/>
                  <a:pt x="228600" y="1410462"/>
                </a:cubicBezTo>
                <a:cubicBezTo>
                  <a:pt x="230612" y="1410645"/>
                  <a:pt x="232440" y="1411194"/>
                  <a:pt x="234178" y="1412199"/>
                </a:cubicBezTo>
                <a:cubicBezTo>
                  <a:pt x="235915" y="1413114"/>
                  <a:pt x="237378" y="1414394"/>
                  <a:pt x="238658" y="1415948"/>
                </a:cubicBezTo>
              </a:path>
              <a:path w="3870381" h="2172432">
                <a:moveTo>
                  <a:pt x="291602" y="1482060"/>
                </a:moveTo>
                <a:lnTo>
                  <a:pt x="322783" y="1520922"/>
                </a:lnTo>
                <a:cubicBezTo>
                  <a:pt x="323972" y="1522476"/>
                  <a:pt x="324886" y="1524213"/>
                  <a:pt x="325435" y="1526134"/>
                </a:cubicBezTo>
                <a:cubicBezTo>
                  <a:pt x="325984" y="1528054"/>
                  <a:pt x="326166" y="1529974"/>
                  <a:pt x="325892" y="1531986"/>
                </a:cubicBezTo>
                <a:cubicBezTo>
                  <a:pt x="325709" y="1533906"/>
                  <a:pt x="325161" y="1535735"/>
                  <a:pt x="324155" y="1537472"/>
                </a:cubicBezTo>
                <a:cubicBezTo>
                  <a:pt x="323240" y="1539210"/>
                  <a:pt x="321960" y="1540764"/>
                  <a:pt x="320406" y="1541953"/>
                </a:cubicBezTo>
                <a:cubicBezTo>
                  <a:pt x="318851" y="1543233"/>
                  <a:pt x="317114" y="1544056"/>
                  <a:pt x="315194" y="1544696"/>
                </a:cubicBezTo>
                <a:cubicBezTo>
                  <a:pt x="313365" y="1545245"/>
                  <a:pt x="311353" y="1545336"/>
                  <a:pt x="309433" y="1545153"/>
                </a:cubicBezTo>
                <a:cubicBezTo>
                  <a:pt x="307421" y="1544970"/>
                  <a:pt x="305592" y="1544330"/>
                  <a:pt x="303855" y="1543416"/>
                </a:cubicBezTo>
                <a:cubicBezTo>
                  <a:pt x="302118" y="1542410"/>
                  <a:pt x="300655" y="1541221"/>
                  <a:pt x="299375" y="1539667"/>
                </a:cubicBezTo>
                <a:lnTo>
                  <a:pt x="268194" y="1500713"/>
                </a:lnTo>
                <a:cubicBezTo>
                  <a:pt x="267005" y="1499159"/>
                  <a:pt x="266090" y="1497421"/>
                  <a:pt x="265542" y="1495593"/>
                </a:cubicBezTo>
                <a:cubicBezTo>
                  <a:pt x="264993" y="1493672"/>
                  <a:pt x="264810" y="1491752"/>
                  <a:pt x="265085" y="1489740"/>
                </a:cubicBezTo>
                <a:cubicBezTo>
                  <a:pt x="265267" y="1487820"/>
                  <a:pt x="265816" y="1485900"/>
                  <a:pt x="266822" y="1484163"/>
                </a:cubicBezTo>
                <a:cubicBezTo>
                  <a:pt x="267736" y="1482425"/>
                  <a:pt x="269016" y="1480962"/>
                  <a:pt x="270571" y="1479774"/>
                </a:cubicBezTo>
                <a:cubicBezTo>
                  <a:pt x="272125" y="1478493"/>
                  <a:pt x="273863" y="1477579"/>
                  <a:pt x="275783" y="1477030"/>
                </a:cubicBezTo>
                <a:cubicBezTo>
                  <a:pt x="277612" y="1476482"/>
                  <a:pt x="279624" y="1476299"/>
                  <a:pt x="281544" y="1476573"/>
                </a:cubicBezTo>
                <a:cubicBezTo>
                  <a:pt x="283555" y="1476756"/>
                  <a:pt x="285384" y="1477396"/>
                  <a:pt x="287122" y="1478310"/>
                </a:cubicBezTo>
                <a:cubicBezTo>
                  <a:pt x="288859" y="1479225"/>
                  <a:pt x="290322" y="1480505"/>
                  <a:pt x="291602" y="1482060"/>
                </a:cubicBezTo>
              </a:path>
              <a:path w="3870381" h="2172432">
                <a:moveTo>
                  <a:pt x="344546" y="1548171"/>
                </a:moveTo>
                <a:lnTo>
                  <a:pt x="375727" y="1587124"/>
                </a:lnTo>
                <a:cubicBezTo>
                  <a:pt x="376916" y="1588679"/>
                  <a:pt x="377830" y="1590324"/>
                  <a:pt x="378379" y="1592245"/>
                </a:cubicBezTo>
                <a:cubicBezTo>
                  <a:pt x="378927" y="1594165"/>
                  <a:pt x="379110" y="1596085"/>
                  <a:pt x="378927" y="1598097"/>
                </a:cubicBezTo>
                <a:cubicBezTo>
                  <a:pt x="378653" y="1600017"/>
                  <a:pt x="378104" y="1601937"/>
                  <a:pt x="377099" y="1603675"/>
                </a:cubicBezTo>
                <a:cubicBezTo>
                  <a:pt x="376184" y="1605412"/>
                  <a:pt x="374904" y="1606875"/>
                  <a:pt x="373350" y="1608064"/>
                </a:cubicBezTo>
                <a:cubicBezTo>
                  <a:pt x="371795" y="1609344"/>
                  <a:pt x="370058" y="1610258"/>
                  <a:pt x="368229" y="1610807"/>
                </a:cubicBezTo>
                <a:cubicBezTo>
                  <a:pt x="366309" y="1611356"/>
                  <a:pt x="364388" y="1611539"/>
                  <a:pt x="362377" y="1611264"/>
                </a:cubicBezTo>
                <a:cubicBezTo>
                  <a:pt x="360365" y="1611081"/>
                  <a:pt x="358536" y="1610441"/>
                  <a:pt x="356799" y="1609527"/>
                </a:cubicBezTo>
                <a:cubicBezTo>
                  <a:pt x="355062" y="1608521"/>
                  <a:pt x="353598" y="1607332"/>
                  <a:pt x="352318" y="1605778"/>
                </a:cubicBezTo>
                <a:lnTo>
                  <a:pt x="321229" y="1566824"/>
                </a:lnTo>
                <a:cubicBezTo>
                  <a:pt x="319949" y="1565270"/>
                  <a:pt x="319034" y="1563624"/>
                  <a:pt x="318486" y="1561704"/>
                </a:cubicBezTo>
                <a:cubicBezTo>
                  <a:pt x="317937" y="1559784"/>
                  <a:pt x="317754" y="1557863"/>
                  <a:pt x="318028" y="1555852"/>
                </a:cubicBezTo>
                <a:cubicBezTo>
                  <a:pt x="318211" y="1553931"/>
                  <a:pt x="318851" y="1552011"/>
                  <a:pt x="319766" y="1550274"/>
                </a:cubicBezTo>
                <a:cubicBezTo>
                  <a:pt x="320680" y="1548536"/>
                  <a:pt x="321960" y="1547073"/>
                  <a:pt x="323515" y="1545885"/>
                </a:cubicBezTo>
                <a:cubicBezTo>
                  <a:pt x="325069" y="1544604"/>
                  <a:pt x="326807" y="1543690"/>
                  <a:pt x="328727" y="1543141"/>
                </a:cubicBezTo>
                <a:cubicBezTo>
                  <a:pt x="330647" y="1542593"/>
                  <a:pt x="332567" y="1542410"/>
                  <a:pt x="334488" y="1542684"/>
                </a:cubicBezTo>
                <a:cubicBezTo>
                  <a:pt x="336499" y="1542867"/>
                  <a:pt x="338328" y="1543507"/>
                  <a:pt x="340065" y="1544422"/>
                </a:cubicBezTo>
                <a:cubicBezTo>
                  <a:pt x="341803" y="1545427"/>
                  <a:pt x="343357" y="1546616"/>
                  <a:pt x="344546" y="1548171"/>
                </a:cubicBezTo>
              </a:path>
              <a:path w="3870381" h="2172432">
                <a:moveTo>
                  <a:pt x="397490" y="1614282"/>
                </a:moveTo>
                <a:lnTo>
                  <a:pt x="428671" y="1653235"/>
                </a:lnTo>
                <a:cubicBezTo>
                  <a:pt x="429951" y="1654790"/>
                  <a:pt x="430774" y="1656527"/>
                  <a:pt x="431322" y="1658356"/>
                </a:cubicBezTo>
                <a:cubicBezTo>
                  <a:pt x="431871" y="1660276"/>
                  <a:pt x="432054" y="1662196"/>
                  <a:pt x="431871" y="1664208"/>
                </a:cubicBezTo>
                <a:cubicBezTo>
                  <a:pt x="431688" y="1666128"/>
                  <a:pt x="431048" y="1668048"/>
                  <a:pt x="430134" y="1669786"/>
                </a:cubicBezTo>
                <a:cubicBezTo>
                  <a:pt x="429128" y="1671523"/>
                  <a:pt x="427848" y="1672986"/>
                  <a:pt x="426385" y="1674175"/>
                </a:cubicBezTo>
                <a:cubicBezTo>
                  <a:pt x="424830" y="1675455"/>
                  <a:pt x="423093" y="1676370"/>
                  <a:pt x="421173" y="1676918"/>
                </a:cubicBezTo>
                <a:cubicBezTo>
                  <a:pt x="419252" y="1677467"/>
                  <a:pt x="417332" y="1677650"/>
                  <a:pt x="415320" y="1677375"/>
                </a:cubicBezTo>
                <a:cubicBezTo>
                  <a:pt x="413400" y="1677192"/>
                  <a:pt x="411480" y="1676552"/>
                  <a:pt x="409743" y="1675638"/>
                </a:cubicBezTo>
                <a:cubicBezTo>
                  <a:pt x="408005" y="1674724"/>
                  <a:pt x="406542" y="1673443"/>
                  <a:pt x="405354" y="1671889"/>
                </a:cubicBezTo>
                <a:lnTo>
                  <a:pt x="374172" y="1633027"/>
                </a:lnTo>
                <a:cubicBezTo>
                  <a:pt x="372892" y="1631472"/>
                  <a:pt x="371978" y="1629735"/>
                  <a:pt x="371429" y="1627815"/>
                </a:cubicBezTo>
                <a:cubicBezTo>
                  <a:pt x="370881" y="1625895"/>
                  <a:pt x="370789" y="1623974"/>
                  <a:pt x="370972" y="1621963"/>
                </a:cubicBezTo>
                <a:cubicBezTo>
                  <a:pt x="371155" y="1620042"/>
                  <a:pt x="371795" y="1618214"/>
                  <a:pt x="372709" y="1616476"/>
                </a:cubicBezTo>
                <a:cubicBezTo>
                  <a:pt x="373715" y="1614739"/>
                  <a:pt x="374904" y="1613184"/>
                  <a:pt x="376458" y="1611996"/>
                </a:cubicBezTo>
                <a:cubicBezTo>
                  <a:pt x="378013" y="1610716"/>
                  <a:pt x="379750" y="1609893"/>
                  <a:pt x="381671" y="1609344"/>
                </a:cubicBezTo>
                <a:cubicBezTo>
                  <a:pt x="383591" y="1608704"/>
                  <a:pt x="385511" y="1608612"/>
                  <a:pt x="387523" y="1608795"/>
                </a:cubicBezTo>
                <a:cubicBezTo>
                  <a:pt x="389443" y="1608978"/>
                  <a:pt x="391272" y="1609618"/>
                  <a:pt x="393101" y="1610533"/>
                </a:cubicBezTo>
                <a:cubicBezTo>
                  <a:pt x="394838" y="1611539"/>
                  <a:pt x="396301" y="1612727"/>
                  <a:pt x="397490" y="1614282"/>
                </a:cubicBezTo>
              </a:path>
              <a:path w="3870381" h="2172432">
                <a:moveTo>
                  <a:pt x="450525" y="1680484"/>
                </a:moveTo>
                <a:lnTo>
                  <a:pt x="481614" y="1719346"/>
                </a:lnTo>
                <a:cubicBezTo>
                  <a:pt x="482895" y="1720901"/>
                  <a:pt x="483809" y="1722638"/>
                  <a:pt x="484358" y="1724558"/>
                </a:cubicBezTo>
                <a:cubicBezTo>
                  <a:pt x="484906" y="1726387"/>
                  <a:pt x="485089" y="1728399"/>
                  <a:pt x="484815" y="1730319"/>
                </a:cubicBezTo>
                <a:cubicBezTo>
                  <a:pt x="484632" y="1732331"/>
                  <a:pt x="483992" y="1734160"/>
                  <a:pt x="483078" y="1735897"/>
                </a:cubicBezTo>
                <a:cubicBezTo>
                  <a:pt x="482072" y="1737634"/>
                  <a:pt x="480883" y="1739097"/>
                  <a:pt x="479328" y="1740378"/>
                </a:cubicBezTo>
                <a:cubicBezTo>
                  <a:pt x="477774" y="1741566"/>
                  <a:pt x="476037" y="1742481"/>
                  <a:pt x="474116" y="1743029"/>
                </a:cubicBezTo>
                <a:cubicBezTo>
                  <a:pt x="472196" y="1743578"/>
                  <a:pt x="470276" y="1743761"/>
                  <a:pt x="468264" y="1743486"/>
                </a:cubicBezTo>
                <a:cubicBezTo>
                  <a:pt x="466344" y="1743304"/>
                  <a:pt x="464515" y="1742755"/>
                  <a:pt x="462778" y="1741749"/>
                </a:cubicBezTo>
                <a:cubicBezTo>
                  <a:pt x="461040" y="1740835"/>
                  <a:pt x="459486" y="1739555"/>
                  <a:pt x="458297" y="1738000"/>
                </a:cubicBezTo>
                <a:lnTo>
                  <a:pt x="427116" y="1699138"/>
                </a:lnTo>
                <a:cubicBezTo>
                  <a:pt x="425836" y="1697584"/>
                  <a:pt x="425013" y="1695846"/>
                  <a:pt x="424464" y="1693926"/>
                </a:cubicBezTo>
                <a:cubicBezTo>
                  <a:pt x="423916" y="1692006"/>
                  <a:pt x="423733" y="1690086"/>
                  <a:pt x="423916" y="1688165"/>
                </a:cubicBezTo>
                <a:cubicBezTo>
                  <a:pt x="424190" y="1686154"/>
                  <a:pt x="424739" y="1684325"/>
                  <a:pt x="425653" y="1682587"/>
                </a:cubicBezTo>
                <a:cubicBezTo>
                  <a:pt x="426659" y="1680850"/>
                  <a:pt x="427939" y="1679387"/>
                  <a:pt x="429494" y="1678107"/>
                </a:cubicBezTo>
                <a:cubicBezTo>
                  <a:pt x="431048" y="1676827"/>
                  <a:pt x="432694" y="1676004"/>
                  <a:pt x="434614" y="1675455"/>
                </a:cubicBezTo>
                <a:cubicBezTo>
                  <a:pt x="436535" y="1674906"/>
                  <a:pt x="438455" y="1674724"/>
                  <a:pt x="440466" y="1674906"/>
                </a:cubicBezTo>
                <a:cubicBezTo>
                  <a:pt x="442387" y="1675181"/>
                  <a:pt x="444307" y="1675729"/>
                  <a:pt x="446044" y="1676644"/>
                </a:cubicBezTo>
                <a:cubicBezTo>
                  <a:pt x="447782" y="1677650"/>
                  <a:pt x="449245" y="1678930"/>
                  <a:pt x="450525" y="1680484"/>
                </a:cubicBezTo>
              </a:path>
              <a:path w="3870381" h="2172432">
                <a:moveTo>
                  <a:pt x="503469" y="1746595"/>
                </a:moveTo>
                <a:lnTo>
                  <a:pt x="534650" y="1785457"/>
                </a:lnTo>
                <a:cubicBezTo>
                  <a:pt x="535838" y="1787012"/>
                  <a:pt x="536753" y="1788749"/>
                  <a:pt x="537301" y="1790670"/>
                </a:cubicBezTo>
                <a:cubicBezTo>
                  <a:pt x="537850" y="1792590"/>
                  <a:pt x="538033" y="1794510"/>
                  <a:pt x="537759" y="1796430"/>
                </a:cubicBezTo>
                <a:cubicBezTo>
                  <a:pt x="537576" y="1798442"/>
                  <a:pt x="537027" y="1800271"/>
                  <a:pt x="536021" y="1802008"/>
                </a:cubicBezTo>
                <a:cubicBezTo>
                  <a:pt x="535107" y="1803745"/>
                  <a:pt x="533827" y="1805208"/>
                  <a:pt x="532272" y="1806489"/>
                </a:cubicBezTo>
                <a:cubicBezTo>
                  <a:pt x="530718" y="1807677"/>
                  <a:pt x="528980" y="1808592"/>
                  <a:pt x="527060" y="1809140"/>
                </a:cubicBezTo>
                <a:cubicBezTo>
                  <a:pt x="525140" y="1809689"/>
                  <a:pt x="523220" y="1809872"/>
                  <a:pt x="521299" y="1809689"/>
                </a:cubicBezTo>
                <a:cubicBezTo>
                  <a:pt x="519288" y="1809415"/>
                  <a:pt x="517459" y="1808866"/>
                  <a:pt x="515722" y="1807860"/>
                </a:cubicBezTo>
                <a:cubicBezTo>
                  <a:pt x="513984" y="1806946"/>
                  <a:pt x="512521" y="1805666"/>
                  <a:pt x="511241" y="1804111"/>
                </a:cubicBezTo>
                <a:lnTo>
                  <a:pt x="480060" y="1765249"/>
                </a:lnTo>
                <a:cubicBezTo>
                  <a:pt x="478871" y="1763695"/>
                  <a:pt x="477957" y="1761957"/>
                  <a:pt x="477408" y="1760037"/>
                </a:cubicBezTo>
                <a:cubicBezTo>
                  <a:pt x="476860" y="1758117"/>
                  <a:pt x="476677" y="1756197"/>
                  <a:pt x="476860" y="1754276"/>
                </a:cubicBezTo>
                <a:cubicBezTo>
                  <a:pt x="477134" y="1752265"/>
                  <a:pt x="477683" y="1750436"/>
                  <a:pt x="478688" y="1748699"/>
                </a:cubicBezTo>
                <a:cubicBezTo>
                  <a:pt x="479603" y="1746961"/>
                  <a:pt x="480883" y="1745498"/>
                  <a:pt x="482437" y="1744218"/>
                </a:cubicBezTo>
                <a:cubicBezTo>
                  <a:pt x="483992" y="1743029"/>
                  <a:pt x="485729" y="1742115"/>
                  <a:pt x="487558" y="1741566"/>
                </a:cubicBezTo>
                <a:cubicBezTo>
                  <a:pt x="489478" y="1741018"/>
                  <a:pt x="491490" y="1740835"/>
                  <a:pt x="493410" y="1741018"/>
                </a:cubicBezTo>
                <a:cubicBezTo>
                  <a:pt x="495422" y="1741292"/>
                  <a:pt x="497251" y="1741841"/>
                  <a:pt x="498988" y="1742846"/>
                </a:cubicBezTo>
                <a:cubicBezTo>
                  <a:pt x="500725" y="1743761"/>
                  <a:pt x="502188" y="1745041"/>
                  <a:pt x="503469" y="1746595"/>
                </a:cubicBezTo>
              </a:path>
              <a:path w="3870381" h="2172432">
                <a:moveTo>
                  <a:pt x="556412" y="1812707"/>
                </a:moveTo>
                <a:lnTo>
                  <a:pt x="587593" y="1851569"/>
                </a:lnTo>
                <a:cubicBezTo>
                  <a:pt x="588782" y="1853123"/>
                  <a:pt x="589697" y="1854860"/>
                  <a:pt x="590245" y="1856781"/>
                </a:cubicBezTo>
                <a:cubicBezTo>
                  <a:pt x="590794" y="1858701"/>
                  <a:pt x="590977" y="1860621"/>
                  <a:pt x="590794" y="1862541"/>
                </a:cubicBezTo>
                <a:cubicBezTo>
                  <a:pt x="590520" y="1864553"/>
                  <a:pt x="589971" y="1866382"/>
                  <a:pt x="588965" y="1868119"/>
                </a:cubicBezTo>
                <a:cubicBezTo>
                  <a:pt x="588051" y="1869857"/>
                  <a:pt x="586770" y="1871320"/>
                  <a:pt x="585216" y="1872600"/>
                </a:cubicBezTo>
                <a:cubicBezTo>
                  <a:pt x="583662" y="1873880"/>
                  <a:pt x="581924" y="1874703"/>
                  <a:pt x="580095" y="1875252"/>
                </a:cubicBezTo>
                <a:cubicBezTo>
                  <a:pt x="578175" y="1875800"/>
                  <a:pt x="576163" y="1875983"/>
                  <a:pt x="574243" y="1875800"/>
                </a:cubicBezTo>
                <a:cubicBezTo>
                  <a:pt x="572232" y="1875526"/>
                  <a:pt x="570403" y="1874977"/>
                  <a:pt x="568665" y="1874063"/>
                </a:cubicBezTo>
                <a:cubicBezTo>
                  <a:pt x="566928" y="1873057"/>
                  <a:pt x="565465" y="1871777"/>
                  <a:pt x="564185" y="1870222"/>
                </a:cubicBezTo>
                <a:lnTo>
                  <a:pt x="533004" y="1831360"/>
                </a:lnTo>
                <a:cubicBezTo>
                  <a:pt x="531815" y="1829806"/>
                  <a:pt x="530901" y="1828068"/>
                  <a:pt x="530352" y="1826148"/>
                </a:cubicBezTo>
                <a:cubicBezTo>
                  <a:pt x="529803" y="1824319"/>
                  <a:pt x="529620" y="1822308"/>
                  <a:pt x="529895" y="1820388"/>
                </a:cubicBezTo>
                <a:cubicBezTo>
                  <a:pt x="530078" y="1818376"/>
                  <a:pt x="530626" y="1816547"/>
                  <a:pt x="531632" y="1814810"/>
                </a:cubicBezTo>
                <a:cubicBezTo>
                  <a:pt x="532547" y="1813072"/>
                  <a:pt x="533827" y="1811609"/>
                  <a:pt x="535381" y="1810329"/>
                </a:cubicBezTo>
                <a:cubicBezTo>
                  <a:pt x="536936" y="1809140"/>
                  <a:pt x="538673" y="1808226"/>
                  <a:pt x="540593" y="1807677"/>
                </a:cubicBezTo>
                <a:cubicBezTo>
                  <a:pt x="542514" y="1807129"/>
                  <a:pt x="544434" y="1806946"/>
                  <a:pt x="546354" y="1807220"/>
                </a:cubicBezTo>
                <a:cubicBezTo>
                  <a:pt x="548366" y="1807403"/>
                  <a:pt x="550194" y="1807952"/>
                  <a:pt x="551932" y="1808958"/>
                </a:cubicBezTo>
                <a:cubicBezTo>
                  <a:pt x="553669" y="1809872"/>
                  <a:pt x="555132" y="1811152"/>
                  <a:pt x="556412" y="1812707"/>
                </a:cubicBezTo>
              </a:path>
              <a:path w="3870381" h="2172432">
                <a:moveTo>
                  <a:pt x="609356" y="1878818"/>
                </a:moveTo>
                <a:lnTo>
                  <a:pt x="640537" y="1917680"/>
                </a:lnTo>
                <a:cubicBezTo>
                  <a:pt x="641817" y="1919234"/>
                  <a:pt x="642640" y="1920972"/>
                  <a:pt x="643189" y="1922892"/>
                </a:cubicBezTo>
                <a:cubicBezTo>
                  <a:pt x="643738" y="1924812"/>
                  <a:pt x="643920" y="1926732"/>
                  <a:pt x="643738" y="1928744"/>
                </a:cubicBezTo>
                <a:cubicBezTo>
                  <a:pt x="643463" y="1930664"/>
                  <a:pt x="642915" y="1932493"/>
                  <a:pt x="642000" y="1934230"/>
                </a:cubicBezTo>
                <a:cubicBezTo>
                  <a:pt x="640994" y="1935968"/>
                  <a:pt x="639714" y="1937522"/>
                  <a:pt x="638160" y="1938711"/>
                </a:cubicBezTo>
                <a:cubicBezTo>
                  <a:pt x="636605" y="1939991"/>
                  <a:pt x="634959" y="1940814"/>
                  <a:pt x="633039" y="1941363"/>
                </a:cubicBezTo>
                <a:cubicBezTo>
                  <a:pt x="631119" y="1942003"/>
                  <a:pt x="629199" y="1942094"/>
                  <a:pt x="627187" y="1941911"/>
                </a:cubicBezTo>
                <a:cubicBezTo>
                  <a:pt x="625267" y="1941728"/>
                  <a:pt x="623346" y="1941088"/>
                  <a:pt x="621609" y="1940174"/>
                </a:cubicBezTo>
                <a:cubicBezTo>
                  <a:pt x="619872" y="1939168"/>
                  <a:pt x="618409" y="1937979"/>
                  <a:pt x="617129" y="1936425"/>
                </a:cubicBezTo>
                <a:lnTo>
                  <a:pt x="586039" y="1897471"/>
                </a:lnTo>
                <a:cubicBezTo>
                  <a:pt x="584759" y="1895917"/>
                  <a:pt x="583844" y="1894180"/>
                  <a:pt x="583296" y="1892351"/>
                </a:cubicBezTo>
                <a:cubicBezTo>
                  <a:pt x="582747" y="1890431"/>
                  <a:pt x="582564" y="1888510"/>
                  <a:pt x="582839" y="1886499"/>
                </a:cubicBezTo>
                <a:cubicBezTo>
                  <a:pt x="583021" y="1884578"/>
                  <a:pt x="583662" y="1882658"/>
                  <a:pt x="584576" y="1880921"/>
                </a:cubicBezTo>
                <a:cubicBezTo>
                  <a:pt x="585582" y="1879183"/>
                  <a:pt x="586770" y="1877720"/>
                  <a:pt x="588325" y="1876532"/>
                </a:cubicBezTo>
                <a:cubicBezTo>
                  <a:pt x="589879" y="1875252"/>
                  <a:pt x="591617" y="1874337"/>
                  <a:pt x="593537" y="1873788"/>
                </a:cubicBezTo>
                <a:cubicBezTo>
                  <a:pt x="595457" y="1873240"/>
                  <a:pt x="597378" y="1873057"/>
                  <a:pt x="599389" y="1873331"/>
                </a:cubicBezTo>
                <a:cubicBezTo>
                  <a:pt x="601309" y="1873514"/>
                  <a:pt x="603138" y="1874154"/>
                  <a:pt x="604876" y="1875069"/>
                </a:cubicBezTo>
                <a:cubicBezTo>
                  <a:pt x="606613" y="1875983"/>
                  <a:pt x="608167" y="1877263"/>
                  <a:pt x="609356" y="1878818"/>
                </a:cubicBezTo>
              </a:path>
              <a:path w="3870381" h="2172432">
                <a:moveTo>
                  <a:pt x="662300" y="1944929"/>
                </a:moveTo>
                <a:lnTo>
                  <a:pt x="693481" y="1983882"/>
                </a:lnTo>
                <a:cubicBezTo>
                  <a:pt x="694761" y="1985437"/>
                  <a:pt x="695676" y="1987083"/>
                  <a:pt x="696224" y="1989003"/>
                </a:cubicBezTo>
                <a:cubicBezTo>
                  <a:pt x="696773" y="1990923"/>
                  <a:pt x="696864" y="1992843"/>
                  <a:pt x="696681" y="1994855"/>
                </a:cubicBezTo>
                <a:cubicBezTo>
                  <a:pt x="696498" y="1996775"/>
                  <a:pt x="695858" y="1998696"/>
                  <a:pt x="694944" y="2000433"/>
                </a:cubicBezTo>
                <a:cubicBezTo>
                  <a:pt x="693938" y="2002079"/>
                  <a:pt x="692749" y="2003633"/>
                  <a:pt x="691195" y="2004822"/>
                </a:cubicBezTo>
                <a:cubicBezTo>
                  <a:pt x="689640" y="2006102"/>
                  <a:pt x="687903" y="2007017"/>
                  <a:pt x="685983" y="2007565"/>
                </a:cubicBezTo>
                <a:cubicBezTo>
                  <a:pt x="684063" y="2008114"/>
                  <a:pt x="682142" y="2008297"/>
                  <a:pt x="680131" y="2008022"/>
                </a:cubicBezTo>
                <a:cubicBezTo>
                  <a:pt x="678210" y="2007840"/>
                  <a:pt x="676290" y="2007199"/>
                  <a:pt x="674553" y="2006285"/>
                </a:cubicBezTo>
                <a:cubicBezTo>
                  <a:pt x="672816" y="2005279"/>
                  <a:pt x="671352" y="2004090"/>
                  <a:pt x="670164" y="2002536"/>
                </a:cubicBezTo>
                <a:lnTo>
                  <a:pt x="638983" y="1963583"/>
                </a:lnTo>
                <a:cubicBezTo>
                  <a:pt x="637703" y="1962028"/>
                  <a:pt x="636880" y="1960382"/>
                  <a:pt x="636331" y="1958462"/>
                </a:cubicBezTo>
                <a:cubicBezTo>
                  <a:pt x="635691" y="1956542"/>
                  <a:pt x="635599" y="1954621"/>
                  <a:pt x="635782" y="1952610"/>
                </a:cubicBezTo>
                <a:cubicBezTo>
                  <a:pt x="635965" y="1950690"/>
                  <a:pt x="636605" y="1948769"/>
                  <a:pt x="637520" y="1947032"/>
                </a:cubicBezTo>
                <a:cubicBezTo>
                  <a:pt x="638526" y="1945295"/>
                  <a:pt x="639806" y="1943832"/>
                  <a:pt x="641269" y="1942643"/>
                </a:cubicBezTo>
                <a:cubicBezTo>
                  <a:pt x="642823" y="1941363"/>
                  <a:pt x="644561" y="1940448"/>
                  <a:pt x="646481" y="1939900"/>
                </a:cubicBezTo>
                <a:cubicBezTo>
                  <a:pt x="648401" y="1939351"/>
                  <a:pt x="650321" y="1939168"/>
                  <a:pt x="652333" y="1939442"/>
                </a:cubicBezTo>
                <a:cubicBezTo>
                  <a:pt x="654253" y="1939625"/>
                  <a:pt x="656173" y="1940265"/>
                  <a:pt x="657911" y="1941180"/>
                </a:cubicBezTo>
                <a:cubicBezTo>
                  <a:pt x="659648" y="1942186"/>
                  <a:pt x="661111" y="1943374"/>
                  <a:pt x="662300" y="1944929"/>
                </a:cubicBezTo>
              </a:path>
              <a:path w="3870381" h="2172432">
                <a:moveTo>
                  <a:pt x="715335" y="2011040"/>
                </a:moveTo>
                <a:lnTo>
                  <a:pt x="746425" y="2049993"/>
                </a:lnTo>
                <a:cubicBezTo>
                  <a:pt x="747705" y="2051548"/>
                  <a:pt x="748619" y="2053285"/>
                  <a:pt x="749168" y="2055114"/>
                </a:cubicBezTo>
                <a:cubicBezTo>
                  <a:pt x="749717" y="2057034"/>
                  <a:pt x="749899" y="2058954"/>
                  <a:pt x="749625" y="2060966"/>
                </a:cubicBezTo>
                <a:cubicBezTo>
                  <a:pt x="749442" y="2062886"/>
                  <a:pt x="748802" y="2064807"/>
                  <a:pt x="747888" y="2066544"/>
                </a:cubicBezTo>
                <a:cubicBezTo>
                  <a:pt x="746882" y="2068281"/>
                  <a:pt x="745693" y="2069744"/>
                  <a:pt x="744139" y="2070933"/>
                </a:cubicBezTo>
                <a:cubicBezTo>
                  <a:pt x="742584" y="2072213"/>
                  <a:pt x="740847" y="2073128"/>
                  <a:pt x="738927" y="2073676"/>
                </a:cubicBezTo>
                <a:cubicBezTo>
                  <a:pt x="737006" y="2074225"/>
                  <a:pt x="735086" y="2074408"/>
                  <a:pt x="733166" y="2074134"/>
                </a:cubicBezTo>
                <a:cubicBezTo>
                  <a:pt x="731154" y="2073951"/>
                  <a:pt x="729325" y="2073311"/>
                  <a:pt x="727588" y="2072396"/>
                </a:cubicBezTo>
                <a:cubicBezTo>
                  <a:pt x="725851" y="2071482"/>
                  <a:pt x="724296" y="2070202"/>
                  <a:pt x="723108" y="2068647"/>
                </a:cubicBezTo>
                <a:lnTo>
                  <a:pt x="691926" y="2029785"/>
                </a:lnTo>
                <a:cubicBezTo>
                  <a:pt x="690738" y="2028231"/>
                  <a:pt x="689823" y="2026493"/>
                  <a:pt x="689275" y="2024573"/>
                </a:cubicBezTo>
                <a:cubicBezTo>
                  <a:pt x="688726" y="2022653"/>
                  <a:pt x="688543" y="2020733"/>
                  <a:pt x="688726" y="2018721"/>
                </a:cubicBezTo>
                <a:cubicBezTo>
                  <a:pt x="689000" y="2016801"/>
                  <a:pt x="689549" y="2014972"/>
                  <a:pt x="690555" y="2013234"/>
                </a:cubicBezTo>
                <a:cubicBezTo>
                  <a:pt x="691469" y="2011497"/>
                  <a:pt x="692749" y="2009943"/>
                  <a:pt x="694304" y="2008754"/>
                </a:cubicBezTo>
                <a:cubicBezTo>
                  <a:pt x="695858" y="2007474"/>
                  <a:pt x="697596" y="2006651"/>
                  <a:pt x="699425" y="2006011"/>
                </a:cubicBezTo>
                <a:cubicBezTo>
                  <a:pt x="701345" y="2005462"/>
                  <a:pt x="703265" y="2005371"/>
                  <a:pt x="705277" y="2005554"/>
                </a:cubicBezTo>
                <a:cubicBezTo>
                  <a:pt x="707288" y="2005736"/>
                  <a:pt x="709117" y="2006376"/>
                  <a:pt x="710855" y="2007291"/>
                </a:cubicBezTo>
                <a:cubicBezTo>
                  <a:pt x="712592" y="2008297"/>
                  <a:pt x="714055" y="2009485"/>
                  <a:pt x="715335" y="2011040"/>
                </a:cubicBezTo>
              </a:path>
              <a:path w="3870381" h="2172432">
                <a:moveTo>
                  <a:pt x="768279" y="2077242"/>
                </a:moveTo>
                <a:lnTo>
                  <a:pt x="799460" y="2116104"/>
                </a:lnTo>
                <a:cubicBezTo>
                  <a:pt x="800649" y="2117659"/>
                  <a:pt x="801563" y="2119396"/>
                  <a:pt x="802112" y="2121317"/>
                </a:cubicBezTo>
                <a:cubicBezTo>
                  <a:pt x="802660" y="2123145"/>
                  <a:pt x="802843" y="2125157"/>
                  <a:pt x="802569" y="2127077"/>
                </a:cubicBezTo>
                <a:cubicBezTo>
                  <a:pt x="802386" y="2129089"/>
                  <a:pt x="801837" y="2130918"/>
                  <a:pt x="800832" y="2132655"/>
                </a:cubicBezTo>
                <a:cubicBezTo>
                  <a:pt x="799917" y="2134392"/>
                  <a:pt x="798637" y="2135856"/>
                  <a:pt x="797082" y="2137136"/>
                </a:cubicBezTo>
                <a:cubicBezTo>
                  <a:pt x="795528" y="2138324"/>
                  <a:pt x="793791" y="2139239"/>
                  <a:pt x="791870" y="2139787"/>
                </a:cubicBezTo>
                <a:cubicBezTo>
                  <a:pt x="790042" y="2140336"/>
                  <a:pt x="788030" y="2140519"/>
                  <a:pt x="786110" y="2140245"/>
                </a:cubicBezTo>
                <a:cubicBezTo>
                  <a:pt x="784098" y="2140062"/>
                  <a:pt x="782269" y="2139513"/>
                  <a:pt x="780532" y="2138507"/>
                </a:cubicBezTo>
                <a:cubicBezTo>
                  <a:pt x="778794" y="2137593"/>
                  <a:pt x="777331" y="2136313"/>
                  <a:pt x="776051" y="2134758"/>
                </a:cubicBezTo>
                <a:lnTo>
                  <a:pt x="744870" y="2095896"/>
                </a:lnTo>
                <a:cubicBezTo>
                  <a:pt x="743682" y="2094342"/>
                  <a:pt x="742767" y="2092604"/>
                  <a:pt x="742218" y="2090684"/>
                </a:cubicBezTo>
                <a:cubicBezTo>
                  <a:pt x="741670" y="2088764"/>
                  <a:pt x="741487" y="2086844"/>
                  <a:pt x="741761" y="2084923"/>
                </a:cubicBezTo>
                <a:cubicBezTo>
                  <a:pt x="741944" y="2082912"/>
                  <a:pt x="742493" y="2081083"/>
                  <a:pt x="743499" y="2079346"/>
                </a:cubicBezTo>
                <a:cubicBezTo>
                  <a:pt x="744413" y="2077608"/>
                  <a:pt x="745693" y="2076145"/>
                  <a:pt x="747248" y="2074865"/>
                </a:cubicBezTo>
                <a:cubicBezTo>
                  <a:pt x="748802" y="2073585"/>
                  <a:pt x="750540" y="2072762"/>
                  <a:pt x="752460" y="2072213"/>
                </a:cubicBezTo>
                <a:cubicBezTo>
                  <a:pt x="754289" y="2071665"/>
                  <a:pt x="756300" y="2071482"/>
                  <a:pt x="758220" y="2071665"/>
                </a:cubicBezTo>
                <a:cubicBezTo>
                  <a:pt x="760232" y="2071939"/>
                  <a:pt x="762061" y="2072488"/>
                  <a:pt x="763798" y="2073402"/>
                </a:cubicBezTo>
                <a:cubicBezTo>
                  <a:pt x="765536" y="2074408"/>
                  <a:pt x="766999" y="2075688"/>
                  <a:pt x="768279" y="2077242"/>
                </a:cubicBezTo>
              </a:path>
              <a:path w="3870381" h="2172432">
                <a:moveTo>
                  <a:pt x="821223" y="2143354"/>
                </a:moveTo>
                <a:lnTo>
                  <a:pt x="824697" y="2147743"/>
                </a:lnTo>
                <a:lnTo>
                  <a:pt x="813084" y="2157070"/>
                </a:lnTo>
                <a:lnTo>
                  <a:pt x="805586" y="2144085"/>
                </a:lnTo>
                <a:lnTo>
                  <a:pt x="843900" y="2121957"/>
                </a:lnTo>
                <a:cubicBezTo>
                  <a:pt x="845546" y="2120951"/>
                  <a:pt x="847466" y="2120311"/>
                  <a:pt x="849386" y="2120036"/>
                </a:cubicBezTo>
                <a:cubicBezTo>
                  <a:pt x="851398" y="2119854"/>
                  <a:pt x="853318" y="2119945"/>
                  <a:pt x="855238" y="2120402"/>
                </a:cubicBezTo>
                <a:cubicBezTo>
                  <a:pt x="857159" y="2120951"/>
                  <a:pt x="858896" y="2121774"/>
                  <a:pt x="860450" y="2123054"/>
                </a:cubicBezTo>
                <a:cubicBezTo>
                  <a:pt x="862005" y="2124243"/>
                  <a:pt x="863285" y="2125706"/>
                  <a:pt x="864291" y="2127443"/>
                </a:cubicBezTo>
                <a:cubicBezTo>
                  <a:pt x="865297" y="2129089"/>
                  <a:pt x="865937" y="2130918"/>
                  <a:pt x="866211" y="2132929"/>
                </a:cubicBezTo>
                <a:cubicBezTo>
                  <a:pt x="866485" y="2134850"/>
                  <a:pt x="866303" y="2136861"/>
                  <a:pt x="865845" y="2138782"/>
                </a:cubicBezTo>
                <a:cubicBezTo>
                  <a:pt x="865297" y="2140610"/>
                  <a:pt x="864474" y="2142439"/>
                  <a:pt x="863285" y="2143994"/>
                </a:cubicBezTo>
                <a:cubicBezTo>
                  <a:pt x="862005" y="2145548"/>
                  <a:pt x="860542" y="2146828"/>
                  <a:pt x="858896" y="2147834"/>
                </a:cubicBezTo>
                <a:lnTo>
                  <a:pt x="820583" y="2169963"/>
                </a:lnTo>
                <a:cubicBezTo>
                  <a:pt x="817382" y="2171791"/>
                  <a:pt x="813907" y="2172432"/>
                  <a:pt x="810250" y="2171700"/>
                </a:cubicBezTo>
                <a:cubicBezTo>
                  <a:pt x="806684" y="2171060"/>
                  <a:pt x="803666" y="2169231"/>
                  <a:pt x="801380" y="2166396"/>
                </a:cubicBezTo>
                <a:lnTo>
                  <a:pt x="797905" y="2162007"/>
                </a:lnTo>
                <a:cubicBezTo>
                  <a:pt x="796625" y="2160453"/>
                  <a:pt x="795711" y="2158716"/>
                  <a:pt x="795162" y="2156795"/>
                </a:cubicBezTo>
                <a:cubicBezTo>
                  <a:pt x="794614" y="2154875"/>
                  <a:pt x="794431" y="2152955"/>
                  <a:pt x="794705" y="2151035"/>
                </a:cubicBezTo>
                <a:cubicBezTo>
                  <a:pt x="794888" y="2149023"/>
                  <a:pt x="795528" y="2147194"/>
                  <a:pt x="796442" y="2145457"/>
                </a:cubicBezTo>
                <a:cubicBezTo>
                  <a:pt x="797357" y="2143719"/>
                  <a:pt x="798637" y="2142256"/>
                  <a:pt x="800191" y="2140976"/>
                </a:cubicBezTo>
                <a:cubicBezTo>
                  <a:pt x="801746" y="2139787"/>
                  <a:pt x="803483" y="2138873"/>
                  <a:pt x="805404" y="2138324"/>
                </a:cubicBezTo>
                <a:cubicBezTo>
                  <a:pt x="807324" y="2137776"/>
                  <a:pt x="809244" y="2137593"/>
                  <a:pt x="811164" y="2137776"/>
                </a:cubicBezTo>
                <a:cubicBezTo>
                  <a:pt x="813176" y="2138050"/>
                  <a:pt x="815005" y="2138599"/>
                  <a:pt x="816742" y="2139605"/>
                </a:cubicBezTo>
                <a:cubicBezTo>
                  <a:pt x="818479" y="2140519"/>
                  <a:pt x="820034" y="2141799"/>
                  <a:pt x="821223" y="2143354"/>
                </a:cubicBezTo>
              </a:path>
              <a:path w="3870381" h="2172432">
                <a:moveTo>
                  <a:pt x="874075" y="2104492"/>
                </a:moveTo>
                <a:lnTo>
                  <a:pt x="917235" y="2079528"/>
                </a:lnTo>
                <a:cubicBezTo>
                  <a:pt x="918972" y="2078523"/>
                  <a:pt x="920801" y="2077883"/>
                  <a:pt x="922721" y="2077608"/>
                </a:cubicBezTo>
                <a:cubicBezTo>
                  <a:pt x="924733" y="2077425"/>
                  <a:pt x="926653" y="2077517"/>
                  <a:pt x="928573" y="2077974"/>
                </a:cubicBezTo>
                <a:cubicBezTo>
                  <a:pt x="930493" y="2078523"/>
                  <a:pt x="932231" y="2079346"/>
                  <a:pt x="933785" y="2080626"/>
                </a:cubicBezTo>
                <a:cubicBezTo>
                  <a:pt x="935431" y="2081814"/>
                  <a:pt x="936711" y="2083278"/>
                  <a:pt x="937717" y="2085015"/>
                </a:cubicBezTo>
                <a:cubicBezTo>
                  <a:pt x="938723" y="2086661"/>
                  <a:pt x="939272" y="2088490"/>
                  <a:pt x="939546" y="2090501"/>
                </a:cubicBezTo>
                <a:cubicBezTo>
                  <a:pt x="939820" y="2092422"/>
                  <a:pt x="939729" y="2094433"/>
                  <a:pt x="939180" y="2096262"/>
                </a:cubicBezTo>
                <a:cubicBezTo>
                  <a:pt x="938723" y="2098182"/>
                  <a:pt x="937809" y="2100011"/>
                  <a:pt x="936620" y="2101566"/>
                </a:cubicBezTo>
                <a:cubicBezTo>
                  <a:pt x="935431" y="2103120"/>
                  <a:pt x="933968" y="2104400"/>
                  <a:pt x="932231" y="2105406"/>
                </a:cubicBezTo>
                <a:lnTo>
                  <a:pt x="889071" y="2130369"/>
                </a:lnTo>
                <a:cubicBezTo>
                  <a:pt x="887334" y="2131375"/>
                  <a:pt x="885505" y="2131924"/>
                  <a:pt x="883585" y="2132198"/>
                </a:cubicBezTo>
                <a:cubicBezTo>
                  <a:pt x="881573" y="2132472"/>
                  <a:pt x="879653" y="2132381"/>
                  <a:pt x="877733" y="2131832"/>
                </a:cubicBezTo>
                <a:cubicBezTo>
                  <a:pt x="875812" y="2131375"/>
                  <a:pt x="874075" y="2130461"/>
                  <a:pt x="872520" y="2129272"/>
                </a:cubicBezTo>
                <a:cubicBezTo>
                  <a:pt x="870875" y="2128083"/>
                  <a:pt x="869594" y="2126620"/>
                  <a:pt x="868589" y="2124883"/>
                </a:cubicBezTo>
                <a:cubicBezTo>
                  <a:pt x="867674" y="2123145"/>
                  <a:pt x="867034" y="2121317"/>
                  <a:pt x="866760" y="2119396"/>
                </a:cubicBezTo>
                <a:cubicBezTo>
                  <a:pt x="866485" y="2117385"/>
                  <a:pt x="866577" y="2115464"/>
                  <a:pt x="867126" y="2113544"/>
                </a:cubicBezTo>
                <a:cubicBezTo>
                  <a:pt x="867674" y="2111624"/>
                  <a:pt x="868497" y="2109887"/>
                  <a:pt x="869686" y="2108332"/>
                </a:cubicBezTo>
                <a:cubicBezTo>
                  <a:pt x="870875" y="2106778"/>
                  <a:pt x="872338" y="2105497"/>
                  <a:pt x="874075" y="2104492"/>
                </a:cubicBezTo>
              </a:path>
              <a:path w="3870381" h="2172432">
                <a:moveTo>
                  <a:pt x="947410" y="2062063"/>
                </a:moveTo>
                <a:lnTo>
                  <a:pt x="990570" y="2037100"/>
                </a:lnTo>
                <a:cubicBezTo>
                  <a:pt x="992307" y="2036094"/>
                  <a:pt x="994136" y="2035454"/>
                  <a:pt x="996147" y="2035180"/>
                </a:cubicBezTo>
                <a:cubicBezTo>
                  <a:pt x="998068" y="2034997"/>
                  <a:pt x="1000079" y="2035089"/>
                  <a:pt x="1002000" y="2035546"/>
                </a:cubicBezTo>
                <a:cubicBezTo>
                  <a:pt x="1003920" y="2036094"/>
                  <a:pt x="1005657" y="2036917"/>
                  <a:pt x="1007212" y="2038198"/>
                </a:cubicBezTo>
                <a:cubicBezTo>
                  <a:pt x="1008766" y="2039386"/>
                  <a:pt x="1010046" y="2040849"/>
                  <a:pt x="1011052" y="2042495"/>
                </a:cubicBezTo>
                <a:cubicBezTo>
                  <a:pt x="1012058" y="2044233"/>
                  <a:pt x="1012698" y="2046061"/>
                  <a:pt x="1012972" y="2048073"/>
                </a:cubicBezTo>
                <a:cubicBezTo>
                  <a:pt x="1013247" y="2049993"/>
                  <a:pt x="1013064" y="2052005"/>
                  <a:pt x="1012607" y="2053834"/>
                </a:cubicBezTo>
                <a:cubicBezTo>
                  <a:pt x="1012058" y="2055754"/>
                  <a:pt x="1011235" y="2057491"/>
                  <a:pt x="1009955" y="2059137"/>
                </a:cubicBezTo>
                <a:cubicBezTo>
                  <a:pt x="1008766" y="2060692"/>
                  <a:pt x="1007303" y="2061972"/>
                  <a:pt x="1005566" y="2062978"/>
                </a:cubicBezTo>
                <a:lnTo>
                  <a:pt x="962406" y="2087941"/>
                </a:lnTo>
                <a:cubicBezTo>
                  <a:pt x="960760" y="2088947"/>
                  <a:pt x="958931" y="2089495"/>
                  <a:pt x="956920" y="2089770"/>
                </a:cubicBezTo>
                <a:cubicBezTo>
                  <a:pt x="954908" y="2090044"/>
                  <a:pt x="952988" y="2089953"/>
                  <a:pt x="951067" y="2089404"/>
                </a:cubicBezTo>
                <a:cubicBezTo>
                  <a:pt x="949147" y="2088947"/>
                  <a:pt x="947410" y="2088032"/>
                  <a:pt x="945855" y="2086844"/>
                </a:cubicBezTo>
                <a:cubicBezTo>
                  <a:pt x="944301" y="2085655"/>
                  <a:pt x="943021" y="2084192"/>
                  <a:pt x="942015" y="2082455"/>
                </a:cubicBezTo>
                <a:cubicBezTo>
                  <a:pt x="941009" y="2080717"/>
                  <a:pt x="940369" y="2078888"/>
                  <a:pt x="940095" y="2076968"/>
                </a:cubicBezTo>
                <a:cubicBezTo>
                  <a:pt x="939820" y="2074956"/>
                  <a:pt x="940003" y="2073036"/>
                  <a:pt x="940460" y="2071116"/>
                </a:cubicBezTo>
                <a:cubicBezTo>
                  <a:pt x="941009" y="2069196"/>
                  <a:pt x="941832" y="2067458"/>
                  <a:pt x="943112" y="2065904"/>
                </a:cubicBezTo>
                <a:cubicBezTo>
                  <a:pt x="944301" y="2064349"/>
                  <a:pt x="945764" y="2063069"/>
                  <a:pt x="947410" y="2062063"/>
                </a:cubicBezTo>
              </a:path>
              <a:path w="3870381" h="2172432">
                <a:moveTo>
                  <a:pt x="1020836" y="2019635"/>
                </a:moveTo>
                <a:lnTo>
                  <a:pt x="1063996" y="1994672"/>
                </a:lnTo>
                <a:cubicBezTo>
                  <a:pt x="1065733" y="1993666"/>
                  <a:pt x="1067562" y="1993026"/>
                  <a:pt x="1069482" y="1992752"/>
                </a:cubicBezTo>
                <a:cubicBezTo>
                  <a:pt x="1071494" y="1992569"/>
                  <a:pt x="1073414" y="1992660"/>
                  <a:pt x="1075334" y="1993118"/>
                </a:cubicBezTo>
                <a:cubicBezTo>
                  <a:pt x="1077255" y="1993666"/>
                  <a:pt x="1078992" y="1994489"/>
                  <a:pt x="1080546" y="1995769"/>
                </a:cubicBezTo>
                <a:cubicBezTo>
                  <a:pt x="1082192" y="1996958"/>
                  <a:pt x="1083473" y="1998421"/>
                  <a:pt x="1084478" y="2000067"/>
                </a:cubicBezTo>
                <a:cubicBezTo>
                  <a:pt x="1085393" y="2001804"/>
                  <a:pt x="1086033" y="2003633"/>
                  <a:pt x="1086307" y="2005645"/>
                </a:cubicBezTo>
                <a:cubicBezTo>
                  <a:pt x="1086582" y="2007565"/>
                  <a:pt x="1086490" y="2009577"/>
                  <a:pt x="1085941" y="2011406"/>
                </a:cubicBezTo>
                <a:cubicBezTo>
                  <a:pt x="1085393" y="2013326"/>
                  <a:pt x="1084570" y="2015063"/>
                  <a:pt x="1083381" y="2016709"/>
                </a:cubicBezTo>
                <a:cubicBezTo>
                  <a:pt x="1082192" y="2018264"/>
                  <a:pt x="1080729" y="2019544"/>
                  <a:pt x="1078992" y="2020550"/>
                </a:cubicBezTo>
                <a:lnTo>
                  <a:pt x="1035832" y="2045513"/>
                </a:lnTo>
                <a:cubicBezTo>
                  <a:pt x="1034095" y="2046519"/>
                  <a:pt x="1032266" y="2047067"/>
                  <a:pt x="1030254" y="2047342"/>
                </a:cubicBezTo>
                <a:cubicBezTo>
                  <a:pt x="1028334" y="2047616"/>
                  <a:pt x="1026414" y="2047524"/>
                  <a:pt x="1024494" y="2046976"/>
                </a:cubicBezTo>
                <a:cubicBezTo>
                  <a:pt x="1022574" y="2046519"/>
                  <a:pt x="1020836" y="2045604"/>
                  <a:pt x="1019190" y="2044416"/>
                </a:cubicBezTo>
                <a:cubicBezTo>
                  <a:pt x="1017636" y="2043227"/>
                  <a:pt x="1016356" y="2041764"/>
                  <a:pt x="1015350" y="2040026"/>
                </a:cubicBezTo>
                <a:cubicBezTo>
                  <a:pt x="1014344" y="2038289"/>
                  <a:pt x="1013795" y="2036460"/>
                  <a:pt x="1013521" y="2034540"/>
                </a:cubicBezTo>
                <a:cubicBezTo>
                  <a:pt x="1013247" y="2032528"/>
                  <a:pt x="1013338" y="2030608"/>
                  <a:pt x="1013887" y="2028688"/>
                </a:cubicBezTo>
                <a:cubicBezTo>
                  <a:pt x="1014344" y="2026768"/>
                  <a:pt x="1015258" y="2025030"/>
                  <a:pt x="1016447" y="2023476"/>
                </a:cubicBezTo>
                <a:cubicBezTo>
                  <a:pt x="1017636" y="2021921"/>
                  <a:pt x="1019099" y="2020641"/>
                  <a:pt x="1020836" y="2019635"/>
                </a:cubicBezTo>
              </a:path>
              <a:path w="3870381" h="2172432">
                <a:moveTo>
                  <a:pt x="1094171" y="1977207"/>
                </a:moveTo>
                <a:lnTo>
                  <a:pt x="1137331" y="1952244"/>
                </a:lnTo>
                <a:cubicBezTo>
                  <a:pt x="1139068" y="1951238"/>
                  <a:pt x="1140897" y="1950598"/>
                  <a:pt x="1142909" y="1950324"/>
                </a:cubicBezTo>
                <a:cubicBezTo>
                  <a:pt x="1144829" y="1950049"/>
                  <a:pt x="1146840" y="1950232"/>
                  <a:pt x="1148669" y="1950690"/>
                </a:cubicBezTo>
                <a:cubicBezTo>
                  <a:pt x="1150590" y="1951238"/>
                  <a:pt x="1152418" y="1952061"/>
                  <a:pt x="1153973" y="1953341"/>
                </a:cubicBezTo>
                <a:cubicBezTo>
                  <a:pt x="1155527" y="1954530"/>
                  <a:pt x="1156807" y="1955993"/>
                  <a:pt x="1157813" y="1957639"/>
                </a:cubicBezTo>
                <a:cubicBezTo>
                  <a:pt x="1158819" y="1959376"/>
                  <a:pt x="1159459" y="1961205"/>
                  <a:pt x="1159734" y="1963217"/>
                </a:cubicBezTo>
                <a:cubicBezTo>
                  <a:pt x="1159916" y="1965137"/>
                  <a:pt x="1159825" y="1967149"/>
                  <a:pt x="1159276" y="1968978"/>
                </a:cubicBezTo>
                <a:cubicBezTo>
                  <a:pt x="1158819" y="1970898"/>
                  <a:pt x="1157905" y="1972635"/>
                  <a:pt x="1156716" y="1974281"/>
                </a:cubicBezTo>
                <a:cubicBezTo>
                  <a:pt x="1155527" y="1975836"/>
                  <a:pt x="1154064" y="1977116"/>
                  <a:pt x="1152327" y="1978122"/>
                </a:cubicBezTo>
                <a:lnTo>
                  <a:pt x="1109167" y="2003085"/>
                </a:lnTo>
                <a:cubicBezTo>
                  <a:pt x="1107521" y="2004090"/>
                  <a:pt x="1105601" y="2004639"/>
                  <a:pt x="1103681" y="2004913"/>
                </a:cubicBezTo>
                <a:cubicBezTo>
                  <a:pt x="1101669" y="2005188"/>
                  <a:pt x="1099749" y="2005096"/>
                  <a:pt x="1097829" y="2004548"/>
                </a:cubicBezTo>
                <a:cubicBezTo>
                  <a:pt x="1095908" y="2004090"/>
                  <a:pt x="1094171" y="2003176"/>
                  <a:pt x="1092617" y="2001987"/>
                </a:cubicBezTo>
                <a:cubicBezTo>
                  <a:pt x="1091062" y="2000799"/>
                  <a:pt x="1089782" y="1999336"/>
                  <a:pt x="1088776" y="1997598"/>
                </a:cubicBezTo>
                <a:cubicBezTo>
                  <a:pt x="1087770" y="1995861"/>
                  <a:pt x="1087130" y="1994032"/>
                  <a:pt x="1086856" y="1992112"/>
                </a:cubicBezTo>
                <a:cubicBezTo>
                  <a:pt x="1086582" y="1990100"/>
                  <a:pt x="1086764" y="1988180"/>
                  <a:pt x="1087222" y="1986260"/>
                </a:cubicBezTo>
                <a:cubicBezTo>
                  <a:pt x="1087770" y="1984339"/>
                  <a:pt x="1088593" y="1982602"/>
                  <a:pt x="1089782" y="1981048"/>
                </a:cubicBezTo>
                <a:cubicBezTo>
                  <a:pt x="1091062" y="1979493"/>
                  <a:pt x="1092525" y="1978213"/>
                  <a:pt x="1094171" y="1977207"/>
                </a:cubicBezTo>
              </a:path>
              <a:path w="3870381" h="2172432">
                <a:moveTo>
                  <a:pt x="1167597" y="1934779"/>
                </a:moveTo>
                <a:lnTo>
                  <a:pt x="1210757" y="1909816"/>
                </a:lnTo>
                <a:cubicBezTo>
                  <a:pt x="1212494" y="1908810"/>
                  <a:pt x="1214323" y="1908170"/>
                  <a:pt x="1216243" y="1907896"/>
                </a:cubicBezTo>
                <a:cubicBezTo>
                  <a:pt x="1218255" y="1907621"/>
                  <a:pt x="1220175" y="1907804"/>
                  <a:pt x="1222096" y="1908261"/>
                </a:cubicBezTo>
                <a:cubicBezTo>
                  <a:pt x="1224016" y="1908810"/>
                  <a:pt x="1225753" y="1909633"/>
                  <a:pt x="1227308" y="1910913"/>
                </a:cubicBezTo>
                <a:cubicBezTo>
                  <a:pt x="1228862" y="1912102"/>
                  <a:pt x="1230142" y="1913565"/>
                  <a:pt x="1231148" y="1915211"/>
                </a:cubicBezTo>
                <a:cubicBezTo>
                  <a:pt x="1232154" y="1916948"/>
                  <a:pt x="1232794" y="1918777"/>
                  <a:pt x="1233068" y="1920789"/>
                </a:cubicBezTo>
                <a:cubicBezTo>
                  <a:pt x="1233343" y="1922709"/>
                  <a:pt x="1233160" y="1924721"/>
                  <a:pt x="1232703" y="1926549"/>
                </a:cubicBezTo>
                <a:cubicBezTo>
                  <a:pt x="1232154" y="1928470"/>
                  <a:pt x="1231331" y="1930207"/>
                  <a:pt x="1230142" y="1931853"/>
                </a:cubicBezTo>
                <a:cubicBezTo>
                  <a:pt x="1228954" y="1933407"/>
                  <a:pt x="1227491" y="1934688"/>
                  <a:pt x="1225753" y="1935693"/>
                </a:cubicBezTo>
                <a:lnTo>
                  <a:pt x="1182594" y="1960656"/>
                </a:lnTo>
                <a:cubicBezTo>
                  <a:pt x="1180856" y="1961662"/>
                  <a:pt x="1179027" y="1962211"/>
                  <a:pt x="1177016" y="1962485"/>
                </a:cubicBezTo>
                <a:cubicBezTo>
                  <a:pt x="1175095" y="1962760"/>
                  <a:pt x="1173175" y="1962668"/>
                  <a:pt x="1171255" y="1962120"/>
                </a:cubicBezTo>
                <a:cubicBezTo>
                  <a:pt x="1169335" y="1961662"/>
                  <a:pt x="1167597" y="1960748"/>
                  <a:pt x="1165951" y="1959559"/>
                </a:cubicBezTo>
                <a:cubicBezTo>
                  <a:pt x="1164397" y="1958370"/>
                  <a:pt x="1163117" y="1956907"/>
                  <a:pt x="1162111" y="1955170"/>
                </a:cubicBezTo>
                <a:cubicBezTo>
                  <a:pt x="1161105" y="1953433"/>
                  <a:pt x="1160465" y="1951604"/>
                  <a:pt x="1160282" y="1949684"/>
                </a:cubicBezTo>
                <a:cubicBezTo>
                  <a:pt x="1160008" y="1947672"/>
                  <a:pt x="1160099" y="1945752"/>
                  <a:pt x="1160648" y="1943832"/>
                </a:cubicBezTo>
                <a:cubicBezTo>
                  <a:pt x="1161105" y="1941911"/>
                  <a:pt x="1162020" y="1940174"/>
                  <a:pt x="1163208" y="1938619"/>
                </a:cubicBezTo>
                <a:cubicBezTo>
                  <a:pt x="1164397" y="1937065"/>
                  <a:pt x="1165860" y="1935785"/>
                  <a:pt x="1167597" y="1934779"/>
                </a:cubicBezTo>
              </a:path>
              <a:path w="3870381" h="2172432">
                <a:moveTo>
                  <a:pt x="1240932" y="1892351"/>
                </a:moveTo>
                <a:lnTo>
                  <a:pt x="1284092" y="1867388"/>
                </a:lnTo>
                <a:cubicBezTo>
                  <a:pt x="1285829" y="1866382"/>
                  <a:pt x="1287658" y="1865742"/>
                  <a:pt x="1289670" y="1865467"/>
                </a:cubicBezTo>
                <a:cubicBezTo>
                  <a:pt x="1291590" y="1865193"/>
                  <a:pt x="1293510" y="1865376"/>
                  <a:pt x="1295430" y="1865833"/>
                </a:cubicBezTo>
                <a:cubicBezTo>
                  <a:pt x="1297351" y="1866382"/>
                  <a:pt x="1299088" y="1867205"/>
                  <a:pt x="1300734" y="1868485"/>
                </a:cubicBezTo>
                <a:cubicBezTo>
                  <a:pt x="1302288" y="1869674"/>
                  <a:pt x="1303569" y="1871137"/>
                  <a:pt x="1304574" y="1872783"/>
                </a:cubicBezTo>
                <a:cubicBezTo>
                  <a:pt x="1305580" y="1874520"/>
                  <a:pt x="1306220" y="1876349"/>
                  <a:pt x="1306403" y="1878360"/>
                </a:cubicBezTo>
                <a:cubicBezTo>
                  <a:pt x="1306678" y="1880281"/>
                  <a:pt x="1306586" y="1882292"/>
                  <a:pt x="1306038" y="1884121"/>
                </a:cubicBezTo>
                <a:cubicBezTo>
                  <a:pt x="1305580" y="1886041"/>
                  <a:pt x="1304666" y="1887779"/>
                  <a:pt x="1303477" y="1889425"/>
                </a:cubicBezTo>
                <a:cubicBezTo>
                  <a:pt x="1302288" y="1890979"/>
                  <a:pt x="1300825" y="1892259"/>
                  <a:pt x="1299088" y="1893265"/>
                </a:cubicBezTo>
                <a:lnTo>
                  <a:pt x="1255928" y="1918228"/>
                </a:lnTo>
                <a:cubicBezTo>
                  <a:pt x="1254191" y="1919234"/>
                  <a:pt x="1252362" y="1919783"/>
                  <a:pt x="1250442" y="1920057"/>
                </a:cubicBezTo>
                <a:cubicBezTo>
                  <a:pt x="1248430" y="1920331"/>
                  <a:pt x="1246510" y="1920240"/>
                  <a:pt x="1244590" y="1919691"/>
                </a:cubicBezTo>
                <a:cubicBezTo>
                  <a:pt x="1242670" y="1919234"/>
                  <a:pt x="1240932" y="1918320"/>
                  <a:pt x="1239378" y="1917131"/>
                </a:cubicBezTo>
                <a:cubicBezTo>
                  <a:pt x="1237732" y="1915942"/>
                  <a:pt x="1236452" y="1914479"/>
                  <a:pt x="1235537" y="1912742"/>
                </a:cubicBezTo>
                <a:cubicBezTo>
                  <a:pt x="1234531" y="1911005"/>
                  <a:pt x="1233891" y="1909176"/>
                  <a:pt x="1233617" y="1907256"/>
                </a:cubicBezTo>
                <a:cubicBezTo>
                  <a:pt x="1233343" y="1905244"/>
                  <a:pt x="1233434" y="1903324"/>
                  <a:pt x="1233983" y="1901403"/>
                </a:cubicBezTo>
                <a:cubicBezTo>
                  <a:pt x="1234531" y="1899483"/>
                  <a:pt x="1235354" y="1897746"/>
                  <a:pt x="1236543" y="1896191"/>
                </a:cubicBezTo>
                <a:cubicBezTo>
                  <a:pt x="1237732" y="1894637"/>
                  <a:pt x="1239195" y="1893357"/>
                  <a:pt x="1240932" y="1892351"/>
                </a:cubicBezTo>
              </a:path>
              <a:path w="3870381" h="2172432">
                <a:moveTo>
                  <a:pt x="1314359" y="1849923"/>
                </a:moveTo>
                <a:lnTo>
                  <a:pt x="1357518" y="1824960"/>
                </a:lnTo>
                <a:cubicBezTo>
                  <a:pt x="1359164" y="1823954"/>
                  <a:pt x="1361084" y="1823314"/>
                  <a:pt x="1363005" y="1823039"/>
                </a:cubicBezTo>
                <a:cubicBezTo>
                  <a:pt x="1365016" y="1822765"/>
                  <a:pt x="1366937" y="1822948"/>
                  <a:pt x="1368857" y="1823405"/>
                </a:cubicBezTo>
                <a:cubicBezTo>
                  <a:pt x="1370777" y="1823954"/>
                  <a:pt x="1372514" y="1824777"/>
                  <a:pt x="1374069" y="1826057"/>
                </a:cubicBezTo>
                <a:cubicBezTo>
                  <a:pt x="1375623" y="1827246"/>
                  <a:pt x="1376904" y="1828709"/>
                  <a:pt x="1377909" y="1830354"/>
                </a:cubicBezTo>
                <a:cubicBezTo>
                  <a:pt x="1378915" y="1832092"/>
                  <a:pt x="1379555" y="1833921"/>
                  <a:pt x="1379830" y="1835932"/>
                </a:cubicBezTo>
                <a:cubicBezTo>
                  <a:pt x="1380104" y="1837853"/>
                  <a:pt x="1379921" y="1839773"/>
                  <a:pt x="1379464" y="1841693"/>
                </a:cubicBezTo>
                <a:cubicBezTo>
                  <a:pt x="1378915" y="1843613"/>
                  <a:pt x="1378092" y="1845351"/>
                  <a:pt x="1376904" y="1846997"/>
                </a:cubicBezTo>
                <a:cubicBezTo>
                  <a:pt x="1375623" y="1848551"/>
                  <a:pt x="1374160" y="1849831"/>
                  <a:pt x="1372514" y="1850837"/>
                </a:cubicBezTo>
                <a:lnTo>
                  <a:pt x="1329355" y="1875800"/>
                </a:lnTo>
                <a:cubicBezTo>
                  <a:pt x="1327617" y="1876806"/>
                  <a:pt x="1325789" y="1877355"/>
                  <a:pt x="1323777" y="1877629"/>
                </a:cubicBezTo>
                <a:cubicBezTo>
                  <a:pt x="1321857" y="1877903"/>
                  <a:pt x="1319845" y="1877812"/>
                  <a:pt x="1317925" y="1877263"/>
                </a:cubicBezTo>
                <a:cubicBezTo>
                  <a:pt x="1316004" y="1876806"/>
                  <a:pt x="1314267" y="1875892"/>
                  <a:pt x="1312713" y="1874703"/>
                </a:cubicBezTo>
                <a:cubicBezTo>
                  <a:pt x="1311158" y="1873514"/>
                  <a:pt x="1309878" y="1872051"/>
                  <a:pt x="1308872" y="1870314"/>
                </a:cubicBezTo>
                <a:cubicBezTo>
                  <a:pt x="1307866" y="1868576"/>
                  <a:pt x="1307226" y="1866748"/>
                  <a:pt x="1306952" y="1864827"/>
                </a:cubicBezTo>
                <a:cubicBezTo>
                  <a:pt x="1306769" y="1862816"/>
                  <a:pt x="1306860" y="1860895"/>
                  <a:pt x="1307409" y="1858975"/>
                </a:cubicBezTo>
                <a:cubicBezTo>
                  <a:pt x="1307866" y="1857055"/>
                  <a:pt x="1308689" y="1855318"/>
                  <a:pt x="1309969" y="1853763"/>
                </a:cubicBezTo>
                <a:cubicBezTo>
                  <a:pt x="1311158" y="1852209"/>
                  <a:pt x="1312621" y="1850928"/>
                  <a:pt x="1314359" y="1849923"/>
                </a:cubicBezTo>
              </a:path>
              <a:path w="3870381" h="2172432">
                <a:moveTo>
                  <a:pt x="1387693" y="1807494"/>
                </a:moveTo>
                <a:lnTo>
                  <a:pt x="1430853" y="1782531"/>
                </a:lnTo>
                <a:cubicBezTo>
                  <a:pt x="1432590" y="1781526"/>
                  <a:pt x="1434419" y="1780885"/>
                  <a:pt x="1436340" y="1780611"/>
                </a:cubicBezTo>
                <a:cubicBezTo>
                  <a:pt x="1438351" y="1780337"/>
                  <a:pt x="1440271" y="1780520"/>
                  <a:pt x="1442192" y="1780977"/>
                </a:cubicBezTo>
                <a:cubicBezTo>
                  <a:pt x="1444112" y="1781526"/>
                  <a:pt x="1445849" y="1782348"/>
                  <a:pt x="1447495" y="1783629"/>
                </a:cubicBezTo>
                <a:cubicBezTo>
                  <a:pt x="1449050" y="1784817"/>
                  <a:pt x="1450330" y="1786280"/>
                  <a:pt x="1451336" y="1787926"/>
                </a:cubicBezTo>
                <a:cubicBezTo>
                  <a:pt x="1452342" y="1789664"/>
                  <a:pt x="1452890" y="1791492"/>
                  <a:pt x="1453164" y="1793504"/>
                </a:cubicBezTo>
                <a:cubicBezTo>
                  <a:pt x="1453439" y="1795424"/>
                  <a:pt x="1453347" y="1797345"/>
                  <a:pt x="1452799" y="1799265"/>
                </a:cubicBezTo>
                <a:cubicBezTo>
                  <a:pt x="1452342" y="1801185"/>
                  <a:pt x="1451427" y="1802922"/>
                  <a:pt x="1450238" y="1804568"/>
                </a:cubicBezTo>
                <a:cubicBezTo>
                  <a:pt x="1449050" y="1806123"/>
                  <a:pt x="1447587" y="1807403"/>
                  <a:pt x="1445849" y="1808409"/>
                </a:cubicBezTo>
                <a:lnTo>
                  <a:pt x="1402690" y="1833372"/>
                </a:lnTo>
                <a:cubicBezTo>
                  <a:pt x="1400952" y="1834378"/>
                  <a:pt x="1399123" y="1834926"/>
                  <a:pt x="1397203" y="1835201"/>
                </a:cubicBezTo>
                <a:cubicBezTo>
                  <a:pt x="1395192" y="1835475"/>
                  <a:pt x="1393271" y="1835384"/>
                  <a:pt x="1391351" y="1834835"/>
                </a:cubicBezTo>
                <a:cubicBezTo>
                  <a:pt x="1389431" y="1834378"/>
                  <a:pt x="1387693" y="1833463"/>
                  <a:pt x="1386139" y="1832275"/>
                </a:cubicBezTo>
                <a:cubicBezTo>
                  <a:pt x="1384493" y="1831086"/>
                  <a:pt x="1383213" y="1829623"/>
                  <a:pt x="1382207" y="1827886"/>
                </a:cubicBezTo>
                <a:cubicBezTo>
                  <a:pt x="1381293" y="1826148"/>
                  <a:pt x="1380653" y="1824319"/>
                  <a:pt x="1380378" y="1822399"/>
                </a:cubicBezTo>
                <a:cubicBezTo>
                  <a:pt x="1380104" y="1820388"/>
                  <a:pt x="1380195" y="1818467"/>
                  <a:pt x="1380744" y="1816547"/>
                </a:cubicBezTo>
                <a:cubicBezTo>
                  <a:pt x="1381293" y="1814627"/>
                  <a:pt x="1382116" y="1812889"/>
                  <a:pt x="1383304" y="1811335"/>
                </a:cubicBezTo>
                <a:cubicBezTo>
                  <a:pt x="1384493" y="1809780"/>
                  <a:pt x="1385956" y="1808500"/>
                  <a:pt x="1387693" y="1807494"/>
                </a:cubicBezTo>
              </a:path>
              <a:path w="3870381" h="2172432">
                <a:moveTo>
                  <a:pt x="1461028" y="1765066"/>
                </a:moveTo>
                <a:lnTo>
                  <a:pt x="1504188" y="1740103"/>
                </a:lnTo>
                <a:cubicBezTo>
                  <a:pt x="1505925" y="1739097"/>
                  <a:pt x="1507754" y="1738457"/>
                  <a:pt x="1509766" y="1738183"/>
                </a:cubicBezTo>
                <a:cubicBezTo>
                  <a:pt x="1511686" y="1737909"/>
                  <a:pt x="1513698" y="1738092"/>
                  <a:pt x="1515618" y="1738549"/>
                </a:cubicBezTo>
                <a:cubicBezTo>
                  <a:pt x="1517538" y="1739097"/>
                  <a:pt x="1519276" y="1739920"/>
                  <a:pt x="1520830" y="1741200"/>
                </a:cubicBezTo>
                <a:cubicBezTo>
                  <a:pt x="1522385" y="1742389"/>
                  <a:pt x="1523665" y="1743852"/>
                  <a:pt x="1524671" y="1745498"/>
                </a:cubicBezTo>
                <a:cubicBezTo>
                  <a:pt x="1525676" y="1747236"/>
                  <a:pt x="1526316" y="1749064"/>
                  <a:pt x="1526591" y="1751076"/>
                </a:cubicBezTo>
                <a:cubicBezTo>
                  <a:pt x="1526865" y="1752996"/>
                  <a:pt x="1526682" y="1754916"/>
                  <a:pt x="1526225" y="1756837"/>
                </a:cubicBezTo>
                <a:cubicBezTo>
                  <a:pt x="1525676" y="1758757"/>
                  <a:pt x="1524853" y="1760494"/>
                  <a:pt x="1523573" y="1762140"/>
                </a:cubicBezTo>
                <a:cubicBezTo>
                  <a:pt x="1522385" y="1763695"/>
                  <a:pt x="1520922" y="1764975"/>
                  <a:pt x="1519184" y="1765981"/>
                </a:cubicBezTo>
                <a:lnTo>
                  <a:pt x="1476024" y="1790944"/>
                </a:lnTo>
                <a:cubicBezTo>
                  <a:pt x="1474379" y="1791950"/>
                  <a:pt x="1472550" y="1792498"/>
                  <a:pt x="1470538" y="1792773"/>
                </a:cubicBezTo>
                <a:cubicBezTo>
                  <a:pt x="1468618" y="1793047"/>
                  <a:pt x="1466606" y="1792956"/>
                  <a:pt x="1464686" y="1792407"/>
                </a:cubicBezTo>
                <a:cubicBezTo>
                  <a:pt x="1462766" y="1791950"/>
                  <a:pt x="1461028" y="1791035"/>
                  <a:pt x="1459474" y="1789847"/>
                </a:cubicBezTo>
                <a:cubicBezTo>
                  <a:pt x="1457919" y="1788658"/>
                  <a:pt x="1456639" y="1787195"/>
                  <a:pt x="1455633" y="1785457"/>
                </a:cubicBezTo>
                <a:cubicBezTo>
                  <a:pt x="1454628" y="1783720"/>
                  <a:pt x="1453987" y="1781891"/>
                  <a:pt x="1453713" y="1779971"/>
                </a:cubicBezTo>
                <a:cubicBezTo>
                  <a:pt x="1453439" y="1777959"/>
                  <a:pt x="1453622" y="1776039"/>
                  <a:pt x="1454079" y="1774119"/>
                </a:cubicBezTo>
                <a:cubicBezTo>
                  <a:pt x="1454628" y="1772199"/>
                  <a:pt x="1455450" y="1770461"/>
                  <a:pt x="1456731" y="1768907"/>
                </a:cubicBezTo>
                <a:cubicBezTo>
                  <a:pt x="1457919" y="1767352"/>
                  <a:pt x="1459382" y="1766072"/>
                  <a:pt x="1461028" y="1765066"/>
                </a:cubicBezTo>
              </a:path>
              <a:path w="3870381" h="2172432">
                <a:moveTo>
                  <a:pt x="1534455" y="1722638"/>
                </a:moveTo>
                <a:lnTo>
                  <a:pt x="1577614" y="1697675"/>
                </a:lnTo>
                <a:cubicBezTo>
                  <a:pt x="1579352" y="1696669"/>
                  <a:pt x="1581180" y="1696029"/>
                  <a:pt x="1583101" y="1695755"/>
                </a:cubicBezTo>
                <a:cubicBezTo>
                  <a:pt x="1585112" y="1695480"/>
                  <a:pt x="1587033" y="1695663"/>
                  <a:pt x="1588953" y="1696121"/>
                </a:cubicBezTo>
                <a:cubicBezTo>
                  <a:pt x="1590873" y="1696669"/>
                  <a:pt x="1592610" y="1697492"/>
                  <a:pt x="1594165" y="1698772"/>
                </a:cubicBezTo>
                <a:cubicBezTo>
                  <a:pt x="1595811" y="1699961"/>
                  <a:pt x="1597091" y="1701424"/>
                  <a:pt x="1598097" y="1703070"/>
                </a:cubicBezTo>
                <a:cubicBezTo>
                  <a:pt x="1599011" y="1704807"/>
                  <a:pt x="1599651" y="1706636"/>
                  <a:pt x="1599926" y="1708648"/>
                </a:cubicBezTo>
                <a:cubicBezTo>
                  <a:pt x="1600200" y="1710568"/>
                  <a:pt x="1600109" y="1712488"/>
                  <a:pt x="1599560" y="1714409"/>
                </a:cubicBezTo>
                <a:cubicBezTo>
                  <a:pt x="1599011" y="1716329"/>
                  <a:pt x="1598188" y="1718066"/>
                  <a:pt x="1597000" y="1719712"/>
                </a:cubicBezTo>
                <a:cubicBezTo>
                  <a:pt x="1595811" y="1721267"/>
                  <a:pt x="1594348" y="1722547"/>
                  <a:pt x="1592610" y="1723553"/>
                </a:cubicBezTo>
                <a:lnTo>
                  <a:pt x="1549451" y="1748516"/>
                </a:lnTo>
                <a:cubicBezTo>
                  <a:pt x="1547713" y="1749522"/>
                  <a:pt x="1545885" y="1750070"/>
                  <a:pt x="1543873" y="1750344"/>
                </a:cubicBezTo>
                <a:cubicBezTo>
                  <a:pt x="1541953" y="1750619"/>
                  <a:pt x="1540032" y="1750527"/>
                  <a:pt x="1538112" y="1749979"/>
                </a:cubicBezTo>
                <a:cubicBezTo>
                  <a:pt x="1536192" y="1749522"/>
                  <a:pt x="1534455" y="1748607"/>
                  <a:pt x="1532809" y="1747418"/>
                </a:cubicBezTo>
                <a:cubicBezTo>
                  <a:pt x="1531254" y="1746230"/>
                  <a:pt x="1529974" y="1744767"/>
                  <a:pt x="1528968" y="1743029"/>
                </a:cubicBezTo>
                <a:cubicBezTo>
                  <a:pt x="1527962" y="1741292"/>
                  <a:pt x="1527414" y="1739463"/>
                  <a:pt x="1527139" y="1737543"/>
                </a:cubicBezTo>
                <a:cubicBezTo>
                  <a:pt x="1526865" y="1735531"/>
                  <a:pt x="1526957" y="1733611"/>
                  <a:pt x="1527505" y="1731691"/>
                </a:cubicBezTo>
                <a:cubicBezTo>
                  <a:pt x="1527962" y="1729770"/>
                  <a:pt x="1528877" y="1728033"/>
                  <a:pt x="1530066" y="1726479"/>
                </a:cubicBezTo>
                <a:cubicBezTo>
                  <a:pt x="1531254" y="1724924"/>
                  <a:pt x="1532717" y="1723644"/>
                  <a:pt x="1534455" y="1722638"/>
                </a:cubicBezTo>
              </a:path>
              <a:path w="3870381" h="2172432">
                <a:moveTo>
                  <a:pt x="1607790" y="1680210"/>
                </a:moveTo>
                <a:lnTo>
                  <a:pt x="1650949" y="1655247"/>
                </a:lnTo>
                <a:cubicBezTo>
                  <a:pt x="1652687" y="1654241"/>
                  <a:pt x="1654515" y="1653601"/>
                  <a:pt x="1656527" y="1653327"/>
                </a:cubicBezTo>
                <a:cubicBezTo>
                  <a:pt x="1658447" y="1653052"/>
                  <a:pt x="1660459" y="1653235"/>
                  <a:pt x="1662379" y="1653692"/>
                </a:cubicBezTo>
                <a:cubicBezTo>
                  <a:pt x="1664208" y="1654241"/>
                  <a:pt x="1666037" y="1655064"/>
                  <a:pt x="1667591" y="1656344"/>
                </a:cubicBezTo>
                <a:cubicBezTo>
                  <a:pt x="1669146" y="1657533"/>
                  <a:pt x="1670426" y="1658996"/>
                  <a:pt x="1671432" y="1660642"/>
                </a:cubicBezTo>
                <a:cubicBezTo>
                  <a:pt x="1672438" y="1662379"/>
                  <a:pt x="1673078" y="1664208"/>
                  <a:pt x="1673352" y="1666220"/>
                </a:cubicBezTo>
                <a:cubicBezTo>
                  <a:pt x="1673535" y="1668140"/>
                  <a:pt x="1673443" y="1670060"/>
                  <a:pt x="1672895" y="1671980"/>
                </a:cubicBezTo>
                <a:cubicBezTo>
                  <a:pt x="1672438" y="1673901"/>
                  <a:pt x="1671523" y="1675638"/>
                  <a:pt x="1670334" y="1677284"/>
                </a:cubicBezTo>
                <a:cubicBezTo>
                  <a:pt x="1669146" y="1678838"/>
                  <a:pt x="1667683" y="1680119"/>
                  <a:pt x="1665945" y="1681124"/>
                </a:cubicBezTo>
                <a:lnTo>
                  <a:pt x="1622786" y="1706088"/>
                </a:lnTo>
                <a:cubicBezTo>
                  <a:pt x="1621140" y="1707093"/>
                  <a:pt x="1619220" y="1707642"/>
                  <a:pt x="1617299" y="1707916"/>
                </a:cubicBezTo>
                <a:cubicBezTo>
                  <a:pt x="1615288" y="1708191"/>
                  <a:pt x="1613367" y="1708099"/>
                  <a:pt x="1611447" y="1707551"/>
                </a:cubicBezTo>
                <a:cubicBezTo>
                  <a:pt x="1609527" y="1707093"/>
                  <a:pt x="1607790" y="1706179"/>
                  <a:pt x="1606235" y="1704990"/>
                </a:cubicBezTo>
                <a:cubicBezTo>
                  <a:pt x="1604681" y="1703802"/>
                  <a:pt x="1603400" y="1702338"/>
                  <a:pt x="1602395" y="1700601"/>
                </a:cubicBezTo>
                <a:cubicBezTo>
                  <a:pt x="1601389" y="1698864"/>
                  <a:pt x="1600749" y="1697035"/>
                  <a:pt x="1600474" y="1695115"/>
                </a:cubicBezTo>
                <a:cubicBezTo>
                  <a:pt x="1600200" y="1693103"/>
                  <a:pt x="1600383" y="1691183"/>
                  <a:pt x="1600840" y="1689263"/>
                </a:cubicBezTo>
                <a:cubicBezTo>
                  <a:pt x="1601389" y="1687342"/>
                  <a:pt x="1602212" y="1685605"/>
                  <a:pt x="1603400" y="1684050"/>
                </a:cubicBezTo>
                <a:cubicBezTo>
                  <a:pt x="1604681" y="1682496"/>
                  <a:pt x="1606144" y="1681216"/>
                  <a:pt x="1607790" y="1680210"/>
                </a:cubicBezTo>
              </a:path>
              <a:path w="3870381" h="2172432">
                <a:moveTo>
                  <a:pt x="1681216" y="1637782"/>
                </a:moveTo>
                <a:lnTo>
                  <a:pt x="1724376" y="1612819"/>
                </a:lnTo>
                <a:cubicBezTo>
                  <a:pt x="1726113" y="1611813"/>
                  <a:pt x="1727942" y="1611173"/>
                  <a:pt x="1729862" y="1610898"/>
                </a:cubicBezTo>
                <a:cubicBezTo>
                  <a:pt x="1731874" y="1610624"/>
                  <a:pt x="1733794" y="1610807"/>
                  <a:pt x="1735714" y="1611264"/>
                </a:cubicBezTo>
                <a:cubicBezTo>
                  <a:pt x="1737634" y="1611813"/>
                  <a:pt x="1739372" y="1612636"/>
                  <a:pt x="1740926" y="1613825"/>
                </a:cubicBezTo>
                <a:cubicBezTo>
                  <a:pt x="1742481" y="1615105"/>
                  <a:pt x="1743852" y="1616568"/>
                  <a:pt x="1744767" y="1618214"/>
                </a:cubicBezTo>
                <a:cubicBezTo>
                  <a:pt x="1745772" y="1619951"/>
                  <a:pt x="1746413" y="1621780"/>
                  <a:pt x="1746687" y="1623792"/>
                </a:cubicBezTo>
                <a:cubicBezTo>
                  <a:pt x="1746961" y="1625712"/>
                  <a:pt x="1746778" y="1627632"/>
                  <a:pt x="1746321" y="1629552"/>
                </a:cubicBezTo>
                <a:cubicBezTo>
                  <a:pt x="1745772" y="1631472"/>
                  <a:pt x="1744950" y="1633210"/>
                  <a:pt x="1743761" y="1634856"/>
                </a:cubicBezTo>
                <a:cubicBezTo>
                  <a:pt x="1742572" y="1636410"/>
                  <a:pt x="1741109" y="1637690"/>
                  <a:pt x="1739372" y="1638696"/>
                </a:cubicBezTo>
                <a:lnTo>
                  <a:pt x="1696212" y="1663659"/>
                </a:lnTo>
                <a:cubicBezTo>
                  <a:pt x="1694475" y="1664665"/>
                  <a:pt x="1692646" y="1665214"/>
                  <a:pt x="1690634" y="1665488"/>
                </a:cubicBezTo>
                <a:cubicBezTo>
                  <a:pt x="1688714" y="1665762"/>
                  <a:pt x="1686794" y="1665671"/>
                  <a:pt x="1684873" y="1665122"/>
                </a:cubicBezTo>
                <a:cubicBezTo>
                  <a:pt x="1682953" y="1664665"/>
                  <a:pt x="1681216" y="1663751"/>
                  <a:pt x="1679570" y="1662562"/>
                </a:cubicBezTo>
                <a:cubicBezTo>
                  <a:pt x="1678015" y="1661373"/>
                  <a:pt x="1676735" y="1659910"/>
                  <a:pt x="1675729" y="1658173"/>
                </a:cubicBezTo>
                <a:cubicBezTo>
                  <a:pt x="1674724" y="1656436"/>
                  <a:pt x="1674084" y="1654607"/>
                  <a:pt x="1673901" y="1652687"/>
                </a:cubicBezTo>
                <a:cubicBezTo>
                  <a:pt x="1673626" y="1650675"/>
                  <a:pt x="1673718" y="1648755"/>
                  <a:pt x="1674266" y="1646834"/>
                </a:cubicBezTo>
                <a:cubicBezTo>
                  <a:pt x="1674724" y="1644914"/>
                  <a:pt x="1675638" y="1643177"/>
                  <a:pt x="1676827" y="1641622"/>
                </a:cubicBezTo>
                <a:cubicBezTo>
                  <a:pt x="1678015" y="1640068"/>
                  <a:pt x="1679478" y="1638788"/>
                  <a:pt x="1681216" y="1637782"/>
                </a:cubicBezTo>
              </a:path>
              <a:path w="3870381" h="2172432">
                <a:moveTo>
                  <a:pt x="1748241" y="1600657"/>
                </a:moveTo>
                <a:lnTo>
                  <a:pt x="1771559" y="1556675"/>
                </a:lnTo>
                <a:cubicBezTo>
                  <a:pt x="1772564" y="1554846"/>
                  <a:pt x="1773753" y="1553383"/>
                  <a:pt x="1775308" y="1552103"/>
                </a:cubicBezTo>
                <a:cubicBezTo>
                  <a:pt x="1776862" y="1550822"/>
                  <a:pt x="1778508" y="1549908"/>
                  <a:pt x="1780428" y="1549359"/>
                </a:cubicBezTo>
                <a:cubicBezTo>
                  <a:pt x="1782348" y="1548811"/>
                  <a:pt x="1784269" y="1548628"/>
                  <a:pt x="1786280" y="1548811"/>
                </a:cubicBezTo>
                <a:cubicBezTo>
                  <a:pt x="1788201" y="1548994"/>
                  <a:pt x="1790121" y="1549542"/>
                  <a:pt x="1791858" y="1550457"/>
                </a:cubicBezTo>
                <a:cubicBezTo>
                  <a:pt x="1793596" y="1551371"/>
                  <a:pt x="1795059" y="1552651"/>
                  <a:pt x="1796339" y="1554114"/>
                </a:cubicBezTo>
                <a:cubicBezTo>
                  <a:pt x="1797619" y="1555669"/>
                  <a:pt x="1798533" y="1557406"/>
                  <a:pt x="1799082" y="1559235"/>
                </a:cubicBezTo>
                <a:cubicBezTo>
                  <a:pt x="1799722" y="1561155"/>
                  <a:pt x="1799905" y="1563075"/>
                  <a:pt x="1799722" y="1565087"/>
                </a:cubicBezTo>
                <a:cubicBezTo>
                  <a:pt x="1799539" y="1567007"/>
                  <a:pt x="1798991" y="1568928"/>
                  <a:pt x="1797985" y="1570665"/>
                </a:cubicBezTo>
                <a:lnTo>
                  <a:pt x="1774668" y="1614648"/>
                </a:lnTo>
                <a:cubicBezTo>
                  <a:pt x="1773662" y="1616385"/>
                  <a:pt x="1772473" y="1617939"/>
                  <a:pt x="1770918" y="1619128"/>
                </a:cubicBezTo>
                <a:cubicBezTo>
                  <a:pt x="1769364" y="1620408"/>
                  <a:pt x="1767718" y="1621323"/>
                  <a:pt x="1765798" y="1621963"/>
                </a:cubicBezTo>
                <a:cubicBezTo>
                  <a:pt x="1763878" y="1622511"/>
                  <a:pt x="1761957" y="1622694"/>
                  <a:pt x="1759946" y="1622511"/>
                </a:cubicBezTo>
                <a:cubicBezTo>
                  <a:pt x="1758025" y="1622328"/>
                  <a:pt x="1756105" y="1621780"/>
                  <a:pt x="1754368" y="1620865"/>
                </a:cubicBezTo>
                <a:cubicBezTo>
                  <a:pt x="1752630" y="1619860"/>
                  <a:pt x="1751167" y="1618671"/>
                  <a:pt x="1749887" y="1617116"/>
                </a:cubicBezTo>
                <a:cubicBezTo>
                  <a:pt x="1748607" y="1615653"/>
                  <a:pt x="1747693" y="1613916"/>
                  <a:pt x="1747144" y="1611996"/>
                </a:cubicBezTo>
                <a:cubicBezTo>
                  <a:pt x="1746504" y="1610076"/>
                  <a:pt x="1746321" y="1608155"/>
                  <a:pt x="1746504" y="1606235"/>
                </a:cubicBezTo>
                <a:cubicBezTo>
                  <a:pt x="1746687" y="1604223"/>
                  <a:pt x="1747236" y="1602395"/>
                  <a:pt x="1748241" y="1600657"/>
                </a:cubicBezTo>
              </a:path>
              <a:path w="3870381" h="2172432">
                <a:moveTo>
                  <a:pt x="1788018" y="1525859"/>
                </a:moveTo>
                <a:lnTo>
                  <a:pt x="1811335" y="1481877"/>
                </a:lnTo>
                <a:cubicBezTo>
                  <a:pt x="1812341" y="1480139"/>
                  <a:pt x="1813530" y="1478585"/>
                  <a:pt x="1815084" y="1477305"/>
                </a:cubicBezTo>
                <a:cubicBezTo>
                  <a:pt x="1816638" y="1476116"/>
                  <a:pt x="1818284" y="1475110"/>
                  <a:pt x="1820205" y="1474561"/>
                </a:cubicBezTo>
                <a:cubicBezTo>
                  <a:pt x="1822125" y="1474013"/>
                  <a:pt x="1824045" y="1473830"/>
                  <a:pt x="1826057" y="1474013"/>
                </a:cubicBezTo>
                <a:cubicBezTo>
                  <a:pt x="1827977" y="1474196"/>
                  <a:pt x="1829897" y="1474744"/>
                  <a:pt x="1831635" y="1475659"/>
                </a:cubicBezTo>
                <a:cubicBezTo>
                  <a:pt x="1833372" y="1476573"/>
                  <a:pt x="1834835" y="1477853"/>
                  <a:pt x="1836115" y="1479316"/>
                </a:cubicBezTo>
                <a:cubicBezTo>
                  <a:pt x="1837395" y="1480871"/>
                  <a:pt x="1838310" y="1482608"/>
                  <a:pt x="1838858" y="1484528"/>
                </a:cubicBezTo>
                <a:cubicBezTo>
                  <a:pt x="1839498" y="1486357"/>
                  <a:pt x="1839681" y="1488277"/>
                  <a:pt x="1839498" y="1490289"/>
                </a:cubicBezTo>
                <a:cubicBezTo>
                  <a:pt x="1839316" y="1492301"/>
                  <a:pt x="1838767" y="1494130"/>
                  <a:pt x="1837761" y="1495867"/>
                </a:cubicBezTo>
                <a:lnTo>
                  <a:pt x="1814444" y="1539850"/>
                </a:lnTo>
                <a:cubicBezTo>
                  <a:pt x="1813438" y="1541587"/>
                  <a:pt x="1812249" y="1543141"/>
                  <a:pt x="1810695" y="1544422"/>
                </a:cubicBezTo>
                <a:cubicBezTo>
                  <a:pt x="1809140" y="1545610"/>
                  <a:pt x="1807494" y="1546525"/>
                  <a:pt x="1805574" y="1547165"/>
                </a:cubicBezTo>
                <a:cubicBezTo>
                  <a:pt x="1803654" y="1547713"/>
                  <a:pt x="1801734" y="1547896"/>
                  <a:pt x="1799722" y="1547713"/>
                </a:cubicBezTo>
                <a:cubicBezTo>
                  <a:pt x="1797802" y="1547531"/>
                  <a:pt x="1795882" y="1546982"/>
                  <a:pt x="1794144" y="1546068"/>
                </a:cubicBezTo>
                <a:cubicBezTo>
                  <a:pt x="1792407" y="1545153"/>
                  <a:pt x="1790944" y="1543873"/>
                  <a:pt x="1789664" y="1542318"/>
                </a:cubicBezTo>
                <a:cubicBezTo>
                  <a:pt x="1788384" y="1540855"/>
                  <a:pt x="1787469" y="1539118"/>
                  <a:pt x="1786920" y="1537198"/>
                </a:cubicBezTo>
                <a:cubicBezTo>
                  <a:pt x="1786280" y="1535369"/>
                  <a:pt x="1786098" y="1533357"/>
                  <a:pt x="1786280" y="1531437"/>
                </a:cubicBezTo>
                <a:cubicBezTo>
                  <a:pt x="1786463" y="1529425"/>
                  <a:pt x="1787012" y="1527597"/>
                  <a:pt x="1788018" y="1525859"/>
                </a:cubicBezTo>
              </a:path>
              <a:path w="3870381" h="2172432">
                <a:moveTo>
                  <a:pt x="1827794" y="1451061"/>
                </a:moveTo>
                <a:lnTo>
                  <a:pt x="1851111" y="1407079"/>
                </a:lnTo>
                <a:cubicBezTo>
                  <a:pt x="1852117" y="1405341"/>
                  <a:pt x="1853306" y="1403787"/>
                  <a:pt x="1854860" y="1402507"/>
                </a:cubicBezTo>
                <a:cubicBezTo>
                  <a:pt x="1856415" y="1401318"/>
                  <a:pt x="1858061" y="1400404"/>
                  <a:pt x="1859981" y="1399764"/>
                </a:cubicBezTo>
                <a:cubicBezTo>
                  <a:pt x="1861901" y="1399215"/>
                  <a:pt x="1863822" y="1399032"/>
                  <a:pt x="1865833" y="1399215"/>
                </a:cubicBezTo>
                <a:cubicBezTo>
                  <a:pt x="1867753" y="1399398"/>
                  <a:pt x="1869674" y="1399946"/>
                  <a:pt x="1871411" y="1400861"/>
                </a:cubicBezTo>
                <a:cubicBezTo>
                  <a:pt x="1873148" y="1401775"/>
                  <a:pt x="1874611" y="1403055"/>
                  <a:pt x="1875892" y="1404610"/>
                </a:cubicBezTo>
                <a:cubicBezTo>
                  <a:pt x="1877172" y="1406073"/>
                  <a:pt x="1878086" y="1407810"/>
                  <a:pt x="1878635" y="1409730"/>
                </a:cubicBezTo>
                <a:cubicBezTo>
                  <a:pt x="1879275" y="1411559"/>
                  <a:pt x="1879458" y="1413571"/>
                  <a:pt x="1879275" y="1415491"/>
                </a:cubicBezTo>
                <a:cubicBezTo>
                  <a:pt x="1879092" y="1417503"/>
                  <a:pt x="1878543" y="1419332"/>
                  <a:pt x="1877538" y="1421069"/>
                </a:cubicBezTo>
                <a:lnTo>
                  <a:pt x="1854220" y="1465052"/>
                </a:lnTo>
                <a:cubicBezTo>
                  <a:pt x="1853214" y="1466789"/>
                  <a:pt x="1852026" y="1468344"/>
                  <a:pt x="1850471" y="1469624"/>
                </a:cubicBezTo>
                <a:cubicBezTo>
                  <a:pt x="1848917" y="1470812"/>
                  <a:pt x="1847271" y="1471818"/>
                  <a:pt x="1845351" y="1472367"/>
                </a:cubicBezTo>
                <a:cubicBezTo>
                  <a:pt x="1843430" y="1472916"/>
                  <a:pt x="1841510" y="1473098"/>
                  <a:pt x="1839498" y="1472916"/>
                </a:cubicBezTo>
                <a:cubicBezTo>
                  <a:pt x="1837578" y="1472733"/>
                  <a:pt x="1835658" y="1472184"/>
                  <a:pt x="1833921" y="1471270"/>
                </a:cubicBezTo>
                <a:cubicBezTo>
                  <a:pt x="1832183" y="1470355"/>
                  <a:pt x="1830720" y="1469075"/>
                  <a:pt x="1829440" y="1467612"/>
                </a:cubicBezTo>
                <a:cubicBezTo>
                  <a:pt x="1828160" y="1466058"/>
                  <a:pt x="1827246" y="1464320"/>
                  <a:pt x="1826697" y="1462400"/>
                </a:cubicBezTo>
                <a:cubicBezTo>
                  <a:pt x="1826057" y="1460571"/>
                  <a:pt x="1825874" y="1458651"/>
                  <a:pt x="1826057" y="1456639"/>
                </a:cubicBezTo>
                <a:cubicBezTo>
                  <a:pt x="1826240" y="1454628"/>
                  <a:pt x="1826788" y="1452799"/>
                  <a:pt x="1827794" y="1451061"/>
                </a:cubicBezTo>
              </a:path>
              <a:path w="3870381" h="2172432">
                <a:moveTo>
                  <a:pt x="1867571" y="1376263"/>
                </a:moveTo>
                <a:lnTo>
                  <a:pt x="1890888" y="1332281"/>
                </a:lnTo>
                <a:cubicBezTo>
                  <a:pt x="1891894" y="1330543"/>
                  <a:pt x="1893082" y="1328989"/>
                  <a:pt x="1894637" y="1327800"/>
                </a:cubicBezTo>
                <a:cubicBezTo>
                  <a:pt x="1896191" y="1326520"/>
                  <a:pt x="1897837" y="1325606"/>
                  <a:pt x="1899757" y="1324966"/>
                </a:cubicBezTo>
                <a:cubicBezTo>
                  <a:pt x="1901678" y="1324417"/>
                  <a:pt x="1903598" y="1324234"/>
                  <a:pt x="1905610" y="1324417"/>
                </a:cubicBezTo>
                <a:cubicBezTo>
                  <a:pt x="1907530" y="1324600"/>
                  <a:pt x="1909450" y="1325148"/>
                  <a:pt x="1911187" y="1326063"/>
                </a:cubicBezTo>
                <a:cubicBezTo>
                  <a:pt x="1912925" y="1327069"/>
                  <a:pt x="1914388" y="1328257"/>
                  <a:pt x="1915668" y="1329812"/>
                </a:cubicBezTo>
                <a:cubicBezTo>
                  <a:pt x="1916948" y="1331275"/>
                  <a:pt x="1917863" y="1333012"/>
                  <a:pt x="1918411" y="1334933"/>
                </a:cubicBezTo>
                <a:cubicBezTo>
                  <a:pt x="1919051" y="1336853"/>
                  <a:pt x="1919234" y="1338773"/>
                  <a:pt x="1919051" y="1340693"/>
                </a:cubicBezTo>
                <a:cubicBezTo>
                  <a:pt x="1918868" y="1342705"/>
                  <a:pt x="1918320" y="1344534"/>
                  <a:pt x="1917314" y="1346271"/>
                </a:cubicBezTo>
                <a:lnTo>
                  <a:pt x="1893997" y="1390254"/>
                </a:lnTo>
                <a:cubicBezTo>
                  <a:pt x="1892991" y="1392083"/>
                  <a:pt x="1891802" y="1393546"/>
                  <a:pt x="1890248" y="1394826"/>
                </a:cubicBezTo>
                <a:cubicBezTo>
                  <a:pt x="1888693" y="1396106"/>
                  <a:pt x="1887047" y="1397020"/>
                  <a:pt x="1885127" y="1397569"/>
                </a:cubicBezTo>
                <a:cubicBezTo>
                  <a:pt x="1883207" y="1398118"/>
                  <a:pt x="1881287" y="1398392"/>
                  <a:pt x="1879275" y="1398118"/>
                </a:cubicBezTo>
                <a:cubicBezTo>
                  <a:pt x="1877355" y="1397935"/>
                  <a:pt x="1875434" y="1397386"/>
                  <a:pt x="1873697" y="1396472"/>
                </a:cubicBezTo>
                <a:cubicBezTo>
                  <a:pt x="1871960" y="1395557"/>
                  <a:pt x="1870497" y="1394369"/>
                  <a:pt x="1869216" y="1392814"/>
                </a:cubicBezTo>
                <a:cubicBezTo>
                  <a:pt x="1867936" y="1391260"/>
                  <a:pt x="1867022" y="1389522"/>
                  <a:pt x="1866473" y="1387693"/>
                </a:cubicBezTo>
                <a:cubicBezTo>
                  <a:pt x="1865833" y="1385773"/>
                  <a:pt x="1865650" y="1383853"/>
                  <a:pt x="1865833" y="1381841"/>
                </a:cubicBezTo>
                <a:cubicBezTo>
                  <a:pt x="1866016" y="1379921"/>
                  <a:pt x="1866565" y="1378001"/>
                  <a:pt x="1867571" y="1376263"/>
                </a:cubicBezTo>
              </a:path>
              <a:path w="3870381" h="2172432">
                <a:moveTo>
                  <a:pt x="1907347" y="1301466"/>
                </a:moveTo>
                <a:lnTo>
                  <a:pt x="1930664" y="1257483"/>
                </a:lnTo>
                <a:cubicBezTo>
                  <a:pt x="1931670" y="1255746"/>
                  <a:pt x="1932859" y="1254282"/>
                  <a:pt x="1934413" y="1253002"/>
                </a:cubicBezTo>
                <a:cubicBezTo>
                  <a:pt x="1935968" y="1251722"/>
                  <a:pt x="1937614" y="1250808"/>
                  <a:pt x="1939534" y="1250259"/>
                </a:cubicBezTo>
                <a:cubicBezTo>
                  <a:pt x="1941454" y="1249619"/>
                  <a:pt x="1943374" y="1249436"/>
                  <a:pt x="1945386" y="1249619"/>
                </a:cubicBezTo>
                <a:cubicBezTo>
                  <a:pt x="1947306" y="1249802"/>
                  <a:pt x="1949226" y="1250351"/>
                  <a:pt x="1950964" y="1251356"/>
                </a:cubicBezTo>
                <a:cubicBezTo>
                  <a:pt x="1952701" y="1252271"/>
                  <a:pt x="1954164" y="1253460"/>
                  <a:pt x="1955444" y="1255014"/>
                </a:cubicBezTo>
                <a:cubicBezTo>
                  <a:pt x="1956725" y="1256568"/>
                  <a:pt x="1957639" y="1258214"/>
                  <a:pt x="1958188" y="1260135"/>
                </a:cubicBezTo>
                <a:cubicBezTo>
                  <a:pt x="1958828" y="1262055"/>
                  <a:pt x="1959011" y="1263975"/>
                  <a:pt x="1958828" y="1265895"/>
                </a:cubicBezTo>
                <a:cubicBezTo>
                  <a:pt x="1958645" y="1267907"/>
                  <a:pt x="1958096" y="1269736"/>
                  <a:pt x="1957090" y="1271565"/>
                </a:cubicBezTo>
                <a:lnTo>
                  <a:pt x="1933773" y="1315547"/>
                </a:lnTo>
                <a:cubicBezTo>
                  <a:pt x="1932767" y="1317285"/>
                  <a:pt x="1931579" y="1318748"/>
                  <a:pt x="1930024" y="1320028"/>
                </a:cubicBezTo>
                <a:cubicBezTo>
                  <a:pt x="1928470" y="1321308"/>
                  <a:pt x="1926824" y="1322222"/>
                  <a:pt x="1924903" y="1322771"/>
                </a:cubicBezTo>
                <a:cubicBezTo>
                  <a:pt x="1922983" y="1323411"/>
                  <a:pt x="1921063" y="1323594"/>
                  <a:pt x="1919051" y="1323411"/>
                </a:cubicBezTo>
                <a:cubicBezTo>
                  <a:pt x="1917131" y="1323228"/>
                  <a:pt x="1915211" y="1322588"/>
                  <a:pt x="1913473" y="1321674"/>
                </a:cubicBezTo>
                <a:cubicBezTo>
                  <a:pt x="1911736" y="1320759"/>
                  <a:pt x="1910273" y="1319571"/>
                  <a:pt x="1908993" y="1318016"/>
                </a:cubicBezTo>
                <a:cubicBezTo>
                  <a:pt x="1907713" y="1316462"/>
                  <a:pt x="1906798" y="1314724"/>
                  <a:pt x="1906250" y="1312896"/>
                </a:cubicBezTo>
                <a:cubicBezTo>
                  <a:pt x="1905610" y="1310975"/>
                  <a:pt x="1905427" y="1309055"/>
                  <a:pt x="1905610" y="1307043"/>
                </a:cubicBezTo>
                <a:cubicBezTo>
                  <a:pt x="1905792" y="1305123"/>
                  <a:pt x="1906341" y="1303203"/>
                  <a:pt x="1907347" y="1301466"/>
                </a:cubicBezTo>
              </a:path>
              <a:path w="3870381" h="2172432">
                <a:moveTo>
                  <a:pt x="1947123" y="1226668"/>
                </a:moveTo>
                <a:lnTo>
                  <a:pt x="1970441" y="1182685"/>
                </a:lnTo>
                <a:cubicBezTo>
                  <a:pt x="1971446" y="1180948"/>
                  <a:pt x="1972635" y="1179485"/>
                  <a:pt x="1974190" y="1178204"/>
                </a:cubicBezTo>
                <a:cubicBezTo>
                  <a:pt x="1975744" y="1176924"/>
                  <a:pt x="1977390" y="1176010"/>
                  <a:pt x="1979310" y="1175461"/>
                </a:cubicBezTo>
                <a:cubicBezTo>
                  <a:pt x="1981230" y="1174821"/>
                  <a:pt x="1983151" y="1174638"/>
                  <a:pt x="1985162" y="1174821"/>
                </a:cubicBezTo>
                <a:cubicBezTo>
                  <a:pt x="1987083" y="1175004"/>
                  <a:pt x="1989003" y="1175553"/>
                  <a:pt x="1990740" y="1176558"/>
                </a:cubicBezTo>
                <a:cubicBezTo>
                  <a:pt x="1992478" y="1177473"/>
                  <a:pt x="1993941" y="1178662"/>
                  <a:pt x="1995221" y="1180216"/>
                </a:cubicBezTo>
                <a:cubicBezTo>
                  <a:pt x="1996501" y="1181771"/>
                  <a:pt x="1997415" y="1183416"/>
                  <a:pt x="1997964" y="1185337"/>
                </a:cubicBezTo>
                <a:cubicBezTo>
                  <a:pt x="1998604" y="1187257"/>
                  <a:pt x="1998787" y="1189177"/>
                  <a:pt x="1998604" y="1191189"/>
                </a:cubicBezTo>
                <a:cubicBezTo>
                  <a:pt x="1998421" y="1193109"/>
                  <a:pt x="1997873" y="1195029"/>
                  <a:pt x="1996867" y="1196767"/>
                </a:cubicBezTo>
                <a:lnTo>
                  <a:pt x="1973550" y="1240749"/>
                </a:lnTo>
                <a:cubicBezTo>
                  <a:pt x="1972544" y="1242487"/>
                  <a:pt x="1971355" y="1243950"/>
                  <a:pt x="1969800" y="1245230"/>
                </a:cubicBezTo>
                <a:cubicBezTo>
                  <a:pt x="1968246" y="1246510"/>
                  <a:pt x="1966600" y="1247424"/>
                  <a:pt x="1964680" y="1247973"/>
                </a:cubicBezTo>
                <a:cubicBezTo>
                  <a:pt x="1962760" y="1248613"/>
                  <a:pt x="1960839" y="1248796"/>
                  <a:pt x="1958828" y="1248613"/>
                </a:cubicBezTo>
                <a:cubicBezTo>
                  <a:pt x="1956907" y="1248430"/>
                  <a:pt x="1954987" y="1247882"/>
                  <a:pt x="1953250" y="1246876"/>
                </a:cubicBezTo>
                <a:cubicBezTo>
                  <a:pt x="1951512" y="1245961"/>
                  <a:pt x="1950049" y="1244773"/>
                  <a:pt x="1948769" y="1243218"/>
                </a:cubicBezTo>
                <a:cubicBezTo>
                  <a:pt x="1947489" y="1241664"/>
                  <a:pt x="1946575" y="1240018"/>
                  <a:pt x="1946026" y="1238098"/>
                </a:cubicBezTo>
                <a:cubicBezTo>
                  <a:pt x="1945386" y="1236177"/>
                  <a:pt x="1945203" y="1234257"/>
                  <a:pt x="1945386" y="1232245"/>
                </a:cubicBezTo>
                <a:cubicBezTo>
                  <a:pt x="1945569" y="1230325"/>
                  <a:pt x="1946118" y="1228496"/>
                  <a:pt x="1947123" y="1226668"/>
                </a:cubicBezTo>
              </a:path>
              <a:path w="3870381" h="2172432">
                <a:moveTo>
                  <a:pt x="1986900" y="1151961"/>
                </a:moveTo>
                <a:lnTo>
                  <a:pt x="2010217" y="1107887"/>
                </a:lnTo>
                <a:cubicBezTo>
                  <a:pt x="2011223" y="1106150"/>
                  <a:pt x="2012412" y="1104687"/>
                  <a:pt x="2013966" y="1103406"/>
                </a:cubicBezTo>
                <a:cubicBezTo>
                  <a:pt x="2015520" y="1102126"/>
                  <a:pt x="2017166" y="1101212"/>
                  <a:pt x="2019087" y="1100663"/>
                </a:cubicBezTo>
                <a:cubicBezTo>
                  <a:pt x="2021007" y="1100115"/>
                  <a:pt x="2022927" y="1099840"/>
                  <a:pt x="2024939" y="1100023"/>
                </a:cubicBezTo>
                <a:cubicBezTo>
                  <a:pt x="2026859" y="1100298"/>
                  <a:pt x="2028779" y="1100846"/>
                  <a:pt x="2030517" y="1101761"/>
                </a:cubicBezTo>
                <a:cubicBezTo>
                  <a:pt x="2032254" y="1102675"/>
                  <a:pt x="2033717" y="1103864"/>
                  <a:pt x="2034997" y="1105418"/>
                </a:cubicBezTo>
                <a:cubicBezTo>
                  <a:pt x="2036277" y="1106973"/>
                  <a:pt x="2037192" y="1108710"/>
                  <a:pt x="2037740" y="1110539"/>
                </a:cubicBezTo>
                <a:cubicBezTo>
                  <a:pt x="2038380" y="1112459"/>
                  <a:pt x="2038563" y="1114379"/>
                  <a:pt x="2038380" y="1116391"/>
                </a:cubicBezTo>
                <a:cubicBezTo>
                  <a:pt x="2038198" y="1118311"/>
                  <a:pt x="2037649" y="1120231"/>
                  <a:pt x="2036643" y="1121969"/>
                </a:cubicBezTo>
                <a:lnTo>
                  <a:pt x="2013326" y="1165951"/>
                </a:lnTo>
                <a:cubicBezTo>
                  <a:pt x="2012320" y="1167689"/>
                  <a:pt x="2011131" y="1169243"/>
                  <a:pt x="2009577" y="1170432"/>
                </a:cubicBezTo>
                <a:cubicBezTo>
                  <a:pt x="2008022" y="1171712"/>
                  <a:pt x="2006376" y="1172627"/>
                  <a:pt x="2004456" y="1173175"/>
                </a:cubicBezTo>
                <a:cubicBezTo>
                  <a:pt x="2002536" y="1173815"/>
                  <a:pt x="2000616" y="1173998"/>
                  <a:pt x="1998604" y="1173815"/>
                </a:cubicBezTo>
                <a:cubicBezTo>
                  <a:pt x="1996684" y="1173632"/>
                  <a:pt x="1994764" y="1173084"/>
                  <a:pt x="1993026" y="1172169"/>
                </a:cubicBezTo>
                <a:cubicBezTo>
                  <a:pt x="1991289" y="1171164"/>
                  <a:pt x="1989826" y="1169975"/>
                  <a:pt x="1988546" y="1168420"/>
                </a:cubicBezTo>
                <a:cubicBezTo>
                  <a:pt x="1987266" y="1166957"/>
                  <a:pt x="1986351" y="1165220"/>
                  <a:pt x="1985802" y="1163300"/>
                </a:cubicBezTo>
                <a:cubicBezTo>
                  <a:pt x="1985162" y="1161379"/>
                  <a:pt x="1984980" y="1159459"/>
                  <a:pt x="1985162" y="1157539"/>
                </a:cubicBezTo>
                <a:cubicBezTo>
                  <a:pt x="1985345" y="1155527"/>
                  <a:pt x="1985894" y="1153698"/>
                  <a:pt x="1986900" y="1151961"/>
                </a:cubicBezTo>
              </a:path>
              <a:path w="3870381" h="2172432">
                <a:moveTo>
                  <a:pt x="2026676" y="1077163"/>
                </a:moveTo>
                <a:lnTo>
                  <a:pt x="2049993" y="1033181"/>
                </a:lnTo>
                <a:cubicBezTo>
                  <a:pt x="2050999" y="1031352"/>
                  <a:pt x="2052188" y="1029889"/>
                  <a:pt x="2053742" y="1028609"/>
                </a:cubicBezTo>
                <a:cubicBezTo>
                  <a:pt x="2055297" y="1027328"/>
                  <a:pt x="2056943" y="1026414"/>
                  <a:pt x="2058863" y="1025865"/>
                </a:cubicBezTo>
                <a:cubicBezTo>
                  <a:pt x="2060783" y="1025317"/>
                  <a:pt x="2062704" y="1025134"/>
                  <a:pt x="2064715" y="1025317"/>
                </a:cubicBezTo>
                <a:cubicBezTo>
                  <a:pt x="2066635" y="1025500"/>
                  <a:pt x="2068556" y="1026048"/>
                  <a:pt x="2070293" y="1026963"/>
                </a:cubicBezTo>
                <a:cubicBezTo>
                  <a:pt x="2072030" y="1027877"/>
                  <a:pt x="2073493" y="1029157"/>
                  <a:pt x="2074774" y="1030620"/>
                </a:cubicBezTo>
                <a:cubicBezTo>
                  <a:pt x="2076054" y="1032175"/>
                  <a:pt x="2076968" y="1033912"/>
                  <a:pt x="2077517" y="1035741"/>
                </a:cubicBezTo>
                <a:cubicBezTo>
                  <a:pt x="2078157" y="1037661"/>
                  <a:pt x="2078340" y="1039581"/>
                  <a:pt x="2078157" y="1041593"/>
                </a:cubicBezTo>
                <a:cubicBezTo>
                  <a:pt x="2077974" y="1043513"/>
                  <a:pt x="2077425" y="1045434"/>
                  <a:pt x="2076420" y="1047171"/>
                </a:cubicBezTo>
                <a:lnTo>
                  <a:pt x="2053102" y="1091154"/>
                </a:lnTo>
                <a:cubicBezTo>
                  <a:pt x="2052096" y="1092891"/>
                  <a:pt x="2050908" y="1094445"/>
                  <a:pt x="2049353" y="1095634"/>
                </a:cubicBezTo>
                <a:cubicBezTo>
                  <a:pt x="2047799" y="1096914"/>
                  <a:pt x="2046153" y="1097829"/>
                  <a:pt x="2044233" y="1098469"/>
                </a:cubicBezTo>
                <a:cubicBezTo>
                  <a:pt x="2042312" y="1099017"/>
                  <a:pt x="2040392" y="1099200"/>
                  <a:pt x="2038380" y="1099017"/>
                </a:cubicBezTo>
                <a:cubicBezTo>
                  <a:pt x="2036460" y="1098834"/>
                  <a:pt x="2034540" y="1098286"/>
                  <a:pt x="2032803" y="1097371"/>
                </a:cubicBezTo>
                <a:cubicBezTo>
                  <a:pt x="2031065" y="1096457"/>
                  <a:pt x="2029602" y="1095177"/>
                  <a:pt x="2028322" y="1093622"/>
                </a:cubicBezTo>
                <a:cubicBezTo>
                  <a:pt x="2027042" y="1092159"/>
                  <a:pt x="2026128" y="1090422"/>
                  <a:pt x="2025579" y="1088502"/>
                </a:cubicBezTo>
                <a:cubicBezTo>
                  <a:pt x="2024939" y="1086582"/>
                  <a:pt x="2024756" y="1084661"/>
                  <a:pt x="2024939" y="1082741"/>
                </a:cubicBezTo>
                <a:cubicBezTo>
                  <a:pt x="2025122" y="1080729"/>
                  <a:pt x="2025670" y="1078901"/>
                  <a:pt x="2026676" y="1077163"/>
                </a:cubicBezTo>
              </a:path>
              <a:path w="3870381" h="2172432">
                <a:moveTo>
                  <a:pt x="2066453" y="1002365"/>
                </a:moveTo>
                <a:lnTo>
                  <a:pt x="2089770" y="958383"/>
                </a:lnTo>
                <a:cubicBezTo>
                  <a:pt x="2090776" y="956645"/>
                  <a:pt x="2091964" y="955091"/>
                  <a:pt x="2093519" y="953811"/>
                </a:cubicBezTo>
                <a:cubicBezTo>
                  <a:pt x="2095073" y="952622"/>
                  <a:pt x="2096719" y="951616"/>
                  <a:pt x="2098639" y="951067"/>
                </a:cubicBezTo>
                <a:cubicBezTo>
                  <a:pt x="2100560" y="950519"/>
                  <a:pt x="2102480" y="950336"/>
                  <a:pt x="2104492" y="950519"/>
                </a:cubicBezTo>
                <a:cubicBezTo>
                  <a:pt x="2106412" y="950702"/>
                  <a:pt x="2108332" y="951250"/>
                  <a:pt x="2110069" y="952165"/>
                </a:cubicBezTo>
                <a:cubicBezTo>
                  <a:pt x="2111807" y="953079"/>
                  <a:pt x="2113270" y="954359"/>
                  <a:pt x="2114550" y="955822"/>
                </a:cubicBezTo>
                <a:cubicBezTo>
                  <a:pt x="2115830" y="957377"/>
                  <a:pt x="2116745" y="959114"/>
                  <a:pt x="2117293" y="961034"/>
                </a:cubicBezTo>
                <a:cubicBezTo>
                  <a:pt x="2117933" y="962863"/>
                  <a:pt x="2118116" y="964783"/>
                  <a:pt x="2117933" y="966795"/>
                </a:cubicBezTo>
                <a:cubicBezTo>
                  <a:pt x="2117750" y="968807"/>
                  <a:pt x="2117202" y="970636"/>
                  <a:pt x="2116196" y="972373"/>
                </a:cubicBezTo>
                <a:lnTo>
                  <a:pt x="2092879" y="1016356"/>
                </a:lnTo>
                <a:cubicBezTo>
                  <a:pt x="2091873" y="1018093"/>
                  <a:pt x="2090684" y="1019647"/>
                  <a:pt x="2089130" y="1020928"/>
                </a:cubicBezTo>
                <a:cubicBezTo>
                  <a:pt x="2087575" y="1022116"/>
                  <a:pt x="2085929" y="1023031"/>
                  <a:pt x="2084009" y="1023671"/>
                </a:cubicBezTo>
                <a:cubicBezTo>
                  <a:pt x="2082089" y="1024219"/>
                  <a:pt x="2080169" y="1024402"/>
                  <a:pt x="2078157" y="1024219"/>
                </a:cubicBezTo>
                <a:cubicBezTo>
                  <a:pt x="2076237" y="1024037"/>
                  <a:pt x="2074316" y="1023488"/>
                  <a:pt x="2072579" y="1022574"/>
                </a:cubicBezTo>
                <a:cubicBezTo>
                  <a:pt x="2070842" y="1021659"/>
                  <a:pt x="2069379" y="1020379"/>
                  <a:pt x="2068098" y="1018916"/>
                </a:cubicBezTo>
                <a:cubicBezTo>
                  <a:pt x="2066818" y="1017361"/>
                  <a:pt x="2065904" y="1015624"/>
                  <a:pt x="2065355" y="1013704"/>
                </a:cubicBezTo>
                <a:cubicBezTo>
                  <a:pt x="2064715" y="1011875"/>
                  <a:pt x="2064532" y="1009863"/>
                  <a:pt x="2064715" y="1007943"/>
                </a:cubicBezTo>
                <a:cubicBezTo>
                  <a:pt x="2064898" y="1005931"/>
                  <a:pt x="2065447" y="1004103"/>
                  <a:pt x="2066453" y="1002365"/>
                </a:cubicBezTo>
              </a:path>
              <a:path w="3870381" h="2172432">
                <a:moveTo>
                  <a:pt x="2106229" y="927567"/>
                </a:moveTo>
                <a:lnTo>
                  <a:pt x="2129546" y="883585"/>
                </a:lnTo>
                <a:cubicBezTo>
                  <a:pt x="2130552" y="881847"/>
                  <a:pt x="2131741" y="880293"/>
                  <a:pt x="2133295" y="879104"/>
                </a:cubicBezTo>
                <a:cubicBezTo>
                  <a:pt x="2134850" y="877824"/>
                  <a:pt x="2136496" y="876910"/>
                  <a:pt x="2138416" y="876270"/>
                </a:cubicBezTo>
                <a:cubicBezTo>
                  <a:pt x="2140336" y="875721"/>
                  <a:pt x="2142256" y="875538"/>
                  <a:pt x="2144268" y="875721"/>
                </a:cubicBezTo>
                <a:cubicBezTo>
                  <a:pt x="2146188" y="875904"/>
                  <a:pt x="2148108" y="876452"/>
                  <a:pt x="2149846" y="877367"/>
                </a:cubicBezTo>
                <a:cubicBezTo>
                  <a:pt x="2151583" y="878281"/>
                  <a:pt x="2153046" y="879561"/>
                  <a:pt x="2154326" y="881116"/>
                </a:cubicBezTo>
                <a:cubicBezTo>
                  <a:pt x="2155607" y="882579"/>
                  <a:pt x="2156521" y="884316"/>
                  <a:pt x="2157070" y="886236"/>
                </a:cubicBezTo>
                <a:cubicBezTo>
                  <a:pt x="2157710" y="888065"/>
                  <a:pt x="2157893" y="890077"/>
                  <a:pt x="2157710" y="891997"/>
                </a:cubicBezTo>
                <a:cubicBezTo>
                  <a:pt x="2157527" y="894009"/>
                  <a:pt x="2156978" y="895838"/>
                  <a:pt x="2155972" y="897575"/>
                </a:cubicBezTo>
                <a:lnTo>
                  <a:pt x="2132655" y="941558"/>
                </a:lnTo>
                <a:cubicBezTo>
                  <a:pt x="2131649" y="943295"/>
                  <a:pt x="2130461" y="944850"/>
                  <a:pt x="2128906" y="946130"/>
                </a:cubicBezTo>
                <a:cubicBezTo>
                  <a:pt x="2127352" y="947410"/>
                  <a:pt x="2125706" y="948324"/>
                  <a:pt x="2123785" y="948873"/>
                </a:cubicBezTo>
                <a:cubicBezTo>
                  <a:pt x="2121865" y="949422"/>
                  <a:pt x="2119945" y="949604"/>
                  <a:pt x="2117933" y="949422"/>
                </a:cubicBezTo>
                <a:cubicBezTo>
                  <a:pt x="2116013" y="949239"/>
                  <a:pt x="2114093" y="948690"/>
                  <a:pt x="2112355" y="947776"/>
                </a:cubicBezTo>
                <a:cubicBezTo>
                  <a:pt x="2110618" y="946861"/>
                  <a:pt x="2109155" y="945581"/>
                  <a:pt x="2107875" y="944118"/>
                </a:cubicBezTo>
                <a:cubicBezTo>
                  <a:pt x="2106595" y="942564"/>
                  <a:pt x="2105680" y="940826"/>
                  <a:pt x="2105132" y="938997"/>
                </a:cubicBezTo>
                <a:cubicBezTo>
                  <a:pt x="2104492" y="937077"/>
                  <a:pt x="2104309" y="935157"/>
                  <a:pt x="2104492" y="933145"/>
                </a:cubicBezTo>
                <a:cubicBezTo>
                  <a:pt x="2104674" y="931134"/>
                  <a:pt x="2105223" y="929305"/>
                  <a:pt x="2106229" y="927567"/>
                </a:cubicBezTo>
              </a:path>
              <a:path w="3870381" h="2172432">
                <a:moveTo>
                  <a:pt x="2146005" y="852769"/>
                </a:moveTo>
                <a:lnTo>
                  <a:pt x="2169323" y="808787"/>
                </a:lnTo>
                <a:cubicBezTo>
                  <a:pt x="2170328" y="807049"/>
                  <a:pt x="2171517" y="805495"/>
                  <a:pt x="2173072" y="804306"/>
                </a:cubicBezTo>
                <a:cubicBezTo>
                  <a:pt x="2174626" y="803026"/>
                  <a:pt x="2176272" y="802112"/>
                  <a:pt x="2178192" y="801472"/>
                </a:cubicBezTo>
                <a:cubicBezTo>
                  <a:pt x="2180112" y="800923"/>
                  <a:pt x="2182033" y="800740"/>
                  <a:pt x="2184044" y="800923"/>
                </a:cubicBezTo>
                <a:cubicBezTo>
                  <a:pt x="2185965" y="801106"/>
                  <a:pt x="2187885" y="801654"/>
                  <a:pt x="2189622" y="802569"/>
                </a:cubicBezTo>
                <a:cubicBezTo>
                  <a:pt x="2191360" y="803575"/>
                  <a:pt x="2192823" y="804763"/>
                  <a:pt x="2194103" y="806318"/>
                </a:cubicBezTo>
                <a:cubicBezTo>
                  <a:pt x="2195383" y="807781"/>
                  <a:pt x="2196297" y="809518"/>
                  <a:pt x="2196846" y="811439"/>
                </a:cubicBezTo>
                <a:cubicBezTo>
                  <a:pt x="2197486" y="813359"/>
                  <a:pt x="2197669" y="815279"/>
                  <a:pt x="2197486" y="817199"/>
                </a:cubicBezTo>
                <a:cubicBezTo>
                  <a:pt x="2197303" y="819211"/>
                  <a:pt x="2196755" y="821040"/>
                  <a:pt x="2195749" y="822777"/>
                </a:cubicBezTo>
                <a:lnTo>
                  <a:pt x="2172432" y="866760"/>
                </a:lnTo>
                <a:cubicBezTo>
                  <a:pt x="2171426" y="868589"/>
                  <a:pt x="2170237" y="870052"/>
                  <a:pt x="2168682" y="871332"/>
                </a:cubicBezTo>
                <a:cubicBezTo>
                  <a:pt x="2167128" y="872612"/>
                  <a:pt x="2165482" y="873526"/>
                  <a:pt x="2163562" y="874075"/>
                </a:cubicBezTo>
                <a:cubicBezTo>
                  <a:pt x="2161642" y="874624"/>
                  <a:pt x="2159721" y="874898"/>
                  <a:pt x="2157710" y="874624"/>
                </a:cubicBezTo>
                <a:cubicBezTo>
                  <a:pt x="2155789" y="874441"/>
                  <a:pt x="2153869" y="873892"/>
                  <a:pt x="2152132" y="872978"/>
                </a:cubicBezTo>
                <a:cubicBezTo>
                  <a:pt x="2150394" y="872063"/>
                  <a:pt x="2148931" y="870875"/>
                  <a:pt x="2147651" y="869320"/>
                </a:cubicBezTo>
                <a:cubicBezTo>
                  <a:pt x="2146371" y="867766"/>
                  <a:pt x="2145457" y="866028"/>
                  <a:pt x="2144908" y="864199"/>
                </a:cubicBezTo>
                <a:cubicBezTo>
                  <a:pt x="2144268" y="862279"/>
                  <a:pt x="2144085" y="860359"/>
                  <a:pt x="2144268" y="858347"/>
                </a:cubicBezTo>
                <a:cubicBezTo>
                  <a:pt x="2144451" y="856427"/>
                  <a:pt x="2145000" y="854507"/>
                  <a:pt x="2146005" y="852769"/>
                </a:cubicBezTo>
              </a:path>
              <a:path w="3870381" h="2172432">
                <a:moveTo>
                  <a:pt x="2185782" y="777972"/>
                </a:moveTo>
                <a:lnTo>
                  <a:pt x="2209099" y="733989"/>
                </a:lnTo>
                <a:cubicBezTo>
                  <a:pt x="2210105" y="732252"/>
                  <a:pt x="2211294" y="730788"/>
                  <a:pt x="2212848" y="729508"/>
                </a:cubicBezTo>
                <a:cubicBezTo>
                  <a:pt x="2214402" y="728228"/>
                  <a:pt x="2216048" y="727314"/>
                  <a:pt x="2217969" y="726765"/>
                </a:cubicBezTo>
                <a:cubicBezTo>
                  <a:pt x="2219889" y="726125"/>
                  <a:pt x="2221809" y="725942"/>
                  <a:pt x="2223821" y="726125"/>
                </a:cubicBezTo>
                <a:cubicBezTo>
                  <a:pt x="2225741" y="726308"/>
                  <a:pt x="2227661" y="726857"/>
                  <a:pt x="2229399" y="727862"/>
                </a:cubicBezTo>
                <a:cubicBezTo>
                  <a:pt x="2231136" y="728777"/>
                  <a:pt x="2232599" y="729966"/>
                  <a:pt x="2233879" y="731520"/>
                </a:cubicBezTo>
                <a:cubicBezTo>
                  <a:pt x="2235159" y="733074"/>
                  <a:pt x="2236074" y="734720"/>
                  <a:pt x="2236622" y="736641"/>
                </a:cubicBezTo>
                <a:cubicBezTo>
                  <a:pt x="2237262" y="738561"/>
                  <a:pt x="2237445" y="740481"/>
                  <a:pt x="2237262" y="742401"/>
                </a:cubicBezTo>
                <a:cubicBezTo>
                  <a:pt x="2237080" y="744413"/>
                  <a:pt x="2236531" y="746242"/>
                  <a:pt x="2235525" y="748071"/>
                </a:cubicBezTo>
                <a:lnTo>
                  <a:pt x="2212208" y="792053"/>
                </a:lnTo>
                <a:cubicBezTo>
                  <a:pt x="2211202" y="793791"/>
                  <a:pt x="2210013" y="795254"/>
                  <a:pt x="2208459" y="796534"/>
                </a:cubicBezTo>
                <a:cubicBezTo>
                  <a:pt x="2206904" y="797814"/>
                  <a:pt x="2205258" y="798728"/>
                  <a:pt x="2203338" y="799277"/>
                </a:cubicBezTo>
                <a:cubicBezTo>
                  <a:pt x="2201418" y="799917"/>
                  <a:pt x="2199498" y="800100"/>
                  <a:pt x="2197486" y="799917"/>
                </a:cubicBezTo>
                <a:cubicBezTo>
                  <a:pt x="2195566" y="799734"/>
                  <a:pt x="2193737" y="799094"/>
                  <a:pt x="2191908" y="798180"/>
                </a:cubicBezTo>
                <a:cubicBezTo>
                  <a:pt x="2190171" y="797265"/>
                  <a:pt x="2188708" y="796077"/>
                  <a:pt x="2187428" y="794522"/>
                </a:cubicBezTo>
                <a:cubicBezTo>
                  <a:pt x="2186148" y="792968"/>
                  <a:pt x="2185233" y="791322"/>
                  <a:pt x="2184684" y="789402"/>
                </a:cubicBezTo>
                <a:cubicBezTo>
                  <a:pt x="2184044" y="787481"/>
                  <a:pt x="2183862" y="785561"/>
                  <a:pt x="2184044" y="783549"/>
                </a:cubicBezTo>
                <a:cubicBezTo>
                  <a:pt x="2184227" y="781629"/>
                  <a:pt x="2184776" y="779709"/>
                  <a:pt x="2185782" y="777972"/>
                </a:cubicBezTo>
              </a:path>
              <a:path w="3870381" h="2172432">
                <a:moveTo>
                  <a:pt x="2225558" y="703174"/>
                </a:moveTo>
                <a:lnTo>
                  <a:pt x="2248875" y="659191"/>
                </a:lnTo>
                <a:cubicBezTo>
                  <a:pt x="2249881" y="657454"/>
                  <a:pt x="2251070" y="655991"/>
                  <a:pt x="2252624" y="654710"/>
                </a:cubicBezTo>
                <a:cubicBezTo>
                  <a:pt x="2254179" y="653430"/>
                  <a:pt x="2255825" y="652516"/>
                  <a:pt x="2257745" y="651967"/>
                </a:cubicBezTo>
                <a:cubicBezTo>
                  <a:pt x="2259665" y="651327"/>
                  <a:pt x="2261586" y="651144"/>
                  <a:pt x="2263597" y="651327"/>
                </a:cubicBezTo>
                <a:cubicBezTo>
                  <a:pt x="2265517" y="651510"/>
                  <a:pt x="2267438" y="652150"/>
                  <a:pt x="2269175" y="653064"/>
                </a:cubicBezTo>
                <a:cubicBezTo>
                  <a:pt x="2270912" y="653979"/>
                  <a:pt x="2272375" y="655168"/>
                  <a:pt x="2273656" y="656722"/>
                </a:cubicBezTo>
                <a:cubicBezTo>
                  <a:pt x="2274936" y="658277"/>
                  <a:pt x="2275850" y="659922"/>
                  <a:pt x="2276399" y="661843"/>
                </a:cubicBezTo>
                <a:cubicBezTo>
                  <a:pt x="2277039" y="663763"/>
                  <a:pt x="2277222" y="665683"/>
                  <a:pt x="2277039" y="667695"/>
                </a:cubicBezTo>
                <a:cubicBezTo>
                  <a:pt x="2276856" y="669615"/>
                  <a:pt x="2276307" y="671535"/>
                  <a:pt x="2275302" y="673273"/>
                </a:cubicBezTo>
                <a:lnTo>
                  <a:pt x="2251984" y="717255"/>
                </a:lnTo>
                <a:cubicBezTo>
                  <a:pt x="2250978" y="718993"/>
                  <a:pt x="2249790" y="720456"/>
                  <a:pt x="2248235" y="721736"/>
                </a:cubicBezTo>
                <a:cubicBezTo>
                  <a:pt x="2246681" y="723016"/>
                  <a:pt x="2245035" y="723930"/>
                  <a:pt x="2243115" y="724479"/>
                </a:cubicBezTo>
                <a:cubicBezTo>
                  <a:pt x="2241194" y="725119"/>
                  <a:pt x="2239274" y="725302"/>
                  <a:pt x="2237262" y="725119"/>
                </a:cubicBezTo>
                <a:cubicBezTo>
                  <a:pt x="2235342" y="724936"/>
                  <a:pt x="2233513" y="724388"/>
                  <a:pt x="2231685" y="723382"/>
                </a:cubicBezTo>
                <a:cubicBezTo>
                  <a:pt x="2229947" y="722467"/>
                  <a:pt x="2228484" y="721279"/>
                  <a:pt x="2227204" y="719724"/>
                </a:cubicBezTo>
                <a:cubicBezTo>
                  <a:pt x="2225924" y="718170"/>
                  <a:pt x="2225010" y="716524"/>
                  <a:pt x="2224461" y="714604"/>
                </a:cubicBezTo>
                <a:cubicBezTo>
                  <a:pt x="2223821" y="712683"/>
                  <a:pt x="2223638" y="710763"/>
                  <a:pt x="2223821" y="708751"/>
                </a:cubicBezTo>
                <a:cubicBezTo>
                  <a:pt x="2224004" y="706831"/>
                  <a:pt x="2224552" y="705002"/>
                  <a:pt x="2225558" y="703174"/>
                </a:cubicBezTo>
              </a:path>
              <a:path w="3870381" h="2172432">
                <a:moveTo>
                  <a:pt x="2265335" y="628467"/>
                </a:moveTo>
                <a:lnTo>
                  <a:pt x="2288652" y="584393"/>
                </a:lnTo>
                <a:cubicBezTo>
                  <a:pt x="2289658" y="582656"/>
                  <a:pt x="2290846" y="581193"/>
                  <a:pt x="2292401" y="579912"/>
                </a:cubicBezTo>
                <a:cubicBezTo>
                  <a:pt x="2293955" y="578632"/>
                  <a:pt x="2295601" y="577718"/>
                  <a:pt x="2297521" y="577169"/>
                </a:cubicBezTo>
                <a:cubicBezTo>
                  <a:pt x="2299442" y="576621"/>
                  <a:pt x="2301362" y="576346"/>
                  <a:pt x="2303374" y="576529"/>
                </a:cubicBezTo>
                <a:cubicBezTo>
                  <a:pt x="2305294" y="576804"/>
                  <a:pt x="2307214" y="577352"/>
                  <a:pt x="2308951" y="578267"/>
                </a:cubicBezTo>
                <a:cubicBezTo>
                  <a:pt x="2310689" y="579181"/>
                  <a:pt x="2312152" y="580370"/>
                  <a:pt x="2313432" y="581924"/>
                </a:cubicBezTo>
                <a:cubicBezTo>
                  <a:pt x="2314712" y="583479"/>
                  <a:pt x="2315627" y="585216"/>
                  <a:pt x="2316175" y="587045"/>
                </a:cubicBezTo>
                <a:cubicBezTo>
                  <a:pt x="2316815" y="588965"/>
                  <a:pt x="2316998" y="590885"/>
                  <a:pt x="2316815" y="592897"/>
                </a:cubicBezTo>
                <a:cubicBezTo>
                  <a:pt x="2316632" y="594817"/>
                  <a:pt x="2316084" y="596737"/>
                  <a:pt x="2315078" y="598475"/>
                </a:cubicBezTo>
                <a:lnTo>
                  <a:pt x="2291761" y="642457"/>
                </a:lnTo>
                <a:cubicBezTo>
                  <a:pt x="2290755" y="644195"/>
                  <a:pt x="2289566" y="645749"/>
                  <a:pt x="2288012" y="646938"/>
                </a:cubicBezTo>
                <a:cubicBezTo>
                  <a:pt x="2286549" y="648218"/>
                  <a:pt x="2284811" y="649133"/>
                  <a:pt x="2282891" y="649773"/>
                </a:cubicBezTo>
                <a:cubicBezTo>
                  <a:pt x="2280971" y="650321"/>
                  <a:pt x="2279051" y="650504"/>
                  <a:pt x="2277039" y="650321"/>
                </a:cubicBezTo>
                <a:cubicBezTo>
                  <a:pt x="2275119" y="650138"/>
                  <a:pt x="2273290" y="649590"/>
                  <a:pt x="2271461" y="648675"/>
                </a:cubicBezTo>
                <a:cubicBezTo>
                  <a:pt x="2269724" y="647670"/>
                  <a:pt x="2268261" y="646481"/>
                  <a:pt x="2266980" y="644926"/>
                </a:cubicBezTo>
                <a:cubicBezTo>
                  <a:pt x="2265700" y="643463"/>
                  <a:pt x="2264786" y="641726"/>
                  <a:pt x="2264237" y="639806"/>
                </a:cubicBezTo>
                <a:cubicBezTo>
                  <a:pt x="2263597" y="637885"/>
                  <a:pt x="2263414" y="635965"/>
                  <a:pt x="2263597" y="634045"/>
                </a:cubicBezTo>
                <a:cubicBezTo>
                  <a:pt x="2263780" y="632033"/>
                  <a:pt x="2264329" y="630204"/>
                  <a:pt x="2265335" y="628467"/>
                </a:cubicBezTo>
              </a:path>
              <a:path w="3870381" h="2172432">
                <a:moveTo>
                  <a:pt x="2305111" y="553669"/>
                </a:moveTo>
                <a:lnTo>
                  <a:pt x="2328520" y="509687"/>
                </a:lnTo>
                <a:cubicBezTo>
                  <a:pt x="2329434" y="507858"/>
                  <a:pt x="2330623" y="506395"/>
                  <a:pt x="2332177" y="505115"/>
                </a:cubicBezTo>
                <a:cubicBezTo>
                  <a:pt x="2333732" y="503834"/>
                  <a:pt x="2335378" y="502920"/>
                  <a:pt x="2337298" y="502371"/>
                </a:cubicBezTo>
                <a:cubicBezTo>
                  <a:pt x="2339218" y="501823"/>
                  <a:pt x="2341138" y="501640"/>
                  <a:pt x="2343150" y="501823"/>
                </a:cubicBezTo>
                <a:cubicBezTo>
                  <a:pt x="2345070" y="502006"/>
                  <a:pt x="2346990" y="502554"/>
                  <a:pt x="2348728" y="503469"/>
                </a:cubicBezTo>
                <a:cubicBezTo>
                  <a:pt x="2350465" y="504383"/>
                  <a:pt x="2351928" y="505663"/>
                  <a:pt x="2353208" y="507126"/>
                </a:cubicBezTo>
                <a:cubicBezTo>
                  <a:pt x="2354489" y="508681"/>
                  <a:pt x="2355403" y="510418"/>
                  <a:pt x="2355952" y="512247"/>
                </a:cubicBezTo>
                <a:cubicBezTo>
                  <a:pt x="2356592" y="514167"/>
                  <a:pt x="2356775" y="516087"/>
                  <a:pt x="2356592" y="518099"/>
                </a:cubicBezTo>
                <a:cubicBezTo>
                  <a:pt x="2356409" y="520019"/>
                  <a:pt x="2355860" y="521940"/>
                  <a:pt x="2354946" y="523677"/>
                </a:cubicBezTo>
                <a:lnTo>
                  <a:pt x="2331537" y="567660"/>
                </a:lnTo>
                <a:cubicBezTo>
                  <a:pt x="2330531" y="569397"/>
                  <a:pt x="2329343" y="570951"/>
                  <a:pt x="2327788" y="572140"/>
                </a:cubicBezTo>
                <a:cubicBezTo>
                  <a:pt x="2326234" y="573420"/>
                  <a:pt x="2324588" y="574335"/>
                  <a:pt x="2322667" y="574975"/>
                </a:cubicBezTo>
                <a:cubicBezTo>
                  <a:pt x="2320747" y="575523"/>
                  <a:pt x="2318827" y="575706"/>
                  <a:pt x="2316815" y="575523"/>
                </a:cubicBezTo>
                <a:cubicBezTo>
                  <a:pt x="2314895" y="575340"/>
                  <a:pt x="2313066" y="574792"/>
                  <a:pt x="2311237" y="573877"/>
                </a:cubicBezTo>
                <a:cubicBezTo>
                  <a:pt x="2309500" y="572963"/>
                  <a:pt x="2308037" y="571683"/>
                  <a:pt x="2306757" y="570128"/>
                </a:cubicBezTo>
                <a:cubicBezTo>
                  <a:pt x="2305477" y="568665"/>
                  <a:pt x="2304562" y="566928"/>
                  <a:pt x="2304014" y="565008"/>
                </a:cubicBezTo>
                <a:cubicBezTo>
                  <a:pt x="2303374" y="563179"/>
                  <a:pt x="2303191" y="561167"/>
                  <a:pt x="2303374" y="559247"/>
                </a:cubicBezTo>
                <a:cubicBezTo>
                  <a:pt x="2303556" y="557235"/>
                  <a:pt x="2304105" y="555407"/>
                  <a:pt x="2305111" y="553669"/>
                </a:cubicBezTo>
              </a:path>
              <a:path w="3870381" h="2172432">
                <a:moveTo>
                  <a:pt x="2344887" y="478871"/>
                </a:moveTo>
                <a:lnTo>
                  <a:pt x="2368296" y="434889"/>
                </a:lnTo>
                <a:cubicBezTo>
                  <a:pt x="2369210" y="433151"/>
                  <a:pt x="2370399" y="431597"/>
                  <a:pt x="2371954" y="430317"/>
                </a:cubicBezTo>
                <a:cubicBezTo>
                  <a:pt x="2373508" y="429128"/>
                  <a:pt x="2375154" y="428214"/>
                  <a:pt x="2377074" y="427573"/>
                </a:cubicBezTo>
                <a:cubicBezTo>
                  <a:pt x="2378994" y="427025"/>
                  <a:pt x="2380915" y="426842"/>
                  <a:pt x="2382926" y="427025"/>
                </a:cubicBezTo>
                <a:cubicBezTo>
                  <a:pt x="2384847" y="427208"/>
                  <a:pt x="2386767" y="427756"/>
                  <a:pt x="2388504" y="428671"/>
                </a:cubicBezTo>
                <a:cubicBezTo>
                  <a:pt x="2390242" y="429585"/>
                  <a:pt x="2391705" y="430865"/>
                  <a:pt x="2392985" y="432328"/>
                </a:cubicBezTo>
                <a:cubicBezTo>
                  <a:pt x="2394265" y="433883"/>
                  <a:pt x="2395179" y="435620"/>
                  <a:pt x="2395728" y="437540"/>
                </a:cubicBezTo>
                <a:cubicBezTo>
                  <a:pt x="2396368" y="439369"/>
                  <a:pt x="2396551" y="441289"/>
                  <a:pt x="2396368" y="443301"/>
                </a:cubicBezTo>
                <a:cubicBezTo>
                  <a:pt x="2396185" y="445313"/>
                  <a:pt x="2395637" y="447142"/>
                  <a:pt x="2394722" y="448879"/>
                </a:cubicBezTo>
                <a:lnTo>
                  <a:pt x="2371314" y="492862"/>
                </a:lnTo>
                <a:cubicBezTo>
                  <a:pt x="2370308" y="494599"/>
                  <a:pt x="2369119" y="496153"/>
                  <a:pt x="2367564" y="497434"/>
                </a:cubicBezTo>
                <a:cubicBezTo>
                  <a:pt x="2366101" y="498622"/>
                  <a:pt x="2364364" y="499537"/>
                  <a:pt x="2362444" y="500177"/>
                </a:cubicBezTo>
                <a:cubicBezTo>
                  <a:pt x="2360524" y="500725"/>
                  <a:pt x="2358603" y="500908"/>
                  <a:pt x="2356592" y="500725"/>
                </a:cubicBezTo>
                <a:cubicBezTo>
                  <a:pt x="2354671" y="500543"/>
                  <a:pt x="2352843" y="499994"/>
                  <a:pt x="2351014" y="499080"/>
                </a:cubicBezTo>
                <a:cubicBezTo>
                  <a:pt x="2349276" y="498165"/>
                  <a:pt x="2347813" y="496885"/>
                  <a:pt x="2346533" y="495422"/>
                </a:cubicBezTo>
                <a:cubicBezTo>
                  <a:pt x="2345253" y="493867"/>
                  <a:pt x="2344339" y="492130"/>
                  <a:pt x="2343790" y="490210"/>
                </a:cubicBezTo>
                <a:cubicBezTo>
                  <a:pt x="2343150" y="488381"/>
                  <a:pt x="2342967" y="486461"/>
                  <a:pt x="2343150" y="484449"/>
                </a:cubicBezTo>
                <a:cubicBezTo>
                  <a:pt x="2343333" y="482437"/>
                  <a:pt x="2343882" y="480609"/>
                  <a:pt x="2344887" y="478871"/>
                </a:cubicBezTo>
              </a:path>
              <a:path w="3870381" h="2172432">
                <a:moveTo>
                  <a:pt x="2384664" y="404073"/>
                </a:moveTo>
                <a:lnTo>
                  <a:pt x="2408072" y="360091"/>
                </a:lnTo>
                <a:cubicBezTo>
                  <a:pt x="2408987" y="358353"/>
                  <a:pt x="2410176" y="356799"/>
                  <a:pt x="2411730" y="355610"/>
                </a:cubicBezTo>
                <a:cubicBezTo>
                  <a:pt x="2413284" y="354330"/>
                  <a:pt x="2414930" y="353416"/>
                  <a:pt x="2416851" y="352776"/>
                </a:cubicBezTo>
                <a:cubicBezTo>
                  <a:pt x="2418771" y="352227"/>
                  <a:pt x="2420691" y="352044"/>
                  <a:pt x="2422703" y="352227"/>
                </a:cubicBezTo>
                <a:cubicBezTo>
                  <a:pt x="2424623" y="352410"/>
                  <a:pt x="2426543" y="352958"/>
                  <a:pt x="2428281" y="353873"/>
                </a:cubicBezTo>
                <a:cubicBezTo>
                  <a:pt x="2430018" y="354787"/>
                  <a:pt x="2431481" y="356067"/>
                  <a:pt x="2432761" y="357622"/>
                </a:cubicBezTo>
                <a:cubicBezTo>
                  <a:pt x="2434041" y="359085"/>
                  <a:pt x="2434956" y="360822"/>
                  <a:pt x="2435504" y="362742"/>
                </a:cubicBezTo>
                <a:cubicBezTo>
                  <a:pt x="2436144" y="364571"/>
                  <a:pt x="2436327" y="366583"/>
                  <a:pt x="2436144" y="368503"/>
                </a:cubicBezTo>
                <a:cubicBezTo>
                  <a:pt x="2435962" y="370515"/>
                  <a:pt x="2435413" y="372344"/>
                  <a:pt x="2434499" y="374081"/>
                </a:cubicBezTo>
                <a:lnTo>
                  <a:pt x="2411090" y="418064"/>
                </a:lnTo>
                <a:cubicBezTo>
                  <a:pt x="2410084" y="419892"/>
                  <a:pt x="2408895" y="421356"/>
                  <a:pt x="2407341" y="422636"/>
                </a:cubicBezTo>
                <a:cubicBezTo>
                  <a:pt x="2405878" y="423916"/>
                  <a:pt x="2404140" y="424830"/>
                  <a:pt x="2402220" y="425379"/>
                </a:cubicBezTo>
                <a:cubicBezTo>
                  <a:pt x="2400300" y="425928"/>
                  <a:pt x="2398380" y="426110"/>
                  <a:pt x="2396460" y="425928"/>
                </a:cubicBezTo>
                <a:cubicBezTo>
                  <a:pt x="2394448" y="425745"/>
                  <a:pt x="2392619" y="425196"/>
                  <a:pt x="2390790" y="424282"/>
                </a:cubicBezTo>
                <a:cubicBezTo>
                  <a:pt x="2389053" y="423367"/>
                  <a:pt x="2387590" y="422087"/>
                  <a:pt x="2386310" y="420624"/>
                </a:cubicBezTo>
                <a:cubicBezTo>
                  <a:pt x="2385030" y="419070"/>
                  <a:pt x="2384115" y="417332"/>
                  <a:pt x="2383566" y="415503"/>
                </a:cubicBezTo>
                <a:cubicBezTo>
                  <a:pt x="2382926" y="413583"/>
                  <a:pt x="2382744" y="411663"/>
                  <a:pt x="2382926" y="409651"/>
                </a:cubicBezTo>
                <a:cubicBezTo>
                  <a:pt x="2383109" y="407731"/>
                  <a:pt x="2383658" y="405811"/>
                  <a:pt x="2384664" y="404073"/>
                </a:cubicBezTo>
              </a:path>
              <a:path w="3870381" h="2172432">
                <a:moveTo>
                  <a:pt x="2424440" y="329275"/>
                </a:moveTo>
                <a:lnTo>
                  <a:pt x="2447849" y="285293"/>
                </a:lnTo>
                <a:cubicBezTo>
                  <a:pt x="2448763" y="283555"/>
                  <a:pt x="2449952" y="282001"/>
                  <a:pt x="2451506" y="280812"/>
                </a:cubicBezTo>
                <a:cubicBezTo>
                  <a:pt x="2453061" y="279532"/>
                  <a:pt x="2454707" y="278618"/>
                  <a:pt x="2456627" y="277978"/>
                </a:cubicBezTo>
                <a:cubicBezTo>
                  <a:pt x="2458547" y="277429"/>
                  <a:pt x="2460468" y="277246"/>
                  <a:pt x="2462479" y="277429"/>
                </a:cubicBezTo>
                <a:cubicBezTo>
                  <a:pt x="2464399" y="277612"/>
                  <a:pt x="2466320" y="278160"/>
                  <a:pt x="2468057" y="279075"/>
                </a:cubicBezTo>
                <a:cubicBezTo>
                  <a:pt x="2469794" y="280081"/>
                  <a:pt x="2471257" y="281269"/>
                  <a:pt x="2472538" y="282824"/>
                </a:cubicBezTo>
                <a:cubicBezTo>
                  <a:pt x="2473818" y="284287"/>
                  <a:pt x="2474732" y="286024"/>
                  <a:pt x="2475281" y="287945"/>
                </a:cubicBezTo>
                <a:cubicBezTo>
                  <a:pt x="2475921" y="289865"/>
                  <a:pt x="2476104" y="291785"/>
                  <a:pt x="2475921" y="293705"/>
                </a:cubicBezTo>
                <a:cubicBezTo>
                  <a:pt x="2475738" y="295717"/>
                  <a:pt x="2475189" y="297546"/>
                  <a:pt x="2474275" y="299283"/>
                </a:cubicBezTo>
                <a:lnTo>
                  <a:pt x="2450866" y="343357"/>
                </a:lnTo>
                <a:cubicBezTo>
                  <a:pt x="2449860" y="345095"/>
                  <a:pt x="2448672" y="346558"/>
                  <a:pt x="2447117" y="347838"/>
                </a:cubicBezTo>
                <a:cubicBezTo>
                  <a:pt x="2445654" y="349118"/>
                  <a:pt x="2443917" y="350032"/>
                  <a:pt x="2441997" y="350581"/>
                </a:cubicBezTo>
                <a:cubicBezTo>
                  <a:pt x="2440076" y="351130"/>
                  <a:pt x="2438156" y="351404"/>
                  <a:pt x="2436236" y="351221"/>
                </a:cubicBezTo>
                <a:cubicBezTo>
                  <a:pt x="2434224" y="350947"/>
                  <a:pt x="2432395" y="350398"/>
                  <a:pt x="2430567" y="349484"/>
                </a:cubicBezTo>
                <a:cubicBezTo>
                  <a:pt x="2428829" y="348569"/>
                  <a:pt x="2427366" y="347381"/>
                  <a:pt x="2426086" y="345826"/>
                </a:cubicBezTo>
                <a:cubicBezTo>
                  <a:pt x="2424806" y="344272"/>
                  <a:pt x="2423892" y="342534"/>
                  <a:pt x="2423343" y="340705"/>
                </a:cubicBezTo>
                <a:cubicBezTo>
                  <a:pt x="2422703" y="338785"/>
                  <a:pt x="2422520" y="336865"/>
                  <a:pt x="2422703" y="334853"/>
                </a:cubicBezTo>
                <a:cubicBezTo>
                  <a:pt x="2422886" y="332933"/>
                  <a:pt x="2423434" y="331013"/>
                  <a:pt x="2424440" y="329275"/>
                </a:cubicBezTo>
              </a:path>
              <a:path w="3870381" h="2172432">
                <a:moveTo>
                  <a:pt x="2464217" y="254478"/>
                </a:moveTo>
                <a:lnTo>
                  <a:pt x="2487625" y="210495"/>
                </a:lnTo>
                <a:cubicBezTo>
                  <a:pt x="2488540" y="208758"/>
                  <a:pt x="2489728" y="207294"/>
                  <a:pt x="2491283" y="206014"/>
                </a:cubicBezTo>
                <a:cubicBezTo>
                  <a:pt x="2492837" y="204734"/>
                  <a:pt x="2494483" y="203820"/>
                  <a:pt x="2496403" y="203271"/>
                </a:cubicBezTo>
                <a:cubicBezTo>
                  <a:pt x="2498324" y="202631"/>
                  <a:pt x="2500244" y="202448"/>
                  <a:pt x="2502256" y="202631"/>
                </a:cubicBezTo>
                <a:cubicBezTo>
                  <a:pt x="2504176" y="202814"/>
                  <a:pt x="2506096" y="203363"/>
                  <a:pt x="2507833" y="204368"/>
                </a:cubicBezTo>
                <a:cubicBezTo>
                  <a:pt x="2509571" y="205283"/>
                  <a:pt x="2511034" y="206472"/>
                  <a:pt x="2512314" y="208026"/>
                </a:cubicBezTo>
                <a:cubicBezTo>
                  <a:pt x="2513594" y="209580"/>
                  <a:pt x="2514509" y="211226"/>
                  <a:pt x="2515057" y="213147"/>
                </a:cubicBezTo>
                <a:cubicBezTo>
                  <a:pt x="2515697" y="215067"/>
                  <a:pt x="2515880" y="216987"/>
                  <a:pt x="2515697" y="218907"/>
                </a:cubicBezTo>
                <a:cubicBezTo>
                  <a:pt x="2515514" y="220919"/>
                  <a:pt x="2514966" y="222748"/>
                  <a:pt x="2514051" y="224577"/>
                </a:cubicBezTo>
                <a:lnTo>
                  <a:pt x="2490643" y="268559"/>
                </a:lnTo>
                <a:cubicBezTo>
                  <a:pt x="2489637" y="270297"/>
                  <a:pt x="2488448" y="271760"/>
                  <a:pt x="2486894" y="273040"/>
                </a:cubicBezTo>
                <a:cubicBezTo>
                  <a:pt x="2485431" y="274320"/>
                  <a:pt x="2483693" y="275234"/>
                  <a:pt x="2481773" y="275783"/>
                </a:cubicBezTo>
                <a:cubicBezTo>
                  <a:pt x="2479853" y="276423"/>
                  <a:pt x="2477933" y="276606"/>
                  <a:pt x="2476012" y="276423"/>
                </a:cubicBezTo>
                <a:cubicBezTo>
                  <a:pt x="2474001" y="276240"/>
                  <a:pt x="2472172" y="275600"/>
                  <a:pt x="2470343" y="274686"/>
                </a:cubicBezTo>
                <a:cubicBezTo>
                  <a:pt x="2468606" y="273771"/>
                  <a:pt x="2467143" y="272583"/>
                  <a:pt x="2465862" y="271028"/>
                </a:cubicBezTo>
                <a:cubicBezTo>
                  <a:pt x="2464582" y="269474"/>
                  <a:pt x="2463668" y="267828"/>
                  <a:pt x="2463119" y="265908"/>
                </a:cubicBezTo>
                <a:cubicBezTo>
                  <a:pt x="2462479" y="263987"/>
                  <a:pt x="2462296" y="262067"/>
                  <a:pt x="2462479" y="260055"/>
                </a:cubicBezTo>
                <a:cubicBezTo>
                  <a:pt x="2462662" y="258135"/>
                  <a:pt x="2463211" y="256215"/>
                  <a:pt x="2464217" y="254478"/>
                </a:cubicBezTo>
              </a:path>
              <a:path w="3870381" h="2172432">
                <a:moveTo>
                  <a:pt x="2503993" y="179680"/>
                </a:moveTo>
                <a:lnTo>
                  <a:pt x="2527402" y="135697"/>
                </a:lnTo>
                <a:cubicBezTo>
                  <a:pt x="2528316" y="133960"/>
                  <a:pt x="2529505" y="132497"/>
                  <a:pt x="2531059" y="131216"/>
                </a:cubicBezTo>
                <a:cubicBezTo>
                  <a:pt x="2532614" y="129936"/>
                  <a:pt x="2534260" y="129022"/>
                  <a:pt x="2536180" y="128473"/>
                </a:cubicBezTo>
                <a:cubicBezTo>
                  <a:pt x="2538100" y="127833"/>
                  <a:pt x="2540020" y="127650"/>
                  <a:pt x="2542032" y="127833"/>
                </a:cubicBezTo>
                <a:cubicBezTo>
                  <a:pt x="2543952" y="128016"/>
                  <a:pt x="2545872" y="128656"/>
                  <a:pt x="2547610" y="129570"/>
                </a:cubicBezTo>
                <a:cubicBezTo>
                  <a:pt x="2549347" y="130485"/>
                  <a:pt x="2550810" y="131674"/>
                  <a:pt x="2552090" y="133228"/>
                </a:cubicBezTo>
                <a:cubicBezTo>
                  <a:pt x="2553371" y="134783"/>
                  <a:pt x="2554285" y="136428"/>
                  <a:pt x="2554834" y="138349"/>
                </a:cubicBezTo>
                <a:cubicBezTo>
                  <a:pt x="2555474" y="140269"/>
                  <a:pt x="2555657" y="142189"/>
                  <a:pt x="2555474" y="144201"/>
                </a:cubicBezTo>
                <a:cubicBezTo>
                  <a:pt x="2555291" y="146121"/>
                  <a:pt x="2554742" y="148041"/>
                  <a:pt x="2553828" y="149779"/>
                </a:cubicBezTo>
                <a:lnTo>
                  <a:pt x="2530419" y="193761"/>
                </a:lnTo>
                <a:cubicBezTo>
                  <a:pt x="2529413" y="195499"/>
                  <a:pt x="2528225" y="196962"/>
                  <a:pt x="2526670" y="198242"/>
                </a:cubicBezTo>
                <a:cubicBezTo>
                  <a:pt x="2525207" y="199522"/>
                  <a:pt x="2523470" y="200436"/>
                  <a:pt x="2521549" y="200985"/>
                </a:cubicBezTo>
                <a:cubicBezTo>
                  <a:pt x="2519629" y="201625"/>
                  <a:pt x="2517709" y="201808"/>
                  <a:pt x="2515789" y="201625"/>
                </a:cubicBezTo>
                <a:cubicBezTo>
                  <a:pt x="2513777" y="201442"/>
                  <a:pt x="2511948" y="200894"/>
                  <a:pt x="2510119" y="199888"/>
                </a:cubicBezTo>
                <a:cubicBezTo>
                  <a:pt x="2508382" y="198973"/>
                  <a:pt x="2506919" y="197785"/>
                  <a:pt x="2505639" y="196230"/>
                </a:cubicBezTo>
                <a:cubicBezTo>
                  <a:pt x="2504359" y="194676"/>
                  <a:pt x="2503444" y="193030"/>
                  <a:pt x="2502896" y="191110"/>
                </a:cubicBezTo>
                <a:cubicBezTo>
                  <a:pt x="2502256" y="189189"/>
                  <a:pt x="2502073" y="187269"/>
                  <a:pt x="2502256" y="185349"/>
                </a:cubicBezTo>
                <a:cubicBezTo>
                  <a:pt x="2502438" y="183337"/>
                  <a:pt x="2502987" y="181508"/>
                  <a:pt x="2503993" y="179680"/>
                </a:cubicBezTo>
              </a:path>
              <a:path w="3870381" h="2172432">
                <a:moveTo>
                  <a:pt x="2543769" y="104973"/>
                </a:moveTo>
                <a:lnTo>
                  <a:pt x="2567178" y="60990"/>
                </a:lnTo>
                <a:cubicBezTo>
                  <a:pt x="2568092" y="59162"/>
                  <a:pt x="2569281" y="57699"/>
                  <a:pt x="2570836" y="56418"/>
                </a:cubicBezTo>
                <a:cubicBezTo>
                  <a:pt x="2572390" y="55138"/>
                  <a:pt x="2574036" y="54224"/>
                  <a:pt x="2575956" y="53675"/>
                </a:cubicBezTo>
                <a:cubicBezTo>
                  <a:pt x="2577876" y="53127"/>
                  <a:pt x="2579797" y="52852"/>
                  <a:pt x="2581808" y="53127"/>
                </a:cubicBezTo>
                <a:cubicBezTo>
                  <a:pt x="2583729" y="53310"/>
                  <a:pt x="2585649" y="53858"/>
                  <a:pt x="2587386" y="54773"/>
                </a:cubicBezTo>
                <a:cubicBezTo>
                  <a:pt x="2589124" y="55687"/>
                  <a:pt x="2590587" y="56876"/>
                  <a:pt x="2591867" y="58430"/>
                </a:cubicBezTo>
                <a:cubicBezTo>
                  <a:pt x="2593147" y="59985"/>
                  <a:pt x="2594061" y="61722"/>
                  <a:pt x="2594610" y="63551"/>
                </a:cubicBezTo>
                <a:cubicBezTo>
                  <a:pt x="2595250" y="65471"/>
                  <a:pt x="2595433" y="67391"/>
                  <a:pt x="2595250" y="69403"/>
                </a:cubicBezTo>
                <a:cubicBezTo>
                  <a:pt x="2595067" y="71323"/>
                  <a:pt x="2594519" y="73243"/>
                  <a:pt x="2593604" y="74981"/>
                </a:cubicBezTo>
                <a:lnTo>
                  <a:pt x="2570196" y="118963"/>
                </a:lnTo>
                <a:cubicBezTo>
                  <a:pt x="2569190" y="120701"/>
                  <a:pt x="2568001" y="122255"/>
                  <a:pt x="2566446" y="123444"/>
                </a:cubicBezTo>
                <a:cubicBezTo>
                  <a:pt x="2564983" y="124724"/>
                  <a:pt x="2563246" y="125639"/>
                  <a:pt x="2561326" y="126279"/>
                </a:cubicBezTo>
                <a:cubicBezTo>
                  <a:pt x="2559406" y="126827"/>
                  <a:pt x="2557485" y="127010"/>
                  <a:pt x="2555565" y="126827"/>
                </a:cubicBezTo>
                <a:cubicBezTo>
                  <a:pt x="2553553" y="126644"/>
                  <a:pt x="2551725" y="126096"/>
                  <a:pt x="2549896" y="125181"/>
                </a:cubicBezTo>
                <a:cubicBezTo>
                  <a:pt x="2548158" y="124176"/>
                  <a:pt x="2546695" y="122987"/>
                  <a:pt x="2545415" y="121432"/>
                </a:cubicBezTo>
                <a:cubicBezTo>
                  <a:pt x="2544135" y="119969"/>
                  <a:pt x="2543221" y="118232"/>
                  <a:pt x="2542672" y="116312"/>
                </a:cubicBezTo>
                <a:cubicBezTo>
                  <a:pt x="2542032" y="114391"/>
                  <a:pt x="2541849" y="112471"/>
                  <a:pt x="2542032" y="110551"/>
                </a:cubicBezTo>
                <a:cubicBezTo>
                  <a:pt x="2542215" y="108539"/>
                  <a:pt x="2542764" y="106710"/>
                  <a:pt x="2543769" y="104973"/>
                </a:cubicBezTo>
              </a:path>
              <a:path w="3870381" h="2172432">
                <a:moveTo>
                  <a:pt x="2583546" y="30175"/>
                </a:moveTo>
                <a:lnTo>
                  <a:pt x="2595250" y="8047"/>
                </a:lnTo>
                <a:cubicBezTo>
                  <a:pt x="2596164" y="6309"/>
                  <a:pt x="2597445" y="4755"/>
                  <a:pt x="2598999" y="3566"/>
                </a:cubicBezTo>
                <a:cubicBezTo>
                  <a:pt x="2600462" y="2286"/>
                  <a:pt x="2602200" y="1372"/>
                  <a:pt x="2604120" y="732"/>
                </a:cubicBezTo>
                <a:cubicBezTo>
                  <a:pt x="2606040" y="183"/>
                  <a:pt x="2607960" y="0"/>
                  <a:pt x="2609880" y="183"/>
                </a:cubicBezTo>
                <a:cubicBezTo>
                  <a:pt x="2611892" y="366"/>
                  <a:pt x="2613721" y="914"/>
                  <a:pt x="2615458" y="1829"/>
                </a:cubicBezTo>
                <a:cubicBezTo>
                  <a:pt x="2615641" y="1920"/>
                  <a:pt x="2615733" y="2012"/>
                  <a:pt x="2615824" y="2012"/>
                </a:cubicBezTo>
                <a:lnTo>
                  <a:pt x="2637404" y="14173"/>
                </a:lnTo>
                <a:cubicBezTo>
                  <a:pt x="2639141" y="15088"/>
                  <a:pt x="2640696" y="16368"/>
                  <a:pt x="2641884" y="17922"/>
                </a:cubicBezTo>
                <a:cubicBezTo>
                  <a:pt x="2643073" y="19477"/>
                  <a:pt x="2643988" y="21214"/>
                  <a:pt x="2644536" y="23134"/>
                </a:cubicBezTo>
                <a:cubicBezTo>
                  <a:pt x="2645085" y="25055"/>
                  <a:pt x="2645268" y="26975"/>
                  <a:pt x="2644993" y="28895"/>
                </a:cubicBezTo>
                <a:cubicBezTo>
                  <a:pt x="2644719" y="30907"/>
                  <a:pt x="2644170" y="32736"/>
                  <a:pt x="2643165" y="34473"/>
                </a:cubicBezTo>
                <a:cubicBezTo>
                  <a:pt x="2642250" y="36210"/>
                  <a:pt x="2640970" y="37673"/>
                  <a:pt x="2639416" y="38953"/>
                </a:cubicBezTo>
                <a:cubicBezTo>
                  <a:pt x="2637861" y="40142"/>
                  <a:pt x="2636124" y="41057"/>
                  <a:pt x="2634204" y="41605"/>
                </a:cubicBezTo>
                <a:cubicBezTo>
                  <a:pt x="2632283" y="42062"/>
                  <a:pt x="2630363" y="42245"/>
                  <a:pt x="2628351" y="42062"/>
                </a:cubicBezTo>
                <a:cubicBezTo>
                  <a:pt x="2626431" y="41788"/>
                  <a:pt x="2624602" y="41148"/>
                  <a:pt x="2622865" y="40234"/>
                </a:cubicBezTo>
                <a:lnTo>
                  <a:pt x="2601194" y="28072"/>
                </a:lnTo>
                <a:lnTo>
                  <a:pt x="2608509" y="15088"/>
                </a:lnTo>
                <a:lnTo>
                  <a:pt x="2621676" y="22037"/>
                </a:lnTo>
                <a:lnTo>
                  <a:pt x="2609972" y="44166"/>
                </a:lnTo>
                <a:cubicBezTo>
                  <a:pt x="2608966" y="45903"/>
                  <a:pt x="2607777" y="47457"/>
                  <a:pt x="2606223" y="48646"/>
                </a:cubicBezTo>
                <a:cubicBezTo>
                  <a:pt x="2604760" y="49926"/>
                  <a:pt x="2603022" y="50841"/>
                  <a:pt x="2601102" y="51481"/>
                </a:cubicBezTo>
                <a:cubicBezTo>
                  <a:pt x="2599182" y="52029"/>
                  <a:pt x="2597262" y="52212"/>
                  <a:pt x="2595342" y="52029"/>
                </a:cubicBezTo>
                <a:cubicBezTo>
                  <a:pt x="2593330" y="51846"/>
                  <a:pt x="2591501" y="51298"/>
                  <a:pt x="2589672" y="50383"/>
                </a:cubicBezTo>
                <a:cubicBezTo>
                  <a:pt x="2587935" y="49469"/>
                  <a:pt x="2586472" y="48189"/>
                  <a:pt x="2585192" y="46634"/>
                </a:cubicBezTo>
                <a:cubicBezTo>
                  <a:pt x="2583912" y="45171"/>
                  <a:pt x="2582997" y="43434"/>
                  <a:pt x="2582448" y="41514"/>
                </a:cubicBezTo>
                <a:cubicBezTo>
                  <a:pt x="2581808" y="39685"/>
                  <a:pt x="2581626" y="37673"/>
                  <a:pt x="2581808" y="35753"/>
                </a:cubicBezTo>
                <a:cubicBezTo>
                  <a:pt x="2581991" y="33741"/>
                  <a:pt x="2582540" y="31913"/>
                  <a:pt x="2583546" y="30175"/>
                </a:cubicBezTo>
              </a:path>
              <a:path w="3870381" h="2172432">
                <a:moveTo>
                  <a:pt x="2667945" y="31181"/>
                </a:moveTo>
                <a:lnTo>
                  <a:pt x="2711379" y="55504"/>
                </a:lnTo>
                <a:cubicBezTo>
                  <a:pt x="2713116" y="56510"/>
                  <a:pt x="2714671" y="57790"/>
                  <a:pt x="2715859" y="59345"/>
                </a:cubicBezTo>
                <a:cubicBezTo>
                  <a:pt x="2717048" y="60899"/>
                  <a:pt x="2717963" y="62545"/>
                  <a:pt x="2718511" y="64465"/>
                </a:cubicBezTo>
                <a:cubicBezTo>
                  <a:pt x="2719060" y="66385"/>
                  <a:pt x="2719243" y="68306"/>
                  <a:pt x="2718968" y="70317"/>
                </a:cubicBezTo>
                <a:cubicBezTo>
                  <a:pt x="2718694" y="72238"/>
                  <a:pt x="2718145" y="74158"/>
                  <a:pt x="2717140" y="75895"/>
                </a:cubicBezTo>
                <a:cubicBezTo>
                  <a:pt x="2716225" y="77541"/>
                  <a:pt x="2714945" y="79096"/>
                  <a:pt x="2713391" y="80284"/>
                </a:cubicBezTo>
                <a:cubicBezTo>
                  <a:pt x="2711836" y="81473"/>
                  <a:pt x="2710099" y="82387"/>
                  <a:pt x="2708178" y="82936"/>
                </a:cubicBezTo>
                <a:cubicBezTo>
                  <a:pt x="2706258" y="83485"/>
                  <a:pt x="2704338" y="83668"/>
                  <a:pt x="2702326" y="83393"/>
                </a:cubicBezTo>
                <a:cubicBezTo>
                  <a:pt x="2700406" y="83119"/>
                  <a:pt x="2698577" y="82570"/>
                  <a:pt x="2696840" y="81564"/>
                </a:cubicBezTo>
                <a:lnTo>
                  <a:pt x="2653314" y="57241"/>
                </a:lnTo>
                <a:cubicBezTo>
                  <a:pt x="2651577" y="56327"/>
                  <a:pt x="2650114" y="55047"/>
                  <a:pt x="2648834" y="53492"/>
                </a:cubicBezTo>
                <a:cubicBezTo>
                  <a:pt x="2647645" y="51938"/>
                  <a:pt x="2646731" y="50201"/>
                  <a:pt x="2646182" y="48280"/>
                </a:cubicBezTo>
                <a:cubicBezTo>
                  <a:pt x="2645634" y="46360"/>
                  <a:pt x="2645542" y="44440"/>
                  <a:pt x="2645725" y="42428"/>
                </a:cubicBezTo>
                <a:cubicBezTo>
                  <a:pt x="2645999" y="40508"/>
                  <a:pt x="2646548" y="38679"/>
                  <a:pt x="2647554" y="36942"/>
                </a:cubicBezTo>
                <a:cubicBezTo>
                  <a:pt x="2648468" y="35204"/>
                  <a:pt x="2649748" y="33741"/>
                  <a:pt x="2651303" y="32461"/>
                </a:cubicBezTo>
                <a:cubicBezTo>
                  <a:pt x="2652857" y="31272"/>
                  <a:pt x="2654595" y="30358"/>
                  <a:pt x="2656515" y="29809"/>
                </a:cubicBezTo>
                <a:cubicBezTo>
                  <a:pt x="2658435" y="29261"/>
                  <a:pt x="2660355" y="29169"/>
                  <a:pt x="2662367" y="29352"/>
                </a:cubicBezTo>
                <a:cubicBezTo>
                  <a:pt x="2664287" y="29627"/>
                  <a:pt x="2666208" y="30175"/>
                  <a:pt x="2667945" y="31181"/>
                </a:cubicBezTo>
              </a:path>
              <a:path w="3870381" h="2172432">
                <a:moveTo>
                  <a:pt x="2741920" y="72512"/>
                </a:moveTo>
                <a:lnTo>
                  <a:pt x="2785354" y="96926"/>
                </a:lnTo>
                <a:cubicBezTo>
                  <a:pt x="2787091" y="97841"/>
                  <a:pt x="2788646" y="99121"/>
                  <a:pt x="2789834" y="100675"/>
                </a:cubicBezTo>
                <a:cubicBezTo>
                  <a:pt x="2791023" y="102230"/>
                  <a:pt x="2791938" y="103967"/>
                  <a:pt x="2792486" y="105888"/>
                </a:cubicBezTo>
                <a:cubicBezTo>
                  <a:pt x="2793035" y="107808"/>
                  <a:pt x="2793218" y="109728"/>
                  <a:pt x="2792943" y="111648"/>
                </a:cubicBezTo>
                <a:cubicBezTo>
                  <a:pt x="2792669" y="113660"/>
                  <a:pt x="2792120" y="115489"/>
                  <a:pt x="2791115" y="117226"/>
                </a:cubicBezTo>
                <a:cubicBezTo>
                  <a:pt x="2790200" y="118963"/>
                  <a:pt x="2788920" y="120426"/>
                  <a:pt x="2787366" y="121707"/>
                </a:cubicBezTo>
                <a:cubicBezTo>
                  <a:pt x="2785811" y="122895"/>
                  <a:pt x="2784074" y="123810"/>
                  <a:pt x="2782153" y="124358"/>
                </a:cubicBezTo>
                <a:cubicBezTo>
                  <a:pt x="2780233" y="124816"/>
                  <a:pt x="2778313" y="124998"/>
                  <a:pt x="2776301" y="124816"/>
                </a:cubicBezTo>
                <a:cubicBezTo>
                  <a:pt x="2774381" y="124541"/>
                  <a:pt x="2772461" y="123901"/>
                  <a:pt x="2770815" y="122987"/>
                </a:cubicBezTo>
                <a:lnTo>
                  <a:pt x="2727289" y="98664"/>
                </a:lnTo>
                <a:cubicBezTo>
                  <a:pt x="2725552" y="97658"/>
                  <a:pt x="2724089" y="96378"/>
                  <a:pt x="2722809" y="94823"/>
                </a:cubicBezTo>
                <a:cubicBezTo>
                  <a:pt x="2721620" y="93269"/>
                  <a:pt x="2720706" y="91531"/>
                  <a:pt x="2720157" y="89611"/>
                </a:cubicBezTo>
                <a:cubicBezTo>
                  <a:pt x="2719608" y="87782"/>
                  <a:pt x="2719517" y="85771"/>
                  <a:pt x="2719700" y="83850"/>
                </a:cubicBezTo>
                <a:cubicBezTo>
                  <a:pt x="2719974" y="81839"/>
                  <a:pt x="2720523" y="80010"/>
                  <a:pt x="2721529" y="78273"/>
                </a:cubicBezTo>
                <a:cubicBezTo>
                  <a:pt x="2722443" y="76535"/>
                  <a:pt x="2723723" y="75072"/>
                  <a:pt x="2725278" y="73884"/>
                </a:cubicBezTo>
                <a:cubicBezTo>
                  <a:pt x="2726832" y="72603"/>
                  <a:pt x="2728570" y="71780"/>
                  <a:pt x="2730490" y="71232"/>
                </a:cubicBezTo>
                <a:cubicBezTo>
                  <a:pt x="2732410" y="70683"/>
                  <a:pt x="2734330" y="70500"/>
                  <a:pt x="2736342" y="70775"/>
                </a:cubicBezTo>
                <a:cubicBezTo>
                  <a:pt x="2738262" y="70957"/>
                  <a:pt x="2740182" y="71598"/>
                  <a:pt x="2741920" y="72512"/>
                </a:cubicBezTo>
              </a:path>
              <a:path w="3870381" h="2172432">
                <a:moveTo>
                  <a:pt x="2815895" y="113934"/>
                </a:moveTo>
                <a:lnTo>
                  <a:pt x="2859329" y="138257"/>
                </a:lnTo>
                <a:cubicBezTo>
                  <a:pt x="2861066" y="139263"/>
                  <a:pt x="2862621" y="140543"/>
                  <a:pt x="2863809" y="142098"/>
                </a:cubicBezTo>
                <a:cubicBezTo>
                  <a:pt x="2864998" y="143652"/>
                  <a:pt x="2865912" y="145298"/>
                  <a:pt x="2866461" y="147218"/>
                </a:cubicBezTo>
                <a:cubicBezTo>
                  <a:pt x="2867010" y="149139"/>
                  <a:pt x="2867193" y="151059"/>
                  <a:pt x="2866918" y="153071"/>
                </a:cubicBezTo>
                <a:cubicBezTo>
                  <a:pt x="2866644" y="154991"/>
                  <a:pt x="2866095" y="156911"/>
                  <a:pt x="2865090" y="158648"/>
                </a:cubicBezTo>
                <a:cubicBezTo>
                  <a:pt x="2864175" y="160294"/>
                  <a:pt x="2862895" y="161849"/>
                  <a:pt x="2861340" y="163038"/>
                </a:cubicBezTo>
                <a:cubicBezTo>
                  <a:pt x="2859786" y="164226"/>
                  <a:pt x="2858049" y="165141"/>
                  <a:pt x="2856128" y="165689"/>
                </a:cubicBezTo>
                <a:cubicBezTo>
                  <a:pt x="2854208" y="166238"/>
                  <a:pt x="2852288" y="166421"/>
                  <a:pt x="2850276" y="166146"/>
                </a:cubicBezTo>
                <a:cubicBezTo>
                  <a:pt x="2848356" y="165872"/>
                  <a:pt x="2846436" y="165324"/>
                  <a:pt x="2844790" y="164318"/>
                </a:cubicBezTo>
                <a:lnTo>
                  <a:pt x="2801264" y="139995"/>
                </a:lnTo>
                <a:cubicBezTo>
                  <a:pt x="2799527" y="139080"/>
                  <a:pt x="2798064" y="137800"/>
                  <a:pt x="2796784" y="136246"/>
                </a:cubicBezTo>
                <a:cubicBezTo>
                  <a:pt x="2795595" y="134691"/>
                  <a:pt x="2794681" y="132954"/>
                  <a:pt x="2794132" y="131034"/>
                </a:cubicBezTo>
                <a:cubicBezTo>
                  <a:pt x="2793583" y="129113"/>
                  <a:pt x="2793492" y="127193"/>
                  <a:pt x="2793675" y="125181"/>
                </a:cubicBezTo>
                <a:cubicBezTo>
                  <a:pt x="2793949" y="123261"/>
                  <a:pt x="2794498" y="121432"/>
                  <a:pt x="2795504" y="119695"/>
                </a:cubicBezTo>
                <a:cubicBezTo>
                  <a:pt x="2796418" y="117958"/>
                  <a:pt x="2797698" y="116495"/>
                  <a:pt x="2799253" y="115214"/>
                </a:cubicBezTo>
                <a:cubicBezTo>
                  <a:pt x="2800807" y="114026"/>
                  <a:pt x="2802545" y="113111"/>
                  <a:pt x="2804465" y="112563"/>
                </a:cubicBezTo>
                <a:cubicBezTo>
                  <a:pt x="2806385" y="112014"/>
                  <a:pt x="2808305" y="111923"/>
                  <a:pt x="2810317" y="112105"/>
                </a:cubicBezTo>
                <a:cubicBezTo>
                  <a:pt x="2812237" y="112380"/>
                  <a:pt x="2814157" y="112928"/>
                  <a:pt x="2815895" y="113934"/>
                </a:cubicBezTo>
              </a:path>
              <a:path w="3870381" h="2172432">
                <a:moveTo>
                  <a:pt x="2889870" y="155265"/>
                </a:moveTo>
                <a:lnTo>
                  <a:pt x="2933304" y="179680"/>
                </a:lnTo>
                <a:cubicBezTo>
                  <a:pt x="2935041" y="180594"/>
                  <a:pt x="2936596" y="181874"/>
                  <a:pt x="2937784" y="183429"/>
                </a:cubicBezTo>
                <a:cubicBezTo>
                  <a:pt x="2938973" y="184983"/>
                  <a:pt x="2939887" y="186720"/>
                  <a:pt x="2940436" y="188641"/>
                </a:cubicBezTo>
                <a:cubicBezTo>
                  <a:pt x="2940985" y="190561"/>
                  <a:pt x="2941168" y="192481"/>
                  <a:pt x="2940893" y="194401"/>
                </a:cubicBezTo>
                <a:cubicBezTo>
                  <a:pt x="2940619" y="196413"/>
                  <a:pt x="2940070" y="198242"/>
                  <a:pt x="2939064" y="199979"/>
                </a:cubicBezTo>
                <a:cubicBezTo>
                  <a:pt x="2938150" y="201717"/>
                  <a:pt x="2936870" y="203180"/>
                  <a:pt x="2935315" y="204460"/>
                </a:cubicBezTo>
                <a:cubicBezTo>
                  <a:pt x="2933761" y="205649"/>
                  <a:pt x="2932024" y="206563"/>
                  <a:pt x="2930103" y="207020"/>
                </a:cubicBezTo>
                <a:cubicBezTo>
                  <a:pt x="2928183" y="207569"/>
                  <a:pt x="2926263" y="207752"/>
                  <a:pt x="2924251" y="207477"/>
                </a:cubicBezTo>
                <a:cubicBezTo>
                  <a:pt x="2922331" y="207294"/>
                  <a:pt x="2920411" y="206654"/>
                  <a:pt x="2918765" y="205740"/>
                </a:cubicBezTo>
                <a:lnTo>
                  <a:pt x="2875239" y="181417"/>
                </a:lnTo>
                <a:cubicBezTo>
                  <a:pt x="2873502" y="180411"/>
                  <a:pt x="2872039" y="179131"/>
                  <a:pt x="2870759" y="177576"/>
                </a:cubicBezTo>
                <a:cubicBezTo>
                  <a:pt x="2869570" y="176022"/>
                  <a:pt x="2868656" y="174285"/>
                  <a:pt x="2868107" y="172364"/>
                </a:cubicBezTo>
                <a:cubicBezTo>
                  <a:pt x="2867558" y="170536"/>
                  <a:pt x="2867467" y="168524"/>
                  <a:pt x="2867650" y="166604"/>
                </a:cubicBezTo>
                <a:cubicBezTo>
                  <a:pt x="2867924" y="164592"/>
                  <a:pt x="2868473" y="162763"/>
                  <a:pt x="2869479" y="161026"/>
                </a:cubicBezTo>
                <a:cubicBezTo>
                  <a:pt x="2870393" y="159288"/>
                  <a:pt x="2871673" y="157825"/>
                  <a:pt x="2873228" y="156637"/>
                </a:cubicBezTo>
                <a:cubicBezTo>
                  <a:pt x="2874782" y="155357"/>
                  <a:pt x="2876520" y="154534"/>
                  <a:pt x="2878440" y="153985"/>
                </a:cubicBezTo>
                <a:cubicBezTo>
                  <a:pt x="2880360" y="153436"/>
                  <a:pt x="2882280" y="153253"/>
                  <a:pt x="2884292" y="153528"/>
                </a:cubicBezTo>
                <a:cubicBezTo>
                  <a:pt x="2886212" y="153711"/>
                  <a:pt x="2888132" y="154351"/>
                  <a:pt x="2889870" y="155265"/>
                </a:cubicBezTo>
              </a:path>
              <a:path w="3870381" h="2172432">
                <a:moveTo>
                  <a:pt x="2963845" y="196687"/>
                </a:moveTo>
                <a:lnTo>
                  <a:pt x="3007279" y="221010"/>
                </a:lnTo>
                <a:cubicBezTo>
                  <a:pt x="3009016" y="222016"/>
                  <a:pt x="3010571" y="223205"/>
                  <a:pt x="3011759" y="224851"/>
                </a:cubicBezTo>
                <a:cubicBezTo>
                  <a:pt x="3012948" y="226405"/>
                  <a:pt x="3013862" y="228051"/>
                  <a:pt x="3014411" y="229972"/>
                </a:cubicBezTo>
                <a:cubicBezTo>
                  <a:pt x="3014960" y="231892"/>
                  <a:pt x="3015143" y="233812"/>
                  <a:pt x="3014868" y="235824"/>
                </a:cubicBezTo>
                <a:cubicBezTo>
                  <a:pt x="3014594" y="237744"/>
                  <a:pt x="3014045" y="239664"/>
                  <a:pt x="3013039" y="241402"/>
                </a:cubicBezTo>
                <a:cubicBezTo>
                  <a:pt x="3012125" y="243048"/>
                  <a:pt x="3010845" y="244602"/>
                  <a:pt x="3009290" y="245791"/>
                </a:cubicBezTo>
                <a:cubicBezTo>
                  <a:pt x="3007736" y="246979"/>
                  <a:pt x="3005999" y="247894"/>
                  <a:pt x="3004078" y="248442"/>
                </a:cubicBezTo>
                <a:cubicBezTo>
                  <a:pt x="3002158" y="248991"/>
                  <a:pt x="3000238" y="249174"/>
                  <a:pt x="2998226" y="248900"/>
                </a:cubicBezTo>
                <a:cubicBezTo>
                  <a:pt x="2996306" y="248625"/>
                  <a:pt x="2994386" y="248077"/>
                  <a:pt x="2992740" y="247071"/>
                </a:cubicBezTo>
                <a:lnTo>
                  <a:pt x="2949214" y="222748"/>
                </a:lnTo>
                <a:cubicBezTo>
                  <a:pt x="2947477" y="221833"/>
                  <a:pt x="2946014" y="220553"/>
                  <a:pt x="2944734" y="218999"/>
                </a:cubicBezTo>
                <a:cubicBezTo>
                  <a:pt x="2943545" y="217444"/>
                  <a:pt x="2942631" y="215707"/>
                  <a:pt x="2942082" y="213787"/>
                </a:cubicBezTo>
                <a:cubicBezTo>
                  <a:pt x="2941533" y="211866"/>
                  <a:pt x="2941442" y="209946"/>
                  <a:pt x="2941625" y="207935"/>
                </a:cubicBezTo>
                <a:cubicBezTo>
                  <a:pt x="2941899" y="206014"/>
                  <a:pt x="2942448" y="204186"/>
                  <a:pt x="2943454" y="202448"/>
                </a:cubicBezTo>
                <a:cubicBezTo>
                  <a:pt x="2944368" y="200711"/>
                  <a:pt x="2945648" y="199248"/>
                  <a:pt x="2947203" y="197968"/>
                </a:cubicBezTo>
                <a:cubicBezTo>
                  <a:pt x="2948757" y="196779"/>
                  <a:pt x="2950494" y="195864"/>
                  <a:pt x="2952415" y="195316"/>
                </a:cubicBezTo>
                <a:cubicBezTo>
                  <a:pt x="2954335" y="194767"/>
                  <a:pt x="2956255" y="194676"/>
                  <a:pt x="2958267" y="194859"/>
                </a:cubicBezTo>
                <a:cubicBezTo>
                  <a:pt x="2960187" y="195133"/>
                  <a:pt x="2962107" y="195682"/>
                  <a:pt x="2963845" y="196687"/>
                </a:cubicBezTo>
              </a:path>
              <a:path w="3870381" h="2172432">
                <a:moveTo>
                  <a:pt x="3037820" y="238018"/>
                </a:moveTo>
                <a:lnTo>
                  <a:pt x="3081254" y="262433"/>
                </a:lnTo>
                <a:cubicBezTo>
                  <a:pt x="3082991" y="263347"/>
                  <a:pt x="3084546" y="264627"/>
                  <a:pt x="3085734" y="266182"/>
                </a:cubicBezTo>
                <a:cubicBezTo>
                  <a:pt x="3086923" y="267736"/>
                  <a:pt x="3087837" y="269474"/>
                  <a:pt x="3088386" y="271394"/>
                </a:cubicBezTo>
                <a:cubicBezTo>
                  <a:pt x="3088935" y="273314"/>
                  <a:pt x="3089118" y="275234"/>
                  <a:pt x="3088843" y="277155"/>
                </a:cubicBezTo>
                <a:cubicBezTo>
                  <a:pt x="3088569" y="279166"/>
                  <a:pt x="3088020" y="280995"/>
                  <a:pt x="3087014" y="282732"/>
                </a:cubicBezTo>
                <a:cubicBezTo>
                  <a:pt x="3086100" y="284470"/>
                  <a:pt x="3084820" y="285933"/>
                  <a:pt x="3083265" y="287213"/>
                </a:cubicBezTo>
                <a:cubicBezTo>
                  <a:pt x="3081711" y="288402"/>
                  <a:pt x="3079974" y="289316"/>
                  <a:pt x="3078053" y="289773"/>
                </a:cubicBezTo>
                <a:cubicBezTo>
                  <a:pt x="3076133" y="290322"/>
                  <a:pt x="3074213" y="290505"/>
                  <a:pt x="3072201" y="290231"/>
                </a:cubicBezTo>
                <a:cubicBezTo>
                  <a:pt x="3070281" y="290048"/>
                  <a:pt x="3068361" y="289408"/>
                  <a:pt x="3066715" y="288493"/>
                </a:cubicBezTo>
                <a:lnTo>
                  <a:pt x="3023189" y="264170"/>
                </a:lnTo>
                <a:cubicBezTo>
                  <a:pt x="3021452" y="263164"/>
                  <a:pt x="3019989" y="261884"/>
                  <a:pt x="3018709" y="260330"/>
                </a:cubicBezTo>
                <a:cubicBezTo>
                  <a:pt x="3017520" y="258775"/>
                  <a:pt x="3016606" y="257038"/>
                  <a:pt x="3016057" y="255118"/>
                </a:cubicBezTo>
                <a:cubicBezTo>
                  <a:pt x="3015508" y="253289"/>
                  <a:pt x="3015417" y="251277"/>
                  <a:pt x="3015600" y="249357"/>
                </a:cubicBezTo>
                <a:cubicBezTo>
                  <a:pt x="3015874" y="247345"/>
                  <a:pt x="3016423" y="245516"/>
                  <a:pt x="3017429" y="243779"/>
                </a:cubicBezTo>
                <a:cubicBezTo>
                  <a:pt x="3018343" y="242042"/>
                  <a:pt x="3019623" y="240579"/>
                  <a:pt x="3021178" y="239390"/>
                </a:cubicBezTo>
                <a:cubicBezTo>
                  <a:pt x="3022732" y="238110"/>
                  <a:pt x="3024469" y="237287"/>
                  <a:pt x="3026390" y="236738"/>
                </a:cubicBezTo>
                <a:cubicBezTo>
                  <a:pt x="3028310" y="236190"/>
                  <a:pt x="3030230" y="236007"/>
                  <a:pt x="3032242" y="236281"/>
                </a:cubicBezTo>
                <a:cubicBezTo>
                  <a:pt x="3034162" y="236464"/>
                  <a:pt x="3036082" y="237104"/>
                  <a:pt x="3037820" y="238018"/>
                </a:cubicBezTo>
              </a:path>
              <a:path w="3870381" h="2172432">
                <a:moveTo>
                  <a:pt x="3111795" y="279441"/>
                </a:moveTo>
                <a:lnTo>
                  <a:pt x="3155229" y="303764"/>
                </a:lnTo>
                <a:cubicBezTo>
                  <a:pt x="3156966" y="304770"/>
                  <a:pt x="3158520" y="305958"/>
                  <a:pt x="3159709" y="307604"/>
                </a:cubicBezTo>
                <a:cubicBezTo>
                  <a:pt x="3160898" y="309159"/>
                  <a:pt x="3161812" y="310805"/>
                  <a:pt x="3162361" y="312725"/>
                </a:cubicBezTo>
                <a:cubicBezTo>
                  <a:pt x="3162910" y="314645"/>
                  <a:pt x="3163092" y="316565"/>
                  <a:pt x="3162818" y="318577"/>
                </a:cubicBezTo>
                <a:cubicBezTo>
                  <a:pt x="3162544" y="320497"/>
                  <a:pt x="3161995" y="322417"/>
                  <a:pt x="3160989" y="324155"/>
                </a:cubicBezTo>
                <a:cubicBezTo>
                  <a:pt x="3160075" y="325801"/>
                  <a:pt x="3158795" y="327355"/>
                  <a:pt x="3157240" y="328544"/>
                </a:cubicBezTo>
                <a:cubicBezTo>
                  <a:pt x="3155686" y="329733"/>
                  <a:pt x="3153948" y="330647"/>
                  <a:pt x="3152028" y="331196"/>
                </a:cubicBezTo>
                <a:cubicBezTo>
                  <a:pt x="3150108" y="331744"/>
                  <a:pt x="3148188" y="331927"/>
                  <a:pt x="3146176" y="331653"/>
                </a:cubicBezTo>
                <a:cubicBezTo>
                  <a:pt x="3144256" y="331379"/>
                  <a:pt x="3142336" y="330830"/>
                  <a:pt x="3140690" y="329824"/>
                </a:cubicBezTo>
                <a:lnTo>
                  <a:pt x="3097164" y="305501"/>
                </a:lnTo>
                <a:cubicBezTo>
                  <a:pt x="3095427" y="304587"/>
                  <a:pt x="3093964" y="303306"/>
                  <a:pt x="3092684" y="301752"/>
                </a:cubicBezTo>
                <a:cubicBezTo>
                  <a:pt x="3091495" y="300198"/>
                  <a:pt x="3090581" y="298460"/>
                  <a:pt x="3090032" y="296540"/>
                </a:cubicBezTo>
                <a:cubicBezTo>
                  <a:pt x="3089483" y="294620"/>
                  <a:pt x="3089392" y="292699"/>
                  <a:pt x="3089575" y="290688"/>
                </a:cubicBezTo>
                <a:cubicBezTo>
                  <a:pt x="3089849" y="288768"/>
                  <a:pt x="3090398" y="286939"/>
                  <a:pt x="3091404" y="285201"/>
                </a:cubicBezTo>
                <a:cubicBezTo>
                  <a:pt x="3092318" y="283464"/>
                  <a:pt x="3093598" y="282001"/>
                  <a:pt x="3095153" y="280721"/>
                </a:cubicBezTo>
                <a:cubicBezTo>
                  <a:pt x="3096707" y="279532"/>
                  <a:pt x="3098444" y="278618"/>
                  <a:pt x="3100365" y="278069"/>
                </a:cubicBezTo>
                <a:cubicBezTo>
                  <a:pt x="3102285" y="277520"/>
                  <a:pt x="3104205" y="277429"/>
                  <a:pt x="3106217" y="277612"/>
                </a:cubicBezTo>
                <a:cubicBezTo>
                  <a:pt x="3108137" y="277886"/>
                  <a:pt x="3110057" y="278435"/>
                  <a:pt x="3111795" y="279441"/>
                </a:cubicBezTo>
              </a:path>
              <a:path w="3870381" h="2172432">
                <a:moveTo>
                  <a:pt x="3185770" y="320772"/>
                </a:moveTo>
                <a:lnTo>
                  <a:pt x="3229204" y="345186"/>
                </a:lnTo>
                <a:cubicBezTo>
                  <a:pt x="3230941" y="346100"/>
                  <a:pt x="3232495" y="347381"/>
                  <a:pt x="3233684" y="348935"/>
                </a:cubicBezTo>
                <a:cubicBezTo>
                  <a:pt x="3234873" y="350490"/>
                  <a:pt x="3235787" y="352227"/>
                  <a:pt x="3236336" y="354147"/>
                </a:cubicBezTo>
                <a:cubicBezTo>
                  <a:pt x="3236885" y="356067"/>
                  <a:pt x="3237067" y="357988"/>
                  <a:pt x="3236793" y="359908"/>
                </a:cubicBezTo>
                <a:cubicBezTo>
                  <a:pt x="3236519" y="361920"/>
                  <a:pt x="3235970" y="363748"/>
                  <a:pt x="3234964" y="365486"/>
                </a:cubicBezTo>
                <a:cubicBezTo>
                  <a:pt x="3234050" y="367223"/>
                  <a:pt x="3232770" y="368686"/>
                  <a:pt x="3231215" y="369966"/>
                </a:cubicBezTo>
                <a:cubicBezTo>
                  <a:pt x="3229661" y="371155"/>
                  <a:pt x="3227923" y="372069"/>
                  <a:pt x="3226003" y="372527"/>
                </a:cubicBezTo>
                <a:cubicBezTo>
                  <a:pt x="3224083" y="373075"/>
                  <a:pt x="3222163" y="373258"/>
                  <a:pt x="3220151" y="372984"/>
                </a:cubicBezTo>
                <a:cubicBezTo>
                  <a:pt x="3218231" y="372801"/>
                  <a:pt x="3216311" y="372161"/>
                  <a:pt x="3214665" y="371246"/>
                </a:cubicBezTo>
                <a:lnTo>
                  <a:pt x="3171139" y="346923"/>
                </a:lnTo>
                <a:cubicBezTo>
                  <a:pt x="3169402" y="345918"/>
                  <a:pt x="3167939" y="344637"/>
                  <a:pt x="3166659" y="343083"/>
                </a:cubicBezTo>
                <a:cubicBezTo>
                  <a:pt x="3165470" y="341528"/>
                  <a:pt x="3164556" y="339791"/>
                  <a:pt x="3164007" y="337871"/>
                </a:cubicBezTo>
                <a:cubicBezTo>
                  <a:pt x="3163458" y="336042"/>
                  <a:pt x="3163367" y="334030"/>
                  <a:pt x="3163550" y="332110"/>
                </a:cubicBezTo>
                <a:cubicBezTo>
                  <a:pt x="3163824" y="330098"/>
                  <a:pt x="3164373" y="328270"/>
                  <a:pt x="3165378" y="326532"/>
                </a:cubicBezTo>
                <a:cubicBezTo>
                  <a:pt x="3166293" y="324795"/>
                  <a:pt x="3167573" y="323332"/>
                  <a:pt x="3169128" y="322143"/>
                </a:cubicBezTo>
                <a:cubicBezTo>
                  <a:pt x="3170682" y="320863"/>
                  <a:pt x="3172419" y="320040"/>
                  <a:pt x="3174340" y="319491"/>
                </a:cubicBezTo>
                <a:cubicBezTo>
                  <a:pt x="3176260" y="318943"/>
                  <a:pt x="3178180" y="318760"/>
                  <a:pt x="3180192" y="319034"/>
                </a:cubicBezTo>
                <a:cubicBezTo>
                  <a:pt x="3182112" y="319217"/>
                  <a:pt x="3184032" y="319857"/>
                  <a:pt x="3185770" y="320772"/>
                </a:cubicBezTo>
              </a:path>
              <a:path w="3870381" h="2172432">
                <a:moveTo>
                  <a:pt x="3259745" y="362194"/>
                </a:moveTo>
                <a:lnTo>
                  <a:pt x="3303179" y="386517"/>
                </a:lnTo>
                <a:cubicBezTo>
                  <a:pt x="3304916" y="387523"/>
                  <a:pt x="3306470" y="388711"/>
                  <a:pt x="3307659" y="390266"/>
                </a:cubicBezTo>
                <a:cubicBezTo>
                  <a:pt x="3308848" y="391912"/>
                  <a:pt x="3309762" y="393558"/>
                  <a:pt x="3310311" y="395478"/>
                </a:cubicBezTo>
                <a:cubicBezTo>
                  <a:pt x="3310860" y="397398"/>
                  <a:pt x="3311042" y="399318"/>
                  <a:pt x="3310768" y="401330"/>
                </a:cubicBezTo>
                <a:cubicBezTo>
                  <a:pt x="3310494" y="403250"/>
                  <a:pt x="3309945" y="405171"/>
                  <a:pt x="3308939" y="406908"/>
                </a:cubicBezTo>
                <a:cubicBezTo>
                  <a:pt x="3308025" y="408554"/>
                  <a:pt x="3306745" y="410108"/>
                  <a:pt x="3305190" y="411297"/>
                </a:cubicBezTo>
                <a:cubicBezTo>
                  <a:pt x="3303636" y="412486"/>
                  <a:pt x="3301898" y="413400"/>
                  <a:pt x="3299978" y="413949"/>
                </a:cubicBezTo>
                <a:cubicBezTo>
                  <a:pt x="3298058" y="414498"/>
                  <a:pt x="3296138" y="414680"/>
                  <a:pt x="3294126" y="414406"/>
                </a:cubicBezTo>
                <a:cubicBezTo>
                  <a:pt x="3292206" y="414132"/>
                  <a:pt x="3290286" y="413583"/>
                  <a:pt x="3288640" y="412577"/>
                </a:cubicBezTo>
                <a:lnTo>
                  <a:pt x="3245114" y="388254"/>
                </a:lnTo>
                <a:cubicBezTo>
                  <a:pt x="3243377" y="387340"/>
                  <a:pt x="3241914" y="386060"/>
                  <a:pt x="3240634" y="384505"/>
                </a:cubicBezTo>
                <a:cubicBezTo>
                  <a:pt x="3239445" y="382951"/>
                  <a:pt x="3238530" y="381213"/>
                  <a:pt x="3237982" y="379293"/>
                </a:cubicBezTo>
                <a:cubicBezTo>
                  <a:pt x="3237433" y="377373"/>
                  <a:pt x="3237342" y="375453"/>
                  <a:pt x="3237525" y="373441"/>
                </a:cubicBezTo>
                <a:cubicBezTo>
                  <a:pt x="3237799" y="371521"/>
                  <a:pt x="3238348" y="369692"/>
                  <a:pt x="3239353" y="367955"/>
                </a:cubicBezTo>
                <a:cubicBezTo>
                  <a:pt x="3240268" y="366217"/>
                  <a:pt x="3241548" y="364754"/>
                  <a:pt x="3243102" y="363474"/>
                </a:cubicBezTo>
                <a:cubicBezTo>
                  <a:pt x="3244657" y="362285"/>
                  <a:pt x="3246394" y="361371"/>
                  <a:pt x="3248315" y="360822"/>
                </a:cubicBezTo>
                <a:cubicBezTo>
                  <a:pt x="3250235" y="360274"/>
                  <a:pt x="3252155" y="360182"/>
                  <a:pt x="3254167" y="360365"/>
                </a:cubicBezTo>
                <a:cubicBezTo>
                  <a:pt x="3256087" y="360639"/>
                  <a:pt x="3258007" y="361188"/>
                  <a:pt x="3259745" y="362194"/>
                </a:cubicBezTo>
              </a:path>
              <a:path w="3870381" h="2172432">
                <a:moveTo>
                  <a:pt x="3333720" y="403525"/>
                </a:moveTo>
                <a:lnTo>
                  <a:pt x="3377154" y="427939"/>
                </a:lnTo>
                <a:cubicBezTo>
                  <a:pt x="3378891" y="428854"/>
                  <a:pt x="3380445" y="430134"/>
                  <a:pt x="3381634" y="431688"/>
                </a:cubicBezTo>
                <a:cubicBezTo>
                  <a:pt x="3382823" y="433243"/>
                  <a:pt x="3383737" y="434980"/>
                  <a:pt x="3384286" y="436900"/>
                </a:cubicBezTo>
                <a:cubicBezTo>
                  <a:pt x="3384834" y="438821"/>
                  <a:pt x="3385017" y="440741"/>
                  <a:pt x="3384743" y="442661"/>
                </a:cubicBezTo>
                <a:cubicBezTo>
                  <a:pt x="3384469" y="444673"/>
                  <a:pt x="3383920" y="446502"/>
                  <a:pt x="3382914" y="448239"/>
                </a:cubicBezTo>
                <a:cubicBezTo>
                  <a:pt x="3382000" y="449976"/>
                  <a:pt x="3380720" y="451439"/>
                  <a:pt x="3379165" y="452719"/>
                </a:cubicBezTo>
                <a:cubicBezTo>
                  <a:pt x="3377611" y="453908"/>
                  <a:pt x="3375873" y="454823"/>
                  <a:pt x="3373953" y="455280"/>
                </a:cubicBezTo>
                <a:cubicBezTo>
                  <a:pt x="3372033" y="455828"/>
                  <a:pt x="3370113" y="456011"/>
                  <a:pt x="3368101" y="455737"/>
                </a:cubicBezTo>
                <a:cubicBezTo>
                  <a:pt x="3366181" y="455554"/>
                  <a:pt x="3364260" y="454914"/>
                  <a:pt x="3362615" y="454000"/>
                </a:cubicBezTo>
                <a:lnTo>
                  <a:pt x="3319089" y="429677"/>
                </a:lnTo>
                <a:cubicBezTo>
                  <a:pt x="3317352" y="428671"/>
                  <a:pt x="3315889" y="427391"/>
                  <a:pt x="3314609" y="425836"/>
                </a:cubicBezTo>
                <a:cubicBezTo>
                  <a:pt x="3313420" y="424282"/>
                  <a:pt x="3312505" y="422544"/>
                  <a:pt x="3311957" y="420624"/>
                </a:cubicBezTo>
                <a:cubicBezTo>
                  <a:pt x="3311408" y="418795"/>
                  <a:pt x="3311317" y="416784"/>
                  <a:pt x="3311500" y="414863"/>
                </a:cubicBezTo>
                <a:cubicBezTo>
                  <a:pt x="3311774" y="412852"/>
                  <a:pt x="3312323" y="411023"/>
                  <a:pt x="3313328" y="409285"/>
                </a:cubicBezTo>
                <a:cubicBezTo>
                  <a:pt x="3314243" y="407548"/>
                  <a:pt x="3315523" y="406085"/>
                  <a:pt x="3317077" y="404896"/>
                </a:cubicBezTo>
                <a:cubicBezTo>
                  <a:pt x="3318632" y="403616"/>
                  <a:pt x="3320369" y="402793"/>
                  <a:pt x="3322290" y="402245"/>
                </a:cubicBezTo>
                <a:cubicBezTo>
                  <a:pt x="3324210" y="401696"/>
                  <a:pt x="3326130" y="401513"/>
                  <a:pt x="3328142" y="401787"/>
                </a:cubicBezTo>
                <a:cubicBezTo>
                  <a:pt x="3330062" y="401970"/>
                  <a:pt x="3331982" y="402610"/>
                  <a:pt x="3333720" y="403525"/>
                </a:cubicBezTo>
              </a:path>
              <a:path w="3870381" h="2172432">
                <a:moveTo>
                  <a:pt x="3407694" y="444947"/>
                </a:moveTo>
                <a:lnTo>
                  <a:pt x="3451128" y="469270"/>
                </a:lnTo>
                <a:cubicBezTo>
                  <a:pt x="3452866" y="470276"/>
                  <a:pt x="3454420" y="471465"/>
                  <a:pt x="3455609" y="473019"/>
                </a:cubicBezTo>
                <a:cubicBezTo>
                  <a:pt x="3456798" y="474665"/>
                  <a:pt x="3457712" y="476311"/>
                  <a:pt x="3458261" y="478231"/>
                </a:cubicBezTo>
                <a:cubicBezTo>
                  <a:pt x="3458809" y="480151"/>
                  <a:pt x="3458992" y="482072"/>
                  <a:pt x="3458718" y="484083"/>
                </a:cubicBezTo>
                <a:cubicBezTo>
                  <a:pt x="3458444" y="486004"/>
                  <a:pt x="3457895" y="487924"/>
                  <a:pt x="3456889" y="489661"/>
                </a:cubicBezTo>
                <a:cubicBezTo>
                  <a:pt x="3455975" y="491307"/>
                  <a:pt x="3454695" y="492862"/>
                  <a:pt x="3453140" y="494050"/>
                </a:cubicBezTo>
                <a:cubicBezTo>
                  <a:pt x="3451586" y="495239"/>
                  <a:pt x="3449848" y="496153"/>
                  <a:pt x="3447928" y="496702"/>
                </a:cubicBezTo>
                <a:cubicBezTo>
                  <a:pt x="3446008" y="497251"/>
                  <a:pt x="3444088" y="497434"/>
                  <a:pt x="3442076" y="497159"/>
                </a:cubicBezTo>
                <a:cubicBezTo>
                  <a:pt x="3440156" y="496885"/>
                  <a:pt x="3438235" y="496336"/>
                  <a:pt x="3436590" y="495330"/>
                </a:cubicBezTo>
                <a:lnTo>
                  <a:pt x="3393064" y="471007"/>
                </a:lnTo>
                <a:cubicBezTo>
                  <a:pt x="3391327" y="470002"/>
                  <a:pt x="3389864" y="468813"/>
                  <a:pt x="3388584" y="467258"/>
                </a:cubicBezTo>
                <a:cubicBezTo>
                  <a:pt x="3387395" y="465704"/>
                  <a:pt x="3386480" y="463967"/>
                  <a:pt x="3385932" y="462046"/>
                </a:cubicBezTo>
                <a:cubicBezTo>
                  <a:pt x="3385383" y="460126"/>
                  <a:pt x="3385292" y="458206"/>
                  <a:pt x="3385475" y="456194"/>
                </a:cubicBezTo>
                <a:cubicBezTo>
                  <a:pt x="3385749" y="454274"/>
                  <a:pt x="3386298" y="452445"/>
                  <a:pt x="3387303" y="450708"/>
                </a:cubicBezTo>
                <a:cubicBezTo>
                  <a:pt x="3388218" y="448970"/>
                  <a:pt x="3389498" y="447507"/>
                  <a:pt x="3391052" y="446227"/>
                </a:cubicBezTo>
                <a:cubicBezTo>
                  <a:pt x="3392607" y="445038"/>
                  <a:pt x="3394344" y="444124"/>
                  <a:pt x="3396264" y="443575"/>
                </a:cubicBezTo>
                <a:cubicBezTo>
                  <a:pt x="3398185" y="443027"/>
                  <a:pt x="3400105" y="442935"/>
                  <a:pt x="3402117" y="443118"/>
                </a:cubicBezTo>
                <a:cubicBezTo>
                  <a:pt x="3404037" y="443393"/>
                  <a:pt x="3405957" y="443941"/>
                  <a:pt x="3407694" y="444947"/>
                </a:cubicBezTo>
              </a:path>
              <a:path w="3870381" h="2172432">
                <a:moveTo>
                  <a:pt x="3481669" y="486278"/>
                </a:moveTo>
                <a:lnTo>
                  <a:pt x="3525103" y="510692"/>
                </a:lnTo>
                <a:cubicBezTo>
                  <a:pt x="3526841" y="511607"/>
                  <a:pt x="3528395" y="512887"/>
                  <a:pt x="3529584" y="514441"/>
                </a:cubicBezTo>
                <a:cubicBezTo>
                  <a:pt x="3530773" y="515996"/>
                  <a:pt x="3531687" y="517733"/>
                  <a:pt x="3532236" y="519654"/>
                </a:cubicBezTo>
                <a:cubicBezTo>
                  <a:pt x="3532784" y="521574"/>
                  <a:pt x="3532967" y="523494"/>
                  <a:pt x="3532693" y="525414"/>
                </a:cubicBezTo>
                <a:cubicBezTo>
                  <a:pt x="3532419" y="527426"/>
                  <a:pt x="3531870" y="529255"/>
                  <a:pt x="3530864" y="530992"/>
                </a:cubicBezTo>
                <a:cubicBezTo>
                  <a:pt x="3529950" y="532729"/>
                  <a:pt x="3528670" y="534192"/>
                  <a:pt x="3527115" y="535473"/>
                </a:cubicBezTo>
                <a:cubicBezTo>
                  <a:pt x="3525561" y="536661"/>
                  <a:pt x="3523823" y="537576"/>
                  <a:pt x="3521903" y="538033"/>
                </a:cubicBezTo>
                <a:cubicBezTo>
                  <a:pt x="3519983" y="538582"/>
                  <a:pt x="3518063" y="538764"/>
                  <a:pt x="3516051" y="538490"/>
                </a:cubicBezTo>
                <a:cubicBezTo>
                  <a:pt x="3514131" y="538307"/>
                  <a:pt x="3512210" y="537667"/>
                  <a:pt x="3510564" y="536753"/>
                </a:cubicBezTo>
                <a:lnTo>
                  <a:pt x="3467039" y="512430"/>
                </a:lnTo>
                <a:cubicBezTo>
                  <a:pt x="3465302" y="511424"/>
                  <a:pt x="3463839" y="510144"/>
                  <a:pt x="3462558" y="508589"/>
                </a:cubicBezTo>
                <a:cubicBezTo>
                  <a:pt x="3461370" y="507035"/>
                  <a:pt x="3460455" y="505297"/>
                  <a:pt x="3459907" y="503377"/>
                </a:cubicBezTo>
                <a:cubicBezTo>
                  <a:pt x="3459358" y="501457"/>
                  <a:pt x="3459267" y="499537"/>
                  <a:pt x="3459450" y="497616"/>
                </a:cubicBezTo>
                <a:cubicBezTo>
                  <a:pt x="3459724" y="495605"/>
                  <a:pt x="3460272" y="493776"/>
                  <a:pt x="3461278" y="492039"/>
                </a:cubicBezTo>
                <a:cubicBezTo>
                  <a:pt x="3462193" y="490301"/>
                  <a:pt x="3463473" y="488838"/>
                  <a:pt x="3465027" y="487650"/>
                </a:cubicBezTo>
                <a:cubicBezTo>
                  <a:pt x="3466582" y="486369"/>
                  <a:pt x="3468319" y="485546"/>
                  <a:pt x="3470239" y="484998"/>
                </a:cubicBezTo>
                <a:cubicBezTo>
                  <a:pt x="3472160" y="484449"/>
                  <a:pt x="3474080" y="484266"/>
                  <a:pt x="3476092" y="484541"/>
                </a:cubicBezTo>
                <a:cubicBezTo>
                  <a:pt x="3478012" y="484723"/>
                  <a:pt x="3479932" y="485364"/>
                  <a:pt x="3481669" y="486278"/>
                </a:cubicBezTo>
              </a:path>
              <a:path w="3870381" h="2172432">
                <a:moveTo>
                  <a:pt x="3555644" y="527700"/>
                </a:moveTo>
                <a:lnTo>
                  <a:pt x="3599078" y="552023"/>
                </a:lnTo>
                <a:cubicBezTo>
                  <a:pt x="3600816" y="553029"/>
                  <a:pt x="3602370" y="554218"/>
                  <a:pt x="3603559" y="555772"/>
                </a:cubicBezTo>
                <a:cubicBezTo>
                  <a:pt x="3604748" y="557327"/>
                  <a:pt x="3605662" y="559064"/>
                  <a:pt x="3606211" y="560984"/>
                </a:cubicBezTo>
                <a:cubicBezTo>
                  <a:pt x="3606759" y="562905"/>
                  <a:pt x="3606851" y="564825"/>
                  <a:pt x="3606668" y="566837"/>
                </a:cubicBezTo>
                <a:cubicBezTo>
                  <a:pt x="3606394" y="568757"/>
                  <a:pt x="3605845" y="570677"/>
                  <a:pt x="3604839" y="572414"/>
                </a:cubicBezTo>
                <a:cubicBezTo>
                  <a:pt x="3603925" y="574060"/>
                  <a:pt x="3602645" y="575615"/>
                  <a:pt x="3601090" y="576804"/>
                </a:cubicBezTo>
                <a:cubicBezTo>
                  <a:pt x="3599536" y="577992"/>
                  <a:pt x="3597798" y="578907"/>
                  <a:pt x="3595878" y="579455"/>
                </a:cubicBezTo>
                <a:cubicBezTo>
                  <a:pt x="3593958" y="580004"/>
                  <a:pt x="3592038" y="580187"/>
                  <a:pt x="3590026" y="579912"/>
                </a:cubicBezTo>
                <a:cubicBezTo>
                  <a:pt x="3588106" y="579638"/>
                  <a:pt x="3586185" y="579090"/>
                  <a:pt x="3584539" y="578084"/>
                </a:cubicBezTo>
                <a:lnTo>
                  <a:pt x="3541014" y="553761"/>
                </a:lnTo>
                <a:cubicBezTo>
                  <a:pt x="3539277" y="552755"/>
                  <a:pt x="3537814" y="551566"/>
                  <a:pt x="3536533" y="550012"/>
                </a:cubicBezTo>
                <a:cubicBezTo>
                  <a:pt x="3535345" y="548457"/>
                  <a:pt x="3534430" y="546720"/>
                  <a:pt x="3533882" y="544800"/>
                </a:cubicBezTo>
                <a:cubicBezTo>
                  <a:pt x="3533333" y="542879"/>
                  <a:pt x="3533242" y="540959"/>
                  <a:pt x="3533424" y="538947"/>
                </a:cubicBezTo>
                <a:cubicBezTo>
                  <a:pt x="3533699" y="537027"/>
                  <a:pt x="3534247" y="535198"/>
                  <a:pt x="3535253" y="533461"/>
                </a:cubicBezTo>
                <a:cubicBezTo>
                  <a:pt x="3536168" y="531724"/>
                  <a:pt x="3537448" y="530261"/>
                  <a:pt x="3539002" y="528980"/>
                </a:cubicBezTo>
                <a:cubicBezTo>
                  <a:pt x="3540557" y="527792"/>
                  <a:pt x="3542294" y="526877"/>
                  <a:pt x="3544214" y="526329"/>
                </a:cubicBezTo>
                <a:cubicBezTo>
                  <a:pt x="3546135" y="525780"/>
                  <a:pt x="3548055" y="525689"/>
                  <a:pt x="3550067" y="525871"/>
                </a:cubicBezTo>
                <a:cubicBezTo>
                  <a:pt x="3551987" y="526146"/>
                  <a:pt x="3553907" y="526694"/>
                  <a:pt x="3555644" y="527700"/>
                </a:cubicBezTo>
              </a:path>
              <a:path w="3870381" h="2172432">
                <a:moveTo>
                  <a:pt x="3629619" y="569031"/>
                </a:moveTo>
                <a:lnTo>
                  <a:pt x="3673053" y="593446"/>
                </a:lnTo>
                <a:cubicBezTo>
                  <a:pt x="3674791" y="594360"/>
                  <a:pt x="3676345" y="595640"/>
                  <a:pt x="3677534" y="597195"/>
                </a:cubicBezTo>
                <a:cubicBezTo>
                  <a:pt x="3678723" y="598749"/>
                  <a:pt x="3679637" y="600486"/>
                  <a:pt x="3680186" y="602407"/>
                </a:cubicBezTo>
                <a:cubicBezTo>
                  <a:pt x="3680734" y="604327"/>
                  <a:pt x="3680826" y="606247"/>
                  <a:pt x="3680643" y="608167"/>
                </a:cubicBezTo>
                <a:cubicBezTo>
                  <a:pt x="3680369" y="610179"/>
                  <a:pt x="3679820" y="612008"/>
                  <a:pt x="3678814" y="613745"/>
                </a:cubicBezTo>
                <a:cubicBezTo>
                  <a:pt x="3677900" y="615483"/>
                  <a:pt x="3676620" y="616946"/>
                  <a:pt x="3675065" y="618134"/>
                </a:cubicBezTo>
                <a:cubicBezTo>
                  <a:pt x="3673511" y="619415"/>
                  <a:pt x="3671773" y="620329"/>
                  <a:pt x="3669853" y="620786"/>
                </a:cubicBezTo>
                <a:cubicBezTo>
                  <a:pt x="3667933" y="621335"/>
                  <a:pt x="3666012" y="621518"/>
                  <a:pt x="3664001" y="621243"/>
                </a:cubicBezTo>
                <a:cubicBezTo>
                  <a:pt x="3662081" y="621060"/>
                  <a:pt x="3660160" y="620420"/>
                  <a:pt x="3658514" y="619506"/>
                </a:cubicBezTo>
                <a:lnTo>
                  <a:pt x="3614989" y="595183"/>
                </a:lnTo>
                <a:cubicBezTo>
                  <a:pt x="3613252" y="594177"/>
                  <a:pt x="3611789" y="592897"/>
                  <a:pt x="3610508" y="591342"/>
                </a:cubicBezTo>
                <a:cubicBezTo>
                  <a:pt x="3609320" y="589788"/>
                  <a:pt x="3608405" y="588051"/>
                  <a:pt x="3607857" y="586130"/>
                </a:cubicBezTo>
                <a:cubicBezTo>
                  <a:pt x="3607308" y="584210"/>
                  <a:pt x="3607217" y="582290"/>
                  <a:pt x="3607399" y="580370"/>
                </a:cubicBezTo>
                <a:cubicBezTo>
                  <a:pt x="3607674" y="578358"/>
                  <a:pt x="3608222" y="576529"/>
                  <a:pt x="3609228" y="574792"/>
                </a:cubicBezTo>
                <a:cubicBezTo>
                  <a:pt x="3610143" y="573054"/>
                  <a:pt x="3611423" y="571591"/>
                  <a:pt x="3612977" y="570403"/>
                </a:cubicBezTo>
                <a:cubicBezTo>
                  <a:pt x="3614532" y="569123"/>
                  <a:pt x="3616269" y="568300"/>
                  <a:pt x="3618189" y="567751"/>
                </a:cubicBezTo>
                <a:cubicBezTo>
                  <a:pt x="3620110" y="567202"/>
                  <a:pt x="3622030" y="567019"/>
                  <a:pt x="3624042" y="567294"/>
                </a:cubicBezTo>
                <a:cubicBezTo>
                  <a:pt x="3625962" y="567477"/>
                  <a:pt x="3627882" y="568117"/>
                  <a:pt x="3629619" y="569031"/>
                </a:cubicBezTo>
              </a:path>
              <a:path w="3870381" h="2172432">
                <a:moveTo>
                  <a:pt x="3703594" y="610453"/>
                </a:moveTo>
                <a:lnTo>
                  <a:pt x="3747028" y="634776"/>
                </a:lnTo>
                <a:cubicBezTo>
                  <a:pt x="3748766" y="635782"/>
                  <a:pt x="3750320" y="636971"/>
                  <a:pt x="3751509" y="638526"/>
                </a:cubicBezTo>
                <a:cubicBezTo>
                  <a:pt x="3752698" y="640080"/>
                  <a:pt x="3753612" y="641817"/>
                  <a:pt x="3754161" y="643738"/>
                </a:cubicBezTo>
                <a:cubicBezTo>
                  <a:pt x="3754709" y="645658"/>
                  <a:pt x="3754801" y="647578"/>
                  <a:pt x="3754618" y="649590"/>
                </a:cubicBezTo>
                <a:cubicBezTo>
                  <a:pt x="3754344" y="651510"/>
                  <a:pt x="3753795" y="653430"/>
                  <a:pt x="3752789" y="655168"/>
                </a:cubicBezTo>
                <a:cubicBezTo>
                  <a:pt x="3751875" y="656814"/>
                  <a:pt x="3750594" y="658368"/>
                  <a:pt x="3749040" y="659557"/>
                </a:cubicBezTo>
                <a:cubicBezTo>
                  <a:pt x="3747486" y="660745"/>
                  <a:pt x="3745748" y="661660"/>
                  <a:pt x="3743828" y="662208"/>
                </a:cubicBezTo>
                <a:cubicBezTo>
                  <a:pt x="3741908" y="662757"/>
                  <a:pt x="3739987" y="662849"/>
                  <a:pt x="3737976" y="662666"/>
                </a:cubicBezTo>
                <a:cubicBezTo>
                  <a:pt x="3736056" y="662391"/>
                  <a:pt x="3734135" y="661843"/>
                  <a:pt x="3732398" y="660837"/>
                </a:cubicBezTo>
                <a:lnTo>
                  <a:pt x="3688964" y="636514"/>
                </a:lnTo>
                <a:cubicBezTo>
                  <a:pt x="3687227" y="635508"/>
                  <a:pt x="3685764" y="634319"/>
                  <a:pt x="3684483" y="632765"/>
                </a:cubicBezTo>
                <a:cubicBezTo>
                  <a:pt x="3683295" y="631210"/>
                  <a:pt x="3682380" y="629473"/>
                  <a:pt x="3681832" y="627553"/>
                </a:cubicBezTo>
                <a:cubicBezTo>
                  <a:pt x="3681283" y="625632"/>
                  <a:pt x="3681192" y="623712"/>
                  <a:pt x="3681374" y="621701"/>
                </a:cubicBezTo>
                <a:cubicBezTo>
                  <a:pt x="3681649" y="619780"/>
                  <a:pt x="3682197" y="617952"/>
                  <a:pt x="3683203" y="616214"/>
                </a:cubicBezTo>
                <a:cubicBezTo>
                  <a:pt x="3684118" y="614477"/>
                  <a:pt x="3685398" y="613014"/>
                  <a:pt x="3686952" y="611734"/>
                </a:cubicBezTo>
                <a:cubicBezTo>
                  <a:pt x="3688507" y="610545"/>
                  <a:pt x="3690244" y="609630"/>
                  <a:pt x="3692164" y="609082"/>
                </a:cubicBezTo>
                <a:cubicBezTo>
                  <a:pt x="3694085" y="608533"/>
                  <a:pt x="3696005" y="608442"/>
                  <a:pt x="3698016" y="608625"/>
                </a:cubicBezTo>
                <a:cubicBezTo>
                  <a:pt x="3699937" y="608899"/>
                  <a:pt x="3701857" y="609448"/>
                  <a:pt x="3703594" y="610453"/>
                </a:cubicBezTo>
              </a:path>
              <a:path w="3870381" h="2172432">
                <a:moveTo>
                  <a:pt x="3777569" y="651784"/>
                </a:moveTo>
                <a:lnTo>
                  <a:pt x="3821003" y="676199"/>
                </a:lnTo>
                <a:cubicBezTo>
                  <a:pt x="3822741" y="677113"/>
                  <a:pt x="3824204" y="678393"/>
                  <a:pt x="3825484" y="679948"/>
                </a:cubicBezTo>
                <a:cubicBezTo>
                  <a:pt x="3826673" y="681502"/>
                  <a:pt x="3827587" y="683240"/>
                  <a:pt x="3828136" y="685160"/>
                </a:cubicBezTo>
                <a:cubicBezTo>
                  <a:pt x="3828684" y="687080"/>
                  <a:pt x="3828776" y="689000"/>
                  <a:pt x="3828593" y="690921"/>
                </a:cubicBezTo>
                <a:cubicBezTo>
                  <a:pt x="3828318" y="692932"/>
                  <a:pt x="3827770" y="694761"/>
                  <a:pt x="3826764" y="696498"/>
                </a:cubicBezTo>
                <a:cubicBezTo>
                  <a:pt x="3825850" y="698236"/>
                  <a:pt x="3824569" y="699699"/>
                  <a:pt x="3823015" y="700888"/>
                </a:cubicBezTo>
                <a:cubicBezTo>
                  <a:pt x="3821460" y="702168"/>
                  <a:pt x="3819723" y="703082"/>
                  <a:pt x="3817803" y="703539"/>
                </a:cubicBezTo>
                <a:cubicBezTo>
                  <a:pt x="3815883" y="704088"/>
                  <a:pt x="3813962" y="704271"/>
                  <a:pt x="3811951" y="703997"/>
                </a:cubicBezTo>
                <a:cubicBezTo>
                  <a:pt x="3810030" y="703814"/>
                  <a:pt x="3808110" y="703174"/>
                  <a:pt x="3806464" y="702259"/>
                </a:cubicBezTo>
                <a:lnTo>
                  <a:pt x="3762939" y="677936"/>
                </a:lnTo>
                <a:cubicBezTo>
                  <a:pt x="3761202" y="676930"/>
                  <a:pt x="3759738" y="675650"/>
                  <a:pt x="3758458" y="674096"/>
                </a:cubicBezTo>
                <a:cubicBezTo>
                  <a:pt x="3757270" y="672541"/>
                  <a:pt x="3756355" y="670804"/>
                  <a:pt x="3755807" y="668884"/>
                </a:cubicBezTo>
                <a:cubicBezTo>
                  <a:pt x="3755258" y="666963"/>
                  <a:pt x="3755166" y="665043"/>
                  <a:pt x="3755349" y="663123"/>
                </a:cubicBezTo>
                <a:cubicBezTo>
                  <a:pt x="3755624" y="661111"/>
                  <a:pt x="3756172" y="659282"/>
                  <a:pt x="3757178" y="657545"/>
                </a:cubicBezTo>
                <a:cubicBezTo>
                  <a:pt x="3758093" y="655808"/>
                  <a:pt x="3759373" y="654345"/>
                  <a:pt x="3760927" y="653156"/>
                </a:cubicBezTo>
                <a:cubicBezTo>
                  <a:pt x="3762482" y="651876"/>
                  <a:pt x="3764219" y="651053"/>
                  <a:pt x="3766139" y="650504"/>
                </a:cubicBezTo>
                <a:cubicBezTo>
                  <a:pt x="3768060" y="649956"/>
                  <a:pt x="3769980" y="649773"/>
                  <a:pt x="3771991" y="650047"/>
                </a:cubicBezTo>
                <a:cubicBezTo>
                  <a:pt x="3773912" y="650230"/>
                  <a:pt x="3775832" y="650870"/>
                  <a:pt x="3777569" y="651784"/>
                </a:cubicBezTo>
              </a:path>
              <a:path w="3870381" h="2172432">
                <a:moveTo>
                  <a:pt x="3851544" y="693207"/>
                </a:moveTo>
                <a:lnTo>
                  <a:pt x="3862608" y="699425"/>
                </a:lnTo>
                <a:cubicBezTo>
                  <a:pt x="3864346" y="700339"/>
                  <a:pt x="3865809" y="701619"/>
                  <a:pt x="3867089" y="703174"/>
                </a:cubicBezTo>
                <a:cubicBezTo>
                  <a:pt x="3868278" y="704728"/>
                  <a:pt x="3869192" y="706465"/>
                  <a:pt x="3869741" y="708386"/>
                </a:cubicBezTo>
                <a:cubicBezTo>
                  <a:pt x="3870198" y="710306"/>
                  <a:pt x="3870381" y="712226"/>
                  <a:pt x="3870198" y="714238"/>
                </a:cubicBezTo>
                <a:cubicBezTo>
                  <a:pt x="3869924" y="716158"/>
                  <a:pt x="3869284" y="717987"/>
                  <a:pt x="3868369" y="719724"/>
                </a:cubicBezTo>
                <a:cubicBezTo>
                  <a:pt x="3867363" y="721462"/>
                  <a:pt x="3866083" y="722925"/>
                  <a:pt x="3864529" y="724205"/>
                </a:cubicBezTo>
                <a:cubicBezTo>
                  <a:pt x="3862974" y="725394"/>
                  <a:pt x="3861237" y="726308"/>
                  <a:pt x="3859408" y="726857"/>
                </a:cubicBezTo>
                <a:cubicBezTo>
                  <a:pt x="3857488" y="727405"/>
                  <a:pt x="3855476" y="727497"/>
                  <a:pt x="3853556" y="727314"/>
                </a:cubicBezTo>
                <a:cubicBezTo>
                  <a:pt x="3851544" y="727039"/>
                  <a:pt x="3849715" y="726491"/>
                  <a:pt x="3847978" y="725485"/>
                </a:cubicBezTo>
                <a:lnTo>
                  <a:pt x="3836914" y="719267"/>
                </a:lnTo>
                <a:cubicBezTo>
                  <a:pt x="3835176" y="718261"/>
                  <a:pt x="3833713" y="717072"/>
                  <a:pt x="3832433" y="715518"/>
                </a:cubicBezTo>
                <a:cubicBezTo>
                  <a:pt x="3831245" y="713964"/>
                  <a:pt x="3830330" y="712226"/>
                  <a:pt x="3829782" y="710306"/>
                </a:cubicBezTo>
                <a:cubicBezTo>
                  <a:pt x="3829233" y="708386"/>
                  <a:pt x="3829141" y="706465"/>
                  <a:pt x="3829324" y="704454"/>
                </a:cubicBezTo>
                <a:cubicBezTo>
                  <a:pt x="3829599" y="702534"/>
                  <a:pt x="3830147" y="700705"/>
                  <a:pt x="3831153" y="698967"/>
                </a:cubicBezTo>
                <a:cubicBezTo>
                  <a:pt x="3832068" y="697230"/>
                  <a:pt x="3833348" y="695767"/>
                  <a:pt x="3834902" y="694487"/>
                </a:cubicBezTo>
                <a:cubicBezTo>
                  <a:pt x="3836457" y="693298"/>
                  <a:pt x="3838194" y="692384"/>
                  <a:pt x="3840114" y="691835"/>
                </a:cubicBezTo>
                <a:cubicBezTo>
                  <a:pt x="3842034" y="691286"/>
                  <a:pt x="3843955" y="691195"/>
                  <a:pt x="3845966" y="691378"/>
                </a:cubicBezTo>
                <a:cubicBezTo>
                  <a:pt x="3847887" y="691652"/>
                  <a:pt x="3849807" y="692201"/>
                  <a:pt x="3851544" y="693207"/>
                </a:cubicBezTo>
              </a:path>
            </a:pathLst>
          </a:custGeom>
          <a:solidFill>
            <a:srgbClr val="AB432E">
              <a:alpha val="60000"/>
            </a:srgbClr>
          </a:solidFill>
          <a:ln/>
        </p:spPr>
      </p:sp>
      <p:sp>
        <p:nvSpPr>
          <p:cNvPr id="9" name="Forma 172"/>
          <p:cNvSpPr/>
          <p:nvPr/>
        </p:nvSpPr>
        <p:spPr>
          <a:xfrm>
            <a:off x="4260830" y="2214768"/>
            <a:ext cx="3889492" cy="1195852"/>
          </a:xfrm>
          <a:custGeom>
            <a:avLst/>
            <a:gdLst/>
            <a:ahLst/>
            <a:cxnLst/>
            <a:rect l="l" t="t" r="r" b="b"/>
            <a:pathLst>
              <a:path w="3889492" h="1195852">
                <a:moveTo>
                  <a:pt x="4846" y="1156259"/>
                </a:moveTo>
                <a:lnTo>
                  <a:pt x="7772" y="1152235"/>
                </a:lnTo>
                <a:cubicBezTo>
                  <a:pt x="9693" y="1149492"/>
                  <a:pt x="12070" y="1147298"/>
                  <a:pt x="14813" y="1145560"/>
                </a:cubicBezTo>
                <a:cubicBezTo>
                  <a:pt x="17648" y="1143823"/>
                  <a:pt x="20665" y="1142634"/>
                  <a:pt x="23957" y="1142086"/>
                </a:cubicBezTo>
                <a:cubicBezTo>
                  <a:pt x="27158" y="1141537"/>
                  <a:pt x="30450" y="1141628"/>
                  <a:pt x="33650" y="1142451"/>
                </a:cubicBezTo>
                <a:cubicBezTo>
                  <a:pt x="36850" y="1143183"/>
                  <a:pt x="39868" y="1144463"/>
                  <a:pt x="42520" y="1146383"/>
                </a:cubicBezTo>
                <a:cubicBezTo>
                  <a:pt x="45263" y="1148304"/>
                  <a:pt x="47457" y="1150681"/>
                  <a:pt x="49195" y="1153516"/>
                </a:cubicBezTo>
                <a:cubicBezTo>
                  <a:pt x="50932" y="1156259"/>
                  <a:pt x="52121" y="1159276"/>
                  <a:pt x="52669" y="1162568"/>
                </a:cubicBezTo>
                <a:cubicBezTo>
                  <a:pt x="53218" y="1165860"/>
                  <a:pt x="53035" y="1169060"/>
                  <a:pt x="52304" y="1172261"/>
                </a:cubicBezTo>
                <a:cubicBezTo>
                  <a:pt x="51572" y="1175553"/>
                  <a:pt x="50292" y="1178479"/>
                  <a:pt x="48372" y="1181130"/>
                </a:cubicBezTo>
                <a:lnTo>
                  <a:pt x="45446" y="1185245"/>
                </a:lnTo>
                <a:cubicBezTo>
                  <a:pt x="43525" y="1187897"/>
                  <a:pt x="41148" y="1190092"/>
                  <a:pt x="38313" y="1191829"/>
                </a:cubicBezTo>
                <a:cubicBezTo>
                  <a:pt x="35570" y="1193566"/>
                  <a:pt x="32461" y="1194755"/>
                  <a:pt x="29261" y="1195304"/>
                </a:cubicBezTo>
                <a:cubicBezTo>
                  <a:pt x="25969" y="1195852"/>
                  <a:pt x="22769" y="1195761"/>
                  <a:pt x="19477" y="1195029"/>
                </a:cubicBezTo>
                <a:cubicBezTo>
                  <a:pt x="16276" y="1194206"/>
                  <a:pt x="13350" y="1192926"/>
                  <a:pt x="10607" y="1191006"/>
                </a:cubicBezTo>
                <a:cubicBezTo>
                  <a:pt x="7955" y="1189086"/>
                  <a:pt x="5761" y="1186708"/>
                  <a:pt x="4023" y="1183874"/>
                </a:cubicBezTo>
                <a:cubicBezTo>
                  <a:pt x="2195" y="1181130"/>
                  <a:pt x="1097" y="1178113"/>
                  <a:pt x="549" y="1174821"/>
                </a:cubicBezTo>
                <a:cubicBezTo>
                  <a:pt x="0" y="1171529"/>
                  <a:pt x="91" y="1168329"/>
                  <a:pt x="823" y="1165128"/>
                </a:cubicBezTo>
                <a:cubicBezTo>
                  <a:pt x="1554" y="1161928"/>
                  <a:pt x="2926" y="1158911"/>
                  <a:pt x="4846" y="1156259"/>
                </a:cubicBezTo>
              </a:path>
              <a:path w="3889492" h="1195852">
                <a:moveTo>
                  <a:pt x="10607" y="1148121"/>
                </a:moveTo>
                <a:lnTo>
                  <a:pt x="13533" y="1144097"/>
                </a:lnTo>
                <a:cubicBezTo>
                  <a:pt x="15453" y="1141354"/>
                  <a:pt x="17831" y="1139160"/>
                  <a:pt x="20665" y="1137422"/>
                </a:cubicBezTo>
                <a:cubicBezTo>
                  <a:pt x="23409" y="1135685"/>
                  <a:pt x="26518" y="1134496"/>
                  <a:pt x="29718" y="1134039"/>
                </a:cubicBezTo>
                <a:cubicBezTo>
                  <a:pt x="33010" y="1133490"/>
                  <a:pt x="36210" y="1133582"/>
                  <a:pt x="39502" y="1134313"/>
                </a:cubicBezTo>
                <a:cubicBezTo>
                  <a:pt x="42702" y="1135045"/>
                  <a:pt x="45629" y="1136416"/>
                  <a:pt x="48372" y="1138337"/>
                </a:cubicBezTo>
                <a:cubicBezTo>
                  <a:pt x="51024" y="1140257"/>
                  <a:pt x="53218" y="1142543"/>
                  <a:pt x="54955" y="1145377"/>
                </a:cubicBezTo>
                <a:cubicBezTo>
                  <a:pt x="56784" y="1148212"/>
                  <a:pt x="57882" y="1151230"/>
                  <a:pt x="58430" y="1154430"/>
                </a:cubicBezTo>
                <a:cubicBezTo>
                  <a:pt x="58979" y="1157722"/>
                  <a:pt x="58887" y="1160922"/>
                  <a:pt x="58156" y="1164214"/>
                </a:cubicBezTo>
                <a:cubicBezTo>
                  <a:pt x="57424" y="1167414"/>
                  <a:pt x="56053" y="1170341"/>
                  <a:pt x="54132" y="1173084"/>
                </a:cubicBezTo>
                <a:lnTo>
                  <a:pt x="51206" y="1177107"/>
                </a:lnTo>
                <a:cubicBezTo>
                  <a:pt x="49286" y="1179759"/>
                  <a:pt x="46909" y="1182045"/>
                  <a:pt x="44166" y="1183782"/>
                </a:cubicBezTo>
                <a:cubicBezTo>
                  <a:pt x="41331" y="1185520"/>
                  <a:pt x="38313" y="1186617"/>
                  <a:pt x="35022" y="1187166"/>
                </a:cubicBezTo>
                <a:cubicBezTo>
                  <a:pt x="31821" y="1187714"/>
                  <a:pt x="28529" y="1187623"/>
                  <a:pt x="25329" y="1186891"/>
                </a:cubicBezTo>
                <a:cubicBezTo>
                  <a:pt x="22128" y="1186160"/>
                  <a:pt x="19111" y="1184788"/>
                  <a:pt x="16459" y="1182868"/>
                </a:cubicBezTo>
                <a:cubicBezTo>
                  <a:pt x="13716" y="1180948"/>
                  <a:pt x="11521" y="1178570"/>
                  <a:pt x="9784" y="1175827"/>
                </a:cubicBezTo>
                <a:cubicBezTo>
                  <a:pt x="8047" y="1172992"/>
                  <a:pt x="6858" y="1169975"/>
                  <a:pt x="6309" y="1166683"/>
                </a:cubicBezTo>
                <a:cubicBezTo>
                  <a:pt x="5761" y="1163483"/>
                  <a:pt x="5944" y="1160191"/>
                  <a:pt x="6675" y="1156990"/>
                </a:cubicBezTo>
                <a:cubicBezTo>
                  <a:pt x="7407" y="1153790"/>
                  <a:pt x="8687" y="1150864"/>
                  <a:pt x="10607" y="1148121"/>
                </a:cubicBezTo>
              </a:path>
              <a:path w="3889492" h="1195852">
                <a:moveTo>
                  <a:pt x="16459" y="1140074"/>
                </a:moveTo>
                <a:lnTo>
                  <a:pt x="19385" y="1135959"/>
                </a:lnTo>
                <a:cubicBezTo>
                  <a:pt x="21306" y="1133307"/>
                  <a:pt x="23592" y="1131113"/>
                  <a:pt x="26426" y="1129284"/>
                </a:cubicBezTo>
                <a:cubicBezTo>
                  <a:pt x="29261" y="1127547"/>
                  <a:pt x="32278" y="1126449"/>
                  <a:pt x="35570" y="1125901"/>
                </a:cubicBezTo>
                <a:cubicBezTo>
                  <a:pt x="38771" y="1125352"/>
                  <a:pt x="42062" y="1125444"/>
                  <a:pt x="45263" y="1126175"/>
                </a:cubicBezTo>
                <a:cubicBezTo>
                  <a:pt x="48463" y="1126907"/>
                  <a:pt x="51481" y="1128278"/>
                  <a:pt x="54132" y="1130198"/>
                </a:cubicBezTo>
                <a:cubicBezTo>
                  <a:pt x="56784" y="1132119"/>
                  <a:pt x="59070" y="1134496"/>
                  <a:pt x="60808" y="1137239"/>
                </a:cubicBezTo>
                <a:cubicBezTo>
                  <a:pt x="62545" y="1140074"/>
                  <a:pt x="63734" y="1143091"/>
                  <a:pt x="64191" y="1146383"/>
                </a:cubicBezTo>
                <a:cubicBezTo>
                  <a:pt x="64740" y="1149584"/>
                  <a:pt x="64648" y="1152876"/>
                  <a:pt x="63917" y="1156076"/>
                </a:cubicBezTo>
                <a:cubicBezTo>
                  <a:pt x="63185" y="1159276"/>
                  <a:pt x="61813" y="1162202"/>
                  <a:pt x="59893" y="1164946"/>
                </a:cubicBezTo>
                <a:lnTo>
                  <a:pt x="57059" y="1168969"/>
                </a:lnTo>
                <a:cubicBezTo>
                  <a:pt x="55138" y="1171712"/>
                  <a:pt x="52761" y="1173907"/>
                  <a:pt x="49926" y="1175644"/>
                </a:cubicBezTo>
                <a:cubicBezTo>
                  <a:pt x="47092" y="1177381"/>
                  <a:pt x="44074" y="1178570"/>
                  <a:pt x="40874" y="1179119"/>
                </a:cubicBezTo>
                <a:cubicBezTo>
                  <a:pt x="37582" y="1179576"/>
                  <a:pt x="34290" y="1179485"/>
                  <a:pt x="31090" y="1178753"/>
                </a:cubicBezTo>
                <a:cubicBezTo>
                  <a:pt x="27889" y="1178022"/>
                  <a:pt x="24963" y="1176741"/>
                  <a:pt x="22220" y="1174821"/>
                </a:cubicBezTo>
                <a:cubicBezTo>
                  <a:pt x="19568" y="1172901"/>
                  <a:pt x="17374" y="1170523"/>
                  <a:pt x="15545" y="1167689"/>
                </a:cubicBezTo>
                <a:cubicBezTo>
                  <a:pt x="13807" y="1164854"/>
                  <a:pt x="12710" y="1161837"/>
                  <a:pt x="12162" y="1158636"/>
                </a:cubicBezTo>
                <a:cubicBezTo>
                  <a:pt x="11613" y="1155344"/>
                  <a:pt x="11704" y="1152144"/>
                  <a:pt x="12436" y="1148852"/>
                </a:cubicBezTo>
                <a:cubicBezTo>
                  <a:pt x="13167" y="1145652"/>
                  <a:pt x="14539" y="1142726"/>
                  <a:pt x="16459" y="1140074"/>
                </a:cubicBezTo>
              </a:path>
              <a:path w="3889492" h="1195852">
                <a:moveTo>
                  <a:pt x="22220" y="1131936"/>
                </a:moveTo>
                <a:lnTo>
                  <a:pt x="25146" y="1127912"/>
                </a:lnTo>
                <a:cubicBezTo>
                  <a:pt x="27066" y="1125169"/>
                  <a:pt x="29444" y="1122975"/>
                  <a:pt x="32187" y="1121237"/>
                </a:cubicBezTo>
                <a:cubicBezTo>
                  <a:pt x="35022" y="1119500"/>
                  <a:pt x="38039" y="1118311"/>
                  <a:pt x="41331" y="1117763"/>
                </a:cubicBezTo>
                <a:cubicBezTo>
                  <a:pt x="44623" y="1117214"/>
                  <a:pt x="47823" y="1117305"/>
                  <a:pt x="51024" y="1118128"/>
                </a:cubicBezTo>
                <a:cubicBezTo>
                  <a:pt x="54315" y="1118860"/>
                  <a:pt x="57241" y="1120140"/>
                  <a:pt x="59893" y="1122060"/>
                </a:cubicBezTo>
                <a:cubicBezTo>
                  <a:pt x="62636" y="1123980"/>
                  <a:pt x="64831" y="1126358"/>
                  <a:pt x="66568" y="1129193"/>
                </a:cubicBezTo>
                <a:cubicBezTo>
                  <a:pt x="68306" y="1131936"/>
                  <a:pt x="69494" y="1134953"/>
                  <a:pt x="70043" y="1138245"/>
                </a:cubicBezTo>
                <a:cubicBezTo>
                  <a:pt x="70592" y="1141537"/>
                  <a:pt x="70500" y="1144737"/>
                  <a:pt x="69769" y="1147938"/>
                </a:cubicBezTo>
                <a:cubicBezTo>
                  <a:pt x="68946" y="1151230"/>
                  <a:pt x="67666" y="1154156"/>
                  <a:pt x="65745" y="1156807"/>
                </a:cubicBezTo>
                <a:lnTo>
                  <a:pt x="62819" y="1160922"/>
                </a:lnTo>
                <a:cubicBezTo>
                  <a:pt x="60899" y="1163574"/>
                  <a:pt x="58522" y="1165769"/>
                  <a:pt x="55778" y="1167506"/>
                </a:cubicBezTo>
                <a:cubicBezTo>
                  <a:pt x="52944" y="1169243"/>
                  <a:pt x="49926" y="1170432"/>
                  <a:pt x="46634" y="1170981"/>
                </a:cubicBezTo>
                <a:cubicBezTo>
                  <a:pt x="43343" y="1171529"/>
                  <a:pt x="40142" y="1171438"/>
                  <a:pt x="36942" y="1170706"/>
                </a:cubicBezTo>
                <a:cubicBezTo>
                  <a:pt x="33650" y="1169883"/>
                  <a:pt x="30724" y="1168603"/>
                  <a:pt x="28072" y="1166683"/>
                </a:cubicBezTo>
                <a:cubicBezTo>
                  <a:pt x="25329" y="1164763"/>
                  <a:pt x="23134" y="1162385"/>
                  <a:pt x="21397" y="1159551"/>
                </a:cubicBezTo>
                <a:cubicBezTo>
                  <a:pt x="19660" y="1156807"/>
                  <a:pt x="18471" y="1153790"/>
                  <a:pt x="17922" y="1150498"/>
                </a:cubicBezTo>
                <a:cubicBezTo>
                  <a:pt x="17374" y="1147206"/>
                  <a:pt x="17465" y="1144006"/>
                  <a:pt x="18197" y="1140805"/>
                </a:cubicBezTo>
                <a:cubicBezTo>
                  <a:pt x="19020" y="1137605"/>
                  <a:pt x="20300" y="1134588"/>
                  <a:pt x="22220" y="1131936"/>
                </a:cubicBezTo>
              </a:path>
              <a:path w="3889492" h="1195852">
                <a:moveTo>
                  <a:pt x="28072" y="1123798"/>
                </a:moveTo>
                <a:lnTo>
                  <a:pt x="30907" y="1119774"/>
                </a:lnTo>
                <a:cubicBezTo>
                  <a:pt x="32827" y="1117122"/>
                  <a:pt x="35204" y="1114836"/>
                  <a:pt x="38039" y="1113099"/>
                </a:cubicBezTo>
                <a:cubicBezTo>
                  <a:pt x="40874" y="1111362"/>
                  <a:pt x="43891" y="1110173"/>
                  <a:pt x="47092" y="1109716"/>
                </a:cubicBezTo>
                <a:cubicBezTo>
                  <a:pt x="50383" y="1109167"/>
                  <a:pt x="53675" y="1109259"/>
                  <a:pt x="56876" y="1109990"/>
                </a:cubicBezTo>
                <a:cubicBezTo>
                  <a:pt x="60076" y="1110722"/>
                  <a:pt x="63002" y="1112093"/>
                  <a:pt x="65745" y="1114014"/>
                </a:cubicBezTo>
                <a:cubicBezTo>
                  <a:pt x="68397" y="1115934"/>
                  <a:pt x="70592" y="1118220"/>
                  <a:pt x="72420" y="1121054"/>
                </a:cubicBezTo>
                <a:cubicBezTo>
                  <a:pt x="74158" y="1123889"/>
                  <a:pt x="75255" y="1126907"/>
                  <a:pt x="75804" y="1130107"/>
                </a:cubicBezTo>
                <a:cubicBezTo>
                  <a:pt x="76352" y="1133399"/>
                  <a:pt x="76261" y="1136599"/>
                  <a:pt x="75529" y="1139891"/>
                </a:cubicBezTo>
                <a:cubicBezTo>
                  <a:pt x="74798" y="1143091"/>
                  <a:pt x="73426" y="1146018"/>
                  <a:pt x="71506" y="1148761"/>
                </a:cubicBezTo>
                <a:lnTo>
                  <a:pt x="68580" y="1152784"/>
                </a:lnTo>
                <a:cubicBezTo>
                  <a:pt x="66660" y="1155436"/>
                  <a:pt x="64374" y="1157722"/>
                  <a:pt x="61539" y="1159459"/>
                </a:cubicBezTo>
                <a:cubicBezTo>
                  <a:pt x="58704" y="1161197"/>
                  <a:pt x="55687" y="1162294"/>
                  <a:pt x="52395" y="1162842"/>
                </a:cubicBezTo>
                <a:cubicBezTo>
                  <a:pt x="49195" y="1163391"/>
                  <a:pt x="45903" y="1163300"/>
                  <a:pt x="42702" y="1162568"/>
                </a:cubicBezTo>
                <a:cubicBezTo>
                  <a:pt x="39502" y="1161837"/>
                  <a:pt x="36485" y="1160465"/>
                  <a:pt x="33833" y="1158545"/>
                </a:cubicBezTo>
                <a:cubicBezTo>
                  <a:pt x="31181" y="1156625"/>
                  <a:pt x="28895" y="1154247"/>
                  <a:pt x="27158" y="1151504"/>
                </a:cubicBezTo>
                <a:cubicBezTo>
                  <a:pt x="25420" y="1148669"/>
                  <a:pt x="24323" y="1145652"/>
                  <a:pt x="23774" y="1142360"/>
                </a:cubicBezTo>
                <a:cubicBezTo>
                  <a:pt x="23226" y="1139160"/>
                  <a:pt x="23317" y="1135868"/>
                  <a:pt x="24049" y="1132667"/>
                </a:cubicBezTo>
                <a:cubicBezTo>
                  <a:pt x="24780" y="1129467"/>
                  <a:pt x="26152" y="1126541"/>
                  <a:pt x="28072" y="1123798"/>
                </a:cubicBezTo>
              </a:path>
              <a:path w="3889492" h="1195852">
                <a:moveTo>
                  <a:pt x="33833" y="1115751"/>
                </a:moveTo>
                <a:lnTo>
                  <a:pt x="36759" y="1111636"/>
                </a:lnTo>
                <a:cubicBezTo>
                  <a:pt x="38679" y="1108984"/>
                  <a:pt x="41057" y="1106790"/>
                  <a:pt x="43800" y="1104961"/>
                </a:cubicBezTo>
                <a:cubicBezTo>
                  <a:pt x="46634" y="1103224"/>
                  <a:pt x="49652" y="1102126"/>
                  <a:pt x="52944" y="1101578"/>
                </a:cubicBezTo>
                <a:cubicBezTo>
                  <a:pt x="56144" y="1101029"/>
                  <a:pt x="59436" y="1101120"/>
                  <a:pt x="62636" y="1101852"/>
                </a:cubicBezTo>
                <a:cubicBezTo>
                  <a:pt x="65837" y="1102584"/>
                  <a:pt x="68854" y="1103955"/>
                  <a:pt x="71506" y="1105875"/>
                </a:cubicBezTo>
                <a:cubicBezTo>
                  <a:pt x="74249" y="1107796"/>
                  <a:pt x="76444" y="1110173"/>
                  <a:pt x="78181" y="1112916"/>
                </a:cubicBezTo>
                <a:cubicBezTo>
                  <a:pt x="79919" y="1115751"/>
                  <a:pt x="81107" y="1118768"/>
                  <a:pt x="81656" y="1122060"/>
                </a:cubicBezTo>
                <a:cubicBezTo>
                  <a:pt x="82205" y="1125261"/>
                  <a:pt x="82113" y="1128552"/>
                  <a:pt x="81290" y="1131753"/>
                </a:cubicBezTo>
                <a:cubicBezTo>
                  <a:pt x="80559" y="1134953"/>
                  <a:pt x="79278" y="1137879"/>
                  <a:pt x="77358" y="1140623"/>
                </a:cubicBezTo>
                <a:lnTo>
                  <a:pt x="74432" y="1144646"/>
                </a:lnTo>
                <a:cubicBezTo>
                  <a:pt x="72512" y="1147389"/>
                  <a:pt x="70134" y="1149584"/>
                  <a:pt x="67300" y="1151321"/>
                </a:cubicBezTo>
                <a:cubicBezTo>
                  <a:pt x="64557" y="1153058"/>
                  <a:pt x="61448" y="1154247"/>
                  <a:pt x="58247" y="1154796"/>
                </a:cubicBezTo>
                <a:cubicBezTo>
                  <a:pt x="54955" y="1155344"/>
                  <a:pt x="51755" y="1155162"/>
                  <a:pt x="48463" y="1154430"/>
                </a:cubicBezTo>
                <a:cubicBezTo>
                  <a:pt x="45263" y="1153698"/>
                  <a:pt x="42337" y="1152418"/>
                  <a:pt x="39594" y="1150498"/>
                </a:cubicBezTo>
                <a:cubicBezTo>
                  <a:pt x="36942" y="1148578"/>
                  <a:pt x="34747" y="1146200"/>
                  <a:pt x="33010" y="1143366"/>
                </a:cubicBezTo>
                <a:cubicBezTo>
                  <a:pt x="31181" y="1140531"/>
                  <a:pt x="30084" y="1137514"/>
                  <a:pt x="29535" y="1134313"/>
                </a:cubicBezTo>
                <a:cubicBezTo>
                  <a:pt x="28986" y="1131021"/>
                  <a:pt x="29078" y="1127821"/>
                  <a:pt x="29809" y="1124529"/>
                </a:cubicBezTo>
                <a:cubicBezTo>
                  <a:pt x="30541" y="1121329"/>
                  <a:pt x="31913" y="1118403"/>
                  <a:pt x="33833" y="1115751"/>
                </a:cubicBezTo>
              </a:path>
              <a:path w="3889492" h="1195852">
                <a:moveTo>
                  <a:pt x="39594" y="1107613"/>
                </a:moveTo>
                <a:lnTo>
                  <a:pt x="42520" y="1103589"/>
                </a:lnTo>
                <a:cubicBezTo>
                  <a:pt x="44440" y="1100846"/>
                  <a:pt x="46817" y="1098652"/>
                  <a:pt x="49652" y="1096914"/>
                </a:cubicBezTo>
                <a:cubicBezTo>
                  <a:pt x="52395" y="1095177"/>
                  <a:pt x="55504" y="1093988"/>
                  <a:pt x="58704" y="1093440"/>
                </a:cubicBezTo>
                <a:cubicBezTo>
                  <a:pt x="61996" y="1092891"/>
                  <a:pt x="65197" y="1092982"/>
                  <a:pt x="68489" y="1093805"/>
                </a:cubicBezTo>
                <a:cubicBezTo>
                  <a:pt x="71689" y="1094537"/>
                  <a:pt x="74615" y="1095817"/>
                  <a:pt x="77358" y="1097737"/>
                </a:cubicBezTo>
                <a:cubicBezTo>
                  <a:pt x="80010" y="1099657"/>
                  <a:pt x="82205" y="1102035"/>
                  <a:pt x="83942" y="1104870"/>
                </a:cubicBezTo>
                <a:cubicBezTo>
                  <a:pt x="85771" y="1107613"/>
                  <a:pt x="86868" y="1110722"/>
                  <a:pt x="87417" y="1113922"/>
                </a:cubicBezTo>
                <a:cubicBezTo>
                  <a:pt x="87965" y="1117214"/>
                  <a:pt x="87874" y="1120414"/>
                  <a:pt x="87142" y="1123615"/>
                </a:cubicBezTo>
                <a:cubicBezTo>
                  <a:pt x="86411" y="1126907"/>
                  <a:pt x="85039" y="1129833"/>
                  <a:pt x="83119" y="1132484"/>
                </a:cubicBezTo>
                <a:lnTo>
                  <a:pt x="80193" y="1136599"/>
                </a:lnTo>
                <a:cubicBezTo>
                  <a:pt x="78273" y="1139251"/>
                  <a:pt x="75895" y="1141446"/>
                  <a:pt x="73152" y="1143183"/>
                </a:cubicBezTo>
                <a:cubicBezTo>
                  <a:pt x="70317" y="1144920"/>
                  <a:pt x="67300" y="1146109"/>
                  <a:pt x="64008" y="1146658"/>
                </a:cubicBezTo>
                <a:cubicBezTo>
                  <a:pt x="60808" y="1147206"/>
                  <a:pt x="57516" y="1147115"/>
                  <a:pt x="54315" y="1146383"/>
                </a:cubicBezTo>
                <a:cubicBezTo>
                  <a:pt x="51115" y="1145560"/>
                  <a:pt x="48097" y="1144280"/>
                  <a:pt x="45446" y="1142360"/>
                </a:cubicBezTo>
                <a:cubicBezTo>
                  <a:pt x="42702" y="1140440"/>
                  <a:pt x="40508" y="1138062"/>
                  <a:pt x="38771" y="1135228"/>
                </a:cubicBezTo>
                <a:cubicBezTo>
                  <a:pt x="37033" y="1132484"/>
                  <a:pt x="35844" y="1129467"/>
                  <a:pt x="35296" y="1126175"/>
                </a:cubicBezTo>
                <a:cubicBezTo>
                  <a:pt x="34747" y="1122883"/>
                  <a:pt x="34930" y="1119683"/>
                  <a:pt x="35662" y="1116482"/>
                </a:cubicBezTo>
                <a:cubicBezTo>
                  <a:pt x="36393" y="1113282"/>
                  <a:pt x="37673" y="1110264"/>
                  <a:pt x="39594" y="1107613"/>
                </a:cubicBezTo>
              </a:path>
              <a:path w="3889492" h="1195852">
                <a:moveTo>
                  <a:pt x="45446" y="1099475"/>
                </a:moveTo>
                <a:lnTo>
                  <a:pt x="48372" y="1095451"/>
                </a:lnTo>
                <a:cubicBezTo>
                  <a:pt x="50292" y="1092799"/>
                  <a:pt x="52578" y="1090513"/>
                  <a:pt x="55413" y="1088776"/>
                </a:cubicBezTo>
                <a:cubicBezTo>
                  <a:pt x="58247" y="1087039"/>
                  <a:pt x="61265" y="1085941"/>
                  <a:pt x="64557" y="1085393"/>
                </a:cubicBezTo>
                <a:cubicBezTo>
                  <a:pt x="67757" y="1084844"/>
                  <a:pt x="71049" y="1084936"/>
                  <a:pt x="74249" y="1085667"/>
                </a:cubicBezTo>
                <a:cubicBezTo>
                  <a:pt x="77450" y="1086399"/>
                  <a:pt x="80467" y="1087770"/>
                  <a:pt x="83119" y="1089690"/>
                </a:cubicBezTo>
                <a:cubicBezTo>
                  <a:pt x="85771" y="1091611"/>
                  <a:pt x="88057" y="1093897"/>
                  <a:pt x="89794" y="1096731"/>
                </a:cubicBezTo>
                <a:cubicBezTo>
                  <a:pt x="91531" y="1099566"/>
                  <a:pt x="92720" y="1102584"/>
                  <a:pt x="93177" y="1105784"/>
                </a:cubicBezTo>
                <a:cubicBezTo>
                  <a:pt x="93726" y="1109076"/>
                  <a:pt x="93635" y="1112368"/>
                  <a:pt x="92903" y="1115568"/>
                </a:cubicBezTo>
                <a:cubicBezTo>
                  <a:pt x="92172" y="1118768"/>
                  <a:pt x="90800" y="1121694"/>
                  <a:pt x="88880" y="1124438"/>
                </a:cubicBezTo>
                <a:lnTo>
                  <a:pt x="86045" y="1128461"/>
                </a:lnTo>
                <a:cubicBezTo>
                  <a:pt x="84125" y="1131113"/>
                  <a:pt x="81747" y="1133399"/>
                  <a:pt x="78913" y="1135136"/>
                </a:cubicBezTo>
                <a:cubicBezTo>
                  <a:pt x="76078" y="1136874"/>
                  <a:pt x="73061" y="1137971"/>
                  <a:pt x="69860" y="1138519"/>
                </a:cubicBezTo>
                <a:cubicBezTo>
                  <a:pt x="66568" y="1139068"/>
                  <a:pt x="63276" y="1138977"/>
                  <a:pt x="60076" y="1138245"/>
                </a:cubicBezTo>
                <a:cubicBezTo>
                  <a:pt x="56876" y="1137514"/>
                  <a:pt x="53950" y="1136142"/>
                  <a:pt x="51206" y="1134222"/>
                </a:cubicBezTo>
                <a:cubicBezTo>
                  <a:pt x="48555" y="1132302"/>
                  <a:pt x="46360" y="1129924"/>
                  <a:pt x="44531" y="1127181"/>
                </a:cubicBezTo>
                <a:cubicBezTo>
                  <a:pt x="42794" y="1124346"/>
                  <a:pt x="41697" y="1121329"/>
                  <a:pt x="41148" y="1118037"/>
                </a:cubicBezTo>
                <a:cubicBezTo>
                  <a:pt x="40599" y="1114836"/>
                  <a:pt x="40691" y="1111545"/>
                  <a:pt x="41422" y="1108344"/>
                </a:cubicBezTo>
                <a:cubicBezTo>
                  <a:pt x="42154" y="1105144"/>
                  <a:pt x="43525" y="1102218"/>
                  <a:pt x="45446" y="1099475"/>
                </a:cubicBezTo>
              </a:path>
              <a:path w="3889492" h="1195852">
                <a:moveTo>
                  <a:pt x="51206" y="1091428"/>
                </a:moveTo>
                <a:lnTo>
                  <a:pt x="54132" y="1087313"/>
                </a:lnTo>
                <a:cubicBezTo>
                  <a:pt x="56053" y="1084661"/>
                  <a:pt x="58430" y="1082467"/>
                  <a:pt x="61265" y="1080729"/>
                </a:cubicBezTo>
                <a:cubicBezTo>
                  <a:pt x="64008" y="1078901"/>
                  <a:pt x="67026" y="1077803"/>
                  <a:pt x="70317" y="1077255"/>
                </a:cubicBezTo>
                <a:cubicBezTo>
                  <a:pt x="73609" y="1076706"/>
                  <a:pt x="76810" y="1076797"/>
                  <a:pt x="80010" y="1077529"/>
                </a:cubicBezTo>
                <a:cubicBezTo>
                  <a:pt x="83302" y="1078260"/>
                  <a:pt x="86228" y="1079632"/>
                  <a:pt x="88880" y="1081552"/>
                </a:cubicBezTo>
                <a:cubicBezTo>
                  <a:pt x="91623" y="1083473"/>
                  <a:pt x="93817" y="1085850"/>
                  <a:pt x="95555" y="1088593"/>
                </a:cubicBezTo>
                <a:cubicBezTo>
                  <a:pt x="97292" y="1091428"/>
                  <a:pt x="98481" y="1094445"/>
                  <a:pt x="99030" y="1097737"/>
                </a:cubicBezTo>
                <a:cubicBezTo>
                  <a:pt x="99578" y="1100938"/>
                  <a:pt x="99487" y="1104229"/>
                  <a:pt x="98755" y="1107430"/>
                </a:cubicBezTo>
                <a:cubicBezTo>
                  <a:pt x="97932" y="1110630"/>
                  <a:pt x="96652" y="1113648"/>
                  <a:pt x="94732" y="1116300"/>
                </a:cubicBezTo>
                <a:lnTo>
                  <a:pt x="91806" y="1120323"/>
                </a:lnTo>
                <a:cubicBezTo>
                  <a:pt x="89886" y="1123066"/>
                  <a:pt x="87508" y="1125261"/>
                  <a:pt x="84765" y="1126998"/>
                </a:cubicBezTo>
                <a:cubicBezTo>
                  <a:pt x="81930" y="1128735"/>
                  <a:pt x="78913" y="1129924"/>
                  <a:pt x="75621" y="1130473"/>
                </a:cubicBezTo>
                <a:cubicBezTo>
                  <a:pt x="72329" y="1131021"/>
                  <a:pt x="69129" y="1130838"/>
                  <a:pt x="65928" y="1130107"/>
                </a:cubicBezTo>
                <a:cubicBezTo>
                  <a:pt x="62636" y="1129375"/>
                  <a:pt x="59710" y="1128095"/>
                  <a:pt x="57059" y="1126175"/>
                </a:cubicBezTo>
                <a:cubicBezTo>
                  <a:pt x="54315" y="1124255"/>
                  <a:pt x="52121" y="1121877"/>
                  <a:pt x="50383" y="1119043"/>
                </a:cubicBezTo>
                <a:cubicBezTo>
                  <a:pt x="48646" y="1116208"/>
                  <a:pt x="47457" y="1113191"/>
                  <a:pt x="46909" y="1109990"/>
                </a:cubicBezTo>
                <a:cubicBezTo>
                  <a:pt x="46360" y="1106698"/>
                  <a:pt x="46452" y="1103498"/>
                  <a:pt x="47183" y="1100206"/>
                </a:cubicBezTo>
                <a:cubicBezTo>
                  <a:pt x="48006" y="1097006"/>
                  <a:pt x="49286" y="1094080"/>
                  <a:pt x="51206" y="1091428"/>
                </a:cubicBezTo>
              </a:path>
              <a:path w="3889492" h="1195852">
                <a:moveTo>
                  <a:pt x="57059" y="1083290"/>
                </a:moveTo>
                <a:lnTo>
                  <a:pt x="59893" y="1079266"/>
                </a:lnTo>
                <a:cubicBezTo>
                  <a:pt x="61813" y="1076523"/>
                  <a:pt x="64191" y="1074329"/>
                  <a:pt x="67026" y="1072591"/>
                </a:cubicBezTo>
                <a:cubicBezTo>
                  <a:pt x="69860" y="1070854"/>
                  <a:pt x="72878" y="1069665"/>
                  <a:pt x="76078" y="1069116"/>
                </a:cubicBezTo>
                <a:cubicBezTo>
                  <a:pt x="79370" y="1068568"/>
                  <a:pt x="82662" y="1068659"/>
                  <a:pt x="85862" y="1069482"/>
                </a:cubicBezTo>
                <a:cubicBezTo>
                  <a:pt x="89063" y="1070214"/>
                  <a:pt x="91989" y="1071494"/>
                  <a:pt x="94732" y="1073414"/>
                </a:cubicBezTo>
                <a:cubicBezTo>
                  <a:pt x="97384" y="1075334"/>
                  <a:pt x="99578" y="1077712"/>
                  <a:pt x="101407" y="1080546"/>
                </a:cubicBezTo>
                <a:cubicBezTo>
                  <a:pt x="103144" y="1083290"/>
                  <a:pt x="104242" y="1086399"/>
                  <a:pt x="104790" y="1089599"/>
                </a:cubicBezTo>
                <a:cubicBezTo>
                  <a:pt x="105339" y="1092891"/>
                  <a:pt x="105247" y="1096091"/>
                  <a:pt x="104516" y="1099292"/>
                </a:cubicBezTo>
                <a:cubicBezTo>
                  <a:pt x="103784" y="1102584"/>
                  <a:pt x="102413" y="1105510"/>
                  <a:pt x="100493" y="1108161"/>
                </a:cubicBezTo>
                <a:lnTo>
                  <a:pt x="97566" y="1112276"/>
                </a:lnTo>
                <a:cubicBezTo>
                  <a:pt x="95646" y="1114928"/>
                  <a:pt x="93360" y="1117122"/>
                  <a:pt x="90526" y="1118860"/>
                </a:cubicBezTo>
                <a:cubicBezTo>
                  <a:pt x="87691" y="1120597"/>
                  <a:pt x="84673" y="1121786"/>
                  <a:pt x="81382" y="1122335"/>
                </a:cubicBezTo>
                <a:cubicBezTo>
                  <a:pt x="78181" y="1122883"/>
                  <a:pt x="74889" y="1122792"/>
                  <a:pt x="71689" y="1122060"/>
                </a:cubicBezTo>
                <a:cubicBezTo>
                  <a:pt x="68489" y="1121237"/>
                  <a:pt x="65471" y="1119957"/>
                  <a:pt x="62819" y="1118037"/>
                </a:cubicBezTo>
                <a:cubicBezTo>
                  <a:pt x="60168" y="1116117"/>
                  <a:pt x="57882" y="1113739"/>
                  <a:pt x="56144" y="1110905"/>
                </a:cubicBezTo>
                <a:cubicBezTo>
                  <a:pt x="54407" y="1108161"/>
                  <a:pt x="53310" y="1105144"/>
                  <a:pt x="52761" y="1101852"/>
                </a:cubicBezTo>
                <a:cubicBezTo>
                  <a:pt x="52212" y="1098560"/>
                  <a:pt x="52304" y="1095360"/>
                  <a:pt x="53035" y="1092159"/>
                </a:cubicBezTo>
                <a:cubicBezTo>
                  <a:pt x="53767" y="1088959"/>
                  <a:pt x="55138" y="1085941"/>
                  <a:pt x="57059" y="1083290"/>
                </a:cubicBezTo>
              </a:path>
              <a:path w="3889492" h="1195852">
                <a:moveTo>
                  <a:pt x="62819" y="1075152"/>
                </a:moveTo>
                <a:lnTo>
                  <a:pt x="65745" y="1071128"/>
                </a:lnTo>
                <a:cubicBezTo>
                  <a:pt x="67666" y="1068476"/>
                  <a:pt x="70043" y="1066190"/>
                  <a:pt x="72786" y="1064453"/>
                </a:cubicBezTo>
                <a:cubicBezTo>
                  <a:pt x="75621" y="1062716"/>
                  <a:pt x="78638" y="1061618"/>
                  <a:pt x="81930" y="1061070"/>
                </a:cubicBezTo>
                <a:cubicBezTo>
                  <a:pt x="85222" y="1060521"/>
                  <a:pt x="88422" y="1060613"/>
                  <a:pt x="91623" y="1061344"/>
                </a:cubicBezTo>
                <a:cubicBezTo>
                  <a:pt x="94823" y="1062076"/>
                  <a:pt x="97841" y="1063447"/>
                  <a:pt x="100493" y="1065367"/>
                </a:cubicBezTo>
                <a:cubicBezTo>
                  <a:pt x="103236" y="1067288"/>
                  <a:pt x="105430" y="1069574"/>
                  <a:pt x="107168" y="1072408"/>
                </a:cubicBezTo>
                <a:cubicBezTo>
                  <a:pt x="108905" y="1075243"/>
                  <a:pt x="110094" y="1078260"/>
                  <a:pt x="110642" y="1081461"/>
                </a:cubicBezTo>
                <a:cubicBezTo>
                  <a:pt x="111191" y="1084753"/>
                  <a:pt x="111100" y="1088045"/>
                  <a:pt x="110277" y="1091245"/>
                </a:cubicBezTo>
                <a:cubicBezTo>
                  <a:pt x="109545" y="1094445"/>
                  <a:pt x="108265" y="1097371"/>
                  <a:pt x="106345" y="1100115"/>
                </a:cubicBezTo>
                <a:lnTo>
                  <a:pt x="103419" y="1104138"/>
                </a:lnTo>
                <a:cubicBezTo>
                  <a:pt x="101498" y="1106790"/>
                  <a:pt x="99121" y="1109076"/>
                  <a:pt x="96286" y="1110813"/>
                </a:cubicBezTo>
                <a:cubicBezTo>
                  <a:pt x="93543" y="1112550"/>
                  <a:pt x="90434" y="1113648"/>
                  <a:pt x="87234" y="1114196"/>
                </a:cubicBezTo>
                <a:cubicBezTo>
                  <a:pt x="83942" y="1114745"/>
                  <a:pt x="80742" y="1114654"/>
                  <a:pt x="77450" y="1113922"/>
                </a:cubicBezTo>
                <a:cubicBezTo>
                  <a:pt x="74249" y="1113191"/>
                  <a:pt x="71323" y="1111819"/>
                  <a:pt x="68580" y="1109899"/>
                </a:cubicBezTo>
                <a:cubicBezTo>
                  <a:pt x="65928" y="1107978"/>
                  <a:pt x="63734" y="1105601"/>
                  <a:pt x="61996" y="1102858"/>
                </a:cubicBezTo>
                <a:cubicBezTo>
                  <a:pt x="60168" y="1100023"/>
                  <a:pt x="59070" y="1097006"/>
                  <a:pt x="58522" y="1093714"/>
                </a:cubicBezTo>
                <a:cubicBezTo>
                  <a:pt x="57973" y="1090513"/>
                  <a:pt x="58064" y="1087222"/>
                  <a:pt x="58796" y="1084021"/>
                </a:cubicBezTo>
                <a:cubicBezTo>
                  <a:pt x="59527" y="1080821"/>
                  <a:pt x="60899" y="1077895"/>
                  <a:pt x="62819" y="1075152"/>
                </a:cubicBezTo>
              </a:path>
              <a:path w="3889492" h="1195852">
                <a:moveTo>
                  <a:pt x="68580" y="1067105"/>
                </a:moveTo>
                <a:lnTo>
                  <a:pt x="71506" y="1062990"/>
                </a:lnTo>
                <a:cubicBezTo>
                  <a:pt x="73426" y="1060338"/>
                  <a:pt x="75804" y="1058144"/>
                  <a:pt x="78638" y="1056406"/>
                </a:cubicBezTo>
                <a:cubicBezTo>
                  <a:pt x="81382" y="1054578"/>
                  <a:pt x="84491" y="1053480"/>
                  <a:pt x="87691" y="1052932"/>
                </a:cubicBezTo>
                <a:cubicBezTo>
                  <a:pt x="90983" y="1052383"/>
                  <a:pt x="94183" y="1052474"/>
                  <a:pt x="97475" y="1053206"/>
                </a:cubicBezTo>
                <a:cubicBezTo>
                  <a:pt x="100675" y="1053937"/>
                  <a:pt x="103602" y="1055309"/>
                  <a:pt x="106345" y="1057229"/>
                </a:cubicBezTo>
                <a:cubicBezTo>
                  <a:pt x="108996" y="1059150"/>
                  <a:pt x="111191" y="1061527"/>
                  <a:pt x="112928" y="1064270"/>
                </a:cubicBezTo>
                <a:cubicBezTo>
                  <a:pt x="114757" y="1067105"/>
                  <a:pt x="115854" y="1070122"/>
                  <a:pt x="116403" y="1073414"/>
                </a:cubicBezTo>
                <a:cubicBezTo>
                  <a:pt x="116952" y="1076615"/>
                  <a:pt x="116860" y="1079906"/>
                  <a:pt x="116129" y="1083107"/>
                </a:cubicBezTo>
                <a:cubicBezTo>
                  <a:pt x="115397" y="1086307"/>
                  <a:pt x="114026" y="1089325"/>
                  <a:pt x="112105" y="1091976"/>
                </a:cubicBezTo>
                <a:lnTo>
                  <a:pt x="109179" y="1096000"/>
                </a:lnTo>
                <a:cubicBezTo>
                  <a:pt x="107259" y="1098743"/>
                  <a:pt x="104882" y="1100938"/>
                  <a:pt x="102138" y="1102675"/>
                </a:cubicBezTo>
                <a:cubicBezTo>
                  <a:pt x="99304" y="1104412"/>
                  <a:pt x="96286" y="1105601"/>
                  <a:pt x="92994" y="1106150"/>
                </a:cubicBezTo>
                <a:cubicBezTo>
                  <a:pt x="89794" y="1106698"/>
                  <a:pt x="86502" y="1106515"/>
                  <a:pt x="83302" y="1105784"/>
                </a:cubicBezTo>
                <a:cubicBezTo>
                  <a:pt x="80101" y="1105052"/>
                  <a:pt x="77084" y="1103772"/>
                  <a:pt x="74432" y="1101852"/>
                </a:cubicBezTo>
                <a:cubicBezTo>
                  <a:pt x="71689" y="1099932"/>
                  <a:pt x="69494" y="1097554"/>
                  <a:pt x="67757" y="1094720"/>
                </a:cubicBezTo>
                <a:cubicBezTo>
                  <a:pt x="66020" y="1091885"/>
                  <a:pt x="64831" y="1088868"/>
                  <a:pt x="64282" y="1085667"/>
                </a:cubicBezTo>
                <a:cubicBezTo>
                  <a:pt x="63734" y="1082375"/>
                  <a:pt x="63917" y="1079175"/>
                  <a:pt x="64648" y="1075974"/>
                </a:cubicBezTo>
                <a:cubicBezTo>
                  <a:pt x="65380" y="1072683"/>
                  <a:pt x="66660" y="1069757"/>
                  <a:pt x="68580" y="1067105"/>
                </a:cubicBezTo>
              </a:path>
              <a:path w="3889492" h="1195852">
                <a:moveTo>
                  <a:pt x="74432" y="1058967"/>
                </a:moveTo>
                <a:lnTo>
                  <a:pt x="77358" y="1054943"/>
                </a:lnTo>
                <a:cubicBezTo>
                  <a:pt x="79278" y="1052200"/>
                  <a:pt x="81564" y="1050006"/>
                  <a:pt x="84399" y="1048268"/>
                </a:cubicBezTo>
                <a:cubicBezTo>
                  <a:pt x="87234" y="1046531"/>
                  <a:pt x="90251" y="1045342"/>
                  <a:pt x="93543" y="1044793"/>
                </a:cubicBezTo>
                <a:cubicBezTo>
                  <a:pt x="96744" y="1044245"/>
                  <a:pt x="100035" y="1044336"/>
                  <a:pt x="103236" y="1045159"/>
                </a:cubicBezTo>
                <a:cubicBezTo>
                  <a:pt x="106436" y="1045891"/>
                  <a:pt x="109454" y="1047171"/>
                  <a:pt x="112105" y="1049091"/>
                </a:cubicBezTo>
                <a:cubicBezTo>
                  <a:pt x="114757" y="1051011"/>
                  <a:pt x="117043" y="1053389"/>
                  <a:pt x="118781" y="1056223"/>
                </a:cubicBezTo>
                <a:cubicBezTo>
                  <a:pt x="120518" y="1058967"/>
                  <a:pt x="121707" y="1062076"/>
                  <a:pt x="122164" y="1065276"/>
                </a:cubicBezTo>
                <a:cubicBezTo>
                  <a:pt x="122712" y="1068568"/>
                  <a:pt x="122621" y="1071768"/>
                  <a:pt x="121890" y="1074969"/>
                </a:cubicBezTo>
                <a:cubicBezTo>
                  <a:pt x="121158" y="1078260"/>
                  <a:pt x="119786" y="1081187"/>
                  <a:pt x="117866" y="1083838"/>
                </a:cubicBezTo>
                <a:lnTo>
                  <a:pt x="115032" y="1087953"/>
                </a:lnTo>
                <a:cubicBezTo>
                  <a:pt x="113111" y="1090605"/>
                  <a:pt x="110734" y="1092799"/>
                  <a:pt x="107899" y="1094537"/>
                </a:cubicBezTo>
                <a:cubicBezTo>
                  <a:pt x="105065" y="1096366"/>
                  <a:pt x="102047" y="1097463"/>
                  <a:pt x="98847" y="1098012"/>
                </a:cubicBezTo>
                <a:cubicBezTo>
                  <a:pt x="95555" y="1098560"/>
                  <a:pt x="92263" y="1098469"/>
                  <a:pt x="89063" y="1097737"/>
                </a:cubicBezTo>
                <a:cubicBezTo>
                  <a:pt x="85862" y="1097006"/>
                  <a:pt x="82936" y="1095634"/>
                  <a:pt x="80193" y="1093714"/>
                </a:cubicBezTo>
                <a:cubicBezTo>
                  <a:pt x="77541" y="1091794"/>
                  <a:pt x="75347" y="1089416"/>
                  <a:pt x="73518" y="1086582"/>
                </a:cubicBezTo>
                <a:cubicBezTo>
                  <a:pt x="71780" y="1083838"/>
                  <a:pt x="70683" y="1080821"/>
                  <a:pt x="70134" y="1077529"/>
                </a:cubicBezTo>
                <a:cubicBezTo>
                  <a:pt x="69586" y="1074237"/>
                  <a:pt x="69677" y="1071037"/>
                  <a:pt x="70409" y="1067836"/>
                </a:cubicBezTo>
                <a:cubicBezTo>
                  <a:pt x="71140" y="1064636"/>
                  <a:pt x="72512" y="1061618"/>
                  <a:pt x="74432" y="1058967"/>
                </a:cubicBezTo>
              </a:path>
              <a:path w="3889492" h="1195852">
                <a:moveTo>
                  <a:pt x="80193" y="1050828"/>
                </a:moveTo>
                <a:lnTo>
                  <a:pt x="83119" y="1046805"/>
                </a:lnTo>
                <a:cubicBezTo>
                  <a:pt x="85039" y="1044153"/>
                  <a:pt x="87417" y="1041867"/>
                  <a:pt x="90251" y="1040130"/>
                </a:cubicBezTo>
                <a:cubicBezTo>
                  <a:pt x="92994" y="1038393"/>
                  <a:pt x="96012" y="1037295"/>
                  <a:pt x="99304" y="1036747"/>
                </a:cubicBezTo>
                <a:cubicBezTo>
                  <a:pt x="102596" y="1036198"/>
                  <a:pt x="105796" y="1036290"/>
                  <a:pt x="108996" y="1037021"/>
                </a:cubicBezTo>
                <a:cubicBezTo>
                  <a:pt x="112288" y="1037753"/>
                  <a:pt x="115214" y="1039124"/>
                  <a:pt x="117866" y="1041044"/>
                </a:cubicBezTo>
                <a:cubicBezTo>
                  <a:pt x="120609" y="1042965"/>
                  <a:pt x="122804" y="1045251"/>
                  <a:pt x="124541" y="1048085"/>
                </a:cubicBezTo>
                <a:cubicBezTo>
                  <a:pt x="126279" y="1050920"/>
                  <a:pt x="127467" y="1053937"/>
                  <a:pt x="128016" y="1057229"/>
                </a:cubicBezTo>
                <a:cubicBezTo>
                  <a:pt x="128565" y="1060430"/>
                  <a:pt x="128473" y="1063722"/>
                  <a:pt x="127742" y="1066922"/>
                </a:cubicBezTo>
                <a:cubicBezTo>
                  <a:pt x="126919" y="1070122"/>
                  <a:pt x="125639" y="1073048"/>
                  <a:pt x="123718" y="1075792"/>
                </a:cubicBezTo>
                <a:lnTo>
                  <a:pt x="120792" y="1079815"/>
                </a:lnTo>
                <a:cubicBezTo>
                  <a:pt x="118872" y="1082467"/>
                  <a:pt x="116495" y="1084753"/>
                  <a:pt x="113751" y="1086490"/>
                </a:cubicBezTo>
                <a:cubicBezTo>
                  <a:pt x="110917" y="1088227"/>
                  <a:pt x="107899" y="1089325"/>
                  <a:pt x="104607" y="1089873"/>
                </a:cubicBezTo>
                <a:cubicBezTo>
                  <a:pt x="101316" y="1090422"/>
                  <a:pt x="98115" y="1090331"/>
                  <a:pt x="94915" y="1089599"/>
                </a:cubicBezTo>
                <a:cubicBezTo>
                  <a:pt x="91623" y="1088868"/>
                  <a:pt x="88697" y="1087496"/>
                  <a:pt x="86045" y="1085576"/>
                </a:cubicBezTo>
                <a:cubicBezTo>
                  <a:pt x="83302" y="1083655"/>
                  <a:pt x="81107" y="1081278"/>
                  <a:pt x="79370" y="1078535"/>
                </a:cubicBezTo>
                <a:cubicBezTo>
                  <a:pt x="77633" y="1075700"/>
                  <a:pt x="76444" y="1072683"/>
                  <a:pt x="75895" y="1069391"/>
                </a:cubicBezTo>
                <a:cubicBezTo>
                  <a:pt x="75347" y="1066190"/>
                  <a:pt x="75438" y="1062899"/>
                  <a:pt x="76261" y="1059698"/>
                </a:cubicBezTo>
                <a:cubicBezTo>
                  <a:pt x="76992" y="1056498"/>
                  <a:pt x="78273" y="1053572"/>
                  <a:pt x="80193" y="1050828"/>
                </a:cubicBezTo>
              </a:path>
              <a:path w="3889492" h="1195852">
                <a:moveTo>
                  <a:pt x="86045" y="1042782"/>
                </a:moveTo>
                <a:lnTo>
                  <a:pt x="88880" y="1038667"/>
                </a:lnTo>
                <a:cubicBezTo>
                  <a:pt x="90800" y="1036015"/>
                  <a:pt x="93177" y="1033821"/>
                  <a:pt x="96012" y="1032083"/>
                </a:cubicBezTo>
                <a:cubicBezTo>
                  <a:pt x="98847" y="1030254"/>
                  <a:pt x="101864" y="1029157"/>
                  <a:pt x="105065" y="1028609"/>
                </a:cubicBezTo>
                <a:cubicBezTo>
                  <a:pt x="108356" y="1028060"/>
                  <a:pt x="111648" y="1028151"/>
                  <a:pt x="114849" y="1028883"/>
                </a:cubicBezTo>
                <a:cubicBezTo>
                  <a:pt x="118049" y="1029614"/>
                  <a:pt x="120975" y="1030986"/>
                  <a:pt x="123718" y="1032906"/>
                </a:cubicBezTo>
                <a:cubicBezTo>
                  <a:pt x="126370" y="1034826"/>
                  <a:pt x="128656" y="1037204"/>
                  <a:pt x="130393" y="1039947"/>
                </a:cubicBezTo>
                <a:cubicBezTo>
                  <a:pt x="132131" y="1042782"/>
                  <a:pt x="133228" y="1045799"/>
                  <a:pt x="133777" y="1049091"/>
                </a:cubicBezTo>
                <a:cubicBezTo>
                  <a:pt x="134325" y="1052292"/>
                  <a:pt x="134234" y="1055583"/>
                  <a:pt x="133502" y="1058784"/>
                </a:cubicBezTo>
                <a:cubicBezTo>
                  <a:pt x="132771" y="1061984"/>
                  <a:pt x="131399" y="1065002"/>
                  <a:pt x="129479" y="1067653"/>
                </a:cubicBezTo>
                <a:lnTo>
                  <a:pt x="126553" y="1071677"/>
                </a:lnTo>
                <a:cubicBezTo>
                  <a:pt x="124633" y="1074420"/>
                  <a:pt x="122347" y="1076615"/>
                  <a:pt x="119512" y="1078352"/>
                </a:cubicBezTo>
                <a:cubicBezTo>
                  <a:pt x="116677" y="1080089"/>
                  <a:pt x="113660" y="1081278"/>
                  <a:pt x="110368" y="1081827"/>
                </a:cubicBezTo>
                <a:cubicBezTo>
                  <a:pt x="107168" y="1082375"/>
                  <a:pt x="103876" y="1082192"/>
                  <a:pt x="100675" y="1081461"/>
                </a:cubicBezTo>
                <a:cubicBezTo>
                  <a:pt x="97475" y="1080729"/>
                  <a:pt x="94549" y="1079449"/>
                  <a:pt x="91806" y="1077529"/>
                </a:cubicBezTo>
                <a:cubicBezTo>
                  <a:pt x="89154" y="1075609"/>
                  <a:pt x="86868" y="1073231"/>
                  <a:pt x="85131" y="1070397"/>
                </a:cubicBezTo>
                <a:cubicBezTo>
                  <a:pt x="83393" y="1067653"/>
                  <a:pt x="82296" y="1064544"/>
                  <a:pt x="81747" y="1061344"/>
                </a:cubicBezTo>
                <a:cubicBezTo>
                  <a:pt x="81199" y="1058052"/>
                  <a:pt x="81290" y="1054852"/>
                  <a:pt x="82022" y="1051651"/>
                </a:cubicBezTo>
                <a:cubicBezTo>
                  <a:pt x="82753" y="1048360"/>
                  <a:pt x="84125" y="1045434"/>
                  <a:pt x="86045" y="1042782"/>
                </a:cubicBezTo>
              </a:path>
              <a:path w="3889492" h="1195852">
                <a:moveTo>
                  <a:pt x="91806" y="1034644"/>
                </a:moveTo>
                <a:lnTo>
                  <a:pt x="94732" y="1030620"/>
                </a:lnTo>
                <a:cubicBezTo>
                  <a:pt x="96652" y="1027877"/>
                  <a:pt x="99030" y="1025682"/>
                  <a:pt x="101773" y="1023945"/>
                </a:cubicBezTo>
                <a:cubicBezTo>
                  <a:pt x="104607" y="1022208"/>
                  <a:pt x="107625" y="1021019"/>
                  <a:pt x="110917" y="1020470"/>
                </a:cubicBezTo>
                <a:cubicBezTo>
                  <a:pt x="114209" y="1019922"/>
                  <a:pt x="117409" y="1020013"/>
                  <a:pt x="120609" y="1020836"/>
                </a:cubicBezTo>
                <a:cubicBezTo>
                  <a:pt x="123810" y="1021568"/>
                  <a:pt x="126827" y="1022848"/>
                  <a:pt x="129479" y="1024768"/>
                </a:cubicBezTo>
                <a:cubicBezTo>
                  <a:pt x="132222" y="1026688"/>
                  <a:pt x="134417" y="1029066"/>
                  <a:pt x="136154" y="1031900"/>
                </a:cubicBezTo>
                <a:cubicBezTo>
                  <a:pt x="137892" y="1034644"/>
                  <a:pt x="139080" y="1037753"/>
                  <a:pt x="139629" y="1040953"/>
                </a:cubicBezTo>
                <a:cubicBezTo>
                  <a:pt x="140178" y="1044245"/>
                  <a:pt x="140086" y="1047445"/>
                  <a:pt x="139263" y="1050646"/>
                </a:cubicBezTo>
                <a:cubicBezTo>
                  <a:pt x="138532" y="1053937"/>
                  <a:pt x="137251" y="1056864"/>
                  <a:pt x="135331" y="1059515"/>
                </a:cubicBezTo>
                <a:lnTo>
                  <a:pt x="132405" y="1063630"/>
                </a:lnTo>
                <a:cubicBezTo>
                  <a:pt x="130485" y="1066282"/>
                  <a:pt x="128107" y="1068476"/>
                  <a:pt x="125273" y="1070214"/>
                </a:cubicBezTo>
                <a:cubicBezTo>
                  <a:pt x="122530" y="1072043"/>
                  <a:pt x="119421" y="1073140"/>
                  <a:pt x="116220" y="1073688"/>
                </a:cubicBezTo>
                <a:cubicBezTo>
                  <a:pt x="112928" y="1074237"/>
                  <a:pt x="109728" y="1074146"/>
                  <a:pt x="106436" y="1073414"/>
                </a:cubicBezTo>
                <a:cubicBezTo>
                  <a:pt x="103236" y="1072683"/>
                  <a:pt x="100310" y="1071311"/>
                  <a:pt x="97566" y="1069391"/>
                </a:cubicBezTo>
                <a:cubicBezTo>
                  <a:pt x="94915" y="1067471"/>
                  <a:pt x="92720" y="1065093"/>
                  <a:pt x="90983" y="1062350"/>
                </a:cubicBezTo>
                <a:cubicBezTo>
                  <a:pt x="89154" y="1059515"/>
                  <a:pt x="88057" y="1056498"/>
                  <a:pt x="87508" y="1053206"/>
                </a:cubicBezTo>
                <a:cubicBezTo>
                  <a:pt x="86959" y="1049914"/>
                  <a:pt x="87051" y="1046714"/>
                  <a:pt x="87782" y="1043513"/>
                </a:cubicBezTo>
                <a:cubicBezTo>
                  <a:pt x="88514" y="1040313"/>
                  <a:pt x="89886" y="1037295"/>
                  <a:pt x="91806" y="1034644"/>
                </a:cubicBezTo>
              </a:path>
              <a:path w="3889492" h="1195852">
                <a:moveTo>
                  <a:pt x="97566" y="1026505"/>
                </a:moveTo>
                <a:lnTo>
                  <a:pt x="100493" y="1022482"/>
                </a:lnTo>
                <a:cubicBezTo>
                  <a:pt x="102413" y="1019830"/>
                  <a:pt x="104790" y="1017544"/>
                  <a:pt x="107625" y="1015807"/>
                </a:cubicBezTo>
                <a:cubicBezTo>
                  <a:pt x="110368" y="1014070"/>
                  <a:pt x="113477" y="1012972"/>
                  <a:pt x="116677" y="1012424"/>
                </a:cubicBezTo>
                <a:cubicBezTo>
                  <a:pt x="119969" y="1011875"/>
                  <a:pt x="123170" y="1011966"/>
                  <a:pt x="126462" y="1012698"/>
                </a:cubicBezTo>
                <a:cubicBezTo>
                  <a:pt x="129662" y="1013430"/>
                  <a:pt x="132588" y="1014801"/>
                  <a:pt x="135331" y="1016721"/>
                </a:cubicBezTo>
                <a:cubicBezTo>
                  <a:pt x="137983" y="1018642"/>
                  <a:pt x="140178" y="1020928"/>
                  <a:pt x="141915" y="1023762"/>
                </a:cubicBezTo>
                <a:cubicBezTo>
                  <a:pt x="143744" y="1026597"/>
                  <a:pt x="144841" y="1029614"/>
                  <a:pt x="145390" y="1032906"/>
                </a:cubicBezTo>
                <a:cubicBezTo>
                  <a:pt x="145938" y="1036107"/>
                  <a:pt x="145847" y="1039398"/>
                  <a:pt x="145115" y="1042599"/>
                </a:cubicBezTo>
                <a:cubicBezTo>
                  <a:pt x="144384" y="1045799"/>
                  <a:pt x="143012" y="1048725"/>
                  <a:pt x="141092" y="1051469"/>
                </a:cubicBezTo>
                <a:lnTo>
                  <a:pt x="138166" y="1055492"/>
                </a:lnTo>
                <a:cubicBezTo>
                  <a:pt x="136246" y="1058144"/>
                  <a:pt x="133868" y="1060430"/>
                  <a:pt x="131125" y="1062167"/>
                </a:cubicBezTo>
                <a:cubicBezTo>
                  <a:pt x="128290" y="1063904"/>
                  <a:pt x="125273" y="1065002"/>
                  <a:pt x="121981" y="1065550"/>
                </a:cubicBezTo>
                <a:cubicBezTo>
                  <a:pt x="118781" y="1066099"/>
                  <a:pt x="115489" y="1066008"/>
                  <a:pt x="112288" y="1065276"/>
                </a:cubicBezTo>
                <a:cubicBezTo>
                  <a:pt x="109088" y="1064544"/>
                  <a:pt x="106070" y="1063173"/>
                  <a:pt x="103419" y="1061253"/>
                </a:cubicBezTo>
                <a:cubicBezTo>
                  <a:pt x="100675" y="1059332"/>
                  <a:pt x="98481" y="1056955"/>
                  <a:pt x="96744" y="1054212"/>
                </a:cubicBezTo>
                <a:cubicBezTo>
                  <a:pt x="95006" y="1051377"/>
                  <a:pt x="93817" y="1048360"/>
                  <a:pt x="93269" y="1045068"/>
                </a:cubicBezTo>
                <a:cubicBezTo>
                  <a:pt x="92720" y="1041867"/>
                  <a:pt x="92903" y="1038576"/>
                  <a:pt x="93635" y="1035375"/>
                </a:cubicBezTo>
                <a:cubicBezTo>
                  <a:pt x="94366" y="1032175"/>
                  <a:pt x="95646" y="1029249"/>
                  <a:pt x="97566" y="1026505"/>
                </a:cubicBezTo>
              </a:path>
              <a:path w="3889492" h="1195852">
                <a:moveTo>
                  <a:pt x="103419" y="1018459"/>
                </a:moveTo>
                <a:lnTo>
                  <a:pt x="106345" y="1014344"/>
                </a:lnTo>
                <a:cubicBezTo>
                  <a:pt x="108265" y="1011692"/>
                  <a:pt x="110551" y="1009498"/>
                  <a:pt x="113386" y="1007760"/>
                </a:cubicBezTo>
                <a:cubicBezTo>
                  <a:pt x="116220" y="1005931"/>
                  <a:pt x="119238" y="1004834"/>
                  <a:pt x="122530" y="1004286"/>
                </a:cubicBezTo>
                <a:cubicBezTo>
                  <a:pt x="125730" y="1003737"/>
                  <a:pt x="129022" y="1003828"/>
                  <a:pt x="132222" y="1004560"/>
                </a:cubicBezTo>
                <a:cubicBezTo>
                  <a:pt x="135423" y="1005291"/>
                  <a:pt x="138440" y="1006663"/>
                  <a:pt x="141092" y="1008583"/>
                </a:cubicBezTo>
                <a:cubicBezTo>
                  <a:pt x="143744" y="1010503"/>
                  <a:pt x="146030" y="1012881"/>
                  <a:pt x="147767" y="1015624"/>
                </a:cubicBezTo>
                <a:cubicBezTo>
                  <a:pt x="149504" y="1018459"/>
                  <a:pt x="150693" y="1021476"/>
                  <a:pt x="151242" y="1024768"/>
                </a:cubicBezTo>
                <a:cubicBezTo>
                  <a:pt x="151699" y="1028060"/>
                  <a:pt x="151608" y="1031260"/>
                  <a:pt x="150876" y="1034461"/>
                </a:cubicBezTo>
                <a:cubicBezTo>
                  <a:pt x="150144" y="1037661"/>
                  <a:pt x="148773" y="1040679"/>
                  <a:pt x="146853" y="1043330"/>
                </a:cubicBezTo>
                <a:lnTo>
                  <a:pt x="144018" y="1047354"/>
                </a:lnTo>
                <a:cubicBezTo>
                  <a:pt x="142098" y="1050097"/>
                  <a:pt x="139720" y="1052292"/>
                  <a:pt x="136886" y="1054029"/>
                </a:cubicBezTo>
                <a:cubicBezTo>
                  <a:pt x="134051" y="1055766"/>
                  <a:pt x="131034" y="1056955"/>
                  <a:pt x="127833" y="1057504"/>
                </a:cubicBezTo>
                <a:cubicBezTo>
                  <a:pt x="124541" y="1058052"/>
                  <a:pt x="121341" y="1057961"/>
                  <a:pt x="118049" y="1057138"/>
                </a:cubicBezTo>
                <a:cubicBezTo>
                  <a:pt x="114849" y="1056406"/>
                  <a:pt x="111923" y="1055126"/>
                  <a:pt x="109179" y="1053206"/>
                </a:cubicBezTo>
                <a:cubicBezTo>
                  <a:pt x="106528" y="1051286"/>
                  <a:pt x="104333" y="1048908"/>
                  <a:pt x="102504" y="1046074"/>
                </a:cubicBezTo>
                <a:cubicBezTo>
                  <a:pt x="100767" y="1043330"/>
                  <a:pt x="99670" y="1040221"/>
                  <a:pt x="99121" y="1037021"/>
                </a:cubicBezTo>
                <a:cubicBezTo>
                  <a:pt x="98572" y="1033729"/>
                  <a:pt x="98664" y="1030529"/>
                  <a:pt x="99395" y="1027328"/>
                </a:cubicBezTo>
                <a:cubicBezTo>
                  <a:pt x="100127" y="1024037"/>
                  <a:pt x="101498" y="1021110"/>
                  <a:pt x="103419" y="1018459"/>
                </a:cubicBezTo>
              </a:path>
              <a:path w="3889492" h="1195852">
                <a:moveTo>
                  <a:pt x="109179" y="1010321"/>
                </a:moveTo>
                <a:lnTo>
                  <a:pt x="112105" y="1006297"/>
                </a:lnTo>
                <a:cubicBezTo>
                  <a:pt x="114026" y="1003554"/>
                  <a:pt x="116403" y="1001359"/>
                  <a:pt x="119238" y="999622"/>
                </a:cubicBezTo>
                <a:cubicBezTo>
                  <a:pt x="121981" y="997885"/>
                  <a:pt x="124998" y="996696"/>
                  <a:pt x="128290" y="996147"/>
                </a:cubicBezTo>
                <a:cubicBezTo>
                  <a:pt x="131582" y="995599"/>
                  <a:pt x="134783" y="995782"/>
                  <a:pt x="137983" y="996513"/>
                </a:cubicBezTo>
                <a:cubicBezTo>
                  <a:pt x="141275" y="997245"/>
                  <a:pt x="144201" y="998525"/>
                  <a:pt x="146853" y="1000445"/>
                </a:cubicBezTo>
                <a:cubicBezTo>
                  <a:pt x="149596" y="1002365"/>
                  <a:pt x="151790" y="1004743"/>
                  <a:pt x="153528" y="1007577"/>
                </a:cubicBezTo>
                <a:cubicBezTo>
                  <a:pt x="155265" y="1010321"/>
                  <a:pt x="156454" y="1013430"/>
                  <a:pt x="157002" y="1016630"/>
                </a:cubicBezTo>
                <a:cubicBezTo>
                  <a:pt x="157551" y="1019922"/>
                  <a:pt x="157460" y="1023122"/>
                  <a:pt x="156728" y="1026323"/>
                </a:cubicBezTo>
                <a:cubicBezTo>
                  <a:pt x="155905" y="1029614"/>
                  <a:pt x="154625" y="1032540"/>
                  <a:pt x="152705" y="1035192"/>
                </a:cubicBezTo>
                <a:lnTo>
                  <a:pt x="149779" y="1039307"/>
                </a:lnTo>
                <a:cubicBezTo>
                  <a:pt x="147858" y="1041959"/>
                  <a:pt x="145481" y="1044153"/>
                  <a:pt x="142738" y="1045891"/>
                </a:cubicBezTo>
                <a:cubicBezTo>
                  <a:pt x="139903" y="1047720"/>
                  <a:pt x="136886" y="1048817"/>
                  <a:pt x="133594" y="1049365"/>
                </a:cubicBezTo>
                <a:cubicBezTo>
                  <a:pt x="130302" y="1049914"/>
                  <a:pt x="127102" y="1049823"/>
                  <a:pt x="123901" y="1049091"/>
                </a:cubicBezTo>
                <a:cubicBezTo>
                  <a:pt x="120609" y="1048360"/>
                  <a:pt x="117683" y="1046988"/>
                  <a:pt x="115032" y="1045068"/>
                </a:cubicBezTo>
                <a:cubicBezTo>
                  <a:pt x="112288" y="1043148"/>
                  <a:pt x="110094" y="1040770"/>
                  <a:pt x="108356" y="1038027"/>
                </a:cubicBezTo>
                <a:cubicBezTo>
                  <a:pt x="106619" y="1035192"/>
                  <a:pt x="105430" y="1032175"/>
                  <a:pt x="104882" y="1028883"/>
                </a:cubicBezTo>
                <a:cubicBezTo>
                  <a:pt x="104333" y="1025591"/>
                  <a:pt x="104424" y="1022391"/>
                  <a:pt x="105247" y="1019190"/>
                </a:cubicBezTo>
                <a:cubicBezTo>
                  <a:pt x="105979" y="1015990"/>
                  <a:pt x="107259" y="1012972"/>
                  <a:pt x="109179" y="1010321"/>
                </a:cubicBezTo>
              </a:path>
              <a:path w="3889492" h="1195852">
                <a:moveTo>
                  <a:pt x="115032" y="1002182"/>
                </a:moveTo>
                <a:lnTo>
                  <a:pt x="117866" y="998159"/>
                </a:lnTo>
                <a:cubicBezTo>
                  <a:pt x="119786" y="995507"/>
                  <a:pt x="122164" y="993221"/>
                  <a:pt x="124998" y="991484"/>
                </a:cubicBezTo>
                <a:cubicBezTo>
                  <a:pt x="127833" y="989747"/>
                  <a:pt x="130851" y="988649"/>
                  <a:pt x="134051" y="988101"/>
                </a:cubicBezTo>
                <a:cubicBezTo>
                  <a:pt x="137343" y="987552"/>
                  <a:pt x="140635" y="987643"/>
                  <a:pt x="143835" y="988375"/>
                </a:cubicBezTo>
                <a:cubicBezTo>
                  <a:pt x="147036" y="989106"/>
                  <a:pt x="149962" y="990478"/>
                  <a:pt x="152705" y="992398"/>
                </a:cubicBezTo>
                <a:cubicBezTo>
                  <a:pt x="155357" y="994319"/>
                  <a:pt x="157643" y="996696"/>
                  <a:pt x="159380" y="999439"/>
                </a:cubicBezTo>
                <a:cubicBezTo>
                  <a:pt x="161117" y="1002274"/>
                  <a:pt x="162215" y="1005291"/>
                  <a:pt x="162763" y="1008583"/>
                </a:cubicBezTo>
                <a:cubicBezTo>
                  <a:pt x="163312" y="1011784"/>
                  <a:pt x="163220" y="1015075"/>
                  <a:pt x="162489" y="1018276"/>
                </a:cubicBezTo>
                <a:cubicBezTo>
                  <a:pt x="161757" y="1021476"/>
                  <a:pt x="160386" y="1024402"/>
                  <a:pt x="158466" y="1027146"/>
                </a:cubicBezTo>
                <a:lnTo>
                  <a:pt x="155631" y="1031169"/>
                </a:lnTo>
                <a:cubicBezTo>
                  <a:pt x="153711" y="1033821"/>
                  <a:pt x="151333" y="1036107"/>
                  <a:pt x="148499" y="1037844"/>
                </a:cubicBezTo>
                <a:cubicBezTo>
                  <a:pt x="145664" y="1039581"/>
                  <a:pt x="142646" y="1040679"/>
                  <a:pt x="139355" y="1041227"/>
                </a:cubicBezTo>
                <a:cubicBezTo>
                  <a:pt x="136154" y="1041776"/>
                  <a:pt x="132862" y="1041684"/>
                  <a:pt x="129662" y="1040953"/>
                </a:cubicBezTo>
                <a:cubicBezTo>
                  <a:pt x="126462" y="1040221"/>
                  <a:pt x="123535" y="1038850"/>
                  <a:pt x="120792" y="1036930"/>
                </a:cubicBezTo>
                <a:cubicBezTo>
                  <a:pt x="118140" y="1035009"/>
                  <a:pt x="115854" y="1032723"/>
                  <a:pt x="114117" y="1029889"/>
                </a:cubicBezTo>
                <a:cubicBezTo>
                  <a:pt x="112380" y="1027054"/>
                  <a:pt x="111282" y="1024037"/>
                  <a:pt x="110734" y="1020745"/>
                </a:cubicBezTo>
                <a:cubicBezTo>
                  <a:pt x="110185" y="1017544"/>
                  <a:pt x="110277" y="1014252"/>
                  <a:pt x="111008" y="1011052"/>
                </a:cubicBezTo>
                <a:cubicBezTo>
                  <a:pt x="111740" y="1007852"/>
                  <a:pt x="113111" y="1004926"/>
                  <a:pt x="115032" y="1002182"/>
                </a:cubicBezTo>
              </a:path>
              <a:path w="3889492" h="1195852">
                <a:moveTo>
                  <a:pt x="120792" y="994136"/>
                </a:moveTo>
                <a:lnTo>
                  <a:pt x="123718" y="990021"/>
                </a:lnTo>
                <a:cubicBezTo>
                  <a:pt x="125639" y="987369"/>
                  <a:pt x="128016" y="985175"/>
                  <a:pt x="130759" y="983437"/>
                </a:cubicBezTo>
                <a:cubicBezTo>
                  <a:pt x="133594" y="981608"/>
                  <a:pt x="136611" y="980511"/>
                  <a:pt x="139903" y="979962"/>
                </a:cubicBezTo>
                <a:cubicBezTo>
                  <a:pt x="143195" y="979414"/>
                  <a:pt x="146395" y="979505"/>
                  <a:pt x="149596" y="980237"/>
                </a:cubicBezTo>
                <a:cubicBezTo>
                  <a:pt x="152796" y="980968"/>
                  <a:pt x="155814" y="982340"/>
                  <a:pt x="158466" y="984260"/>
                </a:cubicBezTo>
                <a:cubicBezTo>
                  <a:pt x="161209" y="986180"/>
                  <a:pt x="163403" y="988558"/>
                  <a:pt x="165141" y="991392"/>
                </a:cubicBezTo>
                <a:cubicBezTo>
                  <a:pt x="166878" y="994136"/>
                  <a:pt x="168067" y="997153"/>
                  <a:pt x="168615" y="1000445"/>
                </a:cubicBezTo>
                <a:cubicBezTo>
                  <a:pt x="169164" y="1003737"/>
                  <a:pt x="169073" y="1006937"/>
                  <a:pt x="168250" y="1010138"/>
                </a:cubicBezTo>
                <a:cubicBezTo>
                  <a:pt x="167518" y="1013338"/>
                  <a:pt x="166238" y="1016356"/>
                  <a:pt x="164318" y="1019007"/>
                </a:cubicBezTo>
                <a:lnTo>
                  <a:pt x="161392" y="1023031"/>
                </a:lnTo>
                <a:cubicBezTo>
                  <a:pt x="159471" y="1025774"/>
                  <a:pt x="157094" y="1027968"/>
                  <a:pt x="154259" y="1029706"/>
                </a:cubicBezTo>
                <a:cubicBezTo>
                  <a:pt x="151516" y="1031443"/>
                  <a:pt x="148499" y="1032632"/>
                  <a:pt x="145207" y="1033181"/>
                </a:cubicBezTo>
                <a:cubicBezTo>
                  <a:pt x="141915" y="1033729"/>
                  <a:pt x="138714" y="1033638"/>
                  <a:pt x="135423" y="1032815"/>
                </a:cubicBezTo>
                <a:cubicBezTo>
                  <a:pt x="132222" y="1032083"/>
                  <a:pt x="129296" y="1030803"/>
                  <a:pt x="126644" y="1028883"/>
                </a:cubicBezTo>
                <a:cubicBezTo>
                  <a:pt x="123901" y="1026963"/>
                  <a:pt x="121707" y="1024585"/>
                  <a:pt x="119969" y="1021751"/>
                </a:cubicBezTo>
                <a:cubicBezTo>
                  <a:pt x="118232" y="1019007"/>
                  <a:pt x="117043" y="1015898"/>
                  <a:pt x="116495" y="1012698"/>
                </a:cubicBezTo>
                <a:cubicBezTo>
                  <a:pt x="115946" y="1009406"/>
                  <a:pt x="116037" y="1006206"/>
                  <a:pt x="116769" y="1003005"/>
                </a:cubicBezTo>
                <a:cubicBezTo>
                  <a:pt x="117500" y="999714"/>
                  <a:pt x="118872" y="996787"/>
                  <a:pt x="120792" y="994136"/>
                </a:cubicBezTo>
              </a:path>
              <a:path w="3889492" h="1195852">
                <a:moveTo>
                  <a:pt x="126644" y="985998"/>
                </a:moveTo>
                <a:lnTo>
                  <a:pt x="129479" y="981974"/>
                </a:lnTo>
                <a:cubicBezTo>
                  <a:pt x="131399" y="979231"/>
                  <a:pt x="133777" y="977036"/>
                  <a:pt x="136611" y="975299"/>
                </a:cubicBezTo>
                <a:cubicBezTo>
                  <a:pt x="139355" y="973562"/>
                  <a:pt x="142464" y="972373"/>
                  <a:pt x="145664" y="971824"/>
                </a:cubicBezTo>
                <a:cubicBezTo>
                  <a:pt x="148956" y="971276"/>
                  <a:pt x="152156" y="971459"/>
                  <a:pt x="155448" y="972190"/>
                </a:cubicBezTo>
                <a:cubicBezTo>
                  <a:pt x="158648" y="972922"/>
                  <a:pt x="161574" y="974202"/>
                  <a:pt x="164318" y="976122"/>
                </a:cubicBezTo>
                <a:cubicBezTo>
                  <a:pt x="166969" y="978042"/>
                  <a:pt x="169164" y="980420"/>
                  <a:pt x="170901" y="983254"/>
                </a:cubicBezTo>
                <a:cubicBezTo>
                  <a:pt x="172730" y="985998"/>
                  <a:pt x="173827" y="989106"/>
                  <a:pt x="174376" y="992307"/>
                </a:cubicBezTo>
                <a:cubicBezTo>
                  <a:pt x="174925" y="995599"/>
                  <a:pt x="174833" y="998799"/>
                  <a:pt x="174102" y="1002000"/>
                </a:cubicBezTo>
                <a:cubicBezTo>
                  <a:pt x="173370" y="1005291"/>
                  <a:pt x="171999" y="1008217"/>
                  <a:pt x="170078" y="1010869"/>
                </a:cubicBezTo>
                <a:lnTo>
                  <a:pt x="167152" y="1014984"/>
                </a:lnTo>
                <a:cubicBezTo>
                  <a:pt x="165232" y="1017636"/>
                  <a:pt x="162855" y="1019830"/>
                  <a:pt x="160111" y="1021568"/>
                </a:cubicBezTo>
                <a:cubicBezTo>
                  <a:pt x="157277" y="1023396"/>
                  <a:pt x="154259" y="1024494"/>
                  <a:pt x="150967" y="1025042"/>
                </a:cubicBezTo>
                <a:cubicBezTo>
                  <a:pt x="147767" y="1025591"/>
                  <a:pt x="144475" y="1025500"/>
                  <a:pt x="141275" y="1024768"/>
                </a:cubicBezTo>
                <a:cubicBezTo>
                  <a:pt x="138074" y="1024037"/>
                  <a:pt x="135057" y="1022665"/>
                  <a:pt x="132405" y="1020745"/>
                </a:cubicBezTo>
                <a:cubicBezTo>
                  <a:pt x="129662" y="1018824"/>
                  <a:pt x="127467" y="1016447"/>
                  <a:pt x="125730" y="1013704"/>
                </a:cubicBezTo>
                <a:cubicBezTo>
                  <a:pt x="123993" y="1010869"/>
                  <a:pt x="122804" y="1007852"/>
                  <a:pt x="122255" y="1004560"/>
                </a:cubicBezTo>
                <a:cubicBezTo>
                  <a:pt x="121707" y="1001359"/>
                  <a:pt x="121890" y="998068"/>
                  <a:pt x="122621" y="994867"/>
                </a:cubicBezTo>
                <a:cubicBezTo>
                  <a:pt x="123353" y="991667"/>
                  <a:pt x="124633" y="988649"/>
                  <a:pt x="126644" y="985998"/>
                </a:cubicBezTo>
              </a:path>
              <a:path w="3889492" h="1195852">
                <a:moveTo>
                  <a:pt x="132405" y="977859"/>
                </a:moveTo>
                <a:lnTo>
                  <a:pt x="135331" y="973836"/>
                </a:lnTo>
                <a:cubicBezTo>
                  <a:pt x="137251" y="971184"/>
                  <a:pt x="139537" y="968898"/>
                  <a:pt x="142372" y="967161"/>
                </a:cubicBezTo>
                <a:cubicBezTo>
                  <a:pt x="145207" y="965424"/>
                  <a:pt x="148224" y="964326"/>
                  <a:pt x="151516" y="963778"/>
                </a:cubicBezTo>
                <a:cubicBezTo>
                  <a:pt x="154716" y="963229"/>
                  <a:pt x="158008" y="963320"/>
                  <a:pt x="161209" y="964052"/>
                </a:cubicBezTo>
                <a:cubicBezTo>
                  <a:pt x="164409" y="964783"/>
                  <a:pt x="167427" y="966155"/>
                  <a:pt x="170078" y="968075"/>
                </a:cubicBezTo>
                <a:cubicBezTo>
                  <a:pt x="172730" y="969996"/>
                  <a:pt x="175016" y="972373"/>
                  <a:pt x="176754" y="975116"/>
                </a:cubicBezTo>
                <a:cubicBezTo>
                  <a:pt x="178491" y="977951"/>
                  <a:pt x="179680" y="980968"/>
                  <a:pt x="180228" y="984260"/>
                </a:cubicBezTo>
                <a:cubicBezTo>
                  <a:pt x="180685" y="987461"/>
                  <a:pt x="180594" y="990752"/>
                  <a:pt x="179862" y="993953"/>
                </a:cubicBezTo>
                <a:cubicBezTo>
                  <a:pt x="179131" y="997153"/>
                  <a:pt x="177759" y="1000079"/>
                  <a:pt x="175839" y="1002822"/>
                </a:cubicBezTo>
                <a:lnTo>
                  <a:pt x="173004" y="1006846"/>
                </a:lnTo>
                <a:cubicBezTo>
                  <a:pt x="171084" y="1009498"/>
                  <a:pt x="168707" y="1011784"/>
                  <a:pt x="165872" y="1013521"/>
                </a:cubicBezTo>
                <a:cubicBezTo>
                  <a:pt x="163129" y="1015258"/>
                  <a:pt x="160020" y="1016356"/>
                  <a:pt x="156820" y="1016904"/>
                </a:cubicBezTo>
                <a:cubicBezTo>
                  <a:pt x="153528" y="1017453"/>
                  <a:pt x="150327" y="1017361"/>
                  <a:pt x="147036" y="1016630"/>
                </a:cubicBezTo>
                <a:cubicBezTo>
                  <a:pt x="143835" y="1015898"/>
                  <a:pt x="140909" y="1014527"/>
                  <a:pt x="138166" y="1012607"/>
                </a:cubicBezTo>
                <a:cubicBezTo>
                  <a:pt x="135514" y="1010686"/>
                  <a:pt x="133320" y="1008400"/>
                  <a:pt x="131491" y="1005566"/>
                </a:cubicBezTo>
                <a:cubicBezTo>
                  <a:pt x="129753" y="1002731"/>
                  <a:pt x="128656" y="999714"/>
                  <a:pt x="128107" y="996422"/>
                </a:cubicBezTo>
                <a:cubicBezTo>
                  <a:pt x="127559" y="993221"/>
                  <a:pt x="127650" y="989929"/>
                  <a:pt x="128382" y="986729"/>
                </a:cubicBezTo>
                <a:cubicBezTo>
                  <a:pt x="129113" y="983529"/>
                  <a:pt x="130485" y="980603"/>
                  <a:pt x="132405" y="977859"/>
                </a:cubicBezTo>
              </a:path>
              <a:path w="3889492" h="1195852">
                <a:moveTo>
                  <a:pt x="138166" y="969813"/>
                </a:moveTo>
                <a:lnTo>
                  <a:pt x="141092" y="965698"/>
                </a:lnTo>
                <a:cubicBezTo>
                  <a:pt x="143012" y="963046"/>
                  <a:pt x="145390" y="960852"/>
                  <a:pt x="148224" y="959114"/>
                </a:cubicBezTo>
                <a:cubicBezTo>
                  <a:pt x="150967" y="957377"/>
                  <a:pt x="153985" y="956188"/>
                  <a:pt x="157277" y="955639"/>
                </a:cubicBezTo>
                <a:cubicBezTo>
                  <a:pt x="160569" y="955091"/>
                  <a:pt x="163769" y="955182"/>
                  <a:pt x="166969" y="955914"/>
                </a:cubicBezTo>
                <a:cubicBezTo>
                  <a:pt x="170261" y="956737"/>
                  <a:pt x="173187" y="958017"/>
                  <a:pt x="175839" y="959937"/>
                </a:cubicBezTo>
                <a:cubicBezTo>
                  <a:pt x="178582" y="961857"/>
                  <a:pt x="180777" y="964235"/>
                  <a:pt x="182514" y="967069"/>
                </a:cubicBezTo>
                <a:cubicBezTo>
                  <a:pt x="184252" y="969813"/>
                  <a:pt x="185440" y="972830"/>
                  <a:pt x="185989" y="976122"/>
                </a:cubicBezTo>
                <a:cubicBezTo>
                  <a:pt x="186538" y="979414"/>
                  <a:pt x="186446" y="982614"/>
                  <a:pt x="185715" y="985815"/>
                </a:cubicBezTo>
                <a:cubicBezTo>
                  <a:pt x="184892" y="989015"/>
                  <a:pt x="183612" y="992033"/>
                  <a:pt x="181691" y="994684"/>
                </a:cubicBezTo>
                <a:lnTo>
                  <a:pt x="178765" y="998708"/>
                </a:lnTo>
                <a:cubicBezTo>
                  <a:pt x="176845" y="1001451"/>
                  <a:pt x="174468" y="1003645"/>
                  <a:pt x="171724" y="1005383"/>
                </a:cubicBezTo>
                <a:cubicBezTo>
                  <a:pt x="168890" y="1007120"/>
                  <a:pt x="165872" y="1008309"/>
                  <a:pt x="162580" y="1008858"/>
                </a:cubicBezTo>
                <a:cubicBezTo>
                  <a:pt x="159288" y="1009406"/>
                  <a:pt x="156088" y="1009315"/>
                  <a:pt x="152888" y="1008492"/>
                </a:cubicBezTo>
                <a:cubicBezTo>
                  <a:pt x="149596" y="1007760"/>
                  <a:pt x="146670" y="1006480"/>
                  <a:pt x="144018" y="1004560"/>
                </a:cubicBezTo>
                <a:cubicBezTo>
                  <a:pt x="141275" y="1002640"/>
                  <a:pt x="139080" y="1000262"/>
                  <a:pt x="137343" y="997428"/>
                </a:cubicBezTo>
                <a:cubicBezTo>
                  <a:pt x="135606" y="994684"/>
                  <a:pt x="134417" y="991575"/>
                  <a:pt x="133868" y="988375"/>
                </a:cubicBezTo>
                <a:cubicBezTo>
                  <a:pt x="133320" y="985083"/>
                  <a:pt x="133411" y="981883"/>
                  <a:pt x="134234" y="978682"/>
                </a:cubicBezTo>
                <a:cubicBezTo>
                  <a:pt x="134965" y="975390"/>
                  <a:pt x="136246" y="972464"/>
                  <a:pt x="138166" y="969813"/>
                </a:cubicBezTo>
              </a:path>
              <a:path w="3889492" h="1195852">
                <a:moveTo>
                  <a:pt x="144018" y="961674"/>
                </a:moveTo>
                <a:lnTo>
                  <a:pt x="146853" y="957651"/>
                </a:lnTo>
                <a:cubicBezTo>
                  <a:pt x="148773" y="954908"/>
                  <a:pt x="151150" y="952713"/>
                  <a:pt x="153985" y="950976"/>
                </a:cubicBezTo>
                <a:cubicBezTo>
                  <a:pt x="156820" y="949239"/>
                  <a:pt x="159837" y="948050"/>
                  <a:pt x="163038" y="947501"/>
                </a:cubicBezTo>
                <a:cubicBezTo>
                  <a:pt x="166329" y="946953"/>
                  <a:pt x="169621" y="947136"/>
                  <a:pt x="172822" y="947867"/>
                </a:cubicBezTo>
                <a:cubicBezTo>
                  <a:pt x="176022" y="948599"/>
                  <a:pt x="178948" y="949879"/>
                  <a:pt x="181691" y="951799"/>
                </a:cubicBezTo>
                <a:cubicBezTo>
                  <a:pt x="184343" y="953719"/>
                  <a:pt x="186629" y="956097"/>
                  <a:pt x="188366" y="958931"/>
                </a:cubicBezTo>
                <a:cubicBezTo>
                  <a:pt x="190104" y="961766"/>
                  <a:pt x="191201" y="964783"/>
                  <a:pt x="191750" y="967984"/>
                </a:cubicBezTo>
                <a:cubicBezTo>
                  <a:pt x="192298" y="971276"/>
                  <a:pt x="192207" y="974476"/>
                  <a:pt x="191475" y="977768"/>
                </a:cubicBezTo>
                <a:cubicBezTo>
                  <a:pt x="190744" y="980968"/>
                  <a:pt x="189372" y="983894"/>
                  <a:pt x="187452" y="986546"/>
                </a:cubicBezTo>
                <a:lnTo>
                  <a:pt x="184617" y="990661"/>
                </a:lnTo>
                <a:cubicBezTo>
                  <a:pt x="182697" y="993313"/>
                  <a:pt x="180320" y="995507"/>
                  <a:pt x="177485" y="997245"/>
                </a:cubicBezTo>
                <a:cubicBezTo>
                  <a:pt x="174650" y="999073"/>
                  <a:pt x="171633" y="1000171"/>
                  <a:pt x="168341" y="1000719"/>
                </a:cubicBezTo>
                <a:cubicBezTo>
                  <a:pt x="165141" y="1001268"/>
                  <a:pt x="161849" y="1001177"/>
                  <a:pt x="158648" y="1000445"/>
                </a:cubicBezTo>
                <a:cubicBezTo>
                  <a:pt x="155448" y="999714"/>
                  <a:pt x="152522" y="998342"/>
                  <a:pt x="149779" y="996422"/>
                </a:cubicBezTo>
                <a:cubicBezTo>
                  <a:pt x="147127" y="994501"/>
                  <a:pt x="144841" y="992124"/>
                  <a:pt x="143104" y="989381"/>
                </a:cubicBezTo>
                <a:cubicBezTo>
                  <a:pt x="141366" y="986546"/>
                  <a:pt x="140269" y="983529"/>
                  <a:pt x="139720" y="980237"/>
                </a:cubicBezTo>
                <a:cubicBezTo>
                  <a:pt x="139172" y="977036"/>
                  <a:pt x="139263" y="973745"/>
                  <a:pt x="139995" y="970544"/>
                </a:cubicBezTo>
                <a:cubicBezTo>
                  <a:pt x="140726" y="967344"/>
                  <a:pt x="142098" y="964326"/>
                  <a:pt x="144018" y="961674"/>
                </a:cubicBezTo>
              </a:path>
              <a:path w="3889492" h="1195852">
                <a:moveTo>
                  <a:pt x="149779" y="953536"/>
                </a:moveTo>
                <a:lnTo>
                  <a:pt x="152705" y="949513"/>
                </a:lnTo>
                <a:cubicBezTo>
                  <a:pt x="154625" y="946861"/>
                  <a:pt x="157002" y="944575"/>
                  <a:pt x="159746" y="942838"/>
                </a:cubicBezTo>
                <a:cubicBezTo>
                  <a:pt x="162580" y="941100"/>
                  <a:pt x="165598" y="940003"/>
                  <a:pt x="168890" y="939455"/>
                </a:cubicBezTo>
                <a:cubicBezTo>
                  <a:pt x="172182" y="938906"/>
                  <a:pt x="175382" y="938997"/>
                  <a:pt x="178582" y="939729"/>
                </a:cubicBezTo>
                <a:cubicBezTo>
                  <a:pt x="181783" y="940460"/>
                  <a:pt x="184800" y="941832"/>
                  <a:pt x="187452" y="943752"/>
                </a:cubicBezTo>
                <a:cubicBezTo>
                  <a:pt x="190195" y="945672"/>
                  <a:pt x="192390" y="948050"/>
                  <a:pt x="194127" y="950793"/>
                </a:cubicBezTo>
                <a:cubicBezTo>
                  <a:pt x="195864" y="953628"/>
                  <a:pt x="197053" y="956645"/>
                  <a:pt x="197602" y="959937"/>
                </a:cubicBezTo>
                <a:cubicBezTo>
                  <a:pt x="198150" y="963138"/>
                  <a:pt x="198059" y="966429"/>
                  <a:pt x="197236" y="969630"/>
                </a:cubicBezTo>
                <a:cubicBezTo>
                  <a:pt x="196505" y="972830"/>
                  <a:pt x="195224" y="975756"/>
                  <a:pt x="193304" y="978499"/>
                </a:cubicBezTo>
                <a:lnTo>
                  <a:pt x="190378" y="982523"/>
                </a:lnTo>
                <a:cubicBezTo>
                  <a:pt x="188458" y="985175"/>
                  <a:pt x="186080" y="987461"/>
                  <a:pt x="183246" y="989198"/>
                </a:cubicBezTo>
                <a:cubicBezTo>
                  <a:pt x="180503" y="990935"/>
                  <a:pt x="177485" y="992033"/>
                  <a:pt x="174193" y="992581"/>
                </a:cubicBezTo>
                <a:cubicBezTo>
                  <a:pt x="170901" y="993130"/>
                  <a:pt x="167701" y="993038"/>
                  <a:pt x="164501" y="992307"/>
                </a:cubicBezTo>
                <a:cubicBezTo>
                  <a:pt x="161209" y="991575"/>
                  <a:pt x="158283" y="990204"/>
                  <a:pt x="155631" y="988284"/>
                </a:cubicBezTo>
                <a:cubicBezTo>
                  <a:pt x="152888" y="986363"/>
                  <a:pt x="150693" y="984077"/>
                  <a:pt x="148956" y="981243"/>
                </a:cubicBezTo>
                <a:cubicBezTo>
                  <a:pt x="147218" y="978408"/>
                  <a:pt x="146030" y="975390"/>
                  <a:pt x="145481" y="972190"/>
                </a:cubicBezTo>
                <a:cubicBezTo>
                  <a:pt x="144932" y="968898"/>
                  <a:pt x="145024" y="965606"/>
                  <a:pt x="145755" y="962406"/>
                </a:cubicBezTo>
                <a:cubicBezTo>
                  <a:pt x="146578" y="959206"/>
                  <a:pt x="147858" y="956280"/>
                  <a:pt x="149779" y="953536"/>
                </a:cubicBezTo>
              </a:path>
              <a:path w="3889492" h="1195852">
                <a:moveTo>
                  <a:pt x="155631" y="945490"/>
                </a:moveTo>
                <a:lnTo>
                  <a:pt x="158466" y="941375"/>
                </a:lnTo>
                <a:cubicBezTo>
                  <a:pt x="160386" y="938723"/>
                  <a:pt x="162763" y="936528"/>
                  <a:pt x="165598" y="934791"/>
                </a:cubicBezTo>
                <a:cubicBezTo>
                  <a:pt x="168341" y="933054"/>
                  <a:pt x="171450" y="931865"/>
                  <a:pt x="174650" y="931316"/>
                </a:cubicBezTo>
                <a:cubicBezTo>
                  <a:pt x="177942" y="930768"/>
                  <a:pt x="181143" y="930859"/>
                  <a:pt x="184434" y="931591"/>
                </a:cubicBezTo>
                <a:cubicBezTo>
                  <a:pt x="187635" y="932414"/>
                  <a:pt x="190561" y="933694"/>
                  <a:pt x="193304" y="935614"/>
                </a:cubicBezTo>
                <a:cubicBezTo>
                  <a:pt x="195956" y="937534"/>
                  <a:pt x="198150" y="939912"/>
                  <a:pt x="199979" y="942746"/>
                </a:cubicBezTo>
                <a:cubicBezTo>
                  <a:pt x="201717" y="945490"/>
                  <a:pt x="202814" y="948507"/>
                  <a:pt x="203363" y="951799"/>
                </a:cubicBezTo>
                <a:cubicBezTo>
                  <a:pt x="203911" y="955091"/>
                  <a:pt x="203820" y="958291"/>
                  <a:pt x="203088" y="961492"/>
                </a:cubicBezTo>
                <a:cubicBezTo>
                  <a:pt x="202357" y="964692"/>
                  <a:pt x="200985" y="967710"/>
                  <a:pt x="199065" y="970361"/>
                </a:cubicBezTo>
                <a:lnTo>
                  <a:pt x="196139" y="974385"/>
                </a:lnTo>
                <a:cubicBezTo>
                  <a:pt x="194219" y="977128"/>
                  <a:pt x="191841" y="979322"/>
                  <a:pt x="189098" y="981060"/>
                </a:cubicBezTo>
                <a:cubicBezTo>
                  <a:pt x="186263" y="982797"/>
                  <a:pt x="183246" y="983986"/>
                  <a:pt x="179954" y="984534"/>
                </a:cubicBezTo>
                <a:cubicBezTo>
                  <a:pt x="176754" y="985083"/>
                  <a:pt x="173462" y="984992"/>
                  <a:pt x="170261" y="984169"/>
                </a:cubicBezTo>
                <a:cubicBezTo>
                  <a:pt x="167061" y="983437"/>
                  <a:pt x="164043" y="982157"/>
                  <a:pt x="161392" y="980237"/>
                </a:cubicBezTo>
                <a:cubicBezTo>
                  <a:pt x="158648" y="978317"/>
                  <a:pt x="156454" y="975939"/>
                  <a:pt x="154716" y="973104"/>
                </a:cubicBezTo>
                <a:cubicBezTo>
                  <a:pt x="152979" y="970361"/>
                  <a:pt x="151790" y="967252"/>
                  <a:pt x="151242" y="964052"/>
                </a:cubicBezTo>
                <a:cubicBezTo>
                  <a:pt x="150693" y="960760"/>
                  <a:pt x="150876" y="957560"/>
                  <a:pt x="151608" y="954359"/>
                </a:cubicBezTo>
                <a:cubicBezTo>
                  <a:pt x="152339" y="951067"/>
                  <a:pt x="153711" y="948141"/>
                  <a:pt x="155631" y="945490"/>
                </a:cubicBezTo>
              </a:path>
              <a:path w="3889492" h="1195852">
                <a:moveTo>
                  <a:pt x="161392" y="937351"/>
                </a:moveTo>
                <a:lnTo>
                  <a:pt x="164318" y="933328"/>
                </a:lnTo>
                <a:cubicBezTo>
                  <a:pt x="166238" y="930585"/>
                  <a:pt x="168524" y="928390"/>
                  <a:pt x="171359" y="926653"/>
                </a:cubicBezTo>
                <a:cubicBezTo>
                  <a:pt x="174193" y="924916"/>
                  <a:pt x="177211" y="923727"/>
                  <a:pt x="180503" y="923178"/>
                </a:cubicBezTo>
                <a:cubicBezTo>
                  <a:pt x="183703" y="922630"/>
                  <a:pt x="186995" y="922812"/>
                  <a:pt x="190195" y="923544"/>
                </a:cubicBezTo>
                <a:cubicBezTo>
                  <a:pt x="193396" y="924276"/>
                  <a:pt x="196413" y="925556"/>
                  <a:pt x="199065" y="927476"/>
                </a:cubicBezTo>
                <a:cubicBezTo>
                  <a:pt x="201717" y="929396"/>
                  <a:pt x="204003" y="931774"/>
                  <a:pt x="205740" y="934608"/>
                </a:cubicBezTo>
                <a:cubicBezTo>
                  <a:pt x="207477" y="937443"/>
                  <a:pt x="208666" y="940460"/>
                  <a:pt x="209215" y="943661"/>
                </a:cubicBezTo>
                <a:cubicBezTo>
                  <a:pt x="209672" y="946953"/>
                  <a:pt x="209580" y="950153"/>
                  <a:pt x="208849" y="953445"/>
                </a:cubicBezTo>
                <a:cubicBezTo>
                  <a:pt x="208117" y="956645"/>
                  <a:pt x="206746" y="959571"/>
                  <a:pt x="204826" y="962223"/>
                </a:cubicBezTo>
                <a:lnTo>
                  <a:pt x="201991" y="966338"/>
                </a:lnTo>
                <a:cubicBezTo>
                  <a:pt x="200071" y="968990"/>
                  <a:pt x="197693" y="971184"/>
                  <a:pt x="194859" y="972922"/>
                </a:cubicBezTo>
                <a:cubicBezTo>
                  <a:pt x="192115" y="974750"/>
                  <a:pt x="189006" y="975848"/>
                  <a:pt x="185806" y="976396"/>
                </a:cubicBezTo>
                <a:cubicBezTo>
                  <a:pt x="182514" y="976945"/>
                  <a:pt x="179314" y="976854"/>
                  <a:pt x="176022" y="976122"/>
                </a:cubicBezTo>
                <a:cubicBezTo>
                  <a:pt x="172822" y="975390"/>
                  <a:pt x="169896" y="974019"/>
                  <a:pt x="167152" y="972099"/>
                </a:cubicBezTo>
                <a:cubicBezTo>
                  <a:pt x="164501" y="970178"/>
                  <a:pt x="162306" y="967801"/>
                  <a:pt x="160477" y="965058"/>
                </a:cubicBezTo>
                <a:cubicBezTo>
                  <a:pt x="158740" y="962223"/>
                  <a:pt x="157643" y="959206"/>
                  <a:pt x="157094" y="955914"/>
                </a:cubicBezTo>
                <a:cubicBezTo>
                  <a:pt x="156545" y="952713"/>
                  <a:pt x="156637" y="949422"/>
                  <a:pt x="157368" y="946221"/>
                </a:cubicBezTo>
                <a:cubicBezTo>
                  <a:pt x="158100" y="943021"/>
                  <a:pt x="159471" y="940003"/>
                  <a:pt x="161392" y="937351"/>
                </a:cubicBezTo>
              </a:path>
              <a:path w="3889492" h="1195852">
                <a:moveTo>
                  <a:pt x="167152" y="929213"/>
                </a:moveTo>
                <a:lnTo>
                  <a:pt x="170078" y="925190"/>
                </a:lnTo>
                <a:cubicBezTo>
                  <a:pt x="171999" y="922538"/>
                  <a:pt x="174376" y="920252"/>
                  <a:pt x="177211" y="918515"/>
                </a:cubicBezTo>
                <a:cubicBezTo>
                  <a:pt x="179954" y="916777"/>
                  <a:pt x="182971" y="915680"/>
                  <a:pt x="186263" y="915132"/>
                </a:cubicBezTo>
                <a:cubicBezTo>
                  <a:pt x="189555" y="914583"/>
                  <a:pt x="192756" y="914674"/>
                  <a:pt x="195956" y="915406"/>
                </a:cubicBezTo>
                <a:cubicBezTo>
                  <a:pt x="199248" y="916137"/>
                  <a:pt x="202174" y="917509"/>
                  <a:pt x="204826" y="919429"/>
                </a:cubicBezTo>
                <a:cubicBezTo>
                  <a:pt x="207569" y="921349"/>
                  <a:pt x="209763" y="923727"/>
                  <a:pt x="211501" y="926470"/>
                </a:cubicBezTo>
                <a:cubicBezTo>
                  <a:pt x="213238" y="929305"/>
                  <a:pt x="214427" y="932322"/>
                  <a:pt x="214975" y="935614"/>
                </a:cubicBezTo>
                <a:cubicBezTo>
                  <a:pt x="215524" y="938814"/>
                  <a:pt x="215433" y="942106"/>
                  <a:pt x="214701" y="945307"/>
                </a:cubicBezTo>
                <a:cubicBezTo>
                  <a:pt x="213878" y="948507"/>
                  <a:pt x="212598" y="951433"/>
                  <a:pt x="210678" y="954176"/>
                </a:cubicBezTo>
                <a:lnTo>
                  <a:pt x="207752" y="958200"/>
                </a:lnTo>
                <a:cubicBezTo>
                  <a:pt x="205831" y="960852"/>
                  <a:pt x="203454" y="963138"/>
                  <a:pt x="200711" y="964875"/>
                </a:cubicBezTo>
                <a:cubicBezTo>
                  <a:pt x="197876" y="966612"/>
                  <a:pt x="194859" y="967710"/>
                  <a:pt x="191567" y="968258"/>
                </a:cubicBezTo>
                <a:cubicBezTo>
                  <a:pt x="188275" y="968807"/>
                  <a:pt x="185075" y="968715"/>
                  <a:pt x="181874" y="967984"/>
                </a:cubicBezTo>
                <a:cubicBezTo>
                  <a:pt x="178582" y="967252"/>
                  <a:pt x="175656" y="965881"/>
                  <a:pt x="173004" y="963960"/>
                </a:cubicBezTo>
                <a:cubicBezTo>
                  <a:pt x="170261" y="962040"/>
                  <a:pt x="168067" y="959754"/>
                  <a:pt x="166329" y="956920"/>
                </a:cubicBezTo>
                <a:cubicBezTo>
                  <a:pt x="164592" y="954085"/>
                  <a:pt x="163403" y="951067"/>
                  <a:pt x="162855" y="947867"/>
                </a:cubicBezTo>
                <a:cubicBezTo>
                  <a:pt x="162306" y="944575"/>
                  <a:pt x="162397" y="941283"/>
                  <a:pt x="163220" y="938083"/>
                </a:cubicBezTo>
                <a:cubicBezTo>
                  <a:pt x="163952" y="934883"/>
                  <a:pt x="165232" y="931956"/>
                  <a:pt x="167152" y="929213"/>
                </a:cubicBezTo>
              </a:path>
              <a:path w="3889492" h="1195852">
                <a:moveTo>
                  <a:pt x="173004" y="921167"/>
                </a:moveTo>
                <a:lnTo>
                  <a:pt x="175839" y="917052"/>
                </a:lnTo>
                <a:cubicBezTo>
                  <a:pt x="177759" y="914400"/>
                  <a:pt x="180137" y="912205"/>
                  <a:pt x="182971" y="910468"/>
                </a:cubicBezTo>
                <a:cubicBezTo>
                  <a:pt x="185806" y="908731"/>
                  <a:pt x="188824" y="907542"/>
                  <a:pt x="192115" y="906993"/>
                </a:cubicBezTo>
                <a:cubicBezTo>
                  <a:pt x="195316" y="906445"/>
                  <a:pt x="198608" y="906536"/>
                  <a:pt x="201808" y="907268"/>
                </a:cubicBezTo>
                <a:cubicBezTo>
                  <a:pt x="205008" y="908091"/>
                  <a:pt x="207935" y="909371"/>
                  <a:pt x="210678" y="911291"/>
                </a:cubicBezTo>
                <a:cubicBezTo>
                  <a:pt x="213330" y="913211"/>
                  <a:pt x="215616" y="915589"/>
                  <a:pt x="217353" y="918423"/>
                </a:cubicBezTo>
                <a:cubicBezTo>
                  <a:pt x="219090" y="921167"/>
                  <a:pt x="220188" y="924184"/>
                  <a:pt x="220736" y="927476"/>
                </a:cubicBezTo>
                <a:cubicBezTo>
                  <a:pt x="221285" y="930768"/>
                  <a:pt x="221193" y="933968"/>
                  <a:pt x="220462" y="937169"/>
                </a:cubicBezTo>
                <a:cubicBezTo>
                  <a:pt x="219730" y="940369"/>
                  <a:pt x="218359" y="943386"/>
                  <a:pt x="216438" y="946038"/>
                </a:cubicBezTo>
                <a:lnTo>
                  <a:pt x="213604" y="950062"/>
                </a:lnTo>
                <a:cubicBezTo>
                  <a:pt x="211684" y="952805"/>
                  <a:pt x="209306" y="954999"/>
                  <a:pt x="206472" y="956737"/>
                </a:cubicBezTo>
                <a:cubicBezTo>
                  <a:pt x="203637" y="958474"/>
                  <a:pt x="200619" y="959663"/>
                  <a:pt x="197328" y="960211"/>
                </a:cubicBezTo>
                <a:cubicBezTo>
                  <a:pt x="194127" y="960760"/>
                  <a:pt x="190835" y="960669"/>
                  <a:pt x="187635" y="959846"/>
                </a:cubicBezTo>
                <a:cubicBezTo>
                  <a:pt x="184434" y="959114"/>
                  <a:pt x="181508" y="957834"/>
                  <a:pt x="178765" y="955914"/>
                </a:cubicBezTo>
                <a:cubicBezTo>
                  <a:pt x="176113" y="953994"/>
                  <a:pt x="173827" y="951616"/>
                  <a:pt x="172090" y="948781"/>
                </a:cubicBezTo>
                <a:cubicBezTo>
                  <a:pt x="170353" y="946038"/>
                  <a:pt x="169255" y="943021"/>
                  <a:pt x="168707" y="939729"/>
                </a:cubicBezTo>
                <a:cubicBezTo>
                  <a:pt x="168158" y="936437"/>
                  <a:pt x="168250" y="933237"/>
                  <a:pt x="168981" y="930036"/>
                </a:cubicBezTo>
                <a:cubicBezTo>
                  <a:pt x="169713" y="926744"/>
                  <a:pt x="171084" y="923818"/>
                  <a:pt x="173004" y="921167"/>
                </a:cubicBezTo>
              </a:path>
              <a:path w="3889492" h="1195852">
                <a:moveTo>
                  <a:pt x="178765" y="913028"/>
                </a:moveTo>
                <a:lnTo>
                  <a:pt x="181691" y="909005"/>
                </a:lnTo>
                <a:cubicBezTo>
                  <a:pt x="183612" y="906262"/>
                  <a:pt x="185989" y="904067"/>
                  <a:pt x="188732" y="902330"/>
                </a:cubicBezTo>
                <a:cubicBezTo>
                  <a:pt x="191567" y="900593"/>
                  <a:pt x="194584" y="899404"/>
                  <a:pt x="197876" y="898855"/>
                </a:cubicBezTo>
                <a:cubicBezTo>
                  <a:pt x="201168" y="898307"/>
                  <a:pt x="204368" y="898489"/>
                  <a:pt x="207569" y="899221"/>
                </a:cubicBezTo>
                <a:cubicBezTo>
                  <a:pt x="210769" y="899952"/>
                  <a:pt x="213787" y="901233"/>
                  <a:pt x="216438" y="903153"/>
                </a:cubicBezTo>
                <a:cubicBezTo>
                  <a:pt x="219182" y="905073"/>
                  <a:pt x="221376" y="907451"/>
                  <a:pt x="223114" y="910285"/>
                </a:cubicBezTo>
                <a:cubicBezTo>
                  <a:pt x="224851" y="913120"/>
                  <a:pt x="226040" y="916137"/>
                  <a:pt x="226588" y="919338"/>
                </a:cubicBezTo>
                <a:cubicBezTo>
                  <a:pt x="227137" y="922630"/>
                  <a:pt x="227046" y="925830"/>
                  <a:pt x="226223" y="929122"/>
                </a:cubicBezTo>
                <a:cubicBezTo>
                  <a:pt x="225491" y="932322"/>
                  <a:pt x="224211" y="935248"/>
                  <a:pt x="222291" y="937900"/>
                </a:cubicBezTo>
                <a:lnTo>
                  <a:pt x="219365" y="942015"/>
                </a:lnTo>
                <a:cubicBezTo>
                  <a:pt x="217444" y="944667"/>
                  <a:pt x="215067" y="946861"/>
                  <a:pt x="212232" y="948690"/>
                </a:cubicBezTo>
                <a:cubicBezTo>
                  <a:pt x="209489" y="950427"/>
                  <a:pt x="206472" y="951525"/>
                  <a:pt x="203180" y="952073"/>
                </a:cubicBezTo>
                <a:cubicBezTo>
                  <a:pt x="199888" y="952622"/>
                  <a:pt x="196687" y="952530"/>
                  <a:pt x="193487" y="951799"/>
                </a:cubicBezTo>
                <a:cubicBezTo>
                  <a:pt x="190195" y="951067"/>
                  <a:pt x="187269" y="949696"/>
                  <a:pt x="184617" y="947776"/>
                </a:cubicBezTo>
                <a:cubicBezTo>
                  <a:pt x="181874" y="945855"/>
                  <a:pt x="179680" y="943478"/>
                  <a:pt x="177942" y="940735"/>
                </a:cubicBezTo>
                <a:cubicBezTo>
                  <a:pt x="176205" y="937900"/>
                  <a:pt x="175016" y="934883"/>
                  <a:pt x="174468" y="931591"/>
                </a:cubicBezTo>
                <a:cubicBezTo>
                  <a:pt x="173919" y="928390"/>
                  <a:pt x="174010" y="925098"/>
                  <a:pt x="174742" y="921898"/>
                </a:cubicBezTo>
                <a:cubicBezTo>
                  <a:pt x="175565" y="918698"/>
                  <a:pt x="176845" y="915772"/>
                  <a:pt x="178765" y="913028"/>
                </a:cubicBezTo>
              </a:path>
              <a:path w="3889492" h="1195852">
                <a:moveTo>
                  <a:pt x="184617" y="904890"/>
                </a:moveTo>
                <a:lnTo>
                  <a:pt x="187452" y="900867"/>
                </a:lnTo>
                <a:cubicBezTo>
                  <a:pt x="189372" y="898215"/>
                  <a:pt x="191750" y="895929"/>
                  <a:pt x="194584" y="894192"/>
                </a:cubicBezTo>
                <a:cubicBezTo>
                  <a:pt x="197328" y="892454"/>
                  <a:pt x="200436" y="891357"/>
                  <a:pt x="203637" y="890808"/>
                </a:cubicBezTo>
                <a:cubicBezTo>
                  <a:pt x="206929" y="890260"/>
                  <a:pt x="210129" y="890351"/>
                  <a:pt x="213421" y="891083"/>
                </a:cubicBezTo>
                <a:cubicBezTo>
                  <a:pt x="216621" y="891814"/>
                  <a:pt x="219547" y="893186"/>
                  <a:pt x="222291" y="895106"/>
                </a:cubicBezTo>
                <a:cubicBezTo>
                  <a:pt x="224942" y="897026"/>
                  <a:pt x="227137" y="899404"/>
                  <a:pt x="228966" y="902147"/>
                </a:cubicBezTo>
                <a:cubicBezTo>
                  <a:pt x="230703" y="904982"/>
                  <a:pt x="231800" y="907999"/>
                  <a:pt x="232349" y="911291"/>
                </a:cubicBezTo>
                <a:cubicBezTo>
                  <a:pt x="232898" y="914491"/>
                  <a:pt x="232806" y="917783"/>
                  <a:pt x="232075" y="920984"/>
                </a:cubicBezTo>
                <a:cubicBezTo>
                  <a:pt x="231343" y="924184"/>
                  <a:pt x="229972" y="927110"/>
                  <a:pt x="228051" y="929853"/>
                </a:cubicBezTo>
                <a:lnTo>
                  <a:pt x="225125" y="933877"/>
                </a:lnTo>
                <a:cubicBezTo>
                  <a:pt x="223205" y="936528"/>
                  <a:pt x="220828" y="938814"/>
                  <a:pt x="218084" y="940552"/>
                </a:cubicBezTo>
                <a:cubicBezTo>
                  <a:pt x="215250" y="942289"/>
                  <a:pt x="212232" y="943478"/>
                  <a:pt x="208940" y="943935"/>
                </a:cubicBezTo>
                <a:cubicBezTo>
                  <a:pt x="205740" y="944484"/>
                  <a:pt x="202448" y="944392"/>
                  <a:pt x="199248" y="943661"/>
                </a:cubicBezTo>
                <a:cubicBezTo>
                  <a:pt x="196047" y="942929"/>
                  <a:pt x="193030" y="941558"/>
                  <a:pt x="190378" y="939637"/>
                </a:cubicBezTo>
                <a:cubicBezTo>
                  <a:pt x="187726" y="937717"/>
                  <a:pt x="185440" y="935431"/>
                  <a:pt x="183703" y="932597"/>
                </a:cubicBezTo>
                <a:cubicBezTo>
                  <a:pt x="181966" y="929762"/>
                  <a:pt x="180777" y="926744"/>
                  <a:pt x="180228" y="923544"/>
                </a:cubicBezTo>
                <a:cubicBezTo>
                  <a:pt x="179771" y="920252"/>
                  <a:pt x="179862" y="917052"/>
                  <a:pt x="180594" y="913760"/>
                </a:cubicBezTo>
                <a:cubicBezTo>
                  <a:pt x="181326" y="910560"/>
                  <a:pt x="182697" y="907633"/>
                  <a:pt x="184617" y="904890"/>
                </a:cubicBezTo>
              </a:path>
              <a:path w="3889492" h="1195852">
                <a:moveTo>
                  <a:pt x="190378" y="896844"/>
                </a:moveTo>
                <a:lnTo>
                  <a:pt x="193304" y="892729"/>
                </a:lnTo>
                <a:cubicBezTo>
                  <a:pt x="195224" y="890077"/>
                  <a:pt x="197602" y="887882"/>
                  <a:pt x="200345" y="886145"/>
                </a:cubicBezTo>
                <a:cubicBezTo>
                  <a:pt x="203180" y="884408"/>
                  <a:pt x="206197" y="883219"/>
                  <a:pt x="209489" y="882670"/>
                </a:cubicBezTo>
                <a:cubicBezTo>
                  <a:pt x="212689" y="882122"/>
                  <a:pt x="215981" y="882213"/>
                  <a:pt x="219182" y="882945"/>
                </a:cubicBezTo>
                <a:cubicBezTo>
                  <a:pt x="222382" y="883768"/>
                  <a:pt x="225400" y="885048"/>
                  <a:pt x="228051" y="886968"/>
                </a:cubicBezTo>
                <a:cubicBezTo>
                  <a:pt x="230703" y="888888"/>
                  <a:pt x="232989" y="891266"/>
                  <a:pt x="234726" y="894100"/>
                </a:cubicBezTo>
                <a:cubicBezTo>
                  <a:pt x="236464" y="896844"/>
                  <a:pt x="237653" y="899861"/>
                  <a:pt x="238201" y="903153"/>
                </a:cubicBezTo>
                <a:cubicBezTo>
                  <a:pt x="238750" y="906445"/>
                  <a:pt x="238567" y="909645"/>
                  <a:pt x="237835" y="912846"/>
                </a:cubicBezTo>
                <a:cubicBezTo>
                  <a:pt x="237104" y="916046"/>
                  <a:pt x="235732" y="919063"/>
                  <a:pt x="233812" y="921715"/>
                </a:cubicBezTo>
                <a:lnTo>
                  <a:pt x="230977" y="925739"/>
                </a:lnTo>
                <a:cubicBezTo>
                  <a:pt x="229057" y="928482"/>
                  <a:pt x="226680" y="930676"/>
                  <a:pt x="223845" y="932414"/>
                </a:cubicBezTo>
                <a:cubicBezTo>
                  <a:pt x="221102" y="934151"/>
                  <a:pt x="217993" y="935340"/>
                  <a:pt x="214793" y="935888"/>
                </a:cubicBezTo>
                <a:cubicBezTo>
                  <a:pt x="211501" y="936437"/>
                  <a:pt x="208300" y="936346"/>
                  <a:pt x="205008" y="935523"/>
                </a:cubicBezTo>
                <a:cubicBezTo>
                  <a:pt x="201808" y="934791"/>
                  <a:pt x="198882" y="933511"/>
                  <a:pt x="196139" y="931591"/>
                </a:cubicBezTo>
                <a:cubicBezTo>
                  <a:pt x="193487" y="929670"/>
                  <a:pt x="191292" y="927293"/>
                  <a:pt x="189464" y="924458"/>
                </a:cubicBezTo>
                <a:cubicBezTo>
                  <a:pt x="187726" y="921715"/>
                  <a:pt x="186629" y="918698"/>
                  <a:pt x="186080" y="915406"/>
                </a:cubicBezTo>
                <a:cubicBezTo>
                  <a:pt x="185532" y="912114"/>
                  <a:pt x="185623" y="908914"/>
                  <a:pt x="186355" y="905713"/>
                </a:cubicBezTo>
                <a:cubicBezTo>
                  <a:pt x="187086" y="902421"/>
                  <a:pt x="188458" y="899495"/>
                  <a:pt x="190378" y="896844"/>
                </a:cubicBezTo>
              </a:path>
              <a:path w="3889492" h="1195852">
                <a:moveTo>
                  <a:pt x="196139" y="888705"/>
                </a:moveTo>
                <a:lnTo>
                  <a:pt x="199065" y="884682"/>
                </a:lnTo>
                <a:cubicBezTo>
                  <a:pt x="200985" y="881939"/>
                  <a:pt x="203363" y="879744"/>
                  <a:pt x="206197" y="878007"/>
                </a:cubicBezTo>
                <a:cubicBezTo>
                  <a:pt x="208940" y="876270"/>
                  <a:pt x="211958" y="875081"/>
                  <a:pt x="215250" y="874532"/>
                </a:cubicBezTo>
                <a:cubicBezTo>
                  <a:pt x="218542" y="874075"/>
                  <a:pt x="221742" y="874166"/>
                  <a:pt x="224942" y="874898"/>
                </a:cubicBezTo>
                <a:cubicBezTo>
                  <a:pt x="228234" y="875629"/>
                  <a:pt x="231160" y="876910"/>
                  <a:pt x="233812" y="878830"/>
                </a:cubicBezTo>
                <a:cubicBezTo>
                  <a:pt x="236555" y="880750"/>
                  <a:pt x="238750" y="883128"/>
                  <a:pt x="240487" y="885962"/>
                </a:cubicBezTo>
                <a:cubicBezTo>
                  <a:pt x="242225" y="888797"/>
                  <a:pt x="243413" y="891814"/>
                  <a:pt x="243962" y="895015"/>
                </a:cubicBezTo>
                <a:cubicBezTo>
                  <a:pt x="244511" y="898307"/>
                  <a:pt x="244419" y="901507"/>
                  <a:pt x="243688" y="904799"/>
                </a:cubicBezTo>
                <a:cubicBezTo>
                  <a:pt x="242865" y="907999"/>
                  <a:pt x="241584" y="910925"/>
                  <a:pt x="239664" y="913577"/>
                </a:cubicBezTo>
                <a:lnTo>
                  <a:pt x="236738" y="917692"/>
                </a:lnTo>
                <a:cubicBezTo>
                  <a:pt x="234818" y="920344"/>
                  <a:pt x="232440" y="922538"/>
                  <a:pt x="229697" y="924367"/>
                </a:cubicBezTo>
                <a:cubicBezTo>
                  <a:pt x="226863" y="926104"/>
                  <a:pt x="223845" y="927202"/>
                  <a:pt x="220553" y="927750"/>
                </a:cubicBezTo>
                <a:cubicBezTo>
                  <a:pt x="217261" y="928299"/>
                  <a:pt x="214061" y="928207"/>
                  <a:pt x="210861" y="927476"/>
                </a:cubicBezTo>
                <a:cubicBezTo>
                  <a:pt x="207660" y="926744"/>
                  <a:pt x="204643" y="925373"/>
                  <a:pt x="201991" y="923453"/>
                </a:cubicBezTo>
                <a:cubicBezTo>
                  <a:pt x="199248" y="921532"/>
                  <a:pt x="197053" y="919155"/>
                  <a:pt x="195316" y="916412"/>
                </a:cubicBezTo>
                <a:cubicBezTo>
                  <a:pt x="193578" y="913577"/>
                  <a:pt x="192390" y="910560"/>
                  <a:pt x="191841" y="907268"/>
                </a:cubicBezTo>
                <a:cubicBezTo>
                  <a:pt x="191292" y="904067"/>
                  <a:pt x="191384" y="900775"/>
                  <a:pt x="192207" y="897575"/>
                </a:cubicBezTo>
                <a:cubicBezTo>
                  <a:pt x="192938" y="894375"/>
                  <a:pt x="194219" y="891449"/>
                  <a:pt x="196139" y="888705"/>
                </a:cubicBezTo>
              </a:path>
              <a:path w="3889492" h="1195852">
                <a:moveTo>
                  <a:pt x="201991" y="880567"/>
                </a:moveTo>
                <a:lnTo>
                  <a:pt x="204826" y="876544"/>
                </a:lnTo>
                <a:cubicBezTo>
                  <a:pt x="206746" y="873892"/>
                  <a:pt x="209123" y="871698"/>
                  <a:pt x="211958" y="869869"/>
                </a:cubicBezTo>
                <a:cubicBezTo>
                  <a:pt x="214793" y="868131"/>
                  <a:pt x="217810" y="867034"/>
                  <a:pt x="221102" y="866485"/>
                </a:cubicBezTo>
                <a:cubicBezTo>
                  <a:pt x="224302" y="865937"/>
                  <a:pt x="227594" y="866028"/>
                  <a:pt x="230795" y="866760"/>
                </a:cubicBezTo>
                <a:cubicBezTo>
                  <a:pt x="233995" y="867491"/>
                  <a:pt x="236921" y="868863"/>
                  <a:pt x="239664" y="870783"/>
                </a:cubicBezTo>
                <a:cubicBezTo>
                  <a:pt x="242316" y="872703"/>
                  <a:pt x="244602" y="875081"/>
                  <a:pt x="246339" y="877824"/>
                </a:cubicBezTo>
                <a:cubicBezTo>
                  <a:pt x="248077" y="880659"/>
                  <a:pt x="249174" y="883676"/>
                  <a:pt x="249723" y="886968"/>
                </a:cubicBezTo>
                <a:cubicBezTo>
                  <a:pt x="250271" y="890168"/>
                  <a:pt x="250180" y="893460"/>
                  <a:pt x="249448" y="896661"/>
                </a:cubicBezTo>
                <a:cubicBezTo>
                  <a:pt x="248717" y="899861"/>
                  <a:pt x="247345" y="902787"/>
                  <a:pt x="245425" y="905530"/>
                </a:cubicBezTo>
                <a:lnTo>
                  <a:pt x="242590" y="909554"/>
                </a:lnTo>
                <a:cubicBezTo>
                  <a:pt x="240670" y="912297"/>
                  <a:pt x="238293" y="914491"/>
                  <a:pt x="235458" y="916229"/>
                </a:cubicBezTo>
                <a:cubicBezTo>
                  <a:pt x="232623" y="917966"/>
                  <a:pt x="229606" y="919155"/>
                  <a:pt x="226314" y="919612"/>
                </a:cubicBezTo>
                <a:cubicBezTo>
                  <a:pt x="223114" y="920161"/>
                  <a:pt x="219822" y="920069"/>
                  <a:pt x="216621" y="919338"/>
                </a:cubicBezTo>
                <a:cubicBezTo>
                  <a:pt x="213421" y="918606"/>
                  <a:pt x="210495" y="917235"/>
                  <a:pt x="207752" y="915314"/>
                </a:cubicBezTo>
                <a:cubicBezTo>
                  <a:pt x="205100" y="913394"/>
                  <a:pt x="202814" y="911108"/>
                  <a:pt x="201077" y="908274"/>
                </a:cubicBezTo>
                <a:cubicBezTo>
                  <a:pt x="199339" y="905439"/>
                  <a:pt x="198242" y="902421"/>
                  <a:pt x="197693" y="899221"/>
                </a:cubicBezTo>
                <a:cubicBezTo>
                  <a:pt x="197145" y="895929"/>
                  <a:pt x="197236" y="892729"/>
                  <a:pt x="197968" y="889437"/>
                </a:cubicBezTo>
                <a:cubicBezTo>
                  <a:pt x="198699" y="886236"/>
                  <a:pt x="200071" y="883310"/>
                  <a:pt x="201991" y="880567"/>
                </a:cubicBezTo>
              </a:path>
              <a:path w="3889492" h="1195852">
                <a:moveTo>
                  <a:pt x="207752" y="872520"/>
                </a:moveTo>
                <a:lnTo>
                  <a:pt x="210678" y="868406"/>
                </a:lnTo>
                <a:cubicBezTo>
                  <a:pt x="212598" y="865754"/>
                  <a:pt x="214975" y="863559"/>
                  <a:pt x="217719" y="861822"/>
                </a:cubicBezTo>
                <a:cubicBezTo>
                  <a:pt x="220553" y="860085"/>
                  <a:pt x="223571" y="858896"/>
                  <a:pt x="226863" y="858347"/>
                </a:cubicBezTo>
                <a:cubicBezTo>
                  <a:pt x="230154" y="857799"/>
                  <a:pt x="233355" y="857890"/>
                  <a:pt x="236555" y="858622"/>
                </a:cubicBezTo>
                <a:cubicBezTo>
                  <a:pt x="239847" y="859445"/>
                  <a:pt x="242773" y="860725"/>
                  <a:pt x="245425" y="862645"/>
                </a:cubicBezTo>
                <a:cubicBezTo>
                  <a:pt x="248168" y="864565"/>
                  <a:pt x="250363" y="866943"/>
                  <a:pt x="252100" y="869777"/>
                </a:cubicBezTo>
                <a:cubicBezTo>
                  <a:pt x="253837" y="872520"/>
                  <a:pt x="255026" y="875538"/>
                  <a:pt x="255575" y="878830"/>
                </a:cubicBezTo>
                <a:cubicBezTo>
                  <a:pt x="256123" y="882122"/>
                  <a:pt x="256032" y="885322"/>
                  <a:pt x="255209" y="888522"/>
                </a:cubicBezTo>
                <a:cubicBezTo>
                  <a:pt x="254478" y="891723"/>
                  <a:pt x="253197" y="894740"/>
                  <a:pt x="251277" y="897392"/>
                </a:cubicBezTo>
                <a:lnTo>
                  <a:pt x="248351" y="901416"/>
                </a:lnTo>
                <a:cubicBezTo>
                  <a:pt x="246431" y="904159"/>
                  <a:pt x="244053" y="906353"/>
                  <a:pt x="241219" y="908091"/>
                </a:cubicBezTo>
                <a:cubicBezTo>
                  <a:pt x="238476" y="909828"/>
                  <a:pt x="235458" y="911017"/>
                  <a:pt x="232166" y="911565"/>
                </a:cubicBezTo>
                <a:cubicBezTo>
                  <a:pt x="228874" y="912114"/>
                  <a:pt x="225674" y="912023"/>
                  <a:pt x="222474" y="911291"/>
                </a:cubicBezTo>
                <a:cubicBezTo>
                  <a:pt x="219182" y="910468"/>
                  <a:pt x="216256" y="909188"/>
                  <a:pt x="213604" y="907268"/>
                </a:cubicBezTo>
                <a:cubicBezTo>
                  <a:pt x="210861" y="905347"/>
                  <a:pt x="208666" y="902970"/>
                  <a:pt x="206929" y="900135"/>
                </a:cubicBezTo>
                <a:cubicBezTo>
                  <a:pt x="205191" y="897392"/>
                  <a:pt x="204003" y="894375"/>
                  <a:pt x="203454" y="891083"/>
                </a:cubicBezTo>
                <a:cubicBezTo>
                  <a:pt x="202905" y="887791"/>
                  <a:pt x="202997" y="884591"/>
                  <a:pt x="203728" y="881390"/>
                </a:cubicBezTo>
                <a:cubicBezTo>
                  <a:pt x="204551" y="878190"/>
                  <a:pt x="205831" y="875172"/>
                  <a:pt x="207752" y="872520"/>
                </a:cubicBezTo>
              </a:path>
              <a:path w="3889492" h="1195852">
                <a:moveTo>
                  <a:pt x="213604" y="864382"/>
                </a:moveTo>
                <a:lnTo>
                  <a:pt x="216438" y="860359"/>
                </a:lnTo>
                <a:cubicBezTo>
                  <a:pt x="218359" y="857616"/>
                  <a:pt x="220736" y="855421"/>
                  <a:pt x="223571" y="853684"/>
                </a:cubicBezTo>
                <a:cubicBezTo>
                  <a:pt x="226314" y="851946"/>
                  <a:pt x="229423" y="850758"/>
                  <a:pt x="232623" y="850209"/>
                </a:cubicBezTo>
                <a:cubicBezTo>
                  <a:pt x="235915" y="849752"/>
                  <a:pt x="239116" y="849843"/>
                  <a:pt x="242407" y="850575"/>
                </a:cubicBezTo>
                <a:cubicBezTo>
                  <a:pt x="245608" y="851306"/>
                  <a:pt x="248534" y="852678"/>
                  <a:pt x="251277" y="854598"/>
                </a:cubicBezTo>
                <a:cubicBezTo>
                  <a:pt x="253929" y="856518"/>
                  <a:pt x="256123" y="858804"/>
                  <a:pt x="257952" y="861639"/>
                </a:cubicBezTo>
                <a:cubicBezTo>
                  <a:pt x="259690" y="864474"/>
                  <a:pt x="260787" y="867491"/>
                  <a:pt x="261336" y="870692"/>
                </a:cubicBezTo>
                <a:cubicBezTo>
                  <a:pt x="261884" y="873984"/>
                  <a:pt x="261793" y="877184"/>
                  <a:pt x="261061" y="880476"/>
                </a:cubicBezTo>
                <a:cubicBezTo>
                  <a:pt x="260330" y="883676"/>
                  <a:pt x="258958" y="886602"/>
                  <a:pt x="257038" y="889254"/>
                </a:cubicBezTo>
                <a:lnTo>
                  <a:pt x="254112" y="893369"/>
                </a:lnTo>
                <a:cubicBezTo>
                  <a:pt x="252192" y="896021"/>
                  <a:pt x="249906" y="898215"/>
                  <a:pt x="247071" y="900044"/>
                </a:cubicBezTo>
                <a:cubicBezTo>
                  <a:pt x="244236" y="901781"/>
                  <a:pt x="241219" y="902879"/>
                  <a:pt x="237927" y="903427"/>
                </a:cubicBezTo>
                <a:cubicBezTo>
                  <a:pt x="234726" y="903976"/>
                  <a:pt x="231435" y="903884"/>
                  <a:pt x="228234" y="903153"/>
                </a:cubicBezTo>
                <a:cubicBezTo>
                  <a:pt x="225034" y="902421"/>
                  <a:pt x="222016" y="901050"/>
                  <a:pt x="219365" y="899130"/>
                </a:cubicBezTo>
                <a:cubicBezTo>
                  <a:pt x="216713" y="897209"/>
                  <a:pt x="214427" y="894832"/>
                  <a:pt x="212689" y="892089"/>
                </a:cubicBezTo>
                <a:cubicBezTo>
                  <a:pt x="210952" y="889254"/>
                  <a:pt x="209763" y="886236"/>
                  <a:pt x="209215" y="882945"/>
                </a:cubicBezTo>
                <a:cubicBezTo>
                  <a:pt x="208758" y="879744"/>
                  <a:pt x="208849" y="876452"/>
                  <a:pt x="209580" y="873252"/>
                </a:cubicBezTo>
                <a:cubicBezTo>
                  <a:pt x="210312" y="870052"/>
                  <a:pt x="211684" y="867126"/>
                  <a:pt x="213604" y="864382"/>
                </a:cubicBezTo>
              </a:path>
              <a:path w="3889492" h="1195852">
                <a:moveTo>
                  <a:pt x="219365" y="856336"/>
                </a:moveTo>
                <a:lnTo>
                  <a:pt x="222291" y="852221"/>
                </a:lnTo>
                <a:cubicBezTo>
                  <a:pt x="224211" y="849569"/>
                  <a:pt x="226588" y="847374"/>
                  <a:pt x="229332" y="845546"/>
                </a:cubicBezTo>
                <a:cubicBezTo>
                  <a:pt x="232166" y="843808"/>
                  <a:pt x="235184" y="842711"/>
                  <a:pt x="238476" y="842162"/>
                </a:cubicBezTo>
                <a:cubicBezTo>
                  <a:pt x="241676" y="841614"/>
                  <a:pt x="244968" y="841705"/>
                  <a:pt x="248168" y="842437"/>
                </a:cubicBezTo>
                <a:cubicBezTo>
                  <a:pt x="251369" y="843168"/>
                  <a:pt x="254386" y="844540"/>
                  <a:pt x="257038" y="846460"/>
                </a:cubicBezTo>
                <a:cubicBezTo>
                  <a:pt x="259781" y="848380"/>
                  <a:pt x="261976" y="850758"/>
                  <a:pt x="263713" y="853501"/>
                </a:cubicBezTo>
                <a:cubicBezTo>
                  <a:pt x="265450" y="856336"/>
                  <a:pt x="266639" y="859353"/>
                  <a:pt x="267188" y="862645"/>
                </a:cubicBezTo>
                <a:cubicBezTo>
                  <a:pt x="267736" y="865845"/>
                  <a:pt x="267553" y="869137"/>
                  <a:pt x="266822" y="872338"/>
                </a:cubicBezTo>
                <a:cubicBezTo>
                  <a:pt x="266090" y="875538"/>
                  <a:pt x="264810" y="878464"/>
                  <a:pt x="262799" y="881207"/>
                </a:cubicBezTo>
                <a:lnTo>
                  <a:pt x="259964" y="885231"/>
                </a:lnTo>
                <a:cubicBezTo>
                  <a:pt x="258044" y="887974"/>
                  <a:pt x="255666" y="890168"/>
                  <a:pt x="252832" y="891906"/>
                </a:cubicBezTo>
                <a:cubicBezTo>
                  <a:pt x="250088" y="893643"/>
                  <a:pt x="246979" y="894832"/>
                  <a:pt x="243779" y="895380"/>
                </a:cubicBezTo>
                <a:cubicBezTo>
                  <a:pt x="240487" y="895838"/>
                  <a:pt x="237287" y="895746"/>
                  <a:pt x="233995" y="895015"/>
                </a:cubicBezTo>
                <a:cubicBezTo>
                  <a:pt x="230795" y="894283"/>
                  <a:pt x="227868" y="892912"/>
                  <a:pt x="225125" y="890991"/>
                </a:cubicBezTo>
                <a:cubicBezTo>
                  <a:pt x="222474" y="889071"/>
                  <a:pt x="220279" y="886785"/>
                  <a:pt x="218542" y="883950"/>
                </a:cubicBezTo>
                <a:cubicBezTo>
                  <a:pt x="216713" y="881116"/>
                  <a:pt x="215616" y="878098"/>
                  <a:pt x="215067" y="874898"/>
                </a:cubicBezTo>
                <a:cubicBezTo>
                  <a:pt x="214518" y="871606"/>
                  <a:pt x="214610" y="868406"/>
                  <a:pt x="215341" y="865114"/>
                </a:cubicBezTo>
                <a:cubicBezTo>
                  <a:pt x="216073" y="861913"/>
                  <a:pt x="217444" y="858987"/>
                  <a:pt x="219365" y="856336"/>
                </a:cubicBezTo>
              </a:path>
              <a:path w="3889492" h="1195852">
                <a:moveTo>
                  <a:pt x="225125" y="848197"/>
                </a:moveTo>
                <a:lnTo>
                  <a:pt x="228051" y="844174"/>
                </a:lnTo>
                <a:cubicBezTo>
                  <a:pt x="229972" y="841431"/>
                  <a:pt x="232349" y="839236"/>
                  <a:pt x="235184" y="837499"/>
                </a:cubicBezTo>
                <a:cubicBezTo>
                  <a:pt x="237927" y="835762"/>
                  <a:pt x="240944" y="834573"/>
                  <a:pt x="244236" y="834024"/>
                </a:cubicBezTo>
                <a:cubicBezTo>
                  <a:pt x="247528" y="833476"/>
                  <a:pt x="250728" y="833567"/>
                  <a:pt x="253929" y="834299"/>
                </a:cubicBezTo>
                <a:cubicBezTo>
                  <a:pt x="257221" y="835122"/>
                  <a:pt x="260147" y="836402"/>
                  <a:pt x="262799" y="838322"/>
                </a:cubicBezTo>
                <a:cubicBezTo>
                  <a:pt x="265542" y="840242"/>
                  <a:pt x="267736" y="842620"/>
                  <a:pt x="269474" y="845454"/>
                </a:cubicBezTo>
                <a:cubicBezTo>
                  <a:pt x="271211" y="848197"/>
                  <a:pt x="272400" y="851215"/>
                  <a:pt x="272948" y="854507"/>
                </a:cubicBezTo>
                <a:cubicBezTo>
                  <a:pt x="273497" y="857799"/>
                  <a:pt x="273406" y="860999"/>
                  <a:pt x="272674" y="864199"/>
                </a:cubicBezTo>
                <a:cubicBezTo>
                  <a:pt x="271851" y="867400"/>
                  <a:pt x="270571" y="870417"/>
                  <a:pt x="268651" y="873069"/>
                </a:cubicBezTo>
                <a:lnTo>
                  <a:pt x="265725" y="877092"/>
                </a:lnTo>
                <a:cubicBezTo>
                  <a:pt x="263804" y="879836"/>
                  <a:pt x="261427" y="882030"/>
                  <a:pt x="258684" y="883768"/>
                </a:cubicBezTo>
                <a:cubicBezTo>
                  <a:pt x="255849" y="885505"/>
                  <a:pt x="252832" y="886694"/>
                  <a:pt x="249540" y="887242"/>
                </a:cubicBezTo>
                <a:cubicBezTo>
                  <a:pt x="246248" y="887791"/>
                  <a:pt x="243048" y="887700"/>
                  <a:pt x="239847" y="886968"/>
                </a:cubicBezTo>
                <a:cubicBezTo>
                  <a:pt x="236647" y="886145"/>
                  <a:pt x="233629" y="884865"/>
                  <a:pt x="230977" y="882945"/>
                </a:cubicBezTo>
                <a:cubicBezTo>
                  <a:pt x="228234" y="881024"/>
                  <a:pt x="226040" y="878647"/>
                  <a:pt x="224302" y="875812"/>
                </a:cubicBezTo>
                <a:cubicBezTo>
                  <a:pt x="222565" y="873069"/>
                  <a:pt x="221376" y="870052"/>
                  <a:pt x="220828" y="866760"/>
                </a:cubicBezTo>
                <a:cubicBezTo>
                  <a:pt x="220279" y="863468"/>
                  <a:pt x="220370" y="860268"/>
                  <a:pt x="221193" y="857067"/>
                </a:cubicBezTo>
                <a:cubicBezTo>
                  <a:pt x="221925" y="853867"/>
                  <a:pt x="223205" y="850849"/>
                  <a:pt x="225125" y="848197"/>
                </a:cubicBezTo>
              </a:path>
              <a:path w="3889492" h="1195852">
                <a:moveTo>
                  <a:pt x="230977" y="840059"/>
                </a:moveTo>
                <a:lnTo>
                  <a:pt x="233812" y="836036"/>
                </a:lnTo>
                <a:cubicBezTo>
                  <a:pt x="235732" y="833293"/>
                  <a:pt x="238110" y="831098"/>
                  <a:pt x="240944" y="829361"/>
                </a:cubicBezTo>
                <a:cubicBezTo>
                  <a:pt x="243779" y="827623"/>
                  <a:pt x="246797" y="826435"/>
                  <a:pt x="250088" y="825978"/>
                </a:cubicBezTo>
                <a:cubicBezTo>
                  <a:pt x="253289" y="825429"/>
                  <a:pt x="256581" y="825520"/>
                  <a:pt x="259781" y="826252"/>
                </a:cubicBezTo>
                <a:cubicBezTo>
                  <a:pt x="262981" y="826983"/>
                  <a:pt x="265908" y="828355"/>
                  <a:pt x="268651" y="830275"/>
                </a:cubicBezTo>
                <a:cubicBezTo>
                  <a:pt x="271302" y="832195"/>
                  <a:pt x="273588" y="834481"/>
                  <a:pt x="275326" y="837316"/>
                </a:cubicBezTo>
                <a:cubicBezTo>
                  <a:pt x="277063" y="840151"/>
                  <a:pt x="278160" y="843168"/>
                  <a:pt x="278709" y="846369"/>
                </a:cubicBezTo>
                <a:cubicBezTo>
                  <a:pt x="279258" y="849660"/>
                  <a:pt x="279166" y="852861"/>
                  <a:pt x="278435" y="856153"/>
                </a:cubicBezTo>
                <a:cubicBezTo>
                  <a:pt x="277703" y="859353"/>
                  <a:pt x="276332" y="862279"/>
                  <a:pt x="274411" y="864931"/>
                </a:cubicBezTo>
                <a:lnTo>
                  <a:pt x="271577" y="869046"/>
                </a:lnTo>
                <a:cubicBezTo>
                  <a:pt x="269657" y="871698"/>
                  <a:pt x="267279" y="873892"/>
                  <a:pt x="264444" y="875721"/>
                </a:cubicBezTo>
                <a:cubicBezTo>
                  <a:pt x="261610" y="877458"/>
                  <a:pt x="258592" y="878556"/>
                  <a:pt x="255392" y="879104"/>
                </a:cubicBezTo>
                <a:cubicBezTo>
                  <a:pt x="252100" y="879653"/>
                  <a:pt x="248808" y="879561"/>
                  <a:pt x="245608" y="878830"/>
                </a:cubicBezTo>
                <a:cubicBezTo>
                  <a:pt x="242407" y="878098"/>
                  <a:pt x="239481" y="876727"/>
                  <a:pt x="236738" y="874806"/>
                </a:cubicBezTo>
                <a:cubicBezTo>
                  <a:pt x="234086" y="872886"/>
                  <a:pt x="231800" y="870509"/>
                  <a:pt x="230063" y="867766"/>
                </a:cubicBezTo>
                <a:cubicBezTo>
                  <a:pt x="228326" y="864931"/>
                  <a:pt x="227228" y="861913"/>
                  <a:pt x="226680" y="858622"/>
                </a:cubicBezTo>
                <a:cubicBezTo>
                  <a:pt x="226131" y="855421"/>
                  <a:pt x="226223" y="852129"/>
                  <a:pt x="226954" y="848929"/>
                </a:cubicBezTo>
                <a:cubicBezTo>
                  <a:pt x="227686" y="845729"/>
                  <a:pt x="229057" y="842802"/>
                  <a:pt x="230977" y="840059"/>
                </a:cubicBezTo>
              </a:path>
              <a:path w="3889492" h="1195852">
                <a:moveTo>
                  <a:pt x="236738" y="832013"/>
                </a:moveTo>
                <a:lnTo>
                  <a:pt x="239664" y="827898"/>
                </a:lnTo>
                <a:cubicBezTo>
                  <a:pt x="241584" y="825246"/>
                  <a:pt x="243962" y="823051"/>
                  <a:pt x="246705" y="821223"/>
                </a:cubicBezTo>
                <a:cubicBezTo>
                  <a:pt x="249540" y="819485"/>
                  <a:pt x="252557" y="818388"/>
                  <a:pt x="255849" y="817839"/>
                </a:cubicBezTo>
                <a:cubicBezTo>
                  <a:pt x="259141" y="817291"/>
                  <a:pt x="262341" y="817382"/>
                  <a:pt x="265542" y="818114"/>
                </a:cubicBezTo>
                <a:cubicBezTo>
                  <a:pt x="268834" y="818845"/>
                  <a:pt x="271760" y="820217"/>
                  <a:pt x="274411" y="822137"/>
                </a:cubicBezTo>
                <a:cubicBezTo>
                  <a:pt x="277155" y="824057"/>
                  <a:pt x="279349" y="826435"/>
                  <a:pt x="281087" y="829178"/>
                </a:cubicBezTo>
                <a:cubicBezTo>
                  <a:pt x="282824" y="832013"/>
                  <a:pt x="284013" y="835030"/>
                  <a:pt x="284561" y="838322"/>
                </a:cubicBezTo>
                <a:cubicBezTo>
                  <a:pt x="285110" y="841522"/>
                  <a:pt x="285018" y="844814"/>
                  <a:pt x="284196" y="848015"/>
                </a:cubicBezTo>
                <a:cubicBezTo>
                  <a:pt x="283464" y="851215"/>
                  <a:pt x="282184" y="854141"/>
                  <a:pt x="280264" y="856884"/>
                </a:cubicBezTo>
                <a:lnTo>
                  <a:pt x="277338" y="860908"/>
                </a:lnTo>
                <a:cubicBezTo>
                  <a:pt x="275417" y="863651"/>
                  <a:pt x="273040" y="865845"/>
                  <a:pt x="270205" y="867583"/>
                </a:cubicBezTo>
                <a:cubicBezTo>
                  <a:pt x="267462" y="869320"/>
                  <a:pt x="264444" y="870509"/>
                  <a:pt x="261153" y="871057"/>
                </a:cubicBezTo>
                <a:cubicBezTo>
                  <a:pt x="257861" y="871515"/>
                  <a:pt x="254660" y="871423"/>
                  <a:pt x="251460" y="870692"/>
                </a:cubicBezTo>
                <a:cubicBezTo>
                  <a:pt x="248168" y="869960"/>
                  <a:pt x="245242" y="868589"/>
                  <a:pt x="242590" y="866668"/>
                </a:cubicBezTo>
                <a:cubicBezTo>
                  <a:pt x="239847" y="864840"/>
                  <a:pt x="237653" y="862462"/>
                  <a:pt x="235915" y="859627"/>
                </a:cubicBezTo>
                <a:cubicBezTo>
                  <a:pt x="234178" y="856793"/>
                  <a:pt x="232989" y="853775"/>
                  <a:pt x="232440" y="850575"/>
                </a:cubicBezTo>
                <a:cubicBezTo>
                  <a:pt x="231892" y="847283"/>
                  <a:pt x="231983" y="844083"/>
                  <a:pt x="232715" y="840791"/>
                </a:cubicBezTo>
                <a:cubicBezTo>
                  <a:pt x="233538" y="837590"/>
                  <a:pt x="234818" y="834664"/>
                  <a:pt x="236738" y="832013"/>
                </a:cubicBezTo>
              </a:path>
              <a:path w="3889492" h="1195852">
                <a:moveTo>
                  <a:pt x="242590" y="823874"/>
                </a:moveTo>
                <a:lnTo>
                  <a:pt x="245425" y="819851"/>
                </a:lnTo>
                <a:cubicBezTo>
                  <a:pt x="247345" y="817108"/>
                  <a:pt x="249723" y="814913"/>
                  <a:pt x="252557" y="813176"/>
                </a:cubicBezTo>
                <a:cubicBezTo>
                  <a:pt x="255392" y="811439"/>
                  <a:pt x="258409" y="810250"/>
                  <a:pt x="261610" y="809701"/>
                </a:cubicBezTo>
                <a:cubicBezTo>
                  <a:pt x="264902" y="809153"/>
                  <a:pt x="268102" y="809244"/>
                  <a:pt x="271394" y="809976"/>
                </a:cubicBezTo>
                <a:cubicBezTo>
                  <a:pt x="274594" y="810798"/>
                  <a:pt x="277520" y="812079"/>
                  <a:pt x="280264" y="813999"/>
                </a:cubicBezTo>
                <a:cubicBezTo>
                  <a:pt x="282915" y="815919"/>
                  <a:pt x="285110" y="818297"/>
                  <a:pt x="286939" y="821131"/>
                </a:cubicBezTo>
                <a:cubicBezTo>
                  <a:pt x="288676" y="823874"/>
                  <a:pt x="289773" y="826892"/>
                  <a:pt x="290322" y="830184"/>
                </a:cubicBezTo>
                <a:cubicBezTo>
                  <a:pt x="290871" y="833476"/>
                  <a:pt x="290779" y="836676"/>
                  <a:pt x="290048" y="839876"/>
                </a:cubicBezTo>
                <a:cubicBezTo>
                  <a:pt x="289316" y="843077"/>
                  <a:pt x="287945" y="846094"/>
                  <a:pt x="286024" y="848746"/>
                </a:cubicBezTo>
                <a:lnTo>
                  <a:pt x="283098" y="852861"/>
                </a:lnTo>
                <a:cubicBezTo>
                  <a:pt x="281178" y="855513"/>
                  <a:pt x="278892" y="857707"/>
                  <a:pt x="276057" y="859445"/>
                </a:cubicBezTo>
                <a:cubicBezTo>
                  <a:pt x="273223" y="861182"/>
                  <a:pt x="270205" y="862371"/>
                  <a:pt x="266913" y="862919"/>
                </a:cubicBezTo>
                <a:cubicBezTo>
                  <a:pt x="263713" y="863468"/>
                  <a:pt x="260421" y="863376"/>
                  <a:pt x="257221" y="862645"/>
                </a:cubicBezTo>
                <a:cubicBezTo>
                  <a:pt x="254020" y="861822"/>
                  <a:pt x="251003" y="860542"/>
                  <a:pt x="248351" y="858622"/>
                </a:cubicBezTo>
                <a:cubicBezTo>
                  <a:pt x="245699" y="856701"/>
                  <a:pt x="243413" y="854324"/>
                  <a:pt x="241676" y="851489"/>
                </a:cubicBezTo>
                <a:cubicBezTo>
                  <a:pt x="239939" y="848746"/>
                  <a:pt x="238750" y="845729"/>
                  <a:pt x="238201" y="842437"/>
                </a:cubicBezTo>
                <a:cubicBezTo>
                  <a:pt x="237744" y="839145"/>
                  <a:pt x="237835" y="835944"/>
                  <a:pt x="238567" y="832744"/>
                </a:cubicBezTo>
                <a:cubicBezTo>
                  <a:pt x="239298" y="829544"/>
                  <a:pt x="240670" y="826526"/>
                  <a:pt x="242590" y="823874"/>
                </a:cubicBezTo>
              </a:path>
              <a:path w="3889492" h="1195852">
                <a:moveTo>
                  <a:pt x="248351" y="815736"/>
                </a:moveTo>
                <a:lnTo>
                  <a:pt x="251277" y="811713"/>
                </a:lnTo>
                <a:cubicBezTo>
                  <a:pt x="253197" y="808970"/>
                  <a:pt x="255575" y="806775"/>
                  <a:pt x="258318" y="805038"/>
                </a:cubicBezTo>
                <a:cubicBezTo>
                  <a:pt x="261153" y="803300"/>
                  <a:pt x="264170" y="802112"/>
                  <a:pt x="267462" y="801654"/>
                </a:cubicBezTo>
                <a:cubicBezTo>
                  <a:pt x="270662" y="801106"/>
                  <a:pt x="273954" y="801197"/>
                  <a:pt x="277155" y="801929"/>
                </a:cubicBezTo>
                <a:cubicBezTo>
                  <a:pt x="280355" y="802660"/>
                  <a:pt x="283373" y="804032"/>
                  <a:pt x="286024" y="805952"/>
                </a:cubicBezTo>
                <a:cubicBezTo>
                  <a:pt x="288768" y="807872"/>
                  <a:pt x="290962" y="810158"/>
                  <a:pt x="292699" y="812993"/>
                </a:cubicBezTo>
                <a:cubicBezTo>
                  <a:pt x="294437" y="815828"/>
                  <a:pt x="295626" y="818845"/>
                  <a:pt x="296174" y="822046"/>
                </a:cubicBezTo>
                <a:cubicBezTo>
                  <a:pt x="296723" y="825337"/>
                  <a:pt x="296540" y="828538"/>
                  <a:pt x="295808" y="831830"/>
                </a:cubicBezTo>
                <a:cubicBezTo>
                  <a:pt x="295077" y="835030"/>
                  <a:pt x="293797" y="837956"/>
                  <a:pt x="291876" y="840699"/>
                </a:cubicBezTo>
                <a:lnTo>
                  <a:pt x="288950" y="844723"/>
                </a:lnTo>
                <a:cubicBezTo>
                  <a:pt x="287030" y="847374"/>
                  <a:pt x="284653" y="849569"/>
                  <a:pt x="281818" y="851398"/>
                </a:cubicBezTo>
                <a:cubicBezTo>
                  <a:pt x="279075" y="853135"/>
                  <a:pt x="275966" y="854232"/>
                  <a:pt x="272766" y="854781"/>
                </a:cubicBezTo>
                <a:cubicBezTo>
                  <a:pt x="269474" y="855330"/>
                  <a:pt x="266273" y="855238"/>
                  <a:pt x="262981" y="854507"/>
                </a:cubicBezTo>
                <a:cubicBezTo>
                  <a:pt x="259781" y="853775"/>
                  <a:pt x="256855" y="852404"/>
                  <a:pt x="254112" y="850483"/>
                </a:cubicBezTo>
                <a:cubicBezTo>
                  <a:pt x="251460" y="848563"/>
                  <a:pt x="249265" y="846186"/>
                  <a:pt x="247528" y="843443"/>
                </a:cubicBezTo>
                <a:cubicBezTo>
                  <a:pt x="245699" y="840608"/>
                  <a:pt x="244602" y="837590"/>
                  <a:pt x="244053" y="834299"/>
                </a:cubicBezTo>
                <a:cubicBezTo>
                  <a:pt x="243505" y="831098"/>
                  <a:pt x="243596" y="827806"/>
                  <a:pt x="244328" y="824606"/>
                </a:cubicBezTo>
                <a:cubicBezTo>
                  <a:pt x="245059" y="821406"/>
                  <a:pt x="246431" y="818479"/>
                  <a:pt x="248351" y="815736"/>
                </a:cubicBezTo>
              </a:path>
              <a:path w="3889492" h="1195852">
                <a:moveTo>
                  <a:pt x="254112" y="807690"/>
                </a:moveTo>
                <a:lnTo>
                  <a:pt x="257038" y="803575"/>
                </a:lnTo>
                <a:cubicBezTo>
                  <a:pt x="258958" y="800923"/>
                  <a:pt x="261336" y="798728"/>
                  <a:pt x="264170" y="796900"/>
                </a:cubicBezTo>
                <a:cubicBezTo>
                  <a:pt x="266913" y="795162"/>
                  <a:pt x="269931" y="794065"/>
                  <a:pt x="273223" y="793516"/>
                </a:cubicBezTo>
                <a:cubicBezTo>
                  <a:pt x="276515" y="792968"/>
                  <a:pt x="279715" y="793059"/>
                  <a:pt x="283007" y="793791"/>
                </a:cubicBezTo>
                <a:cubicBezTo>
                  <a:pt x="286207" y="794522"/>
                  <a:pt x="289133" y="795894"/>
                  <a:pt x="291876" y="797814"/>
                </a:cubicBezTo>
                <a:cubicBezTo>
                  <a:pt x="294528" y="799734"/>
                  <a:pt x="296723" y="802112"/>
                  <a:pt x="298460" y="804855"/>
                </a:cubicBezTo>
                <a:cubicBezTo>
                  <a:pt x="300198" y="807690"/>
                  <a:pt x="301386" y="810707"/>
                  <a:pt x="301935" y="813999"/>
                </a:cubicBezTo>
                <a:cubicBezTo>
                  <a:pt x="302484" y="817199"/>
                  <a:pt x="302392" y="820491"/>
                  <a:pt x="301661" y="823692"/>
                </a:cubicBezTo>
                <a:cubicBezTo>
                  <a:pt x="300929" y="826892"/>
                  <a:pt x="299557" y="829818"/>
                  <a:pt x="297637" y="832561"/>
                </a:cubicBezTo>
                <a:lnTo>
                  <a:pt x="294711" y="836585"/>
                </a:lnTo>
                <a:cubicBezTo>
                  <a:pt x="292791" y="839328"/>
                  <a:pt x="290413" y="841522"/>
                  <a:pt x="287670" y="843260"/>
                </a:cubicBezTo>
                <a:cubicBezTo>
                  <a:pt x="284836" y="844997"/>
                  <a:pt x="281818" y="846186"/>
                  <a:pt x="278526" y="846734"/>
                </a:cubicBezTo>
                <a:cubicBezTo>
                  <a:pt x="275234" y="847192"/>
                  <a:pt x="272034" y="847100"/>
                  <a:pt x="268834" y="846369"/>
                </a:cubicBezTo>
                <a:cubicBezTo>
                  <a:pt x="265633" y="845637"/>
                  <a:pt x="262616" y="844357"/>
                  <a:pt x="259964" y="842437"/>
                </a:cubicBezTo>
                <a:cubicBezTo>
                  <a:pt x="257221" y="840516"/>
                  <a:pt x="255026" y="838139"/>
                  <a:pt x="253289" y="835304"/>
                </a:cubicBezTo>
                <a:cubicBezTo>
                  <a:pt x="251551" y="832470"/>
                  <a:pt x="250363" y="829452"/>
                  <a:pt x="249814" y="826252"/>
                </a:cubicBezTo>
                <a:cubicBezTo>
                  <a:pt x="249265" y="822960"/>
                  <a:pt x="249357" y="819760"/>
                  <a:pt x="250180" y="816468"/>
                </a:cubicBezTo>
                <a:cubicBezTo>
                  <a:pt x="250911" y="813267"/>
                  <a:pt x="252192" y="810341"/>
                  <a:pt x="254112" y="807690"/>
                </a:cubicBezTo>
              </a:path>
              <a:path w="3889492" h="1195852">
                <a:moveTo>
                  <a:pt x="259964" y="799551"/>
                </a:moveTo>
                <a:lnTo>
                  <a:pt x="262799" y="795528"/>
                </a:lnTo>
                <a:cubicBezTo>
                  <a:pt x="264810" y="792785"/>
                  <a:pt x="267096" y="790590"/>
                  <a:pt x="269931" y="788853"/>
                </a:cubicBezTo>
                <a:cubicBezTo>
                  <a:pt x="272766" y="787116"/>
                  <a:pt x="275783" y="785927"/>
                  <a:pt x="279075" y="785378"/>
                </a:cubicBezTo>
                <a:cubicBezTo>
                  <a:pt x="282275" y="784830"/>
                  <a:pt x="285567" y="784921"/>
                  <a:pt x="288768" y="785744"/>
                </a:cubicBezTo>
                <a:cubicBezTo>
                  <a:pt x="291968" y="786475"/>
                  <a:pt x="294894" y="787756"/>
                  <a:pt x="297637" y="789676"/>
                </a:cubicBezTo>
                <a:cubicBezTo>
                  <a:pt x="300289" y="791596"/>
                  <a:pt x="302575" y="793974"/>
                  <a:pt x="304312" y="796808"/>
                </a:cubicBezTo>
                <a:cubicBezTo>
                  <a:pt x="306050" y="799551"/>
                  <a:pt x="307147" y="802569"/>
                  <a:pt x="307696" y="805861"/>
                </a:cubicBezTo>
                <a:cubicBezTo>
                  <a:pt x="308244" y="809153"/>
                  <a:pt x="308153" y="812353"/>
                  <a:pt x="307421" y="815553"/>
                </a:cubicBezTo>
                <a:cubicBezTo>
                  <a:pt x="306690" y="818845"/>
                  <a:pt x="305318" y="821771"/>
                  <a:pt x="303398" y="824423"/>
                </a:cubicBezTo>
                <a:lnTo>
                  <a:pt x="300563" y="828538"/>
                </a:lnTo>
                <a:cubicBezTo>
                  <a:pt x="298643" y="831190"/>
                  <a:pt x="296266" y="833384"/>
                  <a:pt x="293431" y="835122"/>
                </a:cubicBezTo>
                <a:cubicBezTo>
                  <a:pt x="290596" y="836859"/>
                  <a:pt x="287579" y="838048"/>
                  <a:pt x="284378" y="838596"/>
                </a:cubicBezTo>
                <a:cubicBezTo>
                  <a:pt x="281087" y="839145"/>
                  <a:pt x="277795" y="839053"/>
                  <a:pt x="274594" y="838322"/>
                </a:cubicBezTo>
                <a:cubicBezTo>
                  <a:pt x="271394" y="837499"/>
                  <a:pt x="268468" y="836219"/>
                  <a:pt x="265725" y="834299"/>
                </a:cubicBezTo>
                <a:cubicBezTo>
                  <a:pt x="263073" y="832378"/>
                  <a:pt x="260787" y="830001"/>
                  <a:pt x="259050" y="827166"/>
                </a:cubicBezTo>
                <a:cubicBezTo>
                  <a:pt x="257312" y="824423"/>
                  <a:pt x="256215" y="821406"/>
                  <a:pt x="255666" y="818114"/>
                </a:cubicBezTo>
                <a:cubicBezTo>
                  <a:pt x="255118" y="814822"/>
                  <a:pt x="255209" y="811621"/>
                  <a:pt x="255941" y="808421"/>
                </a:cubicBezTo>
                <a:cubicBezTo>
                  <a:pt x="256672" y="805221"/>
                  <a:pt x="258044" y="802203"/>
                  <a:pt x="259964" y="799551"/>
                </a:cubicBezTo>
              </a:path>
              <a:path w="3889492" h="1195852">
                <a:moveTo>
                  <a:pt x="265725" y="791413"/>
                </a:moveTo>
                <a:lnTo>
                  <a:pt x="268651" y="787390"/>
                </a:lnTo>
                <a:cubicBezTo>
                  <a:pt x="270571" y="784738"/>
                  <a:pt x="272948" y="782452"/>
                  <a:pt x="275692" y="780715"/>
                </a:cubicBezTo>
                <a:cubicBezTo>
                  <a:pt x="278526" y="778977"/>
                  <a:pt x="281544" y="777789"/>
                  <a:pt x="284836" y="777331"/>
                </a:cubicBezTo>
                <a:cubicBezTo>
                  <a:pt x="288127" y="776783"/>
                  <a:pt x="291328" y="776874"/>
                  <a:pt x="294528" y="777606"/>
                </a:cubicBezTo>
                <a:cubicBezTo>
                  <a:pt x="297820" y="778337"/>
                  <a:pt x="300746" y="779709"/>
                  <a:pt x="303398" y="781629"/>
                </a:cubicBezTo>
                <a:cubicBezTo>
                  <a:pt x="306141" y="783549"/>
                  <a:pt x="308336" y="785835"/>
                  <a:pt x="310073" y="788670"/>
                </a:cubicBezTo>
                <a:cubicBezTo>
                  <a:pt x="311810" y="791505"/>
                  <a:pt x="312999" y="794522"/>
                  <a:pt x="313548" y="797723"/>
                </a:cubicBezTo>
                <a:cubicBezTo>
                  <a:pt x="314096" y="801014"/>
                  <a:pt x="314005" y="804215"/>
                  <a:pt x="313182" y="807507"/>
                </a:cubicBezTo>
                <a:cubicBezTo>
                  <a:pt x="312450" y="810707"/>
                  <a:pt x="311170" y="813633"/>
                  <a:pt x="309250" y="816376"/>
                </a:cubicBezTo>
                <a:lnTo>
                  <a:pt x="306324" y="820400"/>
                </a:lnTo>
                <a:cubicBezTo>
                  <a:pt x="304404" y="823051"/>
                  <a:pt x="302026" y="825337"/>
                  <a:pt x="299192" y="827075"/>
                </a:cubicBezTo>
                <a:cubicBezTo>
                  <a:pt x="296448" y="828812"/>
                  <a:pt x="293431" y="829909"/>
                  <a:pt x="290139" y="830458"/>
                </a:cubicBezTo>
                <a:cubicBezTo>
                  <a:pt x="286847" y="831007"/>
                  <a:pt x="283647" y="830915"/>
                  <a:pt x="280446" y="830184"/>
                </a:cubicBezTo>
                <a:cubicBezTo>
                  <a:pt x="277155" y="829452"/>
                  <a:pt x="274229" y="828081"/>
                  <a:pt x="271577" y="826160"/>
                </a:cubicBezTo>
                <a:cubicBezTo>
                  <a:pt x="268834" y="824240"/>
                  <a:pt x="266639" y="821863"/>
                  <a:pt x="264902" y="819120"/>
                </a:cubicBezTo>
                <a:cubicBezTo>
                  <a:pt x="263164" y="816285"/>
                  <a:pt x="261976" y="813267"/>
                  <a:pt x="261427" y="809976"/>
                </a:cubicBezTo>
                <a:cubicBezTo>
                  <a:pt x="260878" y="806775"/>
                  <a:pt x="260970" y="803483"/>
                  <a:pt x="261701" y="800283"/>
                </a:cubicBezTo>
                <a:cubicBezTo>
                  <a:pt x="262524" y="797082"/>
                  <a:pt x="263804" y="794156"/>
                  <a:pt x="265725" y="791413"/>
                </a:cubicBezTo>
              </a:path>
              <a:path w="3889492" h="1195852">
                <a:moveTo>
                  <a:pt x="271577" y="783366"/>
                </a:moveTo>
                <a:lnTo>
                  <a:pt x="274411" y="779252"/>
                </a:lnTo>
                <a:cubicBezTo>
                  <a:pt x="276332" y="776600"/>
                  <a:pt x="278709" y="774405"/>
                  <a:pt x="281544" y="772577"/>
                </a:cubicBezTo>
                <a:cubicBezTo>
                  <a:pt x="284378" y="770839"/>
                  <a:pt x="287396" y="769742"/>
                  <a:pt x="290596" y="769193"/>
                </a:cubicBezTo>
                <a:cubicBezTo>
                  <a:pt x="293888" y="768645"/>
                  <a:pt x="297089" y="768736"/>
                  <a:pt x="300380" y="769468"/>
                </a:cubicBezTo>
                <a:cubicBezTo>
                  <a:pt x="303581" y="770199"/>
                  <a:pt x="306507" y="771571"/>
                  <a:pt x="309250" y="773491"/>
                </a:cubicBezTo>
                <a:cubicBezTo>
                  <a:pt x="311902" y="775411"/>
                  <a:pt x="314096" y="777789"/>
                  <a:pt x="315925" y="780532"/>
                </a:cubicBezTo>
                <a:cubicBezTo>
                  <a:pt x="317663" y="783366"/>
                  <a:pt x="318760" y="786384"/>
                  <a:pt x="319308" y="789676"/>
                </a:cubicBezTo>
                <a:cubicBezTo>
                  <a:pt x="319857" y="792876"/>
                  <a:pt x="319766" y="796168"/>
                  <a:pt x="319034" y="799368"/>
                </a:cubicBezTo>
                <a:cubicBezTo>
                  <a:pt x="318303" y="802569"/>
                  <a:pt x="316931" y="805495"/>
                  <a:pt x="315011" y="808238"/>
                </a:cubicBezTo>
                <a:lnTo>
                  <a:pt x="312085" y="812262"/>
                </a:lnTo>
                <a:cubicBezTo>
                  <a:pt x="310164" y="815005"/>
                  <a:pt x="307878" y="817199"/>
                  <a:pt x="305044" y="818937"/>
                </a:cubicBezTo>
                <a:cubicBezTo>
                  <a:pt x="302209" y="820674"/>
                  <a:pt x="299192" y="821863"/>
                  <a:pt x="295900" y="822411"/>
                </a:cubicBezTo>
                <a:cubicBezTo>
                  <a:pt x="292699" y="822960"/>
                  <a:pt x="289408" y="822777"/>
                  <a:pt x="286207" y="822046"/>
                </a:cubicBezTo>
                <a:cubicBezTo>
                  <a:pt x="283007" y="821314"/>
                  <a:pt x="279989" y="820034"/>
                  <a:pt x="277338" y="818114"/>
                </a:cubicBezTo>
                <a:cubicBezTo>
                  <a:pt x="274686" y="816193"/>
                  <a:pt x="272400" y="813816"/>
                  <a:pt x="270662" y="810981"/>
                </a:cubicBezTo>
                <a:cubicBezTo>
                  <a:pt x="268925" y="808147"/>
                  <a:pt x="267736" y="805129"/>
                  <a:pt x="267279" y="801929"/>
                </a:cubicBezTo>
                <a:cubicBezTo>
                  <a:pt x="266730" y="798637"/>
                  <a:pt x="266822" y="795437"/>
                  <a:pt x="267553" y="792145"/>
                </a:cubicBezTo>
                <a:cubicBezTo>
                  <a:pt x="268285" y="788944"/>
                  <a:pt x="269657" y="786018"/>
                  <a:pt x="271577" y="783366"/>
                </a:cubicBezTo>
              </a:path>
              <a:path w="3889492" h="1195852">
                <a:moveTo>
                  <a:pt x="277338" y="775228"/>
                </a:moveTo>
                <a:lnTo>
                  <a:pt x="280264" y="771205"/>
                </a:lnTo>
                <a:cubicBezTo>
                  <a:pt x="282184" y="768462"/>
                  <a:pt x="284561" y="766267"/>
                  <a:pt x="287304" y="764530"/>
                </a:cubicBezTo>
                <a:cubicBezTo>
                  <a:pt x="290139" y="762792"/>
                  <a:pt x="293157" y="761604"/>
                  <a:pt x="296448" y="761055"/>
                </a:cubicBezTo>
                <a:cubicBezTo>
                  <a:pt x="299649" y="760506"/>
                  <a:pt x="302941" y="760598"/>
                  <a:pt x="306141" y="761421"/>
                </a:cubicBezTo>
                <a:cubicBezTo>
                  <a:pt x="309342" y="762152"/>
                  <a:pt x="312359" y="763433"/>
                  <a:pt x="315011" y="765353"/>
                </a:cubicBezTo>
                <a:cubicBezTo>
                  <a:pt x="317754" y="767273"/>
                  <a:pt x="319949" y="769650"/>
                  <a:pt x="321686" y="772485"/>
                </a:cubicBezTo>
                <a:cubicBezTo>
                  <a:pt x="323423" y="775228"/>
                  <a:pt x="324612" y="778246"/>
                  <a:pt x="325161" y="781538"/>
                </a:cubicBezTo>
                <a:cubicBezTo>
                  <a:pt x="325709" y="784830"/>
                  <a:pt x="325526" y="788030"/>
                  <a:pt x="324795" y="791230"/>
                </a:cubicBezTo>
                <a:cubicBezTo>
                  <a:pt x="324063" y="794522"/>
                  <a:pt x="322783" y="797448"/>
                  <a:pt x="320863" y="800100"/>
                </a:cubicBezTo>
                <a:lnTo>
                  <a:pt x="317937" y="804215"/>
                </a:lnTo>
                <a:cubicBezTo>
                  <a:pt x="316017" y="806867"/>
                  <a:pt x="313639" y="809061"/>
                  <a:pt x="310805" y="810798"/>
                </a:cubicBezTo>
                <a:cubicBezTo>
                  <a:pt x="308061" y="812536"/>
                  <a:pt x="304952" y="813725"/>
                  <a:pt x="301752" y="814273"/>
                </a:cubicBezTo>
                <a:cubicBezTo>
                  <a:pt x="298460" y="814822"/>
                  <a:pt x="295260" y="814730"/>
                  <a:pt x="291968" y="813999"/>
                </a:cubicBezTo>
                <a:cubicBezTo>
                  <a:pt x="288768" y="813176"/>
                  <a:pt x="285841" y="811896"/>
                  <a:pt x="283098" y="809976"/>
                </a:cubicBezTo>
                <a:cubicBezTo>
                  <a:pt x="280446" y="808055"/>
                  <a:pt x="278252" y="805678"/>
                  <a:pt x="276515" y="802843"/>
                </a:cubicBezTo>
                <a:cubicBezTo>
                  <a:pt x="274686" y="800100"/>
                  <a:pt x="273588" y="797082"/>
                  <a:pt x="273040" y="793791"/>
                </a:cubicBezTo>
                <a:cubicBezTo>
                  <a:pt x="272491" y="790499"/>
                  <a:pt x="272583" y="787298"/>
                  <a:pt x="273314" y="784098"/>
                </a:cubicBezTo>
                <a:cubicBezTo>
                  <a:pt x="274046" y="780898"/>
                  <a:pt x="275417" y="777880"/>
                  <a:pt x="277338" y="775228"/>
                </a:cubicBezTo>
              </a:path>
              <a:path w="3889492" h="1195852">
                <a:moveTo>
                  <a:pt x="283098" y="767090"/>
                </a:moveTo>
                <a:lnTo>
                  <a:pt x="286024" y="763067"/>
                </a:lnTo>
                <a:cubicBezTo>
                  <a:pt x="287945" y="760415"/>
                  <a:pt x="290322" y="758129"/>
                  <a:pt x="293157" y="756392"/>
                </a:cubicBezTo>
                <a:cubicBezTo>
                  <a:pt x="295900" y="754654"/>
                  <a:pt x="299009" y="753557"/>
                  <a:pt x="302209" y="753008"/>
                </a:cubicBezTo>
                <a:cubicBezTo>
                  <a:pt x="305501" y="752460"/>
                  <a:pt x="308701" y="752551"/>
                  <a:pt x="311993" y="753283"/>
                </a:cubicBezTo>
                <a:cubicBezTo>
                  <a:pt x="315194" y="754014"/>
                  <a:pt x="318120" y="755386"/>
                  <a:pt x="320863" y="757306"/>
                </a:cubicBezTo>
                <a:cubicBezTo>
                  <a:pt x="323515" y="759226"/>
                  <a:pt x="325709" y="761512"/>
                  <a:pt x="327447" y="764347"/>
                </a:cubicBezTo>
                <a:cubicBezTo>
                  <a:pt x="329275" y="767182"/>
                  <a:pt x="330373" y="770199"/>
                  <a:pt x="330921" y="773400"/>
                </a:cubicBezTo>
                <a:cubicBezTo>
                  <a:pt x="331470" y="776691"/>
                  <a:pt x="331379" y="779983"/>
                  <a:pt x="330647" y="783184"/>
                </a:cubicBezTo>
                <a:cubicBezTo>
                  <a:pt x="329916" y="786384"/>
                  <a:pt x="328544" y="789310"/>
                  <a:pt x="326624" y="792053"/>
                </a:cubicBezTo>
                <a:lnTo>
                  <a:pt x="323698" y="796077"/>
                </a:lnTo>
                <a:cubicBezTo>
                  <a:pt x="321777" y="798728"/>
                  <a:pt x="319400" y="801014"/>
                  <a:pt x="316657" y="802752"/>
                </a:cubicBezTo>
                <a:cubicBezTo>
                  <a:pt x="313822" y="804489"/>
                  <a:pt x="310805" y="805586"/>
                  <a:pt x="307513" y="806135"/>
                </a:cubicBezTo>
                <a:cubicBezTo>
                  <a:pt x="304221" y="806684"/>
                  <a:pt x="301020" y="806592"/>
                  <a:pt x="297820" y="805861"/>
                </a:cubicBezTo>
                <a:cubicBezTo>
                  <a:pt x="294620" y="805129"/>
                  <a:pt x="291602" y="803758"/>
                  <a:pt x="288950" y="801837"/>
                </a:cubicBezTo>
                <a:cubicBezTo>
                  <a:pt x="286207" y="799917"/>
                  <a:pt x="284013" y="797540"/>
                  <a:pt x="282275" y="794796"/>
                </a:cubicBezTo>
                <a:cubicBezTo>
                  <a:pt x="280538" y="791962"/>
                  <a:pt x="279349" y="788944"/>
                  <a:pt x="278801" y="785652"/>
                </a:cubicBezTo>
                <a:cubicBezTo>
                  <a:pt x="278252" y="782452"/>
                  <a:pt x="278343" y="779160"/>
                  <a:pt x="279166" y="775960"/>
                </a:cubicBezTo>
                <a:cubicBezTo>
                  <a:pt x="279898" y="772759"/>
                  <a:pt x="281178" y="769833"/>
                  <a:pt x="283098" y="767090"/>
                </a:cubicBezTo>
              </a:path>
              <a:path w="3889492" h="1195852">
                <a:moveTo>
                  <a:pt x="288950" y="759043"/>
                </a:moveTo>
                <a:lnTo>
                  <a:pt x="291876" y="754929"/>
                </a:lnTo>
                <a:cubicBezTo>
                  <a:pt x="293797" y="752277"/>
                  <a:pt x="296083" y="750082"/>
                  <a:pt x="298917" y="748345"/>
                </a:cubicBezTo>
                <a:cubicBezTo>
                  <a:pt x="301752" y="746516"/>
                  <a:pt x="304770" y="745419"/>
                  <a:pt x="308061" y="744870"/>
                </a:cubicBezTo>
                <a:cubicBezTo>
                  <a:pt x="311262" y="744322"/>
                  <a:pt x="314554" y="744413"/>
                  <a:pt x="317754" y="745145"/>
                </a:cubicBezTo>
                <a:cubicBezTo>
                  <a:pt x="320954" y="745876"/>
                  <a:pt x="323880" y="747248"/>
                  <a:pt x="326624" y="749168"/>
                </a:cubicBezTo>
                <a:cubicBezTo>
                  <a:pt x="329275" y="751088"/>
                  <a:pt x="331561" y="753466"/>
                  <a:pt x="333299" y="756209"/>
                </a:cubicBezTo>
                <a:cubicBezTo>
                  <a:pt x="335036" y="759043"/>
                  <a:pt x="336133" y="762061"/>
                  <a:pt x="336682" y="765353"/>
                </a:cubicBezTo>
                <a:cubicBezTo>
                  <a:pt x="337231" y="768553"/>
                  <a:pt x="337139" y="771845"/>
                  <a:pt x="336408" y="775045"/>
                </a:cubicBezTo>
                <a:cubicBezTo>
                  <a:pt x="335676" y="778246"/>
                  <a:pt x="334305" y="781263"/>
                  <a:pt x="332384" y="783915"/>
                </a:cubicBezTo>
                <a:lnTo>
                  <a:pt x="329550" y="787938"/>
                </a:lnTo>
                <a:cubicBezTo>
                  <a:pt x="327630" y="790682"/>
                  <a:pt x="325252" y="792876"/>
                  <a:pt x="322417" y="794614"/>
                </a:cubicBezTo>
                <a:cubicBezTo>
                  <a:pt x="319583" y="796351"/>
                  <a:pt x="316565" y="797540"/>
                  <a:pt x="313365" y="798088"/>
                </a:cubicBezTo>
                <a:cubicBezTo>
                  <a:pt x="310073" y="798637"/>
                  <a:pt x="306781" y="798454"/>
                  <a:pt x="303581" y="797723"/>
                </a:cubicBezTo>
                <a:cubicBezTo>
                  <a:pt x="300380" y="796991"/>
                  <a:pt x="297454" y="795711"/>
                  <a:pt x="294711" y="793791"/>
                </a:cubicBezTo>
                <a:cubicBezTo>
                  <a:pt x="292059" y="791870"/>
                  <a:pt x="289773" y="789493"/>
                  <a:pt x="288036" y="786658"/>
                </a:cubicBezTo>
                <a:cubicBezTo>
                  <a:pt x="286299" y="783824"/>
                  <a:pt x="285201" y="780806"/>
                  <a:pt x="284653" y="777606"/>
                </a:cubicBezTo>
                <a:cubicBezTo>
                  <a:pt x="284104" y="774314"/>
                  <a:pt x="284196" y="771114"/>
                  <a:pt x="284927" y="767822"/>
                </a:cubicBezTo>
                <a:cubicBezTo>
                  <a:pt x="285659" y="764621"/>
                  <a:pt x="287030" y="761695"/>
                  <a:pt x="288950" y="759043"/>
                </a:cubicBezTo>
              </a:path>
              <a:path w="3889492" h="1195852">
                <a:moveTo>
                  <a:pt x="294711" y="750905"/>
                </a:moveTo>
                <a:lnTo>
                  <a:pt x="297637" y="746882"/>
                </a:lnTo>
                <a:cubicBezTo>
                  <a:pt x="299557" y="744139"/>
                  <a:pt x="301935" y="741944"/>
                  <a:pt x="304678" y="740207"/>
                </a:cubicBezTo>
                <a:cubicBezTo>
                  <a:pt x="307513" y="738469"/>
                  <a:pt x="310530" y="737281"/>
                  <a:pt x="313822" y="736732"/>
                </a:cubicBezTo>
                <a:cubicBezTo>
                  <a:pt x="317114" y="736183"/>
                  <a:pt x="320314" y="736275"/>
                  <a:pt x="323515" y="737098"/>
                </a:cubicBezTo>
                <a:cubicBezTo>
                  <a:pt x="326807" y="737829"/>
                  <a:pt x="329733" y="739110"/>
                  <a:pt x="332384" y="741030"/>
                </a:cubicBezTo>
                <a:cubicBezTo>
                  <a:pt x="335128" y="742950"/>
                  <a:pt x="337322" y="745327"/>
                  <a:pt x="339060" y="748162"/>
                </a:cubicBezTo>
                <a:cubicBezTo>
                  <a:pt x="340797" y="750905"/>
                  <a:pt x="341986" y="754014"/>
                  <a:pt x="342534" y="757215"/>
                </a:cubicBezTo>
                <a:cubicBezTo>
                  <a:pt x="343083" y="760506"/>
                  <a:pt x="342991" y="763707"/>
                  <a:pt x="342168" y="766907"/>
                </a:cubicBezTo>
                <a:cubicBezTo>
                  <a:pt x="341437" y="770199"/>
                  <a:pt x="340157" y="773125"/>
                  <a:pt x="338237" y="775777"/>
                </a:cubicBezTo>
                <a:lnTo>
                  <a:pt x="335310" y="779892"/>
                </a:lnTo>
                <a:cubicBezTo>
                  <a:pt x="333390" y="782544"/>
                  <a:pt x="331013" y="784738"/>
                  <a:pt x="328178" y="786475"/>
                </a:cubicBezTo>
                <a:cubicBezTo>
                  <a:pt x="325435" y="788213"/>
                  <a:pt x="322417" y="789402"/>
                  <a:pt x="319126" y="789950"/>
                </a:cubicBezTo>
                <a:cubicBezTo>
                  <a:pt x="315834" y="790499"/>
                  <a:pt x="312633" y="790407"/>
                  <a:pt x="309433" y="789676"/>
                </a:cubicBezTo>
                <a:cubicBezTo>
                  <a:pt x="306141" y="788853"/>
                  <a:pt x="303215" y="787573"/>
                  <a:pt x="300563" y="785652"/>
                </a:cubicBezTo>
                <a:cubicBezTo>
                  <a:pt x="297820" y="783732"/>
                  <a:pt x="295626" y="781355"/>
                  <a:pt x="293888" y="778520"/>
                </a:cubicBezTo>
                <a:cubicBezTo>
                  <a:pt x="292151" y="775777"/>
                  <a:pt x="290962" y="772759"/>
                  <a:pt x="290413" y="769468"/>
                </a:cubicBezTo>
                <a:cubicBezTo>
                  <a:pt x="289865" y="766176"/>
                  <a:pt x="289956" y="762975"/>
                  <a:pt x="290688" y="759775"/>
                </a:cubicBezTo>
                <a:cubicBezTo>
                  <a:pt x="291511" y="756575"/>
                  <a:pt x="292791" y="753557"/>
                  <a:pt x="294711" y="750905"/>
                </a:cubicBezTo>
              </a:path>
              <a:path w="3889492" h="1195852">
                <a:moveTo>
                  <a:pt x="300563" y="742767"/>
                </a:moveTo>
                <a:lnTo>
                  <a:pt x="303398" y="738744"/>
                </a:lnTo>
                <a:cubicBezTo>
                  <a:pt x="305318" y="736092"/>
                  <a:pt x="307696" y="733806"/>
                  <a:pt x="310530" y="732069"/>
                </a:cubicBezTo>
                <a:cubicBezTo>
                  <a:pt x="313365" y="730331"/>
                  <a:pt x="316382" y="729234"/>
                  <a:pt x="319583" y="728685"/>
                </a:cubicBezTo>
                <a:cubicBezTo>
                  <a:pt x="322875" y="728137"/>
                  <a:pt x="326166" y="728228"/>
                  <a:pt x="329367" y="728960"/>
                </a:cubicBezTo>
                <a:cubicBezTo>
                  <a:pt x="332567" y="729691"/>
                  <a:pt x="335493" y="731063"/>
                  <a:pt x="338237" y="732983"/>
                </a:cubicBezTo>
                <a:cubicBezTo>
                  <a:pt x="340888" y="734903"/>
                  <a:pt x="343083" y="737189"/>
                  <a:pt x="344912" y="740024"/>
                </a:cubicBezTo>
                <a:cubicBezTo>
                  <a:pt x="346649" y="742859"/>
                  <a:pt x="347746" y="745876"/>
                  <a:pt x="348295" y="749076"/>
                </a:cubicBezTo>
                <a:cubicBezTo>
                  <a:pt x="348844" y="752368"/>
                  <a:pt x="348752" y="755660"/>
                  <a:pt x="348021" y="758861"/>
                </a:cubicBezTo>
                <a:cubicBezTo>
                  <a:pt x="347289" y="762061"/>
                  <a:pt x="345918" y="764987"/>
                  <a:pt x="343997" y="767730"/>
                </a:cubicBezTo>
                <a:lnTo>
                  <a:pt x="341071" y="771754"/>
                </a:lnTo>
                <a:cubicBezTo>
                  <a:pt x="339151" y="774405"/>
                  <a:pt x="336865" y="776691"/>
                  <a:pt x="334030" y="778429"/>
                </a:cubicBezTo>
                <a:cubicBezTo>
                  <a:pt x="331196" y="780166"/>
                  <a:pt x="328178" y="781263"/>
                  <a:pt x="324886" y="781812"/>
                </a:cubicBezTo>
                <a:cubicBezTo>
                  <a:pt x="321686" y="782361"/>
                  <a:pt x="318394" y="782269"/>
                  <a:pt x="315194" y="781538"/>
                </a:cubicBezTo>
                <a:cubicBezTo>
                  <a:pt x="311993" y="780806"/>
                  <a:pt x="308976" y="779435"/>
                  <a:pt x="306324" y="777514"/>
                </a:cubicBezTo>
                <a:cubicBezTo>
                  <a:pt x="303672" y="775594"/>
                  <a:pt x="301386" y="773217"/>
                  <a:pt x="299649" y="770473"/>
                </a:cubicBezTo>
                <a:cubicBezTo>
                  <a:pt x="297912" y="767639"/>
                  <a:pt x="296723" y="764621"/>
                  <a:pt x="296266" y="761329"/>
                </a:cubicBezTo>
                <a:cubicBezTo>
                  <a:pt x="295717" y="758129"/>
                  <a:pt x="295808" y="754837"/>
                  <a:pt x="296540" y="751637"/>
                </a:cubicBezTo>
                <a:cubicBezTo>
                  <a:pt x="297271" y="748436"/>
                  <a:pt x="298643" y="745510"/>
                  <a:pt x="300563" y="742767"/>
                </a:cubicBezTo>
              </a:path>
              <a:path w="3889492" h="1195852">
                <a:moveTo>
                  <a:pt x="306324" y="734720"/>
                </a:moveTo>
                <a:lnTo>
                  <a:pt x="309250" y="730606"/>
                </a:lnTo>
                <a:cubicBezTo>
                  <a:pt x="311170" y="727954"/>
                  <a:pt x="313548" y="725759"/>
                  <a:pt x="316291" y="724022"/>
                </a:cubicBezTo>
                <a:cubicBezTo>
                  <a:pt x="319126" y="722193"/>
                  <a:pt x="322143" y="721096"/>
                  <a:pt x="325435" y="720547"/>
                </a:cubicBezTo>
                <a:cubicBezTo>
                  <a:pt x="328635" y="719999"/>
                  <a:pt x="331927" y="720090"/>
                  <a:pt x="335128" y="720822"/>
                </a:cubicBezTo>
                <a:cubicBezTo>
                  <a:pt x="338328" y="721553"/>
                  <a:pt x="341346" y="722925"/>
                  <a:pt x="343997" y="724845"/>
                </a:cubicBezTo>
                <a:cubicBezTo>
                  <a:pt x="346740" y="726765"/>
                  <a:pt x="348935" y="729143"/>
                  <a:pt x="350672" y="731886"/>
                </a:cubicBezTo>
                <a:cubicBezTo>
                  <a:pt x="352410" y="734720"/>
                  <a:pt x="353598" y="737738"/>
                  <a:pt x="354147" y="741030"/>
                </a:cubicBezTo>
                <a:cubicBezTo>
                  <a:pt x="354696" y="744230"/>
                  <a:pt x="354513" y="747522"/>
                  <a:pt x="353781" y="750722"/>
                </a:cubicBezTo>
                <a:cubicBezTo>
                  <a:pt x="353050" y="753923"/>
                  <a:pt x="351770" y="756940"/>
                  <a:pt x="349849" y="759592"/>
                </a:cubicBezTo>
                <a:lnTo>
                  <a:pt x="346923" y="763615"/>
                </a:lnTo>
                <a:cubicBezTo>
                  <a:pt x="345003" y="766359"/>
                  <a:pt x="342626" y="768553"/>
                  <a:pt x="339791" y="770291"/>
                </a:cubicBezTo>
                <a:cubicBezTo>
                  <a:pt x="337048" y="772028"/>
                  <a:pt x="333939" y="773217"/>
                  <a:pt x="330738" y="773765"/>
                </a:cubicBezTo>
                <a:cubicBezTo>
                  <a:pt x="327447" y="774314"/>
                  <a:pt x="324246" y="774131"/>
                  <a:pt x="320954" y="773400"/>
                </a:cubicBezTo>
                <a:cubicBezTo>
                  <a:pt x="317754" y="772668"/>
                  <a:pt x="314828" y="771388"/>
                  <a:pt x="312085" y="769468"/>
                </a:cubicBezTo>
                <a:cubicBezTo>
                  <a:pt x="309433" y="767547"/>
                  <a:pt x="307238" y="765170"/>
                  <a:pt x="305501" y="762335"/>
                </a:cubicBezTo>
                <a:cubicBezTo>
                  <a:pt x="303672" y="759501"/>
                  <a:pt x="302575" y="756483"/>
                  <a:pt x="302026" y="753283"/>
                </a:cubicBezTo>
                <a:cubicBezTo>
                  <a:pt x="301478" y="749991"/>
                  <a:pt x="301569" y="746790"/>
                  <a:pt x="302301" y="743499"/>
                </a:cubicBezTo>
                <a:cubicBezTo>
                  <a:pt x="303032" y="740298"/>
                  <a:pt x="304404" y="737372"/>
                  <a:pt x="306324" y="734720"/>
                </a:cubicBezTo>
              </a:path>
              <a:path w="3889492" h="1195852">
                <a:moveTo>
                  <a:pt x="312085" y="726582"/>
                </a:moveTo>
                <a:lnTo>
                  <a:pt x="315011" y="722559"/>
                </a:lnTo>
                <a:cubicBezTo>
                  <a:pt x="316931" y="719816"/>
                  <a:pt x="319308" y="717621"/>
                  <a:pt x="322143" y="715884"/>
                </a:cubicBezTo>
                <a:cubicBezTo>
                  <a:pt x="324886" y="714146"/>
                  <a:pt x="327995" y="712958"/>
                  <a:pt x="331196" y="712409"/>
                </a:cubicBezTo>
                <a:cubicBezTo>
                  <a:pt x="334488" y="711860"/>
                  <a:pt x="337688" y="711952"/>
                  <a:pt x="340980" y="712775"/>
                </a:cubicBezTo>
                <a:cubicBezTo>
                  <a:pt x="344180" y="713506"/>
                  <a:pt x="347106" y="714786"/>
                  <a:pt x="349849" y="716707"/>
                </a:cubicBezTo>
                <a:cubicBezTo>
                  <a:pt x="352501" y="718627"/>
                  <a:pt x="354696" y="721004"/>
                  <a:pt x="356433" y="723839"/>
                </a:cubicBezTo>
                <a:cubicBezTo>
                  <a:pt x="358262" y="726582"/>
                  <a:pt x="359359" y="729691"/>
                  <a:pt x="359908" y="732892"/>
                </a:cubicBezTo>
                <a:cubicBezTo>
                  <a:pt x="360456" y="736183"/>
                  <a:pt x="360365" y="739384"/>
                  <a:pt x="359634" y="742584"/>
                </a:cubicBezTo>
                <a:cubicBezTo>
                  <a:pt x="358902" y="745876"/>
                  <a:pt x="357530" y="748802"/>
                  <a:pt x="355610" y="751454"/>
                </a:cubicBezTo>
                <a:lnTo>
                  <a:pt x="352684" y="755569"/>
                </a:lnTo>
                <a:cubicBezTo>
                  <a:pt x="350764" y="758220"/>
                  <a:pt x="348386" y="760415"/>
                  <a:pt x="345643" y="762152"/>
                </a:cubicBezTo>
                <a:cubicBezTo>
                  <a:pt x="342809" y="763890"/>
                  <a:pt x="339791" y="765078"/>
                  <a:pt x="336499" y="765627"/>
                </a:cubicBezTo>
                <a:cubicBezTo>
                  <a:pt x="333207" y="766176"/>
                  <a:pt x="330007" y="766084"/>
                  <a:pt x="326807" y="765353"/>
                </a:cubicBezTo>
                <a:cubicBezTo>
                  <a:pt x="323606" y="764621"/>
                  <a:pt x="320589" y="763250"/>
                  <a:pt x="317937" y="761329"/>
                </a:cubicBezTo>
                <a:cubicBezTo>
                  <a:pt x="315194" y="759409"/>
                  <a:pt x="312999" y="757032"/>
                  <a:pt x="311262" y="754197"/>
                </a:cubicBezTo>
                <a:cubicBezTo>
                  <a:pt x="309524" y="751454"/>
                  <a:pt x="308336" y="748436"/>
                  <a:pt x="307787" y="745145"/>
                </a:cubicBezTo>
                <a:cubicBezTo>
                  <a:pt x="307238" y="741853"/>
                  <a:pt x="307330" y="738652"/>
                  <a:pt x="308153" y="735452"/>
                </a:cubicBezTo>
                <a:cubicBezTo>
                  <a:pt x="308884" y="732252"/>
                  <a:pt x="310164" y="729234"/>
                  <a:pt x="312085" y="726582"/>
                </a:cubicBezTo>
              </a:path>
              <a:path w="3889492" h="1195852">
                <a:moveTo>
                  <a:pt x="317937" y="718444"/>
                </a:moveTo>
                <a:lnTo>
                  <a:pt x="320863" y="714421"/>
                </a:lnTo>
                <a:cubicBezTo>
                  <a:pt x="322783" y="711769"/>
                  <a:pt x="325069" y="709483"/>
                  <a:pt x="327904" y="707746"/>
                </a:cubicBezTo>
                <a:cubicBezTo>
                  <a:pt x="330738" y="706008"/>
                  <a:pt x="333756" y="704911"/>
                  <a:pt x="337048" y="704362"/>
                </a:cubicBezTo>
                <a:cubicBezTo>
                  <a:pt x="340248" y="703814"/>
                  <a:pt x="343540" y="703905"/>
                  <a:pt x="346740" y="704637"/>
                </a:cubicBezTo>
                <a:cubicBezTo>
                  <a:pt x="349941" y="705368"/>
                  <a:pt x="352958" y="706740"/>
                  <a:pt x="355610" y="708660"/>
                </a:cubicBezTo>
                <a:cubicBezTo>
                  <a:pt x="358262" y="710580"/>
                  <a:pt x="360548" y="712866"/>
                  <a:pt x="362285" y="715701"/>
                </a:cubicBezTo>
                <a:cubicBezTo>
                  <a:pt x="364023" y="718536"/>
                  <a:pt x="365120" y="721553"/>
                  <a:pt x="365669" y="724845"/>
                </a:cubicBezTo>
                <a:cubicBezTo>
                  <a:pt x="366217" y="728045"/>
                  <a:pt x="366126" y="731337"/>
                  <a:pt x="365394" y="734538"/>
                </a:cubicBezTo>
                <a:cubicBezTo>
                  <a:pt x="364663" y="737738"/>
                  <a:pt x="363291" y="740664"/>
                  <a:pt x="361371" y="743407"/>
                </a:cubicBezTo>
                <a:lnTo>
                  <a:pt x="358536" y="747431"/>
                </a:lnTo>
                <a:cubicBezTo>
                  <a:pt x="356616" y="750082"/>
                  <a:pt x="354239" y="752368"/>
                  <a:pt x="351404" y="754106"/>
                </a:cubicBezTo>
                <a:cubicBezTo>
                  <a:pt x="348569" y="755843"/>
                  <a:pt x="345552" y="756940"/>
                  <a:pt x="342351" y="757489"/>
                </a:cubicBezTo>
                <a:cubicBezTo>
                  <a:pt x="339060" y="758038"/>
                  <a:pt x="335768" y="757946"/>
                  <a:pt x="332567" y="757215"/>
                </a:cubicBezTo>
                <a:cubicBezTo>
                  <a:pt x="329367" y="756483"/>
                  <a:pt x="326441" y="755112"/>
                  <a:pt x="323698" y="753191"/>
                </a:cubicBezTo>
                <a:cubicBezTo>
                  <a:pt x="321046" y="751271"/>
                  <a:pt x="318851" y="748894"/>
                  <a:pt x="317022" y="746150"/>
                </a:cubicBezTo>
                <a:cubicBezTo>
                  <a:pt x="315285" y="743316"/>
                  <a:pt x="314188" y="740298"/>
                  <a:pt x="313639" y="737006"/>
                </a:cubicBezTo>
                <a:cubicBezTo>
                  <a:pt x="313091" y="733806"/>
                  <a:pt x="313182" y="730514"/>
                  <a:pt x="313914" y="727314"/>
                </a:cubicBezTo>
                <a:cubicBezTo>
                  <a:pt x="314645" y="724113"/>
                  <a:pt x="316017" y="721187"/>
                  <a:pt x="317937" y="718444"/>
                </a:cubicBezTo>
              </a:path>
              <a:path w="3889492" h="1195852">
                <a:moveTo>
                  <a:pt x="323698" y="710397"/>
                </a:moveTo>
                <a:lnTo>
                  <a:pt x="326624" y="706283"/>
                </a:lnTo>
                <a:cubicBezTo>
                  <a:pt x="328544" y="703631"/>
                  <a:pt x="330921" y="701436"/>
                  <a:pt x="333665" y="699699"/>
                </a:cubicBezTo>
                <a:cubicBezTo>
                  <a:pt x="336499" y="697870"/>
                  <a:pt x="339517" y="696773"/>
                  <a:pt x="342809" y="696224"/>
                </a:cubicBezTo>
                <a:cubicBezTo>
                  <a:pt x="346100" y="695676"/>
                  <a:pt x="349301" y="695767"/>
                  <a:pt x="352501" y="696498"/>
                </a:cubicBezTo>
                <a:cubicBezTo>
                  <a:pt x="355793" y="697230"/>
                  <a:pt x="358719" y="698602"/>
                  <a:pt x="361371" y="700522"/>
                </a:cubicBezTo>
                <a:cubicBezTo>
                  <a:pt x="364114" y="702442"/>
                  <a:pt x="366309" y="704820"/>
                  <a:pt x="368046" y="707563"/>
                </a:cubicBezTo>
                <a:cubicBezTo>
                  <a:pt x="369783" y="710397"/>
                  <a:pt x="370972" y="713415"/>
                  <a:pt x="371521" y="716707"/>
                </a:cubicBezTo>
                <a:cubicBezTo>
                  <a:pt x="372069" y="719907"/>
                  <a:pt x="371978" y="723199"/>
                  <a:pt x="371246" y="726399"/>
                </a:cubicBezTo>
                <a:cubicBezTo>
                  <a:pt x="370423" y="729600"/>
                  <a:pt x="369143" y="732617"/>
                  <a:pt x="367223" y="735269"/>
                </a:cubicBezTo>
                <a:lnTo>
                  <a:pt x="364297" y="739292"/>
                </a:lnTo>
                <a:cubicBezTo>
                  <a:pt x="362377" y="742036"/>
                  <a:pt x="359999" y="744230"/>
                  <a:pt x="357165" y="745968"/>
                </a:cubicBezTo>
                <a:cubicBezTo>
                  <a:pt x="354421" y="747705"/>
                  <a:pt x="351404" y="748894"/>
                  <a:pt x="348112" y="749442"/>
                </a:cubicBezTo>
                <a:cubicBezTo>
                  <a:pt x="344820" y="749991"/>
                  <a:pt x="341620" y="749808"/>
                  <a:pt x="338419" y="749076"/>
                </a:cubicBezTo>
                <a:cubicBezTo>
                  <a:pt x="335128" y="748345"/>
                  <a:pt x="332202" y="747065"/>
                  <a:pt x="329550" y="745145"/>
                </a:cubicBezTo>
                <a:cubicBezTo>
                  <a:pt x="326807" y="743224"/>
                  <a:pt x="324612" y="740847"/>
                  <a:pt x="322875" y="738012"/>
                </a:cubicBezTo>
                <a:cubicBezTo>
                  <a:pt x="321137" y="735269"/>
                  <a:pt x="319949" y="732160"/>
                  <a:pt x="319400" y="728960"/>
                </a:cubicBezTo>
                <a:cubicBezTo>
                  <a:pt x="318851" y="725668"/>
                  <a:pt x="318943" y="722467"/>
                  <a:pt x="319674" y="719267"/>
                </a:cubicBezTo>
                <a:cubicBezTo>
                  <a:pt x="320497" y="715975"/>
                  <a:pt x="321777" y="713049"/>
                  <a:pt x="323698" y="710397"/>
                </a:cubicBezTo>
              </a:path>
              <a:path w="3889492" h="1195852">
                <a:moveTo>
                  <a:pt x="329550" y="702259"/>
                </a:moveTo>
                <a:lnTo>
                  <a:pt x="332384" y="698236"/>
                </a:lnTo>
                <a:cubicBezTo>
                  <a:pt x="334305" y="695493"/>
                  <a:pt x="336682" y="693298"/>
                  <a:pt x="339517" y="691561"/>
                </a:cubicBezTo>
                <a:cubicBezTo>
                  <a:pt x="342351" y="689823"/>
                  <a:pt x="345369" y="688635"/>
                  <a:pt x="348569" y="688086"/>
                </a:cubicBezTo>
                <a:cubicBezTo>
                  <a:pt x="351861" y="687537"/>
                  <a:pt x="355153" y="687629"/>
                  <a:pt x="358353" y="688452"/>
                </a:cubicBezTo>
                <a:cubicBezTo>
                  <a:pt x="361554" y="689183"/>
                  <a:pt x="364480" y="690463"/>
                  <a:pt x="367223" y="692384"/>
                </a:cubicBezTo>
                <a:cubicBezTo>
                  <a:pt x="369875" y="694304"/>
                  <a:pt x="372069" y="696681"/>
                  <a:pt x="373898" y="699516"/>
                </a:cubicBezTo>
                <a:cubicBezTo>
                  <a:pt x="375636" y="702259"/>
                  <a:pt x="376733" y="705368"/>
                  <a:pt x="377281" y="708569"/>
                </a:cubicBezTo>
                <a:cubicBezTo>
                  <a:pt x="377830" y="711860"/>
                  <a:pt x="377739" y="715061"/>
                  <a:pt x="377007" y="718261"/>
                </a:cubicBezTo>
                <a:cubicBezTo>
                  <a:pt x="376276" y="721553"/>
                  <a:pt x="374904" y="724479"/>
                  <a:pt x="372984" y="727131"/>
                </a:cubicBezTo>
                <a:lnTo>
                  <a:pt x="370058" y="731246"/>
                </a:lnTo>
                <a:cubicBezTo>
                  <a:pt x="368137" y="733897"/>
                  <a:pt x="365851" y="736092"/>
                  <a:pt x="363017" y="737829"/>
                </a:cubicBezTo>
                <a:cubicBezTo>
                  <a:pt x="360182" y="739658"/>
                  <a:pt x="357165" y="740755"/>
                  <a:pt x="353873" y="741304"/>
                </a:cubicBezTo>
                <a:cubicBezTo>
                  <a:pt x="350672" y="741853"/>
                  <a:pt x="347381" y="741761"/>
                  <a:pt x="344180" y="741030"/>
                </a:cubicBezTo>
                <a:cubicBezTo>
                  <a:pt x="340980" y="740298"/>
                  <a:pt x="337962" y="738927"/>
                  <a:pt x="335310" y="737006"/>
                </a:cubicBezTo>
                <a:cubicBezTo>
                  <a:pt x="332659" y="735086"/>
                  <a:pt x="330373" y="732709"/>
                  <a:pt x="328635" y="729874"/>
                </a:cubicBezTo>
                <a:cubicBezTo>
                  <a:pt x="326898" y="727131"/>
                  <a:pt x="325709" y="724113"/>
                  <a:pt x="325252" y="720822"/>
                </a:cubicBezTo>
                <a:cubicBezTo>
                  <a:pt x="324703" y="717530"/>
                  <a:pt x="324795" y="714329"/>
                  <a:pt x="325526" y="711129"/>
                </a:cubicBezTo>
                <a:cubicBezTo>
                  <a:pt x="326258" y="707928"/>
                  <a:pt x="327630" y="704911"/>
                  <a:pt x="329550" y="702259"/>
                </a:cubicBezTo>
              </a:path>
              <a:path w="3889492" h="1195852">
                <a:moveTo>
                  <a:pt x="335310" y="694121"/>
                </a:moveTo>
                <a:lnTo>
                  <a:pt x="338237" y="690098"/>
                </a:lnTo>
                <a:cubicBezTo>
                  <a:pt x="340157" y="687446"/>
                  <a:pt x="342534" y="685160"/>
                  <a:pt x="345277" y="683423"/>
                </a:cubicBezTo>
                <a:cubicBezTo>
                  <a:pt x="348112" y="681685"/>
                  <a:pt x="351130" y="680588"/>
                  <a:pt x="354421" y="680039"/>
                </a:cubicBezTo>
                <a:cubicBezTo>
                  <a:pt x="357622" y="679491"/>
                  <a:pt x="360914" y="679582"/>
                  <a:pt x="364114" y="680314"/>
                </a:cubicBezTo>
                <a:cubicBezTo>
                  <a:pt x="367314" y="681045"/>
                  <a:pt x="370332" y="682417"/>
                  <a:pt x="372984" y="684337"/>
                </a:cubicBezTo>
                <a:cubicBezTo>
                  <a:pt x="375727" y="686257"/>
                  <a:pt x="377922" y="688543"/>
                  <a:pt x="379659" y="691378"/>
                </a:cubicBezTo>
                <a:cubicBezTo>
                  <a:pt x="381396" y="694212"/>
                  <a:pt x="382585" y="697230"/>
                  <a:pt x="383134" y="700522"/>
                </a:cubicBezTo>
                <a:cubicBezTo>
                  <a:pt x="383682" y="703722"/>
                  <a:pt x="383499" y="707014"/>
                  <a:pt x="382768" y="710214"/>
                </a:cubicBezTo>
                <a:cubicBezTo>
                  <a:pt x="382036" y="713415"/>
                  <a:pt x="380756" y="716341"/>
                  <a:pt x="378836" y="719084"/>
                </a:cubicBezTo>
                <a:lnTo>
                  <a:pt x="375910" y="723108"/>
                </a:lnTo>
                <a:cubicBezTo>
                  <a:pt x="373990" y="725759"/>
                  <a:pt x="371612" y="728045"/>
                  <a:pt x="368778" y="729783"/>
                </a:cubicBezTo>
                <a:cubicBezTo>
                  <a:pt x="366034" y="731520"/>
                  <a:pt x="362925" y="732617"/>
                  <a:pt x="359725" y="733166"/>
                </a:cubicBezTo>
                <a:cubicBezTo>
                  <a:pt x="356433" y="733715"/>
                  <a:pt x="353233" y="733623"/>
                  <a:pt x="349941" y="732892"/>
                </a:cubicBezTo>
                <a:cubicBezTo>
                  <a:pt x="346740" y="732160"/>
                  <a:pt x="343814" y="730788"/>
                  <a:pt x="341071" y="728868"/>
                </a:cubicBezTo>
                <a:cubicBezTo>
                  <a:pt x="338419" y="726948"/>
                  <a:pt x="336225" y="724571"/>
                  <a:pt x="334488" y="721827"/>
                </a:cubicBezTo>
                <a:cubicBezTo>
                  <a:pt x="332659" y="718993"/>
                  <a:pt x="331561" y="715975"/>
                  <a:pt x="331013" y="712683"/>
                </a:cubicBezTo>
                <a:cubicBezTo>
                  <a:pt x="330464" y="709483"/>
                  <a:pt x="330556" y="706191"/>
                  <a:pt x="331287" y="702991"/>
                </a:cubicBezTo>
                <a:cubicBezTo>
                  <a:pt x="332019" y="699790"/>
                  <a:pt x="333390" y="696864"/>
                  <a:pt x="335310" y="694121"/>
                </a:cubicBezTo>
              </a:path>
              <a:path w="3889492" h="1195852">
                <a:moveTo>
                  <a:pt x="341071" y="686074"/>
                </a:moveTo>
                <a:lnTo>
                  <a:pt x="343997" y="681960"/>
                </a:lnTo>
                <a:cubicBezTo>
                  <a:pt x="345918" y="679308"/>
                  <a:pt x="348295" y="677113"/>
                  <a:pt x="351130" y="675376"/>
                </a:cubicBezTo>
                <a:cubicBezTo>
                  <a:pt x="353873" y="673547"/>
                  <a:pt x="356982" y="672450"/>
                  <a:pt x="360182" y="671901"/>
                </a:cubicBezTo>
                <a:cubicBezTo>
                  <a:pt x="363474" y="671352"/>
                  <a:pt x="366674" y="671444"/>
                  <a:pt x="369966" y="672175"/>
                </a:cubicBezTo>
                <a:cubicBezTo>
                  <a:pt x="373167" y="672907"/>
                  <a:pt x="376093" y="674279"/>
                  <a:pt x="378836" y="676199"/>
                </a:cubicBezTo>
                <a:cubicBezTo>
                  <a:pt x="381488" y="678119"/>
                  <a:pt x="383682" y="680496"/>
                  <a:pt x="385420" y="683240"/>
                </a:cubicBezTo>
                <a:cubicBezTo>
                  <a:pt x="387248" y="686074"/>
                  <a:pt x="388346" y="689092"/>
                  <a:pt x="388894" y="692384"/>
                </a:cubicBezTo>
                <a:cubicBezTo>
                  <a:pt x="389443" y="695676"/>
                  <a:pt x="389352" y="698876"/>
                  <a:pt x="388620" y="702076"/>
                </a:cubicBezTo>
                <a:cubicBezTo>
                  <a:pt x="387888" y="705277"/>
                  <a:pt x="386517" y="708294"/>
                  <a:pt x="384597" y="710946"/>
                </a:cubicBezTo>
                <a:lnTo>
                  <a:pt x="381671" y="714969"/>
                </a:lnTo>
                <a:cubicBezTo>
                  <a:pt x="379750" y="717713"/>
                  <a:pt x="377373" y="719907"/>
                  <a:pt x="374630" y="721644"/>
                </a:cubicBezTo>
                <a:cubicBezTo>
                  <a:pt x="371795" y="723382"/>
                  <a:pt x="368778" y="724571"/>
                  <a:pt x="365486" y="725119"/>
                </a:cubicBezTo>
                <a:cubicBezTo>
                  <a:pt x="362285" y="725668"/>
                  <a:pt x="358993" y="725576"/>
                  <a:pt x="355793" y="724753"/>
                </a:cubicBezTo>
                <a:cubicBezTo>
                  <a:pt x="352593" y="724022"/>
                  <a:pt x="349575" y="722742"/>
                  <a:pt x="346923" y="720822"/>
                </a:cubicBezTo>
                <a:cubicBezTo>
                  <a:pt x="344180" y="718901"/>
                  <a:pt x="341986" y="716524"/>
                  <a:pt x="340248" y="713689"/>
                </a:cubicBezTo>
                <a:cubicBezTo>
                  <a:pt x="338511" y="710946"/>
                  <a:pt x="337322" y="707837"/>
                  <a:pt x="336774" y="704637"/>
                </a:cubicBezTo>
                <a:cubicBezTo>
                  <a:pt x="336225" y="701345"/>
                  <a:pt x="336408" y="698144"/>
                  <a:pt x="337139" y="694944"/>
                </a:cubicBezTo>
                <a:cubicBezTo>
                  <a:pt x="337871" y="691652"/>
                  <a:pt x="339151" y="688726"/>
                  <a:pt x="341071" y="686074"/>
                </a:cubicBezTo>
              </a:path>
              <a:path w="3889492" h="1195852">
                <a:moveTo>
                  <a:pt x="346923" y="677936"/>
                </a:moveTo>
                <a:lnTo>
                  <a:pt x="349849" y="673913"/>
                </a:lnTo>
                <a:cubicBezTo>
                  <a:pt x="351770" y="671170"/>
                  <a:pt x="354056" y="668975"/>
                  <a:pt x="356890" y="667238"/>
                </a:cubicBezTo>
                <a:cubicBezTo>
                  <a:pt x="359725" y="665500"/>
                  <a:pt x="362742" y="664312"/>
                  <a:pt x="366034" y="663763"/>
                </a:cubicBezTo>
                <a:cubicBezTo>
                  <a:pt x="369235" y="663214"/>
                  <a:pt x="372527" y="663306"/>
                  <a:pt x="375727" y="664129"/>
                </a:cubicBezTo>
                <a:cubicBezTo>
                  <a:pt x="378927" y="664860"/>
                  <a:pt x="381945" y="666140"/>
                  <a:pt x="384597" y="668061"/>
                </a:cubicBezTo>
                <a:cubicBezTo>
                  <a:pt x="387248" y="669981"/>
                  <a:pt x="389534" y="672358"/>
                  <a:pt x="391272" y="675193"/>
                </a:cubicBezTo>
                <a:cubicBezTo>
                  <a:pt x="393009" y="677936"/>
                  <a:pt x="394106" y="681045"/>
                  <a:pt x="394655" y="684246"/>
                </a:cubicBezTo>
                <a:cubicBezTo>
                  <a:pt x="395204" y="687537"/>
                  <a:pt x="395112" y="690738"/>
                  <a:pt x="394381" y="693938"/>
                </a:cubicBezTo>
                <a:cubicBezTo>
                  <a:pt x="393649" y="697230"/>
                  <a:pt x="392278" y="700156"/>
                  <a:pt x="390357" y="702808"/>
                </a:cubicBezTo>
                <a:lnTo>
                  <a:pt x="387523" y="706923"/>
                </a:lnTo>
                <a:cubicBezTo>
                  <a:pt x="385602" y="709574"/>
                  <a:pt x="383225" y="711769"/>
                  <a:pt x="380390" y="713506"/>
                </a:cubicBezTo>
                <a:cubicBezTo>
                  <a:pt x="377556" y="715335"/>
                  <a:pt x="374538" y="716432"/>
                  <a:pt x="371338" y="716981"/>
                </a:cubicBezTo>
                <a:cubicBezTo>
                  <a:pt x="368046" y="717530"/>
                  <a:pt x="364754" y="717438"/>
                  <a:pt x="361554" y="716707"/>
                </a:cubicBezTo>
                <a:cubicBezTo>
                  <a:pt x="358353" y="715975"/>
                  <a:pt x="355427" y="714604"/>
                  <a:pt x="352684" y="712683"/>
                </a:cubicBezTo>
                <a:cubicBezTo>
                  <a:pt x="350032" y="710763"/>
                  <a:pt x="347838" y="708386"/>
                  <a:pt x="346009" y="705642"/>
                </a:cubicBezTo>
                <a:cubicBezTo>
                  <a:pt x="344272" y="702808"/>
                  <a:pt x="343174" y="699790"/>
                  <a:pt x="342626" y="696498"/>
                </a:cubicBezTo>
                <a:cubicBezTo>
                  <a:pt x="342077" y="693207"/>
                  <a:pt x="342168" y="690006"/>
                  <a:pt x="342900" y="686806"/>
                </a:cubicBezTo>
                <a:cubicBezTo>
                  <a:pt x="343632" y="683605"/>
                  <a:pt x="345003" y="680588"/>
                  <a:pt x="346923" y="677936"/>
                </a:cubicBezTo>
              </a:path>
              <a:path w="3889492" h="1195852">
                <a:moveTo>
                  <a:pt x="352684" y="669798"/>
                </a:moveTo>
                <a:lnTo>
                  <a:pt x="355610" y="665775"/>
                </a:lnTo>
                <a:cubicBezTo>
                  <a:pt x="357530" y="663123"/>
                  <a:pt x="359908" y="660837"/>
                  <a:pt x="362651" y="659100"/>
                </a:cubicBezTo>
                <a:cubicBezTo>
                  <a:pt x="365486" y="657362"/>
                  <a:pt x="368503" y="656265"/>
                  <a:pt x="371795" y="655716"/>
                </a:cubicBezTo>
                <a:cubicBezTo>
                  <a:pt x="375087" y="655168"/>
                  <a:pt x="378287" y="655259"/>
                  <a:pt x="381488" y="655991"/>
                </a:cubicBezTo>
                <a:cubicBezTo>
                  <a:pt x="384780" y="656722"/>
                  <a:pt x="387706" y="658094"/>
                  <a:pt x="390357" y="660014"/>
                </a:cubicBezTo>
                <a:cubicBezTo>
                  <a:pt x="393101" y="661934"/>
                  <a:pt x="395295" y="664312"/>
                  <a:pt x="397032" y="667055"/>
                </a:cubicBezTo>
                <a:cubicBezTo>
                  <a:pt x="398770" y="669889"/>
                  <a:pt x="399959" y="672907"/>
                  <a:pt x="400507" y="676199"/>
                </a:cubicBezTo>
                <a:cubicBezTo>
                  <a:pt x="401056" y="679399"/>
                  <a:pt x="400964" y="682691"/>
                  <a:pt x="400233" y="685891"/>
                </a:cubicBezTo>
                <a:cubicBezTo>
                  <a:pt x="399410" y="689092"/>
                  <a:pt x="398130" y="692018"/>
                  <a:pt x="396210" y="694761"/>
                </a:cubicBezTo>
                <a:lnTo>
                  <a:pt x="393283" y="698784"/>
                </a:lnTo>
                <a:cubicBezTo>
                  <a:pt x="391363" y="701436"/>
                  <a:pt x="388986" y="703722"/>
                  <a:pt x="386243" y="705460"/>
                </a:cubicBezTo>
                <a:cubicBezTo>
                  <a:pt x="383408" y="707197"/>
                  <a:pt x="380390" y="708294"/>
                  <a:pt x="377099" y="708843"/>
                </a:cubicBezTo>
                <a:cubicBezTo>
                  <a:pt x="373807" y="709392"/>
                  <a:pt x="370606" y="709300"/>
                  <a:pt x="367406" y="708569"/>
                </a:cubicBezTo>
                <a:cubicBezTo>
                  <a:pt x="364114" y="707837"/>
                  <a:pt x="361188" y="706465"/>
                  <a:pt x="358536" y="704545"/>
                </a:cubicBezTo>
                <a:cubicBezTo>
                  <a:pt x="355793" y="702625"/>
                  <a:pt x="353598" y="700339"/>
                  <a:pt x="351861" y="697504"/>
                </a:cubicBezTo>
                <a:cubicBezTo>
                  <a:pt x="350124" y="694670"/>
                  <a:pt x="348935" y="691652"/>
                  <a:pt x="348386" y="688360"/>
                </a:cubicBezTo>
                <a:cubicBezTo>
                  <a:pt x="347838" y="685160"/>
                  <a:pt x="347929" y="681868"/>
                  <a:pt x="348661" y="678668"/>
                </a:cubicBezTo>
                <a:cubicBezTo>
                  <a:pt x="349484" y="675467"/>
                  <a:pt x="350764" y="672541"/>
                  <a:pt x="352684" y="669798"/>
                </a:cubicBezTo>
              </a:path>
              <a:path w="3889492" h="1195852">
                <a:moveTo>
                  <a:pt x="358536" y="661751"/>
                </a:moveTo>
                <a:lnTo>
                  <a:pt x="361371" y="657636"/>
                </a:lnTo>
                <a:cubicBezTo>
                  <a:pt x="363291" y="654985"/>
                  <a:pt x="365669" y="652790"/>
                  <a:pt x="368503" y="651053"/>
                </a:cubicBezTo>
                <a:cubicBezTo>
                  <a:pt x="371338" y="649224"/>
                  <a:pt x="374355" y="648127"/>
                  <a:pt x="377556" y="647578"/>
                </a:cubicBezTo>
                <a:cubicBezTo>
                  <a:pt x="380848" y="647029"/>
                  <a:pt x="384139" y="647121"/>
                  <a:pt x="387340" y="647852"/>
                </a:cubicBezTo>
                <a:cubicBezTo>
                  <a:pt x="390540" y="648584"/>
                  <a:pt x="393466" y="649956"/>
                  <a:pt x="396210" y="651876"/>
                </a:cubicBezTo>
                <a:cubicBezTo>
                  <a:pt x="398861" y="653796"/>
                  <a:pt x="401056" y="656173"/>
                  <a:pt x="402885" y="658917"/>
                </a:cubicBezTo>
                <a:cubicBezTo>
                  <a:pt x="404622" y="661751"/>
                  <a:pt x="405719" y="664769"/>
                  <a:pt x="406268" y="668061"/>
                </a:cubicBezTo>
                <a:cubicBezTo>
                  <a:pt x="406817" y="671352"/>
                  <a:pt x="406725" y="674553"/>
                  <a:pt x="405994" y="677753"/>
                </a:cubicBezTo>
                <a:cubicBezTo>
                  <a:pt x="405262" y="680954"/>
                  <a:pt x="403890" y="683971"/>
                  <a:pt x="401970" y="686623"/>
                </a:cubicBezTo>
                <a:lnTo>
                  <a:pt x="399044" y="690646"/>
                </a:lnTo>
                <a:cubicBezTo>
                  <a:pt x="397124" y="693390"/>
                  <a:pt x="394838" y="695584"/>
                  <a:pt x="392003" y="697321"/>
                </a:cubicBezTo>
                <a:cubicBezTo>
                  <a:pt x="389169" y="699059"/>
                  <a:pt x="386151" y="700248"/>
                  <a:pt x="382859" y="700796"/>
                </a:cubicBezTo>
                <a:cubicBezTo>
                  <a:pt x="379659" y="701345"/>
                  <a:pt x="376367" y="701253"/>
                  <a:pt x="373167" y="700430"/>
                </a:cubicBezTo>
                <a:cubicBezTo>
                  <a:pt x="369966" y="699699"/>
                  <a:pt x="366949" y="698419"/>
                  <a:pt x="364297" y="696498"/>
                </a:cubicBezTo>
                <a:cubicBezTo>
                  <a:pt x="361645" y="694578"/>
                  <a:pt x="359359" y="692201"/>
                  <a:pt x="357622" y="689366"/>
                </a:cubicBezTo>
                <a:cubicBezTo>
                  <a:pt x="355884" y="686623"/>
                  <a:pt x="354787" y="683514"/>
                  <a:pt x="354239" y="680314"/>
                </a:cubicBezTo>
                <a:cubicBezTo>
                  <a:pt x="353690" y="677022"/>
                  <a:pt x="353781" y="673821"/>
                  <a:pt x="354513" y="670621"/>
                </a:cubicBezTo>
                <a:cubicBezTo>
                  <a:pt x="355244" y="667329"/>
                  <a:pt x="356616" y="664403"/>
                  <a:pt x="358536" y="661751"/>
                </a:cubicBezTo>
              </a:path>
              <a:path w="3889492" h="1195852">
                <a:moveTo>
                  <a:pt x="364297" y="653613"/>
                </a:moveTo>
                <a:lnTo>
                  <a:pt x="367223" y="649590"/>
                </a:lnTo>
                <a:cubicBezTo>
                  <a:pt x="369143" y="646847"/>
                  <a:pt x="371521" y="644652"/>
                  <a:pt x="374264" y="642915"/>
                </a:cubicBezTo>
                <a:cubicBezTo>
                  <a:pt x="377099" y="641177"/>
                  <a:pt x="380116" y="639989"/>
                  <a:pt x="383408" y="639440"/>
                </a:cubicBezTo>
                <a:cubicBezTo>
                  <a:pt x="386700" y="638891"/>
                  <a:pt x="389900" y="639074"/>
                  <a:pt x="393101" y="639806"/>
                </a:cubicBezTo>
                <a:cubicBezTo>
                  <a:pt x="396301" y="640537"/>
                  <a:pt x="399318" y="641817"/>
                  <a:pt x="401970" y="643738"/>
                </a:cubicBezTo>
                <a:cubicBezTo>
                  <a:pt x="404713" y="645658"/>
                  <a:pt x="406908" y="648035"/>
                  <a:pt x="408645" y="650870"/>
                </a:cubicBezTo>
                <a:cubicBezTo>
                  <a:pt x="410383" y="653613"/>
                  <a:pt x="411571" y="656722"/>
                  <a:pt x="412120" y="659922"/>
                </a:cubicBezTo>
                <a:cubicBezTo>
                  <a:pt x="412669" y="663214"/>
                  <a:pt x="412486" y="666415"/>
                  <a:pt x="411754" y="669615"/>
                </a:cubicBezTo>
                <a:cubicBezTo>
                  <a:pt x="411023" y="672907"/>
                  <a:pt x="409743" y="675833"/>
                  <a:pt x="407822" y="678485"/>
                </a:cubicBezTo>
                <a:lnTo>
                  <a:pt x="404896" y="682600"/>
                </a:lnTo>
                <a:cubicBezTo>
                  <a:pt x="402976" y="685251"/>
                  <a:pt x="400599" y="687446"/>
                  <a:pt x="397764" y="689183"/>
                </a:cubicBezTo>
                <a:cubicBezTo>
                  <a:pt x="395021" y="691012"/>
                  <a:pt x="391912" y="692109"/>
                  <a:pt x="388711" y="692658"/>
                </a:cubicBezTo>
                <a:cubicBezTo>
                  <a:pt x="385420" y="693207"/>
                  <a:pt x="382219" y="693115"/>
                  <a:pt x="378927" y="692384"/>
                </a:cubicBezTo>
                <a:cubicBezTo>
                  <a:pt x="375727" y="691652"/>
                  <a:pt x="372801" y="690281"/>
                  <a:pt x="370058" y="688360"/>
                </a:cubicBezTo>
                <a:cubicBezTo>
                  <a:pt x="367406" y="686440"/>
                  <a:pt x="365211" y="684063"/>
                  <a:pt x="363474" y="681319"/>
                </a:cubicBezTo>
                <a:cubicBezTo>
                  <a:pt x="361645" y="678485"/>
                  <a:pt x="360548" y="675467"/>
                  <a:pt x="359999" y="672175"/>
                </a:cubicBezTo>
                <a:cubicBezTo>
                  <a:pt x="359451" y="668975"/>
                  <a:pt x="359542" y="665683"/>
                  <a:pt x="360274" y="662483"/>
                </a:cubicBezTo>
                <a:cubicBezTo>
                  <a:pt x="361005" y="659282"/>
                  <a:pt x="362377" y="656265"/>
                  <a:pt x="364297" y="653613"/>
                </a:cubicBezTo>
              </a:path>
              <a:path w="3889492" h="1195852">
                <a:moveTo>
                  <a:pt x="370058" y="645475"/>
                </a:moveTo>
                <a:lnTo>
                  <a:pt x="372984" y="641452"/>
                </a:lnTo>
                <a:cubicBezTo>
                  <a:pt x="374904" y="638800"/>
                  <a:pt x="377281" y="636514"/>
                  <a:pt x="380116" y="634776"/>
                </a:cubicBezTo>
                <a:cubicBezTo>
                  <a:pt x="382859" y="633039"/>
                  <a:pt x="385968" y="631942"/>
                  <a:pt x="389169" y="631393"/>
                </a:cubicBezTo>
                <a:cubicBezTo>
                  <a:pt x="392460" y="630845"/>
                  <a:pt x="395661" y="630936"/>
                  <a:pt x="398953" y="631668"/>
                </a:cubicBezTo>
                <a:cubicBezTo>
                  <a:pt x="402153" y="632399"/>
                  <a:pt x="405079" y="633771"/>
                  <a:pt x="407822" y="635691"/>
                </a:cubicBezTo>
                <a:cubicBezTo>
                  <a:pt x="410474" y="637611"/>
                  <a:pt x="412669" y="639989"/>
                  <a:pt x="414406" y="642732"/>
                </a:cubicBezTo>
                <a:cubicBezTo>
                  <a:pt x="416235" y="645566"/>
                  <a:pt x="417332" y="648584"/>
                  <a:pt x="417881" y="651876"/>
                </a:cubicBezTo>
                <a:cubicBezTo>
                  <a:pt x="418429" y="655076"/>
                  <a:pt x="418338" y="658368"/>
                  <a:pt x="417606" y="661568"/>
                </a:cubicBezTo>
                <a:cubicBezTo>
                  <a:pt x="416875" y="664769"/>
                  <a:pt x="415503" y="667695"/>
                  <a:pt x="413583" y="670438"/>
                </a:cubicBezTo>
                <a:lnTo>
                  <a:pt x="410657" y="674461"/>
                </a:lnTo>
                <a:cubicBezTo>
                  <a:pt x="408737" y="677113"/>
                  <a:pt x="406359" y="679399"/>
                  <a:pt x="403616" y="681137"/>
                </a:cubicBezTo>
                <a:cubicBezTo>
                  <a:pt x="400782" y="682874"/>
                  <a:pt x="397764" y="683971"/>
                  <a:pt x="394472" y="684520"/>
                </a:cubicBezTo>
                <a:cubicBezTo>
                  <a:pt x="391272" y="685068"/>
                  <a:pt x="387980" y="684977"/>
                  <a:pt x="384780" y="684246"/>
                </a:cubicBezTo>
                <a:cubicBezTo>
                  <a:pt x="381579" y="683514"/>
                  <a:pt x="378562" y="682142"/>
                  <a:pt x="375910" y="680222"/>
                </a:cubicBezTo>
                <a:cubicBezTo>
                  <a:pt x="373167" y="678302"/>
                  <a:pt x="370972" y="676016"/>
                  <a:pt x="369235" y="673181"/>
                </a:cubicBezTo>
                <a:cubicBezTo>
                  <a:pt x="367497" y="670347"/>
                  <a:pt x="366309" y="667329"/>
                  <a:pt x="365760" y="664037"/>
                </a:cubicBezTo>
                <a:cubicBezTo>
                  <a:pt x="365211" y="660837"/>
                  <a:pt x="365394" y="657545"/>
                  <a:pt x="366126" y="654345"/>
                </a:cubicBezTo>
                <a:cubicBezTo>
                  <a:pt x="366857" y="651144"/>
                  <a:pt x="368137" y="648218"/>
                  <a:pt x="370058" y="645475"/>
                </a:cubicBezTo>
              </a:path>
              <a:path w="3889492" h="1195852">
                <a:moveTo>
                  <a:pt x="375910" y="637428"/>
                </a:moveTo>
                <a:lnTo>
                  <a:pt x="378836" y="633313"/>
                </a:lnTo>
                <a:cubicBezTo>
                  <a:pt x="380756" y="630662"/>
                  <a:pt x="383042" y="628467"/>
                  <a:pt x="385877" y="626730"/>
                </a:cubicBezTo>
                <a:cubicBezTo>
                  <a:pt x="388711" y="624992"/>
                  <a:pt x="391729" y="623804"/>
                  <a:pt x="395021" y="623255"/>
                </a:cubicBezTo>
                <a:cubicBezTo>
                  <a:pt x="398221" y="622706"/>
                  <a:pt x="401513" y="622798"/>
                  <a:pt x="404713" y="623529"/>
                </a:cubicBezTo>
                <a:cubicBezTo>
                  <a:pt x="407914" y="624261"/>
                  <a:pt x="410931" y="625632"/>
                  <a:pt x="413583" y="627553"/>
                </a:cubicBezTo>
                <a:cubicBezTo>
                  <a:pt x="416235" y="629473"/>
                  <a:pt x="418521" y="631850"/>
                  <a:pt x="420258" y="634685"/>
                </a:cubicBezTo>
                <a:cubicBezTo>
                  <a:pt x="421996" y="637428"/>
                  <a:pt x="423184" y="640446"/>
                  <a:pt x="423642" y="643738"/>
                </a:cubicBezTo>
                <a:cubicBezTo>
                  <a:pt x="424190" y="647029"/>
                  <a:pt x="424099" y="650230"/>
                  <a:pt x="423367" y="653430"/>
                </a:cubicBezTo>
                <a:cubicBezTo>
                  <a:pt x="422636" y="656631"/>
                  <a:pt x="421264" y="659648"/>
                  <a:pt x="419344" y="662300"/>
                </a:cubicBezTo>
                <a:lnTo>
                  <a:pt x="416509" y="666323"/>
                </a:lnTo>
                <a:cubicBezTo>
                  <a:pt x="414589" y="669066"/>
                  <a:pt x="412212" y="671261"/>
                  <a:pt x="409377" y="672998"/>
                </a:cubicBezTo>
                <a:cubicBezTo>
                  <a:pt x="406542" y="674736"/>
                  <a:pt x="403525" y="675924"/>
                  <a:pt x="400324" y="676473"/>
                </a:cubicBezTo>
                <a:cubicBezTo>
                  <a:pt x="397032" y="677022"/>
                  <a:pt x="393741" y="676930"/>
                  <a:pt x="390540" y="676107"/>
                </a:cubicBezTo>
                <a:cubicBezTo>
                  <a:pt x="387340" y="675376"/>
                  <a:pt x="384414" y="674096"/>
                  <a:pt x="381671" y="672175"/>
                </a:cubicBezTo>
                <a:cubicBezTo>
                  <a:pt x="379019" y="670255"/>
                  <a:pt x="376824" y="667878"/>
                  <a:pt x="374995" y="665043"/>
                </a:cubicBezTo>
                <a:cubicBezTo>
                  <a:pt x="373258" y="662300"/>
                  <a:pt x="372161" y="659191"/>
                  <a:pt x="371612" y="655991"/>
                </a:cubicBezTo>
                <a:cubicBezTo>
                  <a:pt x="371064" y="652699"/>
                  <a:pt x="371155" y="649498"/>
                  <a:pt x="371886" y="646298"/>
                </a:cubicBezTo>
                <a:cubicBezTo>
                  <a:pt x="372618" y="643006"/>
                  <a:pt x="373990" y="640080"/>
                  <a:pt x="375910" y="637428"/>
                </a:cubicBezTo>
              </a:path>
              <a:path w="3889492" h="1195852">
                <a:moveTo>
                  <a:pt x="381671" y="629290"/>
                </a:moveTo>
                <a:lnTo>
                  <a:pt x="384597" y="625267"/>
                </a:lnTo>
                <a:cubicBezTo>
                  <a:pt x="386517" y="622524"/>
                  <a:pt x="388894" y="620329"/>
                  <a:pt x="391729" y="618592"/>
                </a:cubicBezTo>
                <a:cubicBezTo>
                  <a:pt x="394472" y="616854"/>
                  <a:pt x="397490" y="615666"/>
                  <a:pt x="400782" y="615117"/>
                </a:cubicBezTo>
                <a:cubicBezTo>
                  <a:pt x="404073" y="614568"/>
                  <a:pt x="407274" y="614751"/>
                  <a:pt x="410474" y="615483"/>
                </a:cubicBezTo>
                <a:cubicBezTo>
                  <a:pt x="413766" y="616214"/>
                  <a:pt x="416692" y="617494"/>
                  <a:pt x="419344" y="619415"/>
                </a:cubicBezTo>
                <a:cubicBezTo>
                  <a:pt x="422087" y="621335"/>
                  <a:pt x="424282" y="623712"/>
                  <a:pt x="426019" y="626547"/>
                </a:cubicBezTo>
                <a:cubicBezTo>
                  <a:pt x="427756" y="629382"/>
                  <a:pt x="428945" y="632399"/>
                  <a:pt x="429494" y="635599"/>
                </a:cubicBezTo>
                <a:cubicBezTo>
                  <a:pt x="430042" y="638891"/>
                  <a:pt x="429951" y="642092"/>
                  <a:pt x="429219" y="645292"/>
                </a:cubicBezTo>
                <a:cubicBezTo>
                  <a:pt x="428396" y="648584"/>
                  <a:pt x="427116" y="651510"/>
                  <a:pt x="425196" y="654162"/>
                </a:cubicBezTo>
                <a:lnTo>
                  <a:pt x="422270" y="658277"/>
                </a:lnTo>
                <a:cubicBezTo>
                  <a:pt x="420350" y="660928"/>
                  <a:pt x="417972" y="663123"/>
                  <a:pt x="415229" y="664860"/>
                </a:cubicBezTo>
                <a:cubicBezTo>
                  <a:pt x="412394" y="666689"/>
                  <a:pt x="409377" y="667786"/>
                  <a:pt x="406085" y="668335"/>
                </a:cubicBezTo>
                <a:cubicBezTo>
                  <a:pt x="402793" y="668884"/>
                  <a:pt x="399593" y="668792"/>
                  <a:pt x="396392" y="668061"/>
                </a:cubicBezTo>
                <a:cubicBezTo>
                  <a:pt x="393101" y="667329"/>
                  <a:pt x="390174" y="665958"/>
                  <a:pt x="387523" y="664037"/>
                </a:cubicBezTo>
                <a:cubicBezTo>
                  <a:pt x="384780" y="662117"/>
                  <a:pt x="382585" y="659740"/>
                  <a:pt x="380848" y="656996"/>
                </a:cubicBezTo>
                <a:cubicBezTo>
                  <a:pt x="379110" y="654162"/>
                  <a:pt x="377922" y="651144"/>
                  <a:pt x="377373" y="647852"/>
                </a:cubicBezTo>
                <a:cubicBezTo>
                  <a:pt x="376824" y="644652"/>
                  <a:pt x="376916" y="641360"/>
                  <a:pt x="377647" y="638160"/>
                </a:cubicBezTo>
                <a:cubicBezTo>
                  <a:pt x="378470" y="634959"/>
                  <a:pt x="379750" y="631942"/>
                  <a:pt x="381671" y="629290"/>
                </a:cubicBezTo>
              </a:path>
              <a:path w="3889492" h="1195852">
                <a:moveTo>
                  <a:pt x="387523" y="621152"/>
                </a:moveTo>
                <a:lnTo>
                  <a:pt x="390357" y="617129"/>
                </a:lnTo>
                <a:cubicBezTo>
                  <a:pt x="392278" y="614477"/>
                  <a:pt x="394655" y="612191"/>
                  <a:pt x="397490" y="610453"/>
                </a:cubicBezTo>
                <a:cubicBezTo>
                  <a:pt x="400324" y="608716"/>
                  <a:pt x="403342" y="607619"/>
                  <a:pt x="406542" y="607070"/>
                </a:cubicBezTo>
                <a:cubicBezTo>
                  <a:pt x="409834" y="606522"/>
                  <a:pt x="413126" y="606613"/>
                  <a:pt x="416326" y="607344"/>
                </a:cubicBezTo>
                <a:cubicBezTo>
                  <a:pt x="419527" y="608076"/>
                  <a:pt x="422453" y="609448"/>
                  <a:pt x="425196" y="611368"/>
                </a:cubicBezTo>
                <a:cubicBezTo>
                  <a:pt x="427848" y="613288"/>
                  <a:pt x="430042" y="615666"/>
                  <a:pt x="431871" y="618409"/>
                </a:cubicBezTo>
                <a:cubicBezTo>
                  <a:pt x="433608" y="621243"/>
                  <a:pt x="434706" y="624261"/>
                  <a:pt x="435254" y="627553"/>
                </a:cubicBezTo>
                <a:cubicBezTo>
                  <a:pt x="435803" y="630753"/>
                  <a:pt x="435712" y="634045"/>
                  <a:pt x="434980" y="637245"/>
                </a:cubicBezTo>
                <a:cubicBezTo>
                  <a:pt x="434249" y="640446"/>
                  <a:pt x="432877" y="643372"/>
                  <a:pt x="430957" y="646115"/>
                </a:cubicBezTo>
                <a:lnTo>
                  <a:pt x="428031" y="650138"/>
                </a:lnTo>
                <a:cubicBezTo>
                  <a:pt x="426110" y="652790"/>
                  <a:pt x="423824" y="655076"/>
                  <a:pt x="420990" y="656814"/>
                </a:cubicBezTo>
                <a:cubicBezTo>
                  <a:pt x="418155" y="658551"/>
                  <a:pt x="415138" y="659648"/>
                  <a:pt x="411846" y="660197"/>
                </a:cubicBezTo>
                <a:cubicBezTo>
                  <a:pt x="408645" y="660745"/>
                  <a:pt x="405354" y="660654"/>
                  <a:pt x="402153" y="659922"/>
                </a:cubicBezTo>
                <a:cubicBezTo>
                  <a:pt x="398953" y="659191"/>
                  <a:pt x="395935" y="657819"/>
                  <a:pt x="393283" y="655899"/>
                </a:cubicBezTo>
                <a:cubicBezTo>
                  <a:pt x="390632" y="653979"/>
                  <a:pt x="388346" y="651693"/>
                  <a:pt x="386608" y="648858"/>
                </a:cubicBezTo>
                <a:cubicBezTo>
                  <a:pt x="384871" y="646024"/>
                  <a:pt x="383774" y="643006"/>
                  <a:pt x="383225" y="639806"/>
                </a:cubicBezTo>
                <a:cubicBezTo>
                  <a:pt x="382676" y="636514"/>
                  <a:pt x="382768" y="633222"/>
                  <a:pt x="383499" y="630022"/>
                </a:cubicBezTo>
                <a:cubicBezTo>
                  <a:pt x="384231" y="626821"/>
                  <a:pt x="385602" y="623895"/>
                  <a:pt x="387523" y="621152"/>
                </a:cubicBezTo>
              </a:path>
              <a:path w="3889492" h="1195852">
                <a:moveTo>
                  <a:pt x="393283" y="613105"/>
                </a:moveTo>
                <a:lnTo>
                  <a:pt x="396210" y="608990"/>
                </a:lnTo>
                <a:cubicBezTo>
                  <a:pt x="398130" y="606339"/>
                  <a:pt x="400507" y="604144"/>
                  <a:pt x="403250" y="602407"/>
                </a:cubicBezTo>
                <a:cubicBezTo>
                  <a:pt x="406085" y="600669"/>
                  <a:pt x="409103" y="599481"/>
                  <a:pt x="412394" y="598932"/>
                </a:cubicBezTo>
                <a:cubicBezTo>
                  <a:pt x="415686" y="598383"/>
                  <a:pt x="418887" y="598475"/>
                  <a:pt x="422087" y="599206"/>
                </a:cubicBezTo>
                <a:cubicBezTo>
                  <a:pt x="425287" y="600029"/>
                  <a:pt x="428305" y="601309"/>
                  <a:pt x="430957" y="603230"/>
                </a:cubicBezTo>
                <a:cubicBezTo>
                  <a:pt x="433700" y="605150"/>
                  <a:pt x="435894" y="607527"/>
                  <a:pt x="437632" y="610362"/>
                </a:cubicBezTo>
                <a:cubicBezTo>
                  <a:pt x="439369" y="613105"/>
                  <a:pt x="440558" y="616123"/>
                  <a:pt x="441107" y="619415"/>
                </a:cubicBezTo>
                <a:cubicBezTo>
                  <a:pt x="441655" y="622706"/>
                  <a:pt x="441564" y="625907"/>
                  <a:pt x="440741" y="629107"/>
                </a:cubicBezTo>
                <a:cubicBezTo>
                  <a:pt x="440009" y="632308"/>
                  <a:pt x="438729" y="635325"/>
                  <a:pt x="436809" y="637977"/>
                </a:cubicBezTo>
                <a:lnTo>
                  <a:pt x="433883" y="642000"/>
                </a:lnTo>
                <a:cubicBezTo>
                  <a:pt x="431963" y="644743"/>
                  <a:pt x="429585" y="646938"/>
                  <a:pt x="426750" y="648675"/>
                </a:cubicBezTo>
                <a:cubicBezTo>
                  <a:pt x="424007" y="650413"/>
                  <a:pt x="420898" y="651601"/>
                  <a:pt x="417698" y="652150"/>
                </a:cubicBezTo>
                <a:cubicBezTo>
                  <a:pt x="414406" y="652699"/>
                  <a:pt x="411206" y="652607"/>
                  <a:pt x="407914" y="651784"/>
                </a:cubicBezTo>
                <a:cubicBezTo>
                  <a:pt x="404713" y="651053"/>
                  <a:pt x="401787" y="649773"/>
                  <a:pt x="399044" y="647852"/>
                </a:cubicBezTo>
                <a:cubicBezTo>
                  <a:pt x="396392" y="645932"/>
                  <a:pt x="394198" y="643555"/>
                  <a:pt x="392460" y="640720"/>
                </a:cubicBezTo>
                <a:cubicBezTo>
                  <a:pt x="390632" y="637977"/>
                  <a:pt x="389534" y="634868"/>
                  <a:pt x="388986" y="631668"/>
                </a:cubicBezTo>
                <a:cubicBezTo>
                  <a:pt x="388437" y="628376"/>
                  <a:pt x="388529" y="625175"/>
                  <a:pt x="389260" y="621975"/>
                </a:cubicBezTo>
                <a:cubicBezTo>
                  <a:pt x="389992" y="618683"/>
                  <a:pt x="391363" y="615757"/>
                  <a:pt x="393283" y="613105"/>
                </a:cubicBezTo>
              </a:path>
              <a:path w="3889492" h="1195852">
                <a:moveTo>
                  <a:pt x="399044" y="604967"/>
                </a:moveTo>
                <a:lnTo>
                  <a:pt x="401970" y="600944"/>
                </a:lnTo>
                <a:cubicBezTo>
                  <a:pt x="403890" y="598200"/>
                  <a:pt x="406268" y="596006"/>
                  <a:pt x="409103" y="594269"/>
                </a:cubicBezTo>
                <a:cubicBezTo>
                  <a:pt x="411846" y="592531"/>
                  <a:pt x="414955" y="591342"/>
                  <a:pt x="418155" y="590794"/>
                </a:cubicBezTo>
                <a:cubicBezTo>
                  <a:pt x="421447" y="590245"/>
                  <a:pt x="424647" y="590428"/>
                  <a:pt x="427939" y="591160"/>
                </a:cubicBezTo>
                <a:cubicBezTo>
                  <a:pt x="431140" y="591891"/>
                  <a:pt x="434066" y="593171"/>
                  <a:pt x="436809" y="595092"/>
                </a:cubicBezTo>
                <a:cubicBezTo>
                  <a:pt x="439461" y="597012"/>
                  <a:pt x="441655" y="599389"/>
                  <a:pt x="443393" y="602224"/>
                </a:cubicBezTo>
                <a:cubicBezTo>
                  <a:pt x="445221" y="605058"/>
                  <a:pt x="446319" y="608076"/>
                  <a:pt x="446867" y="611276"/>
                </a:cubicBezTo>
                <a:cubicBezTo>
                  <a:pt x="447416" y="614568"/>
                  <a:pt x="447324" y="617769"/>
                  <a:pt x="446593" y="621060"/>
                </a:cubicBezTo>
                <a:cubicBezTo>
                  <a:pt x="445861" y="624261"/>
                  <a:pt x="444490" y="627187"/>
                  <a:pt x="442570" y="629839"/>
                </a:cubicBezTo>
                <a:lnTo>
                  <a:pt x="439644" y="633954"/>
                </a:lnTo>
                <a:cubicBezTo>
                  <a:pt x="437723" y="636605"/>
                  <a:pt x="435346" y="638800"/>
                  <a:pt x="432603" y="640537"/>
                </a:cubicBezTo>
                <a:cubicBezTo>
                  <a:pt x="429768" y="642366"/>
                  <a:pt x="426750" y="643463"/>
                  <a:pt x="423459" y="644012"/>
                </a:cubicBezTo>
                <a:cubicBezTo>
                  <a:pt x="420258" y="644561"/>
                  <a:pt x="416966" y="644469"/>
                  <a:pt x="413766" y="643738"/>
                </a:cubicBezTo>
                <a:cubicBezTo>
                  <a:pt x="410566" y="643006"/>
                  <a:pt x="407548" y="641634"/>
                  <a:pt x="404896" y="639714"/>
                </a:cubicBezTo>
                <a:cubicBezTo>
                  <a:pt x="402153" y="637794"/>
                  <a:pt x="399959" y="635417"/>
                  <a:pt x="398221" y="632673"/>
                </a:cubicBezTo>
                <a:cubicBezTo>
                  <a:pt x="396484" y="629839"/>
                  <a:pt x="395295" y="626821"/>
                  <a:pt x="394746" y="623529"/>
                </a:cubicBezTo>
                <a:cubicBezTo>
                  <a:pt x="394198" y="620329"/>
                  <a:pt x="394381" y="617037"/>
                  <a:pt x="395112" y="613837"/>
                </a:cubicBezTo>
                <a:cubicBezTo>
                  <a:pt x="395844" y="610636"/>
                  <a:pt x="397124" y="607619"/>
                  <a:pt x="399044" y="604967"/>
                </a:cubicBezTo>
              </a:path>
              <a:path w="3889492" h="1195852">
                <a:moveTo>
                  <a:pt x="404896" y="596829"/>
                </a:moveTo>
                <a:lnTo>
                  <a:pt x="407822" y="592806"/>
                </a:lnTo>
                <a:cubicBezTo>
                  <a:pt x="409743" y="590154"/>
                  <a:pt x="412029" y="587868"/>
                  <a:pt x="414863" y="586130"/>
                </a:cubicBezTo>
                <a:cubicBezTo>
                  <a:pt x="417698" y="584393"/>
                  <a:pt x="420715" y="583296"/>
                  <a:pt x="424007" y="582747"/>
                </a:cubicBezTo>
                <a:cubicBezTo>
                  <a:pt x="427208" y="582198"/>
                  <a:pt x="430500" y="582290"/>
                  <a:pt x="433700" y="583021"/>
                </a:cubicBezTo>
                <a:cubicBezTo>
                  <a:pt x="436900" y="583753"/>
                  <a:pt x="439918" y="585125"/>
                  <a:pt x="442570" y="587045"/>
                </a:cubicBezTo>
                <a:cubicBezTo>
                  <a:pt x="445221" y="588965"/>
                  <a:pt x="447507" y="591342"/>
                  <a:pt x="449245" y="594086"/>
                </a:cubicBezTo>
                <a:cubicBezTo>
                  <a:pt x="450982" y="596920"/>
                  <a:pt x="452171" y="599938"/>
                  <a:pt x="452628" y="603230"/>
                </a:cubicBezTo>
                <a:cubicBezTo>
                  <a:pt x="453177" y="606430"/>
                  <a:pt x="453085" y="609722"/>
                  <a:pt x="452354" y="612922"/>
                </a:cubicBezTo>
                <a:cubicBezTo>
                  <a:pt x="451622" y="616123"/>
                  <a:pt x="450251" y="619049"/>
                  <a:pt x="448330" y="621792"/>
                </a:cubicBezTo>
                <a:lnTo>
                  <a:pt x="445496" y="625815"/>
                </a:lnTo>
                <a:cubicBezTo>
                  <a:pt x="443575" y="628467"/>
                  <a:pt x="441198" y="630753"/>
                  <a:pt x="438363" y="632490"/>
                </a:cubicBezTo>
                <a:cubicBezTo>
                  <a:pt x="435529" y="634228"/>
                  <a:pt x="432511" y="635325"/>
                  <a:pt x="429311" y="635874"/>
                </a:cubicBezTo>
                <a:cubicBezTo>
                  <a:pt x="426019" y="636422"/>
                  <a:pt x="422727" y="636331"/>
                  <a:pt x="419527" y="635599"/>
                </a:cubicBezTo>
                <a:cubicBezTo>
                  <a:pt x="416326" y="634868"/>
                  <a:pt x="413400" y="633496"/>
                  <a:pt x="410657" y="631576"/>
                </a:cubicBezTo>
                <a:cubicBezTo>
                  <a:pt x="408005" y="629656"/>
                  <a:pt x="405811" y="627370"/>
                  <a:pt x="403982" y="624535"/>
                </a:cubicBezTo>
                <a:cubicBezTo>
                  <a:pt x="402245" y="621701"/>
                  <a:pt x="401147" y="618683"/>
                  <a:pt x="400599" y="615483"/>
                </a:cubicBezTo>
                <a:cubicBezTo>
                  <a:pt x="400050" y="612191"/>
                  <a:pt x="400141" y="608899"/>
                  <a:pt x="400873" y="605699"/>
                </a:cubicBezTo>
                <a:cubicBezTo>
                  <a:pt x="401604" y="602498"/>
                  <a:pt x="402976" y="599572"/>
                  <a:pt x="404896" y="596829"/>
                </a:cubicBezTo>
              </a:path>
              <a:path w="3889492" h="1195852">
                <a:moveTo>
                  <a:pt x="410657" y="588782"/>
                </a:moveTo>
                <a:lnTo>
                  <a:pt x="413583" y="584667"/>
                </a:lnTo>
                <a:cubicBezTo>
                  <a:pt x="415503" y="582016"/>
                  <a:pt x="417881" y="579821"/>
                  <a:pt x="420715" y="578084"/>
                </a:cubicBezTo>
                <a:cubicBezTo>
                  <a:pt x="423459" y="576346"/>
                  <a:pt x="426476" y="575158"/>
                  <a:pt x="429768" y="574609"/>
                </a:cubicBezTo>
                <a:cubicBezTo>
                  <a:pt x="433060" y="574060"/>
                  <a:pt x="436260" y="574152"/>
                  <a:pt x="439461" y="574883"/>
                </a:cubicBezTo>
                <a:cubicBezTo>
                  <a:pt x="442752" y="575706"/>
                  <a:pt x="445679" y="576986"/>
                  <a:pt x="448330" y="578907"/>
                </a:cubicBezTo>
                <a:cubicBezTo>
                  <a:pt x="451074" y="580827"/>
                  <a:pt x="453268" y="583204"/>
                  <a:pt x="455005" y="586039"/>
                </a:cubicBezTo>
                <a:cubicBezTo>
                  <a:pt x="456743" y="588782"/>
                  <a:pt x="457932" y="591800"/>
                  <a:pt x="458480" y="595092"/>
                </a:cubicBezTo>
                <a:cubicBezTo>
                  <a:pt x="459029" y="598383"/>
                  <a:pt x="458937" y="601584"/>
                  <a:pt x="458206" y="604784"/>
                </a:cubicBezTo>
                <a:cubicBezTo>
                  <a:pt x="457383" y="607985"/>
                  <a:pt x="456103" y="611002"/>
                  <a:pt x="454182" y="613654"/>
                </a:cubicBezTo>
                <a:lnTo>
                  <a:pt x="451256" y="617677"/>
                </a:lnTo>
                <a:cubicBezTo>
                  <a:pt x="449336" y="620420"/>
                  <a:pt x="446959" y="622615"/>
                  <a:pt x="444216" y="624352"/>
                </a:cubicBezTo>
                <a:cubicBezTo>
                  <a:pt x="441381" y="626090"/>
                  <a:pt x="438363" y="627278"/>
                  <a:pt x="435072" y="627827"/>
                </a:cubicBezTo>
                <a:cubicBezTo>
                  <a:pt x="431780" y="628376"/>
                  <a:pt x="428579" y="628284"/>
                  <a:pt x="425379" y="627461"/>
                </a:cubicBezTo>
                <a:cubicBezTo>
                  <a:pt x="422087" y="626730"/>
                  <a:pt x="419161" y="625450"/>
                  <a:pt x="416509" y="623529"/>
                </a:cubicBezTo>
                <a:cubicBezTo>
                  <a:pt x="413766" y="621609"/>
                  <a:pt x="411571" y="619232"/>
                  <a:pt x="409834" y="616397"/>
                </a:cubicBezTo>
                <a:cubicBezTo>
                  <a:pt x="408097" y="613654"/>
                  <a:pt x="406908" y="610545"/>
                  <a:pt x="406359" y="607344"/>
                </a:cubicBezTo>
                <a:cubicBezTo>
                  <a:pt x="405811" y="604053"/>
                  <a:pt x="405902" y="600852"/>
                  <a:pt x="406725" y="597652"/>
                </a:cubicBezTo>
                <a:cubicBezTo>
                  <a:pt x="407457" y="594360"/>
                  <a:pt x="408737" y="591434"/>
                  <a:pt x="410657" y="588782"/>
                </a:cubicBezTo>
              </a:path>
              <a:path w="3889492" h="1195852">
                <a:moveTo>
                  <a:pt x="416509" y="580644"/>
                </a:moveTo>
                <a:lnTo>
                  <a:pt x="419344" y="576621"/>
                </a:lnTo>
                <a:cubicBezTo>
                  <a:pt x="421264" y="573877"/>
                  <a:pt x="423642" y="571683"/>
                  <a:pt x="426476" y="569946"/>
                </a:cubicBezTo>
                <a:cubicBezTo>
                  <a:pt x="429311" y="568208"/>
                  <a:pt x="432328" y="567019"/>
                  <a:pt x="435529" y="566471"/>
                </a:cubicBezTo>
                <a:cubicBezTo>
                  <a:pt x="438821" y="565922"/>
                  <a:pt x="442112" y="566105"/>
                  <a:pt x="445313" y="566837"/>
                </a:cubicBezTo>
                <a:cubicBezTo>
                  <a:pt x="448513" y="567568"/>
                  <a:pt x="451439" y="568848"/>
                  <a:pt x="454182" y="570768"/>
                </a:cubicBezTo>
                <a:cubicBezTo>
                  <a:pt x="456834" y="572689"/>
                  <a:pt x="459120" y="575066"/>
                  <a:pt x="460858" y="577901"/>
                </a:cubicBezTo>
                <a:cubicBezTo>
                  <a:pt x="462595" y="580735"/>
                  <a:pt x="463692" y="583753"/>
                  <a:pt x="464241" y="586953"/>
                </a:cubicBezTo>
                <a:cubicBezTo>
                  <a:pt x="464790" y="590245"/>
                  <a:pt x="464698" y="593446"/>
                  <a:pt x="463967" y="596737"/>
                </a:cubicBezTo>
                <a:cubicBezTo>
                  <a:pt x="463235" y="599938"/>
                  <a:pt x="461863" y="602864"/>
                  <a:pt x="459943" y="605516"/>
                </a:cubicBezTo>
                <a:lnTo>
                  <a:pt x="457109" y="609630"/>
                </a:lnTo>
                <a:cubicBezTo>
                  <a:pt x="455097" y="612282"/>
                  <a:pt x="452811" y="614477"/>
                  <a:pt x="449976" y="616306"/>
                </a:cubicBezTo>
                <a:cubicBezTo>
                  <a:pt x="447142" y="618043"/>
                  <a:pt x="444124" y="619140"/>
                  <a:pt x="440832" y="619689"/>
                </a:cubicBezTo>
                <a:cubicBezTo>
                  <a:pt x="437632" y="620238"/>
                  <a:pt x="434340" y="620146"/>
                  <a:pt x="431140" y="619415"/>
                </a:cubicBezTo>
                <a:cubicBezTo>
                  <a:pt x="427939" y="618683"/>
                  <a:pt x="425013" y="617311"/>
                  <a:pt x="422270" y="615391"/>
                </a:cubicBezTo>
                <a:cubicBezTo>
                  <a:pt x="419618" y="613471"/>
                  <a:pt x="417332" y="611094"/>
                  <a:pt x="415595" y="608350"/>
                </a:cubicBezTo>
                <a:cubicBezTo>
                  <a:pt x="413857" y="605516"/>
                  <a:pt x="412760" y="602498"/>
                  <a:pt x="412212" y="599206"/>
                </a:cubicBezTo>
                <a:cubicBezTo>
                  <a:pt x="411663" y="596006"/>
                  <a:pt x="411754" y="592714"/>
                  <a:pt x="412486" y="589514"/>
                </a:cubicBezTo>
                <a:cubicBezTo>
                  <a:pt x="413217" y="586313"/>
                  <a:pt x="414589" y="583387"/>
                  <a:pt x="416509" y="580644"/>
                </a:cubicBezTo>
              </a:path>
              <a:path w="3889492" h="1195852">
                <a:moveTo>
                  <a:pt x="422270" y="572506"/>
                </a:moveTo>
                <a:lnTo>
                  <a:pt x="425196" y="568482"/>
                </a:lnTo>
                <a:cubicBezTo>
                  <a:pt x="427116" y="565831"/>
                  <a:pt x="429494" y="563545"/>
                  <a:pt x="432237" y="561807"/>
                </a:cubicBezTo>
                <a:cubicBezTo>
                  <a:pt x="435072" y="560070"/>
                  <a:pt x="438089" y="558973"/>
                  <a:pt x="441381" y="558424"/>
                </a:cubicBezTo>
                <a:cubicBezTo>
                  <a:pt x="444673" y="557875"/>
                  <a:pt x="447873" y="557967"/>
                  <a:pt x="451074" y="558698"/>
                </a:cubicBezTo>
                <a:cubicBezTo>
                  <a:pt x="454274" y="559430"/>
                  <a:pt x="457291" y="560802"/>
                  <a:pt x="459943" y="562722"/>
                </a:cubicBezTo>
                <a:cubicBezTo>
                  <a:pt x="462686" y="564642"/>
                  <a:pt x="464881" y="567019"/>
                  <a:pt x="466618" y="569763"/>
                </a:cubicBezTo>
                <a:cubicBezTo>
                  <a:pt x="468356" y="572597"/>
                  <a:pt x="469544" y="575615"/>
                  <a:pt x="470093" y="578907"/>
                </a:cubicBezTo>
                <a:cubicBezTo>
                  <a:pt x="470642" y="582107"/>
                  <a:pt x="470550" y="585399"/>
                  <a:pt x="469727" y="588599"/>
                </a:cubicBezTo>
                <a:cubicBezTo>
                  <a:pt x="468996" y="591800"/>
                  <a:pt x="467716" y="594726"/>
                  <a:pt x="465795" y="597469"/>
                </a:cubicBezTo>
                <a:lnTo>
                  <a:pt x="462869" y="601492"/>
                </a:lnTo>
                <a:cubicBezTo>
                  <a:pt x="460949" y="604144"/>
                  <a:pt x="458572" y="606430"/>
                  <a:pt x="455737" y="608167"/>
                </a:cubicBezTo>
                <a:cubicBezTo>
                  <a:pt x="452994" y="609905"/>
                  <a:pt x="449885" y="611094"/>
                  <a:pt x="446684" y="611551"/>
                </a:cubicBezTo>
                <a:cubicBezTo>
                  <a:pt x="443393" y="612099"/>
                  <a:pt x="440192" y="612008"/>
                  <a:pt x="436900" y="611276"/>
                </a:cubicBezTo>
                <a:cubicBezTo>
                  <a:pt x="433700" y="610545"/>
                  <a:pt x="430774" y="609173"/>
                  <a:pt x="428031" y="607253"/>
                </a:cubicBezTo>
                <a:cubicBezTo>
                  <a:pt x="425379" y="605333"/>
                  <a:pt x="423184" y="603047"/>
                  <a:pt x="421447" y="600212"/>
                </a:cubicBezTo>
                <a:cubicBezTo>
                  <a:pt x="419618" y="597378"/>
                  <a:pt x="418521" y="594360"/>
                  <a:pt x="417972" y="591160"/>
                </a:cubicBezTo>
                <a:cubicBezTo>
                  <a:pt x="417424" y="587868"/>
                  <a:pt x="417515" y="584667"/>
                  <a:pt x="418247" y="581376"/>
                </a:cubicBezTo>
                <a:cubicBezTo>
                  <a:pt x="418978" y="578175"/>
                  <a:pt x="420350" y="575249"/>
                  <a:pt x="422270" y="572506"/>
                </a:cubicBezTo>
              </a:path>
              <a:path w="3889492" h="1195852">
                <a:moveTo>
                  <a:pt x="428031" y="564459"/>
                </a:moveTo>
                <a:lnTo>
                  <a:pt x="430957" y="560344"/>
                </a:lnTo>
                <a:cubicBezTo>
                  <a:pt x="432877" y="557693"/>
                  <a:pt x="435254" y="555498"/>
                  <a:pt x="438089" y="553761"/>
                </a:cubicBezTo>
                <a:cubicBezTo>
                  <a:pt x="440832" y="552023"/>
                  <a:pt x="443941" y="550835"/>
                  <a:pt x="447142" y="550286"/>
                </a:cubicBezTo>
                <a:cubicBezTo>
                  <a:pt x="450433" y="549737"/>
                  <a:pt x="453634" y="549829"/>
                  <a:pt x="456926" y="550560"/>
                </a:cubicBezTo>
                <a:cubicBezTo>
                  <a:pt x="460126" y="551383"/>
                  <a:pt x="463052" y="552663"/>
                  <a:pt x="465795" y="554584"/>
                </a:cubicBezTo>
                <a:cubicBezTo>
                  <a:pt x="468447" y="556504"/>
                  <a:pt x="470642" y="558881"/>
                  <a:pt x="472379" y="561716"/>
                </a:cubicBezTo>
                <a:cubicBezTo>
                  <a:pt x="474208" y="564459"/>
                  <a:pt x="475305" y="567477"/>
                  <a:pt x="475854" y="570768"/>
                </a:cubicBezTo>
                <a:cubicBezTo>
                  <a:pt x="476402" y="574060"/>
                  <a:pt x="476311" y="577261"/>
                  <a:pt x="475579" y="580461"/>
                </a:cubicBezTo>
                <a:cubicBezTo>
                  <a:pt x="474848" y="583662"/>
                  <a:pt x="473476" y="586679"/>
                  <a:pt x="471556" y="589331"/>
                </a:cubicBezTo>
                <a:lnTo>
                  <a:pt x="468630" y="593354"/>
                </a:lnTo>
                <a:cubicBezTo>
                  <a:pt x="466710" y="596097"/>
                  <a:pt x="464332" y="598292"/>
                  <a:pt x="461589" y="600029"/>
                </a:cubicBezTo>
                <a:cubicBezTo>
                  <a:pt x="458754" y="601767"/>
                  <a:pt x="455737" y="602955"/>
                  <a:pt x="452445" y="603504"/>
                </a:cubicBezTo>
                <a:cubicBezTo>
                  <a:pt x="449245" y="604053"/>
                  <a:pt x="445953" y="603961"/>
                  <a:pt x="442752" y="603138"/>
                </a:cubicBezTo>
                <a:cubicBezTo>
                  <a:pt x="439552" y="602407"/>
                  <a:pt x="436535" y="601127"/>
                  <a:pt x="433883" y="599206"/>
                </a:cubicBezTo>
                <a:cubicBezTo>
                  <a:pt x="431140" y="597286"/>
                  <a:pt x="428945" y="594909"/>
                  <a:pt x="427208" y="592074"/>
                </a:cubicBezTo>
                <a:cubicBezTo>
                  <a:pt x="425470" y="589331"/>
                  <a:pt x="424282" y="586313"/>
                  <a:pt x="423733" y="583021"/>
                </a:cubicBezTo>
                <a:cubicBezTo>
                  <a:pt x="423184" y="579730"/>
                  <a:pt x="423367" y="576529"/>
                  <a:pt x="424099" y="573329"/>
                </a:cubicBezTo>
                <a:cubicBezTo>
                  <a:pt x="424830" y="570037"/>
                  <a:pt x="426110" y="567111"/>
                  <a:pt x="428031" y="564459"/>
                </a:cubicBezTo>
              </a:path>
              <a:path w="3889492" h="1195852">
                <a:moveTo>
                  <a:pt x="433883" y="556321"/>
                </a:moveTo>
                <a:lnTo>
                  <a:pt x="436809" y="552298"/>
                </a:lnTo>
                <a:cubicBezTo>
                  <a:pt x="438729" y="549554"/>
                  <a:pt x="441015" y="547360"/>
                  <a:pt x="443850" y="545622"/>
                </a:cubicBezTo>
                <a:cubicBezTo>
                  <a:pt x="446684" y="543885"/>
                  <a:pt x="449702" y="542696"/>
                  <a:pt x="452994" y="542148"/>
                </a:cubicBezTo>
                <a:cubicBezTo>
                  <a:pt x="456194" y="541691"/>
                  <a:pt x="459486" y="541782"/>
                  <a:pt x="462686" y="542514"/>
                </a:cubicBezTo>
                <a:cubicBezTo>
                  <a:pt x="465887" y="543245"/>
                  <a:pt x="468904" y="544525"/>
                  <a:pt x="471556" y="546445"/>
                </a:cubicBezTo>
                <a:cubicBezTo>
                  <a:pt x="474208" y="548366"/>
                  <a:pt x="476494" y="550743"/>
                  <a:pt x="478231" y="553578"/>
                </a:cubicBezTo>
                <a:cubicBezTo>
                  <a:pt x="479969" y="556412"/>
                  <a:pt x="481157" y="559430"/>
                  <a:pt x="481614" y="562630"/>
                </a:cubicBezTo>
                <a:cubicBezTo>
                  <a:pt x="482163" y="565922"/>
                  <a:pt x="482072" y="569123"/>
                  <a:pt x="481340" y="572414"/>
                </a:cubicBezTo>
                <a:cubicBezTo>
                  <a:pt x="480609" y="575615"/>
                  <a:pt x="479237" y="578541"/>
                  <a:pt x="477317" y="581193"/>
                </a:cubicBezTo>
                <a:lnTo>
                  <a:pt x="474482" y="585307"/>
                </a:lnTo>
                <a:cubicBezTo>
                  <a:pt x="472562" y="587959"/>
                  <a:pt x="470184" y="590154"/>
                  <a:pt x="467350" y="591983"/>
                </a:cubicBezTo>
                <a:cubicBezTo>
                  <a:pt x="464515" y="593720"/>
                  <a:pt x="461498" y="594817"/>
                  <a:pt x="458297" y="595366"/>
                </a:cubicBezTo>
                <a:cubicBezTo>
                  <a:pt x="455005" y="595914"/>
                  <a:pt x="451805" y="595823"/>
                  <a:pt x="448513" y="595092"/>
                </a:cubicBezTo>
                <a:cubicBezTo>
                  <a:pt x="445313" y="594360"/>
                  <a:pt x="442387" y="592988"/>
                  <a:pt x="439644" y="591068"/>
                </a:cubicBezTo>
                <a:cubicBezTo>
                  <a:pt x="436992" y="589148"/>
                  <a:pt x="434797" y="586770"/>
                  <a:pt x="432968" y="584027"/>
                </a:cubicBezTo>
                <a:cubicBezTo>
                  <a:pt x="431231" y="581193"/>
                  <a:pt x="430134" y="578175"/>
                  <a:pt x="429585" y="574883"/>
                </a:cubicBezTo>
                <a:cubicBezTo>
                  <a:pt x="429036" y="571683"/>
                  <a:pt x="429128" y="568391"/>
                  <a:pt x="429859" y="565191"/>
                </a:cubicBezTo>
                <a:cubicBezTo>
                  <a:pt x="430591" y="561990"/>
                  <a:pt x="431963" y="559064"/>
                  <a:pt x="433883" y="556321"/>
                </a:cubicBezTo>
              </a:path>
              <a:path w="3889492" h="1195852">
                <a:moveTo>
                  <a:pt x="439644" y="548183"/>
                </a:moveTo>
                <a:lnTo>
                  <a:pt x="442570" y="544159"/>
                </a:lnTo>
                <a:cubicBezTo>
                  <a:pt x="444490" y="541508"/>
                  <a:pt x="446867" y="539222"/>
                  <a:pt x="449702" y="537484"/>
                </a:cubicBezTo>
                <a:cubicBezTo>
                  <a:pt x="452445" y="535747"/>
                  <a:pt x="455463" y="534650"/>
                  <a:pt x="458754" y="534101"/>
                </a:cubicBezTo>
                <a:cubicBezTo>
                  <a:pt x="462046" y="533552"/>
                  <a:pt x="465247" y="533644"/>
                  <a:pt x="468447" y="534375"/>
                </a:cubicBezTo>
                <a:cubicBezTo>
                  <a:pt x="471739" y="535107"/>
                  <a:pt x="474665" y="536478"/>
                  <a:pt x="477317" y="538399"/>
                </a:cubicBezTo>
                <a:cubicBezTo>
                  <a:pt x="480060" y="540319"/>
                  <a:pt x="482255" y="542696"/>
                  <a:pt x="483992" y="545440"/>
                </a:cubicBezTo>
                <a:cubicBezTo>
                  <a:pt x="485729" y="548274"/>
                  <a:pt x="486918" y="551292"/>
                  <a:pt x="487467" y="554584"/>
                </a:cubicBezTo>
                <a:cubicBezTo>
                  <a:pt x="488015" y="557784"/>
                  <a:pt x="487924" y="561076"/>
                  <a:pt x="487192" y="564276"/>
                </a:cubicBezTo>
                <a:cubicBezTo>
                  <a:pt x="486369" y="567477"/>
                  <a:pt x="485089" y="570403"/>
                  <a:pt x="483169" y="573146"/>
                </a:cubicBezTo>
                <a:lnTo>
                  <a:pt x="480243" y="577169"/>
                </a:lnTo>
                <a:cubicBezTo>
                  <a:pt x="478323" y="579912"/>
                  <a:pt x="475945" y="582107"/>
                  <a:pt x="473202" y="583844"/>
                </a:cubicBezTo>
                <a:cubicBezTo>
                  <a:pt x="470367" y="585582"/>
                  <a:pt x="467350" y="586770"/>
                  <a:pt x="464058" y="587228"/>
                </a:cubicBezTo>
                <a:cubicBezTo>
                  <a:pt x="460766" y="587776"/>
                  <a:pt x="457566" y="587685"/>
                  <a:pt x="454365" y="586953"/>
                </a:cubicBezTo>
                <a:cubicBezTo>
                  <a:pt x="451074" y="586222"/>
                  <a:pt x="448147" y="584850"/>
                  <a:pt x="445496" y="582930"/>
                </a:cubicBezTo>
                <a:cubicBezTo>
                  <a:pt x="442752" y="581010"/>
                  <a:pt x="440558" y="578724"/>
                  <a:pt x="438821" y="575889"/>
                </a:cubicBezTo>
                <a:cubicBezTo>
                  <a:pt x="437083" y="573054"/>
                  <a:pt x="435894" y="570037"/>
                  <a:pt x="435346" y="566837"/>
                </a:cubicBezTo>
                <a:cubicBezTo>
                  <a:pt x="434797" y="563545"/>
                  <a:pt x="434889" y="560344"/>
                  <a:pt x="435712" y="557052"/>
                </a:cubicBezTo>
                <a:cubicBezTo>
                  <a:pt x="436443" y="553852"/>
                  <a:pt x="437723" y="550926"/>
                  <a:pt x="439644" y="548183"/>
                </a:cubicBezTo>
              </a:path>
              <a:path w="3889492" h="1195852">
                <a:moveTo>
                  <a:pt x="445496" y="540136"/>
                </a:moveTo>
                <a:lnTo>
                  <a:pt x="448330" y="536021"/>
                </a:lnTo>
                <a:cubicBezTo>
                  <a:pt x="450251" y="533370"/>
                  <a:pt x="452628" y="531175"/>
                  <a:pt x="455463" y="529438"/>
                </a:cubicBezTo>
                <a:cubicBezTo>
                  <a:pt x="458297" y="527700"/>
                  <a:pt x="461315" y="526512"/>
                  <a:pt x="464515" y="525963"/>
                </a:cubicBezTo>
                <a:cubicBezTo>
                  <a:pt x="467807" y="525414"/>
                  <a:pt x="471099" y="525506"/>
                  <a:pt x="474299" y="526237"/>
                </a:cubicBezTo>
                <a:cubicBezTo>
                  <a:pt x="477500" y="527060"/>
                  <a:pt x="480426" y="528340"/>
                  <a:pt x="483169" y="530261"/>
                </a:cubicBezTo>
                <a:cubicBezTo>
                  <a:pt x="485821" y="532181"/>
                  <a:pt x="488107" y="534558"/>
                  <a:pt x="489844" y="537393"/>
                </a:cubicBezTo>
                <a:cubicBezTo>
                  <a:pt x="491581" y="540136"/>
                  <a:pt x="492679" y="543154"/>
                  <a:pt x="493227" y="546445"/>
                </a:cubicBezTo>
                <a:cubicBezTo>
                  <a:pt x="493776" y="549737"/>
                  <a:pt x="493685" y="552938"/>
                  <a:pt x="492953" y="556138"/>
                </a:cubicBezTo>
                <a:cubicBezTo>
                  <a:pt x="492222" y="559338"/>
                  <a:pt x="490850" y="562356"/>
                  <a:pt x="488930" y="565008"/>
                </a:cubicBezTo>
                <a:lnTo>
                  <a:pt x="486095" y="569031"/>
                </a:lnTo>
                <a:cubicBezTo>
                  <a:pt x="484083" y="571774"/>
                  <a:pt x="481797" y="573969"/>
                  <a:pt x="478963" y="575706"/>
                </a:cubicBezTo>
                <a:cubicBezTo>
                  <a:pt x="476128" y="577444"/>
                  <a:pt x="473111" y="578632"/>
                  <a:pt x="469819" y="579181"/>
                </a:cubicBezTo>
                <a:cubicBezTo>
                  <a:pt x="466618" y="579730"/>
                  <a:pt x="463326" y="579638"/>
                  <a:pt x="460126" y="578815"/>
                </a:cubicBezTo>
                <a:cubicBezTo>
                  <a:pt x="456926" y="578084"/>
                  <a:pt x="454000" y="576804"/>
                  <a:pt x="451256" y="574883"/>
                </a:cubicBezTo>
                <a:cubicBezTo>
                  <a:pt x="448605" y="572963"/>
                  <a:pt x="446319" y="570586"/>
                  <a:pt x="444581" y="567751"/>
                </a:cubicBezTo>
                <a:cubicBezTo>
                  <a:pt x="442844" y="565008"/>
                  <a:pt x="441747" y="561990"/>
                  <a:pt x="441198" y="558698"/>
                </a:cubicBezTo>
                <a:cubicBezTo>
                  <a:pt x="440649" y="555407"/>
                  <a:pt x="440741" y="552206"/>
                  <a:pt x="441472" y="549006"/>
                </a:cubicBezTo>
                <a:cubicBezTo>
                  <a:pt x="442204" y="545805"/>
                  <a:pt x="443575" y="542788"/>
                  <a:pt x="445496" y="540136"/>
                </a:cubicBezTo>
              </a:path>
              <a:path w="3889492" h="1195852">
                <a:moveTo>
                  <a:pt x="451256" y="531998"/>
                </a:moveTo>
                <a:lnTo>
                  <a:pt x="454182" y="527975"/>
                </a:lnTo>
                <a:cubicBezTo>
                  <a:pt x="456103" y="525231"/>
                  <a:pt x="458480" y="523037"/>
                  <a:pt x="461223" y="521299"/>
                </a:cubicBezTo>
                <a:cubicBezTo>
                  <a:pt x="464058" y="519562"/>
                  <a:pt x="467076" y="518373"/>
                  <a:pt x="470367" y="517825"/>
                </a:cubicBezTo>
                <a:cubicBezTo>
                  <a:pt x="473659" y="517368"/>
                  <a:pt x="476860" y="517459"/>
                  <a:pt x="480060" y="518190"/>
                </a:cubicBezTo>
                <a:cubicBezTo>
                  <a:pt x="483260" y="518922"/>
                  <a:pt x="486278" y="520294"/>
                  <a:pt x="488930" y="522214"/>
                </a:cubicBezTo>
                <a:cubicBezTo>
                  <a:pt x="491673" y="524043"/>
                  <a:pt x="493867" y="526420"/>
                  <a:pt x="495605" y="529255"/>
                </a:cubicBezTo>
                <a:cubicBezTo>
                  <a:pt x="497342" y="532089"/>
                  <a:pt x="498531" y="535107"/>
                  <a:pt x="499080" y="538307"/>
                </a:cubicBezTo>
                <a:cubicBezTo>
                  <a:pt x="499628" y="541599"/>
                  <a:pt x="499537" y="544800"/>
                  <a:pt x="498714" y="548091"/>
                </a:cubicBezTo>
                <a:cubicBezTo>
                  <a:pt x="497982" y="551292"/>
                  <a:pt x="496702" y="554218"/>
                  <a:pt x="494782" y="556870"/>
                </a:cubicBezTo>
                <a:lnTo>
                  <a:pt x="491856" y="560984"/>
                </a:lnTo>
                <a:cubicBezTo>
                  <a:pt x="489936" y="563636"/>
                  <a:pt x="487558" y="565831"/>
                  <a:pt x="484723" y="567660"/>
                </a:cubicBezTo>
                <a:cubicBezTo>
                  <a:pt x="481980" y="569397"/>
                  <a:pt x="478963" y="570494"/>
                  <a:pt x="475671" y="571043"/>
                </a:cubicBezTo>
                <a:cubicBezTo>
                  <a:pt x="472379" y="571591"/>
                  <a:pt x="469179" y="571500"/>
                  <a:pt x="465887" y="570768"/>
                </a:cubicBezTo>
                <a:cubicBezTo>
                  <a:pt x="462686" y="570037"/>
                  <a:pt x="459760" y="568665"/>
                  <a:pt x="457017" y="566745"/>
                </a:cubicBezTo>
                <a:cubicBezTo>
                  <a:pt x="454365" y="564825"/>
                  <a:pt x="452171" y="562447"/>
                  <a:pt x="450433" y="559704"/>
                </a:cubicBezTo>
                <a:cubicBezTo>
                  <a:pt x="448605" y="556870"/>
                  <a:pt x="447507" y="553852"/>
                  <a:pt x="446959" y="550560"/>
                </a:cubicBezTo>
                <a:cubicBezTo>
                  <a:pt x="446410" y="547360"/>
                  <a:pt x="446502" y="544068"/>
                  <a:pt x="447233" y="540868"/>
                </a:cubicBezTo>
                <a:cubicBezTo>
                  <a:pt x="447965" y="537667"/>
                  <a:pt x="449336" y="534741"/>
                  <a:pt x="451256" y="531998"/>
                </a:cubicBezTo>
              </a:path>
              <a:path w="3889492" h="1195852">
                <a:moveTo>
                  <a:pt x="457017" y="523951"/>
                </a:moveTo>
                <a:lnTo>
                  <a:pt x="459943" y="519836"/>
                </a:lnTo>
                <a:cubicBezTo>
                  <a:pt x="461863" y="517185"/>
                  <a:pt x="464241" y="514990"/>
                  <a:pt x="467076" y="513161"/>
                </a:cubicBezTo>
                <a:cubicBezTo>
                  <a:pt x="469819" y="511424"/>
                  <a:pt x="472928" y="510327"/>
                  <a:pt x="476128" y="509778"/>
                </a:cubicBezTo>
                <a:cubicBezTo>
                  <a:pt x="479420" y="509229"/>
                  <a:pt x="482620" y="509321"/>
                  <a:pt x="485912" y="510052"/>
                </a:cubicBezTo>
                <a:cubicBezTo>
                  <a:pt x="489113" y="510784"/>
                  <a:pt x="492039" y="512155"/>
                  <a:pt x="494782" y="514076"/>
                </a:cubicBezTo>
                <a:cubicBezTo>
                  <a:pt x="497434" y="515996"/>
                  <a:pt x="499628" y="518373"/>
                  <a:pt x="501366" y="521117"/>
                </a:cubicBezTo>
                <a:cubicBezTo>
                  <a:pt x="503194" y="523951"/>
                  <a:pt x="504292" y="526969"/>
                  <a:pt x="504840" y="530261"/>
                </a:cubicBezTo>
                <a:cubicBezTo>
                  <a:pt x="505389" y="533461"/>
                  <a:pt x="505297" y="536753"/>
                  <a:pt x="504566" y="539953"/>
                </a:cubicBezTo>
                <a:cubicBezTo>
                  <a:pt x="503834" y="543154"/>
                  <a:pt x="502463" y="546080"/>
                  <a:pt x="500543" y="548823"/>
                </a:cubicBezTo>
                <a:lnTo>
                  <a:pt x="497616" y="552846"/>
                </a:lnTo>
                <a:cubicBezTo>
                  <a:pt x="495696" y="555589"/>
                  <a:pt x="493319" y="557784"/>
                  <a:pt x="490576" y="559521"/>
                </a:cubicBezTo>
                <a:cubicBezTo>
                  <a:pt x="487741" y="561259"/>
                  <a:pt x="484723" y="562447"/>
                  <a:pt x="481432" y="562905"/>
                </a:cubicBezTo>
                <a:cubicBezTo>
                  <a:pt x="478231" y="563453"/>
                  <a:pt x="474939" y="563362"/>
                  <a:pt x="471739" y="562630"/>
                </a:cubicBezTo>
                <a:cubicBezTo>
                  <a:pt x="468539" y="561899"/>
                  <a:pt x="465521" y="560527"/>
                  <a:pt x="462869" y="558607"/>
                </a:cubicBezTo>
                <a:cubicBezTo>
                  <a:pt x="460126" y="556687"/>
                  <a:pt x="457932" y="554401"/>
                  <a:pt x="456194" y="551566"/>
                </a:cubicBezTo>
                <a:cubicBezTo>
                  <a:pt x="454457" y="548731"/>
                  <a:pt x="453268" y="545714"/>
                  <a:pt x="452719" y="542514"/>
                </a:cubicBezTo>
                <a:cubicBezTo>
                  <a:pt x="452171" y="539222"/>
                  <a:pt x="452354" y="536021"/>
                  <a:pt x="453085" y="532729"/>
                </a:cubicBezTo>
                <a:cubicBezTo>
                  <a:pt x="453817" y="529529"/>
                  <a:pt x="455097" y="526603"/>
                  <a:pt x="457017" y="523951"/>
                </a:cubicBezTo>
              </a:path>
              <a:path w="3889492" h="1195852">
                <a:moveTo>
                  <a:pt x="462869" y="515813"/>
                </a:moveTo>
                <a:lnTo>
                  <a:pt x="465795" y="511790"/>
                </a:lnTo>
                <a:cubicBezTo>
                  <a:pt x="467716" y="509046"/>
                  <a:pt x="470002" y="506852"/>
                  <a:pt x="472836" y="505115"/>
                </a:cubicBezTo>
                <a:cubicBezTo>
                  <a:pt x="475671" y="503377"/>
                  <a:pt x="478688" y="502188"/>
                  <a:pt x="481980" y="501640"/>
                </a:cubicBezTo>
                <a:cubicBezTo>
                  <a:pt x="485181" y="501091"/>
                  <a:pt x="488472" y="501183"/>
                  <a:pt x="491673" y="501914"/>
                </a:cubicBezTo>
                <a:cubicBezTo>
                  <a:pt x="494873" y="502737"/>
                  <a:pt x="497891" y="504017"/>
                  <a:pt x="500543" y="505938"/>
                </a:cubicBezTo>
                <a:cubicBezTo>
                  <a:pt x="503194" y="507858"/>
                  <a:pt x="505480" y="510235"/>
                  <a:pt x="507218" y="513070"/>
                </a:cubicBezTo>
                <a:cubicBezTo>
                  <a:pt x="508955" y="515813"/>
                  <a:pt x="510144" y="518831"/>
                  <a:pt x="510692" y="522122"/>
                </a:cubicBezTo>
                <a:cubicBezTo>
                  <a:pt x="511150" y="525414"/>
                  <a:pt x="511058" y="528615"/>
                  <a:pt x="510327" y="531815"/>
                </a:cubicBezTo>
                <a:cubicBezTo>
                  <a:pt x="509595" y="535015"/>
                  <a:pt x="508224" y="538033"/>
                  <a:pt x="506303" y="540685"/>
                </a:cubicBezTo>
                <a:lnTo>
                  <a:pt x="503469" y="544708"/>
                </a:lnTo>
                <a:cubicBezTo>
                  <a:pt x="501548" y="547451"/>
                  <a:pt x="499171" y="549646"/>
                  <a:pt x="496336" y="551383"/>
                </a:cubicBezTo>
                <a:cubicBezTo>
                  <a:pt x="493502" y="553121"/>
                  <a:pt x="490484" y="554309"/>
                  <a:pt x="487284" y="554858"/>
                </a:cubicBezTo>
                <a:cubicBezTo>
                  <a:pt x="483992" y="555407"/>
                  <a:pt x="480792" y="555315"/>
                  <a:pt x="477500" y="554584"/>
                </a:cubicBezTo>
                <a:cubicBezTo>
                  <a:pt x="474299" y="553761"/>
                  <a:pt x="471373" y="552480"/>
                  <a:pt x="468630" y="550560"/>
                </a:cubicBezTo>
                <a:cubicBezTo>
                  <a:pt x="465978" y="548640"/>
                  <a:pt x="463784" y="546263"/>
                  <a:pt x="461955" y="543428"/>
                </a:cubicBezTo>
                <a:cubicBezTo>
                  <a:pt x="460218" y="540685"/>
                  <a:pt x="459120" y="537667"/>
                  <a:pt x="458572" y="534375"/>
                </a:cubicBezTo>
                <a:cubicBezTo>
                  <a:pt x="458023" y="531084"/>
                  <a:pt x="458114" y="527883"/>
                  <a:pt x="458846" y="524683"/>
                </a:cubicBezTo>
                <a:cubicBezTo>
                  <a:pt x="459577" y="521482"/>
                  <a:pt x="460949" y="518465"/>
                  <a:pt x="462869" y="515813"/>
                </a:cubicBezTo>
              </a:path>
              <a:path w="3889492" h="1195852">
                <a:moveTo>
                  <a:pt x="468630" y="507675"/>
                </a:moveTo>
                <a:lnTo>
                  <a:pt x="471556" y="503652"/>
                </a:lnTo>
                <a:cubicBezTo>
                  <a:pt x="473476" y="500908"/>
                  <a:pt x="475854" y="498714"/>
                  <a:pt x="478688" y="496976"/>
                </a:cubicBezTo>
                <a:cubicBezTo>
                  <a:pt x="481432" y="495239"/>
                  <a:pt x="484449" y="494050"/>
                  <a:pt x="487741" y="493502"/>
                </a:cubicBezTo>
                <a:cubicBezTo>
                  <a:pt x="491033" y="493044"/>
                  <a:pt x="494233" y="493136"/>
                  <a:pt x="497434" y="493867"/>
                </a:cubicBezTo>
                <a:cubicBezTo>
                  <a:pt x="500725" y="494599"/>
                  <a:pt x="503652" y="495971"/>
                  <a:pt x="506303" y="497891"/>
                </a:cubicBezTo>
                <a:cubicBezTo>
                  <a:pt x="509046" y="499811"/>
                  <a:pt x="511241" y="502097"/>
                  <a:pt x="512978" y="504932"/>
                </a:cubicBezTo>
                <a:cubicBezTo>
                  <a:pt x="514716" y="507766"/>
                  <a:pt x="515904" y="510784"/>
                  <a:pt x="516453" y="513984"/>
                </a:cubicBezTo>
                <a:cubicBezTo>
                  <a:pt x="517002" y="517276"/>
                  <a:pt x="516910" y="520476"/>
                  <a:pt x="516179" y="523768"/>
                </a:cubicBezTo>
                <a:cubicBezTo>
                  <a:pt x="515356" y="526969"/>
                  <a:pt x="514076" y="529895"/>
                  <a:pt x="512155" y="532547"/>
                </a:cubicBezTo>
                <a:lnTo>
                  <a:pt x="509229" y="536661"/>
                </a:lnTo>
                <a:cubicBezTo>
                  <a:pt x="507309" y="539313"/>
                  <a:pt x="504932" y="541508"/>
                  <a:pt x="502188" y="543336"/>
                </a:cubicBezTo>
                <a:cubicBezTo>
                  <a:pt x="499354" y="545074"/>
                  <a:pt x="496336" y="546171"/>
                  <a:pt x="493044" y="546720"/>
                </a:cubicBezTo>
                <a:cubicBezTo>
                  <a:pt x="489753" y="547268"/>
                  <a:pt x="486552" y="547177"/>
                  <a:pt x="483352" y="546445"/>
                </a:cubicBezTo>
                <a:cubicBezTo>
                  <a:pt x="480060" y="545714"/>
                  <a:pt x="477134" y="544342"/>
                  <a:pt x="474482" y="542422"/>
                </a:cubicBezTo>
                <a:cubicBezTo>
                  <a:pt x="471739" y="540502"/>
                  <a:pt x="469544" y="538124"/>
                  <a:pt x="467807" y="535381"/>
                </a:cubicBezTo>
                <a:cubicBezTo>
                  <a:pt x="466070" y="532547"/>
                  <a:pt x="464881" y="529529"/>
                  <a:pt x="464332" y="526237"/>
                </a:cubicBezTo>
                <a:cubicBezTo>
                  <a:pt x="463784" y="523037"/>
                  <a:pt x="463875" y="519745"/>
                  <a:pt x="464698" y="516545"/>
                </a:cubicBezTo>
                <a:cubicBezTo>
                  <a:pt x="465430" y="513344"/>
                  <a:pt x="466710" y="510418"/>
                  <a:pt x="468630" y="507675"/>
                </a:cubicBezTo>
              </a:path>
              <a:path w="3889492" h="1195852">
                <a:moveTo>
                  <a:pt x="474482" y="499628"/>
                </a:moveTo>
                <a:lnTo>
                  <a:pt x="477317" y="495513"/>
                </a:lnTo>
                <a:cubicBezTo>
                  <a:pt x="479237" y="492862"/>
                  <a:pt x="481614" y="490667"/>
                  <a:pt x="484449" y="488838"/>
                </a:cubicBezTo>
                <a:cubicBezTo>
                  <a:pt x="487284" y="487101"/>
                  <a:pt x="490301" y="486004"/>
                  <a:pt x="493502" y="485455"/>
                </a:cubicBezTo>
                <a:cubicBezTo>
                  <a:pt x="496794" y="484906"/>
                  <a:pt x="500085" y="484998"/>
                  <a:pt x="503286" y="485729"/>
                </a:cubicBezTo>
                <a:cubicBezTo>
                  <a:pt x="506486" y="486461"/>
                  <a:pt x="509412" y="487832"/>
                  <a:pt x="512155" y="489753"/>
                </a:cubicBezTo>
                <a:cubicBezTo>
                  <a:pt x="514807" y="491673"/>
                  <a:pt x="517093" y="494050"/>
                  <a:pt x="518831" y="496794"/>
                </a:cubicBezTo>
                <a:cubicBezTo>
                  <a:pt x="520568" y="499628"/>
                  <a:pt x="521665" y="502646"/>
                  <a:pt x="522214" y="505938"/>
                </a:cubicBezTo>
                <a:cubicBezTo>
                  <a:pt x="522762" y="509138"/>
                  <a:pt x="522671" y="512430"/>
                  <a:pt x="521940" y="515630"/>
                </a:cubicBezTo>
                <a:cubicBezTo>
                  <a:pt x="521208" y="518831"/>
                  <a:pt x="519836" y="521757"/>
                  <a:pt x="517916" y="524500"/>
                </a:cubicBezTo>
                <a:lnTo>
                  <a:pt x="515082" y="528523"/>
                </a:lnTo>
                <a:cubicBezTo>
                  <a:pt x="513161" y="531266"/>
                  <a:pt x="510784" y="533461"/>
                  <a:pt x="507949" y="535198"/>
                </a:cubicBezTo>
                <a:cubicBezTo>
                  <a:pt x="505115" y="536936"/>
                  <a:pt x="502097" y="538124"/>
                  <a:pt x="498805" y="538673"/>
                </a:cubicBezTo>
                <a:cubicBezTo>
                  <a:pt x="495605" y="539130"/>
                  <a:pt x="492313" y="539039"/>
                  <a:pt x="489113" y="538307"/>
                </a:cubicBezTo>
                <a:cubicBezTo>
                  <a:pt x="485912" y="537576"/>
                  <a:pt x="482986" y="536204"/>
                  <a:pt x="480243" y="534284"/>
                </a:cubicBezTo>
                <a:cubicBezTo>
                  <a:pt x="477591" y="532364"/>
                  <a:pt x="475305" y="530078"/>
                  <a:pt x="473568" y="527243"/>
                </a:cubicBezTo>
                <a:cubicBezTo>
                  <a:pt x="471830" y="524408"/>
                  <a:pt x="470733" y="521391"/>
                  <a:pt x="470184" y="518190"/>
                </a:cubicBezTo>
                <a:cubicBezTo>
                  <a:pt x="469636" y="514899"/>
                  <a:pt x="469727" y="511698"/>
                  <a:pt x="470459" y="508406"/>
                </a:cubicBezTo>
                <a:cubicBezTo>
                  <a:pt x="471190" y="505206"/>
                  <a:pt x="472562" y="502280"/>
                  <a:pt x="474482" y="499628"/>
                </a:cubicBezTo>
              </a:path>
              <a:path w="3889492" h="1195852">
                <a:moveTo>
                  <a:pt x="480243" y="491490"/>
                </a:moveTo>
                <a:lnTo>
                  <a:pt x="483169" y="487467"/>
                </a:lnTo>
                <a:cubicBezTo>
                  <a:pt x="485089" y="484723"/>
                  <a:pt x="487467" y="482529"/>
                  <a:pt x="490210" y="480792"/>
                </a:cubicBezTo>
                <a:cubicBezTo>
                  <a:pt x="493044" y="479054"/>
                  <a:pt x="496062" y="477865"/>
                  <a:pt x="499354" y="477317"/>
                </a:cubicBezTo>
                <a:cubicBezTo>
                  <a:pt x="502646" y="476768"/>
                  <a:pt x="505846" y="476860"/>
                  <a:pt x="509046" y="477591"/>
                </a:cubicBezTo>
                <a:cubicBezTo>
                  <a:pt x="512247" y="478414"/>
                  <a:pt x="515264" y="479694"/>
                  <a:pt x="517916" y="481614"/>
                </a:cubicBezTo>
                <a:cubicBezTo>
                  <a:pt x="520659" y="483535"/>
                  <a:pt x="522854" y="485912"/>
                  <a:pt x="524591" y="488747"/>
                </a:cubicBezTo>
                <a:cubicBezTo>
                  <a:pt x="526329" y="491490"/>
                  <a:pt x="527517" y="494508"/>
                  <a:pt x="528066" y="497799"/>
                </a:cubicBezTo>
                <a:cubicBezTo>
                  <a:pt x="528615" y="501091"/>
                  <a:pt x="528523" y="504292"/>
                  <a:pt x="527700" y="507492"/>
                </a:cubicBezTo>
                <a:cubicBezTo>
                  <a:pt x="526969" y="510692"/>
                  <a:pt x="525689" y="513710"/>
                  <a:pt x="523768" y="516362"/>
                </a:cubicBezTo>
                <a:lnTo>
                  <a:pt x="520842" y="520476"/>
                </a:lnTo>
                <a:cubicBezTo>
                  <a:pt x="518922" y="523128"/>
                  <a:pt x="516545" y="525323"/>
                  <a:pt x="513710" y="527060"/>
                </a:cubicBezTo>
                <a:cubicBezTo>
                  <a:pt x="510967" y="528798"/>
                  <a:pt x="507949" y="529986"/>
                  <a:pt x="504657" y="530535"/>
                </a:cubicBezTo>
                <a:cubicBezTo>
                  <a:pt x="501366" y="531084"/>
                  <a:pt x="498165" y="530992"/>
                  <a:pt x="494965" y="530261"/>
                </a:cubicBezTo>
                <a:cubicBezTo>
                  <a:pt x="491673" y="529438"/>
                  <a:pt x="488747" y="528157"/>
                  <a:pt x="486095" y="526237"/>
                </a:cubicBezTo>
                <a:cubicBezTo>
                  <a:pt x="483352" y="524317"/>
                  <a:pt x="481157" y="521940"/>
                  <a:pt x="479420" y="519105"/>
                </a:cubicBezTo>
                <a:cubicBezTo>
                  <a:pt x="477683" y="516362"/>
                  <a:pt x="476494" y="513344"/>
                  <a:pt x="475945" y="510052"/>
                </a:cubicBezTo>
                <a:cubicBezTo>
                  <a:pt x="475397" y="506760"/>
                  <a:pt x="475488" y="503560"/>
                  <a:pt x="476220" y="500360"/>
                </a:cubicBezTo>
                <a:cubicBezTo>
                  <a:pt x="476951" y="497159"/>
                  <a:pt x="478323" y="494142"/>
                  <a:pt x="480243" y="491490"/>
                </a:cubicBezTo>
              </a:path>
              <a:path w="3889492" h="1195852">
                <a:moveTo>
                  <a:pt x="486095" y="483352"/>
                </a:moveTo>
                <a:lnTo>
                  <a:pt x="488930" y="479328"/>
                </a:lnTo>
                <a:cubicBezTo>
                  <a:pt x="490850" y="476585"/>
                  <a:pt x="493227" y="474391"/>
                  <a:pt x="496062" y="472653"/>
                </a:cubicBezTo>
                <a:cubicBezTo>
                  <a:pt x="498805" y="470916"/>
                  <a:pt x="501914" y="469727"/>
                  <a:pt x="505115" y="469270"/>
                </a:cubicBezTo>
                <a:cubicBezTo>
                  <a:pt x="508406" y="468721"/>
                  <a:pt x="511607" y="468813"/>
                  <a:pt x="514899" y="469544"/>
                </a:cubicBezTo>
                <a:cubicBezTo>
                  <a:pt x="518099" y="470276"/>
                  <a:pt x="521025" y="471648"/>
                  <a:pt x="523768" y="473568"/>
                </a:cubicBezTo>
                <a:cubicBezTo>
                  <a:pt x="526420" y="475488"/>
                  <a:pt x="528615" y="477774"/>
                  <a:pt x="530352" y="480609"/>
                </a:cubicBezTo>
                <a:cubicBezTo>
                  <a:pt x="532181" y="483443"/>
                  <a:pt x="533278" y="486461"/>
                  <a:pt x="533827" y="489661"/>
                </a:cubicBezTo>
                <a:cubicBezTo>
                  <a:pt x="534375" y="492953"/>
                  <a:pt x="534284" y="496153"/>
                  <a:pt x="533552" y="499445"/>
                </a:cubicBezTo>
                <a:cubicBezTo>
                  <a:pt x="532821" y="502646"/>
                  <a:pt x="531449" y="505572"/>
                  <a:pt x="529529" y="508315"/>
                </a:cubicBezTo>
                <a:lnTo>
                  <a:pt x="526603" y="512338"/>
                </a:lnTo>
                <a:cubicBezTo>
                  <a:pt x="524683" y="514990"/>
                  <a:pt x="522305" y="517185"/>
                  <a:pt x="519562" y="519013"/>
                </a:cubicBezTo>
                <a:cubicBezTo>
                  <a:pt x="516727" y="520751"/>
                  <a:pt x="513710" y="521848"/>
                  <a:pt x="510418" y="522397"/>
                </a:cubicBezTo>
                <a:cubicBezTo>
                  <a:pt x="507218" y="522945"/>
                  <a:pt x="503926" y="522854"/>
                  <a:pt x="500725" y="522122"/>
                </a:cubicBezTo>
                <a:cubicBezTo>
                  <a:pt x="497525" y="521391"/>
                  <a:pt x="494508" y="520019"/>
                  <a:pt x="491856" y="518099"/>
                </a:cubicBezTo>
                <a:cubicBezTo>
                  <a:pt x="489113" y="516179"/>
                  <a:pt x="486918" y="513801"/>
                  <a:pt x="485181" y="511058"/>
                </a:cubicBezTo>
                <a:cubicBezTo>
                  <a:pt x="483443" y="508224"/>
                  <a:pt x="482255" y="505206"/>
                  <a:pt x="481706" y="501914"/>
                </a:cubicBezTo>
                <a:cubicBezTo>
                  <a:pt x="481157" y="498714"/>
                  <a:pt x="481340" y="495422"/>
                  <a:pt x="482072" y="492222"/>
                </a:cubicBezTo>
                <a:cubicBezTo>
                  <a:pt x="482803" y="489021"/>
                  <a:pt x="484083" y="486095"/>
                  <a:pt x="486095" y="483352"/>
                </a:cubicBezTo>
              </a:path>
              <a:path w="3889492" h="1195852">
                <a:moveTo>
                  <a:pt x="491856" y="475305"/>
                </a:moveTo>
                <a:lnTo>
                  <a:pt x="494782" y="471190"/>
                </a:lnTo>
                <a:cubicBezTo>
                  <a:pt x="496702" y="468539"/>
                  <a:pt x="498988" y="466344"/>
                  <a:pt x="501823" y="464515"/>
                </a:cubicBezTo>
                <a:cubicBezTo>
                  <a:pt x="504657" y="462778"/>
                  <a:pt x="507675" y="461681"/>
                  <a:pt x="510967" y="461132"/>
                </a:cubicBezTo>
                <a:cubicBezTo>
                  <a:pt x="514167" y="460583"/>
                  <a:pt x="517459" y="460675"/>
                  <a:pt x="520659" y="461406"/>
                </a:cubicBezTo>
                <a:cubicBezTo>
                  <a:pt x="523860" y="462138"/>
                  <a:pt x="526877" y="463509"/>
                  <a:pt x="529529" y="465430"/>
                </a:cubicBezTo>
                <a:cubicBezTo>
                  <a:pt x="532181" y="467350"/>
                  <a:pt x="534467" y="469727"/>
                  <a:pt x="536204" y="472470"/>
                </a:cubicBezTo>
                <a:cubicBezTo>
                  <a:pt x="537942" y="475305"/>
                  <a:pt x="539130" y="478323"/>
                  <a:pt x="539679" y="481614"/>
                </a:cubicBezTo>
                <a:cubicBezTo>
                  <a:pt x="540136" y="484815"/>
                  <a:pt x="540045" y="488107"/>
                  <a:pt x="539313" y="491307"/>
                </a:cubicBezTo>
                <a:cubicBezTo>
                  <a:pt x="538582" y="494508"/>
                  <a:pt x="537210" y="497434"/>
                  <a:pt x="535290" y="500177"/>
                </a:cubicBezTo>
                <a:lnTo>
                  <a:pt x="532455" y="504200"/>
                </a:lnTo>
                <a:cubicBezTo>
                  <a:pt x="530535" y="506943"/>
                  <a:pt x="528157" y="509138"/>
                  <a:pt x="525323" y="510875"/>
                </a:cubicBezTo>
                <a:cubicBezTo>
                  <a:pt x="522580" y="512613"/>
                  <a:pt x="519471" y="513801"/>
                  <a:pt x="516270" y="514350"/>
                </a:cubicBezTo>
                <a:cubicBezTo>
                  <a:pt x="512978" y="514807"/>
                  <a:pt x="509778" y="514716"/>
                  <a:pt x="506486" y="513984"/>
                </a:cubicBezTo>
                <a:cubicBezTo>
                  <a:pt x="503286" y="513253"/>
                  <a:pt x="500360" y="511973"/>
                  <a:pt x="497616" y="510052"/>
                </a:cubicBezTo>
                <a:cubicBezTo>
                  <a:pt x="494965" y="508132"/>
                  <a:pt x="492770" y="505755"/>
                  <a:pt x="490941" y="502920"/>
                </a:cubicBezTo>
                <a:cubicBezTo>
                  <a:pt x="489204" y="500085"/>
                  <a:pt x="488107" y="497068"/>
                  <a:pt x="487558" y="493867"/>
                </a:cubicBezTo>
                <a:cubicBezTo>
                  <a:pt x="487009" y="490576"/>
                  <a:pt x="487101" y="487375"/>
                  <a:pt x="487832" y="484083"/>
                </a:cubicBezTo>
                <a:cubicBezTo>
                  <a:pt x="488564" y="480883"/>
                  <a:pt x="489936" y="477957"/>
                  <a:pt x="491856" y="475305"/>
                </a:cubicBezTo>
              </a:path>
              <a:path w="3889492" h="1195852">
                <a:moveTo>
                  <a:pt x="497616" y="467167"/>
                </a:moveTo>
                <a:lnTo>
                  <a:pt x="500543" y="463144"/>
                </a:lnTo>
                <a:cubicBezTo>
                  <a:pt x="502463" y="460400"/>
                  <a:pt x="504840" y="458206"/>
                  <a:pt x="507675" y="456468"/>
                </a:cubicBezTo>
                <a:cubicBezTo>
                  <a:pt x="510418" y="454731"/>
                  <a:pt x="513436" y="453542"/>
                  <a:pt x="516727" y="452994"/>
                </a:cubicBezTo>
                <a:cubicBezTo>
                  <a:pt x="520019" y="452445"/>
                  <a:pt x="523220" y="452537"/>
                  <a:pt x="526420" y="453360"/>
                </a:cubicBezTo>
                <a:cubicBezTo>
                  <a:pt x="529712" y="454091"/>
                  <a:pt x="532638" y="455371"/>
                  <a:pt x="535290" y="457291"/>
                </a:cubicBezTo>
                <a:cubicBezTo>
                  <a:pt x="538033" y="459212"/>
                  <a:pt x="540228" y="461589"/>
                  <a:pt x="541965" y="464424"/>
                </a:cubicBezTo>
                <a:cubicBezTo>
                  <a:pt x="543702" y="467167"/>
                  <a:pt x="544891" y="470184"/>
                  <a:pt x="545440" y="473476"/>
                </a:cubicBezTo>
                <a:cubicBezTo>
                  <a:pt x="545988" y="476768"/>
                  <a:pt x="545897" y="479969"/>
                  <a:pt x="545165" y="483169"/>
                </a:cubicBezTo>
                <a:cubicBezTo>
                  <a:pt x="544342" y="486461"/>
                  <a:pt x="543062" y="489387"/>
                  <a:pt x="541142" y="492039"/>
                </a:cubicBezTo>
                <a:lnTo>
                  <a:pt x="538216" y="496153"/>
                </a:lnTo>
                <a:cubicBezTo>
                  <a:pt x="536296" y="498805"/>
                  <a:pt x="533918" y="501000"/>
                  <a:pt x="531175" y="502737"/>
                </a:cubicBezTo>
                <a:cubicBezTo>
                  <a:pt x="528340" y="504474"/>
                  <a:pt x="525323" y="505663"/>
                  <a:pt x="522031" y="506212"/>
                </a:cubicBezTo>
                <a:cubicBezTo>
                  <a:pt x="518739" y="506760"/>
                  <a:pt x="515539" y="506669"/>
                  <a:pt x="512338" y="505938"/>
                </a:cubicBezTo>
                <a:cubicBezTo>
                  <a:pt x="509046" y="505115"/>
                  <a:pt x="506120" y="503834"/>
                  <a:pt x="503469" y="501914"/>
                </a:cubicBezTo>
                <a:cubicBezTo>
                  <a:pt x="500725" y="499994"/>
                  <a:pt x="498531" y="497616"/>
                  <a:pt x="496794" y="494782"/>
                </a:cubicBezTo>
                <a:cubicBezTo>
                  <a:pt x="495056" y="492039"/>
                  <a:pt x="493867" y="489021"/>
                  <a:pt x="493319" y="485729"/>
                </a:cubicBezTo>
                <a:cubicBezTo>
                  <a:pt x="492770" y="482437"/>
                  <a:pt x="492862" y="479237"/>
                  <a:pt x="493685" y="476037"/>
                </a:cubicBezTo>
                <a:cubicBezTo>
                  <a:pt x="494416" y="472836"/>
                  <a:pt x="495696" y="469819"/>
                  <a:pt x="497616" y="467167"/>
                </a:cubicBezTo>
              </a:path>
              <a:path w="3889492" h="1195852">
                <a:moveTo>
                  <a:pt x="503469" y="459029"/>
                </a:moveTo>
                <a:lnTo>
                  <a:pt x="506303" y="455005"/>
                </a:lnTo>
                <a:cubicBezTo>
                  <a:pt x="508224" y="452354"/>
                  <a:pt x="510601" y="450068"/>
                  <a:pt x="513436" y="448330"/>
                </a:cubicBezTo>
                <a:cubicBezTo>
                  <a:pt x="516270" y="446593"/>
                  <a:pt x="519288" y="445404"/>
                  <a:pt x="522580" y="444947"/>
                </a:cubicBezTo>
                <a:cubicBezTo>
                  <a:pt x="525780" y="444398"/>
                  <a:pt x="529072" y="444490"/>
                  <a:pt x="532272" y="445221"/>
                </a:cubicBezTo>
                <a:cubicBezTo>
                  <a:pt x="535473" y="445953"/>
                  <a:pt x="538399" y="447324"/>
                  <a:pt x="541142" y="449245"/>
                </a:cubicBezTo>
                <a:cubicBezTo>
                  <a:pt x="543794" y="451165"/>
                  <a:pt x="546080" y="453451"/>
                  <a:pt x="547817" y="456286"/>
                </a:cubicBezTo>
                <a:cubicBezTo>
                  <a:pt x="549554" y="459120"/>
                  <a:pt x="550652" y="462138"/>
                  <a:pt x="551200" y="465338"/>
                </a:cubicBezTo>
                <a:cubicBezTo>
                  <a:pt x="551749" y="468630"/>
                  <a:pt x="551658" y="471830"/>
                  <a:pt x="550926" y="475122"/>
                </a:cubicBezTo>
                <a:cubicBezTo>
                  <a:pt x="550194" y="478323"/>
                  <a:pt x="548823" y="481249"/>
                  <a:pt x="546903" y="483992"/>
                </a:cubicBezTo>
                <a:lnTo>
                  <a:pt x="544068" y="488015"/>
                </a:lnTo>
                <a:cubicBezTo>
                  <a:pt x="542148" y="490667"/>
                  <a:pt x="539770" y="492953"/>
                  <a:pt x="536936" y="494690"/>
                </a:cubicBezTo>
                <a:cubicBezTo>
                  <a:pt x="534101" y="496428"/>
                  <a:pt x="531084" y="497525"/>
                  <a:pt x="527792" y="498074"/>
                </a:cubicBezTo>
                <a:cubicBezTo>
                  <a:pt x="524591" y="498622"/>
                  <a:pt x="521299" y="498531"/>
                  <a:pt x="518099" y="497799"/>
                </a:cubicBezTo>
                <a:cubicBezTo>
                  <a:pt x="514899" y="497068"/>
                  <a:pt x="511973" y="495696"/>
                  <a:pt x="509229" y="493776"/>
                </a:cubicBezTo>
                <a:cubicBezTo>
                  <a:pt x="506578" y="491856"/>
                  <a:pt x="504292" y="489478"/>
                  <a:pt x="502554" y="486735"/>
                </a:cubicBezTo>
                <a:cubicBezTo>
                  <a:pt x="500817" y="483900"/>
                  <a:pt x="499720" y="480883"/>
                  <a:pt x="499171" y="477591"/>
                </a:cubicBezTo>
                <a:cubicBezTo>
                  <a:pt x="498622" y="474391"/>
                  <a:pt x="498714" y="471099"/>
                  <a:pt x="499445" y="467898"/>
                </a:cubicBezTo>
                <a:cubicBezTo>
                  <a:pt x="500177" y="464698"/>
                  <a:pt x="501548" y="461772"/>
                  <a:pt x="503469" y="459029"/>
                </a:cubicBezTo>
              </a:path>
              <a:path w="3889492" h="1195852">
                <a:moveTo>
                  <a:pt x="509229" y="450982"/>
                </a:moveTo>
                <a:lnTo>
                  <a:pt x="512155" y="446867"/>
                </a:lnTo>
                <a:cubicBezTo>
                  <a:pt x="514076" y="444216"/>
                  <a:pt x="516453" y="442021"/>
                  <a:pt x="519196" y="440192"/>
                </a:cubicBezTo>
                <a:cubicBezTo>
                  <a:pt x="522031" y="438455"/>
                  <a:pt x="525048" y="437358"/>
                  <a:pt x="528340" y="436809"/>
                </a:cubicBezTo>
                <a:cubicBezTo>
                  <a:pt x="531632" y="436260"/>
                  <a:pt x="534833" y="436352"/>
                  <a:pt x="538033" y="437083"/>
                </a:cubicBezTo>
                <a:cubicBezTo>
                  <a:pt x="541233" y="437815"/>
                  <a:pt x="544251" y="439186"/>
                  <a:pt x="546903" y="441107"/>
                </a:cubicBezTo>
                <a:cubicBezTo>
                  <a:pt x="549646" y="443027"/>
                  <a:pt x="551840" y="445404"/>
                  <a:pt x="553578" y="448147"/>
                </a:cubicBezTo>
                <a:cubicBezTo>
                  <a:pt x="555315" y="450982"/>
                  <a:pt x="556504" y="454000"/>
                  <a:pt x="557052" y="457291"/>
                </a:cubicBezTo>
                <a:cubicBezTo>
                  <a:pt x="557601" y="460492"/>
                  <a:pt x="557510" y="463784"/>
                  <a:pt x="556687" y="466984"/>
                </a:cubicBezTo>
                <a:cubicBezTo>
                  <a:pt x="555955" y="470184"/>
                  <a:pt x="554675" y="473111"/>
                  <a:pt x="552755" y="475854"/>
                </a:cubicBezTo>
                <a:lnTo>
                  <a:pt x="549829" y="479877"/>
                </a:lnTo>
                <a:cubicBezTo>
                  <a:pt x="547908" y="482620"/>
                  <a:pt x="545531" y="484815"/>
                  <a:pt x="542696" y="486552"/>
                </a:cubicBezTo>
                <a:cubicBezTo>
                  <a:pt x="539953" y="488290"/>
                  <a:pt x="536936" y="489478"/>
                  <a:pt x="533644" y="490027"/>
                </a:cubicBezTo>
                <a:cubicBezTo>
                  <a:pt x="530352" y="490576"/>
                  <a:pt x="527152" y="490393"/>
                  <a:pt x="523951" y="489661"/>
                </a:cubicBezTo>
                <a:cubicBezTo>
                  <a:pt x="520659" y="488930"/>
                  <a:pt x="517733" y="487650"/>
                  <a:pt x="515082" y="485729"/>
                </a:cubicBezTo>
                <a:cubicBezTo>
                  <a:pt x="512338" y="483809"/>
                  <a:pt x="510144" y="481432"/>
                  <a:pt x="508406" y="478597"/>
                </a:cubicBezTo>
                <a:cubicBezTo>
                  <a:pt x="506669" y="475762"/>
                  <a:pt x="505480" y="472745"/>
                  <a:pt x="504932" y="469544"/>
                </a:cubicBezTo>
                <a:cubicBezTo>
                  <a:pt x="504383" y="466253"/>
                  <a:pt x="504474" y="463052"/>
                  <a:pt x="505206" y="459760"/>
                </a:cubicBezTo>
                <a:cubicBezTo>
                  <a:pt x="506029" y="456560"/>
                  <a:pt x="507309" y="453634"/>
                  <a:pt x="509229" y="450982"/>
                </a:cubicBezTo>
              </a:path>
              <a:path w="3889492" h="1195852">
                <a:moveTo>
                  <a:pt x="515082" y="442844"/>
                </a:moveTo>
                <a:lnTo>
                  <a:pt x="517916" y="438821"/>
                </a:lnTo>
                <a:cubicBezTo>
                  <a:pt x="519836" y="436077"/>
                  <a:pt x="522214" y="433883"/>
                  <a:pt x="525048" y="432145"/>
                </a:cubicBezTo>
                <a:cubicBezTo>
                  <a:pt x="527792" y="430408"/>
                  <a:pt x="530901" y="429219"/>
                  <a:pt x="534101" y="428671"/>
                </a:cubicBezTo>
                <a:cubicBezTo>
                  <a:pt x="537393" y="428122"/>
                  <a:pt x="540593" y="428214"/>
                  <a:pt x="543885" y="429036"/>
                </a:cubicBezTo>
                <a:cubicBezTo>
                  <a:pt x="547086" y="429768"/>
                  <a:pt x="550012" y="431048"/>
                  <a:pt x="552755" y="432968"/>
                </a:cubicBezTo>
                <a:cubicBezTo>
                  <a:pt x="555407" y="434889"/>
                  <a:pt x="557601" y="437266"/>
                  <a:pt x="559430" y="440101"/>
                </a:cubicBezTo>
                <a:cubicBezTo>
                  <a:pt x="561167" y="442844"/>
                  <a:pt x="562265" y="445861"/>
                  <a:pt x="562813" y="449153"/>
                </a:cubicBezTo>
                <a:cubicBezTo>
                  <a:pt x="563362" y="452445"/>
                  <a:pt x="563270" y="455646"/>
                  <a:pt x="562539" y="458846"/>
                </a:cubicBezTo>
                <a:cubicBezTo>
                  <a:pt x="561807" y="462138"/>
                  <a:pt x="560436" y="465064"/>
                  <a:pt x="558516" y="467716"/>
                </a:cubicBezTo>
                <a:lnTo>
                  <a:pt x="555589" y="471830"/>
                </a:lnTo>
                <a:cubicBezTo>
                  <a:pt x="553669" y="474482"/>
                  <a:pt x="551292" y="476677"/>
                  <a:pt x="548549" y="478414"/>
                </a:cubicBezTo>
                <a:cubicBezTo>
                  <a:pt x="545714" y="480151"/>
                  <a:pt x="542696" y="481340"/>
                  <a:pt x="539405" y="481889"/>
                </a:cubicBezTo>
                <a:cubicBezTo>
                  <a:pt x="536204" y="482437"/>
                  <a:pt x="532912" y="482346"/>
                  <a:pt x="529712" y="481614"/>
                </a:cubicBezTo>
                <a:cubicBezTo>
                  <a:pt x="526512" y="480792"/>
                  <a:pt x="523494" y="479511"/>
                  <a:pt x="520842" y="477591"/>
                </a:cubicBezTo>
                <a:cubicBezTo>
                  <a:pt x="518190" y="475671"/>
                  <a:pt x="515904" y="473293"/>
                  <a:pt x="514167" y="470459"/>
                </a:cubicBezTo>
                <a:cubicBezTo>
                  <a:pt x="512430" y="467716"/>
                  <a:pt x="511241" y="464698"/>
                  <a:pt x="510692" y="461406"/>
                </a:cubicBezTo>
                <a:cubicBezTo>
                  <a:pt x="510235" y="458114"/>
                  <a:pt x="510327" y="454914"/>
                  <a:pt x="511058" y="451714"/>
                </a:cubicBezTo>
                <a:cubicBezTo>
                  <a:pt x="511790" y="448513"/>
                  <a:pt x="513161" y="445496"/>
                  <a:pt x="515082" y="442844"/>
                </a:cubicBezTo>
              </a:path>
              <a:path w="3889492" h="1195852">
                <a:moveTo>
                  <a:pt x="520842" y="434706"/>
                </a:moveTo>
                <a:lnTo>
                  <a:pt x="523768" y="430682"/>
                </a:lnTo>
                <a:cubicBezTo>
                  <a:pt x="525689" y="428031"/>
                  <a:pt x="528066" y="425745"/>
                  <a:pt x="530809" y="424007"/>
                </a:cubicBezTo>
                <a:cubicBezTo>
                  <a:pt x="533644" y="422270"/>
                  <a:pt x="536661" y="421173"/>
                  <a:pt x="539953" y="420624"/>
                </a:cubicBezTo>
                <a:cubicBezTo>
                  <a:pt x="543154" y="420075"/>
                  <a:pt x="546445" y="420167"/>
                  <a:pt x="549646" y="420898"/>
                </a:cubicBezTo>
                <a:cubicBezTo>
                  <a:pt x="552846" y="421630"/>
                  <a:pt x="555864" y="423001"/>
                  <a:pt x="558516" y="424922"/>
                </a:cubicBezTo>
                <a:cubicBezTo>
                  <a:pt x="561167" y="426842"/>
                  <a:pt x="563453" y="429128"/>
                  <a:pt x="565191" y="431963"/>
                </a:cubicBezTo>
                <a:cubicBezTo>
                  <a:pt x="566928" y="434797"/>
                  <a:pt x="568117" y="437815"/>
                  <a:pt x="568665" y="441015"/>
                </a:cubicBezTo>
                <a:cubicBezTo>
                  <a:pt x="569123" y="444307"/>
                  <a:pt x="569031" y="447599"/>
                  <a:pt x="568300" y="450799"/>
                </a:cubicBezTo>
                <a:cubicBezTo>
                  <a:pt x="567568" y="454000"/>
                  <a:pt x="566196" y="456926"/>
                  <a:pt x="564276" y="459669"/>
                </a:cubicBezTo>
                <a:lnTo>
                  <a:pt x="561442" y="463692"/>
                </a:lnTo>
                <a:cubicBezTo>
                  <a:pt x="559521" y="466344"/>
                  <a:pt x="557144" y="468630"/>
                  <a:pt x="554309" y="470367"/>
                </a:cubicBezTo>
                <a:cubicBezTo>
                  <a:pt x="551566" y="472105"/>
                  <a:pt x="548457" y="473202"/>
                  <a:pt x="545257" y="473751"/>
                </a:cubicBezTo>
                <a:cubicBezTo>
                  <a:pt x="541965" y="474299"/>
                  <a:pt x="538764" y="474208"/>
                  <a:pt x="535473" y="473476"/>
                </a:cubicBezTo>
                <a:cubicBezTo>
                  <a:pt x="532272" y="472745"/>
                  <a:pt x="529346" y="471373"/>
                  <a:pt x="526603" y="469453"/>
                </a:cubicBezTo>
                <a:cubicBezTo>
                  <a:pt x="523951" y="467533"/>
                  <a:pt x="521757" y="465155"/>
                  <a:pt x="519928" y="462412"/>
                </a:cubicBezTo>
                <a:cubicBezTo>
                  <a:pt x="518190" y="459577"/>
                  <a:pt x="517093" y="456560"/>
                  <a:pt x="516545" y="453268"/>
                </a:cubicBezTo>
                <a:cubicBezTo>
                  <a:pt x="515996" y="450068"/>
                  <a:pt x="516087" y="446776"/>
                  <a:pt x="516819" y="443575"/>
                </a:cubicBezTo>
                <a:cubicBezTo>
                  <a:pt x="517550" y="440375"/>
                  <a:pt x="518922" y="437449"/>
                  <a:pt x="520842" y="434706"/>
                </a:cubicBezTo>
              </a:path>
              <a:path w="3889492" h="1195852">
                <a:moveTo>
                  <a:pt x="526603" y="426659"/>
                </a:moveTo>
                <a:lnTo>
                  <a:pt x="529529" y="422544"/>
                </a:lnTo>
                <a:cubicBezTo>
                  <a:pt x="531449" y="419892"/>
                  <a:pt x="533827" y="417698"/>
                  <a:pt x="536661" y="415869"/>
                </a:cubicBezTo>
                <a:cubicBezTo>
                  <a:pt x="539405" y="414132"/>
                  <a:pt x="542422" y="413034"/>
                  <a:pt x="545714" y="412486"/>
                </a:cubicBezTo>
                <a:cubicBezTo>
                  <a:pt x="549006" y="411937"/>
                  <a:pt x="552206" y="412029"/>
                  <a:pt x="555407" y="412760"/>
                </a:cubicBezTo>
                <a:cubicBezTo>
                  <a:pt x="558698" y="413492"/>
                  <a:pt x="561624" y="414863"/>
                  <a:pt x="564276" y="416784"/>
                </a:cubicBezTo>
                <a:cubicBezTo>
                  <a:pt x="567019" y="418704"/>
                  <a:pt x="569214" y="421081"/>
                  <a:pt x="570951" y="423824"/>
                </a:cubicBezTo>
                <a:cubicBezTo>
                  <a:pt x="572689" y="426659"/>
                  <a:pt x="573877" y="429677"/>
                  <a:pt x="574426" y="432968"/>
                </a:cubicBezTo>
                <a:cubicBezTo>
                  <a:pt x="574975" y="436169"/>
                  <a:pt x="574883" y="439461"/>
                  <a:pt x="574152" y="442661"/>
                </a:cubicBezTo>
                <a:cubicBezTo>
                  <a:pt x="573329" y="445861"/>
                  <a:pt x="572049" y="448879"/>
                  <a:pt x="570128" y="451531"/>
                </a:cubicBezTo>
                <a:lnTo>
                  <a:pt x="567202" y="455554"/>
                </a:lnTo>
                <a:cubicBezTo>
                  <a:pt x="565282" y="458297"/>
                  <a:pt x="562905" y="460492"/>
                  <a:pt x="560161" y="462229"/>
                </a:cubicBezTo>
                <a:cubicBezTo>
                  <a:pt x="557327" y="463967"/>
                  <a:pt x="554309" y="465155"/>
                  <a:pt x="551017" y="465704"/>
                </a:cubicBezTo>
                <a:cubicBezTo>
                  <a:pt x="547726" y="466253"/>
                  <a:pt x="544525" y="466070"/>
                  <a:pt x="541325" y="465338"/>
                </a:cubicBezTo>
                <a:cubicBezTo>
                  <a:pt x="538033" y="464607"/>
                  <a:pt x="535107" y="463326"/>
                  <a:pt x="532455" y="461406"/>
                </a:cubicBezTo>
                <a:cubicBezTo>
                  <a:pt x="529712" y="459486"/>
                  <a:pt x="527517" y="457109"/>
                  <a:pt x="525780" y="454274"/>
                </a:cubicBezTo>
                <a:cubicBezTo>
                  <a:pt x="524043" y="451439"/>
                  <a:pt x="522854" y="448422"/>
                  <a:pt x="522305" y="445221"/>
                </a:cubicBezTo>
                <a:cubicBezTo>
                  <a:pt x="521757" y="441930"/>
                  <a:pt x="521848" y="438729"/>
                  <a:pt x="522671" y="435437"/>
                </a:cubicBezTo>
                <a:cubicBezTo>
                  <a:pt x="523403" y="432237"/>
                  <a:pt x="524683" y="429311"/>
                  <a:pt x="526603" y="426659"/>
                </a:cubicBezTo>
              </a:path>
              <a:path w="3889492" h="1195852">
                <a:moveTo>
                  <a:pt x="532455" y="418521"/>
                </a:moveTo>
                <a:lnTo>
                  <a:pt x="535290" y="414498"/>
                </a:lnTo>
                <a:cubicBezTo>
                  <a:pt x="537210" y="411754"/>
                  <a:pt x="539587" y="409560"/>
                  <a:pt x="542422" y="407822"/>
                </a:cubicBezTo>
                <a:cubicBezTo>
                  <a:pt x="545257" y="406085"/>
                  <a:pt x="548274" y="404896"/>
                  <a:pt x="551566" y="404348"/>
                </a:cubicBezTo>
                <a:cubicBezTo>
                  <a:pt x="554766" y="403799"/>
                  <a:pt x="558058" y="403890"/>
                  <a:pt x="561259" y="404713"/>
                </a:cubicBezTo>
                <a:cubicBezTo>
                  <a:pt x="564459" y="405445"/>
                  <a:pt x="567385" y="406725"/>
                  <a:pt x="570128" y="408645"/>
                </a:cubicBezTo>
                <a:cubicBezTo>
                  <a:pt x="572780" y="410566"/>
                  <a:pt x="575066" y="412943"/>
                  <a:pt x="576804" y="415778"/>
                </a:cubicBezTo>
                <a:cubicBezTo>
                  <a:pt x="578541" y="418521"/>
                  <a:pt x="579638" y="421630"/>
                  <a:pt x="580187" y="424830"/>
                </a:cubicBezTo>
                <a:cubicBezTo>
                  <a:pt x="580735" y="428122"/>
                  <a:pt x="580644" y="431322"/>
                  <a:pt x="579912" y="434523"/>
                </a:cubicBezTo>
                <a:cubicBezTo>
                  <a:pt x="579181" y="437815"/>
                  <a:pt x="577809" y="440741"/>
                  <a:pt x="575889" y="443393"/>
                </a:cubicBezTo>
                <a:lnTo>
                  <a:pt x="573054" y="447507"/>
                </a:lnTo>
                <a:cubicBezTo>
                  <a:pt x="571134" y="450159"/>
                  <a:pt x="568757" y="452354"/>
                  <a:pt x="565922" y="454091"/>
                </a:cubicBezTo>
                <a:cubicBezTo>
                  <a:pt x="563088" y="455828"/>
                  <a:pt x="560070" y="457017"/>
                  <a:pt x="556778" y="457566"/>
                </a:cubicBezTo>
                <a:cubicBezTo>
                  <a:pt x="553578" y="458114"/>
                  <a:pt x="550286" y="458023"/>
                  <a:pt x="547086" y="457291"/>
                </a:cubicBezTo>
                <a:cubicBezTo>
                  <a:pt x="543885" y="456468"/>
                  <a:pt x="540959" y="455188"/>
                  <a:pt x="538216" y="453268"/>
                </a:cubicBezTo>
                <a:cubicBezTo>
                  <a:pt x="535564" y="451348"/>
                  <a:pt x="533278" y="448970"/>
                  <a:pt x="531541" y="446136"/>
                </a:cubicBezTo>
                <a:cubicBezTo>
                  <a:pt x="529803" y="443393"/>
                  <a:pt x="528706" y="440375"/>
                  <a:pt x="528157" y="437083"/>
                </a:cubicBezTo>
                <a:cubicBezTo>
                  <a:pt x="527609" y="433791"/>
                  <a:pt x="527700" y="430591"/>
                  <a:pt x="528432" y="427391"/>
                </a:cubicBezTo>
                <a:cubicBezTo>
                  <a:pt x="529163" y="424190"/>
                  <a:pt x="530535" y="421173"/>
                  <a:pt x="532455" y="418521"/>
                </a:cubicBezTo>
              </a:path>
              <a:path w="3889492" h="1195852">
                <a:moveTo>
                  <a:pt x="538216" y="410383"/>
                </a:moveTo>
                <a:lnTo>
                  <a:pt x="541142" y="406359"/>
                </a:lnTo>
                <a:cubicBezTo>
                  <a:pt x="543062" y="403708"/>
                  <a:pt x="545440" y="401422"/>
                  <a:pt x="548183" y="399684"/>
                </a:cubicBezTo>
                <a:cubicBezTo>
                  <a:pt x="551017" y="397947"/>
                  <a:pt x="554035" y="396850"/>
                  <a:pt x="557327" y="396301"/>
                </a:cubicBezTo>
                <a:cubicBezTo>
                  <a:pt x="560619" y="395752"/>
                  <a:pt x="563819" y="395844"/>
                  <a:pt x="567019" y="396575"/>
                </a:cubicBezTo>
                <a:cubicBezTo>
                  <a:pt x="570311" y="397307"/>
                  <a:pt x="573237" y="398678"/>
                  <a:pt x="575889" y="400599"/>
                </a:cubicBezTo>
                <a:cubicBezTo>
                  <a:pt x="578632" y="402519"/>
                  <a:pt x="580827" y="404805"/>
                  <a:pt x="582564" y="407640"/>
                </a:cubicBezTo>
                <a:cubicBezTo>
                  <a:pt x="584302" y="410474"/>
                  <a:pt x="585490" y="413492"/>
                  <a:pt x="586039" y="416692"/>
                </a:cubicBezTo>
                <a:cubicBezTo>
                  <a:pt x="586588" y="419984"/>
                  <a:pt x="586496" y="423276"/>
                  <a:pt x="585673" y="426476"/>
                </a:cubicBezTo>
                <a:cubicBezTo>
                  <a:pt x="584942" y="429677"/>
                  <a:pt x="583662" y="432603"/>
                  <a:pt x="581741" y="435346"/>
                </a:cubicBezTo>
                <a:lnTo>
                  <a:pt x="578815" y="439369"/>
                </a:lnTo>
                <a:cubicBezTo>
                  <a:pt x="576895" y="442021"/>
                  <a:pt x="574518" y="444307"/>
                  <a:pt x="571683" y="446044"/>
                </a:cubicBezTo>
                <a:cubicBezTo>
                  <a:pt x="568940" y="447782"/>
                  <a:pt x="565922" y="448879"/>
                  <a:pt x="562630" y="449428"/>
                </a:cubicBezTo>
                <a:cubicBezTo>
                  <a:pt x="559338" y="449976"/>
                  <a:pt x="556138" y="449885"/>
                  <a:pt x="552938" y="449153"/>
                </a:cubicBezTo>
                <a:cubicBezTo>
                  <a:pt x="549646" y="448422"/>
                  <a:pt x="546720" y="447050"/>
                  <a:pt x="544068" y="445130"/>
                </a:cubicBezTo>
                <a:cubicBezTo>
                  <a:pt x="541325" y="443210"/>
                  <a:pt x="539130" y="440832"/>
                  <a:pt x="537393" y="438089"/>
                </a:cubicBezTo>
                <a:cubicBezTo>
                  <a:pt x="535656" y="435254"/>
                  <a:pt x="534467" y="432237"/>
                  <a:pt x="533918" y="428945"/>
                </a:cubicBezTo>
                <a:cubicBezTo>
                  <a:pt x="533370" y="425745"/>
                  <a:pt x="533461" y="422453"/>
                  <a:pt x="534192" y="419252"/>
                </a:cubicBezTo>
                <a:cubicBezTo>
                  <a:pt x="535015" y="416052"/>
                  <a:pt x="536296" y="413126"/>
                  <a:pt x="538216" y="410383"/>
                </a:cubicBezTo>
              </a:path>
              <a:path w="3889492" h="1195852">
                <a:moveTo>
                  <a:pt x="544068" y="402336"/>
                </a:moveTo>
                <a:lnTo>
                  <a:pt x="546903" y="398221"/>
                </a:lnTo>
                <a:cubicBezTo>
                  <a:pt x="548823" y="395569"/>
                  <a:pt x="551200" y="393375"/>
                  <a:pt x="554035" y="391638"/>
                </a:cubicBezTo>
                <a:cubicBezTo>
                  <a:pt x="556778" y="389809"/>
                  <a:pt x="559887" y="388711"/>
                  <a:pt x="563088" y="388163"/>
                </a:cubicBezTo>
                <a:cubicBezTo>
                  <a:pt x="566379" y="387614"/>
                  <a:pt x="569580" y="387706"/>
                  <a:pt x="572872" y="388437"/>
                </a:cubicBezTo>
                <a:cubicBezTo>
                  <a:pt x="576072" y="389169"/>
                  <a:pt x="578998" y="390540"/>
                  <a:pt x="581741" y="392460"/>
                </a:cubicBezTo>
                <a:cubicBezTo>
                  <a:pt x="584393" y="394381"/>
                  <a:pt x="586588" y="396758"/>
                  <a:pt x="588416" y="399501"/>
                </a:cubicBezTo>
                <a:cubicBezTo>
                  <a:pt x="590154" y="402336"/>
                  <a:pt x="591251" y="405354"/>
                  <a:pt x="591800" y="408645"/>
                </a:cubicBezTo>
                <a:cubicBezTo>
                  <a:pt x="592348" y="411846"/>
                  <a:pt x="592257" y="415138"/>
                  <a:pt x="591525" y="418338"/>
                </a:cubicBezTo>
                <a:cubicBezTo>
                  <a:pt x="590794" y="421538"/>
                  <a:pt x="589422" y="424556"/>
                  <a:pt x="587502" y="427208"/>
                </a:cubicBezTo>
                <a:lnTo>
                  <a:pt x="584576" y="431231"/>
                </a:lnTo>
                <a:cubicBezTo>
                  <a:pt x="582656" y="433974"/>
                  <a:pt x="580370" y="436169"/>
                  <a:pt x="577535" y="437906"/>
                </a:cubicBezTo>
                <a:cubicBezTo>
                  <a:pt x="574700" y="439644"/>
                  <a:pt x="571683" y="440832"/>
                  <a:pt x="568391" y="441381"/>
                </a:cubicBezTo>
                <a:cubicBezTo>
                  <a:pt x="565191" y="441930"/>
                  <a:pt x="561899" y="441747"/>
                  <a:pt x="558698" y="441015"/>
                </a:cubicBezTo>
                <a:cubicBezTo>
                  <a:pt x="555498" y="440284"/>
                  <a:pt x="552480" y="439003"/>
                  <a:pt x="549829" y="437083"/>
                </a:cubicBezTo>
                <a:cubicBezTo>
                  <a:pt x="547177" y="435163"/>
                  <a:pt x="544891" y="432786"/>
                  <a:pt x="543154" y="429951"/>
                </a:cubicBezTo>
                <a:cubicBezTo>
                  <a:pt x="541416" y="427116"/>
                  <a:pt x="540228" y="424099"/>
                  <a:pt x="539679" y="420898"/>
                </a:cubicBezTo>
                <a:cubicBezTo>
                  <a:pt x="539222" y="417606"/>
                  <a:pt x="539313" y="414406"/>
                  <a:pt x="540045" y="411114"/>
                </a:cubicBezTo>
                <a:cubicBezTo>
                  <a:pt x="540776" y="407914"/>
                  <a:pt x="542148" y="404988"/>
                  <a:pt x="544068" y="402336"/>
                </a:cubicBezTo>
              </a:path>
              <a:path w="3889492" h="1195852">
                <a:moveTo>
                  <a:pt x="549829" y="394198"/>
                </a:moveTo>
                <a:lnTo>
                  <a:pt x="552755" y="390174"/>
                </a:lnTo>
                <a:cubicBezTo>
                  <a:pt x="554675" y="387431"/>
                  <a:pt x="557052" y="385237"/>
                  <a:pt x="559796" y="383499"/>
                </a:cubicBezTo>
                <a:cubicBezTo>
                  <a:pt x="562630" y="381762"/>
                  <a:pt x="565648" y="380573"/>
                  <a:pt x="568940" y="380025"/>
                </a:cubicBezTo>
                <a:cubicBezTo>
                  <a:pt x="572140" y="379476"/>
                  <a:pt x="575432" y="379567"/>
                  <a:pt x="578632" y="380390"/>
                </a:cubicBezTo>
                <a:cubicBezTo>
                  <a:pt x="581833" y="381122"/>
                  <a:pt x="584850" y="382402"/>
                  <a:pt x="587502" y="384322"/>
                </a:cubicBezTo>
                <a:cubicBezTo>
                  <a:pt x="590245" y="386243"/>
                  <a:pt x="592440" y="388620"/>
                  <a:pt x="594177" y="391455"/>
                </a:cubicBezTo>
                <a:cubicBezTo>
                  <a:pt x="595914" y="394198"/>
                  <a:pt x="597103" y="397307"/>
                  <a:pt x="597652" y="400507"/>
                </a:cubicBezTo>
                <a:cubicBezTo>
                  <a:pt x="598200" y="403799"/>
                  <a:pt x="598018" y="406999"/>
                  <a:pt x="597286" y="410200"/>
                </a:cubicBezTo>
                <a:cubicBezTo>
                  <a:pt x="596555" y="413492"/>
                  <a:pt x="595183" y="416418"/>
                  <a:pt x="593263" y="419070"/>
                </a:cubicBezTo>
                <a:lnTo>
                  <a:pt x="590428" y="423184"/>
                </a:lnTo>
                <a:cubicBezTo>
                  <a:pt x="588508" y="425836"/>
                  <a:pt x="586130" y="428031"/>
                  <a:pt x="583296" y="429768"/>
                </a:cubicBezTo>
                <a:cubicBezTo>
                  <a:pt x="580553" y="431505"/>
                  <a:pt x="577444" y="432694"/>
                  <a:pt x="574243" y="433243"/>
                </a:cubicBezTo>
                <a:cubicBezTo>
                  <a:pt x="570951" y="433791"/>
                  <a:pt x="567751" y="433700"/>
                  <a:pt x="564459" y="432968"/>
                </a:cubicBezTo>
                <a:cubicBezTo>
                  <a:pt x="561259" y="432145"/>
                  <a:pt x="558333" y="430865"/>
                  <a:pt x="555589" y="428945"/>
                </a:cubicBezTo>
                <a:cubicBezTo>
                  <a:pt x="552938" y="427025"/>
                  <a:pt x="550743" y="424647"/>
                  <a:pt x="548914" y="421813"/>
                </a:cubicBezTo>
                <a:cubicBezTo>
                  <a:pt x="547177" y="419070"/>
                  <a:pt x="546080" y="416052"/>
                  <a:pt x="545531" y="412760"/>
                </a:cubicBezTo>
                <a:cubicBezTo>
                  <a:pt x="544982" y="409468"/>
                  <a:pt x="545074" y="406268"/>
                  <a:pt x="545805" y="403068"/>
                </a:cubicBezTo>
                <a:cubicBezTo>
                  <a:pt x="546537" y="399867"/>
                  <a:pt x="547908" y="396850"/>
                  <a:pt x="549829" y="394198"/>
                </a:cubicBezTo>
              </a:path>
              <a:path w="3889492" h="1195852">
                <a:moveTo>
                  <a:pt x="555589" y="386060"/>
                </a:moveTo>
                <a:lnTo>
                  <a:pt x="558516" y="382036"/>
                </a:lnTo>
                <a:cubicBezTo>
                  <a:pt x="560436" y="379385"/>
                  <a:pt x="562813" y="377099"/>
                  <a:pt x="565648" y="375361"/>
                </a:cubicBezTo>
                <a:cubicBezTo>
                  <a:pt x="568391" y="373624"/>
                  <a:pt x="571409" y="372527"/>
                  <a:pt x="574700" y="371978"/>
                </a:cubicBezTo>
                <a:cubicBezTo>
                  <a:pt x="577992" y="371429"/>
                  <a:pt x="581193" y="371521"/>
                  <a:pt x="584393" y="372252"/>
                </a:cubicBezTo>
                <a:cubicBezTo>
                  <a:pt x="587685" y="372984"/>
                  <a:pt x="590611" y="374355"/>
                  <a:pt x="593263" y="376276"/>
                </a:cubicBezTo>
                <a:cubicBezTo>
                  <a:pt x="596006" y="378196"/>
                  <a:pt x="598200" y="380482"/>
                  <a:pt x="599938" y="383316"/>
                </a:cubicBezTo>
                <a:cubicBezTo>
                  <a:pt x="601675" y="386151"/>
                  <a:pt x="602864" y="389169"/>
                  <a:pt x="603413" y="392460"/>
                </a:cubicBezTo>
                <a:cubicBezTo>
                  <a:pt x="603961" y="395661"/>
                  <a:pt x="603870" y="398953"/>
                  <a:pt x="603138" y="402153"/>
                </a:cubicBezTo>
                <a:cubicBezTo>
                  <a:pt x="602315" y="405354"/>
                  <a:pt x="601035" y="408280"/>
                  <a:pt x="599115" y="411023"/>
                </a:cubicBezTo>
                <a:lnTo>
                  <a:pt x="596189" y="415046"/>
                </a:lnTo>
                <a:cubicBezTo>
                  <a:pt x="594269" y="417698"/>
                  <a:pt x="591891" y="419984"/>
                  <a:pt x="589148" y="421721"/>
                </a:cubicBezTo>
                <a:cubicBezTo>
                  <a:pt x="586313" y="423459"/>
                  <a:pt x="583296" y="424556"/>
                  <a:pt x="580004" y="425105"/>
                </a:cubicBezTo>
                <a:cubicBezTo>
                  <a:pt x="576712" y="425653"/>
                  <a:pt x="573512" y="425562"/>
                  <a:pt x="570311" y="424830"/>
                </a:cubicBezTo>
                <a:cubicBezTo>
                  <a:pt x="567111" y="424099"/>
                  <a:pt x="564093" y="422727"/>
                  <a:pt x="561442" y="420807"/>
                </a:cubicBezTo>
                <a:cubicBezTo>
                  <a:pt x="558698" y="418887"/>
                  <a:pt x="556504" y="416509"/>
                  <a:pt x="554766" y="413766"/>
                </a:cubicBezTo>
                <a:cubicBezTo>
                  <a:pt x="553029" y="410931"/>
                  <a:pt x="551840" y="407914"/>
                  <a:pt x="551292" y="404622"/>
                </a:cubicBezTo>
                <a:cubicBezTo>
                  <a:pt x="550743" y="401422"/>
                  <a:pt x="550835" y="398130"/>
                  <a:pt x="551658" y="394929"/>
                </a:cubicBezTo>
                <a:cubicBezTo>
                  <a:pt x="552389" y="391729"/>
                  <a:pt x="553669" y="388803"/>
                  <a:pt x="555589" y="386060"/>
                </a:cubicBezTo>
              </a:path>
              <a:path w="3889492" h="1195852">
                <a:moveTo>
                  <a:pt x="561442" y="378013"/>
                </a:moveTo>
                <a:lnTo>
                  <a:pt x="564276" y="373898"/>
                </a:lnTo>
                <a:cubicBezTo>
                  <a:pt x="566196" y="371246"/>
                  <a:pt x="568574" y="369052"/>
                  <a:pt x="571409" y="367314"/>
                </a:cubicBezTo>
                <a:cubicBezTo>
                  <a:pt x="574243" y="365486"/>
                  <a:pt x="577261" y="364388"/>
                  <a:pt x="580553" y="363840"/>
                </a:cubicBezTo>
                <a:cubicBezTo>
                  <a:pt x="583753" y="363291"/>
                  <a:pt x="587045" y="363383"/>
                  <a:pt x="590245" y="364114"/>
                </a:cubicBezTo>
                <a:cubicBezTo>
                  <a:pt x="593446" y="364846"/>
                  <a:pt x="596372" y="366217"/>
                  <a:pt x="599115" y="368137"/>
                </a:cubicBezTo>
                <a:cubicBezTo>
                  <a:pt x="601767" y="370058"/>
                  <a:pt x="604053" y="372435"/>
                  <a:pt x="605790" y="375178"/>
                </a:cubicBezTo>
                <a:cubicBezTo>
                  <a:pt x="607527" y="378013"/>
                  <a:pt x="608625" y="381030"/>
                  <a:pt x="609173" y="384322"/>
                </a:cubicBezTo>
                <a:cubicBezTo>
                  <a:pt x="609722" y="387523"/>
                  <a:pt x="609630" y="390815"/>
                  <a:pt x="608899" y="394015"/>
                </a:cubicBezTo>
                <a:cubicBezTo>
                  <a:pt x="608167" y="397215"/>
                  <a:pt x="606796" y="400233"/>
                  <a:pt x="604876" y="402885"/>
                </a:cubicBezTo>
                <a:lnTo>
                  <a:pt x="602041" y="406908"/>
                </a:lnTo>
                <a:cubicBezTo>
                  <a:pt x="600121" y="409651"/>
                  <a:pt x="597743" y="411846"/>
                  <a:pt x="594909" y="413583"/>
                </a:cubicBezTo>
                <a:cubicBezTo>
                  <a:pt x="592074" y="415320"/>
                  <a:pt x="589056" y="416509"/>
                  <a:pt x="585856" y="417058"/>
                </a:cubicBezTo>
                <a:cubicBezTo>
                  <a:pt x="582564" y="417606"/>
                  <a:pt x="579272" y="417424"/>
                  <a:pt x="576072" y="416692"/>
                </a:cubicBezTo>
                <a:cubicBezTo>
                  <a:pt x="572872" y="415961"/>
                  <a:pt x="569946" y="414680"/>
                  <a:pt x="567202" y="412760"/>
                </a:cubicBezTo>
                <a:cubicBezTo>
                  <a:pt x="564551" y="410840"/>
                  <a:pt x="562265" y="408462"/>
                  <a:pt x="560527" y="405628"/>
                </a:cubicBezTo>
                <a:cubicBezTo>
                  <a:pt x="558790" y="402885"/>
                  <a:pt x="557693" y="399776"/>
                  <a:pt x="557144" y="396575"/>
                </a:cubicBezTo>
                <a:cubicBezTo>
                  <a:pt x="556595" y="393283"/>
                  <a:pt x="556687" y="390083"/>
                  <a:pt x="557418" y="386883"/>
                </a:cubicBezTo>
                <a:cubicBezTo>
                  <a:pt x="558150" y="383591"/>
                  <a:pt x="559521" y="380665"/>
                  <a:pt x="561442" y="378013"/>
                </a:cubicBezTo>
              </a:path>
              <a:path w="3889492" h="1195852">
                <a:moveTo>
                  <a:pt x="567202" y="369875"/>
                </a:moveTo>
                <a:lnTo>
                  <a:pt x="570128" y="365851"/>
                </a:lnTo>
                <a:cubicBezTo>
                  <a:pt x="572049" y="363108"/>
                  <a:pt x="574426" y="360914"/>
                  <a:pt x="577169" y="359176"/>
                </a:cubicBezTo>
                <a:cubicBezTo>
                  <a:pt x="580004" y="357439"/>
                  <a:pt x="583021" y="356250"/>
                  <a:pt x="586313" y="355702"/>
                </a:cubicBezTo>
                <a:cubicBezTo>
                  <a:pt x="589605" y="355153"/>
                  <a:pt x="592806" y="355244"/>
                  <a:pt x="596006" y="356067"/>
                </a:cubicBezTo>
                <a:cubicBezTo>
                  <a:pt x="599298" y="356799"/>
                  <a:pt x="602224" y="358079"/>
                  <a:pt x="604876" y="359999"/>
                </a:cubicBezTo>
                <a:cubicBezTo>
                  <a:pt x="607619" y="361920"/>
                  <a:pt x="609813" y="364297"/>
                  <a:pt x="611551" y="367132"/>
                </a:cubicBezTo>
                <a:cubicBezTo>
                  <a:pt x="613288" y="369875"/>
                  <a:pt x="614477" y="372984"/>
                  <a:pt x="615025" y="376184"/>
                </a:cubicBezTo>
                <a:cubicBezTo>
                  <a:pt x="615574" y="379476"/>
                  <a:pt x="615483" y="382676"/>
                  <a:pt x="614660" y="385877"/>
                </a:cubicBezTo>
                <a:cubicBezTo>
                  <a:pt x="613928" y="389169"/>
                  <a:pt x="612648" y="392095"/>
                  <a:pt x="610728" y="394746"/>
                </a:cubicBezTo>
                <a:lnTo>
                  <a:pt x="607802" y="398861"/>
                </a:lnTo>
                <a:cubicBezTo>
                  <a:pt x="605881" y="401513"/>
                  <a:pt x="603504" y="403708"/>
                  <a:pt x="600669" y="405445"/>
                </a:cubicBezTo>
                <a:cubicBezTo>
                  <a:pt x="597926" y="407274"/>
                  <a:pt x="594909" y="408371"/>
                  <a:pt x="591617" y="408920"/>
                </a:cubicBezTo>
                <a:cubicBezTo>
                  <a:pt x="588325" y="409468"/>
                  <a:pt x="585125" y="409377"/>
                  <a:pt x="581924" y="408645"/>
                </a:cubicBezTo>
                <a:cubicBezTo>
                  <a:pt x="578632" y="407914"/>
                  <a:pt x="575706" y="406542"/>
                  <a:pt x="573054" y="404622"/>
                </a:cubicBezTo>
                <a:cubicBezTo>
                  <a:pt x="570311" y="402702"/>
                  <a:pt x="568117" y="400324"/>
                  <a:pt x="566379" y="397490"/>
                </a:cubicBezTo>
                <a:cubicBezTo>
                  <a:pt x="564642" y="394746"/>
                  <a:pt x="563453" y="391729"/>
                  <a:pt x="562905" y="388437"/>
                </a:cubicBezTo>
                <a:cubicBezTo>
                  <a:pt x="562356" y="385145"/>
                  <a:pt x="562447" y="381945"/>
                  <a:pt x="563179" y="378744"/>
                </a:cubicBezTo>
                <a:cubicBezTo>
                  <a:pt x="564002" y="375544"/>
                  <a:pt x="565282" y="372527"/>
                  <a:pt x="567202" y="369875"/>
                </a:cubicBezTo>
              </a:path>
              <a:path w="3889492" h="1195852">
                <a:moveTo>
                  <a:pt x="573054" y="361737"/>
                </a:moveTo>
                <a:lnTo>
                  <a:pt x="575889" y="357713"/>
                </a:lnTo>
                <a:cubicBezTo>
                  <a:pt x="577809" y="355062"/>
                  <a:pt x="580187" y="352776"/>
                  <a:pt x="583021" y="351038"/>
                </a:cubicBezTo>
                <a:cubicBezTo>
                  <a:pt x="585765" y="349301"/>
                  <a:pt x="588874" y="348204"/>
                  <a:pt x="592074" y="347655"/>
                </a:cubicBezTo>
                <a:cubicBezTo>
                  <a:pt x="595366" y="347106"/>
                  <a:pt x="598566" y="347198"/>
                  <a:pt x="601858" y="347929"/>
                </a:cubicBezTo>
                <a:cubicBezTo>
                  <a:pt x="605058" y="348661"/>
                  <a:pt x="607985" y="350032"/>
                  <a:pt x="610728" y="351953"/>
                </a:cubicBezTo>
                <a:cubicBezTo>
                  <a:pt x="613380" y="353873"/>
                  <a:pt x="615574" y="356159"/>
                  <a:pt x="617403" y="358993"/>
                </a:cubicBezTo>
                <a:cubicBezTo>
                  <a:pt x="619140" y="361828"/>
                  <a:pt x="620238" y="364846"/>
                  <a:pt x="620786" y="368137"/>
                </a:cubicBezTo>
                <a:cubicBezTo>
                  <a:pt x="621335" y="371338"/>
                  <a:pt x="621243" y="374630"/>
                  <a:pt x="620512" y="377830"/>
                </a:cubicBezTo>
                <a:cubicBezTo>
                  <a:pt x="619780" y="381030"/>
                  <a:pt x="618409" y="383957"/>
                  <a:pt x="616488" y="386700"/>
                </a:cubicBezTo>
                <a:lnTo>
                  <a:pt x="613562" y="390723"/>
                </a:lnTo>
                <a:cubicBezTo>
                  <a:pt x="611642" y="393375"/>
                  <a:pt x="609356" y="395661"/>
                  <a:pt x="606522" y="397398"/>
                </a:cubicBezTo>
                <a:cubicBezTo>
                  <a:pt x="603687" y="399136"/>
                  <a:pt x="600669" y="400233"/>
                  <a:pt x="597378" y="400782"/>
                </a:cubicBezTo>
                <a:cubicBezTo>
                  <a:pt x="594177" y="401330"/>
                  <a:pt x="590885" y="401239"/>
                  <a:pt x="587685" y="400507"/>
                </a:cubicBezTo>
                <a:cubicBezTo>
                  <a:pt x="584484" y="399776"/>
                  <a:pt x="581467" y="398404"/>
                  <a:pt x="578815" y="396484"/>
                </a:cubicBezTo>
                <a:cubicBezTo>
                  <a:pt x="576163" y="394564"/>
                  <a:pt x="573877" y="392186"/>
                  <a:pt x="572140" y="389443"/>
                </a:cubicBezTo>
                <a:cubicBezTo>
                  <a:pt x="570403" y="386608"/>
                  <a:pt x="569214" y="383591"/>
                  <a:pt x="568665" y="380299"/>
                </a:cubicBezTo>
                <a:cubicBezTo>
                  <a:pt x="568208" y="377099"/>
                  <a:pt x="568300" y="373807"/>
                  <a:pt x="569031" y="370606"/>
                </a:cubicBezTo>
                <a:cubicBezTo>
                  <a:pt x="569763" y="367406"/>
                  <a:pt x="571134" y="364480"/>
                  <a:pt x="573054" y="361737"/>
                </a:cubicBezTo>
              </a:path>
              <a:path w="3889492" h="1195852">
                <a:moveTo>
                  <a:pt x="578815" y="353690"/>
                </a:moveTo>
                <a:lnTo>
                  <a:pt x="581741" y="349575"/>
                </a:lnTo>
                <a:cubicBezTo>
                  <a:pt x="583662" y="346923"/>
                  <a:pt x="586039" y="344729"/>
                  <a:pt x="588782" y="342991"/>
                </a:cubicBezTo>
                <a:cubicBezTo>
                  <a:pt x="591617" y="341163"/>
                  <a:pt x="594634" y="340065"/>
                  <a:pt x="597926" y="339517"/>
                </a:cubicBezTo>
                <a:cubicBezTo>
                  <a:pt x="601127" y="338968"/>
                  <a:pt x="604418" y="339060"/>
                  <a:pt x="607619" y="339791"/>
                </a:cubicBezTo>
                <a:cubicBezTo>
                  <a:pt x="610819" y="340523"/>
                  <a:pt x="613837" y="341894"/>
                  <a:pt x="616488" y="343814"/>
                </a:cubicBezTo>
                <a:cubicBezTo>
                  <a:pt x="619232" y="345735"/>
                  <a:pt x="621426" y="348112"/>
                  <a:pt x="623164" y="350855"/>
                </a:cubicBezTo>
                <a:cubicBezTo>
                  <a:pt x="624901" y="353690"/>
                  <a:pt x="626090" y="356707"/>
                  <a:pt x="626638" y="359999"/>
                </a:cubicBezTo>
                <a:cubicBezTo>
                  <a:pt x="627187" y="363291"/>
                  <a:pt x="627004" y="366492"/>
                  <a:pt x="626273" y="369692"/>
                </a:cubicBezTo>
                <a:cubicBezTo>
                  <a:pt x="625541" y="372892"/>
                  <a:pt x="624261" y="375910"/>
                  <a:pt x="622249" y="378562"/>
                </a:cubicBezTo>
                <a:lnTo>
                  <a:pt x="619415" y="382585"/>
                </a:lnTo>
                <a:cubicBezTo>
                  <a:pt x="617494" y="385328"/>
                  <a:pt x="615117" y="387523"/>
                  <a:pt x="612282" y="389260"/>
                </a:cubicBezTo>
                <a:cubicBezTo>
                  <a:pt x="609539" y="390997"/>
                  <a:pt x="606430" y="392186"/>
                  <a:pt x="603230" y="392735"/>
                </a:cubicBezTo>
                <a:cubicBezTo>
                  <a:pt x="599938" y="393283"/>
                  <a:pt x="596737" y="393101"/>
                  <a:pt x="593446" y="392369"/>
                </a:cubicBezTo>
                <a:cubicBezTo>
                  <a:pt x="590245" y="391638"/>
                  <a:pt x="587319" y="390357"/>
                  <a:pt x="584576" y="388437"/>
                </a:cubicBezTo>
                <a:cubicBezTo>
                  <a:pt x="581924" y="386517"/>
                  <a:pt x="579730" y="384139"/>
                  <a:pt x="577992" y="381305"/>
                </a:cubicBezTo>
                <a:cubicBezTo>
                  <a:pt x="576163" y="378562"/>
                  <a:pt x="575066" y="375453"/>
                  <a:pt x="574518" y="372252"/>
                </a:cubicBezTo>
                <a:cubicBezTo>
                  <a:pt x="573969" y="368960"/>
                  <a:pt x="574060" y="365760"/>
                  <a:pt x="574792" y="362560"/>
                </a:cubicBezTo>
                <a:cubicBezTo>
                  <a:pt x="575523" y="359268"/>
                  <a:pt x="576895" y="356342"/>
                  <a:pt x="578815" y="353690"/>
                </a:cubicBezTo>
              </a:path>
              <a:path w="3889492" h="1195852">
                <a:moveTo>
                  <a:pt x="584576" y="345552"/>
                </a:moveTo>
                <a:lnTo>
                  <a:pt x="587502" y="341528"/>
                </a:lnTo>
                <a:cubicBezTo>
                  <a:pt x="589422" y="338785"/>
                  <a:pt x="591800" y="336591"/>
                  <a:pt x="594634" y="334853"/>
                </a:cubicBezTo>
                <a:cubicBezTo>
                  <a:pt x="597378" y="333116"/>
                  <a:pt x="600395" y="331927"/>
                  <a:pt x="603687" y="331379"/>
                </a:cubicBezTo>
                <a:cubicBezTo>
                  <a:pt x="606979" y="330830"/>
                  <a:pt x="610179" y="330921"/>
                  <a:pt x="613471" y="331744"/>
                </a:cubicBezTo>
                <a:cubicBezTo>
                  <a:pt x="616671" y="332476"/>
                  <a:pt x="619597" y="333756"/>
                  <a:pt x="622249" y="335676"/>
                </a:cubicBezTo>
                <a:cubicBezTo>
                  <a:pt x="624992" y="337596"/>
                  <a:pt x="627187" y="339974"/>
                  <a:pt x="628924" y="342809"/>
                </a:cubicBezTo>
                <a:cubicBezTo>
                  <a:pt x="630662" y="345552"/>
                  <a:pt x="631850" y="348661"/>
                  <a:pt x="632399" y="351861"/>
                </a:cubicBezTo>
                <a:cubicBezTo>
                  <a:pt x="632948" y="355153"/>
                  <a:pt x="632856" y="358353"/>
                  <a:pt x="632125" y="361554"/>
                </a:cubicBezTo>
                <a:cubicBezTo>
                  <a:pt x="631393" y="364846"/>
                  <a:pt x="630022" y="367772"/>
                  <a:pt x="628101" y="370423"/>
                </a:cubicBezTo>
                <a:lnTo>
                  <a:pt x="625175" y="374538"/>
                </a:lnTo>
                <a:cubicBezTo>
                  <a:pt x="623255" y="377190"/>
                  <a:pt x="620878" y="379385"/>
                  <a:pt x="618134" y="381122"/>
                </a:cubicBezTo>
                <a:cubicBezTo>
                  <a:pt x="615300" y="382951"/>
                  <a:pt x="612282" y="384048"/>
                  <a:pt x="608990" y="384597"/>
                </a:cubicBezTo>
                <a:cubicBezTo>
                  <a:pt x="605699" y="385145"/>
                  <a:pt x="602498" y="385054"/>
                  <a:pt x="599298" y="384322"/>
                </a:cubicBezTo>
                <a:cubicBezTo>
                  <a:pt x="596097" y="383591"/>
                  <a:pt x="593080" y="382219"/>
                  <a:pt x="590428" y="380299"/>
                </a:cubicBezTo>
                <a:cubicBezTo>
                  <a:pt x="587685" y="378379"/>
                  <a:pt x="585490" y="376001"/>
                  <a:pt x="583753" y="373258"/>
                </a:cubicBezTo>
                <a:cubicBezTo>
                  <a:pt x="582016" y="370423"/>
                  <a:pt x="580827" y="367406"/>
                  <a:pt x="580278" y="364114"/>
                </a:cubicBezTo>
                <a:cubicBezTo>
                  <a:pt x="579730" y="360822"/>
                  <a:pt x="579821" y="357622"/>
                  <a:pt x="580644" y="354421"/>
                </a:cubicBezTo>
                <a:cubicBezTo>
                  <a:pt x="581376" y="351221"/>
                  <a:pt x="582656" y="348204"/>
                  <a:pt x="584576" y="345552"/>
                </a:cubicBezTo>
              </a:path>
              <a:path w="3889492" h="1195852">
                <a:moveTo>
                  <a:pt x="590428" y="337414"/>
                </a:moveTo>
                <a:lnTo>
                  <a:pt x="593263" y="333390"/>
                </a:lnTo>
                <a:cubicBezTo>
                  <a:pt x="595183" y="330738"/>
                  <a:pt x="597560" y="328452"/>
                  <a:pt x="600395" y="326715"/>
                </a:cubicBezTo>
                <a:cubicBezTo>
                  <a:pt x="603230" y="324978"/>
                  <a:pt x="606247" y="323880"/>
                  <a:pt x="609539" y="323332"/>
                </a:cubicBezTo>
                <a:cubicBezTo>
                  <a:pt x="612739" y="322783"/>
                  <a:pt x="616031" y="322875"/>
                  <a:pt x="619232" y="323606"/>
                </a:cubicBezTo>
                <a:cubicBezTo>
                  <a:pt x="622432" y="324338"/>
                  <a:pt x="625358" y="325709"/>
                  <a:pt x="628101" y="327630"/>
                </a:cubicBezTo>
                <a:cubicBezTo>
                  <a:pt x="630753" y="329550"/>
                  <a:pt x="633039" y="331927"/>
                  <a:pt x="634776" y="334670"/>
                </a:cubicBezTo>
                <a:cubicBezTo>
                  <a:pt x="636514" y="337505"/>
                  <a:pt x="637611" y="340523"/>
                  <a:pt x="638160" y="343814"/>
                </a:cubicBezTo>
                <a:cubicBezTo>
                  <a:pt x="638708" y="347015"/>
                  <a:pt x="638617" y="350307"/>
                  <a:pt x="637885" y="353507"/>
                </a:cubicBezTo>
                <a:cubicBezTo>
                  <a:pt x="637154" y="356707"/>
                  <a:pt x="635782" y="359634"/>
                  <a:pt x="633862" y="362377"/>
                </a:cubicBezTo>
                <a:lnTo>
                  <a:pt x="631027" y="366400"/>
                </a:lnTo>
                <a:cubicBezTo>
                  <a:pt x="629107" y="369052"/>
                  <a:pt x="626730" y="371338"/>
                  <a:pt x="623895" y="373075"/>
                </a:cubicBezTo>
                <a:cubicBezTo>
                  <a:pt x="621060" y="374813"/>
                  <a:pt x="618043" y="375910"/>
                  <a:pt x="614843" y="376458"/>
                </a:cubicBezTo>
                <a:cubicBezTo>
                  <a:pt x="611551" y="377007"/>
                  <a:pt x="608259" y="376916"/>
                  <a:pt x="605058" y="376184"/>
                </a:cubicBezTo>
                <a:cubicBezTo>
                  <a:pt x="601858" y="375453"/>
                  <a:pt x="598932" y="374081"/>
                  <a:pt x="596189" y="372161"/>
                </a:cubicBezTo>
                <a:cubicBezTo>
                  <a:pt x="593537" y="370241"/>
                  <a:pt x="591251" y="367955"/>
                  <a:pt x="589514" y="365120"/>
                </a:cubicBezTo>
                <a:cubicBezTo>
                  <a:pt x="587776" y="362285"/>
                  <a:pt x="586679" y="359268"/>
                  <a:pt x="586130" y="355976"/>
                </a:cubicBezTo>
                <a:cubicBezTo>
                  <a:pt x="585582" y="352776"/>
                  <a:pt x="585673" y="349484"/>
                  <a:pt x="586405" y="346283"/>
                </a:cubicBezTo>
                <a:cubicBezTo>
                  <a:pt x="587136" y="343083"/>
                  <a:pt x="588508" y="340157"/>
                  <a:pt x="590428" y="337414"/>
                </a:cubicBezTo>
              </a:path>
              <a:path w="3889492" h="1195852">
                <a:moveTo>
                  <a:pt x="596189" y="329367"/>
                </a:moveTo>
                <a:lnTo>
                  <a:pt x="599115" y="325252"/>
                </a:lnTo>
                <a:cubicBezTo>
                  <a:pt x="601035" y="322600"/>
                  <a:pt x="603413" y="320406"/>
                  <a:pt x="606156" y="318668"/>
                </a:cubicBezTo>
                <a:cubicBezTo>
                  <a:pt x="608990" y="316840"/>
                  <a:pt x="612008" y="315742"/>
                  <a:pt x="615300" y="315194"/>
                </a:cubicBezTo>
                <a:cubicBezTo>
                  <a:pt x="618592" y="314645"/>
                  <a:pt x="621792" y="314736"/>
                  <a:pt x="624992" y="315468"/>
                </a:cubicBezTo>
                <a:cubicBezTo>
                  <a:pt x="628284" y="316200"/>
                  <a:pt x="631210" y="317571"/>
                  <a:pt x="633862" y="319491"/>
                </a:cubicBezTo>
                <a:cubicBezTo>
                  <a:pt x="636605" y="321412"/>
                  <a:pt x="638800" y="323789"/>
                  <a:pt x="640537" y="326532"/>
                </a:cubicBezTo>
                <a:cubicBezTo>
                  <a:pt x="642275" y="329367"/>
                  <a:pt x="643463" y="332384"/>
                  <a:pt x="644012" y="335676"/>
                </a:cubicBezTo>
                <a:cubicBezTo>
                  <a:pt x="644561" y="338968"/>
                  <a:pt x="644469" y="342168"/>
                  <a:pt x="643646" y="345369"/>
                </a:cubicBezTo>
                <a:cubicBezTo>
                  <a:pt x="642915" y="348569"/>
                  <a:pt x="641634" y="351587"/>
                  <a:pt x="639714" y="354239"/>
                </a:cubicBezTo>
                <a:lnTo>
                  <a:pt x="636788" y="358262"/>
                </a:lnTo>
                <a:cubicBezTo>
                  <a:pt x="634868" y="361005"/>
                  <a:pt x="632490" y="363200"/>
                  <a:pt x="629656" y="364937"/>
                </a:cubicBezTo>
                <a:cubicBezTo>
                  <a:pt x="626913" y="366674"/>
                  <a:pt x="623895" y="367863"/>
                  <a:pt x="620603" y="368412"/>
                </a:cubicBezTo>
                <a:cubicBezTo>
                  <a:pt x="617311" y="368960"/>
                  <a:pt x="614111" y="368869"/>
                  <a:pt x="610911" y="368046"/>
                </a:cubicBezTo>
                <a:cubicBezTo>
                  <a:pt x="607619" y="367314"/>
                  <a:pt x="604693" y="366034"/>
                  <a:pt x="602041" y="364114"/>
                </a:cubicBezTo>
                <a:cubicBezTo>
                  <a:pt x="599298" y="362194"/>
                  <a:pt x="597103" y="359816"/>
                  <a:pt x="595366" y="356982"/>
                </a:cubicBezTo>
                <a:cubicBezTo>
                  <a:pt x="593628" y="354239"/>
                  <a:pt x="592440" y="351130"/>
                  <a:pt x="591891" y="347929"/>
                </a:cubicBezTo>
                <a:cubicBezTo>
                  <a:pt x="591342" y="344637"/>
                  <a:pt x="591434" y="341437"/>
                  <a:pt x="592165" y="338237"/>
                </a:cubicBezTo>
                <a:cubicBezTo>
                  <a:pt x="592988" y="334945"/>
                  <a:pt x="594269" y="332019"/>
                  <a:pt x="596189" y="329367"/>
                </a:cubicBezTo>
              </a:path>
              <a:path w="3889492" h="1195852">
                <a:moveTo>
                  <a:pt x="602041" y="321229"/>
                </a:moveTo>
                <a:lnTo>
                  <a:pt x="604876" y="317205"/>
                </a:lnTo>
                <a:cubicBezTo>
                  <a:pt x="606796" y="314462"/>
                  <a:pt x="609173" y="312268"/>
                  <a:pt x="612008" y="310530"/>
                </a:cubicBezTo>
                <a:cubicBezTo>
                  <a:pt x="614843" y="308793"/>
                  <a:pt x="617860" y="307604"/>
                  <a:pt x="621060" y="307056"/>
                </a:cubicBezTo>
                <a:cubicBezTo>
                  <a:pt x="624352" y="306507"/>
                  <a:pt x="627553" y="306690"/>
                  <a:pt x="630845" y="307421"/>
                </a:cubicBezTo>
                <a:cubicBezTo>
                  <a:pt x="634045" y="308153"/>
                  <a:pt x="636971" y="309433"/>
                  <a:pt x="639714" y="311353"/>
                </a:cubicBezTo>
                <a:cubicBezTo>
                  <a:pt x="642366" y="313273"/>
                  <a:pt x="644561" y="315651"/>
                  <a:pt x="646389" y="318486"/>
                </a:cubicBezTo>
                <a:cubicBezTo>
                  <a:pt x="648127" y="321229"/>
                  <a:pt x="649224" y="324338"/>
                  <a:pt x="649773" y="327538"/>
                </a:cubicBezTo>
                <a:cubicBezTo>
                  <a:pt x="650321" y="330830"/>
                  <a:pt x="650230" y="334030"/>
                  <a:pt x="649498" y="337231"/>
                </a:cubicBezTo>
                <a:cubicBezTo>
                  <a:pt x="648767" y="340523"/>
                  <a:pt x="647395" y="343449"/>
                  <a:pt x="645475" y="346100"/>
                </a:cubicBezTo>
                <a:lnTo>
                  <a:pt x="642549" y="350215"/>
                </a:lnTo>
                <a:cubicBezTo>
                  <a:pt x="640629" y="352867"/>
                  <a:pt x="638343" y="355062"/>
                  <a:pt x="635508" y="356799"/>
                </a:cubicBezTo>
                <a:cubicBezTo>
                  <a:pt x="632673" y="358628"/>
                  <a:pt x="629656" y="359725"/>
                  <a:pt x="626364" y="360274"/>
                </a:cubicBezTo>
                <a:cubicBezTo>
                  <a:pt x="623164" y="360822"/>
                  <a:pt x="619872" y="360731"/>
                  <a:pt x="616671" y="359999"/>
                </a:cubicBezTo>
                <a:cubicBezTo>
                  <a:pt x="613471" y="359268"/>
                  <a:pt x="610453" y="357896"/>
                  <a:pt x="607802" y="355976"/>
                </a:cubicBezTo>
                <a:cubicBezTo>
                  <a:pt x="605150" y="354056"/>
                  <a:pt x="602864" y="351678"/>
                  <a:pt x="601127" y="348935"/>
                </a:cubicBezTo>
                <a:cubicBezTo>
                  <a:pt x="599389" y="346100"/>
                  <a:pt x="598200" y="343083"/>
                  <a:pt x="597652" y="339791"/>
                </a:cubicBezTo>
                <a:cubicBezTo>
                  <a:pt x="597195" y="336591"/>
                  <a:pt x="597286" y="333299"/>
                  <a:pt x="598018" y="330098"/>
                </a:cubicBezTo>
                <a:cubicBezTo>
                  <a:pt x="598749" y="326898"/>
                  <a:pt x="600121" y="323880"/>
                  <a:pt x="602041" y="321229"/>
                </a:cubicBezTo>
              </a:path>
              <a:path w="3889492" h="1195852">
                <a:moveTo>
                  <a:pt x="607802" y="313091"/>
                </a:moveTo>
                <a:lnTo>
                  <a:pt x="610728" y="309067"/>
                </a:lnTo>
                <a:cubicBezTo>
                  <a:pt x="612648" y="306415"/>
                  <a:pt x="615025" y="304129"/>
                  <a:pt x="617769" y="302392"/>
                </a:cubicBezTo>
                <a:cubicBezTo>
                  <a:pt x="620603" y="300655"/>
                  <a:pt x="623621" y="299557"/>
                  <a:pt x="626913" y="299009"/>
                </a:cubicBezTo>
                <a:cubicBezTo>
                  <a:pt x="630113" y="298460"/>
                  <a:pt x="633405" y="298552"/>
                  <a:pt x="636605" y="299283"/>
                </a:cubicBezTo>
                <a:cubicBezTo>
                  <a:pt x="639806" y="300015"/>
                  <a:pt x="642823" y="301386"/>
                  <a:pt x="645475" y="303306"/>
                </a:cubicBezTo>
                <a:cubicBezTo>
                  <a:pt x="648218" y="305227"/>
                  <a:pt x="650413" y="307604"/>
                  <a:pt x="652150" y="310347"/>
                </a:cubicBezTo>
                <a:cubicBezTo>
                  <a:pt x="653887" y="313182"/>
                  <a:pt x="655076" y="316200"/>
                  <a:pt x="655625" y="319491"/>
                </a:cubicBezTo>
                <a:cubicBezTo>
                  <a:pt x="656173" y="322692"/>
                  <a:pt x="655991" y="325984"/>
                  <a:pt x="655259" y="329184"/>
                </a:cubicBezTo>
                <a:cubicBezTo>
                  <a:pt x="654528" y="332384"/>
                  <a:pt x="653247" y="335310"/>
                  <a:pt x="651327" y="338054"/>
                </a:cubicBezTo>
                <a:lnTo>
                  <a:pt x="648401" y="342077"/>
                </a:lnTo>
                <a:cubicBezTo>
                  <a:pt x="646481" y="344729"/>
                  <a:pt x="644103" y="347015"/>
                  <a:pt x="641269" y="348752"/>
                </a:cubicBezTo>
                <a:cubicBezTo>
                  <a:pt x="638526" y="350490"/>
                  <a:pt x="635417" y="351587"/>
                  <a:pt x="632216" y="352135"/>
                </a:cubicBezTo>
                <a:cubicBezTo>
                  <a:pt x="628924" y="352684"/>
                  <a:pt x="625724" y="352593"/>
                  <a:pt x="622432" y="351861"/>
                </a:cubicBezTo>
                <a:cubicBezTo>
                  <a:pt x="619232" y="351130"/>
                  <a:pt x="616306" y="349758"/>
                  <a:pt x="613562" y="347838"/>
                </a:cubicBezTo>
                <a:cubicBezTo>
                  <a:pt x="610911" y="345918"/>
                  <a:pt x="608716" y="343632"/>
                  <a:pt x="606979" y="340797"/>
                </a:cubicBezTo>
                <a:cubicBezTo>
                  <a:pt x="605150" y="337962"/>
                  <a:pt x="604053" y="334945"/>
                  <a:pt x="603504" y="331653"/>
                </a:cubicBezTo>
                <a:cubicBezTo>
                  <a:pt x="602955" y="328452"/>
                  <a:pt x="603047" y="325161"/>
                  <a:pt x="603778" y="321960"/>
                </a:cubicBezTo>
                <a:cubicBezTo>
                  <a:pt x="604510" y="318760"/>
                  <a:pt x="605881" y="315834"/>
                  <a:pt x="607802" y="313091"/>
                </a:cubicBezTo>
              </a:path>
              <a:path w="3889492" h="1195852">
                <a:moveTo>
                  <a:pt x="613562" y="305044"/>
                </a:moveTo>
                <a:lnTo>
                  <a:pt x="616488" y="300929"/>
                </a:lnTo>
                <a:cubicBezTo>
                  <a:pt x="618409" y="298277"/>
                  <a:pt x="620786" y="296083"/>
                  <a:pt x="623621" y="294345"/>
                </a:cubicBezTo>
                <a:cubicBezTo>
                  <a:pt x="626364" y="292608"/>
                  <a:pt x="629473" y="291419"/>
                  <a:pt x="632673" y="290871"/>
                </a:cubicBezTo>
                <a:cubicBezTo>
                  <a:pt x="635965" y="290322"/>
                  <a:pt x="639166" y="290413"/>
                  <a:pt x="642457" y="291145"/>
                </a:cubicBezTo>
                <a:cubicBezTo>
                  <a:pt x="645658" y="291876"/>
                  <a:pt x="648584" y="293248"/>
                  <a:pt x="651327" y="295168"/>
                </a:cubicBezTo>
                <a:cubicBezTo>
                  <a:pt x="653979" y="297089"/>
                  <a:pt x="656173" y="299466"/>
                  <a:pt x="657911" y="302301"/>
                </a:cubicBezTo>
                <a:cubicBezTo>
                  <a:pt x="659740" y="305044"/>
                  <a:pt x="660837" y="308061"/>
                  <a:pt x="661386" y="311353"/>
                </a:cubicBezTo>
                <a:cubicBezTo>
                  <a:pt x="661934" y="314645"/>
                  <a:pt x="661843" y="317845"/>
                  <a:pt x="661111" y="321046"/>
                </a:cubicBezTo>
                <a:cubicBezTo>
                  <a:pt x="660380" y="324246"/>
                  <a:pt x="659008" y="327264"/>
                  <a:pt x="657088" y="329916"/>
                </a:cubicBezTo>
                <a:lnTo>
                  <a:pt x="654162" y="333939"/>
                </a:lnTo>
                <a:cubicBezTo>
                  <a:pt x="652242" y="336682"/>
                  <a:pt x="649864" y="338877"/>
                  <a:pt x="647121" y="340614"/>
                </a:cubicBezTo>
                <a:cubicBezTo>
                  <a:pt x="644286" y="342351"/>
                  <a:pt x="641269" y="343540"/>
                  <a:pt x="637977" y="344089"/>
                </a:cubicBezTo>
                <a:cubicBezTo>
                  <a:pt x="634685" y="344637"/>
                  <a:pt x="631485" y="344546"/>
                  <a:pt x="628284" y="343723"/>
                </a:cubicBezTo>
                <a:cubicBezTo>
                  <a:pt x="625084" y="342991"/>
                  <a:pt x="622066" y="341711"/>
                  <a:pt x="619415" y="339791"/>
                </a:cubicBezTo>
                <a:cubicBezTo>
                  <a:pt x="616671" y="337871"/>
                  <a:pt x="614477" y="335493"/>
                  <a:pt x="612739" y="332659"/>
                </a:cubicBezTo>
                <a:cubicBezTo>
                  <a:pt x="611002" y="329916"/>
                  <a:pt x="609813" y="326807"/>
                  <a:pt x="609265" y="323606"/>
                </a:cubicBezTo>
                <a:cubicBezTo>
                  <a:pt x="608716" y="320314"/>
                  <a:pt x="608808" y="317114"/>
                  <a:pt x="609630" y="313914"/>
                </a:cubicBezTo>
                <a:cubicBezTo>
                  <a:pt x="610362" y="310622"/>
                  <a:pt x="611642" y="307696"/>
                  <a:pt x="613562" y="305044"/>
                </a:cubicBezTo>
              </a:path>
              <a:path w="3889492" h="1195852">
                <a:moveTo>
                  <a:pt x="619415" y="296906"/>
                </a:moveTo>
                <a:lnTo>
                  <a:pt x="622249" y="292882"/>
                </a:lnTo>
                <a:cubicBezTo>
                  <a:pt x="624261" y="290139"/>
                  <a:pt x="626547" y="287945"/>
                  <a:pt x="629382" y="286207"/>
                </a:cubicBezTo>
                <a:cubicBezTo>
                  <a:pt x="632216" y="284470"/>
                  <a:pt x="635234" y="283281"/>
                  <a:pt x="638526" y="282732"/>
                </a:cubicBezTo>
                <a:cubicBezTo>
                  <a:pt x="641726" y="282184"/>
                  <a:pt x="645018" y="282367"/>
                  <a:pt x="648218" y="283098"/>
                </a:cubicBezTo>
                <a:cubicBezTo>
                  <a:pt x="651419" y="283830"/>
                  <a:pt x="654345" y="285110"/>
                  <a:pt x="657088" y="287030"/>
                </a:cubicBezTo>
                <a:cubicBezTo>
                  <a:pt x="659740" y="288950"/>
                  <a:pt x="662026" y="291328"/>
                  <a:pt x="663763" y="294162"/>
                </a:cubicBezTo>
                <a:cubicBezTo>
                  <a:pt x="665500" y="296997"/>
                  <a:pt x="666598" y="300015"/>
                  <a:pt x="667146" y="303215"/>
                </a:cubicBezTo>
                <a:cubicBezTo>
                  <a:pt x="667695" y="306507"/>
                  <a:pt x="667603" y="309707"/>
                  <a:pt x="666872" y="312908"/>
                </a:cubicBezTo>
                <a:cubicBezTo>
                  <a:pt x="666140" y="316200"/>
                  <a:pt x="664769" y="319126"/>
                  <a:pt x="662849" y="321777"/>
                </a:cubicBezTo>
                <a:lnTo>
                  <a:pt x="660014" y="325892"/>
                </a:lnTo>
                <a:cubicBezTo>
                  <a:pt x="658094" y="328544"/>
                  <a:pt x="655716" y="330738"/>
                  <a:pt x="652882" y="332476"/>
                </a:cubicBezTo>
                <a:cubicBezTo>
                  <a:pt x="650047" y="334305"/>
                  <a:pt x="647029" y="335402"/>
                  <a:pt x="643829" y="335951"/>
                </a:cubicBezTo>
                <a:cubicBezTo>
                  <a:pt x="640537" y="336499"/>
                  <a:pt x="637245" y="336408"/>
                  <a:pt x="634045" y="335676"/>
                </a:cubicBezTo>
                <a:cubicBezTo>
                  <a:pt x="630845" y="334945"/>
                  <a:pt x="627918" y="333573"/>
                  <a:pt x="625175" y="331653"/>
                </a:cubicBezTo>
                <a:cubicBezTo>
                  <a:pt x="622524" y="329733"/>
                  <a:pt x="620238" y="327355"/>
                  <a:pt x="618500" y="324612"/>
                </a:cubicBezTo>
                <a:cubicBezTo>
                  <a:pt x="616763" y="321777"/>
                  <a:pt x="615666" y="318760"/>
                  <a:pt x="615117" y="315468"/>
                </a:cubicBezTo>
                <a:cubicBezTo>
                  <a:pt x="614568" y="312268"/>
                  <a:pt x="614660" y="308976"/>
                  <a:pt x="615391" y="305775"/>
                </a:cubicBezTo>
                <a:cubicBezTo>
                  <a:pt x="616123" y="302575"/>
                  <a:pt x="617494" y="299557"/>
                  <a:pt x="619415" y="296906"/>
                </a:cubicBezTo>
              </a:path>
              <a:path w="3889492" h="1195852">
                <a:moveTo>
                  <a:pt x="625175" y="288768"/>
                </a:moveTo>
                <a:lnTo>
                  <a:pt x="628101" y="284744"/>
                </a:lnTo>
                <a:cubicBezTo>
                  <a:pt x="630022" y="282092"/>
                  <a:pt x="632399" y="279806"/>
                  <a:pt x="635142" y="278069"/>
                </a:cubicBezTo>
                <a:cubicBezTo>
                  <a:pt x="637977" y="276332"/>
                  <a:pt x="640994" y="275234"/>
                  <a:pt x="644286" y="274686"/>
                </a:cubicBezTo>
                <a:cubicBezTo>
                  <a:pt x="647578" y="274137"/>
                  <a:pt x="650778" y="274229"/>
                  <a:pt x="653979" y="274960"/>
                </a:cubicBezTo>
                <a:cubicBezTo>
                  <a:pt x="657271" y="275692"/>
                  <a:pt x="660197" y="277063"/>
                  <a:pt x="662849" y="278983"/>
                </a:cubicBezTo>
                <a:cubicBezTo>
                  <a:pt x="665592" y="280904"/>
                  <a:pt x="667786" y="283281"/>
                  <a:pt x="669524" y="286024"/>
                </a:cubicBezTo>
                <a:cubicBezTo>
                  <a:pt x="671261" y="288859"/>
                  <a:pt x="672450" y="291876"/>
                  <a:pt x="672998" y="295168"/>
                </a:cubicBezTo>
                <a:cubicBezTo>
                  <a:pt x="673547" y="298369"/>
                  <a:pt x="673456" y="301661"/>
                  <a:pt x="672633" y="304861"/>
                </a:cubicBezTo>
                <a:cubicBezTo>
                  <a:pt x="671901" y="308061"/>
                  <a:pt x="670621" y="310987"/>
                  <a:pt x="668701" y="313731"/>
                </a:cubicBezTo>
                <a:lnTo>
                  <a:pt x="665775" y="317754"/>
                </a:lnTo>
                <a:cubicBezTo>
                  <a:pt x="663854" y="320406"/>
                  <a:pt x="661477" y="322692"/>
                  <a:pt x="658642" y="324429"/>
                </a:cubicBezTo>
                <a:cubicBezTo>
                  <a:pt x="655899" y="326166"/>
                  <a:pt x="652882" y="327264"/>
                  <a:pt x="649590" y="327812"/>
                </a:cubicBezTo>
                <a:cubicBezTo>
                  <a:pt x="646298" y="328361"/>
                  <a:pt x="643098" y="328270"/>
                  <a:pt x="639897" y="327538"/>
                </a:cubicBezTo>
                <a:cubicBezTo>
                  <a:pt x="636605" y="326807"/>
                  <a:pt x="633679" y="325435"/>
                  <a:pt x="631027" y="323515"/>
                </a:cubicBezTo>
                <a:cubicBezTo>
                  <a:pt x="628284" y="321594"/>
                  <a:pt x="626090" y="319308"/>
                  <a:pt x="624352" y="316474"/>
                </a:cubicBezTo>
                <a:cubicBezTo>
                  <a:pt x="622615" y="313639"/>
                  <a:pt x="621426" y="310622"/>
                  <a:pt x="620878" y="307421"/>
                </a:cubicBezTo>
                <a:cubicBezTo>
                  <a:pt x="620329" y="304129"/>
                  <a:pt x="620420" y="300838"/>
                  <a:pt x="621152" y="297637"/>
                </a:cubicBezTo>
                <a:cubicBezTo>
                  <a:pt x="621975" y="294437"/>
                  <a:pt x="623255" y="291511"/>
                  <a:pt x="625175" y="288768"/>
                </a:cubicBezTo>
              </a:path>
              <a:path w="3889492" h="1195852">
                <a:moveTo>
                  <a:pt x="631027" y="280721"/>
                </a:moveTo>
                <a:lnTo>
                  <a:pt x="633862" y="276606"/>
                </a:lnTo>
                <a:cubicBezTo>
                  <a:pt x="635782" y="273954"/>
                  <a:pt x="638160" y="271760"/>
                  <a:pt x="640994" y="270022"/>
                </a:cubicBezTo>
                <a:cubicBezTo>
                  <a:pt x="643829" y="268285"/>
                  <a:pt x="646847" y="267096"/>
                  <a:pt x="650047" y="266548"/>
                </a:cubicBezTo>
                <a:cubicBezTo>
                  <a:pt x="653339" y="265999"/>
                  <a:pt x="656631" y="266090"/>
                  <a:pt x="659831" y="266822"/>
                </a:cubicBezTo>
                <a:cubicBezTo>
                  <a:pt x="663031" y="267645"/>
                  <a:pt x="665958" y="268925"/>
                  <a:pt x="668701" y="270845"/>
                </a:cubicBezTo>
                <a:cubicBezTo>
                  <a:pt x="671352" y="272766"/>
                  <a:pt x="673547" y="275143"/>
                  <a:pt x="675376" y="277978"/>
                </a:cubicBezTo>
                <a:cubicBezTo>
                  <a:pt x="677113" y="280721"/>
                  <a:pt x="678210" y="283738"/>
                  <a:pt x="678759" y="287030"/>
                </a:cubicBezTo>
                <a:cubicBezTo>
                  <a:pt x="679308" y="290322"/>
                  <a:pt x="679216" y="293522"/>
                  <a:pt x="678485" y="296723"/>
                </a:cubicBezTo>
                <a:cubicBezTo>
                  <a:pt x="677753" y="299923"/>
                  <a:pt x="676382" y="302941"/>
                  <a:pt x="674461" y="305592"/>
                </a:cubicBezTo>
                <a:lnTo>
                  <a:pt x="671535" y="309616"/>
                </a:lnTo>
                <a:cubicBezTo>
                  <a:pt x="669615" y="312359"/>
                  <a:pt x="667329" y="314554"/>
                  <a:pt x="664494" y="316291"/>
                </a:cubicBezTo>
                <a:cubicBezTo>
                  <a:pt x="661660" y="318028"/>
                  <a:pt x="658642" y="319217"/>
                  <a:pt x="655350" y="319766"/>
                </a:cubicBezTo>
                <a:cubicBezTo>
                  <a:pt x="652150" y="320314"/>
                  <a:pt x="648858" y="320223"/>
                  <a:pt x="645658" y="319400"/>
                </a:cubicBezTo>
                <a:cubicBezTo>
                  <a:pt x="642457" y="318668"/>
                  <a:pt x="639440" y="317388"/>
                  <a:pt x="636788" y="315468"/>
                </a:cubicBezTo>
                <a:cubicBezTo>
                  <a:pt x="634136" y="313548"/>
                  <a:pt x="631850" y="311170"/>
                  <a:pt x="630113" y="308336"/>
                </a:cubicBezTo>
                <a:cubicBezTo>
                  <a:pt x="628376" y="305592"/>
                  <a:pt x="627187" y="302484"/>
                  <a:pt x="626730" y="299283"/>
                </a:cubicBezTo>
                <a:cubicBezTo>
                  <a:pt x="626181" y="295991"/>
                  <a:pt x="626273" y="292791"/>
                  <a:pt x="627004" y="289590"/>
                </a:cubicBezTo>
                <a:cubicBezTo>
                  <a:pt x="627736" y="286299"/>
                  <a:pt x="629107" y="283373"/>
                  <a:pt x="631027" y="280721"/>
                </a:cubicBezTo>
              </a:path>
              <a:path w="3889492" h="1195852">
                <a:moveTo>
                  <a:pt x="636788" y="272583"/>
                </a:moveTo>
                <a:lnTo>
                  <a:pt x="639714" y="268559"/>
                </a:lnTo>
                <a:cubicBezTo>
                  <a:pt x="641634" y="265816"/>
                  <a:pt x="644012" y="263622"/>
                  <a:pt x="646755" y="261884"/>
                </a:cubicBezTo>
                <a:cubicBezTo>
                  <a:pt x="649590" y="260147"/>
                  <a:pt x="652607" y="258958"/>
                  <a:pt x="655899" y="258409"/>
                </a:cubicBezTo>
                <a:cubicBezTo>
                  <a:pt x="659100" y="257861"/>
                  <a:pt x="662391" y="258044"/>
                  <a:pt x="665592" y="258775"/>
                </a:cubicBezTo>
                <a:cubicBezTo>
                  <a:pt x="668792" y="259507"/>
                  <a:pt x="671810" y="260787"/>
                  <a:pt x="674461" y="262707"/>
                </a:cubicBezTo>
                <a:cubicBezTo>
                  <a:pt x="677205" y="264627"/>
                  <a:pt x="679399" y="267005"/>
                  <a:pt x="681137" y="269839"/>
                </a:cubicBezTo>
                <a:cubicBezTo>
                  <a:pt x="682874" y="272674"/>
                  <a:pt x="684063" y="275692"/>
                  <a:pt x="684611" y="278892"/>
                </a:cubicBezTo>
                <a:cubicBezTo>
                  <a:pt x="685160" y="282184"/>
                  <a:pt x="684977" y="285384"/>
                  <a:pt x="684246" y="288676"/>
                </a:cubicBezTo>
                <a:cubicBezTo>
                  <a:pt x="683514" y="291876"/>
                  <a:pt x="682234" y="294803"/>
                  <a:pt x="680314" y="297454"/>
                </a:cubicBezTo>
                <a:lnTo>
                  <a:pt x="677388" y="301569"/>
                </a:lnTo>
                <a:cubicBezTo>
                  <a:pt x="675467" y="304221"/>
                  <a:pt x="673090" y="306415"/>
                  <a:pt x="670255" y="308153"/>
                </a:cubicBezTo>
                <a:cubicBezTo>
                  <a:pt x="667512" y="309982"/>
                  <a:pt x="664403" y="311079"/>
                  <a:pt x="661203" y="311628"/>
                </a:cubicBezTo>
                <a:cubicBezTo>
                  <a:pt x="657911" y="312176"/>
                  <a:pt x="654710" y="312085"/>
                  <a:pt x="651419" y="311353"/>
                </a:cubicBezTo>
                <a:cubicBezTo>
                  <a:pt x="648218" y="310622"/>
                  <a:pt x="645292" y="309250"/>
                  <a:pt x="642549" y="307330"/>
                </a:cubicBezTo>
                <a:cubicBezTo>
                  <a:pt x="639897" y="305410"/>
                  <a:pt x="637703" y="303032"/>
                  <a:pt x="635965" y="300289"/>
                </a:cubicBezTo>
                <a:cubicBezTo>
                  <a:pt x="634136" y="297454"/>
                  <a:pt x="633039" y="294437"/>
                  <a:pt x="632490" y="291145"/>
                </a:cubicBezTo>
                <a:cubicBezTo>
                  <a:pt x="631942" y="287945"/>
                  <a:pt x="632033" y="284653"/>
                  <a:pt x="632765" y="281452"/>
                </a:cubicBezTo>
                <a:cubicBezTo>
                  <a:pt x="633496" y="278252"/>
                  <a:pt x="634868" y="275234"/>
                  <a:pt x="636788" y="272583"/>
                </a:cubicBezTo>
              </a:path>
              <a:path w="3889492" h="1195852">
                <a:moveTo>
                  <a:pt x="642549" y="264444"/>
                </a:moveTo>
                <a:lnTo>
                  <a:pt x="645475" y="260421"/>
                </a:lnTo>
                <a:cubicBezTo>
                  <a:pt x="647395" y="257769"/>
                  <a:pt x="649773" y="255483"/>
                  <a:pt x="652607" y="253746"/>
                </a:cubicBezTo>
                <a:cubicBezTo>
                  <a:pt x="655350" y="252009"/>
                  <a:pt x="658459" y="250911"/>
                  <a:pt x="661660" y="250363"/>
                </a:cubicBezTo>
                <a:cubicBezTo>
                  <a:pt x="664952" y="249814"/>
                  <a:pt x="668152" y="249906"/>
                  <a:pt x="671444" y="250637"/>
                </a:cubicBezTo>
                <a:cubicBezTo>
                  <a:pt x="674644" y="251369"/>
                  <a:pt x="677570" y="252740"/>
                  <a:pt x="680314" y="254660"/>
                </a:cubicBezTo>
                <a:cubicBezTo>
                  <a:pt x="682965" y="256581"/>
                  <a:pt x="685160" y="258958"/>
                  <a:pt x="686897" y="261701"/>
                </a:cubicBezTo>
                <a:cubicBezTo>
                  <a:pt x="688726" y="264536"/>
                  <a:pt x="689823" y="267553"/>
                  <a:pt x="690372" y="270845"/>
                </a:cubicBezTo>
                <a:cubicBezTo>
                  <a:pt x="690921" y="274046"/>
                  <a:pt x="690829" y="277338"/>
                  <a:pt x="690098" y="280538"/>
                </a:cubicBezTo>
                <a:cubicBezTo>
                  <a:pt x="689366" y="283738"/>
                  <a:pt x="687995" y="286664"/>
                  <a:pt x="686074" y="289408"/>
                </a:cubicBezTo>
                <a:lnTo>
                  <a:pt x="683148" y="293431"/>
                </a:lnTo>
                <a:cubicBezTo>
                  <a:pt x="681228" y="296083"/>
                  <a:pt x="678851" y="298369"/>
                  <a:pt x="676107" y="300106"/>
                </a:cubicBezTo>
                <a:cubicBezTo>
                  <a:pt x="673273" y="301843"/>
                  <a:pt x="670255" y="302941"/>
                  <a:pt x="666963" y="303489"/>
                </a:cubicBezTo>
                <a:cubicBezTo>
                  <a:pt x="663672" y="304038"/>
                  <a:pt x="660471" y="303947"/>
                  <a:pt x="657271" y="303215"/>
                </a:cubicBezTo>
                <a:cubicBezTo>
                  <a:pt x="654070" y="302484"/>
                  <a:pt x="651053" y="301112"/>
                  <a:pt x="648401" y="299192"/>
                </a:cubicBezTo>
                <a:cubicBezTo>
                  <a:pt x="645658" y="297271"/>
                  <a:pt x="643463" y="294985"/>
                  <a:pt x="641726" y="292151"/>
                </a:cubicBezTo>
                <a:cubicBezTo>
                  <a:pt x="639989" y="289316"/>
                  <a:pt x="638800" y="286299"/>
                  <a:pt x="638251" y="283098"/>
                </a:cubicBezTo>
                <a:cubicBezTo>
                  <a:pt x="637703" y="279806"/>
                  <a:pt x="637794" y="276515"/>
                  <a:pt x="638617" y="273314"/>
                </a:cubicBezTo>
                <a:cubicBezTo>
                  <a:pt x="639348" y="270114"/>
                  <a:pt x="640629" y="267188"/>
                  <a:pt x="642549" y="264444"/>
                </a:cubicBezTo>
              </a:path>
              <a:path w="3889492" h="1195852">
                <a:moveTo>
                  <a:pt x="648401" y="256398"/>
                </a:moveTo>
                <a:lnTo>
                  <a:pt x="651327" y="252283"/>
                </a:lnTo>
                <a:cubicBezTo>
                  <a:pt x="653247" y="249631"/>
                  <a:pt x="655533" y="247437"/>
                  <a:pt x="658368" y="245699"/>
                </a:cubicBezTo>
                <a:cubicBezTo>
                  <a:pt x="661203" y="243962"/>
                  <a:pt x="664220" y="242773"/>
                  <a:pt x="667512" y="242225"/>
                </a:cubicBezTo>
                <a:cubicBezTo>
                  <a:pt x="670712" y="241676"/>
                  <a:pt x="674004" y="241767"/>
                  <a:pt x="677205" y="242499"/>
                </a:cubicBezTo>
                <a:cubicBezTo>
                  <a:pt x="680405" y="243322"/>
                  <a:pt x="683423" y="244602"/>
                  <a:pt x="686074" y="246522"/>
                </a:cubicBezTo>
                <a:cubicBezTo>
                  <a:pt x="688726" y="248442"/>
                  <a:pt x="691012" y="250820"/>
                  <a:pt x="692749" y="253655"/>
                </a:cubicBezTo>
                <a:cubicBezTo>
                  <a:pt x="694487" y="256398"/>
                  <a:pt x="695584" y="259415"/>
                  <a:pt x="696133" y="262707"/>
                </a:cubicBezTo>
                <a:cubicBezTo>
                  <a:pt x="696681" y="265999"/>
                  <a:pt x="696590" y="269199"/>
                  <a:pt x="695858" y="272400"/>
                </a:cubicBezTo>
                <a:cubicBezTo>
                  <a:pt x="695127" y="275600"/>
                  <a:pt x="693755" y="278618"/>
                  <a:pt x="691835" y="281269"/>
                </a:cubicBezTo>
                <a:lnTo>
                  <a:pt x="689000" y="285293"/>
                </a:lnTo>
                <a:cubicBezTo>
                  <a:pt x="687080" y="288036"/>
                  <a:pt x="684703" y="290231"/>
                  <a:pt x="681868" y="291968"/>
                </a:cubicBezTo>
                <a:cubicBezTo>
                  <a:pt x="679033" y="293705"/>
                  <a:pt x="676016" y="294894"/>
                  <a:pt x="672816" y="295443"/>
                </a:cubicBezTo>
                <a:cubicBezTo>
                  <a:pt x="669524" y="295991"/>
                  <a:pt x="666232" y="295900"/>
                  <a:pt x="663031" y="295077"/>
                </a:cubicBezTo>
                <a:cubicBezTo>
                  <a:pt x="659831" y="294345"/>
                  <a:pt x="656905" y="293065"/>
                  <a:pt x="654162" y="291145"/>
                </a:cubicBezTo>
                <a:cubicBezTo>
                  <a:pt x="651510" y="289225"/>
                  <a:pt x="649315" y="286847"/>
                  <a:pt x="647487" y="284013"/>
                </a:cubicBezTo>
                <a:cubicBezTo>
                  <a:pt x="645749" y="281269"/>
                  <a:pt x="644652" y="278160"/>
                  <a:pt x="644103" y="274960"/>
                </a:cubicBezTo>
                <a:cubicBezTo>
                  <a:pt x="643555" y="271668"/>
                  <a:pt x="643646" y="268468"/>
                  <a:pt x="644378" y="265267"/>
                </a:cubicBezTo>
                <a:cubicBezTo>
                  <a:pt x="645109" y="261976"/>
                  <a:pt x="646481" y="259050"/>
                  <a:pt x="648401" y="256398"/>
                </a:cubicBezTo>
              </a:path>
              <a:path w="3889492" h="1195852">
                <a:moveTo>
                  <a:pt x="654162" y="248260"/>
                </a:moveTo>
                <a:lnTo>
                  <a:pt x="657088" y="244236"/>
                </a:lnTo>
                <a:cubicBezTo>
                  <a:pt x="659008" y="241493"/>
                  <a:pt x="661386" y="239298"/>
                  <a:pt x="664129" y="237561"/>
                </a:cubicBezTo>
                <a:cubicBezTo>
                  <a:pt x="666963" y="235824"/>
                  <a:pt x="669981" y="234635"/>
                  <a:pt x="673273" y="234086"/>
                </a:cubicBezTo>
                <a:cubicBezTo>
                  <a:pt x="676565" y="233538"/>
                  <a:pt x="679765" y="233721"/>
                  <a:pt x="682965" y="234452"/>
                </a:cubicBezTo>
                <a:cubicBezTo>
                  <a:pt x="686257" y="235184"/>
                  <a:pt x="689183" y="236464"/>
                  <a:pt x="691835" y="238384"/>
                </a:cubicBezTo>
                <a:cubicBezTo>
                  <a:pt x="694578" y="240304"/>
                  <a:pt x="696773" y="242682"/>
                  <a:pt x="698510" y="245516"/>
                </a:cubicBezTo>
                <a:cubicBezTo>
                  <a:pt x="700248" y="248351"/>
                  <a:pt x="701436" y="251369"/>
                  <a:pt x="701985" y="254569"/>
                </a:cubicBezTo>
                <a:cubicBezTo>
                  <a:pt x="702534" y="257861"/>
                  <a:pt x="702442" y="261061"/>
                  <a:pt x="701711" y="264353"/>
                </a:cubicBezTo>
                <a:cubicBezTo>
                  <a:pt x="700888" y="267553"/>
                  <a:pt x="699607" y="270480"/>
                  <a:pt x="697687" y="273131"/>
                </a:cubicBezTo>
                <a:lnTo>
                  <a:pt x="694761" y="277246"/>
                </a:lnTo>
                <a:cubicBezTo>
                  <a:pt x="692841" y="279898"/>
                  <a:pt x="690463" y="282092"/>
                  <a:pt x="687629" y="283921"/>
                </a:cubicBezTo>
                <a:cubicBezTo>
                  <a:pt x="684886" y="285659"/>
                  <a:pt x="681868" y="286756"/>
                  <a:pt x="678576" y="287304"/>
                </a:cubicBezTo>
                <a:cubicBezTo>
                  <a:pt x="675284" y="287853"/>
                  <a:pt x="672084" y="287762"/>
                  <a:pt x="668884" y="287030"/>
                </a:cubicBezTo>
                <a:cubicBezTo>
                  <a:pt x="665592" y="286299"/>
                  <a:pt x="662666" y="284927"/>
                  <a:pt x="660014" y="283007"/>
                </a:cubicBezTo>
                <a:cubicBezTo>
                  <a:pt x="657271" y="281087"/>
                  <a:pt x="655076" y="278709"/>
                  <a:pt x="653339" y="275966"/>
                </a:cubicBezTo>
                <a:cubicBezTo>
                  <a:pt x="651601" y="273131"/>
                  <a:pt x="650413" y="270114"/>
                  <a:pt x="649864" y="266822"/>
                </a:cubicBezTo>
                <a:cubicBezTo>
                  <a:pt x="649315" y="263622"/>
                  <a:pt x="649407" y="260330"/>
                  <a:pt x="650138" y="257129"/>
                </a:cubicBezTo>
                <a:cubicBezTo>
                  <a:pt x="650961" y="253929"/>
                  <a:pt x="652242" y="250911"/>
                  <a:pt x="654162" y="248260"/>
                </a:cubicBezTo>
              </a:path>
              <a:path w="3889492" h="1195852">
                <a:moveTo>
                  <a:pt x="660014" y="240121"/>
                </a:moveTo>
                <a:lnTo>
                  <a:pt x="662849" y="236098"/>
                </a:lnTo>
                <a:cubicBezTo>
                  <a:pt x="664769" y="233446"/>
                  <a:pt x="667146" y="231160"/>
                  <a:pt x="669981" y="229423"/>
                </a:cubicBezTo>
                <a:cubicBezTo>
                  <a:pt x="672816" y="227686"/>
                  <a:pt x="675833" y="226588"/>
                  <a:pt x="679033" y="226040"/>
                </a:cubicBezTo>
                <a:cubicBezTo>
                  <a:pt x="682325" y="225491"/>
                  <a:pt x="685617" y="225582"/>
                  <a:pt x="688818" y="226314"/>
                </a:cubicBezTo>
                <a:cubicBezTo>
                  <a:pt x="692018" y="227046"/>
                  <a:pt x="694944" y="228417"/>
                  <a:pt x="697687" y="230337"/>
                </a:cubicBezTo>
                <a:cubicBezTo>
                  <a:pt x="700339" y="232258"/>
                  <a:pt x="702534" y="234635"/>
                  <a:pt x="704362" y="237378"/>
                </a:cubicBezTo>
                <a:cubicBezTo>
                  <a:pt x="706100" y="240213"/>
                  <a:pt x="707197" y="243230"/>
                  <a:pt x="707746" y="246522"/>
                </a:cubicBezTo>
                <a:cubicBezTo>
                  <a:pt x="708294" y="249723"/>
                  <a:pt x="708203" y="253014"/>
                  <a:pt x="707471" y="256215"/>
                </a:cubicBezTo>
                <a:cubicBezTo>
                  <a:pt x="706740" y="259415"/>
                  <a:pt x="705368" y="262341"/>
                  <a:pt x="703448" y="265085"/>
                </a:cubicBezTo>
                <a:lnTo>
                  <a:pt x="700522" y="269108"/>
                </a:lnTo>
                <a:cubicBezTo>
                  <a:pt x="698602" y="271760"/>
                  <a:pt x="696316" y="274046"/>
                  <a:pt x="693481" y="275783"/>
                </a:cubicBezTo>
                <a:cubicBezTo>
                  <a:pt x="690646" y="277520"/>
                  <a:pt x="687629" y="278709"/>
                  <a:pt x="684337" y="279166"/>
                </a:cubicBezTo>
                <a:cubicBezTo>
                  <a:pt x="681137" y="279715"/>
                  <a:pt x="677845" y="279624"/>
                  <a:pt x="674644" y="278892"/>
                </a:cubicBezTo>
                <a:cubicBezTo>
                  <a:pt x="671444" y="278160"/>
                  <a:pt x="668426" y="276789"/>
                  <a:pt x="665775" y="274869"/>
                </a:cubicBezTo>
                <a:cubicBezTo>
                  <a:pt x="663123" y="272948"/>
                  <a:pt x="660837" y="270662"/>
                  <a:pt x="659100" y="267828"/>
                </a:cubicBezTo>
                <a:cubicBezTo>
                  <a:pt x="657362" y="264993"/>
                  <a:pt x="656173" y="261976"/>
                  <a:pt x="655716" y="258775"/>
                </a:cubicBezTo>
                <a:cubicBezTo>
                  <a:pt x="655168" y="255483"/>
                  <a:pt x="655259" y="252283"/>
                  <a:pt x="655991" y="248991"/>
                </a:cubicBezTo>
                <a:cubicBezTo>
                  <a:pt x="656722" y="245791"/>
                  <a:pt x="658094" y="242865"/>
                  <a:pt x="660014" y="240121"/>
                </a:cubicBezTo>
              </a:path>
              <a:path w="3889492" h="1195852">
                <a:moveTo>
                  <a:pt x="665775" y="232075"/>
                </a:moveTo>
                <a:lnTo>
                  <a:pt x="668701" y="227960"/>
                </a:lnTo>
                <a:cubicBezTo>
                  <a:pt x="670621" y="225308"/>
                  <a:pt x="672998" y="223114"/>
                  <a:pt x="675742" y="221376"/>
                </a:cubicBezTo>
                <a:cubicBezTo>
                  <a:pt x="678576" y="219639"/>
                  <a:pt x="681594" y="218450"/>
                  <a:pt x="684886" y="217902"/>
                </a:cubicBezTo>
                <a:cubicBezTo>
                  <a:pt x="688086" y="217353"/>
                  <a:pt x="691378" y="217444"/>
                  <a:pt x="694578" y="218176"/>
                </a:cubicBezTo>
                <a:cubicBezTo>
                  <a:pt x="697779" y="218999"/>
                  <a:pt x="700796" y="220279"/>
                  <a:pt x="703448" y="222199"/>
                </a:cubicBezTo>
                <a:cubicBezTo>
                  <a:pt x="706191" y="224119"/>
                  <a:pt x="708386" y="226497"/>
                  <a:pt x="710123" y="229332"/>
                </a:cubicBezTo>
                <a:cubicBezTo>
                  <a:pt x="711860" y="232075"/>
                  <a:pt x="713049" y="235092"/>
                  <a:pt x="713598" y="238384"/>
                </a:cubicBezTo>
                <a:cubicBezTo>
                  <a:pt x="714146" y="241676"/>
                  <a:pt x="713964" y="244876"/>
                  <a:pt x="713232" y="248077"/>
                </a:cubicBezTo>
                <a:cubicBezTo>
                  <a:pt x="712500" y="251277"/>
                  <a:pt x="711220" y="254295"/>
                  <a:pt x="709300" y="256946"/>
                </a:cubicBezTo>
                <a:lnTo>
                  <a:pt x="706374" y="260970"/>
                </a:lnTo>
                <a:cubicBezTo>
                  <a:pt x="704454" y="263713"/>
                  <a:pt x="702076" y="265908"/>
                  <a:pt x="699242" y="267645"/>
                </a:cubicBezTo>
                <a:cubicBezTo>
                  <a:pt x="696498" y="269382"/>
                  <a:pt x="693390" y="270571"/>
                  <a:pt x="690189" y="271120"/>
                </a:cubicBezTo>
                <a:cubicBezTo>
                  <a:pt x="686897" y="271668"/>
                  <a:pt x="683697" y="271577"/>
                  <a:pt x="680405" y="270754"/>
                </a:cubicBezTo>
                <a:cubicBezTo>
                  <a:pt x="677205" y="270022"/>
                  <a:pt x="674279" y="268742"/>
                  <a:pt x="671535" y="266822"/>
                </a:cubicBezTo>
                <a:cubicBezTo>
                  <a:pt x="668884" y="264902"/>
                  <a:pt x="666689" y="262524"/>
                  <a:pt x="664952" y="259690"/>
                </a:cubicBezTo>
                <a:cubicBezTo>
                  <a:pt x="663123" y="256946"/>
                  <a:pt x="662026" y="253929"/>
                  <a:pt x="661477" y="250637"/>
                </a:cubicBezTo>
                <a:cubicBezTo>
                  <a:pt x="660928" y="247345"/>
                  <a:pt x="661020" y="244145"/>
                  <a:pt x="661751" y="240944"/>
                </a:cubicBezTo>
                <a:cubicBezTo>
                  <a:pt x="662483" y="237653"/>
                  <a:pt x="663854" y="234726"/>
                  <a:pt x="665775" y="232075"/>
                </a:cubicBezTo>
              </a:path>
              <a:path w="3889492" h="1195852">
                <a:moveTo>
                  <a:pt x="671535" y="223937"/>
                </a:moveTo>
                <a:lnTo>
                  <a:pt x="674461" y="219913"/>
                </a:lnTo>
                <a:cubicBezTo>
                  <a:pt x="676382" y="217170"/>
                  <a:pt x="678759" y="214975"/>
                  <a:pt x="681594" y="213238"/>
                </a:cubicBezTo>
                <a:cubicBezTo>
                  <a:pt x="684337" y="211501"/>
                  <a:pt x="687446" y="210312"/>
                  <a:pt x="690646" y="209763"/>
                </a:cubicBezTo>
                <a:cubicBezTo>
                  <a:pt x="693938" y="209306"/>
                  <a:pt x="697139" y="209398"/>
                  <a:pt x="700430" y="210129"/>
                </a:cubicBezTo>
                <a:cubicBezTo>
                  <a:pt x="703631" y="210861"/>
                  <a:pt x="706557" y="212141"/>
                  <a:pt x="709300" y="214061"/>
                </a:cubicBezTo>
                <a:cubicBezTo>
                  <a:pt x="711952" y="215981"/>
                  <a:pt x="714146" y="218359"/>
                  <a:pt x="715884" y="221193"/>
                </a:cubicBezTo>
                <a:cubicBezTo>
                  <a:pt x="717713" y="224028"/>
                  <a:pt x="718810" y="227046"/>
                  <a:pt x="719358" y="230246"/>
                </a:cubicBezTo>
                <a:cubicBezTo>
                  <a:pt x="719907" y="233538"/>
                  <a:pt x="719816" y="236738"/>
                  <a:pt x="719084" y="240030"/>
                </a:cubicBezTo>
                <a:cubicBezTo>
                  <a:pt x="718353" y="243230"/>
                  <a:pt x="716981" y="246156"/>
                  <a:pt x="715061" y="248808"/>
                </a:cubicBezTo>
                <a:lnTo>
                  <a:pt x="712135" y="252923"/>
                </a:lnTo>
                <a:cubicBezTo>
                  <a:pt x="710214" y="255575"/>
                  <a:pt x="707837" y="257769"/>
                  <a:pt x="705094" y="259598"/>
                </a:cubicBezTo>
                <a:cubicBezTo>
                  <a:pt x="702259" y="261336"/>
                  <a:pt x="699242" y="262433"/>
                  <a:pt x="695950" y="262981"/>
                </a:cubicBezTo>
                <a:cubicBezTo>
                  <a:pt x="692658" y="263530"/>
                  <a:pt x="689458" y="263439"/>
                  <a:pt x="686257" y="262707"/>
                </a:cubicBezTo>
                <a:cubicBezTo>
                  <a:pt x="683057" y="261976"/>
                  <a:pt x="680039" y="260604"/>
                  <a:pt x="677388" y="258684"/>
                </a:cubicBezTo>
                <a:cubicBezTo>
                  <a:pt x="674644" y="256764"/>
                  <a:pt x="672450" y="254386"/>
                  <a:pt x="670712" y="251643"/>
                </a:cubicBezTo>
                <a:cubicBezTo>
                  <a:pt x="668975" y="248808"/>
                  <a:pt x="667786" y="245791"/>
                  <a:pt x="667238" y="242499"/>
                </a:cubicBezTo>
                <a:cubicBezTo>
                  <a:pt x="666689" y="239298"/>
                  <a:pt x="666780" y="236007"/>
                  <a:pt x="667603" y="232806"/>
                </a:cubicBezTo>
                <a:cubicBezTo>
                  <a:pt x="668335" y="229606"/>
                  <a:pt x="669615" y="226680"/>
                  <a:pt x="671535" y="223937"/>
                </a:cubicBezTo>
              </a:path>
              <a:path w="3889492" h="1195852">
                <a:moveTo>
                  <a:pt x="677388" y="215798"/>
                </a:moveTo>
                <a:lnTo>
                  <a:pt x="680314" y="211775"/>
                </a:lnTo>
                <a:cubicBezTo>
                  <a:pt x="682234" y="209123"/>
                  <a:pt x="684520" y="206837"/>
                  <a:pt x="687354" y="205100"/>
                </a:cubicBezTo>
                <a:cubicBezTo>
                  <a:pt x="690189" y="203363"/>
                  <a:pt x="693207" y="202265"/>
                  <a:pt x="696498" y="201717"/>
                </a:cubicBezTo>
                <a:cubicBezTo>
                  <a:pt x="699699" y="201168"/>
                  <a:pt x="702991" y="201259"/>
                  <a:pt x="706191" y="201991"/>
                </a:cubicBezTo>
                <a:cubicBezTo>
                  <a:pt x="709392" y="202722"/>
                  <a:pt x="712409" y="204094"/>
                  <a:pt x="715061" y="206014"/>
                </a:cubicBezTo>
                <a:cubicBezTo>
                  <a:pt x="717713" y="207935"/>
                  <a:pt x="719999" y="210312"/>
                  <a:pt x="721736" y="213055"/>
                </a:cubicBezTo>
                <a:cubicBezTo>
                  <a:pt x="723473" y="215890"/>
                  <a:pt x="724571" y="218907"/>
                  <a:pt x="725119" y="222199"/>
                </a:cubicBezTo>
                <a:cubicBezTo>
                  <a:pt x="725668" y="225400"/>
                  <a:pt x="725576" y="228691"/>
                  <a:pt x="724845" y="231892"/>
                </a:cubicBezTo>
                <a:cubicBezTo>
                  <a:pt x="724113" y="235092"/>
                  <a:pt x="722742" y="238018"/>
                  <a:pt x="720822" y="240762"/>
                </a:cubicBezTo>
                <a:lnTo>
                  <a:pt x="717987" y="244785"/>
                </a:lnTo>
                <a:cubicBezTo>
                  <a:pt x="716067" y="247528"/>
                  <a:pt x="713689" y="249723"/>
                  <a:pt x="710855" y="251460"/>
                </a:cubicBezTo>
                <a:cubicBezTo>
                  <a:pt x="708020" y="253197"/>
                  <a:pt x="705002" y="254386"/>
                  <a:pt x="701802" y="254843"/>
                </a:cubicBezTo>
                <a:cubicBezTo>
                  <a:pt x="698510" y="255392"/>
                  <a:pt x="695218" y="255300"/>
                  <a:pt x="692018" y="254569"/>
                </a:cubicBezTo>
                <a:cubicBezTo>
                  <a:pt x="688818" y="253837"/>
                  <a:pt x="685891" y="252466"/>
                  <a:pt x="683148" y="250546"/>
                </a:cubicBezTo>
                <a:cubicBezTo>
                  <a:pt x="680496" y="248625"/>
                  <a:pt x="678302" y="246339"/>
                  <a:pt x="676473" y="243505"/>
                </a:cubicBezTo>
                <a:cubicBezTo>
                  <a:pt x="674736" y="240670"/>
                  <a:pt x="673638" y="237653"/>
                  <a:pt x="673090" y="234452"/>
                </a:cubicBezTo>
                <a:cubicBezTo>
                  <a:pt x="672541" y="231160"/>
                  <a:pt x="672633" y="227960"/>
                  <a:pt x="673364" y="224668"/>
                </a:cubicBezTo>
                <a:cubicBezTo>
                  <a:pt x="674096" y="221468"/>
                  <a:pt x="675467" y="218542"/>
                  <a:pt x="677388" y="215798"/>
                </a:cubicBezTo>
              </a:path>
              <a:path w="3889492" h="1195852">
                <a:moveTo>
                  <a:pt x="683148" y="207752"/>
                </a:moveTo>
                <a:lnTo>
                  <a:pt x="686074" y="203637"/>
                </a:lnTo>
                <a:cubicBezTo>
                  <a:pt x="687995" y="200985"/>
                  <a:pt x="690372" y="198791"/>
                  <a:pt x="693115" y="197053"/>
                </a:cubicBezTo>
                <a:cubicBezTo>
                  <a:pt x="695950" y="195316"/>
                  <a:pt x="698967" y="194127"/>
                  <a:pt x="702259" y="193578"/>
                </a:cubicBezTo>
                <a:cubicBezTo>
                  <a:pt x="705551" y="193030"/>
                  <a:pt x="708751" y="193121"/>
                  <a:pt x="711952" y="193853"/>
                </a:cubicBezTo>
                <a:cubicBezTo>
                  <a:pt x="715244" y="194676"/>
                  <a:pt x="718170" y="195956"/>
                  <a:pt x="720822" y="197876"/>
                </a:cubicBezTo>
                <a:cubicBezTo>
                  <a:pt x="723565" y="199796"/>
                  <a:pt x="725759" y="202174"/>
                  <a:pt x="727497" y="205008"/>
                </a:cubicBezTo>
                <a:cubicBezTo>
                  <a:pt x="729234" y="207752"/>
                  <a:pt x="730423" y="210769"/>
                  <a:pt x="730971" y="214061"/>
                </a:cubicBezTo>
                <a:cubicBezTo>
                  <a:pt x="731520" y="217353"/>
                  <a:pt x="731429" y="220553"/>
                  <a:pt x="730697" y="223754"/>
                </a:cubicBezTo>
                <a:cubicBezTo>
                  <a:pt x="729874" y="226954"/>
                  <a:pt x="728594" y="229972"/>
                  <a:pt x="726674" y="232623"/>
                </a:cubicBezTo>
                <a:lnTo>
                  <a:pt x="723748" y="236647"/>
                </a:lnTo>
                <a:cubicBezTo>
                  <a:pt x="721827" y="239390"/>
                  <a:pt x="719450" y="241584"/>
                  <a:pt x="716707" y="243322"/>
                </a:cubicBezTo>
                <a:cubicBezTo>
                  <a:pt x="713872" y="245059"/>
                  <a:pt x="710855" y="246248"/>
                  <a:pt x="707563" y="246797"/>
                </a:cubicBezTo>
                <a:cubicBezTo>
                  <a:pt x="704271" y="247345"/>
                  <a:pt x="701070" y="247254"/>
                  <a:pt x="697870" y="246431"/>
                </a:cubicBezTo>
                <a:cubicBezTo>
                  <a:pt x="694578" y="245699"/>
                  <a:pt x="691652" y="244419"/>
                  <a:pt x="689000" y="242499"/>
                </a:cubicBezTo>
                <a:cubicBezTo>
                  <a:pt x="686257" y="240579"/>
                  <a:pt x="684063" y="238201"/>
                  <a:pt x="682325" y="235367"/>
                </a:cubicBezTo>
                <a:cubicBezTo>
                  <a:pt x="680588" y="232623"/>
                  <a:pt x="679399" y="229606"/>
                  <a:pt x="678851" y="226314"/>
                </a:cubicBezTo>
                <a:cubicBezTo>
                  <a:pt x="678302" y="223022"/>
                  <a:pt x="678393" y="219822"/>
                  <a:pt x="679125" y="216621"/>
                </a:cubicBezTo>
                <a:cubicBezTo>
                  <a:pt x="679948" y="213421"/>
                  <a:pt x="681228" y="210403"/>
                  <a:pt x="683148" y="207752"/>
                </a:cubicBezTo>
              </a:path>
              <a:path w="3889492" h="1195852">
                <a:moveTo>
                  <a:pt x="689000" y="199614"/>
                </a:moveTo>
                <a:lnTo>
                  <a:pt x="691835" y="195590"/>
                </a:lnTo>
                <a:cubicBezTo>
                  <a:pt x="693755" y="192847"/>
                  <a:pt x="696133" y="190652"/>
                  <a:pt x="698967" y="188915"/>
                </a:cubicBezTo>
                <a:cubicBezTo>
                  <a:pt x="701802" y="187178"/>
                  <a:pt x="704820" y="185989"/>
                  <a:pt x="708020" y="185440"/>
                </a:cubicBezTo>
                <a:cubicBezTo>
                  <a:pt x="711312" y="184983"/>
                  <a:pt x="714604" y="185075"/>
                  <a:pt x="717804" y="185806"/>
                </a:cubicBezTo>
                <a:cubicBezTo>
                  <a:pt x="721004" y="186538"/>
                  <a:pt x="723930" y="187909"/>
                  <a:pt x="726674" y="189738"/>
                </a:cubicBezTo>
                <a:cubicBezTo>
                  <a:pt x="729325" y="191658"/>
                  <a:pt x="731520" y="194036"/>
                  <a:pt x="733349" y="196870"/>
                </a:cubicBezTo>
                <a:cubicBezTo>
                  <a:pt x="735086" y="199705"/>
                  <a:pt x="736183" y="202722"/>
                  <a:pt x="736732" y="205923"/>
                </a:cubicBezTo>
                <a:cubicBezTo>
                  <a:pt x="737281" y="209215"/>
                  <a:pt x="737189" y="212415"/>
                  <a:pt x="736458" y="215707"/>
                </a:cubicBezTo>
                <a:cubicBezTo>
                  <a:pt x="735726" y="218907"/>
                  <a:pt x="734355" y="221833"/>
                  <a:pt x="732434" y="224485"/>
                </a:cubicBezTo>
                <a:lnTo>
                  <a:pt x="729508" y="228600"/>
                </a:lnTo>
                <a:cubicBezTo>
                  <a:pt x="727588" y="231252"/>
                  <a:pt x="725302" y="233446"/>
                  <a:pt x="722467" y="235275"/>
                </a:cubicBezTo>
                <a:cubicBezTo>
                  <a:pt x="719633" y="237012"/>
                  <a:pt x="716615" y="238110"/>
                  <a:pt x="713323" y="238658"/>
                </a:cubicBezTo>
                <a:cubicBezTo>
                  <a:pt x="710123" y="239207"/>
                  <a:pt x="706831" y="239116"/>
                  <a:pt x="703631" y="238384"/>
                </a:cubicBezTo>
                <a:cubicBezTo>
                  <a:pt x="700430" y="237653"/>
                  <a:pt x="697413" y="236281"/>
                  <a:pt x="694761" y="234361"/>
                </a:cubicBezTo>
                <a:cubicBezTo>
                  <a:pt x="692109" y="232440"/>
                  <a:pt x="689823" y="230063"/>
                  <a:pt x="688086" y="227320"/>
                </a:cubicBezTo>
                <a:cubicBezTo>
                  <a:pt x="686349" y="224485"/>
                  <a:pt x="685160" y="221468"/>
                  <a:pt x="684703" y="218176"/>
                </a:cubicBezTo>
                <a:cubicBezTo>
                  <a:pt x="684154" y="214975"/>
                  <a:pt x="684246" y="211684"/>
                  <a:pt x="684977" y="208483"/>
                </a:cubicBezTo>
                <a:cubicBezTo>
                  <a:pt x="685709" y="205283"/>
                  <a:pt x="687080" y="202357"/>
                  <a:pt x="689000" y="199614"/>
                </a:cubicBezTo>
              </a:path>
              <a:path w="3889492" h="1195852">
                <a:moveTo>
                  <a:pt x="694761" y="191475"/>
                </a:moveTo>
                <a:lnTo>
                  <a:pt x="697687" y="187452"/>
                </a:lnTo>
                <a:cubicBezTo>
                  <a:pt x="699607" y="184800"/>
                  <a:pt x="701985" y="182606"/>
                  <a:pt x="704728" y="180777"/>
                </a:cubicBezTo>
                <a:cubicBezTo>
                  <a:pt x="707563" y="179040"/>
                  <a:pt x="710580" y="177942"/>
                  <a:pt x="713872" y="177394"/>
                </a:cubicBezTo>
                <a:cubicBezTo>
                  <a:pt x="717072" y="176845"/>
                  <a:pt x="720364" y="176936"/>
                  <a:pt x="723565" y="177668"/>
                </a:cubicBezTo>
                <a:cubicBezTo>
                  <a:pt x="726765" y="178399"/>
                  <a:pt x="729783" y="179771"/>
                  <a:pt x="732434" y="181691"/>
                </a:cubicBezTo>
                <a:cubicBezTo>
                  <a:pt x="735178" y="183612"/>
                  <a:pt x="737372" y="185989"/>
                  <a:pt x="739110" y="188732"/>
                </a:cubicBezTo>
                <a:cubicBezTo>
                  <a:pt x="740847" y="191567"/>
                  <a:pt x="742036" y="194584"/>
                  <a:pt x="742584" y="197876"/>
                </a:cubicBezTo>
                <a:cubicBezTo>
                  <a:pt x="743133" y="201077"/>
                  <a:pt x="742950" y="204368"/>
                  <a:pt x="742218" y="207569"/>
                </a:cubicBezTo>
                <a:cubicBezTo>
                  <a:pt x="741487" y="210769"/>
                  <a:pt x="740207" y="213695"/>
                  <a:pt x="738287" y="216438"/>
                </a:cubicBezTo>
                <a:lnTo>
                  <a:pt x="735360" y="220462"/>
                </a:lnTo>
                <a:cubicBezTo>
                  <a:pt x="733440" y="223205"/>
                  <a:pt x="731063" y="225400"/>
                  <a:pt x="728228" y="227137"/>
                </a:cubicBezTo>
                <a:cubicBezTo>
                  <a:pt x="725485" y="228874"/>
                  <a:pt x="722376" y="230063"/>
                  <a:pt x="719176" y="230520"/>
                </a:cubicBezTo>
                <a:cubicBezTo>
                  <a:pt x="715884" y="231069"/>
                  <a:pt x="712683" y="230977"/>
                  <a:pt x="709392" y="230246"/>
                </a:cubicBezTo>
                <a:cubicBezTo>
                  <a:pt x="706191" y="229514"/>
                  <a:pt x="703265" y="228143"/>
                  <a:pt x="700522" y="226223"/>
                </a:cubicBezTo>
                <a:cubicBezTo>
                  <a:pt x="697870" y="224302"/>
                  <a:pt x="695676" y="222016"/>
                  <a:pt x="693938" y="219182"/>
                </a:cubicBezTo>
                <a:cubicBezTo>
                  <a:pt x="692109" y="216347"/>
                  <a:pt x="691012" y="213330"/>
                  <a:pt x="690463" y="210129"/>
                </a:cubicBezTo>
                <a:cubicBezTo>
                  <a:pt x="689915" y="206837"/>
                  <a:pt x="690006" y="203637"/>
                  <a:pt x="690738" y="200345"/>
                </a:cubicBezTo>
                <a:cubicBezTo>
                  <a:pt x="691469" y="197145"/>
                  <a:pt x="692841" y="194219"/>
                  <a:pt x="694761" y="191475"/>
                </a:cubicBezTo>
              </a:path>
              <a:path w="3889492" h="1195852">
                <a:moveTo>
                  <a:pt x="700522" y="183429"/>
                </a:moveTo>
                <a:lnTo>
                  <a:pt x="703448" y="179405"/>
                </a:lnTo>
                <a:cubicBezTo>
                  <a:pt x="705368" y="176662"/>
                  <a:pt x="707746" y="174468"/>
                  <a:pt x="710580" y="172730"/>
                </a:cubicBezTo>
                <a:cubicBezTo>
                  <a:pt x="713323" y="170993"/>
                  <a:pt x="716432" y="169804"/>
                  <a:pt x="719633" y="169255"/>
                </a:cubicBezTo>
                <a:cubicBezTo>
                  <a:pt x="722925" y="168707"/>
                  <a:pt x="726125" y="168798"/>
                  <a:pt x="729417" y="169530"/>
                </a:cubicBezTo>
                <a:cubicBezTo>
                  <a:pt x="732617" y="170353"/>
                  <a:pt x="735543" y="171633"/>
                  <a:pt x="738287" y="173553"/>
                </a:cubicBezTo>
                <a:cubicBezTo>
                  <a:pt x="740938" y="175473"/>
                  <a:pt x="743133" y="177851"/>
                  <a:pt x="744870" y="180685"/>
                </a:cubicBezTo>
                <a:cubicBezTo>
                  <a:pt x="746699" y="183429"/>
                  <a:pt x="747796" y="186446"/>
                  <a:pt x="748345" y="189738"/>
                </a:cubicBezTo>
                <a:cubicBezTo>
                  <a:pt x="748894" y="193030"/>
                  <a:pt x="748802" y="196230"/>
                  <a:pt x="748071" y="199431"/>
                </a:cubicBezTo>
                <a:cubicBezTo>
                  <a:pt x="747339" y="202631"/>
                  <a:pt x="745968" y="205649"/>
                  <a:pt x="744047" y="208300"/>
                </a:cubicBezTo>
                <a:lnTo>
                  <a:pt x="741121" y="212324"/>
                </a:lnTo>
                <a:cubicBezTo>
                  <a:pt x="739201" y="215067"/>
                  <a:pt x="736824" y="217261"/>
                  <a:pt x="734080" y="218999"/>
                </a:cubicBezTo>
                <a:cubicBezTo>
                  <a:pt x="731246" y="220736"/>
                  <a:pt x="728228" y="221925"/>
                  <a:pt x="724936" y="222474"/>
                </a:cubicBezTo>
                <a:cubicBezTo>
                  <a:pt x="721736" y="223022"/>
                  <a:pt x="718444" y="222931"/>
                  <a:pt x="715244" y="222199"/>
                </a:cubicBezTo>
                <a:cubicBezTo>
                  <a:pt x="712043" y="221376"/>
                  <a:pt x="709026" y="220096"/>
                  <a:pt x="706374" y="218176"/>
                </a:cubicBezTo>
                <a:cubicBezTo>
                  <a:pt x="703631" y="216256"/>
                  <a:pt x="701436" y="213878"/>
                  <a:pt x="699699" y="211044"/>
                </a:cubicBezTo>
                <a:cubicBezTo>
                  <a:pt x="697962" y="208300"/>
                  <a:pt x="696773" y="205283"/>
                  <a:pt x="696224" y="201991"/>
                </a:cubicBezTo>
                <a:cubicBezTo>
                  <a:pt x="695676" y="198699"/>
                  <a:pt x="695858" y="195499"/>
                  <a:pt x="696590" y="192298"/>
                </a:cubicBezTo>
                <a:cubicBezTo>
                  <a:pt x="697321" y="189098"/>
                  <a:pt x="698602" y="186080"/>
                  <a:pt x="700522" y="183429"/>
                </a:cubicBezTo>
              </a:path>
              <a:path w="3889492" h="1195852">
                <a:moveTo>
                  <a:pt x="706374" y="175290"/>
                </a:moveTo>
                <a:lnTo>
                  <a:pt x="709300" y="171267"/>
                </a:lnTo>
                <a:cubicBezTo>
                  <a:pt x="711220" y="168524"/>
                  <a:pt x="713506" y="166329"/>
                  <a:pt x="716341" y="164592"/>
                </a:cubicBezTo>
                <a:cubicBezTo>
                  <a:pt x="719176" y="162855"/>
                  <a:pt x="722193" y="161666"/>
                  <a:pt x="725485" y="161117"/>
                </a:cubicBezTo>
                <a:cubicBezTo>
                  <a:pt x="728685" y="160660"/>
                  <a:pt x="731977" y="160752"/>
                  <a:pt x="735178" y="161483"/>
                </a:cubicBezTo>
                <a:cubicBezTo>
                  <a:pt x="738378" y="162215"/>
                  <a:pt x="741396" y="163586"/>
                  <a:pt x="744047" y="165506"/>
                </a:cubicBezTo>
                <a:cubicBezTo>
                  <a:pt x="746699" y="167427"/>
                  <a:pt x="748985" y="169713"/>
                  <a:pt x="750722" y="172547"/>
                </a:cubicBezTo>
                <a:cubicBezTo>
                  <a:pt x="752460" y="175382"/>
                  <a:pt x="753648" y="178399"/>
                  <a:pt x="754106" y="181600"/>
                </a:cubicBezTo>
                <a:cubicBezTo>
                  <a:pt x="754654" y="184892"/>
                  <a:pt x="754563" y="188092"/>
                  <a:pt x="753831" y="191384"/>
                </a:cubicBezTo>
                <a:cubicBezTo>
                  <a:pt x="753100" y="194584"/>
                  <a:pt x="751728" y="197510"/>
                  <a:pt x="749808" y="200162"/>
                </a:cubicBezTo>
                <a:lnTo>
                  <a:pt x="746973" y="204277"/>
                </a:lnTo>
                <a:cubicBezTo>
                  <a:pt x="745053" y="206929"/>
                  <a:pt x="742676" y="209123"/>
                  <a:pt x="739841" y="210952"/>
                </a:cubicBezTo>
                <a:cubicBezTo>
                  <a:pt x="737006" y="212689"/>
                  <a:pt x="733989" y="213787"/>
                  <a:pt x="730788" y="214335"/>
                </a:cubicBezTo>
                <a:cubicBezTo>
                  <a:pt x="727497" y="214884"/>
                  <a:pt x="724205" y="214793"/>
                  <a:pt x="721004" y="214061"/>
                </a:cubicBezTo>
                <a:cubicBezTo>
                  <a:pt x="717804" y="213330"/>
                  <a:pt x="714878" y="211958"/>
                  <a:pt x="712135" y="210038"/>
                </a:cubicBezTo>
                <a:cubicBezTo>
                  <a:pt x="709483" y="208117"/>
                  <a:pt x="707288" y="205740"/>
                  <a:pt x="705460" y="202997"/>
                </a:cubicBezTo>
                <a:cubicBezTo>
                  <a:pt x="703722" y="200162"/>
                  <a:pt x="702625" y="197145"/>
                  <a:pt x="702076" y="193853"/>
                </a:cubicBezTo>
                <a:cubicBezTo>
                  <a:pt x="701528" y="190652"/>
                  <a:pt x="701619" y="187361"/>
                  <a:pt x="702351" y="184160"/>
                </a:cubicBezTo>
                <a:cubicBezTo>
                  <a:pt x="703082" y="180960"/>
                  <a:pt x="704454" y="178034"/>
                  <a:pt x="706374" y="175290"/>
                </a:cubicBezTo>
              </a:path>
              <a:path w="3889492" h="1195852">
                <a:moveTo>
                  <a:pt x="712135" y="167244"/>
                </a:moveTo>
                <a:lnTo>
                  <a:pt x="715061" y="163129"/>
                </a:lnTo>
                <a:cubicBezTo>
                  <a:pt x="716981" y="160477"/>
                  <a:pt x="719358" y="158283"/>
                  <a:pt x="722102" y="156454"/>
                </a:cubicBezTo>
                <a:cubicBezTo>
                  <a:pt x="724936" y="154716"/>
                  <a:pt x="727954" y="153619"/>
                  <a:pt x="731246" y="153071"/>
                </a:cubicBezTo>
                <a:cubicBezTo>
                  <a:pt x="734538" y="152522"/>
                  <a:pt x="737738" y="152613"/>
                  <a:pt x="740938" y="153345"/>
                </a:cubicBezTo>
                <a:cubicBezTo>
                  <a:pt x="744230" y="154076"/>
                  <a:pt x="747156" y="155448"/>
                  <a:pt x="749808" y="157368"/>
                </a:cubicBezTo>
                <a:cubicBezTo>
                  <a:pt x="752551" y="159288"/>
                  <a:pt x="754746" y="161666"/>
                  <a:pt x="756483" y="164409"/>
                </a:cubicBezTo>
                <a:cubicBezTo>
                  <a:pt x="758220" y="167244"/>
                  <a:pt x="759409" y="170261"/>
                  <a:pt x="759958" y="173553"/>
                </a:cubicBezTo>
                <a:cubicBezTo>
                  <a:pt x="760506" y="176754"/>
                  <a:pt x="760415" y="180045"/>
                  <a:pt x="759684" y="183246"/>
                </a:cubicBezTo>
                <a:cubicBezTo>
                  <a:pt x="758861" y="186446"/>
                  <a:pt x="757580" y="189372"/>
                  <a:pt x="755660" y="192115"/>
                </a:cubicBezTo>
                <a:lnTo>
                  <a:pt x="752734" y="196139"/>
                </a:lnTo>
                <a:cubicBezTo>
                  <a:pt x="750814" y="198882"/>
                  <a:pt x="748436" y="201077"/>
                  <a:pt x="745693" y="202814"/>
                </a:cubicBezTo>
                <a:cubicBezTo>
                  <a:pt x="742859" y="204551"/>
                  <a:pt x="739841" y="205740"/>
                  <a:pt x="736549" y="206289"/>
                </a:cubicBezTo>
                <a:cubicBezTo>
                  <a:pt x="733257" y="206746"/>
                  <a:pt x="730057" y="206654"/>
                  <a:pt x="726857" y="205923"/>
                </a:cubicBezTo>
                <a:cubicBezTo>
                  <a:pt x="723565" y="205191"/>
                  <a:pt x="720639" y="203820"/>
                  <a:pt x="717987" y="201900"/>
                </a:cubicBezTo>
                <a:cubicBezTo>
                  <a:pt x="715244" y="199979"/>
                  <a:pt x="713049" y="197693"/>
                  <a:pt x="711312" y="194859"/>
                </a:cubicBezTo>
                <a:cubicBezTo>
                  <a:pt x="709574" y="192024"/>
                  <a:pt x="708386" y="189006"/>
                  <a:pt x="707837" y="185806"/>
                </a:cubicBezTo>
                <a:cubicBezTo>
                  <a:pt x="707288" y="182514"/>
                  <a:pt x="707380" y="179314"/>
                  <a:pt x="708111" y="176022"/>
                </a:cubicBezTo>
                <a:cubicBezTo>
                  <a:pt x="708934" y="172822"/>
                  <a:pt x="710214" y="169896"/>
                  <a:pt x="712135" y="167244"/>
                </a:cubicBezTo>
              </a:path>
              <a:path w="3889492" h="1195852">
                <a:moveTo>
                  <a:pt x="717987" y="159106"/>
                </a:moveTo>
                <a:lnTo>
                  <a:pt x="720822" y="155082"/>
                </a:lnTo>
                <a:cubicBezTo>
                  <a:pt x="722742" y="152339"/>
                  <a:pt x="725119" y="150144"/>
                  <a:pt x="727954" y="148407"/>
                </a:cubicBezTo>
                <a:cubicBezTo>
                  <a:pt x="730788" y="146670"/>
                  <a:pt x="733806" y="145481"/>
                  <a:pt x="737006" y="144932"/>
                </a:cubicBezTo>
                <a:cubicBezTo>
                  <a:pt x="740298" y="144384"/>
                  <a:pt x="743590" y="144475"/>
                  <a:pt x="746790" y="145207"/>
                </a:cubicBezTo>
                <a:cubicBezTo>
                  <a:pt x="749991" y="146030"/>
                  <a:pt x="752917" y="147310"/>
                  <a:pt x="755660" y="149230"/>
                </a:cubicBezTo>
                <a:cubicBezTo>
                  <a:pt x="758312" y="151150"/>
                  <a:pt x="760506" y="153528"/>
                  <a:pt x="762335" y="156362"/>
                </a:cubicBezTo>
                <a:cubicBezTo>
                  <a:pt x="764073" y="159106"/>
                  <a:pt x="765170" y="162123"/>
                  <a:pt x="765719" y="165415"/>
                </a:cubicBezTo>
                <a:cubicBezTo>
                  <a:pt x="766267" y="168707"/>
                  <a:pt x="766176" y="171907"/>
                  <a:pt x="765444" y="175108"/>
                </a:cubicBezTo>
                <a:cubicBezTo>
                  <a:pt x="764713" y="178308"/>
                  <a:pt x="763341" y="181326"/>
                  <a:pt x="761421" y="183977"/>
                </a:cubicBezTo>
                <a:lnTo>
                  <a:pt x="758495" y="188092"/>
                </a:lnTo>
                <a:cubicBezTo>
                  <a:pt x="756575" y="190744"/>
                  <a:pt x="754289" y="192938"/>
                  <a:pt x="751454" y="194676"/>
                </a:cubicBezTo>
                <a:cubicBezTo>
                  <a:pt x="748619" y="196413"/>
                  <a:pt x="745602" y="197602"/>
                  <a:pt x="742310" y="198150"/>
                </a:cubicBezTo>
                <a:cubicBezTo>
                  <a:pt x="739110" y="198699"/>
                  <a:pt x="735818" y="198608"/>
                  <a:pt x="732617" y="197876"/>
                </a:cubicBezTo>
                <a:cubicBezTo>
                  <a:pt x="729417" y="197053"/>
                  <a:pt x="726399" y="195773"/>
                  <a:pt x="723748" y="193853"/>
                </a:cubicBezTo>
                <a:cubicBezTo>
                  <a:pt x="721096" y="191933"/>
                  <a:pt x="718810" y="189555"/>
                  <a:pt x="717072" y="186720"/>
                </a:cubicBezTo>
                <a:cubicBezTo>
                  <a:pt x="715335" y="183977"/>
                  <a:pt x="714238" y="180960"/>
                  <a:pt x="713689" y="177668"/>
                </a:cubicBezTo>
                <a:cubicBezTo>
                  <a:pt x="713141" y="174376"/>
                  <a:pt x="713232" y="171176"/>
                  <a:pt x="713964" y="167975"/>
                </a:cubicBezTo>
                <a:cubicBezTo>
                  <a:pt x="714695" y="164775"/>
                  <a:pt x="716067" y="161757"/>
                  <a:pt x="717987" y="159106"/>
                </a:cubicBezTo>
              </a:path>
              <a:path w="3889492" h="1195852">
                <a:moveTo>
                  <a:pt x="723748" y="150967"/>
                </a:moveTo>
                <a:lnTo>
                  <a:pt x="726674" y="146944"/>
                </a:lnTo>
                <a:cubicBezTo>
                  <a:pt x="728594" y="144201"/>
                  <a:pt x="730971" y="142006"/>
                  <a:pt x="733715" y="140269"/>
                </a:cubicBezTo>
                <a:cubicBezTo>
                  <a:pt x="736549" y="138532"/>
                  <a:pt x="739567" y="137343"/>
                  <a:pt x="742859" y="136886"/>
                </a:cubicBezTo>
                <a:cubicBezTo>
                  <a:pt x="746150" y="136337"/>
                  <a:pt x="749351" y="136428"/>
                  <a:pt x="752551" y="137160"/>
                </a:cubicBezTo>
                <a:cubicBezTo>
                  <a:pt x="755752" y="137892"/>
                  <a:pt x="758769" y="139263"/>
                  <a:pt x="761421" y="141183"/>
                </a:cubicBezTo>
                <a:cubicBezTo>
                  <a:pt x="764164" y="143104"/>
                  <a:pt x="766359" y="145390"/>
                  <a:pt x="768096" y="148224"/>
                </a:cubicBezTo>
                <a:cubicBezTo>
                  <a:pt x="769833" y="151059"/>
                  <a:pt x="771022" y="154076"/>
                  <a:pt x="771571" y="157277"/>
                </a:cubicBezTo>
                <a:cubicBezTo>
                  <a:pt x="772119" y="160569"/>
                  <a:pt x="772028" y="163769"/>
                  <a:pt x="771205" y="167061"/>
                </a:cubicBezTo>
                <a:cubicBezTo>
                  <a:pt x="770473" y="170261"/>
                  <a:pt x="769193" y="173187"/>
                  <a:pt x="767273" y="175931"/>
                </a:cubicBezTo>
                <a:lnTo>
                  <a:pt x="764347" y="179954"/>
                </a:lnTo>
                <a:cubicBezTo>
                  <a:pt x="762427" y="182606"/>
                  <a:pt x="760049" y="184800"/>
                  <a:pt x="757215" y="186629"/>
                </a:cubicBezTo>
                <a:cubicBezTo>
                  <a:pt x="754471" y="188366"/>
                  <a:pt x="751362" y="189464"/>
                  <a:pt x="748162" y="190012"/>
                </a:cubicBezTo>
                <a:cubicBezTo>
                  <a:pt x="744870" y="190561"/>
                  <a:pt x="741670" y="190470"/>
                  <a:pt x="738378" y="189738"/>
                </a:cubicBezTo>
                <a:cubicBezTo>
                  <a:pt x="735178" y="189006"/>
                  <a:pt x="732252" y="187635"/>
                  <a:pt x="729508" y="185715"/>
                </a:cubicBezTo>
                <a:cubicBezTo>
                  <a:pt x="726857" y="183794"/>
                  <a:pt x="724662" y="181417"/>
                  <a:pt x="722925" y="178674"/>
                </a:cubicBezTo>
                <a:cubicBezTo>
                  <a:pt x="721096" y="175839"/>
                  <a:pt x="719999" y="172822"/>
                  <a:pt x="719450" y="169530"/>
                </a:cubicBezTo>
                <a:cubicBezTo>
                  <a:pt x="718901" y="166329"/>
                  <a:pt x="718993" y="163038"/>
                  <a:pt x="719724" y="159837"/>
                </a:cubicBezTo>
                <a:cubicBezTo>
                  <a:pt x="720456" y="156637"/>
                  <a:pt x="721827" y="153711"/>
                  <a:pt x="723748" y="150967"/>
                </a:cubicBezTo>
              </a:path>
              <a:path w="3889492" h="1195852">
                <a:moveTo>
                  <a:pt x="729508" y="142921"/>
                </a:moveTo>
                <a:lnTo>
                  <a:pt x="732434" y="138806"/>
                </a:lnTo>
                <a:cubicBezTo>
                  <a:pt x="734355" y="136154"/>
                  <a:pt x="736732" y="133960"/>
                  <a:pt x="739567" y="132131"/>
                </a:cubicBezTo>
                <a:cubicBezTo>
                  <a:pt x="742310" y="130393"/>
                  <a:pt x="745419" y="129296"/>
                  <a:pt x="748619" y="128748"/>
                </a:cubicBezTo>
                <a:cubicBezTo>
                  <a:pt x="751911" y="128199"/>
                  <a:pt x="755112" y="128290"/>
                  <a:pt x="758403" y="129022"/>
                </a:cubicBezTo>
                <a:cubicBezTo>
                  <a:pt x="761604" y="129753"/>
                  <a:pt x="764530" y="131125"/>
                  <a:pt x="767273" y="133045"/>
                </a:cubicBezTo>
                <a:cubicBezTo>
                  <a:pt x="769925" y="134965"/>
                  <a:pt x="772119" y="137343"/>
                  <a:pt x="773857" y="140086"/>
                </a:cubicBezTo>
                <a:cubicBezTo>
                  <a:pt x="775686" y="142921"/>
                  <a:pt x="776783" y="145938"/>
                  <a:pt x="777331" y="149230"/>
                </a:cubicBezTo>
                <a:cubicBezTo>
                  <a:pt x="777880" y="152430"/>
                  <a:pt x="777789" y="155722"/>
                  <a:pt x="777057" y="158923"/>
                </a:cubicBezTo>
                <a:cubicBezTo>
                  <a:pt x="776326" y="162123"/>
                  <a:pt x="774954" y="165049"/>
                  <a:pt x="773034" y="167792"/>
                </a:cubicBezTo>
                <a:lnTo>
                  <a:pt x="770108" y="171816"/>
                </a:lnTo>
                <a:cubicBezTo>
                  <a:pt x="768187" y="174559"/>
                  <a:pt x="765810" y="176754"/>
                  <a:pt x="763067" y="178491"/>
                </a:cubicBezTo>
                <a:cubicBezTo>
                  <a:pt x="760232" y="180228"/>
                  <a:pt x="757215" y="181417"/>
                  <a:pt x="753923" y="181966"/>
                </a:cubicBezTo>
                <a:cubicBezTo>
                  <a:pt x="750722" y="182423"/>
                  <a:pt x="747431" y="182331"/>
                  <a:pt x="744230" y="181600"/>
                </a:cubicBezTo>
                <a:cubicBezTo>
                  <a:pt x="741030" y="180868"/>
                  <a:pt x="738012" y="179588"/>
                  <a:pt x="735360" y="177668"/>
                </a:cubicBezTo>
                <a:cubicBezTo>
                  <a:pt x="732617" y="175748"/>
                  <a:pt x="730423" y="173370"/>
                  <a:pt x="728685" y="170536"/>
                </a:cubicBezTo>
                <a:cubicBezTo>
                  <a:pt x="726948" y="167701"/>
                  <a:pt x="725759" y="164683"/>
                  <a:pt x="725211" y="161483"/>
                </a:cubicBezTo>
                <a:cubicBezTo>
                  <a:pt x="724662" y="158191"/>
                  <a:pt x="724845" y="154991"/>
                  <a:pt x="725576" y="151699"/>
                </a:cubicBezTo>
                <a:cubicBezTo>
                  <a:pt x="726308" y="148499"/>
                  <a:pt x="727588" y="145572"/>
                  <a:pt x="729508" y="142921"/>
                </a:cubicBezTo>
              </a:path>
              <a:path w="3889492" h="1195852">
                <a:moveTo>
                  <a:pt x="735360" y="134783"/>
                </a:moveTo>
                <a:lnTo>
                  <a:pt x="738287" y="130759"/>
                </a:lnTo>
                <a:cubicBezTo>
                  <a:pt x="740207" y="128016"/>
                  <a:pt x="742493" y="125821"/>
                  <a:pt x="745327" y="124084"/>
                </a:cubicBezTo>
                <a:cubicBezTo>
                  <a:pt x="748162" y="122347"/>
                  <a:pt x="751180" y="121158"/>
                  <a:pt x="754471" y="120609"/>
                </a:cubicBezTo>
                <a:cubicBezTo>
                  <a:pt x="757672" y="120061"/>
                  <a:pt x="760964" y="120152"/>
                  <a:pt x="764164" y="120975"/>
                </a:cubicBezTo>
                <a:cubicBezTo>
                  <a:pt x="767364" y="121707"/>
                  <a:pt x="770382" y="122987"/>
                  <a:pt x="773034" y="124907"/>
                </a:cubicBezTo>
                <a:cubicBezTo>
                  <a:pt x="775686" y="126827"/>
                  <a:pt x="777972" y="129205"/>
                  <a:pt x="779709" y="132039"/>
                </a:cubicBezTo>
                <a:cubicBezTo>
                  <a:pt x="781446" y="134783"/>
                  <a:pt x="782635" y="137800"/>
                  <a:pt x="783092" y="141092"/>
                </a:cubicBezTo>
                <a:cubicBezTo>
                  <a:pt x="783641" y="144384"/>
                  <a:pt x="783549" y="147584"/>
                  <a:pt x="782818" y="150785"/>
                </a:cubicBezTo>
                <a:cubicBezTo>
                  <a:pt x="782086" y="154076"/>
                  <a:pt x="780715" y="157002"/>
                  <a:pt x="778794" y="159654"/>
                </a:cubicBezTo>
                <a:lnTo>
                  <a:pt x="775960" y="163769"/>
                </a:lnTo>
                <a:cubicBezTo>
                  <a:pt x="774040" y="166421"/>
                  <a:pt x="771662" y="168615"/>
                  <a:pt x="768828" y="170353"/>
                </a:cubicBezTo>
                <a:cubicBezTo>
                  <a:pt x="765993" y="172090"/>
                  <a:pt x="762975" y="173279"/>
                  <a:pt x="759775" y="173827"/>
                </a:cubicBezTo>
                <a:cubicBezTo>
                  <a:pt x="756483" y="174376"/>
                  <a:pt x="753191" y="174285"/>
                  <a:pt x="749991" y="173553"/>
                </a:cubicBezTo>
                <a:cubicBezTo>
                  <a:pt x="746790" y="172730"/>
                  <a:pt x="743864" y="171450"/>
                  <a:pt x="741121" y="169530"/>
                </a:cubicBezTo>
                <a:cubicBezTo>
                  <a:pt x="738469" y="167610"/>
                  <a:pt x="736275" y="165232"/>
                  <a:pt x="734446" y="162397"/>
                </a:cubicBezTo>
                <a:cubicBezTo>
                  <a:pt x="732709" y="159654"/>
                  <a:pt x="731611" y="156637"/>
                  <a:pt x="731063" y="153345"/>
                </a:cubicBezTo>
                <a:cubicBezTo>
                  <a:pt x="730514" y="150053"/>
                  <a:pt x="730606" y="146853"/>
                  <a:pt x="731337" y="143652"/>
                </a:cubicBezTo>
                <a:cubicBezTo>
                  <a:pt x="732069" y="140452"/>
                  <a:pt x="733440" y="137434"/>
                  <a:pt x="735360" y="134783"/>
                </a:cubicBezTo>
              </a:path>
              <a:path w="3889492" h="1195852">
                <a:moveTo>
                  <a:pt x="741121" y="126644"/>
                </a:moveTo>
                <a:lnTo>
                  <a:pt x="744047" y="122621"/>
                </a:lnTo>
                <a:cubicBezTo>
                  <a:pt x="745968" y="119969"/>
                  <a:pt x="748345" y="117683"/>
                  <a:pt x="751180" y="115946"/>
                </a:cubicBezTo>
                <a:cubicBezTo>
                  <a:pt x="753923" y="114209"/>
                  <a:pt x="756940" y="113020"/>
                  <a:pt x="760232" y="112563"/>
                </a:cubicBezTo>
                <a:cubicBezTo>
                  <a:pt x="763524" y="112014"/>
                  <a:pt x="766724" y="112105"/>
                  <a:pt x="769925" y="112837"/>
                </a:cubicBezTo>
                <a:cubicBezTo>
                  <a:pt x="773217" y="113568"/>
                  <a:pt x="776143" y="114940"/>
                  <a:pt x="778794" y="116860"/>
                </a:cubicBezTo>
                <a:cubicBezTo>
                  <a:pt x="781538" y="118781"/>
                  <a:pt x="783732" y="121067"/>
                  <a:pt x="785470" y="123901"/>
                </a:cubicBezTo>
                <a:cubicBezTo>
                  <a:pt x="787207" y="126736"/>
                  <a:pt x="788396" y="129753"/>
                  <a:pt x="788944" y="132954"/>
                </a:cubicBezTo>
                <a:cubicBezTo>
                  <a:pt x="789493" y="136246"/>
                  <a:pt x="789402" y="139446"/>
                  <a:pt x="788670" y="142738"/>
                </a:cubicBezTo>
                <a:cubicBezTo>
                  <a:pt x="787847" y="145938"/>
                  <a:pt x="786567" y="148864"/>
                  <a:pt x="784647" y="151608"/>
                </a:cubicBezTo>
                <a:lnTo>
                  <a:pt x="781721" y="155631"/>
                </a:lnTo>
                <a:cubicBezTo>
                  <a:pt x="779800" y="158283"/>
                  <a:pt x="777423" y="160569"/>
                  <a:pt x="774680" y="162306"/>
                </a:cubicBezTo>
                <a:cubicBezTo>
                  <a:pt x="771845" y="164043"/>
                  <a:pt x="768828" y="165141"/>
                  <a:pt x="765536" y="165689"/>
                </a:cubicBezTo>
                <a:cubicBezTo>
                  <a:pt x="762244" y="166238"/>
                  <a:pt x="759043" y="166146"/>
                  <a:pt x="755843" y="165415"/>
                </a:cubicBezTo>
                <a:cubicBezTo>
                  <a:pt x="752551" y="164683"/>
                  <a:pt x="749625" y="163312"/>
                  <a:pt x="746973" y="161392"/>
                </a:cubicBezTo>
                <a:cubicBezTo>
                  <a:pt x="744230" y="159471"/>
                  <a:pt x="742036" y="157094"/>
                  <a:pt x="740298" y="154351"/>
                </a:cubicBezTo>
                <a:cubicBezTo>
                  <a:pt x="738561" y="151516"/>
                  <a:pt x="737372" y="148499"/>
                  <a:pt x="736824" y="145207"/>
                </a:cubicBezTo>
                <a:cubicBezTo>
                  <a:pt x="736275" y="142006"/>
                  <a:pt x="736366" y="138714"/>
                  <a:pt x="737098" y="135514"/>
                </a:cubicBezTo>
                <a:cubicBezTo>
                  <a:pt x="737921" y="132314"/>
                  <a:pt x="739201" y="129388"/>
                  <a:pt x="741121" y="126644"/>
                </a:cubicBezTo>
              </a:path>
              <a:path w="3889492" h="1195852">
                <a:moveTo>
                  <a:pt x="746973" y="118598"/>
                </a:moveTo>
                <a:lnTo>
                  <a:pt x="749808" y="114483"/>
                </a:lnTo>
                <a:cubicBezTo>
                  <a:pt x="751728" y="111831"/>
                  <a:pt x="754106" y="109637"/>
                  <a:pt x="756940" y="107808"/>
                </a:cubicBezTo>
                <a:cubicBezTo>
                  <a:pt x="759775" y="106070"/>
                  <a:pt x="762792" y="104973"/>
                  <a:pt x="765993" y="104424"/>
                </a:cubicBezTo>
                <a:cubicBezTo>
                  <a:pt x="769285" y="103876"/>
                  <a:pt x="772577" y="103967"/>
                  <a:pt x="775777" y="104699"/>
                </a:cubicBezTo>
                <a:cubicBezTo>
                  <a:pt x="778977" y="105430"/>
                  <a:pt x="781903" y="106802"/>
                  <a:pt x="784647" y="108722"/>
                </a:cubicBezTo>
                <a:cubicBezTo>
                  <a:pt x="787298" y="110642"/>
                  <a:pt x="789584" y="113020"/>
                  <a:pt x="791322" y="115763"/>
                </a:cubicBezTo>
                <a:cubicBezTo>
                  <a:pt x="793059" y="118598"/>
                  <a:pt x="794156" y="121615"/>
                  <a:pt x="794705" y="124907"/>
                </a:cubicBezTo>
                <a:cubicBezTo>
                  <a:pt x="795254" y="128107"/>
                  <a:pt x="795162" y="131399"/>
                  <a:pt x="794431" y="134600"/>
                </a:cubicBezTo>
                <a:cubicBezTo>
                  <a:pt x="793699" y="137800"/>
                  <a:pt x="792328" y="140726"/>
                  <a:pt x="790407" y="143469"/>
                </a:cubicBezTo>
                <a:lnTo>
                  <a:pt x="787481" y="147493"/>
                </a:lnTo>
                <a:cubicBezTo>
                  <a:pt x="785561" y="150236"/>
                  <a:pt x="783275" y="152430"/>
                  <a:pt x="780440" y="154168"/>
                </a:cubicBezTo>
                <a:cubicBezTo>
                  <a:pt x="777606" y="155905"/>
                  <a:pt x="774588" y="157094"/>
                  <a:pt x="771296" y="157643"/>
                </a:cubicBezTo>
                <a:cubicBezTo>
                  <a:pt x="768096" y="158191"/>
                  <a:pt x="764804" y="158008"/>
                  <a:pt x="761604" y="157277"/>
                </a:cubicBezTo>
                <a:cubicBezTo>
                  <a:pt x="758403" y="156545"/>
                  <a:pt x="755477" y="155265"/>
                  <a:pt x="752734" y="153345"/>
                </a:cubicBezTo>
                <a:cubicBezTo>
                  <a:pt x="750082" y="151425"/>
                  <a:pt x="747796" y="149047"/>
                  <a:pt x="746059" y="146213"/>
                </a:cubicBezTo>
                <a:cubicBezTo>
                  <a:pt x="744322" y="143378"/>
                  <a:pt x="743224" y="140360"/>
                  <a:pt x="742676" y="137160"/>
                </a:cubicBezTo>
                <a:cubicBezTo>
                  <a:pt x="742127" y="133868"/>
                  <a:pt x="742218" y="130668"/>
                  <a:pt x="742950" y="127376"/>
                </a:cubicBezTo>
                <a:cubicBezTo>
                  <a:pt x="743682" y="124176"/>
                  <a:pt x="745053" y="121249"/>
                  <a:pt x="746973" y="118598"/>
                </a:cubicBezTo>
              </a:path>
              <a:path w="3889492" h="1195852">
                <a:moveTo>
                  <a:pt x="752734" y="110460"/>
                </a:moveTo>
                <a:lnTo>
                  <a:pt x="752917" y="110185"/>
                </a:lnTo>
                <a:cubicBezTo>
                  <a:pt x="754746" y="107716"/>
                  <a:pt x="756849" y="105613"/>
                  <a:pt x="759409" y="103876"/>
                </a:cubicBezTo>
                <a:cubicBezTo>
                  <a:pt x="761970" y="102230"/>
                  <a:pt x="764804" y="101041"/>
                  <a:pt x="767730" y="100310"/>
                </a:cubicBezTo>
                <a:cubicBezTo>
                  <a:pt x="770748" y="99670"/>
                  <a:pt x="773765" y="99578"/>
                  <a:pt x="776783" y="100035"/>
                </a:cubicBezTo>
                <a:cubicBezTo>
                  <a:pt x="779800" y="100401"/>
                  <a:pt x="782635" y="101407"/>
                  <a:pt x="785378" y="102870"/>
                </a:cubicBezTo>
                <a:lnTo>
                  <a:pt x="789402" y="105156"/>
                </a:lnTo>
                <a:cubicBezTo>
                  <a:pt x="792328" y="106710"/>
                  <a:pt x="794796" y="108814"/>
                  <a:pt x="796808" y="111374"/>
                </a:cubicBezTo>
                <a:cubicBezTo>
                  <a:pt x="798911" y="114026"/>
                  <a:pt x="800374" y="116860"/>
                  <a:pt x="801289" y="120061"/>
                </a:cubicBezTo>
                <a:cubicBezTo>
                  <a:pt x="802203" y="123261"/>
                  <a:pt x="802477" y="126462"/>
                  <a:pt x="802020" y="129753"/>
                </a:cubicBezTo>
                <a:cubicBezTo>
                  <a:pt x="801654" y="133045"/>
                  <a:pt x="800740" y="136063"/>
                  <a:pt x="799094" y="138989"/>
                </a:cubicBezTo>
                <a:cubicBezTo>
                  <a:pt x="797448" y="141915"/>
                  <a:pt x="795345" y="144384"/>
                  <a:pt x="792785" y="146395"/>
                </a:cubicBezTo>
                <a:cubicBezTo>
                  <a:pt x="790224" y="148499"/>
                  <a:pt x="787298" y="149962"/>
                  <a:pt x="784098" y="150876"/>
                </a:cubicBezTo>
                <a:cubicBezTo>
                  <a:pt x="780989" y="151790"/>
                  <a:pt x="777697" y="151973"/>
                  <a:pt x="774405" y="151608"/>
                </a:cubicBezTo>
                <a:cubicBezTo>
                  <a:pt x="771114" y="151242"/>
                  <a:pt x="768096" y="150236"/>
                  <a:pt x="765170" y="148681"/>
                </a:cubicBezTo>
                <a:lnTo>
                  <a:pt x="761147" y="146395"/>
                </a:lnTo>
                <a:lnTo>
                  <a:pt x="773217" y="124633"/>
                </a:lnTo>
                <a:lnTo>
                  <a:pt x="793516" y="139080"/>
                </a:lnTo>
                <a:lnTo>
                  <a:pt x="793333" y="139446"/>
                </a:lnTo>
                <a:cubicBezTo>
                  <a:pt x="791413" y="142098"/>
                  <a:pt x="789036" y="144292"/>
                  <a:pt x="786201" y="146030"/>
                </a:cubicBezTo>
                <a:cubicBezTo>
                  <a:pt x="783458" y="147767"/>
                  <a:pt x="780349" y="148956"/>
                  <a:pt x="777149" y="149504"/>
                </a:cubicBezTo>
                <a:cubicBezTo>
                  <a:pt x="773857" y="150053"/>
                  <a:pt x="770656" y="149962"/>
                  <a:pt x="767364" y="149230"/>
                </a:cubicBezTo>
                <a:cubicBezTo>
                  <a:pt x="764164" y="148407"/>
                  <a:pt x="761238" y="147127"/>
                  <a:pt x="758495" y="145207"/>
                </a:cubicBezTo>
                <a:cubicBezTo>
                  <a:pt x="755843" y="143286"/>
                  <a:pt x="753648" y="140909"/>
                  <a:pt x="751911" y="138074"/>
                </a:cubicBezTo>
                <a:cubicBezTo>
                  <a:pt x="750082" y="135331"/>
                  <a:pt x="748985" y="132314"/>
                  <a:pt x="748436" y="129022"/>
                </a:cubicBezTo>
                <a:cubicBezTo>
                  <a:pt x="747888" y="125730"/>
                  <a:pt x="747979" y="122530"/>
                  <a:pt x="748711" y="119329"/>
                </a:cubicBezTo>
                <a:cubicBezTo>
                  <a:pt x="749442" y="116129"/>
                  <a:pt x="750814" y="113111"/>
                  <a:pt x="752734" y="110460"/>
                </a:cubicBezTo>
              </a:path>
              <a:path w="3889492" h="1195852">
                <a:moveTo>
                  <a:pt x="793791" y="107533"/>
                </a:moveTo>
                <a:lnTo>
                  <a:pt x="798088" y="110002"/>
                </a:lnTo>
                <a:cubicBezTo>
                  <a:pt x="801014" y="111557"/>
                  <a:pt x="803483" y="113660"/>
                  <a:pt x="805495" y="116220"/>
                </a:cubicBezTo>
                <a:cubicBezTo>
                  <a:pt x="807598" y="118872"/>
                  <a:pt x="809061" y="121707"/>
                  <a:pt x="809976" y="124907"/>
                </a:cubicBezTo>
                <a:cubicBezTo>
                  <a:pt x="810890" y="128107"/>
                  <a:pt x="811164" y="131308"/>
                  <a:pt x="810798" y="134600"/>
                </a:cubicBezTo>
                <a:cubicBezTo>
                  <a:pt x="810433" y="137892"/>
                  <a:pt x="809427" y="140909"/>
                  <a:pt x="807781" y="143835"/>
                </a:cubicBezTo>
                <a:cubicBezTo>
                  <a:pt x="806226" y="146761"/>
                  <a:pt x="804123" y="149230"/>
                  <a:pt x="801472" y="151242"/>
                </a:cubicBezTo>
                <a:cubicBezTo>
                  <a:pt x="798911" y="153253"/>
                  <a:pt x="796077" y="154808"/>
                  <a:pt x="792876" y="155722"/>
                </a:cubicBezTo>
                <a:cubicBezTo>
                  <a:pt x="789676" y="156545"/>
                  <a:pt x="786475" y="156820"/>
                  <a:pt x="783184" y="156454"/>
                </a:cubicBezTo>
                <a:cubicBezTo>
                  <a:pt x="779892" y="156088"/>
                  <a:pt x="776783" y="155082"/>
                  <a:pt x="773857" y="153528"/>
                </a:cubicBezTo>
                <a:lnTo>
                  <a:pt x="769559" y="151059"/>
                </a:lnTo>
                <a:cubicBezTo>
                  <a:pt x="766633" y="149504"/>
                  <a:pt x="764164" y="147401"/>
                  <a:pt x="762152" y="144841"/>
                </a:cubicBezTo>
                <a:cubicBezTo>
                  <a:pt x="760049" y="142189"/>
                  <a:pt x="758586" y="139355"/>
                  <a:pt x="757672" y="136154"/>
                </a:cubicBezTo>
                <a:cubicBezTo>
                  <a:pt x="756757" y="132954"/>
                  <a:pt x="756483" y="129753"/>
                  <a:pt x="756849" y="126462"/>
                </a:cubicBezTo>
                <a:cubicBezTo>
                  <a:pt x="757215" y="123170"/>
                  <a:pt x="758220" y="120061"/>
                  <a:pt x="759866" y="117226"/>
                </a:cubicBezTo>
                <a:cubicBezTo>
                  <a:pt x="761421" y="114300"/>
                  <a:pt x="763524" y="111831"/>
                  <a:pt x="766176" y="109819"/>
                </a:cubicBezTo>
                <a:cubicBezTo>
                  <a:pt x="768736" y="107716"/>
                  <a:pt x="771662" y="106253"/>
                  <a:pt x="774771" y="105339"/>
                </a:cubicBezTo>
                <a:cubicBezTo>
                  <a:pt x="777972" y="104424"/>
                  <a:pt x="781172" y="104150"/>
                  <a:pt x="784464" y="104607"/>
                </a:cubicBezTo>
                <a:cubicBezTo>
                  <a:pt x="787756" y="104973"/>
                  <a:pt x="790865" y="105979"/>
                  <a:pt x="793791" y="107533"/>
                </a:cubicBezTo>
              </a:path>
              <a:path w="3889492" h="1195852">
                <a:moveTo>
                  <a:pt x="802477" y="112380"/>
                </a:moveTo>
                <a:lnTo>
                  <a:pt x="806867" y="114757"/>
                </a:lnTo>
                <a:cubicBezTo>
                  <a:pt x="809701" y="116403"/>
                  <a:pt x="812170" y="118506"/>
                  <a:pt x="814273" y="121067"/>
                </a:cubicBezTo>
                <a:cubicBezTo>
                  <a:pt x="816285" y="123718"/>
                  <a:pt x="817839" y="126553"/>
                  <a:pt x="818662" y="129753"/>
                </a:cubicBezTo>
                <a:cubicBezTo>
                  <a:pt x="819577" y="132862"/>
                  <a:pt x="819851" y="136154"/>
                  <a:pt x="819485" y="139446"/>
                </a:cubicBezTo>
                <a:cubicBezTo>
                  <a:pt x="819120" y="142738"/>
                  <a:pt x="818114" y="145755"/>
                  <a:pt x="816559" y="148681"/>
                </a:cubicBezTo>
                <a:cubicBezTo>
                  <a:pt x="814913" y="151516"/>
                  <a:pt x="812810" y="153985"/>
                  <a:pt x="810250" y="156088"/>
                </a:cubicBezTo>
                <a:cubicBezTo>
                  <a:pt x="807598" y="158100"/>
                  <a:pt x="804763" y="159654"/>
                  <a:pt x="801563" y="160477"/>
                </a:cubicBezTo>
                <a:cubicBezTo>
                  <a:pt x="798363" y="161392"/>
                  <a:pt x="795162" y="161666"/>
                  <a:pt x="791870" y="161300"/>
                </a:cubicBezTo>
                <a:cubicBezTo>
                  <a:pt x="788579" y="160934"/>
                  <a:pt x="785470" y="159929"/>
                  <a:pt x="782635" y="158374"/>
                </a:cubicBezTo>
                <a:lnTo>
                  <a:pt x="778246" y="155905"/>
                </a:lnTo>
                <a:cubicBezTo>
                  <a:pt x="775411" y="154351"/>
                  <a:pt x="772851" y="152248"/>
                  <a:pt x="770839" y="149596"/>
                </a:cubicBezTo>
                <a:cubicBezTo>
                  <a:pt x="768828" y="147036"/>
                  <a:pt x="767273" y="144201"/>
                  <a:pt x="766359" y="141000"/>
                </a:cubicBezTo>
                <a:cubicBezTo>
                  <a:pt x="765444" y="137800"/>
                  <a:pt x="765261" y="134600"/>
                  <a:pt x="765627" y="131308"/>
                </a:cubicBezTo>
                <a:cubicBezTo>
                  <a:pt x="765993" y="128016"/>
                  <a:pt x="766999" y="124907"/>
                  <a:pt x="768553" y="122072"/>
                </a:cubicBezTo>
                <a:cubicBezTo>
                  <a:pt x="770199" y="119146"/>
                  <a:pt x="772302" y="116677"/>
                  <a:pt x="774863" y="114666"/>
                </a:cubicBezTo>
                <a:cubicBezTo>
                  <a:pt x="777423" y="112563"/>
                  <a:pt x="780349" y="111100"/>
                  <a:pt x="783549" y="110185"/>
                </a:cubicBezTo>
                <a:cubicBezTo>
                  <a:pt x="786658" y="109271"/>
                  <a:pt x="789950" y="108996"/>
                  <a:pt x="793242" y="109454"/>
                </a:cubicBezTo>
                <a:cubicBezTo>
                  <a:pt x="796534" y="109819"/>
                  <a:pt x="799551" y="110734"/>
                  <a:pt x="802477" y="112380"/>
                </a:cubicBezTo>
              </a:path>
              <a:path w="3889492" h="1195852">
                <a:moveTo>
                  <a:pt x="811164" y="117226"/>
                </a:moveTo>
                <a:lnTo>
                  <a:pt x="815553" y="119604"/>
                </a:lnTo>
                <a:cubicBezTo>
                  <a:pt x="818479" y="121249"/>
                  <a:pt x="820948" y="123353"/>
                  <a:pt x="822960" y="125913"/>
                </a:cubicBezTo>
                <a:cubicBezTo>
                  <a:pt x="825063" y="128473"/>
                  <a:pt x="826526" y="131399"/>
                  <a:pt x="827441" y="134600"/>
                </a:cubicBezTo>
                <a:cubicBezTo>
                  <a:pt x="828355" y="137709"/>
                  <a:pt x="828629" y="141000"/>
                  <a:pt x="828264" y="144292"/>
                </a:cubicBezTo>
                <a:cubicBezTo>
                  <a:pt x="827806" y="147493"/>
                  <a:pt x="826892" y="150602"/>
                  <a:pt x="825246" y="153528"/>
                </a:cubicBezTo>
                <a:cubicBezTo>
                  <a:pt x="823600" y="156362"/>
                  <a:pt x="821497" y="158831"/>
                  <a:pt x="818937" y="160934"/>
                </a:cubicBezTo>
                <a:cubicBezTo>
                  <a:pt x="816376" y="162946"/>
                  <a:pt x="813450" y="164409"/>
                  <a:pt x="810341" y="165324"/>
                </a:cubicBezTo>
                <a:cubicBezTo>
                  <a:pt x="807141" y="166238"/>
                  <a:pt x="803849" y="166512"/>
                  <a:pt x="800557" y="166146"/>
                </a:cubicBezTo>
                <a:cubicBezTo>
                  <a:pt x="797357" y="165781"/>
                  <a:pt x="794248" y="164775"/>
                  <a:pt x="791322" y="163220"/>
                </a:cubicBezTo>
                <a:lnTo>
                  <a:pt x="786933" y="160752"/>
                </a:lnTo>
                <a:cubicBezTo>
                  <a:pt x="784098" y="159197"/>
                  <a:pt x="781629" y="157094"/>
                  <a:pt x="779526" y="154442"/>
                </a:cubicBezTo>
                <a:cubicBezTo>
                  <a:pt x="777514" y="151882"/>
                  <a:pt x="776051" y="149047"/>
                  <a:pt x="775137" y="145847"/>
                </a:cubicBezTo>
                <a:cubicBezTo>
                  <a:pt x="774222" y="142646"/>
                  <a:pt x="773948" y="139446"/>
                  <a:pt x="774314" y="136154"/>
                </a:cubicBezTo>
                <a:cubicBezTo>
                  <a:pt x="774680" y="132862"/>
                  <a:pt x="775686" y="129753"/>
                  <a:pt x="777331" y="126919"/>
                </a:cubicBezTo>
                <a:cubicBezTo>
                  <a:pt x="778886" y="123993"/>
                  <a:pt x="780989" y="121524"/>
                  <a:pt x="783549" y="119512"/>
                </a:cubicBezTo>
                <a:cubicBezTo>
                  <a:pt x="786201" y="117409"/>
                  <a:pt x="789036" y="115946"/>
                  <a:pt x="792236" y="115032"/>
                </a:cubicBezTo>
                <a:cubicBezTo>
                  <a:pt x="795437" y="114117"/>
                  <a:pt x="798637" y="113843"/>
                  <a:pt x="801929" y="114209"/>
                </a:cubicBezTo>
                <a:cubicBezTo>
                  <a:pt x="805221" y="114666"/>
                  <a:pt x="808330" y="115580"/>
                  <a:pt x="811164" y="117226"/>
                </a:cubicBezTo>
              </a:path>
              <a:path w="3889492" h="1195852">
                <a:moveTo>
                  <a:pt x="819942" y="122072"/>
                </a:moveTo>
                <a:lnTo>
                  <a:pt x="824240" y="124450"/>
                </a:lnTo>
                <a:cubicBezTo>
                  <a:pt x="827166" y="126096"/>
                  <a:pt x="829635" y="128199"/>
                  <a:pt x="831738" y="130759"/>
                </a:cubicBezTo>
                <a:cubicBezTo>
                  <a:pt x="833750" y="133320"/>
                  <a:pt x="835213" y="136246"/>
                  <a:pt x="836127" y="139446"/>
                </a:cubicBezTo>
                <a:cubicBezTo>
                  <a:pt x="837042" y="142555"/>
                  <a:pt x="837316" y="145847"/>
                  <a:pt x="836950" y="149047"/>
                </a:cubicBezTo>
                <a:cubicBezTo>
                  <a:pt x="836585" y="152339"/>
                  <a:pt x="835579" y="155448"/>
                  <a:pt x="833933" y="158374"/>
                </a:cubicBezTo>
                <a:cubicBezTo>
                  <a:pt x="832378" y="161209"/>
                  <a:pt x="830275" y="163678"/>
                  <a:pt x="827715" y="165781"/>
                </a:cubicBezTo>
                <a:cubicBezTo>
                  <a:pt x="825063" y="167792"/>
                  <a:pt x="822228" y="169255"/>
                  <a:pt x="819028" y="170170"/>
                </a:cubicBezTo>
                <a:cubicBezTo>
                  <a:pt x="815828" y="171084"/>
                  <a:pt x="812627" y="171359"/>
                  <a:pt x="809335" y="170993"/>
                </a:cubicBezTo>
                <a:cubicBezTo>
                  <a:pt x="806044" y="170627"/>
                  <a:pt x="802935" y="169621"/>
                  <a:pt x="800100" y="168067"/>
                </a:cubicBezTo>
                <a:lnTo>
                  <a:pt x="795711" y="165598"/>
                </a:lnTo>
                <a:cubicBezTo>
                  <a:pt x="792785" y="164043"/>
                  <a:pt x="790316" y="161940"/>
                  <a:pt x="788304" y="159288"/>
                </a:cubicBezTo>
                <a:cubicBezTo>
                  <a:pt x="786201" y="156728"/>
                  <a:pt x="784738" y="153802"/>
                  <a:pt x="783824" y="150693"/>
                </a:cubicBezTo>
                <a:cubicBezTo>
                  <a:pt x="782909" y="147493"/>
                  <a:pt x="782635" y="144292"/>
                  <a:pt x="783001" y="141000"/>
                </a:cubicBezTo>
                <a:cubicBezTo>
                  <a:pt x="783366" y="137709"/>
                  <a:pt x="784372" y="134600"/>
                  <a:pt x="786018" y="131765"/>
                </a:cubicBezTo>
                <a:cubicBezTo>
                  <a:pt x="787573" y="128839"/>
                  <a:pt x="789676" y="126370"/>
                  <a:pt x="792328" y="124358"/>
                </a:cubicBezTo>
                <a:cubicBezTo>
                  <a:pt x="794888" y="122255"/>
                  <a:pt x="797814" y="120792"/>
                  <a:pt x="800923" y="119878"/>
                </a:cubicBezTo>
                <a:cubicBezTo>
                  <a:pt x="804123" y="118963"/>
                  <a:pt x="807324" y="118689"/>
                  <a:pt x="810616" y="119055"/>
                </a:cubicBezTo>
                <a:cubicBezTo>
                  <a:pt x="813907" y="119421"/>
                  <a:pt x="817016" y="120426"/>
                  <a:pt x="819942" y="122072"/>
                </a:cubicBezTo>
              </a:path>
              <a:path w="3889492" h="1195852">
                <a:moveTo>
                  <a:pt x="828629" y="126919"/>
                </a:moveTo>
                <a:lnTo>
                  <a:pt x="833018" y="129296"/>
                </a:lnTo>
                <a:cubicBezTo>
                  <a:pt x="835853" y="130942"/>
                  <a:pt x="838322" y="133045"/>
                  <a:pt x="840425" y="135606"/>
                </a:cubicBezTo>
                <a:cubicBezTo>
                  <a:pt x="842437" y="138166"/>
                  <a:pt x="843991" y="141092"/>
                  <a:pt x="844906" y="144201"/>
                </a:cubicBezTo>
                <a:cubicBezTo>
                  <a:pt x="845729" y="147401"/>
                  <a:pt x="846003" y="150693"/>
                  <a:pt x="845637" y="153894"/>
                </a:cubicBezTo>
                <a:cubicBezTo>
                  <a:pt x="845271" y="157185"/>
                  <a:pt x="844266" y="160294"/>
                  <a:pt x="842711" y="163220"/>
                </a:cubicBezTo>
                <a:cubicBezTo>
                  <a:pt x="841065" y="166055"/>
                  <a:pt x="838962" y="168524"/>
                  <a:pt x="836402" y="170627"/>
                </a:cubicBezTo>
                <a:cubicBezTo>
                  <a:pt x="833841" y="172639"/>
                  <a:pt x="830915" y="174102"/>
                  <a:pt x="827715" y="175016"/>
                </a:cubicBezTo>
                <a:cubicBezTo>
                  <a:pt x="824514" y="175931"/>
                  <a:pt x="821314" y="176205"/>
                  <a:pt x="818022" y="175839"/>
                </a:cubicBezTo>
                <a:cubicBezTo>
                  <a:pt x="814730" y="175473"/>
                  <a:pt x="811713" y="174468"/>
                  <a:pt x="808787" y="172822"/>
                </a:cubicBezTo>
                <a:lnTo>
                  <a:pt x="804398" y="170444"/>
                </a:lnTo>
                <a:cubicBezTo>
                  <a:pt x="801563" y="168798"/>
                  <a:pt x="799094" y="166787"/>
                  <a:pt x="796991" y="164135"/>
                </a:cubicBezTo>
                <a:cubicBezTo>
                  <a:pt x="794979" y="161574"/>
                  <a:pt x="793425" y="158648"/>
                  <a:pt x="792510" y="155539"/>
                </a:cubicBezTo>
                <a:cubicBezTo>
                  <a:pt x="791596" y="152339"/>
                  <a:pt x="791413" y="149139"/>
                  <a:pt x="791779" y="145847"/>
                </a:cubicBezTo>
                <a:cubicBezTo>
                  <a:pt x="792145" y="142555"/>
                  <a:pt x="793151" y="139446"/>
                  <a:pt x="794705" y="136611"/>
                </a:cubicBezTo>
                <a:cubicBezTo>
                  <a:pt x="796351" y="133685"/>
                  <a:pt x="798454" y="131216"/>
                  <a:pt x="801014" y="129205"/>
                </a:cubicBezTo>
                <a:cubicBezTo>
                  <a:pt x="803575" y="127102"/>
                  <a:pt x="806501" y="125639"/>
                  <a:pt x="809701" y="124724"/>
                </a:cubicBezTo>
                <a:cubicBezTo>
                  <a:pt x="812902" y="123810"/>
                  <a:pt x="816102" y="123535"/>
                  <a:pt x="819394" y="123901"/>
                </a:cubicBezTo>
                <a:cubicBezTo>
                  <a:pt x="822686" y="124267"/>
                  <a:pt x="825703" y="125273"/>
                  <a:pt x="828629" y="126919"/>
                </a:cubicBezTo>
              </a:path>
              <a:path w="3889492" h="1195852">
                <a:moveTo>
                  <a:pt x="837316" y="131765"/>
                </a:moveTo>
                <a:lnTo>
                  <a:pt x="841705" y="134142"/>
                </a:lnTo>
                <a:cubicBezTo>
                  <a:pt x="844631" y="135788"/>
                  <a:pt x="847100" y="137892"/>
                  <a:pt x="849112" y="140452"/>
                </a:cubicBezTo>
                <a:cubicBezTo>
                  <a:pt x="851215" y="143012"/>
                  <a:pt x="852678" y="145938"/>
                  <a:pt x="853592" y="149047"/>
                </a:cubicBezTo>
                <a:cubicBezTo>
                  <a:pt x="854507" y="152248"/>
                  <a:pt x="854781" y="155448"/>
                  <a:pt x="854415" y="158740"/>
                </a:cubicBezTo>
                <a:cubicBezTo>
                  <a:pt x="853958" y="162032"/>
                  <a:pt x="853044" y="165141"/>
                  <a:pt x="851398" y="168067"/>
                </a:cubicBezTo>
                <a:cubicBezTo>
                  <a:pt x="849843" y="170901"/>
                  <a:pt x="847740" y="173370"/>
                  <a:pt x="845088" y="175473"/>
                </a:cubicBezTo>
                <a:cubicBezTo>
                  <a:pt x="842528" y="177485"/>
                  <a:pt x="839602" y="178948"/>
                  <a:pt x="836493" y="179862"/>
                </a:cubicBezTo>
                <a:cubicBezTo>
                  <a:pt x="833293" y="180777"/>
                  <a:pt x="830001" y="181051"/>
                  <a:pt x="826800" y="180685"/>
                </a:cubicBezTo>
                <a:cubicBezTo>
                  <a:pt x="823509" y="180320"/>
                  <a:pt x="820400" y="179314"/>
                  <a:pt x="817474" y="177668"/>
                </a:cubicBezTo>
                <a:lnTo>
                  <a:pt x="813176" y="175290"/>
                </a:lnTo>
                <a:cubicBezTo>
                  <a:pt x="810250" y="173645"/>
                  <a:pt x="807781" y="171541"/>
                  <a:pt x="805678" y="168981"/>
                </a:cubicBezTo>
                <a:cubicBezTo>
                  <a:pt x="803666" y="166421"/>
                  <a:pt x="802203" y="163495"/>
                  <a:pt x="801289" y="160386"/>
                </a:cubicBezTo>
                <a:cubicBezTo>
                  <a:pt x="800374" y="157185"/>
                  <a:pt x="800100" y="153985"/>
                  <a:pt x="800466" y="150693"/>
                </a:cubicBezTo>
                <a:cubicBezTo>
                  <a:pt x="800832" y="147401"/>
                  <a:pt x="801837" y="144292"/>
                  <a:pt x="803483" y="141366"/>
                </a:cubicBezTo>
                <a:cubicBezTo>
                  <a:pt x="805038" y="138532"/>
                  <a:pt x="807141" y="136063"/>
                  <a:pt x="809701" y="133960"/>
                </a:cubicBezTo>
                <a:cubicBezTo>
                  <a:pt x="812353" y="131948"/>
                  <a:pt x="815188" y="130485"/>
                  <a:pt x="818388" y="129570"/>
                </a:cubicBezTo>
                <a:cubicBezTo>
                  <a:pt x="821588" y="128656"/>
                  <a:pt x="824789" y="128382"/>
                  <a:pt x="828081" y="128748"/>
                </a:cubicBezTo>
                <a:cubicBezTo>
                  <a:pt x="831372" y="129113"/>
                  <a:pt x="834481" y="130119"/>
                  <a:pt x="837316" y="131765"/>
                </a:cubicBezTo>
              </a:path>
              <a:path w="3889492" h="1195852">
                <a:moveTo>
                  <a:pt x="846094" y="136611"/>
                </a:moveTo>
                <a:lnTo>
                  <a:pt x="850392" y="138989"/>
                </a:lnTo>
                <a:cubicBezTo>
                  <a:pt x="853318" y="140635"/>
                  <a:pt x="855787" y="142646"/>
                  <a:pt x="857890" y="145298"/>
                </a:cubicBezTo>
                <a:cubicBezTo>
                  <a:pt x="859902" y="147858"/>
                  <a:pt x="861365" y="150785"/>
                  <a:pt x="862279" y="153894"/>
                </a:cubicBezTo>
                <a:cubicBezTo>
                  <a:pt x="863194" y="157094"/>
                  <a:pt x="863468" y="160294"/>
                  <a:pt x="863102" y="163586"/>
                </a:cubicBezTo>
                <a:cubicBezTo>
                  <a:pt x="862736" y="166878"/>
                  <a:pt x="861731" y="169987"/>
                  <a:pt x="860085" y="172822"/>
                </a:cubicBezTo>
                <a:cubicBezTo>
                  <a:pt x="858530" y="175748"/>
                  <a:pt x="856427" y="178217"/>
                  <a:pt x="853867" y="180228"/>
                </a:cubicBezTo>
                <a:cubicBezTo>
                  <a:pt x="851215" y="182331"/>
                  <a:pt x="848380" y="183794"/>
                  <a:pt x="845180" y="184709"/>
                </a:cubicBezTo>
                <a:cubicBezTo>
                  <a:pt x="841980" y="185623"/>
                  <a:pt x="838779" y="185898"/>
                  <a:pt x="835487" y="185532"/>
                </a:cubicBezTo>
                <a:cubicBezTo>
                  <a:pt x="832195" y="185166"/>
                  <a:pt x="829086" y="184160"/>
                  <a:pt x="826252" y="182514"/>
                </a:cubicBezTo>
                <a:lnTo>
                  <a:pt x="821863" y="180137"/>
                </a:lnTo>
                <a:cubicBezTo>
                  <a:pt x="818937" y="178491"/>
                  <a:pt x="816468" y="176388"/>
                  <a:pt x="814456" y="173827"/>
                </a:cubicBezTo>
                <a:cubicBezTo>
                  <a:pt x="812353" y="171267"/>
                  <a:pt x="810890" y="168341"/>
                  <a:pt x="809976" y="165232"/>
                </a:cubicBezTo>
                <a:cubicBezTo>
                  <a:pt x="809061" y="162032"/>
                  <a:pt x="808787" y="158740"/>
                  <a:pt x="809153" y="155539"/>
                </a:cubicBezTo>
                <a:cubicBezTo>
                  <a:pt x="809610" y="152248"/>
                  <a:pt x="810524" y="149139"/>
                  <a:pt x="812170" y="146213"/>
                </a:cubicBezTo>
                <a:cubicBezTo>
                  <a:pt x="813816" y="143378"/>
                  <a:pt x="815828" y="140909"/>
                  <a:pt x="818479" y="138806"/>
                </a:cubicBezTo>
                <a:cubicBezTo>
                  <a:pt x="821040" y="136794"/>
                  <a:pt x="823966" y="135331"/>
                  <a:pt x="827075" y="134417"/>
                </a:cubicBezTo>
                <a:cubicBezTo>
                  <a:pt x="830275" y="133502"/>
                  <a:pt x="833567" y="133228"/>
                  <a:pt x="836767" y="133594"/>
                </a:cubicBezTo>
                <a:cubicBezTo>
                  <a:pt x="840059" y="133960"/>
                  <a:pt x="843168" y="134965"/>
                  <a:pt x="846094" y="136611"/>
                </a:cubicBezTo>
              </a:path>
              <a:path w="3889492" h="1195852">
                <a:moveTo>
                  <a:pt x="854781" y="141366"/>
                </a:moveTo>
                <a:lnTo>
                  <a:pt x="859170" y="143835"/>
                </a:lnTo>
                <a:cubicBezTo>
                  <a:pt x="862005" y="145390"/>
                  <a:pt x="864474" y="147493"/>
                  <a:pt x="866577" y="150144"/>
                </a:cubicBezTo>
                <a:cubicBezTo>
                  <a:pt x="868589" y="152705"/>
                  <a:pt x="870143" y="155539"/>
                  <a:pt x="871057" y="158740"/>
                </a:cubicBezTo>
                <a:cubicBezTo>
                  <a:pt x="871972" y="161940"/>
                  <a:pt x="872155" y="165141"/>
                  <a:pt x="871789" y="168432"/>
                </a:cubicBezTo>
                <a:cubicBezTo>
                  <a:pt x="871423" y="171724"/>
                  <a:pt x="870417" y="174833"/>
                  <a:pt x="868863" y="177668"/>
                </a:cubicBezTo>
                <a:cubicBezTo>
                  <a:pt x="867217" y="180594"/>
                  <a:pt x="865114" y="183063"/>
                  <a:pt x="862554" y="185075"/>
                </a:cubicBezTo>
                <a:cubicBezTo>
                  <a:pt x="859993" y="187178"/>
                  <a:pt x="857067" y="188641"/>
                  <a:pt x="853867" y="189555"/>
                </a:cubicBezTo>
                <a:cubicBezTo>
                  <a:pt x="850758" y="190470"/>
                  <a:pt x="847466" y="190744"/>
                  <a:pt x="844174" y="190378"/>
                </a:cubicBezTo>
                <a:cubicBezTo>
                  <a:pt x="840882" y="190012"/>
                  <a:pt x="837865" y="189006"/>
                  <a:pt x="834939" y="187361"/>
                </a:cubicBezTo>
                <a:lnTo>
                  <a:pt x="830550" y="184983"/>
                </a:lnTo>
                <a:cubicBezTo>
                  <a:pt x="827715" y="183337"/>
                  <a:pt x="825246" y="181234"/>
                  <a:pt x="823143" y="178674"/>
                </a:cubicBezTo>
                <a:cubicBezTo>
                  <a:pt x="821131" y="176113"/>
                  <a:pt x="819577" y="173187"/>
                  <a:pt x="818754" y="169987"/>
                </a:cubicBezTo>
                <a:cubicBezTo>
                  <a:pt x="817839" y="166878"/>
                  <a:pt x="817565" y="163586"/>
                  <a:pt x="817931" y="160294"/>
                </a:cubicBezTo>
                <a:cubicBezTo>
                  <a:pt x="818297" y="157094"/>
                  <a:pt x="819302" y="153985"/>
                  <a:pt x="820857" y="151059"/>
                </a:cubicBezTo>
                <a:cubicBezTo>
                  <a:pt x="822503" y="148224"/>
                  <a:pt x="824606" y="145755"/>
                  <a:pt x="827166" y="143652"/>
                </a:cubicBezTo>
                <a:cubicBezTo>
                  <a:pt x="829727" y="141641"/>
                  <a:pt x="832653" y="140178"/>
                  <a:pt x="835853" y="139263"/>
                </a:cubicBezTo>
                <a:cubicBezTo>
                  <a:pt x="839053" y="138349"/>
                  <a:pt x="842254" y="138074"/>
                  <a:pt x="845546" y="138440"/>
                </a:cubicBezTo>
                <a:cubicBezTo>
                  <a:pt x="848838" y="138806"/>
                  <a:pt x="851946" y="139812"/>
                  <a:pt x="854781" y="141366"/>
                </a:cubicBezTo>
              </a:path>
              <a:path w="3889492" h="1195852">
                <a:moveTo>
                  <a:pt x="863559" y="146213"/>
                </a:moveTo>
                <a:lnTo>
                  <a:pt x="867857" y="148681"/>
                </a:lnTo>
                <a:cubicBezTo>
                  <a:pt x="870783" y="150236"/>
                  <a:pt x="873252" y="152339"/>
                  <a:pt x="875264" y="154991"/>
                </a:cubicBezTo>
                <a:cubicBezTo>
                  <a:pt x="877367" y="157551"/>
                  <a:pt x="878830" y="160386"/>
                  <a:pt x="879744" y="163586"/>
                </a:cubicBezTo>
                <a:cubicBezTo>
                  <a:pt x="880659" y="166787"/>
                  <a:pt x="880933" y="169987"/>
                  <a:pt x="880567" y="173279"/>
                </a:cubicBezTo>
                <a:cubicBezTo>
                  <a:pt x="880201" y="176571"/>
                  <a:pt x="879196" y="179680"/>
                  <a:pt x="877550" y="182514"/>
                </a:cubicBezTo>
                <a:cubicBezTo>
                  <a:pt x="875995" y="185440"/>
                  <a:pt x="873892" y="187909"/>
                  <a:pt x="871240" y="189921"/>
                </a:cubicBezTo>
                <a:cubicBezTo>
                  <a:pt x="868680" y="192024"/>
                  <a:pt x="865754" y="193487"/>
                  <a:pt x="862645" y="194401"/>
                </a:cubicBezTo>
                <a:cubicBezTo>
                  <a:pt x="859445" y="195316"/>
                  <a:pt x="856244" y="195590"/>
                  <a:pt x="852952" y="195224"/>
                </a:cubicBezTo>
                <a:cubicBezTo>
                  <a:pt x="849660" y="194767"/>
                  <a:pt x="846552" y="193853"/>
                  <a:pt x="843625" y="192207"/>
                </a:cubicBezTo>
                <a:lnTo>
                  <a:pt x="839328" y="189829"/>
                </a:lnTo>
                <a:cubicBezTo>
                  <a:pt x="836402" y="188184"/>
                  <a:pt x="833933" y="186080"/>
                  <a:pt x="831830" y="183520"/>
                </a:cubicBezTo>
                <a:cubicBezTo>
                  <a:pt x="829818" y="180960"/>
                  <a:pt x="828355" y="178034"/>
                  <a:pt x="827441" y="174833"/>
                </a:cubicBezTo>
                <a:cubicBezTo>
                  <a:pt x="826526" y="171724"/>
                  <a:pt x="826252" y="168432"/>
                  <a:pt x="826618" y="165141"/>
                </a:cubicBezTo>
                <a:cubicBezTo>
                  <a:pt x="826983" y="161940"/>
                  <a:pt x="827989" y="158831"/>
                  <a:pt x="829635" y="155905"/>
                </a:cubicBezTo>
                <a:cubicBezTo>
                  <a:pt x="831190" y="153071"/>
                  <a:pt x="833293" y="150602"/>
                  <a:pt x="835944" y="148499"/>
                </a:cubicBezTo>
                <a:cubicBezTo>
                  <a:pt x="838505" y="146487"/>
                  <a:pt x="841339" y="145024"/>
                  <a:pt x="844540" y="144109"/>
                </a:cubicBezTo>
                <a:cubicBezTo>
                  <a:pt x="847740" y="143195"/>
                  <a:pt x="850941" y="142921"/>
                  <a:pt x="854232" y="143286"/>
                </a:cubicBezTo>
                <a:cubicBezTo>
                  <a:pt x="857524" y="143652"/>
                  <a:pt x="860633" y="144658"/>
                  <a:pt x="863559" y="146213"/>
                </a:cubicBezTo>
              </a:path>
              <a:path w="3889492" h="1195852">
                <a:moveTo>
                  <a:pt x="872246" y="151059"/>
                </a:moveTo>
                <a:lnTo>
                  <a:pt x="876635" y="153528"/>
                </a:lnTo>
                <a:cubicBezTo>
                  <a:pt x="879470" y="155082"/>
                  <a:pt x="881939" y="157185"/>
                  <a:pt x="884042" y="159837"/>
                </a:cubicBezTo>
                <a:cubicBezTo>
                  <a:pt x="886054" y="162397"/>
                  <a:pt x="887517" y="165232"/>
                  <a:pt x="888431" y="168432"/>
                </a:cubicBezTo>
                <a:cubicBezTo>
                  <a:pt x="889345" y="171633"/>
                  <a:pt x="889620" y="174833"/>
                  <a:pt x="889254" y="178125"/>
                </a:cubicBezTo>
                <a:cubicBezTo>
                  <a:pt x="888888" y="181417"/>
                  <a:pt x="887882" y="184526"/>
                  <a:pt x="886236" y="187361"/>
                </a:cubicBezTo>
                <a:cubicBezTo>
                  <a:pt x="884682" y="190287"/>
                  <a:pt x="882579" y="192756"/>
                  <a:pt x="880019" y="194767"/>
                </a:cubicBezTo>
                <a:cubicBezTo>
                  <a:pt x="877367" y="196870"/>
                  <a:pt x="874532" y="198333"/>
                  <a:pt x="871332" y="199248"/>
                </a:cubicBezTo>
                <a:cubicBezTo>
                  <a:pt x="868131" y="200162"/>
                  <a:pt x="864931" y="200436"/>
                  <a:pt x="861639" y="199979"/>
                </a:cubicBezTo>
                <a:cubicBezTo>
                  <a:pt x="858347" y="199614"/>
                  <a:pt x="855238" y="198699"/>
                  <a:pt x="852404" y="197053"/>
                </a:cubicBezTo>
                <a:lnTo>
                  <a:pt x="848015" y="194676"/>
                </a:lnTo>
                <a:cubicBezTo>
                  <a:pt x="845088" y="193030"/>
                  <a:pt x="842620" y="190927"/>
                  <a:pt x="840608" y="188366"/>
                </a:cubicBezTo>
                <a:cubicBezTo>
                  <a:pt x="838505" y="185715"/>
                  <a:pt x="837042" y="182880"/>
                  <a:pt x="836127" y="179680"/>
                </a:cubicBezTo>
                <a:cubicBezTo>
                  <a:pt x="835213" y="176571"/>
                  <a:pt x="834939" y="173279"/>
                  <a:pt x="835396" y="169987"/>
                </a:cubicBezTo>
                <a:cubicBezTo>
                  <a:pt x="835762" y="166695"/>
                  <a:pt x="836676" y="163678"/>
                  <a:pt x="838322" y="160752"/>
                </a:cubicBezTo>
                <a:cubicBezTo>
                  <a:pt x="839968" y="157917"/>
                  <a:pt x="842071" y="155448"/>
                  <a:pt x="844631" y="153345"/>
                </a:cubicBezTo>
                <a:cubicBezTo>
                  <a:pt x="847192" y="151333"/>
                  <a:pt x="850118" y="149779"/>
                  <a:pt x="853318" y="148956"/>
                </a:cubicBezTo>
                <a:cubicBezTo>
                  <a:pt x="856427" y="148041"/>
                  <a:pt x="859719" y="147767"/>
                  <a:pt x="863011" y="148133"/>
                </a:cubicBezTo>
                <a:cubicBezTo>
                  <a:pt x="866211" y="148499"/>
                  <a:pt x="869320" y="149504"/>
                  <a:pt x="872246" y="151059"/>
                </a:cubicBezTo>
              </a:path>
              <a:path w="3889492" h="1195852">
                <a:moveTo>
                  <a:pt x="880933" y="155905"/>
                </a:moveTo>
                <a:lnTo>
                  <a:pt x="885322" y="158374"/>
                </a:lnTo>
                <a:cubicBezTo>
                  <a:pt x="888248" y="159929"/>
                  <a:pt x="890717" y="162032"/>
                  <a:pt x="892729" y="164592"/>
                </a:cubicBezTo>
                <a:cubicBezTo>
                  <a:pt x="894832" y="167244"/>
                  <a:pt x="896295" y="170078"/>
                  <a:pt x="897209" y="173279"/>
                </a:cubicBezTo>
                <a:cubicBezTo>
                  <a:pt x="898124" y="176479"/>
                  <a:pt x="898398" y="179680"/>
                  <a:pt x="897941" y="182971"/>
                </a:cubicBezTo>
                <a:cubicBezTo>
                  <a:pt x="897575" y="186263"/>
                  <a:pt x="896569" y="189281"/>
                  <a:pt x="895015" y="192207"/>
                </a:cubicBezTo>
                <a:cubicBezTo>
                  <a:pt x="893369" y="195133"/>
                  <a:pt x="891266" y="197602"/>
                  <a:pt x="888705" y="199614"/>
                </a:cubicBezTo>
                <a:cubicBezTo>
                  <a:pt x="886145" y="201717"/>
                  <a:pt x="883219" y="203180"/>
                  <a:pt x="880019" y="204094"/>
                </a:cubicBezTo>
                <a:cubicBezTo>
                  <a:pt x="876910" y="205008"/>
                  <a:pt x="873618" y="205283"/>
                  <a:pt x="870326" y="204826"/>
                </a:cubicBezTo>
                <a:cubicBezTo>
                  <a:pt x="867034" y="204460"/>
                  <a:pt x="864017" y="203454"/>
                  <a:pt x="861090" y="201900"/>
                </a:cubicBezTo>
                <a:lnTo>
                  <a:pt x="856701" y="199431"/>
                </a:lnTo>
                <a:cubicBezTo>
                  <a:pt x="853867" y="197876"/>
                  <a:pt x="851398" y="195773"/>
                  <a:pt x="849295" y="193213"/>
                </a:cubicBezTo>
                <a:cubicBezTo>
                  <a:pt x="847283" y="190561"/>
                  <a:pt x="845820" y="187726"/>
                  <a:pt x="844906" y="184526"/>
                </a:cubicBezTo>
                <a:cubicBezTo>
                  <a:pt x="843991" y="181326"/>
                  <a:pt x="843717" y="178125"/>
                  <a:pt x="844083" y="174833"/>
                </a:cubicBezTo>
                <a:cubicBezTo>
                  <a:pt x="844448" y="171541"/>
                  <a:pt x="845454" y="168524"/>
                  <a:pt x="847009" y="165598"/>
                </a:cubicBezTo>
                <a:cubicBezTo>
                  <a:pt x="848655" y="162672"/>
                  <a:pt x="850758" y="160203"/>
                  <a:pt x="853318" y="158191"/>
                </a:cubicBezTo>
                <a:cubicBezTo>
                  <a:pt x="855970" y="156180"/>
                  <a:pt x="858804" y="154625"/>
                  <a:pt x="862005" y="153711"/>
                </a:cubicBezTo>
                <a:cubicBezTo>
                  <a:pt x="865205" y="152888"/>
                  <a:pt x="868406" y="152613"/>
                  <a:pt x="871698" y="152979"/>
                </a:cubicBezTo>
                <a:cubicBezTo>
                  <a:pt x="874989" y="153345"/>
                  <a:pt x="878098" y="154351"/>
                  <a:pt x="880933" y="155905"/>
                </a:cubicBezTo>
              </a:path>
              <a:path w="3889492" h="1195852">
                <a:moveTo>
                  <a:pt x="889711" y="160752"/>
                </a:moveTo>
                <a:lnTo>
                  <a:pt x="894009" y="163220"/>
                </a:lnTo>
                <a:cubicBezTo>
                  <a:pt x="896935" y="164775"/>
                  <a:pt x="899404" y="166878"/>
                  <a:pt x="901416" y="169438"/>
                </a:cubicBezTo>
                <a:cubicBezTo>
                  <a:pt x="903519" y="172090"/>
                  <a:pt x="904982" y="174925"/>
                  <a:pt x="905896" y="178125"/>
                </a:cubicBezTo>
                <a:cubicBezTo>
                  <a:pt x="906810" y="181326"/>
                  <a:pt x="907085" y="184526"/>
                  <a:pt x="906719" y="187818"/>
                </a:cubicBezTo>
                <a:cubicBezTo>
                  <a:pt x="906353" y="191110"/>
                  <a:pt x="905347" y="194127"/>
                  <a:pt x="903702" y="197053"/>
                </a:cubicBezTo>
                <a:cubicBezTo>
                  <a:pt x="902147" y="199979"/>
                  <a:pt x="900044" y="202448"/>
                  <a:pt x="897392" y="204460"/>
                </a:cubicBezTo>
                <a:cubicBezTo>
                  <a:pt x="894832" y="206472"/>
                  <a:pt x="891997" y="208026"/>
                  <a:pt x="888797" y="208940"/>
                </a:cubicBezTo>
                <a:cubicBezTo>
                  <a:pt x="885596" y="209855"/>
                  <a:pt x="882396" y="210038"/>
                  <a:pt x="879104" y="209672"/>
                </a:cubicBezTo>
                <a:cubicBezTo>
                  <a:pt x="875812" y="209306"/>
                  <a:pt x="872703" y="208300"/>
                  <a:pt x="869777" y="206746"/>
                </a:cubicBezTo>
                <a:lnTo>
                  <a:pt x="865480" y="204277"/>
                </a:lnTo>
                <a:cubicBezTo>
                  <a:pt x="862554" y="202722"/>
                  <a:pt x="860085" y="200619"/>
                  <a:pt x="858073" y="198059"/>
                </a:cubicBezTo>
                <a:cubicBezTo>
                  <a:pt x="855970" y="195407"/>
                  <a:pt x="854507" y="192573"/>
                  <a:pt x="853592" y="189372"/>
                </a:cubicBezTo>
                <a:cubicBezTo>
                  <a:pt x="852678" y="186172"/>
                  <a:pt x="852404" y="182971"/>
                  <a:pt x="852769" y="179680"/>
                </a:cubicBezTo>
                <a:cubicBezTo>
                  <a:pt x="853135" y="176388"/>
                  <a:pt x="854141" y="173370"/>
                  <a:pt x="855787" y="170444"/>
                </a:cubicBezTo>
                <a:cubicBezTo>
                  <a:pt x="857341" y="167518"/>
                  <a:pt x="859445" y="165049"/>
                  <a:pt x="862096" y="163038"/>
                </a:cubicBezTo>
                <a:cubicBezTo>
                  <a:pt x="864657" y="160934"/>
                  <a:pt x="867491" y="159471"/>
                  <a:pt x="870692" y="158557"/>
                </a:cubicBezTo>
                <a:cubicBezTo>
                  <a:pt x="873892" y="157643"/>
                  <a:pt x="877092" y="157460"/>
                  <a:pt x="880384" y="157825"/>
                </a:cubicBezTo>
                <a:cubicBezTo>
                  <a:pt x="883676" y="158191"/>
                  <a:pt x="886785" y="159197"/>
                  <a:pt x="889711" y="160752"/>
                </a:cubicBezTo>
              </a:path>
              <a:path w="3889492" h="1195852">
                <a:moveTo>
                  <a:pt x="898398" y="165598"/>
                </a:moveTo>
                <a:lnTo>
                  <a:pt x="902787" y="168067"/>
                </a:lnTo>
                <a:cubicBezTo>
                  <a:pt x="905622" y="169621"/>
                  <a:pt x="908091" y="171724"/>
                  <a:pt x="910194" y="174285"/>
                </a:cubicBezTo>
                <a:cubicBezTo>
                  <a:pt x="912205" y="176936"/>
                  <a:pt x="913668" y="179771"/>
                  <a:pt x="914583" y="182971"/>
                </a:cubicBezTo>
                <a:cubicBezTo>
                  <a:pt x="915497" y="186172"/>
                  <a:pt x="915772" y="189372"/>
                  <a:pt x="915406" y="192664"/>
                </a:cubicBezTo>
                <a:cubicBezTo>
                  <a:pt x="915040" y="195956"/>
                  <a:pt x="914034" y="198973"/>
                  <a:pt x="912480" y="201900"/>
                </a:cubicBezTo>
                <a:cubicBezTo>
                  <a:pt x="910834" y="204734"/>
                  <a:pt x="908731" y="207203"/>
                  <a:pt x="906170" y="209306"/>
                </a:cubicBezTo>
                <a:cubicBezTo>
                  <a:pt x="903519" y="211318"/>
                  <a:pt x="900684" y="212872"/>
                  <a:pt x="897484" y="213787"/>
                </a:cubicBezTo>
                <a:cubicBezTo>
                  <a:pt x="894283" y="214610"/>
                  <a:pt x="891083" y="214884"/>
                  <a:pt x="887791" y="214518"/>
                </a:cubicBezTo>
                <a:cubicBezTo>
                  <a:pt x="884499" y="214152"/>
                  <a:pt x="881390" y="213147"/>
                  <a:pt x="878556" y="211592"/>
                </a:cubicBezTo>
                <a:lnTo>
                  <a:pt x="874166" y="209123"/>
                </a:lnTo>
                <a:cubicBezTo>
                  <a:pt x="871240" y="207569"/>
                  <a:pt x="868771" y="205466"/>
                  <a:pt x="866760" y="202905"/>
                </a:cubicBezTo>
                <a:cubicBezTo>
                  <a:pt x="864657" y="200254"/>
                  <a:pt x="863194" y="197419"/>
                  <a:pt x="862279" y="194219"/>
                </a:cubicBezTo>
                <a:cubicBezTo>
                  <a:pt x="861365" y="191018"/>
                  <a:pt x="861090" y="187818"/>
                  <a:pt x="861548" y="184526"/>
                </a:cubicBezTo>
                <a:cubicBezTo>
                  <a:pt x="861913" y="181234"/>
                  <a:pt x="862919" y="178125"/>
                  <a:pt x="864474" y="175290"/>
                </a:cubicBezTo>
                <a:cubicBezTo>
                  <a:pt x="866120" y="172364"/>
                  <a:pt x="868223" y="169896"/>
                  <a:pt x="870783" y="167884"/>
                </a:cubicBezTo>
                <a:cubicBezTo>
                  <a:pt x="873343" y="165781"/>
                  <a:pt x="876270" y="164318"/>
                  <a:pt x="879470" y="163403"/>
                </a:cubicBezTo>
                <a:cubicBezTo>
                  <a:pt x="882579" y="162489"/>
                  <a:pt x="885871" y="162215"/>
                  <a:pt x="889163" y="162672"/>
                </a:cubicBezTo>
                <a:cubicBezTo>
                  <a:pt x="892454" y="163038"/>
                  <a:pt x="895472" y="164043"/>
                  <a:pt x="898398" y="165598"/>
                </a:cubicBezTo>
              </a:path>
              <a:path w="3889492" h="1195852">
                <a:moveTo>
                  <a:pt x="907085" y="170444"/>
                </a:moveTo>
                <a:lnTo>
                  <a:pt x="911474" y="172822"/>
                </a:lnTo>
                <a:cubicBezTo>
                  <a:pt x="914400" y="174468"/>
                  <a:pt x="916869" y="176571"/>
                  <a:pt x="918881" y="179131"/>
                </a:cubicBezTo>
                <a:cubicBezTo>
                  <a:pt x="920984" y="181691"/>
                  <a:pt x="922447" y="184617"/>
                  <a:pt x="923361" y="187818"/>
                </a:cubicBezTo>
                <a:cubicBezTo>
                  <a:pt x="924276" y="190927"/>
                  <a:pt x="924550" y="194219"/>
                  <a:pt x="924093" y="197510"/>
                </a:cubicBezTo>
                <a:cubicBezTo>
                  <a:pt x="923727" y="200711"/>
                  <a:pt x="922721" y="203820"/>
                  <a:pt x="921167" y="206746"/>
                </a:cubicBezTo>
                <a:cubicBezTo>
                  <a:pt x="919521" y="209580"/>
                  <a:pt x="917418" y="212049"/>
                  <a:pt x="914857" y="214152"/>
                </a:cubicBezTo>
                <a:cubicBezTo>
                  <a:pt x="912297" y="216164"/>
                  <a:pt x="909371" y="217627"/>
                  <a:pt x="906170" y="218542"/>
                </a:cubicBezTo>
                <a:cubicBezTo>
                  <a:pt x="903061" y="219456"/>
                  <a:pt x="899770" y="219730"/>
                  <a:pt x="896478" y="219365"/>
                </a:cubicBezTo>
                <a:cubicBezTo>
                  <a:pt x="893186" y="218999"/>
                  <a:pt x="890168" y="217993"/>
                  <a:pt x="887242" y="216438"/>
                </a:cubicBezTo>
                <a:lnTo>
                  <a:pt x="882853" y="213970"/>
                </a:lnTo>
                <a:cubicBezTo>
                  <a:pt x="880019" y="212415"/>
                  <a:pt x="877550" y="210312"/>
                  <a:pt x="875447" y="207660"/>
                </a:cubicBezTo>
                <a:cubicBezTo>
                  <a:pt x="873435" y="205100"/>
                  <a:pt x="871972" y="202265"/>
                  <a:pt x="871057" y="199065"/>
                </a:cubicBezTo>
                <a:cubicBezTo>
                  <a:pt x="870143" y="195864"/>
                  <a:pt x="869869" y="192664"/>
                  <a:pt x="870234" y="189372"/>
                </a:cubicBezTo>
                <a:cubicBezTo>
                  <a:pt x="870600" y="186080"/>
                  <a:pt x="871606" y="182971"/>
                  <a:pt x="873161" y="180137"/>
                </a:cubicBezTo>
                <a:cubicBezTo>
                  <a:pt x="874806" y="177211"/>
                  <a:pt x="876910" y="174742"/>
                  <a:pt x="879470" y="172730"/>
                </a:cubicBezTo>
                <a:cubicBezTo>
                  <a:pt x="882122" y="170627"/>
                  <a:pt x="884956" y="169164"/>
                  <a:pt x="888157" y="168250"/>
                </a:cubicBezTo>
                <a:cubicBezTo>
                  <a:pt x="891357" y="167335"/>
                  <a:pt x="894558" y="167061"/>
                  <a:pt x="897849" y="167427"/>
                </a:cubicBezTo>
                <a:cubicBezTo>
                  <a:pt x="901141" y="167884"/>
                  <a:pt x="904250" y="168798"/>
                  <a:pt x="907085" y="170444"/>
                </a:cubicBezTo>
              </a:path>
              <a:path w="3889492" h="1195852">
                <a:moveTo>
                  <a:pt x="915863" y="175290"/>
                </a:moveTo>
                <a:lnTo>
                  <a:pt x="920161" y="177668"/>
                </a:lnTo>
                <a:cubicBezTo>
                  <a:pt x="923087" y="179314"/>
                  <a:pt x="925556" y="181417"/>
                  <a:pt x="927567" y="183977"/>
                </a:cubicBezTo>
                <a:cubicBezTo>
                  <a:pt x="929670" y="186538"/>
                  <a:pt x="931134" y="189464"/>
                  <a:pt x="932048" y="192664"/>
                </a:cubicBezTo>
                <a:cubicBezTo>
                  <a:pt x="932962" y="195773"/>
                  <a:pt x="933237" y="199065"/>
                  <a:pt x="932871" y="202357"/>
                </a:cubicBezTo>
                <a:cubicBezTo>
                  <a:pt x="932505" y="205557"/>
                  <a:pt x="931499" y="208666"/>
                  <a:pt x="929853" y="211592"/>
                </a:cubicBezTo>
                <a:cubicBezTo>
                  <a:pt x="928299" y="214427"/>
                  <a:pt x="926196" y="216896"/>
                  <a:pt x="923544" y="218999"/>
                </a:cubicBezTo>
                <a:cubicBezTo>
                  <a:pt x="920984" y="221010"/>
                  <a:pt x="918149" y="222474"/>
                  <a:pt x="914949" y="223388"/>
                </a:cubicBezTo>
                <a:cubicBezTo>
                  <a:pt x="911748" y="224302"/>
                  <a:pt x="908548" y="224577"/>
                  <a:pt x="905256" y="224211"/>
                </a:cubicBezTo>
                <a:cubicBezTo>
                  <a:pt x="901964" y="223845"/>
                  <a:pt x="898855" y="222839"/>
                  <a:pt x="895929" y="221285"/>
                </a:cubicBezTo>
                <a:lnTo>
                  <a:pt x="891631" y="218816"/>
                </a:lnTo>
                <a:cubicBezTo>
                  <a:pt x="888705" y="217261"/>
                  <a:pt x="886236" y="215158"/>
                  <a:pt x="884225" y="212507"/>
                </a:cubicBezTo>
                <a:cubicBezTo>
                  <a:pt x="882122" y="209946"/>
                  <a:pt x="880659" y="207112"/>
                  <a:pt x="879744" y="203911"/>
                </a:cubicBezTo>
                <a:cubicBezTo>
                  <a:pt x="878830" y="200711"/>
                  <a:pt x="878556" y="197510"/>
                  <a:pt x="878921" y="194219"/>
                </a:cubicBezTo>
                <a:cubicBezTo>
                  <a:pt x="879287" y="190927"/>
                  <a:pt x="880293" y="187818"/>
                  <a:pt x="881939" y="184983"/>
                </a:cubicBezTo>
                <a:cubicBezTo>
                  <a:pt x="883493" y="182057"/>
                  <a:pt x="885596" y="179588"/>
                  <a:pt x="888248" y="177576"/>
                </a:cubicBezTo>
                <a:cubicBezTo>
                  <a:pt x="890808" y="175473"/>
                  <a:pt x="893735" y="174010"/>
                  <a:pt x="896844" y="173096"/>
                </a:cubicBezTo>
                <a:cubicBezTo>
                  <a:pt x="900044" y="172182"/>
                  <a:pt x="903244" y="171907"/>
                  <a:pt x="906536" y="172273"/>
                </a:cubicBezTo>
                <a:cubicBezTo>
                  <a:pt x="909828" y="172639"/>
                  <a:pt x="912937" y="173645"/>
                  <a:pt x="915863" y="175290"/>
                </a:cubicBezTo>
              </a:path>
              <a:path w="3889492" h="1195852">
                <a:moveTo>
                  <a:pt x="924550" y="180137"/>
                </a:moveTo>
                <a:lnTo>
                  <a:pt x="928939" y="182514"/>
                </a:lnTo>
                <a:cubicBezTo>
                  <a:pt x="931774" y="184160"/>
                  <a:pt x="934242" y="186263"/>
                  <a:pt x="936346" y="188824"/>
                </a:cubicBezTo>
                <a:cubicBezTo>
                  <a:pt x="938357" y="191384"/>
                  <a:pt x="939912" y="194310"/>
                  <a:pt x="940735" y="197510"/>
                </a:cubicBezTo>
                <a:cubicBezTo>
                  <a:pt x="941649" y="200619"/>
                  <a:pt x="941923" y="203911"/>
                  <a:pt x="941558" y="207112"/>
                </a:cubicBezTo>
                <a:cubicBezTo>
                  <a:pt x="941192" y="210403"/>
                  <a:pt x="940186" y="213512"/>
                  <a:pt x="938632" y="216438"/>
                </a:cubicBezTo>
                <a:cubicBezTo>
                  <a:pt x="936986" y="219273"/>
                  <a:pt x="934883" y="221742"/>
                  <a:pt x="932322" y="223845"/>
                </a:cubicBezTo>
                <a:cubicBezTo>
                  <a:pt x="929670" y="225857"/>
                  <a:pt x="926836" y="227320"/>
                  <a:pt x="923635" y="228234"/>
                </a:cubicBezTo>
                <a:cubicBezTo>
                  <a:pt x="920435" y="229149"/>
                  <a:pt x="917235" y="229423"/>
                  <a:pt x="913943" y="229057"/>
                </a:cubicBezTo>
                <a:cubicBezTo>
                  <a:pt x="910651" y="228691"/>
                  <a:pt x="907542" y="227686"/>
                  <a:pt x="904707" y="226040"/>
                </a:cubicBezTo>
                <a:lnTo>
                  <a:pt x="900318" y="223662"/>
                </a:lnTo>
                <a:cubicBezTo>
                  <a:pt x="897484" y="222016"/>
                  <a:pt x="894923" y="220005"/>
                  <a:pt x="892912" y="217353"/>
                </a:cubicBezTo>
                <a:cubicBezTo>
                  <a:pt x="890808" y="214793"/>
                  <a:pt x="889345" y="211866"/>
                  <a:pt x="888431" y="208758"/>
                </a:cubicBezTo>
                <a:cubicBezTo>
                  <a:pt x="887517" y="205557"/>
                  <a:pt x="887334" y="202357"/>
                  <a:pt x="887700" y="199065"/>
                </a:cubicBezTo>
                <a:cubicBezTo>
                  <a:pt x="888065" y="195773"/>
                  <a:pt x="889071" y="192664"/>
                  <a:pt x="890626" y="189829"/>
                </a:cubicBezTo>
                <a:cubicBezTo>
                  <a:pt x="892272" y="186903"/>
                  <a:pt x="894375" y="184434"/>
                  <a:pt x="896935" y="182423"/>
                </a:cubicBezTo>
                <a:cubicBezTo>
                  <a:pt x="899495" y="180320"/>
                  <a:pt x="902421" y="178857"/>
                  <a:pt x="905622" y="177942"/>
                </a:cubicBezTo>
                <a:cubicBezTo>
                  <a:pt x="908731" y="177028"/>
                  <a:pt x="912023" y="176754"/>
                  <a:pt x="915314" y="177119"/>
                </a:cubicBezTo>
                <a:cubicBezTo>
                  <a:pt x="918606" y="177485"/>
                  <a:pt x="921624" y="178491"/>
                  <a:pt x="924550" y="180137"/>
                </a:cubicBezTo>
              </a:path>
              <a:path w="3889492" h="1195852">
                <a:moveTo>
                  <a:pt x="933237" y="184983"/>
                </a:moveTo>
                <a:lnTo>
                  <a:pt x="937626" y="187361"/>
                </a:lnTo>
                <a:cubicBezTo>
                  <a:pt x="940552" y="189006"/>
                  <a:pt x="943021" y="191110"/>
                  <a:pt x="945032" y="193670"/>
                </a:cubicBezTo>
                <a:cubicBezTo>
                  <a:pt x="947136" y="196230"/>
                  <a:pt x="948599" y="199156"/>
                  <a:pt x="949513" y="202265"/>
                </a:cubicBezTo>
                <a:cubicBezTo>
                  <a:pt x="950427" y="205466"/>
                  <a:pt x="950702" y="208666"/>
                  <a:pt x="950336" y="211958"/>
                </a:cubicBezTo>
                <a:cubicBezTo>
                  <a:pt x="949879" y="215250"/>
                  <a:pt x="948964" y="218359"/>
                  <a:pt x="947318" y="221285"/>
                </a:cubicBezTo>
                <a:cubicBezTo>
                  <a:pt x="945672" y="224119"/>
                  <a:pt x="943569" y="226588"/>
                  <a:pt x="941009" y="228691"/>
                </a:cubicBezTo>
                <a:cubicBezTo>
                  <a:pt x="938449" y="230703"/>
                  <a:pt x="935523" y="232166"/>
                  <a:pt x="932414" y="233081"/>
                </a:cubicBezTo>
                <a:cubicBezTo>
                  <a:pt x="929213" y="233995"/>
                  <a:pt x="925921" y="234269"/>
                  <a:pt x="922630" y="233904"/>
                </a:cubicBezTo>
                <a:cubicBezTo>
                  <a:pt x="919429" y="233538"/>
                  <a:pt x="916320" y="232532"/>
                  <a:pt x="913394" y="230886"/>
                </a:cubicBezTo>
                <a:lnTo>
                  <a:pt x="909005" y="228509"/>
                </a:lnTo>
                <a:cubicBezTo>
                  <a:pt x="906170" y="226863"/>
                  <a:pt x="903702" y="224760"/>
                  <a:pt x="901598" y="222199"/>
                </a:cubicBezTo>
                <a:cubicBezTo>
                  <a:pt x="899587" y="219639"/>
                  <a:pt x="898124" y="216713"/>
                  <a:pt x="897209" y="213604"/>
                </a:cubicBezTo>
                <a:cubicBezTo>
                  <a:pt x="896295" y="210403"/>
                  <a:pt x="896021" y="207203"/>
                  <a:pt x="896386" y="203911"/>
                </a:cubicBezTo>
                <a:cubicBezTo>
                  <a:pt x="896752" y="200619"/>
                  <a:pt x="897758" y="197510"/>
                  <a:pt x="899404" y="194676"/>
                </a:cubicBezTo>
                <a:cubicBezTo>
                  <a:pt x="900958" y="191750"/>
                  <a:pt x="903061" y="189281"/>
                  <a:pt x="905622" y="187178"/>
                </a:cubicBezTo>
                <a:cubicBezTo>
                  <a:pt x="908274" y="185166"/>
                  <a:pt x="911108" y="183703"/>
                  <a:pt x="914309" y="182789"/>
                </a:cubicBezTo>
                <a:cubicBezTo>
                  <a:pt x="917509" y="181874"/>
                  <a:pt x="920709" y="181600"/>
                  <a:pt x="924001" y="181966"/>
                </a:cubicBezTo>
                <a:cubicBezTo>
                  <a:pt x="927293" y="182331"/>
                  <a:pt x="930402" y="183337"/>
                  <a:pt x="933237" y="184983"/>
                </a:cubicBezTo>
              </a:path>
              <a:path w="3889492" h="1195852">
                <a:moveTo>
                  <a:pt x="942015" y="189829"/>
                </a:moveTo>
                <a:lnTo>
                  <a:pt x="946313" y="192207"/>
                </a:lnTo>
                <a:cubicBezTo>
                  <a:pt x="949239" y="193853"/>
                  <a:pt x="951708" y="195956"/>
                  <a:pt x="953811" y="198516"/>
                </a:cubicBezTo>
                <a:cubicBezTo>
                  <a:pt x="955822" y="201077"/>
                  <a:pt x="957285" y="204003"/>
                  <a:pt x="958200" y="207112"/>
                </a:cubicBezTo>
                <a:cubicBezTo>
                  <a:pt x="959114" y="210312"/>
                  <a:pt x="959388" y="213512"/>
                  <a:pt x="959023" y="216804"/>
                </a:cubicBezTo>
                <a:cubicBezTo>
                  <a:pt x="958657" y="220096"/>
                  <a:pt x="957651" y="223205"/>
                  <a:pt x="956005" y="226040"/>
                </a:cubicBezTo>
                <a:cubicBezTo>
                  <a:pt x="954451" y="228966"/>
                  <a:pt x="952348" y="231435"/>
                  <a:pt x="949787" y="233446"/>
                </a:cubicBezTo>
                <a:cubicBezTo>
                  <a:pt x="947136" y="235549"/>
                  <a:pt x="944301" y="237012"/>
                  <a:pt x="941100" y="237927"/>
                </a:cubicBezTo>
                <a:cubicBezTo>
                  <a:pt x="937900" y="238841"/>
                  <a:pt x="934700" y="239116"/>
                  <a:pt x="931408" y="238750"/>
                </a:cubicBezTo>
                <a:cubicBezTo>
                  <a:pt x="928116" y="238384"/>
                  <a:pt x="925007" y="237378"/>
                  <a:pt x="922172" y="235732"/>
                </a:cubicBezTo>
                <a:lnTo>
                  <a:pt x="917783" y="233355"/>
                </a:lnTo>
                <a:cubicBezTo>
                  <a:pt x="914857" y="231709"/>
                  <a:pt x="912388" y="229606"/>
                  <a:pt x="910377" y="227046"/>
                </a:cubicBezTo>
                <a:cubicBezTo>
                  <a:pt x="908274" y="224485"/>
                  <a:pt x="906810" y="221559"/>
                  <a:pt x="905896" y="218450"/>
                </a:cubicBezTo>
                <a:cubicBezTo>
                  <a:pt x="904982" y="215250"/>
                  <a:pt x="904707" y="212049"/>
                  <a:pt x="905073" y="208758"/>
                </a:cubicBezTo>
                <a:cubicBezTo>
                  <a:pt x="905439" y="205466"/>
                  <a:pt x="906445" y="202357"/>
                  <a:pt x="908091" y="199431"/>
                </a:cubicBezTo>
                <a:cubicBezTo>
                  <a:pt x="909645" y="196596"/>
                  <a:pt x="911748" y="194127"/>
                  <a:pt x="914400" y="192024"/>
                </a:cubicBezTo>
                <a:cubicBezTo>
                  <a:pt x="916960" y="190012"/>
                  <a:pt x="919886" y="188549"/>
                  <a:pt x="922995" y="187635"/>
                </a:cubicBezTo>
                <a:cubicBezTo>
                  <a:pt x="926196" y="186720"/>
                  <a:pt x="929396" y="186446"/>
                  <a:pt x="932688" y="186812"/>
                </a:cubicBezTo>
                <a:cubicBezTo>
                  <a:pt x="935980" y="187178"/>
                  <a:pt x="939089" y="188184"/>
                  <a:pt x="942015" y="189829"/>
                </a:cubicBezTo>
              </a:path>
              <a:path w="3889492" h="1195852">
                <a:moveTo>
                  <a:pt x="950702" y="194676"/>
                </a:moveTo>
                <a:lnTo>
                  <a:pt x="955091" y="197053"/>
                </a:lnTo>
                <a:cubicBezTo>
                  <a:pt x="957925" y="198699"/>
                  <a:pt x="960394" y="200711"/>
                  <a:pt x="962497" y="203363"/>
                </a:cubicBezTo>
                <a:cubicBezTo>
                  <a:pt x="964509" y="205923"/>
                  <a:pt x="966064" y="208849"/>
                  <a:pt x="966978" y="211958"/>
                </a:cubicBezTo>
                <a:cubicBezTo>
                  <a:pt x="967801" y="215158"/>
                  <a:pt x="968075" y="218359"/>
                  <a:pt x="967710" y="221651"/>
                </a:cubicBezTo>
                <a:cubicBezTo>
                  <a:pt x="967344" y="224942"/>
                  <a:pt x="966338" y="228051"/>
                  <a:pt x="964783" y="230886"/>
                </a:cubicBezTo>
                <a:cubicBezTo>
                  <a:pt x="963138" y="233812"/>
                  <a:pt x="961034" y="236281"/>
                  <a:pt x="958474" y="238293"/>
                </a:cubicBezTo>
                <a:cubicBezTo>
                  <a:pt x="955914" y="240396"/>
                  <a:pt x="952988" y="241859"/>
                  <a:pt x="949787" y="242773"/>
                </a:cubicBezTo>
                <a:cubicBezTo>
                  <a:pt x="946587" y="243688"/>
                  <a:pt x="943386" y="243962"/>
                  <a:pt x="940095" y="243596"/>
                </a:cubicBezTo>
                <a:cubicBezTo>
                  <a:pt x="936803" y="243230"/>
                  <a:pt x="933694" y="242225"/>
                  <a:pt x="930859" y="240579"/>
                </a:cubicBezTo>
                <a:lnTo>
                  <a:pt x="926470" y="238201"/>
                </a:lnTo>
                <a:cubicBezTo>
                  <a:pt x="923635" y="236555"/>
                  <a:pt x="921167" y="234452"/>
                  <a:pt x="919063" y="231892"/>
                </a:cubicBezTo>
                <a:cubicBezTo>
                  <a:pt x="917052" y="229332"/>
                  <a:pt x="915497" y="226405"/>
                  <a:pt x="914583" y="223205"/>
                </a:cubicBezTo>
                <a:cubicBezTo>
                  <a:pt x="913668" y="220096"/>
                  <a:pt x="913486" y="216804"/>
                  <a:pt x="913851" y="213604"/>
                </a:cubicBezTo>
                <a:cubicBezTo>
                  <a:pt x="914217" y="210312"/>
                  <a:pt x="915223" y="207203"/>
                  <a:pt x="916777" y="204277"/>
                </a:cubicBezTo>
                <a:cubicBezTo>
                  <a:pt x="918423" y="201442"/>
                  <a:pt x="920526" y="198973"/>
                  <a:pt x="923087" y="196870"/>
                </a:cubicBezTo>
                <a:cubicBezTo>
                  <a:pt x="925647" y="194859"/>
                  <a:pt x="928573" y="193396"/>
                  <a:pt x="931774" y="192481"/>
                </a:cubicBezTo>
                <a:cubicBezTo>
                  <a:pt x="934883" y="191567"/>
                  <a:pt x="938174" y="191292"/>
                  <a:pt x="941466" y="191658"/>
                </a:cubicBezTo>
                <a:cubicBezTo>
                  <a:pt x="944758" y="192024"/>
                  <a:pt x="947776" y="193030"/>
                  <a:pt x="950702" y="194676"/>
                </a:cubicBezTo>
              </a:path>
              <a:path w="3889492" h="1195852">
                <a:moveTo>
                  <a:pt x="959388" y="199431"/>
                </a:moveTo>
                <a:lnTo>
                  <a:pt x="963778" y="201900"/>
                </a:lnTo>
                <a:cubicBezTo>
                  <a:pt x="966704" y="203454"/>
                  <a:pt x="969173" y="205557"/>
                  <a:pt x="971184" y="208209"/>
                </a:cubicBezTo>
                <a:cubicBezTo>
                  <a:pt x="973287" y="210769"/>
                  <a:pt x="974750" y="213604"/>
                  <a:pt x="975665" y="216804"/>
                </a:cubicBezTo>
                <a:cubicBezTo>
                  <a:pt x="976579" y="220005"/>
                  <a:pt x="976854" y="223205"/>
                  <a:pt x="976488" y="226497"/>
                </a:cubicBezTo>
                <a:cubicBezTo>
                  <a:pt x="976031" y="229789"/>
                  <a:pt x="975116" y="232898"/>
                  <a:pt x="973470" y="235732"/>
                </a:cubicBezTo>
                <a:cubicBezTo>
                  <a:pt x="971824" y="238658"/>
                  <a:pt x="969813" y="241127"/>
                  <a:pt x="967161" y="243139"/>
                </a:cubicBezTo>
                <a:cubicBezTo>
                  <a:pt x="964601" y="245242"/>
                  <a:pt x="961674" y="246705"/>
                  <a:pt x="958566" y="247620"/>
                </a:cubicBezTo>
                <a:cubicBezTo>
                  <a:pt x="955365" y="248534"/>
                  <a:pt x="952073" y="248808"/>
                  <a:pt x="948873" y="248442"/>
                </a:cubicBezTo>
                <a:cubicBezTo>
                  <a:pt x="945581" y="247985"/>
                  <a:pt x="942472" y="247071"/>
                  <a:pt x="939546" y="245425"/>
                </a:cubicBezTo>
                <a:lnTo>
                  <a:pt x="935248" y="243048"/>
                </a:lnTo>
                <a:cubicBezTo>
                  <a:pt x="932322" y="241402"/>
                  <a:pt x="929853" y="239298"/>
                  <a:pt x="927750" y="236738"/>
                </a:cubicBezTo>
                <a:cubicBezTo>
                  <a:pt x="925739" y="234178"/>
                  <a:pt x="924276" y="231252"/>
                  <a:pt x="923361" y="228051"/>
                </a:cubicBezTo>
                <a:cubicBezTo>
                  <a:pt x="922447" y="224942"/>
                  <a:pt x="922172" y="221651"/>
                  <a:pt x="922538" y="218359"/>
                </a:cubicBezTo>
                <a:cubicBezTo>
                  <a:pt x="922904" y="215158"/>
                  <a:pt x="923910" y="212049"/>
                  <a:pt x="925556" y="209123"/>
                </a:cubicBezTo>
                <a:cubicBezTo>
                  <a:pt x="927110" y="206289"/>
                  <a:pt x="929213" y="203820"/>
                  <a:pt x="931774" y="201717"/>
                </a:cubicBezTo>
                <a:cubicBezTo>
                  <a:pt x="934425" y="199705"/>
                  <a:pt x="937260" y="198242"/>
                  <a:pt x="940460" y="197328"/>
                </a:cubicBezTo>
                <a:cubicBezTo>
                  <a:pt x="943661" y="196413"/>
                  <a:pt x="946861" y="196139"/>
                  <a:pt x="950153" y="196505"/>
                </a:cubicBezTo>
                <a:cubicBezTo>
                  <a:pt x="953445" y="196870"/>
                  <a:pt x="956554" y="197876"/>
                  <a:pt x="959388" y="199431"/>
                </a:cubicBezTo>
              </a:path>
              <a:path w="3889492" h="1195852">
                <a:moveTo>
                  <a:pt x="968167" y="204277"/>
                </a:moveTo>
                <a:lnTo>
                  <a:pt x="972464" y="206746"/>
                </a:lnTo>
                <a:cubicBezTo>
                  <a:pt x="975390" y="208300"/>
                  <a:pt x="977859" y="210403"/>
                  <a:pt x="979962" y="213055"/>
                </a:cubicBezTo>
                <a:cubicBezTo>
                  <a:pt x="981974" y="215616"/>
                  <a:pt x="983437" y="218450"/>
                  <a:pt x="984352" y="221651"/>
                </a:cubicBezTo>
                <a:cubicBezTo>
                  <a:pt x="985266" y="224851"/>
                  <a:pt x="985540" y="228051"/>
                  <a:pt x="985175" y="231343"/>
                </a:cubicBezTo>
                <a:cubicBezTo>
                  <a:pt x="984809" y="234635"/>
                  <a:pt x="983803" y="237744"/>
                  <a:pt x="982157" y="240579"/>
                </a:cubicBezTo>
                <a:cubicBezTo>
                  <a:pt x="980603" y="243505"/>
                  <a:pt x="978499" y="245974"/>
                  <a:pt x="975939" y="247985"/>
                </a:cubicBezTo>
                <a:cubicBezTo>
                  <a:pt x="973287" y="250088"/>
                  <a:pt x="970453" y="251551"/>
                  <a:pt x="967252" y="252466"/>
                </a:cubicBezTo>
                <a:cubicBezTo>
                  <a:pt x="964052" y="253380"/>
                  <a:pt x="960852" y="253655"/>
                  <a:pt x="957560" y="253289"/>
                </a:cubicBezTo>
                <a:cubicBezTo>
                  <a:pt x="954268" y="252832"/>
                  <a:pt x="951159" y="251917"/>
                  <a:pt x="948324" y="250271"/>
                </a:cubicBezTo>
                <a:lnTo>
                  <a:pt x="943935" y="247894"/>
                </a:lnTo>
                <a:cubicBezTo>
                  <a:pt x="941009" y="246248"/>
                  <a:pt x="938540" y="244145"/>
                  <a:pt x="936528" y="241584"/>
                </a:cubicBezTo>
                <a:cubicBezTo>
                  <a:pt x="934425" y="239024"/>
                  <a:pt x="932962" y="236098"/>
                  <a:pt x="932048" y="232898"/>
                </a:cubicBezTo>
                <a:cubicBezTo>
                  <a:pt x="931134" y="229789"/>
                  <a:pt x="930859" y="226497"/>
                  <a:pt x="931225" y="223205"/>
                </a:cubicBezTo>
                <a:cubicBezTo>
                  <a:pt x="931682" y="219913"/>
                  <a:pt x="932597" y="216896"/>
                  <a:pt x="934242" y="213970"/>
                </a:cubicBezTo>
                <a:cubicBezTo>
                  <a:pt x="935888" y="211135"/>
                  <a:pt x="937900" y="208666"/>
                  <a:pt x="940552" y="206563"/>
                </a:cubicBezTo>
                <a:cubicBezTo>
                  <a:pt x="943112" y="204551"/>
                  <a:pt x="946038" y="202997"/>
                  <a:pt x="949147" y="202174"/>
                </a:cubicBezTo>
                <a:cubicBezTo>
                  <a:pt x="952348" y="201259"/>
                  <a:pt x="955639" y="200985"/>
                  <a:pt x="958840" y="201351"/>
                </a:cubicBezTo>
                <a:cubicBezTo>
                  <a:pt x="962132" y="201717"/>
                  <a:pt x="965241" y="202722"/>
                  <a:pt x="968167" y="204277"/>
                </a:cubicBezTo>
              </a:path>
              <a:path w="3889492" h="1195852">
                <a:moveTo>
                  <a:pt x="976854" y="209123"/>
                </a:moveTo>
                <a:lnTo>
                  <a:pt x="981243" y="211592"/>
                </a:lnTo>
                <a:cubicBezTo>
                  <a:pt x="984077" y="213147"/>
                  <a:pt x="986546" y="215250"/>
                  <a:pt x="988649" y="217810"/>
                </a:cubicBezTo>
                <a:cubicBezTo>
                  <a:pt x="990661" y="220462"/>
                  <a:pt x="992215" y="223296"/>
                  <a:pt x="993130" y="226497"/>
                </a:cubicBezTo>
                <a:cubicBezTo>
                  <a:pt x="994044" y="229697"/>
                  <a:pt x="994227" y="232898"/>
                  <a:pt x="993861" y="236190"/>
                </a:cubicBezTo>
                <a:cubicBezTo>
                  <a:pt x="993496" y="239481"/>
                  <a:pt x="992490" y="242590"/>
                  <a:pt x="990935" y="245425"/>
                </a:cubicBezTo>
                <a:cubicBezTo>
                  <a:pt x="989289" y="248351"/>
                  <a:pt x="987186" y="250820"/>
                  <a:pt x="984626" y="252832"/>
                </a:cubicBezTo>
                <a:cubicBezTo>
                  <a:pt x="982066" y="254935"/>
                  <a:pt x="979140" y="256398"/>
                  <a:pt x="975939" y="257312"/>
                </a:cubicBezTo>
                <a:cubicBezTo>
                  <a:pt x="972830" y="258227"/>
                  <a:pt x="969538" y="258501"/>
                  <a:pt x="966246" y="258044"/>
                </a:cubicBezTo>
                <a:cubicBezTo>
                  <a:pt x="962955" y="257678"/>
                  <a:pt x="959937" y="256672"/>
                  <a:pt x="957011" y="255118"/>
                </a:cubicBezTo>
                <a:lnTo>
                  <a:pt x="952622" y="252649"/>
                </a:lnTo>
                <a:cubicBezTo>
                  <a:pt x="949787" y="251094"/>
                  <a:pt x="947318" y="248991"/>
                  <a:pt x="945215" y="246431"/>
                </a:cubicBezTo>
                <a:cubicBezTo>
                  <a:pt x="943204" y="243779"/>
                  <a:pt x="941649" y="240944"/>
                  <a:pt x="940735" y="237744"/>
                </a:cubicBezTo>
                <a:cubicBezTo>
                  <a:pt x="939912" y="234544"/>
                  <a:pt x="939637" y="231343"/>
                  <a:pt x="940003" y="228051"/>
                </a:cubicBezTo>
                <a:cubicBezTo>
                  <a:pt x="940369" y="224760"/>
                  <a:pt x="941375" y="221742"/>
                  <a:pt x="942929" y="218816"/>
                </a:cubicBezTo>
                <a:cubicBezTo>
                  <a:pt x="944575" y="215981"/>
                  <a:pt x="946678" y="213421"/>
                  <a:pt x="949239" y="211409"/>
                </a:cubicBezTo>
                <a:cubicBezTo>
                  <a:pt x="951799" y="209398"/>
                  <a:pt x="954725" y="207843"/>
                  <a:pt x="957925" y="206929"/>
                </a:cubicBezTo>
                <a:cubicBezTo>
                  <a:pt x="961126" y="206106"/>
                  <a:pt x="964326" y="205831"/>
                  <a:pt x="967618" y="206197"/>
                </a:cubicBezTo>
                <a:cubicBezTo>
                  <a:pt x="970910" y="206563"/>
                  <a:pt x="974019" y="207569"/>
                  <a:pt x="976854" y="209123"/>
                </a:cubicBezTo>
              </a:path>
              <a:path w="3889492" h="1195852">
                <a:moveTo>
                  <a:pt x="985632" y="213970"/>
                </a:moveTo>
                <a:lnTo>
                  <a:pt x="989929" y="216438"/>
                </a:lnTo>
                <a:cubicBezTo>
                  <a:pt x="992856" y="217993"/>
                  <a:pt x="995324" y="220096"/>
                  <a:pt x="997336" y="222656"/>
                </a:cubicBezTo>
                <a:cubicBezTo>
                  <a:pt x="999439" y="225308"/>
                  <a:pt x="1000902" y="228143"/>
                  <a:pt x="1001817" y="231343"/>
                </a:cubicBezTo>
                <a:cubicBezTo>
                  <a:pt x="1002731" y="234544"/>
                  <a:pt x="1003005" y="237744"/>
                  <a:pt x="1002640" y="241036"/>
                </a:cubicBezTo>
                <a:cubicBezTo>
                  <a:pt x="1002274" y="244328"/>
                  <a:pt x="1001268" y="247345"/>
                  <a:pt x="999622" y="250271"/>
                </a:cubicBezTo>
                <a:cubicBezTo>
                  <a:pt x="998068" y="253197"/>
                  <a:pt x="995964" y="255666"/>
                  <a:pt x="993313" y="257678"/>
                </a:cubicBezTo>
                <a:cubicBezTo>
                  <a:pt x="990752" y="259781"/>
                  <a:pt x="987826" y="261244"/>
                  <a:pt x="984717" y="262158"/>
                </a:cubicBezTo>
                <a:cubicBezTo>
                  <a:pt x="981517" y="263073"/>
                  <a:pt x="978317" y="263256"/>
                  <a:pt x="975025" y="262890"/>
                </a:cubicBezTo>
                <a:cubicBezTo>
                  <a:pt x="971733" y="262524"/>
                  <a:pt x="968624" y="261518"/>
                  <a:pt x="965698" y="259964"/>
                </a:cubicBezTo>
                <a:lnTo>
                  <a:pt x="961400" y="257495"/>
                </a:lnTo>
                <a:cubicBezTo>
                  <a:pt x="958474" y="255941"/>
                  <a:pt x="956005" y="253837"/>
                  <a:pt x="953902" y="251277"/>
                </a:cubicBezTo>
                <a:cubicBezTo>
                  <a:pt x="951890" y="248625"/>
                  <a:pt x="950427" y="245791"/>
                  <a:pt x="949513" y="242590"/>
                </a:cubicBezTo>
                <a:cubicBezTo>
                  <a:pt x="948599" y="239390"/>
                  <a:pt x="948324" y="236190"/>
                  <a:pt x="948690" y="232898"/>
                </a:cubicBezTo>
                <a:cubicBezTo>
                  <a:pt x="949056" y="229606"/>
                  <a:pt x="950062" y="226588"/>
                  <a:pt x="951708" y="223662"/>
                </a:cubicBezTo>
                <a:cubicBezTo>
                  <a:pt x="953262" y="220736"/>
                  <a:pt x="955365" y="218267"/>
                  <a:pt x="957925" y="216256"/>
                </a:cubicBezTo>
                <a:cubicBezTo>
                  <a:pt x="960577" y="214152"/>
                  <a:pt x="963412" y="212689"/>
                  <a:pt x="966612" y="211775"/>
                </a:cubicBezTo>
                <a:cubicBezTo>
                  <a:pt x="969813" y="210861"/>
                  <a:pt x="973013" y="210678"/>
                  <a:pt x="976305" y="211044"/>
                </a:cubicBezTo>
                <a:cubicBezTo>
                  <a:pt x="979597" y="211409"/>
                  <a:pt x="982706" y="212415"/>
                  <a:pt x="985632" y="213970"/>
                </a:cubicBezTo>
              </a:path>
              <a:path w="3889492" h="1195852">
                <a:moveTo>
                  <a:pt x="994319" y="218816"/>
                </a:moveTo>
                <a:lnTo>
                  <a:pt x="998708" y="221285"/>
                </a:lnTo>
                <a:cubicBezTo>
                  <a:pt x="1001542" y="222839"/>
                  <a:pt x="1004011" y="224942"/>
                  <a:pt x="1006114" y="227503"/>
                </a:cubicBezTo>
                <a:cubicBezTo>
                  <a:pt x="1008126" y="230154"/>
                  <a:pt x="1009589" y="232989"/>
                  <a:pt x="1010503" y="236190"/>
                </a:cubicBezTo>
                <a:cubicBezTo>
                  <a:pt x="1011418" y="239390"/>
                  <a:pt x="1011692" y="242590"/>
                  <a:pt x="1011326" y="245882"/>
                </a:cubicBezTo>
                <a:cubicBezTo>
                  <a:pt x="1010961" y="249174"/>
                  <a:pt x="1009955" y="252192"/>
                  <a:pt x="1008309" y="255118"/>
                </a:cubicBezTo>
                <a:cubicBezTo>
                  <a:pt x="1006754" y="257952"/>
                  <a:pt x="1004651" y="260513"/>
                  <a:pt x="1002091" y="262524"/>
                </a:cubicBezTo>
                <a:cubicBezTo>
                  <a:pt x="999439" y="264536"/>
                  <a:pt x="996605" y="266090"/>
                  <a:pt x="993404" y="267005"/>
                </a:cubicBezTo>
                <a:cubicBezTo>
                  <a:pt x="990204" y="267828"/>
                  <a:pt x="987003" y="268102"/>
                  <a:pt x="983712" y="267736"/>
                </a:cubicBezTo>
                <a:cubicBezTo>
                  <a:pt x="980420" y="267371"/>
                  <a:pt x="977311" y="266365"/>
                  <a:pt x="974476" y="264810"/>
                </a:cubicBezTo>
                <a:lnTo>
                  <a:pt x="970087" y="262341"/>
                </a:lnTo>
                <a:cubicBezTo>
                  <a:pt x="967161" y="260787"/>
                  <a:pt x="964692" y="258684"/>
                  <a:pt x="962680" y="256123"/>
                </a:cubicBezTo>
                <a:cubicBezTo>
                  <a:pt x="960577" y="253472"/>
                  <a:pt x="959114" y="250637"/>
                  <a:pt x="958200" y="247437"/>
                </a:cubicBezTo>
                <a:cubicBezTo>
                  <a:pt x="957285" y="244236"/>
                  <a:pt x="957011" y="241036"/>
                  <a:pt x="957377" y="237744"/>
                </a:cubicBezTo>
                <a:cubicBezTo>
                  <a:pt x="957834" y="234452"/>
                  <a:pt x="958748" y="231343"/>
                  <a:pt x="960394" y="228509"/>
                </a:cubicBezTo>
                <a:cubicBezTo>
                  <a:pt x="962040" y="225582"/>
                  <a:pt x="964143" y="223114"/>
                  <a:pt x="966704" y="221102"/>
                </a:cubicBezTo>
                <a:cubicBezTo>
                  <a:pt x="969264" y="218999"/>
                  <a:pt x="972190" y="217536"/>
                  <a:pt x="975299" y="216621"/>
                </a:cubicBezTo>
                <a:cubicBezTo>
                  <a:pt x="978499" y="215707"/>
                  <a:pt x="981791" y="215433"/>
                  <a:pt x="985083" y="215890"/>
                </a:cubicBezTo>
                <a:cubicBezTo>
                  <a:pt x="988284" y="216256"/>
                  <a:pt x="991392" y="217261"/>
                  <a:pt x="994319" y="218816"/>
                </a:cubicBezTo>
              </a:path>
              <a:path w="3889492" h="1195852">
                <a:moveTo>
                  <a:pt x="1003005" y="223662"/>
                </a:moveTo>
                <a:lnTo>
                  <a:pt x="1007394" y="226040"/>
                </a:lnTo>
                <a:cubicBezTo>
                  <a:pt x="1010229" y="227686"/>
                  <a:pt x="1012789" y="229789"/>
                  <a:pt x="1014801" y="232349"/>
                </a:cubicBezTo>
                <a:cubicBezTo>
                  <a:pt x="1016904" y="234909"/>
                  <a:pt x="1018367" y="237835"/>
                  <a:pt x="1019282" y="241036"/>
                </a:cubicBezTo>
                <a:cubicBezTo>
                  <a:pt x="1020196" y="244145"/>
                  <a:pt x="1020379" y="247437"/>
                  <a:pt x="1020013" y="250728"/>
                </a:cubicBezTo>
                <a:cubicBezTo>
                  <a:pt x="1019647" y="254020"/>
                  <a:pt x="1018642" y="257038"/>
                  <a:pt x="1017087" y="259964"/>
                </a:cubicBezTo>
                <a:cubicBezTo>
                  <a:pt x="1015441" y="262799"/>
                  <a:pt x="1013338" y="265267"/>
                  <a:pt x="1010778" y="267371"/>
                </a:cubicBezTo>
                <a:cubicBezTo>
                  <a:pt x="1008217" y="269382"/>
                  <a:pt x="1005291" y="270937"/>
                  <a:pt x="1002091" y="271760"/>
                </a:cubicBezTo>
                <a:cubicBezTo>
                  <a:pt x="998982" y="272674"/>
                  <a:pt x="995690" y="272948"/>
                  <a:pt x="992398" y="272583"/>
                </a:cubicBezTo>
                <a:cubicBezTo>
                  <a:pt x="989106" y="272217"/>
                  <a:pt x="986089" y="271211"/>
                  <a:pt x="983163" y="269657"/>
                </a:cubicBezTo>
                <a:lnTo>
                  <a:pt x="978774" y="267188"/>
                </a:lnTo>
                <a:cubicBezTo>
                  <a:pt x="975939" y="265633"/>
                  <a:pt x="973470" y="263530"/>
                  <a:pt x="971367" y="260878"/>
                </a:cubicBezTo>
                <a:cubicBezTo>
                  <a:pt x="969355" y="258318"/>
                  <a:pt x="967801" y="255483"/>
                  <a:pt x="966978" y="252283"/>
                </a:cubicBezTo>
                <a:cubicBezTo>
                  <a:pt x="966064" y="249083"/>
                  <a:pt x="965789" y="245882"/>
                  <a:pt x="966155" y="242590"/>
                </a:cubicBezTo>
                <a:cubicBezTo>
                  <a:pt x="966521" y="239298"/>
                  <a:pt x="967527" y="236190"/>
                  <a:pt x="969081" y="233355"/>
                </a:cubicBezTo>
                <a:cubicBezTo>
                  <a:pt x="970727" y="230429"/>
                  <a:pt x="972830" y="227960"/>
                  <a:pt x="975390" y="225948"/>
                </a:cubicBezTo>
                <a:cubicBezTo>
                  <a:pt x="978042" y="223845"/>
                  <a:pt x="980877" y="222382"/>
                  <a:pt x="984077" y="221468"/>
                </a:cubicBezTo>
                <a:cubicBezTo>
                  <a:pt x="987278" y="220553"/>
                  <a:pt x="990478" y="220279"/>
                  <a:pt x="993770" y="220645"/>
                </a:cubicBezTo>
                <a:cubicBezTo>
                  <a:pt x="997062" y="221102"/>
                  <a:pt x="1000171" y="222016"/>
                  <a:pt x="1003005" y="223662"/>
                </a:cubicBezTo>
              </a:path>
              <a:path w="3889492" h="1195852">
                <a:moveTo>
                  <a:pt x="1011784" y="228509"/>
                </a:moveTo>
                <a:lnTo>
                  <a:pt x="1016081" y="230886"/>
                </a:lnTo>
                <a:cubicBezTo>
                  <a:pt x="1019007" y="232532"/>
                  <a:pt x="1021476" y="234635"/>
                  <a:pt x="1023488" y="237195"/>
                </a:cubicBezTo>
                <a:cubicBezTo>
                  <a:pt x="1025591" y="239756"/>
                  <a:pt x="1027054" y="242682"/>
                  <a:pt x="1027968" y="245882"/>
                </a:cubicBezTo>
                <a:cubicBezTo>
                  <a:pt x="1028883" y="248991"/>
                  <a:pt x="1029157" y="252283"/>
                  <a:pt x="1028791" y="255575"/>
                </a:cubicBezTo>
                <a:cubicBezTo>
                  <a:pt x="1028426" y="258775"/>
                  <a:pt x="1027420" y="261884"/>
                  <a:pt x="1025774" y="264810"/>
                </a:cubicBezTo>
                <a:cubicBezTo>
                  <a:pt x="1024219" y="267645"/>
                  <a:pt x="1022116" y="270114"/>
                  <a:pt x="1019465" y="272217"/>
                </a:cubicBezTo>
                <a:cubicBezTo>
                  <a:pt x="1016904" y="274229"/>
                  <a:pt x="1013978" y="275692"/>
                  <a:pt x="1010869" y="276606"/>
                </a:cubicBezTo>
                <a:cubicBezTo>
                  <a:pt x="1007669" y="277520"/>
                  <a:pt x="1004468" y="277795"/>
                  <a:pt x="1001177" y="277429"/>
                </a:cubicBezTo>
                <a:cubicBezTo>
                  <a:pt x="997885" y="277063"/>
                  <a:pt x="994776" y="276057"/>
                  <a:pt x="991850" y="274503"/>
                </a:cubicBezTo>
                <a:lnTo>
                  <a:pt x="987552" y="272034"/>
                </a:lnTo>
                <a:cubicBezTo>
                  <a:pt x="984626" y="270480"/>
                  <a:pt x="982157" y="268376"/>
                  <a:pt x="980145" y="265725"/>
                </a:cubicBezTo>
                <a:cubicBezTo>
                  <a:pt x="978042" y="263164"/>
                  <a:pt x="976579" y="260330"/>
                  <a:pt x="975665" y="257129"/>
                </a:cubicBezTo>
                <a:cubicBezTo>
                  <a:pt x="974750" y="253929"/>
                  <a:pt x="974476" y="250728"/>
                  <a:pt x="974842" y="247437"/>
                </a:cubicBezTo>
                <a:cubicBezTo>
                  <a:pt x="975208" y="244145"/>
                  <a:pt x="976213" y="241036"/>
                  <a:pt x="977859" y="238201"/>
                </a:cubicBezTo>
                <a:cubicBezTo>
                  <a:pt x="979414" y="235275"/>
                  <a:pt x="981517" y="232806"/>
                  <a:pt x="984169" y="230795"/>
                </a:cubicBezTo>
                <a:cubicBezTo>
                  <a:pt x="986729" y="228691"/>
                  <a:pt x="989564" y="227228"/>
                  <a:pt x="992764" y="226314"/>
                </a:cubicBezTo>
                <a:cubicBezTo>
                  <a:pt x="995964" y="225400"/>
                  <a:pt x="999165" y="225125"/>
                  <a:pt x="1002457" y="225491"/>
                </a:cubicBezTo>
                <a:cubicBezTo>
                  <a:pt x="1005749" y="225948"/>
                  <a:pt x="1008858" y="226863"/>
                  <a:pt x="1011784" y="228509"/>
                </a:cubicBezTo>
              </a:path>
              <a:path w="3889492" h="1195852">
                <a:moveTo>
                  <a:pt x="1020470" y="233355"/>
                </a:moveTo>
                <a:lnTo>
                  <a:pt x="1024860" y="235732"/>
                </a:lnTo>
                <a:cubicBezTo>
                  <a:pt x="1027694" y="237378"/>
                  <a:pt x="1030163" y="239481"/>
                  <a:pt x="1032266" y="242042"/>
                </a:cubicBezTo>
                <a:cubicBezTo>
                  <a:pt x="1034278" y="244602"/>
                  <a:pt x="1035741" y="247528"/>
                  <a:pt x="1036655" y="250728"/>
                </a:cubicBezTo>
                <a:cubicBezTo>
                  <a:pt x="1037570" y="253837"/>
                  <a:pt x="1037844" y="257129"/>
                  <a:pt x="1037478" y="260330"/>
                </a:cubicBezTo>
                <a:cubicBezTo>
                  <a:pt x="1037112" y="263622"/>
                  <a:pt x="1036107" y="266730"/>
                  <a:pt x="1034552" y="269657"/>
                </a:cubicBezTo>
                <a:cubicBezTo>
                  <a:pt x="1032906" y="272491"/>
                  <a:pt x="1030803" y="274960"/>
                  <a:pt x="1028243" y="277063"/>
                </a:cubicBezTo>
                <a:cubicBezTo>
                  <a:pt x="1025591" y="279075"/>
                  <a:pt x="1022756" y="280538"/>
                  <a:pt x="1019556" y="281452"/>
                </a:cubicBezTo>
                <a:cubicBezTo>
                  <a:pt x="1016356" y="282367"/>
                  <a:pt x="1013155" y="282641"/>
                  <a:pt x="1009863" y="282275"/>
                </a:cubicBezTo>
                <a:cubicBezTo>
                  <a:pt x="1006572" y="281910"/>
                  <a:pt x="1003463" y="280904"/>
                  <a:pt x="1000628" y="279258"/>
                </a:cubicBezTo>
                <a:lnTo>
                  <a:pt x="996239" y="276880"/>
                </a:lnTo>
                <a:cubicBezTo>
                  <a:pt x="993313" y="275234"/>
                  <a:pt x="990844" y="273223"/>
                  <a:pt x="988832" y="270571"/>
                </a:cubicBezTo>
                <a:cubicBezTo>
                  <a:pt x="986729" y="268011"/>
                  <a:pt x="985266" y="265085"/>
                  <a:pt x="984352" y="261976"/>
                </a:cubicBezTo>
                <a:cubicBezTo>
                  <a:pt x="983437" y="258775"/>
                  <a:pt x="983163" y="255575"/>
                  <a:pt x="983620" y="252283"/>
                </a:cubicBezTo>
                <a:cubicBezTo>
                  <a:pt x="983986" y="248991"/>
                  <a:pt x="984992" y="245882"/>
                  <a:pt x="986546" y="243048"/>
                </a:cubicBezTo>
                <a:cubicBezTo>
                  <a:pt x="988192" y="240121"/>
                  <a:pt x="990295" y="237653"/>
                  <a:pt x="992856" y="235641"/>
                </a:cubicBezTo>
                <a:cubicBezTo>
                  <a:pt x="995416" y="233538"/>
                  <a:pt x="998342" y="232075"/>
                  <a:pt x="1001542" y="231160"/>
                </a:cubicBezTo>
                <a:cubicBezTo>
                  <a:pt x="1004651" y="230246"/>
                  <a:pt x="1007943" y="229972"/>
                  <a:pt x="1011235" y="230337"/>
                </a:cubicBezTo>
                <a:cubicBezTo>
                  <a:pt x="1014527" y="230703"/>
                  <a:pt x="1017544" y="231709"/>
                  <a:pt x="1020470" y="233355"/>
                </a:cubicBezTo>
              </a:path>
              <a:path w="3889492" h="1195852">
                <a:moveTo>
                  <a:pt x="1029157" y="238201"/>
                </a:moveTo>
                <a:lnTo>
                  <a:pt x="1033546" y="240579"/>
                </a:lnTo>
                <a:cubicBezTo>
                  <a:pt x="1036472" y="242225"/>
                  <a:pt x="1038941" y="244328"/>
                  <a:pt x="1040953" y="246888"/>
                </a:cubicBezTo>
                <a:cubicBezTo>
                  <a:pt x="1043056" y="249448"/>
                  <a:pt x="1044519" y="252374"/>
                  <a:pt x="1045434" y="255483"/>
                </a:cubicBezTo>
                <a:cubicBezTo>
                  <a:pt x="1046348" y="258684"/>
                  <a:pt x="1046622" y="261884"/>
                  <a:pt x="1046165" y="265176"/>
                </a:cubicBezTo>
                <a:cubicBezTo>
                  <a:pt x="1045799" y="268468"/>
                  <a:pt x="1044793" y="271577"/>
                  <a:pt x="1043239" y="274503"/>
                </a:cubicBezTo>
                <a:cubicBezTo>
                  <a:pt x="1041593" y="277338"/>
                  <a:pt x="1039490" y="279806"/>
                  <a:pt x="1036930" y="281910"/>
                </a:cubicBezTo>
                <a:cubicBezTo>
                  <a:pt x="1034369" y="283921"/>
                  <a:pt x="1031443" y="285384"/>
                  <a:pt x="1028243" y="286299"/>
                </a:cubicBezTo>
                <a:cubicBezTo>
                  <a:pt x="1025134" y="287213"/>
                  <a:pt x="1021842" y="287487"/>
                  <a:pt x="1018550" y="287122"/>
                </a:cubicBezTo>
                <a:cubicBezTo>
                  <a:pt x="1015258" y="286756"/>
                  <a:pt x="1012241" y="285750"/>
                  <a:pt x="1009315" y="284104"/>
                </a:cubicBezTo>
                <a:lnTo>
                  <a:pt x="1004926" y="281727"/>
                </a:lnTo>
                <a:cubicBezTo>
                  <a:pt x="1002091" y="280081"/>
                  <a:pt x="999622" y="277978"/>
                  <a:pt x="997519" y="275417"/>
                </a:cubicBezTo>
                <a:cubicBezTo>
                  <a:pt x="995507" y="272857"/>
                  <a:pt x="994044" y="269931"/>
                  <a:pt x="993130" y="266822"/>
                </a:cubicBezTo>
                <a:cubicBezTo>
                  <a:pt x="992215" y="263622"/>
                  <a:pt x="991941" y="260421"/>
                  <a:pt x="992307" y="257129"/>
                </a:cubicBezTo>
                <a:cubicBezTo>
                  <a:pt x="992673" y="253837"/>
                  <a:pt x="993678" y="250728"/>
                  <a:pt x="995233" y="247894"/>
                </a:cubicBezTo>
                <a:cubicBezTo>
                  <a:pt x="996879" y="244968"/>
                  <a:pt x="998982" y="242499"/>
                  <a:pt x="1001542" y="240487"/>
                </a:cubicBezTo>
                <a:cubicBezTo>
                  <a:pt x="1004194" y="238384"/>
                  <a:pt x="1007029" y="236921"/>
                  <a:pt x="1010229" y="236007"/>
                </a:cubicBezTo>
                <a:cubicBezTo>
                  <a:pt x="1013430" y="235092"/>
                  <a:pt x="1016630" y="234818"/>
                  <a:pt x="1019922" y="235184"/>
                </a:cubicBezTo>
                <a:cubicBezTo>
                  <a:pt x="1023214" y="235549"/>
                  <a:pt x="1026323" y="236555"/>
                  <a:pt x="1029157" y="238201"/>
                </a:cubicBezTo>
              </a:path>
              <a:path w="3889492" h="1195852">
                <a:moveTo>
                  <a:pt x="1037935" y="243048"/>
                </a:moveTo>
                <a:lnTo>
                  <a:pt x="1042233" y="245425"/>
                </a:lnTo>
                <a:cubicBezTo>
                  <a:pt x="1045159" y="247071"/>
                  <a:pt x="1047628" y="249174"/>
                  <a:pt x="1049640" y="251734"/>
                </a:cubicBezTo>
                <a:cubicBezTo>
                  <a:pt x="1051743" y="254295"/>
                  <a:pt x="1053206" y="257221"/>
                  <a:pt x="1054120" y="260330"/>
                </a:cubicBezTo>
                <a:cubicBezTo>
                  <a:pt x="1055035" y="263530"/>
                  <a:pt x="1055309" y="266730"/>
                  <a:pt x="1054943" y="270022"/>
                </a:cubicBezTo>
                <a:cubicBezTo>
                  <a:pt x="1054578" y="273314"/>
                  <a:pt x="1053572" y="276423"/>
                  <a:pt x="1051926" y="279258"/>
                </a:cubicBezTo>
                <a:cubicBezTo>
                  <a:pt x="1050371" y="282184"/>
                  <a:pt x="1048268" y="284653"/>
                  <a:pt x="1045616" y="286756"/>
                </a:cubicBezTo>
                <a:cubicBezTo>
                  <a:pt x="1043056" y="288768"/>
                  <a:pt x="1040221" y="290231"/>
                  <a:pt x="1037021" y="291145"/>
                </a:cubicBezTo>
                <a:cubicBezTo>
                  <a:pt x="1033821" y="292059"/>
                  <a:pt x="1030620" y="292334"/>
                  <a:pt x="1027328" y="291968"/>
                </a:cubicBezTo>
                <a:cubicBezTo>
                  <a:pt x="1024037" y="291602"/>
                  <a:pt x="1020928" y="290596"/>
                  <a:pt x="1018002" y="288950"/>
                </a:cubicBezTo>
                <a:lnTo>
                  <a:pt x="1013704" y="286573"/>
                </a:lnTo>
                <a:cubicBezTo>
                  <a:pt x="1010778" y="284927"/>
                  <a:pt x="1008309" y="282824"/>
                  <a:pt x="1006297" y="280264"/>
                </a:cubicBezTo>
                <a:cubicBezTo>
                  <a:pt x="1004194" y="277703"/>
                  <a:pt x="1002731" y="274777"/>
                  <a:pt x="1001817" y="271668"/>
                </a:cubicBezTo>
                <a:cubicBezTo>
                  <a:pt x="1000902" y="268468"/>
                  <a:pt x="1000628" y="265267"/>
                  <a:pt x="1000994" y="261976"/>
                </a:cubicBezTo>
                <a:cubicBezTo>
                  <a:pt x="1001359" y="258684"/>
                  <a:pt x="1002365" y="255575"/>
                  <a:pt x="1004011" y="252649"/>
                </a:cubicBezTo>
                <a:cubicBezTo>
                  <a:pt x="1005566" y="249814"/>
                  <a:pt x="1007669" y="247345"/>
                  <a:pt x="1010321" y="245242"/>
                </a:cubicBezTo>
                <a:cubicBezTo>
                  <a:pt x="1012881" y="243230"/>
                  <a:pt x="1015807" y="241767"/>
                  <a:pt x="1018916" y="240853"/>
                </a:cubicBezTo>
                <a:cubicBezTo>
                  <a:pt x="1022116" y="239939"/>
                  <a:pt x="1025317" y="239664"/>
                  <a:pt x="1028609" y="240030"/>
                </a:cubicBezTo>
                <a:cubicBezTo>
                  <a:pt x="1031900" y="240396"/>
                  <a:pt x="1035009" y="241402"/>
                  <a:pt x="1037935" y="243048"/>
                </a:cubicBezTo>
              </a:path>
              <a:path w="3889492" h="1195852">
                <a:moveTo>
                  <a:pt x="1046622" y="247894"/>
                </a:moveTo>
                <a:lnTo>
                  <a:pt x="1051011" y="250271"/>
                </a:lnTo>
                <a:cubicBezTo>
                  <a:pt x="1053846" y="251917"/>
                  <a:pt x="1056315" y="253929"/>
                  <a:pt x="1058418" y="256581"/>
                </a:cubicBezTo>
                <a:cubicBezTo>
                  <a:pt x="1060430" y="259141"/>
                  <a:pt x="1061984" y="262067"/>
                  <a:pt x="1062807" y="265176"/>
                </a:cubicBezTo>
                <a:cubicBezTo>
                  <a:pt x="1063722" y="268376"/>
                  <a:pt x="1063996" y="271577"/>
                  <a:pt x="1063630" y="274869"/>
                </a:cubicBezTo>
                <a:cubicBezTo>
                  <a:pt x="1063264" y="278160"/>
                  <a:pt x="1062258" y="281269"/>
                  <a:pt x="1060704" y="284104"/>
                </a:cubicBezTo>
                <a:cubicBezTo>
                  <a:pt x="1059058" y="287030"/>
                  <a:pt x="1056955" y="289499"/>
                  <a:pt x="1054395" y="291511"/>
                </a:cubicBezTo>
                <a:cubicBezTo>
                  <a:pt x="1051743" y="293614"/>
                  <a:pt x="1048908" y="295077"/>
                  <a:pt x="1045708" y="295991"/>
                </a:cubicBezTo>
                <a:cubicBezTo>
                  <a:pt x="1042507" y="296906"/>
                  <a:pt x="1039307" y="297180"/>
                  <a:pt x="1036015" y="296814"/>
                </a:cubicBezTo>
                <a:cubicBezTo>
                  <a:pt x="1032723" y="296448"/>
                  <a:pt x="1029614" y="295443"/>
                  <a:pt x="1026780" y="293797"/>
                </a:cubicBezTo>
                <a:lnTo>
                  <a:pt x="1022391" y="291419"/>
                </a:lnTo>
                <a:cubicBezTo>
                  <a:pt x="1019465" y="289773"/>
                  <a:pt x="1016996" y="287670"/>
                  <a:pt x="1014984" y="285110"/>
                </a:cubicBezTo>
                <a:cubicBezTo>
                  <a:pt x="1012881" y="282550"/>
                  <a:pt x="1011418" y="279624"/>
                  <a:pt x="1010503" y="276423"/>
                </a:cubicBezTo>
                <a:cubicBezTo>
                  <a:pt x="1009589" y="273314"/>
                  <a:pt x="1009315" y="270022"/>
                  <a:pt x="1009772" y="266822"/>
                </a:cubicBezTo>
                <a:cubicBezTo>
                  <a:pt x="1010138" y="263530"/>
                  <a:pt x="1011144" y="260421"/>
                  <a:pt x="1012698" y="257495"/>
                </a:cubicBezTo>
                <a:cubicBezTo>
                  <a:pt x="1014344" y="254660"/>
                  <a:pt x="1016447" y="252192"/>
                  <a:pt x="1019007" y="250088"/>
                </a:cubicBezTo>
                <a:cubicBezTo>
                  <a:pt x="1021568" y="248077"/>
                  <a:pt x="1024494" y="246614"/>
                  <a:pt x="1027694" y="245699"/>
                </a:cubicBezTo>
                <a:cubicBezTo>
                  <a:pt x="1030803" y="244785"/>
                  <a:pt x="1034095" y="244511"/>
                  <a:pt x="1037387" y="244876"/>
                </a:cubicBezTo>
                <a:cubicBezTo>
                  <a:pt x="1040679" y="245242"/>
                  <a:pt x="1043696" y="246248"/>
                  <a:pt x="1046622" y="247894"/>
                </a:cubicBezTo>
              </a:path>
              <a:path w="3889492" h="1195852">
                <a:moveTo>
                  <a:pt x="1055309" y="252649"/>
                </a:moveTo>
                <a:lnTo>
                  <a:pt x="1059698" y="255118"/>
                </a:lnTo>
                <a:cubicBezTo>
                  <a:pt x="1062624" y="256672"/>
                  <a:pt x="1065093" y="258775"/>
                  <a:pt x="1067105" y="261427"/>
                </a:cubicBezTo>
                <a:cubicBezTo>
                  <a:pt x="1069208" y="263987"/>
                  <a:pt x="1070671" y="266822"/>
                  <a:pt x="1071585" y="270022"/>
                </a:cubicBezTo>
                <a:cubicBezTo>
                  <a:pt x="1072500" y="273223"/>
                  <a:pt x="1072774" y="276423"/>
                  <a:pt x="1072408" y="279715"/>
                </a:cubicBezTo>
                <a:cubicBezTo>
                  <a:pt x="1071951" y="283007"/>
                  <a:pt x="1071037" y="286116"/>
                  <a:pt x="1069391" y="288950"/>
                </a:cubicBezTo>
                <a:cubicBezTo>
                  <a:pt x="1067745" y="291876"/>
                  <a:pt x="1065642" y="294345"/>
                  <a:pt x="1063081" y="296357"/>
                </a:cubicBezTo>
                <a:cubicBezTo>
                  <a:pt x="1060521" y="298460"/>
                  <a:pt x="1057595" y="299923"/>
                  <a:pt x="1054486" y="300838"/>
                </a:cubicBezTo>
                <a:cubicBezTo>
                  <a:pt x="1051286" y="301752"/>
                  <a:pt x="1047994" y="302026"/>
                  <a:pt x="1044702" y="301661"/>
                </a:cubicBezTo>
                <a:cubicBezTo>
                  <a:pt x="1041502" y="301295"/>
                  <a:pt x="1038393" y="300289"/>
                  <a:pt x="1035467" y="298643"/>
                </a:cubicBezTo>
                <a:lnTo>
                  <a:pt x="1031077" y="296266"/>
                </a:lnTo>
                <a:cubicBezTo>
                  <a:pt x="1028243" y="294620"/>
                  <a:pt x="1025774" y="292517"/>
                  <a:pt x="1023671" y="289956"/>
                </a:cubicBezTo>
                <a:cubicBezTo>
                  <a:pt x="1021659" y="287396"/>
                  <a:pt x="1020196" y="284470"/>
                  <a:pt x="1019282" y="281269"/>
                </a:cubicBezTo>
                <a:cubicBezTo>
                  <a:pt x="1018367" y="278160"/>
                  <a:pt x="1018093" y="274869"/>
                  <a:pt x="1018459" y="271577"/>
                </a:cubicBezTo>
                <a:cubicBezTo>
                  <a:pt x="1018824" y="268376"/>
                  <a:pt x="1019830" y="265267"/>
                  <a:pt x="1021476" y="262341"/>
                </a:cubicBezTo>
                <a:cubicBezTo>
                  <a:pt x="1023031" y="259507"/>
                  <a:pt x="1025134" y="257038"/>
                  <a:pt x="1027694" y="254935"/>
                </a:cubicBezTo>
                <a:cubicBezTo>
                  <a:pt x="1030346" y="252923"/>
                  <a:pt x="1033181" y="251460"/>
                  <a:pt x="1036381" y="250546"/>
                </a:cubicBezTo>
                <a:cubicBezTo>
                  <a:pt x="1039581" y="249631"/>
                  <a:pt x="1042782" y="249357"/>
                  <a:pt x="1046074" y="249723"/>
                </a:cubicBezTo>
                <a:cubicBezTo>
                  <a:pt x="1049365" y="250088"/>
                  <a:pt x="1052474" y="251094"/>
                  <a:pt x="1055309" y="252649"/>
                </a:cubicBezTo>
              </a:path>
              <a:path w="3889492" h="1195852">
                <a:moveTo>
                  <a:pt x="1064087" y="257495"/>
                </a:moveTo>
                <a:lnTo>
                  <a:pt x="1068385" y="259964"/>
                </a:lnTo>
                <a:cubicBezTo>
                  <a:pt x="1071311" y="261518"/>
                  <a:pt x="1073780" y="263622"/>
                  <a:pt x="1075883" y="266273"/>
                </a:cubicBezTo>
                <a:cubicBezTo>
                  <a:pt x="1077895" y="268834"/>
                  <a:pt x="1079358" y="271668"/>
                  <a:pt x="1080272" y="274869"/>
                </a:cubicBezTo>
                <a:cubicBezTo>
                  <a:pt x="1081187" y="278069"/>
                  <a:pt x="1081461" y="281269"/>
                  <a:pt x="1081095" y="284561"/>
                </a:cubicBezTo>
                <a:cubicBezTo>
                  <a:pt x="1080729" y="287853"/>
                  <a:pt x="1079724" y="290962"/>
                  <a:pt x="1078078" y="293797"/>
                </a:cubicBezTo>
                <a:cubicBezTo>
                  <a:pt x="1076523" y="296723"/>
                  <a:pt x="1074420" y="299192"/>
                  <a:pt x="1071860" y="301203"/>
                </a:cubicBezTo>
                <a:cubicBezTo>
                  <a:pt x="1069208" y="303306"/>
                  <a:pt x="1066373" y="304770"/>
                  <a:pt x="1063173" y="305684"/>
                </a:cubicBezTo>
                <a:cubicBezTo>
                  <a:pt x="1059972" y="306598"/>
                  <a:pt x="1056772" y="306873"/>
                  <a:pt x="1053480" y="306507"/>
                </a:cubicBezTo>
                <a:cubicBezTo>
                  <a:pt x="1050188" y="306050"/>
                  <a:pt x="1047079" y="305135"/>
                  <a:pt x="1044245" y="303489"/>
                </a:cubicBezTo>
                <a:lnTo>
                  <a:pt x="1039856" y="301112"/>
                </a:lnTo>
                <a:cubicBezTo>
                  <a:pt x="1036930" y="299466"/>
                  <a:pt x="1034461" y="297363"/>
                  <a:pt x="1032449" y="294803"/>
                </a:cubicBezTo>
                <a:cubicBezTo>
                  <a:pt x="1030346" y="292242"/>
                  <a:pt x="1028883" y="289316"/>
                  <a:pt x="1027968" y="286116"/>
                </a:cubicBezTo>
                <a:cubicBezTo>
                  <a:pt x="1027054" y="283007"/>
                  <a:pt x="1026780" y="279715"/>
                  <a:pt x="1027146" y="276423"/>
                </a:cubicBezTo>
                <a:cubicBezTo>
                  <a:pt x="1027511" y="273223"/>
                  <a:pt x="1028517" y="270114"/>
                  <a:pt x="1030163" y="267188"/>
                </a:cubicBezTo>
                <a:cubicBezTo>
                  <a:pt x="1031718" y="264353"/>
                  <a:pt x="1033821" y="261884"/>
                  <a:pt x="1036472" y="259781"/>
                </a:cubicBezTo>
                <a:cubicBezTo>
                  <a:pt x="1039033" y="257769"/>
                  <a:pt x="1041959" y="256306"/>
                  <a:pt x="1045068" y="255392"/>
                </a:cubicBezTo>
                <a:cubicBezTo>
                  <a:pt x="1048268" y="254478"/>
                  <a:pt x="1051469" y="254203"/>
                  <a:pt x="1054760" y="254569"/>
                </a:cubicBezTo>
                <a:cubicBezTo>
                  <a:pt x="1058052" y="254935"/>
                  <a:pt x="1061161" y="255941"/>
                  <a:pt x="1064087" y="257495"/>
                </a:cubicBezTo>
              </a:path>
              <a:path w="3889492" h="1195852">
                <a:moveTo>
                  <a:pt x="1072774" y="262341"/>
                </a:moveTo>
                <a:lnTo>
                  <a:pt x="1077163" y="264810"/>
                </a:lnTo>
                <a:cubicBezTo>
                  <a:pt x="1079998" y="266365"/>
                  <a:pt x="1082467" y="268468"/>
                  <a:pt x="1084570" y="271028"/>
                </a:cubicBezTo>
                <a:cubicBezTo>
                  <a:pt x="1086582" y="273680"/>
                  <a:pt x="1088136" y="276515"/>
                  <a:pt x="1089050" y="279715"/>
                </a:cubicBezTo>
                <a:cubicBezTo>
                  <a:pt x="1089873" y="282915"/>
                  <a:pt x="1090148" y="286116"/>
                  <a:pt x="1089782" y="289408"/>
                </a:cubicBezTo>
                <a:cubicBezTo>
                  <a:pt x="1089416" y="292699"/>
                  <a:pt x="1088410" y="295808"/>
                  <a:pt x="1086856" y="298643"/>
                </a:cubicBezTo>
                <a:cubicBezTo>
                  <a:pt x="1085210" y="301569"/>
                  <a:pt x="1083107" y="304038"/>
                  <a:pt x="1080546" y="306050"/>
                </a:cubicBezTo>
                <a:cubicBezTo>
                  <a:pt x="1077986" y="308153"/>
                  <a:pt x="1075060" y="309616"/>
                  <a:pt x="1071860" y="310530"/>
                </a:cubicBezTo>
                <a:cubicBezTo>
                  <a:pt x="1068659" y="311445"/>
                  <a:pt x="1065459" y="311719"/>
                  <a:pt x="1062167" y="311262"/>
                </a:cubicBezTo>
                <a:cubicBezTo>
                  <a:pt x="1058875" y="310896"/>
                  <a:pt x="1055766" y="309890"/>
                  <a:pt x="1052932" y="308336"/>
                </a:cubicBezTo>
                <a:lnTo>
                  <a:pt x="1048542" y="305958"/>
                </a:lnTo>
                <a:cubicBezTo>
                  <a:pt x="1045708" y="304312"/>
                  <a:pt x="1043239" y="302209"/>
                  <a:pt x="1041136" y="299649"/>
                </a:cubicBezTo>
                <a:cubicBezTo>
                  <a:pt x="1039124" y="296997"/>
                  <a:pt x="1037570" y="294162"/>
                  <a:pt x="1036655" y="290962"/>
                </a:cubicBezTo>
                <a:cubicBezTo>
                  <a:pt x="1035741" y="287762"/>
                  <a:pt x="1035558" y="284561"/>
                  <a:pt x="1035924" y="281269"/>
                </a:cubicBezTo>
                <a:cubicBezTo>
                  <a:pt x="1036290" y="277978"/>
                  <a:pt x="1037295" y="274960"/>
                  <a:pt x="1038850" y="272034"/>
                </a:cubicBezTo>
                <a:cubicBezTo>
                  <a:pt x="1040496" y="269199"/>
                  <a:pt x="1042599" y="266730"/>
                  <a:pt x="1045159" y="264627"/>
                </a:cubicBezTo>
                <a:cubicBezTo>
                  <a:pt x="1047720" y="262616"/>
                  <a:pt x="1050646" y="261061"/>
                  <a:pt x="1053846" y="260147"/>
                </a:cubicBezTo>
                <a:cubicBezTo>
                  <a:pt x="1056955" y="259324"/>
                  <a:pt x="1060247" y="259050"/>
                  <a:pt x="1063539" y="259415"/>
                </a:cubicBezTo>
                <a:cubicBezTo>
                  <a:pt x="1066830" y="259781"/>
                  <a:pt x="1069848" y="260787"/>
                  <a:pt x="1072774" y="262341"/>
                </a:cubicBezTo>
              </a:path>
              <a:path w="3889492" h="1195852">
                <a:moveTo>
                  <a:pt x="1081461" y="267188"/>
                </a:moveTo>
                <a:lnTo>
                  <a:pt x="1085850" y="269657"/>
                </a:lnTo>
                <a:cubicBezTo>
                  <a:pt x="1088776" y="271211"/>
                  <a:pt x="1091245" y="273314"/>
                  <a:pt x="1093257" y="275874"/>
                </a:cubicBezTo>
                <a:cubicBezTo>
                  <a:pt x="1095360" y="278526"/>
                  <a:pt x="1096823" y="281361"/>
                  <a:pt x="1097737" y="284561"/>
                </a:cubicBezTo>
                <a:cubicBezTo>
                  <a:pt x="1098652" y="287762"/>
                  <a:pt x="1098926" y="290962"/>
                  <a:pt x="1098560" y="294254"/>
                </a:cubicBezTo>
                <a:cubicBezTo>
                  <a:pt x="1098103" y="297546"/>
                  <a:pt x="1097189" y="300563"/>
                  <a:pt x="1095543" y="303489"/>
                </a:cubicBezTo>
                <a:cubicBezTo>
                  <a:pt x="1093897" y="306415"/>
                  <a:pt x="1091885" y="308884"/>
                  <a:pt x="1089233" y="310896"/>
                </a:cubicBezTo>
                <a:cubicBezTo>
                  <a:pt x="1086673" y="312999"/>
                  <a:pt x="1083747" y="314462"/>
                  <a:pt x="1080638" y="315377"/>
                </a:cubicBezTo>
                <a:cubicBezTo>
                  <a:pt x="1077438" y="316291"/>
                  <a:pt x="1074146" y="316474"/>
                  <a:pt x="1070945" y="316108"/>
                </a:cubicBezTo>
                <a:cubicBezTo>
                  <a:pt x="1067653" y="315742"/>
                  <a:pt x="1064544" y="314736"/>
                  <a:pt x="1061618" y="313182"/>
                </a:cubicBezTo>
                <a:lnTo>
                  <a:pt x="1057321" y="310713"/>
                </a:lnTo>
                <a:cubicBezTo>
                  <a:pt x="1054395" y="309159"/>
                  <a:pt x="1051926" y="307056"/>
                  <a:pt x="1049823" y="304495"/>
                </a:cubicBezTo>
                <a:cubicBezTo>
                  <a:pt x="1047811" y="301843"/>
                  <a:pt x="1046348" y="299009"/>
                  <a:pt x="1045434" y="295808"/>
                </a:cubicBezTo>
                <a:cubicBezTo>
                  <a:pt x="1044519" y="292608"/>
                  <a:pt x="1044245" y="289408"/>
                  <a:pt x="1044611" y="286116"/>
                </a:cubicBezTo>
                <a:cubicBezTo>
                  <a:pt x="1044976" y="282824"/>
                  <a:pt x="1045982" y="279806"/>
                  <a:pt x="1047628" y="276880"/>
                </a:cubicBezTo>
                <a:cubicBezTo>
                  <a:pt x="1049183" y="273954"/>
                  <a:pt x="1051286" y="271485"/>
                  <a:pt x="1053846" y="269474"/>
                </a:cubicBezTo>
                <a:cubicBezTo>
                  <a:pt x="1056498" y="267462"/>
                  <a:pt x="1059332" y="265908"/>
                  <a:pt x="1062533" y="264993"/>
                </a:cubicBezTo>
                <a:cubicBezTo>
                  <a:pt x="1065733" y="264079"/>
                  <a:pt x="1068934" y="263896"/>
                  <a:pt x="1072225" y="264262"/>
                </a:cubicBezTo>
                <a:cubicBezTo>
                  <a:pt x="1075517" y="264627"/>
                  <a:pt x="1078626" y="265633"/>
                  <a:pt x="1081461" y="267188"/>
                </a:cubicBezTo>
              </a:path>
              <a:path w="3889492" h="1195852">
                <a:moveTo>
                  <a:pt x="1090239" y="272034"/>
                </a:moveTo>
                <a:lnTo>
                  <a:pt x="1094537" y="274503"/>
                </a:lnTo>
                <a:cubicBezTo>
                  <a:pt x="1097463" y="276057"/>
                  <a:pt x="1099932" y="278160"/>
                  <a:pt x="1102035" y="280721"/>
                </a:cubicBezTo>
                <a:cubicBezTo>
                  <a:pt x="1104047" y="283373"/>
                  <a:pt x="1105510" y="286207"/>
                  <a:pt x="1106424" y="289408"/>
                </a:cubicBezTo>
                <a:cubicBezTo>
                  <a:pt x="1107338" y="292608"/>
                  <a:pt x="1107613" y="295808"/>
                  <a:pt x="1107247" y="299100"/>
                </a:cubicBezTo>
                <a:cubicBezTo>
                  <a:pt x="1106881" y="302392"/>
                  <a:pt x="1105875" y="305410"/>
                  <a:pt x="1104229" y="308336"/>
                </a:cubicBezTo>
                <a:cubicBezTo>
                  <a:pt x="1102675" y="311262"/>
                  <a:pt x="1100572" y="313731"/>
                  <a:pt x="1098012" y="315742"/>
                </a:cubicBezTo>
                <a:cubicBezTo>
                  <a:pt x="1095360" y="317754"/>
                  <a:pt x="1092525" y="319308"/>
                  <a:pt x="1089325" y="320223"/>
                </a:cubicBezTo>
                <a:cubicBezTo>
                  <a:pt x="1086124" y="321137"/>
                  <a:pt x="1082924" y="321320"/>
                  <a:pt x="1079632" y="320954"/>
                </a:cubicBezTo>
                <a:cubicBezTo>
                  <a:pt x="1076340" y="320589"/>
                  <a:pt x="1073231" y="319583"/>
                  <a:pt x="1070397" y="318028"/>
                </a:cubicBezTo>
                <a:lnTo>
                  <a:pt x="1066008" y="315559"/>
                </a:lnTo>
                <a:cubicBezTo>
                  <a:pt x="1063081" y="314005"/>
                  <a:pt x="1060613" y="311902"/>
                  <a:pt x="1058601" y="309342"/>
                </a:cubicBezTo>
                <a:cubicBezTo>
                  <a:pt x="1056498" y="306690"/>
                  <a:pt x="1055035" y="303855"/>
                  <a:pt x="1054120" y="300655"/>
                </a:cubicBezTo>
                <a:cubicBezTo>
                  <a:pt x="1053206" y="297454"/>
                  <a:pt x="1052932" y="294254"/>
                  <a:pt x="1053297" y="290962"/>
                </a:cubicBezTo>
                <a:cubicBezTo>
                  <a:pt x="1053755" y="287670"/>
                  <a:pt x="1054669" y="284653"/>
                  <a:pt x="1056315" y="281727"/>
                </a:cubicBezTo>
                <a:cubicBezTo>
                  <a:pt x="1057961" y="278801"/>
                  <a:pt x="1059972" y="276332"/>
                  <a:pt x="1062624" y="274320"/>
                </a:cubicBezTo>
                <a:cubicBezTo>
                  <a:pt x="1065185" y="272217"/>
                  <a:pt x="1068111" y="270754"/>
                  <a:pt x="1071220" y="269839"/>
                </a:cubicBezTo>
                <a:cubicBezTo>
                  <a:pt x="1074420" y="268925"/>
                  <a:pt x="1077712" y="268651"/>
                  <a:pt x="1080912" y="269108"/>
                </a:cubicBezTo>
                <a:cubicBezTo>
                  <a:pt x="1084204" y="269474"/>
                  <a:pt x="1087313" y="270480"/>
                  <a:pt x="1090239" y="272034"/>
                </a:cubicBezTo>
              </a:path>
              <a:path w="3889492" h="1195852">
                <a:moveTo>
                  <a:pt x="1098926" y="276880"/>
                </a:moveTo>
                <a:lnTo>
                  <a:pt x="1103315" y="279258"/>
                </a:lnTo>
                <a:cubicBezTo>
                  <a:pt x="1106150" y="280904"/>
                  <a:pt x="1108619" y="283007"/>
                  <a:pt x="1110722" y="285567"/>
                </a:cubicBezTo>
                <a:cubicBezTo>
                  <a:pt x="1112733" y="288219"/>
                  <a:pt x="1114288" y="291054"/>
                  <a:pt x="1115202" y="294254"/>
                </a:cubicBezTo>
                <a:cubicBezTo>
                  <a:pt x="1116117" y="297363"/>
                  <a:pt x="1116300" y="300655"/>
                  <a:pt x="1115934" y="303947"/>
                </a:cubicBezTo>
                <a:cubicBezTo>
                  <a:pt x="1115568" y="307238"/>
                  <a:pt x="1114562" y="310256"/>
                  <a:pt x="1113008" y="313182"/>
                </a:cubicBezTo>
                <a:cubicBezTo>
                  <a:pt x="1111362" y="316017"/>
                  <a:pt x="1109259" y="318486"/>
                  <a:pt x="1106698" y="320589"/>
                </a:cubicBezTo>
                <a:cubicBezTo>
                  <a:pt x="1104138" y="322600"/>
                  <a:pt x="1101212" y="324155"/>
                  <a:pt x="1098012" y="324978"/>
                </a:cubicBezTo>
                <a:cubicBezTo>
                  <a:pt x="1094903" y="325892"/>
                  <a:pt x="1091611" y="326166"/>
                  <a:pt x="1088319" y="325801"/>
                </a:cubicBezTo>
                <a:cubicBezTo>
                  <a:pt x="1085027" y="325435"/>
                  <a:pt x="1082010" y="324429"/>
                  <a:pt x="1079083" y="322875"/>
                </a:cubicBezTo>
                <a:lnTo>
                  <a:pt x="1074694" y="320406"/>
                </a:lnTo>
                <a:cubicBezTo>
                  <a:pt x="1071860" y="318851"/>
                  <a:pt x="1069391" y="316748"/>
                  <a:pt x="1067288" y="314096"/>
                </a:cubicBezTo>
                <a:cubicBezTo>
                  <a:pt x="1065276" y="311536"/>
                  <a:pt x="1063722" y="308701"/>
                  <a:pt x="1062807" y="305501"/>
                </a:cubicBezTo>
                <a:cubicBezTo>
                  <a:pt x="1061984" y="302301"/>
                  <a:pt x="1061710" y="299100"/>
                  <a:pt x="1062076" y="295808"/>
                </a:cubicBezTo>
                <a:cubicBezTo>
                  <a:pt x="1062441" y="292517"/>
                  <a:pt x="1063447" y="289408"/>
                  <a:pt x="1065002" y="286573"/>
                </a:cubicBezTo>
                <a:cubicBezTo>
                  <a:pt x="1066648" y="283647"/>
                  <a:pt x="1068751" y="281178"/>
                  <a:pt x="1071311" y="279166"/>
                </a:cubicBezTo>
                <a:cubicBezTo>
                  <a:pt x="1073871" y="277063"/>
                  <a:pt x="1076797" y="275600"/>
                  <a:pt x="1079998" y="274686"/>
                </a:cubicBezTo>
                <a:cubicBezTo>
                  <a:pt x="1083198" y="273771"/>
                  <a:pt x="1086399" y="273497"/>
                  <a:pt x="1089690" y="273954"/>
                </a:cubicBezTo>
                <a:cubicBezTo>
                  <a:pt x="1092982" y="274320"/>
                  <a:pt x="1096091" y="275234"/>
                  <a:pt x="1098926" y="276880"/>
                </a:cubicBezTo>
              </a:path>
              <a:path w="3889492" h="1195852">
                <a:moveTo>
                  <a:pt x="1107613" y="281727"/>
                </a:moveTo>
                <a:lnTo>
                  <a:pt x="1112002" y="284104"/>
                </a:lnTo>
                <a:cubicBezTo>
                  <a:pt x="1114928" y="285750"/>
                  <a:pt x="1117397" y="287853"/>
                  <a:pt x="1119408" y="290413"/>
                </a:cubicBezTo>
                <a:cubicBezTo>
                  <a:pt x="1121512" y="292974"/>
                  <a:pt x="1122975" y="295900"/>
                  <a:pt x="1123889" y="299100"/>
                </a:cubicBezTo>
                <a:cubicBezTo>
                  <a:pt x="1124803" y="302209"/>
                  <a:pt x="1125078" y="305501"/>
                  <a:pt x="1124712" y="308793"/>
                </a:cubicBezTo>
                <a:cubicBezTo>
                  <a:pt x="1124346" y="311993"/>
                  <a:pt x="1123340" y="315102"/>
                  <a:pt x="1121694" y="318028"/>
                </a:cubicBezTo>
                <a:cubicBezTo>
                  <a:pt x="1120140" y="320863"/>
                  <a:pt x="1118037" y="323332"/>
                  <a:pt x="1115385" y="325435"/>
                </a:cubicBezTo>
                <a:cubicBezTo>
                  <a:pt x="1112825" y="327447"/>
                  <a:pt x="1109899" y="328910"/>
                  <a:pt x="1106790" y="329824"/>
                </a:cubicBezTo>
                <a:cubicBezTo>
                  <a:pt x="1103589" y="330738"/>
                  <a:pt x="1100389" y="331013"/>
                  <a:pt x="1097097" y="330647"/>
                </a:cubicBezTo>
                <a:cubicBezTo>
                  <a:pt x="1093805" y="330281"/>
                  <a:pt x="1090696" y="329275"/>
                  <a:pt x="1087770" y="327721"/>
                </a:cubicBezTo>
                <a:lnTo>
                  <a:pt x="1083473" y="325252"/>
                </a:lnTo>
                <a:cubicBezTo>
                  <a:pt x="1080546" y="323698"/>
                  <a:pt x="1078078" y="321594"/>
                  <a:pt x="1075974" y="318943"/>
                </a:cubicBezTo>
                <a:cubicBezTo>
                  <a:pt x="1073963" y="316382"/>
                  <a:pt x="1072500" y="313548"/>
                  <a:pt x="1071585" y="310347"/>
                </a:cubicBezTo>
                <a:cubicBezTo>
                  <a:pt x="1070671" y="307147"/>
                  <a:pt x="1070397" y="303947"/>
                  <a:pt x="1070762" y="300655"/>
                </a:cubicBezTo>
                <a:cubicBezTo>
                  <a:pt x="1071128" y="297363"/>
                  <a:pt x="1072134" y="294254"/>
                  <a:pt x="1073780" y="291419"/>
                </a:cubicBezTo>
                <a:cubicBezTo>
                  <a:pt x="1075334" y="288493"/>
                  <a:pt x="1077438" y="286024"/>
                  <a:pt x="1079998" y="284013"/>
                </a:cubicBezTo>
                <a:cubicBezTo>
                  <a:pt x="1082650" y="281910"/>
                  <a:pt x="1085484" y="280446"/>
                  <a:pt x="1088685" y="279532"/>
                </a:cubicBezTo>
                <a:cubicBezTo>
                  <a:pt x="1091885" y="278618"/>
                  <a:pt x="1095085" y="278343"/>
                  <a:pt x="1098377" y="278709"/>
                </a:cubicBezTo>
                <a:cubicBezTo>
                  <a:pt x="1101669" y="279166"/>
                  <a:pt x="1104778" y="280081"/>
                  <a:pt x="1107613" y="281727"/>
                </a:cubicBezTo>
              </a:path>
              <a:path w="3889492" h="1195852">
                <a:moveTo>
                  <a:pt x="1116391" y="286573"/>
                </a:moveTo>
                <a:lnTo>
                  <a:pt x="1120780" y="288950"/>
                </a:lnTo>
                <a:cubicBezTo>
                  <a:pt x="1123615" y="290596"/>
                  <a:pt x="1126084" y="292699"/>
                  <a:pt x="1128187" y="295260"/>
                </a:cubicBezTo>
                <a:cubicBezTo>
                  <a:pt x="1130198" y="297820"/>
                  <a:pt x="1131661" y="300746"/>
                  <a:pt x="1132576" y="303947"/>
                </a:cubicBezTo>
                <a:cubicBezTo>
                  <a:pt x="1133490" y="307056"/>
                  <a:pt x="1133765" y="310347"/>
                  <a:pt x="1133399" y="313639"/>
                </a:cubicBezTo>
                <a:cubicBezTo>
                  <a:pt x="1133033" y="316840"/>
                  <a:pt x="1132027" y="319949"/>
                  <a:pt x="1130381" y="322875"/>
                </a:cubicBezTo>
                <a:cubicBezTo>
                  <a:pt x="1128827" y="325709"/>
                  <a:pt x="1126724" y="328178"/>
                  <a:pt x="1124163" y="330281"/>
                </a:cubicBezTo>
                <a:cubicBezTo>
                  <a:pt x="1121512" y="332293"/>
                  <a:pt x="1118677" y="333756"/>
                  <a:pt x="1115477" y="334670"/>
                </a:cubicBezTo>
                <a:cubicBezTo>
                  <a:pt x="1112276" y="335585"/>
                  <a:pt x="1109076" y="335859"/>
                  <a:pt x="1105784" y="335493"/>
                </a:cubicBezTo>
                <a:cubicBezTo>
                  <a:pt x="1102492" y="335128"/>
                  <a:pt x="1099383" y="334122"/>
                  <a:pt x="1096548" y="332567"/>
                </a:cubicBezTo>
                <a:lnTo>
                  <a:pt x="1092159" y="330098"/>
                </a:lnTo>
                <a:cubicBezTo>
                  <a:pt x="1089233" y="328544"/>
                  <a:pt x="1086764" y="326441"/>
                  <a:pt x="1084753" y="323789"/>
                </a:cubicBezTo>
                <a:cubicBezTo>
                  <a:pt x="1082650" y="321229"/>
                  <a:pt x="1081187" y="318394"/>
                  <a:pt x="1080272" y="315194"/>
                </a:cubicBezTo>
                <a:cubicBezTo>
                  <a:pt x="1079358" y="311993"/>
                  <a:pt x="1079083" y="308793"/>
                  <a:pt x="1079449" y="305501"/>
                </a:cubicBezTo>
                <a:cubicBezTo>
                  <a:pt x="1079906" y="302209"/>
                  <a:pt x="1080821" y="299100"/>
                  <a:pt x="1082467" y="296266"/>
                </a:cubicBezTo>
                <a:cubicBezTo>
                  <a:pt x="1084113" y="293340"/>
                  <a:pt x="1086216" y="290871"/>
                  <a:pt x="1088776" y="288859"/>
                </a:cubicBezTo>
                <a:cubicBezTo>
                  <a:pt x="1091336" y="286756"/>
                  <a:pt x="1094262" y="285293"/>
                  <a:pt x="1097371" y="284378"/>
                </a:cubicBezTo>
                <a:cubicBezTo>
                  <a:pt x="1100572" y="283464"/>
                  <a:pt x="1103864" y="283190"/>
                  <a:pt x="1107156" y="283555"/>
                </a:cubicBezTo>
                <a:cubicBezTo>
                  <a:pt x="1110356" y="283921"/>
                  <a:pt x="1113465" y="284927"/>
                  <a:pt x="1116391" y="286573"/>
                </a:cubicBezTo>
              </a:path>
              <a:path w="3889492" h="1195852">
                <a:moveTo>
                  <a:pt x="1125078" y="291419"/>
                </a:moveTo>
                <a:lnTo>
                  <a:pt x="1129467" y="293797"/>
                </a:lnTo>
                <a:cubicBezTo>
                  <a:pt x="1132302" y="295443"/>
                  <a:pt x="1134862" y="297546"/>
                  <a:pt x="1136874" y="300106"/>
                </a:cubicBezTo>
                <a:cubicBezTo>
                  <a:pt x="1138885" y="302666"/>
                  <a:pt x="1140440" y="305592"/>
                  <a:pt x="1141354" y="308701"/>
                </a:cubicBezTo>
                <a:cubicBezTo>
                  <a:pt x="1142268" y="311902"/>
                  <a:pt x="1142451" y="315194"/>
                  <a:pt x="1142086" y="318394"/>
                </a:cubicBezTo>
                <a:cubicBezTo>
                  <a:pt x="1141720" y="321686"/>
                  <a:pt x="1140714" y="324795"/>
                  <a:pt x="1139160" y="327721"/>
                </a:cubicBezTo>
                <a:cubicBezTo>
                  <a:pt x="1137514" y="330556"/>
                  <a:pt x="1135410" y="333024"/>
                  <a:pt x="1132850" y="335128"/>
                </a:cubicBezTo>
                <a:cubicBezTo>
                  <a:pt x="1130290" y="337139"/>
                  <a:pt x="1127364" y="338602"/>
                  <a:pt x="1124163" y="339517"/>
                </a:cubicBezTo>
                <a:cubicBezTo>
                  <a:pt x="1121054" y="340431"/>
                  <a:pt x="1117763" y="340705"/>
                  <a:pt x="1114471" y="340340"/>
                </a:cubicBezTo>
                <a:cubicBezTo>
                  <a:pt x="1111179" y="339974"/>
                  <a:pt x="1108161" y="338968"/>
                  <a:pt x="1105235" y="337322"/>
                </a:cubicBezTo>
                <a:lnTo>
                  <a:pt x="1100846" y="334945"/>
                </a:lnTo>
                <a:cubicBezTo>
                  <a:pt x="1098012" y="333299"/>
                  <a:pt x="1095543" y="331287"/>
                  <a:pt x="1093440" y="328635"/>
                </a:cubicBezTo>
                <a:cubicBezTo>
                  <a:pt x="1091428" y="326075"/>
                  <a:pt x="1089873" y="323149"/>
                  <a:pt x="1089050" y="320040"/>
                </a:cubicBezTo>
                <a:cubicBezTo>
                  <a:pt x="1088136" y="316840"/>
                  <a:pt x="1087862" y="313639"/>
                  <a:pt x="1088227" y="310347"/>
                </a:cubicBezTo>
                <a:cubicBezTo>
                  <a:pt x="1088593" y="307056"/>
                  <a:pt x="1089599" y="303947"/>
                  <a:pt x="1091154" y="301112"/>
                </a:cubicBezTo>
                <a:cubicBezTo>
                  <a:pt x="1092799" y="298186"/>
                  <a:pt x="1094903" y="295717"/>
                  <a:pt x="1097463" y="293705"/>
                </a:cubicBezTo>
                <a:cubicBezTo>
                  <a:pt x="1100115" y="291602"/>
                  <a:pt x="1102949" y="290139"/>
                  <a:pt x="1106150" y="289225"/>
                </a:cubicBezTo>
                <a:cubicBezTo>
                  <a:pt x="1109350" y="288310"/>
                  <a:pt x="1112550" y="288036"/>
                  <a:pt x="1115842" y="288402"/>
                </a:cubicBezTo>
                <a:cubicBezTo>
                  <a:pt x="1119134" y="288768"/>
                  <a:pt x="1122243" y="289773"/>
                  <a:pt x="1125078" y="291419"/>
                </a:cubicBezTo>
              </a:path>
              <a:path w="3889492" h="1195852">
                <a:moveTo>
                  <a:pt x="1133856" y="296266"/>
                </a:moveTo>
                <a:lnTo>
                  <a:pt x="1138154" y="298643"/>
                </a:lnTo>
                <a:cubicBezTo>
                  <a:pt x="1141080" y="300289"/>
                  <a:pt x="1143549" y="302392"/>
                  <a:pt x="1145560" y="304952"/>
                </a:cubicBezTo>
                <a:cubicBezTo>
                  <a:pt x="1147663" y="307513"/>
                  <a:pt x="1149126" y="310439"/>
                  <a:pt x="1150041" y="313548"/>
                </a:cubicBezTo>
                <a:cubicBezTo>
                  <a:pt x="1150955" y="316748"/>
                  <a:pt x="1151230" y="319949"/>
                  <a:pt x="1150864" y="323240"/>
                </a:cubicBezTo>
                <a:cubicBezTo>
                  <a:pt x="1150498" y="326532"/>
                  <a:pt x="1149492" y="329641"/>
                  <a:pt x="1147846" y="332567"/>
                </a:cubicBezTo>
                <a:cubicBezTo>
                  <a:pt x="1146292" y="335402"/>
                  <a:pt x="1144189" y="337871"/>
                  <a:pt x="1141537" y="339974"/>
                </a:cubicBezTo>
                <a:cubicBezTo>
                  <a:pt x="1138977" y="341986"/>
                  <a:pt x="1136051" y="343449"/>
                  <a:pt x="1132942" y="344363"/>
                </a:cubicBezTo>
                <a:cubicBezTo>
                  <a:pt x="1129741" y="345277"/>
                  <a:pt x="1126541" y="345552"/>
                  <a:pt x="1123249" y="345186"/>
                </a:cubicBezTo>
                <a:cubicBezTo>
                  <a:pt x="1119957" y="344820"/>
                  <a:pt x="1116848" y="343814"/>
                  <a:pt x="1113922" y="342168"/>
                </a:cubicBezTo>
                <a:lnTo>
                  <a:pt x="1109624" y="339791"/>
                </a:lnTo>
                <a:cubicBezTo>
                  <a:pt x="1106698" y="338145"/>
                  <a:pt x="1104229" y="336042"/>
                  <a:pt x="1102218" y="333482"/>
                </a:cubicBezTo>
                <a:cubicBezTo>
                  <a:pt x="1100115" y="330921"/>
                  <a:pt x="1098652" y="327995"/>
                  <a:pt x="1097737" y="324886"/>
                </a:cubicBezTo>
                <a:cubicBezTo>
                  <a:pt x="1096823" y="321686"/>
                  <a:pt x="1096548" y="318486"/>
                  <a:pt x="1096914" y="315194"/>
                </a:cubicBezTo>
                <a:cubicBezTo>
                  <a:pt x="1097280" y="311902"/>
                  <a:pt x="1098286" y="308793"/>
                  <a:pt x="1099932" y="305958"/>
                </a:cubicBezTo>
                <a:cubicBezTo>
                  <a:pt x="1101486" y="303032"/>
                  <a:pt x="1103589" y="300563"/>
                  <a:pt x="1106241" y="298460"/>
                </a:cubicBezTo>
                <a:cubicBezTo>
                  <a:pt x="1108801" y="296448"/>
                  <a:pt x="1111636" y="294985"/>
                  <a:pt x="1114836" y="294071"/>
                </a:cubicBezTo>
                <a:cubicBezTo>
                  <a:pt x="1118037" y="293157"/>
                  <a:pt x="1121237" y="292882"/>
                  <a:pt x="1124529" y="293248"/>
                </a:cubicBezTo>
                <a:cubicBezTo>
                  <a:pt x="1127821" y="293614"/>
                  <a:pt x="1130930" y="294620"/>
                  <a:pt x="1133856" y="296266"/>
                </a:cubicBezTo>
              </a:path>
              <a:path w="3889492" h="1195852">
                <a:moveTo>
                  <a:pt x="1142543" y="301112"/>
                </a:moveTo>
                <a:lnTo>
                  <a:pt x="1146932" y="303489"/>
                </a:lnTo>
                <a:cubicBezTo>
                  <a:pt x="1149767" y="305135"/>
                  <a:pt x="1152235" y="307147"/>
                  <a:pt x="1154339" y="309799"/>
                </a:cubicBezTo>
                <a:cubicBezTo>
                  <a:pt x="1156350" y="312359"/>
                  <a:pt x="1157813" y="315285"/>
                  <a:pt x="1158728" y="318394"/>
                </a:cubicBezTo>
                <a:cubicBezTo>
                  <a:pt x="1159642" y="321594"/>
                  <a:pt x="1159916" y="324795"/>
                  <a:pt x="1159551" y="328087"/>
                </a:cubicBezTo>
                <a:cubicBezTo>
                  <a:pt x="1159185" y="331379"/>
                  <a:pt x="1158179" y="334488"/>
                  <a:pt x="1156625" y="337322"/>
                </a:cubicBezTo>
                <a:cubicBezTo>
                  <a:pt x="1154979" y="340248"/>
                  <a:pt x="1152876" y="342717"/>
                  <a:pt x="1150315" y="344729"/>
                </a:cubicBezTo>
                <a:cubicBezTo>
                  <a:pt x="1147663" y="346832"/>
                  <a:pt x="1144829" y="348295"/>
                  <a:pt x="1141628" y="349209"/>
                </a:cubicBezTo>
                <a:cubicBezTo>
                  <a:pt x="1138428" y="350124"/>
                  <a:pt x="1135228" y="350398"/>
                  <a:pt x="1131936" y="350032"/>
                </a:cubicBezTo>
                <a:cubicBezTo>
                  <a:pt x="1128644" y="349667"/>
                  <a:pt x="1125535" y="348661"/>
                  <a:pt x="1122700" y="347015"/>
                </a:cubicBezTo>
                <a:lnTo>
                  <a:pt x="1118311" y="344637"/>
                </a:lnTo>
                <a:cubicBezTo>
                  <a:pt x="1115385" y="342991"/>
                  <a:pt x="1112916" y="340888"/>
                  <a:pt x="1110905" y="338328"/>
                </a:cubicBezTo>
                <a:cubicBezTo>
                  <a:pt x="1108801" y="335768"/>
                  <a:pt x="1107338" y="332842"/>
                  <a:pt x="1106424" y="329733"/>
                </a:cubicBezTo>
                <a:cubicBezTo>
                  <a:pt x="1105510" y="326532"/>
                  <a:pt x="1105235" y="323240"/>
                  <a:pt x="1105692" y="320040"/>
                </a:cubicBezTo>
                <a:cubicBezTo>
                  <a:pt x="1106058" y="316748"/>
                  <a:pt x="1107064" y="313639"/>
                  <a:pt x="1108619" y="310713"/>
                </a:cubicBezTo>
                <a:cubicBezTo>
                  <a:pt x="1110264" y="307878"/>
                  <a:pt x="1112368" y="305410"/>
                  <a:pt x="1114928" y="303306"/>
                </a:cubicBezTo>
                <a:cubicBezTo>
                  <a:pt x="1117488" y="301295"/>
                  <a:pt x="1120414" y="299832"/>
                  <a:pt x="1123615" y="298917"/>
                </a:cubicBezTo>
                <a:cubicBezTo>
                  <a:pt x="1126724" y="298003"/>
                  <a:pt x="1130016" y="297729"/>
                  <a:pt x="1133307" y="298094"/>
                </a:cubicBezTo>
                <a:cubicBezTo>
                  <a:pt x="1136599" y="298460"/>
                  <a:pt x="1139617" y="299466"/>
                  <a:pt x="1142543" y="301112"/>
                </a:cubicBezTo>
              </a:path>
              <a:path w="3889492" h="1195852">
                <a:moveTo>
                  <a:pt x="1151230" y="305958"/>
                </a:moveTo>
                <a:lnTo>
                  <a:pt x="1155619" y="308336"/>
                </a:lnTo>
                <a:cubicBezTo>
                  <a:pt x="1158545" y="309890"/>
                  <a:pt x="1161014" y="311993"/>
                  <a:pt x="1163025" y="314645"/>
                </a:cubicBezTo>
                <a:cubicBezTo>
                  <a:pt x="1165128" y="317205"/>
                  <a:pt x="1166592" y="320131"/>
                  <a:pt x="1167506" y="323240"/>
                </a:cubicBezTo>
                <a:cubicBezTo>
                  <a:pt x="1168420" y="326441"/>
                  <a:pt x="1168695" y="329641"/>
                  <a:pt x="1168237" y="332933"/>
                </a:cubicBezTo>
                <a:cubicBezTo>
                  <a:pt x="1167872" y="336225"/>
                  <a:pt x="1166866" y="339334"/>
                  <a:pt x="1165311" y="342168"/>
                </a:cubicBezTo>
                <a:cubicBezTo>
                  <a:pt x="1163665" y="345095"/>
                  <a:pt x="1161562" y="347563"/>
                  <a:pt x="1159002" y="349575"/>
                </a:cubicBezTo>
                <a:cubicBezTo>
                  <a:pt x="1156442" y="351678"/>
                  <a:pt x="1153516" y="353141"/>
                  <a:pt x="1150315" y="354056"/>
                </a:cubicBezTo>
                <a:cubicBezTo>
                  <a:pt x="1147206" y="354970"/>
                  <a:pt x="1143914" y="355244"/>
                  <a:pt x="1140623" y="354879"/>
                </a:cubicBezTo>
                <a:cubicBezTo>
                  <a:pt x="1137331" y="354513"/>
                  <a:pt x="1134313" y="353507"/>
                  <a:pt x="1131387" y="351861"/>
                </a:cubicBezTo>
                <a:lnTo>
                  <a:pt x="1126998" y="349484"/>
                </a:lnTo>
                <a:cubicBezTo>
                  <a:pt x="1124163" y="347838"/>
                  <a:pt x="1121694" y="345735"/>
                  <a:pt x="1119591" y="343174"/>
                </a:cubicBezTo>
                <a:cubicBezTo>
                  <a:pt x="1117580" y="340614"/>
                  <a:pt x="1116117" y="337688"/>
                  <a:pt x="1115202" y="334488"/>
                </a:cubicBezTo>
                <a:cubicBezTo>
                  <a:pt x="1114288" y="331379"/>
                  <a:pt x="1114014" y="328087"/>
                  <a:pt x="1114379" y="324886"/>
                </a:cubicBezTo>
                <a:cubicBezTo>
                  <a:pt x="1114745" y="321594"/>
                  <a:pt x="1115751" y="318486"/>
                  <a:pt x="1117305" y="315559"/>
                </a:cubicBezTo>
                <a:cubicBezTo>
                  <a:pt x="1118951" y="312725"/>
                  <a:pt x="1121054" y="310256"/>
                  <a:pt x="1123615" y="308153"/>
                </a:cubicBezTo>
                <a:cubicBezTo>
                  <a:pt x="1126266" y="306141"/>
                  <a:pt x="1129101" y="304678"/>
                  <a:pt x="1132302" y="303764"/>
                </a:cubicBezTo>
                <a:cubicBezTo>
                  <a:pt x="1135502" y="302849"/>
                  <a:pt x="1138702" y="302575"/>
                  <a:pt x="1141994" y="302941"/>
                </a:cubicBezTo>
                <a:cubicBezTo>
                  <a:pt x="1145286" y="303306"/>
                  <a:pt x="1148395" y="304312"/>
                  <a:pt x="1151230" y="305958"/>
                </a:cubicBezTo>
              </a:path>
              <a:path w="3889492" h="1195852">
                <a:moveTo>
                  <a:pt x="1160008" y="310713"/>
                </a:moveTo>
                <a:lnTo>
                  <a:pt x="1164306" y="313182"/>
                </a:lnTo>
                <a:cubicBezTo>
                  <a:pt x="1167232" y="314736"/>
                  <a:pt x="1169700" y="316840"/>
                  <a:pt x="1171712" y="319491"/>
                </a:cubicBezTo>
                <a:cubicBezTo>
                  <a:pt x="1173815" y="322052"/>
                  <a:pt x="1175278" y="324886"/>
                  <a:pt x="1176193" y="328087"/>
                </a:cubicBezTo>
                <a:cubicBezTo>
                  <a:pt x="1177107" y="331287"/>
                  <a:pt x="1177381" y="334488"/>
                  <a:pt x="1177016" y="337779"/>
                </a:cubicBezTo>
                <a:cubicBezTo>
                  <a:pt x="1176650" y="341071"/>
                  <a:pt x="1175644" y="344180"/>
                  <a:pt x="1173998" y="347015"/>
                </a:cubicBezTo>
                <a:cubicBezTo>
                  <a:pt x="1172444" y="349941"/>
                  <a:pt x="1170341" y="352410"/>
                  <a:pt x="1167689" y="354421"/>
                </a:cubicBezTo>
                <a:cubicBezTo>
                  <a:pt x="1165128" y="356525"/>
                  <a:pt x="1162294" y="357988"/>
                  <a:pt x="1159093" y="358902"/>
                </a:cubicBezTo>
                <a:cubicBezTo>
                  <a:pt x="1155893" y="359816"/>
                  <a:pt x="1152693" y="360091"/>
                  <a:pt x="1149401" y="359725"/>
                </a:cubicBezTo>
                <a:cubicBezTo>
                  <a:pt x="1146109" y="359268"/>
                  <a:pt x="1143000" y="358353"/>
                  <a:pt x="1140074" y="356707"/>
                </a:cubicBezTo>
                <a:lnTo>
                  <a:pt x="1135776" y="354330"/>
                </a:lnTo>
                <a:cubicBezTo>
                  <a:pt x="1132850" y="352684"/>
                  <a:pt x="1130381" y="350581"/>
                  <a:pt x="1128370" y="348021"/>
                </a:cubicBezTo>
                <a:cubicBezTo>
                  <a:pt x="1126266" y="345460"/>
                  <a:pt x="1124803" y="342534"/>
                  <a:pt x="1123889" y="339334"/>
                </a:cubicBezTo>
                <a:cubicBezTo>
                  <a:pt x="1122975" y="336225"/>
                  <a:pt x="1122700" y="332933"/>
                  <a:pt x="1123066" y="329641"/>
                </a:cubicBezTo>
                <a:cubicBezTo>
                  <a:pt x="1123432" y="326441"/>
                  <a:pt x="1124438" y="323332"/>
                  <a:pt x="1126084" y="320406"/>
                </a:cubicBezTo>
                <a:cubicBezTo>
                  <a:pt x="1127638" y="317571"/>
                  <a:pt x="1129741" y="315102"/>
                  <a:pt x="1132393" y="312999"/>
                </a:cubicBezTo>
                <a:cubicBezTo>
                  <a:pt x="1134953" y="310987"/>
                  <a:pt x="1137788" y="309524"/>
                  <a:pt x="1140988" y="308610"/>
                </a:cubicBezTo>
                <a:cubicBezTo>
                  <a:pt x="1144189" y="307696"/>
                  <a:pt x="1147389" y="307421"/>
                  <a:pt x="1150681" y="307787"/>
                </a:cubicBezTo>
                <a:cubicBezTo>
                  <a:pt x="1153973" y="308153"/>
                  <a:pt x="1157082" y="309159"/>
                  <a:pt x="1160008" y="310713"/>
                </a:cubicBezTo>
              </a:path>
              <a:path w="3889492" h="1195852">
                <a:moveTo>
                  <a:pt x="1168695" y="315559"/>
                </a:moveTo>
                <a:lnTo>
                  <a:pt x="1173084" y="318028"/>
                </a:lnTo>
                <a:cubicBezTo>
                  <a:pt x="1175918" y="319583"/>
                  <a:pt x="1178387" y="321686"/>
                  <a:pt x="1180490" y="324338"/>
                </a:cubicBezTo>
                <a:cubicBezTo>
                  <a:pt x="1182502" y="326898"/>
                  <a:pt x="1183965" y="329733"/>
                  <a:pt x="1184880" y="332933"/>
                </a:cubicBezTo>
                <a:cubicBezTo>
                  <a:pt x="1185794" y="336133"/>
                  <a:pt x="1186068" y="339334"/>
                  <a:pt x="1185702" y="342626"/>
                </a:cubicBezTo>
                <a:cubicBezTo>
                  <a:pt x="1185337" y="345918"/>
                  <a:pt x="1184331" y="349026"/>
                  <a:pt x="1182776" y="351861"/>
                </a:cubicBezTo>
                <a:cubicBezTo>
                  <a:pt x="1181130" y="354787"/>
                  <a:pt x="1179027" y="357256"/>
                  <a:pt x="1176467" y="359268"/>
                </a:cubicBezTo>
                <a:cubicBezTo>
                  <a:pt x="1173815" y="361371"/>
                  <a:pt x="1170981" y="362834"/>
                  <a:pt x="1167780" y="363748"/>
                </a:cubicBezTo>
                <a:cubicBezTo>
                  <a:pt x="1164580" y="364663"/>
                  <a:pt x="1161379" y="364937"/>
                  <a:pt x="1158088" y="364480"/>
                </a:cubicBezTo>
                <a:cubicBezTo>
                  <a:pt x="1154796" y="364114"/>
                  <a:pt x="1151687" y="363200"/>
                  <a:pt x="1148852" y="361554"/>
                </a:cubicBezTo>
                <a:lnTo>
                  <a:pt x="1144463" y="359176"/>
                </a:lnTo>
                <a:cubicBezTo>
                  <a:pt x="1141537" y="357530"/>
                  <a:pt x="1139068" y="355427"/>
                  <a:pt x="1137056" y="352867"/>
                </a:cubicBezTo>
                <a:cubicBezTo>
                  <a:pt x="1134953" y="350215"/>
                  <a:pt x="1133490" y="347381"/>
                  <a:pt x="1132576" y="344180"/>
                </a:cubicBezTo>
                <a:cubicBezTo>
                  <a:pt x="1131661" y="341071"/>
                  <a:pt x="1131387" y="337779"/>
                  <a:pt x="1131844" y="334488"/>
                </a:cubicBezTo>
                <a:cubicBezTo>
                  <a:pt x="1132210" y="331196"/>
                  <a:pt x="1133216" y="328178"/>
                  <a:pt x="1134770" y="325252"/>
                </a:cubicBezTo>
                <a:cubicBezTo>
                  <a:pt x="1136416" y="322417"/>
                  <a:pt x="1138519" y="319949"/>
                  <a:pt x="1141080" y="317845"/>
                </a:cubicBezTo>
                <a:cubicBezTo>
                  <a:pt x="1143640" y="315834"/>
                  <a:pt x="1146566" y="314279"/>
                  <a:pt x="1149767" y="313456"/>
                </a:cubicBezTo>
                <a:cubicBezTo>
                  <a:pt x="1152876" y="312542"/>
                  <a:pt x="1156167" y="312268"/>
                  <a:pt x="1159459" y="312633"/>
                </a:cubicBezTo>
                <a:cubicBezTo>
                  <a:pt x="1162751" y="312999"/>
                  <a:pt x="1165769" y="314005"/>
                  <a:pt x="1168695" y="315559"/>
                </a:cubicBezTo>
              </a:path>
              <a:path w="3889492" h="1195852">
                <a:moveTo>
                  <a:pt x="1177381" y="320406"/>
                </a:moveTo>
                <a:lnTo>
                  <a:pt x="1181771" y="322875"/>
                </a:lnTo>
                <a:cubicBezTo>
                  <a:pt x="1184697" y="324429"/>
                  <a:pt x="1187166" y="326532"/>
                  <a:pt x="1189177" y="329093"/>
                </a:cubicBezTo>
                <a:cubicBezTo>
                  <a:pt x="1191280" y="331744"/>
                  <a:pt x="1192743" y="334579"/>
                  <a:pt x="1193658" y="337779"/>
                </a:cubicBezTo>
                <a:cubicBezTo>
                  <a:pt x="1194572" y="340980"/>
                  <a:pt x="1194846" y="344180"/>
                  <a:pt x="1194389" y="347472"/>
                </a:cubicBezTo>
                <a:cubicBezTo>
                  <a:pt x="1194024" y="350764"/>
                  <a:pt x="1193109" y="353873"/>
                  <a:pt x="1191463" y="356707"/>
                </a:cubicBezTo>
                <a:cubicBezTo>
                  <a:pt x="1189817" y="359634"/>
                  <a:pt x="1187714" y="362102"/>
                  <a:pt x="1185154" y="364114"/>
                </a:cubicBezTo>
                <a:cubicBezTo>
                  <a:pt x="1182594" y="366217"/>
                  <a:pt x="1179667" y="367680"/>
                  <a:pt x="1176467" y="368595"/>
                </a:cubicBezTo>
                <a:cubicBezTo>
                  <a:pt x="1173358" y="369509"/>
                  <a:pt x="1170066" y="369783"/>
                  <a:pt x="1166774" y="369326"/>
                </a:cubicBezTo>
                <a:cubicBezTo>
                  <a:pt x="1163574" y="368960"/>
                  <a:pt x="1160465" y="367955"/>
                  <a:pt x="1157539" y="366400"/>
                </a:cubicBezTo>
                <a:lnTo>
                  <a:pt x="1153150" y="363931"/>
                </a:lnTo>
                <a:cubicBezTo>
                  <a:pt x="1150315" y="362377"/>
                  <a:pt x="1147846" y="360274"/>
                  <a:pt x="1145743" y="357713"/>
                </a:cubicBezTo>
                <a:cubicBezTo>
                  <a:pt x="1143732" y="355062"/>
                  <a:pt x="1142268" y="352227"/>
                  <a:pt x="1141354" y="349026"/>
                </a:cubicBezTo>
                <a:cubicBezTo>
                  <a:pt x="1140440" y="345826"/>
                  <a:pt x="1140165" y="342626"/>
                  <a:pt x="1140531" y="339334"/>
                </a:cubicBezTo>
                <a:cubicBezTo>
                  <a:pt x="1140897" y="336042"/>
                  <a:pt x="1141903" y="333024"/>
                  <a:pt x="1143457" y="330098"/>
                </a:cubicBezTo>
                <a:cubicBezTo>
                  <a:pt x="1145103" y="327172"/>
                  <a:pt x="1147206" y="324703"/>
                  <a:pt x="1149767" y="322692"/>
                </a:cubicBezTo>
                <a:cubicBezTo>
                  <a:pt x="1152418" y="320680"/>
                  <a:pt x="1155253" y="319126"/>
                  <a:pt x="1158453" y="318211"/>
                </a:cubicBezTo>
                <a:cubicBezTo>
                  <a:pt x="1161654" y="317388"/>
                  <a:pt x="1164854" y="317114"/>
                  <a:pt x="1168146" y="317480"/>
                </a:cubicBezTo>
                <a:cubicBezTo>
                  <a:pt x="1171438" y="317845"/>
                  <a:pt x="1174547" y="318851"/>
                  <a:pt x="1177381" y="320406"/>
                </a:cubicBezTo>
              </a:path>
              <a:path w="3889492" h="1195852">
                <a:moveTo>
                  <a:pt x="1186160" y="325252"/>
                </a:moveTo>
                <a:lnTo>
                  <a:pt x="1190457" y="327721"/>
                </a:lnTo>
                <a:cubicBezTo>
                  <a:pt x="1193383" y="329275"/>
                  <a:pt x="1195852" y="331379"/>
                  <a:pt x="1197955" y="333939"/>
                </a:cubicBezTo>
                <a:cubicBezTo>
                  <a:pt x="1199967" y="336591"/>
                  <a:pt x="1201430" y="339425"/>
                  <a:pt x="1202345" y="342626"/>
                </a:cubicBezTo>
                <a:cubicBezTo>
                  <a:pt x="1203259" y="345826"/>
                  <a:pt x="1203533" y="349026"/>
                  <a:pt x="1203168" y="352318"/>
                </a:cubicBezTo>
                <a:cubicBezTo>
                  <a:pt x="1202802" y="355610"/>
                  <a:pt x="1201796" y="358628"/>
                  <a:pt x="1200150" y="361554"/>
                </a:cubicBezTo>
                <a:cubicBezTo>
                  <a:pt x="1198596" y="364480"/>
                  <a:pt x="1196492" y="366949"/>
                  <a:pt x="1193841" y="368960"/>
                </a:cubicBezTo>
                <a:cubicBezTo>
                  <a:pt x="1191280" y="370972"/>
                  <a:pt x="1188446" y="372527"/>
                  <a:pt x="1185245" y="373441"/>
                </a:cubicBezTo>
                <a:cubicBezTo>
                  <a:pt x="1182045" y="374355"/>
                  <a:pt x="1178844" y="374538"/>
                  <a:pt x="1175553" y="374172"/>
                </a:cubicBezTo>
                <a:cubicBezTo>
                  <a:pt x="1172261" y="373807"/>
                  <a:pt x="1169152" y="372801"/>
                  <a:pt x="1166226" y="371246"/>
                </a:cubicBezTo>
                <a:lnTo>
                  <a:pt x="1161928" y="368778"/>
                </a:lnTo>
                <a:cubicBezTo>
                  <a:pt x="1159002" y="367223"/>
                  <a:pt x="1156533" y="365120"/>
                  <a:pt x="1154521" y="362560"/>
                </a:cubicBezTo>
                <a:cubicBezTo>
                  <a:pt x="1152418" y="359908"/>
                  <a:pt x="1150955" y="357073"/>
                  <a:pt x="1150041" y="353873"/>
                </a:cubicBezTo>
                <a:cubicBezTo>
                  <a:pt x="1149126" y="350672"/>
                  <a:pt x="1148852" y="347472"/>
                  <a:pt x="1149218" y="344180"/>
                </a:cubicBezTo>
                <a:cubicBezTo>
                  <a:pt x="1149584" y="340888"/>
                  <a:pt x="1150590" y="337871"/>
                  <a:pt x="1152235" y="334945"/>
                </a:cubicBezTo>
                <a:cubicBezTo>
                  <a:pt x="1153790" y="332019"/>
                  <a:pt x="1155893" y="329550"/>
                  <a:pt x="1158545" y="327538"/>
                </a:cubicBezTo>
                <a:cubicBezTo>
                  <a:pt x="1161105" y="325435"/>
                  <a:pt x="1164031" y="323972"/>
                  <a:pt x="1167140" y="323058"/>
                </a:cubicBezTo>
                <a:cubicBezTo>
                  <a:pt x="1170341" y="322143"/>
                  <a:pt x="1173541" y="321960"/>
                  <a:pt x="1176833" y="322326"/>
                </a:cubicBezTo>
                <a:cubicBezTo>
                  <a:pt x="1180125" y="322692"/>
                  <a:pt x="1183234" y="323698"/>
                  <a:pt x="1186160" y="325252"/>
                </a:cubicBezTo>
              </a:path>
              <a:path w="3889492" h="1195852">
                <a:moveTo>
                  <a:pt x="1194846" y="330098"/>
                </a:moveTo>
                <a:lnTo>
                  <a:pt x="1199236" y="332567"/>
                </a:lnTo>
                <a:cubicBezTo>
                  <a:pt x="1202070" y="334122"/>
                  <a:pt x="1204539" y="336225"/>
                  <a:pt x="1206642" y="338785"/>
                </a:cubicBezTo>
                <a:cubicBezTo>
                  <a:pt x="1208654" y="341437"/>
                  <a:pt x="1210208" y="344272"/>
                  <a:pt x="1211031" y="347472"/>
                </a:cubicBezTo>
                <a:cubicBezTo>
                  <a:pt x="1211946" y="350672"/>
                  <a:pt x="1212220" y="353873"/>
                  <a:pt x="1211854" y="357165"/>
                </a:cubicBezTo>
                <a:cubicBezTo>
                  <a:pt x="1211489" y="360456"/>
                  <a:pt x="1210483" y="363474"/>
                  <a:pt x="1208928" y="366400"/>
                </a:cubicBezTo>
                <a:cubicBezTo>
                  <a:pt x="1207282" y="369235"/>
                  <a:pt x="1205179" y="371704"/>
                  <a:pt x="1202619" y="373807"/>
                </a:cubicBezTo>
                <a:cubicBezTo>
                  <a:pt x="1200059" y="375818"/>
                  <a:pt x="1197132" y="377373"/>
                  <a:pt x="1193932" y="378287"/>
                </a:cubicBezTo>
                <a:cubicBezTo>
                  <a:pt x="1190732" y="379110"/>
                  <a:pt x="1187531" y="379385"/>
                  <a:pt x="1184239" y="379019"/>
                </a:cubicBezTo>
                <a:cubicBezTo>
                  <a:pt x="1180948" y="378653"/>
                  <a:pt x="1177839" y="377647"/>
                  <a:pt x="1175004" y="376093"/>
                </a:cubicBezTo>
                <a:lnTo>
                  <a:pt x="1170615" y="373624"/>
                </a:lnTo>
                <a:cubicBezTo>
                  <a:pt x="1167780" y="372069"/>
                  <a:pt x="1165311" y="369966"/>
                  <a:pt x="1163208" y="367406"/>
                </a:cubicBezTo>
                <a:cubicBezTo>
                  <a:pt x="1161197" y="364754"/>
                  <a:pt x="1159642" y="361920"/>
                  <a:pt x="1158728" y="358719"/>
                </a:cubicBezTo>
                <a:cubicBezTo>
                  <a:pt x="1157813" y="355519"/>
                  <a:pt x="1157630" y="352318"/>
                  <a:pt x="1157996" y="349026"/>
                </a:cubicBezTo>
                <a:cubicBezTo>
                  <a:pt x="1158362" y="345735"/>
                  <a:pt x="1159368" y="342626"/>
                  <a:pt x="1160922" y="339791"/>
                </a:cubicBezTo>
                <a:cubicBezTo>
                  <a:pt x="1162568" y="336865"/>
                  <a:pt x="1164671" y="334396"/>
                  <a:pt x="1167232" y="332384"/>
                </a:cubicBezTo>
                <a:cubicBezTo>
                  <a:pt x="1169792" y="330281"/>
                  <a:pt x="1172718" y="328818"/>
                  <a:pt x="1175918" y="327904"/>
                </a:cubicBezTo>
                <a:cubicBezTo>
                  <a:pt x="1179027" y="326989"/>
                  <a:pt x="1182319" y="326715"/>
                  <a:pt x="1185611" y="327172"/>
                </a:cubicBezTo>
                <a:cubicBezTo>
                  <a:pt x="1188903" y="327538"/>
                  <a:pt x="1191920" y="328544"/>
                  <a:pt x="1194846" y="330098"/>
                </a:cubicBezTo>
              </a:path>
              <a:path w="3889492" h="1195852">
                <a:moveTo>
                  <a:pt x="1203533" y="334945"/>
                </a:moveTo>
                <a:lnTo>
                  <a:pt x="1207922" y="337322"/>
                </a:lnTo>
                <a:cubicBezTo>
                  <a:pt x="1210848" y="338968"/>
                  <a:pt x="1213317" y="341071"/>
                  <a:pt x="1215329" y="343632"/>
                </a:cubicBezTo>
                <a:cubicBezTo>
                  <a:pt x="1217432" y="346192"/>
                  <a:pt x="1218895" y="349118"/>
                  <a:pt x="1219810" y="352318"/>
                </a:cubicBezTo>
                <a:cubicBezTo>
                  <a:pt x="1220724" y="355427"/>
                  <a:pt x="1220998" y="358719"/>
                  <a:pt x="1220633" y="362011"/>
                </a:cubicBezTo>
                <a:cubicBezTo>
                  <a:pt x="1220175" y="365303"/>
                  <a:pt x="1219261" y="368320"/>
                  <a:pt x="1217615" y="371246"/>
                </a:cubicBezTo>
                <a:cubicBezTo>
                  <a:pt x="1215969" y="374081"/>
                  <a:pt x="1213957" y="376550"/>
                  <a:pt x="1211306" y="378653"/>
                </a:cubicBezTo>
                <a:cubicBezTo>
                  <a:pt x="1208745" y="380665"/>
                  <a:pt x="1205819" y="382219"/>
                  <a:pt x="1202710" y="383042"/>
                </a:cubicBezTo>
                <a:cubicBezTo>
                  <a:pt x="1199510" y="383957"/>
                  <a:pt x="1196218" y="384231"/>
                  <a:pt x="1193018" y="383865"/>
                </a:cubicBezTo>
                <a:cubicBezTo>
                  <a:pt x="1189726" y="383499"/>
                  <a:pt x="1186617" y="382494"/>
                  <a:pt x="1183691" y="380939"/>
                </a:cubicBezTo>
                <a:lnTo>
                  <a:pt x="1179393" y="378470"/>
                </a:lnTo>
                <a:cubicBezTo>
                  <a:pt x="1176467" y="376916"/>
                  <a:pt x="1173998" y="374813"/>
                  <a:pt x="1171895" y="372161"/>
                </a:cubicBezTo>
                <a:cubicBezTo>
                  <a:pt x="1169883" y="369600"/>
                  <a:pt x="1168420" y="366766"/>
                  <a:pt x="1167506" y="363565"/>
                </a:cubicBezTo>
                <a:cubicBezTo>
                  <a:pt x="1166592" y="360365"/>
                  <a:pt x="1166317" y="357165"/>
                  <a:pt x="1166683" y="353873"/>
                </a:cubicBezTo>
                <a:cubicBezTo>
                  <a:pt x="1167049" y="350581"/>
                  <a:pt x="1168055" y="347472"/>
                  <a:pt x="1169700" y="344637"/>
                </a:cubicBezTo>
                <a:cubicBezTo>
                  <a:pt x="1171255" y="341711"/>
                  <a:pt x="1173358" y="339242"/>
                  <a:pt x="1175918" y="337231"/>
                </a:cubicBezTo>
                <a:cubicBezTo>
                  <a:pt x="1178570" y="335128"/>
                  <a:pt x="1181405" y="333665"/>
                  <a:pt x="1184605" y="332750"/>
                </a:cubicBezTo>
                <a:cubicBezTo>
                  <a:pt x="1187806" y="331836"/>
                  <a:pt x="1191006" y="331561"/>
                  <a:pt x="1194298" y="331927"/>
                </a:cubicBezTo>
                <a:cubicBezTo>
                  <a:pt x="1197590" y="332384"/>
                  <a:pt x="1200699" y="333299"/>
                  <a:pt x="1203533" y="334945"/>
                </a:cubicBezTo>
              </a:path>
              <a:path w="3889492" h="1195852">
                <a:moveTo>
                  <a:pt x="1212312" y="339791"/>
                </a:moveTo>
                <a:lnTo>
                  <a:pt x="1216609" y="342168"/>
                </a:lnTo>
                <a:cubicBezTo>
                  <a:pt x="1219535" y="343814"/>
                  <a:pt x="1222004" y="345918"/>
                  <a:pt x="1224107" y="348478"/>
                </a:cubicBezTo>
                <a:cubicBezTo>
                  <a:pt x="1226119" y="351038"/>
                  <a:pt x="1227582" y="353964"/>
                  <a:pt x="1228496" y="357165"/>
                </a:cubicBezTo>
                <a:cubicBezTo>
                  <a:pt x="1229411" y="360274"/>
                  <a:pt x="1229685" y="363565"/>
                  <a:pt x="1229319" y="366857"/>
                </a:cubicBezTo>
                <a:cubicBezTo>
                  <a:pt x="1228954" y="370058"/>
                  <a:pt x="1227948" y="373167"/>
                  <a:pt x="1226302" y="376093"/>
                </a:cubicBezTo>
                <a:cubicBezTo>
                  <a:pt x="1224747" y="378927"/>
                  <a:pt x="1222644" y="381396"/>
                  <a:pt x="1220084" y="383499"/>
                </a:cubicBezTo>
                <a:cubicBezTo>
                  <a:pt x="1217432" y="385511"/>
                  <a:pt x="1214598" y="386974"/>
                  <a:pt x="1211397" y="387888"/>
                </a:cubicBezTo>
                <a:cubicBezTo>
                  <a:pt x="1208197" y="388803"/>
                  <a:pt x="1204996" y="389077"/>
                  <a:pt x="1201704" y="388711"/>
                </a:cubicBezTo>
                <a:cubicBezTo>
                  <a:pt x="1198413" y="388346"/>
                  <a:pt x="1195304" y="387340"/>
                  <a:pt x="1192469" y="385785"/>
                </a:cubicBezTo>
                <a:lnTo>
                  <a:pt x="1188080" y="383316"/>
                </a:lnTo>
                <a:cubicBezTo>
                  <a:pt x="1185154" y="381762"/>
                  <a:pt x="1182685" y="379659"/>
                  <a:pt x="1180673" y="377007"/>
                </a:cubicBezTo>
                <a:cubicBezTo>
                  <a:pt x="1178570" y="374447"/>
                  <a:pt x="1177107" y="371612"/>
                  <a:pt x="1176193" y="368412"/>
                </a:cubicBezTo>
                <a:cubicBezTo>
                  <a:pt x="1175278" y="365211"/>
                  <a:pt x="1175004" y="362011"/>
                  <a:pt x="1175370" y="358719"/>
                </a:cubicBezTo>
                <a:cubicBezTo>
                  <a:pt x="1175827" y="355427"/>
                  <a:pt x="1176741" y="352318"/>
                  <a:pt x="1178387" y="349484"/>
                </a:cubicBezTo>
                <a:cubicBezTo>
                  <a:pt x="1179942" y="346558"/>
                  <a:pt x="1182045" y="344089"/>
                  <a:pt x="1184697" y="342077"/>
                </a:cubicBezTo>
                <a:cubicBezTo>
                  <a:pt x="1187257" y="339974"/>
                  <a:pt x="1190183" y="338511"/>
                  <a:pt x="1193292" y="337596"/>
                </a:cubicBezTo>
                <a:cubicBezTo>
                  <a:pt x="1196492" y="336682"/>
                  <a:pt x="1199784" y="336408"/>
                  <a:pt x="1202985" y="336774"/>
                </a:cubicBezTo>
                <a:cubicBezTo>
                  <a:pt x="1206276" y="337231"/>
                  <a:pt x="1209385" y="338145"/>
                  <a:pt x="1212312" y="339791"/>
                </a:cubicBezTo>
              </a:path>
              <a:path w="3889492" h="1195852">
                <a:moveTo>
                  <a:pt x="1220998" y="344637"/>
                </a:moveTo>
                <a:lnTo>
                  <a:pt x="1225387" y="347015"/>
                </a:lnTo>
                <a:cubicBezTo>
                  <a:pt x="1228222" y="348661"/>
                  <a:pt x="1230691" y="350764"/>
                  <a:pt x="1232794" y="353324"/>
                </a:cubicBezTo>
                <a:cubicBezTo>
                  <a:pt x="1234806" y="355884"/>
                  <a:pt x="1236360" y="358811"/>
                  <a:pt x="1237275" y="362011"/>
                </a:cubicBezTo>
                <a:cubicBezTo>
                  <a:pt x="1238189" y="365120"/>
                  <a:pt x="1238372" y="368412"/>
                  <a:pt x="1238006" y="371612"/>
                </a:cubicBezTo>
                <a:cubicBezTo>
                  <a:pt x="1237640" y="374904"/>
                  <a:pt x="1236635" y="378013"/>
                  <a:pt x="1235080" y="380939"/>
                </a:cubicBezTo>
                <a:cubicBezTo>
                  <a:pt x="1233434" y="383774"/>
                  <a:pt x="1231331" y="386243"/>
                  <a:pt x="1228771" y="388346"/>
                </a:cubicBezTo>
                <a:cubicBezTo>
                  <a:pt x="1226210" y="390357"/>
                  <a:pt x="1223284" y="391820"/>
                  <a:pt x="1220084" y="392735"/>
                </a:cubicBezTo>
                <a:cubicBezTo>
                  <a:pt x="1216884" y="393649"/>
                  <a:pt x="1213683" y="393924"/>
                  <a:pt x="1210391" y="393558"/>
                </a:cubicBezTo>
                <a:cubicBezTo>
                  <a:pt x="1207099" y="393192"/>
                  <a:pt x="1204082" y="392186"/>
                  <a:pt x="1201156" y="390540"/>
                </a:cubicBezTo>
                <a:lnTo>
                  <a:pt x="1196767" y="388163"/>
                </a:lnTo>
                <a:cubicBezTo>
                  <a:pt x="1193932" y="386517"/>
                  <a:pt x="1191463" y="384505"/>
                  <a:pt x="1189360" y="381853"/>
                </a:cubicBezTo>
                <a:cubicBezTo>
                  <a:pt x="1187348" y="379293"/>
                  <a:pt x="1185794" y="376367"/>
                  <a:pt x="1184880" y="373258"/>
                </a:cubicBezTo>
                <a:cubicBezTo>
                  <a:pt x="1184057" y="370058"/>
                  <a:pt x="1183782" y="366857"/>
                  <a:pt x="1184148" y="363565"/>
                </a:cubicBezTo>
                <a:cubicBezTo>
                  <a:pt x="1184514" y="360274"/>
                  <a:pt x="1185520" y="357165"/>
                  <a:pt x="1187074" y="354330"/>
                </a:cubicBezTo>
                <a:cubicBezTo>
                  <a:pt x="1188720" y="351404"/>
                  <a:pt x="1190823" y="348935"/>
                  <a:pt x="1193383" y="346923"/>
                </a:cubicBezTo>
                <a:cubicBezTo>
                  <a:pt x="1195944" y="344820"/>
                  <a:pt x="1198870" y="343357"/>
                  <a:pt x="1202070" y="342443"/>
                </a:cubicBezTo>
                <a:cubicBezTo>
                  <a:pt x="1205271" y="341528"/>
                  <a:pt x="1208471" y="341254"/>
                  <a:pt x="1211763" y="341620"/>
                </a:cubicBezTo>
                <a:cubicBezTo>
                  <a:pt x="1215055" y="341986"/>
                  <a:pt x="1218072" y="342991"/>
                  <a:pt x="1220998" y="344637"/>
                </a:cubicBezTo>
              </a:path>
              <a:path w="3889492" h="1195852">
                <a:moveTo>
                  <a:pt x="1229685" y="349484"/>
                </a:moveTo>
                <a:lnTo>
                  <a:pt x="1234074" y="351861"/>
                </a:lnTo>
                <a:cubicBezTo>
                  <a:pt x="1237000" y="353507"/>
                  <a:pt x="1239469" y="355610"/>
                  <a:pt x="1241481" y="358170"/>
                </a:cubicBezTo>
                <a:cubicBezTo>
                  <a:pt x="1243584" y="360731"/>
                  <a:pt x="1245047" y="363657"/>
                  <a:pt x="1245961" y="366766"/>
                </a:cubicBezTo>
                <a:cubicBezTo>
                  <a:pt x="1246876" y="369966"/>
                  <a:pt x="1247150" y="373167"/>
                  <a:pt x="1246784" y="376458"/>
                </a:cubicBezTo>
                <a:cubicBezTo>
                  <a:pt x="1246419" y="379750"/>
                  <a:pt x="1245413" y="382859"/>
                  <a:pt x="1243767" y="385785"/>
                </a:cubicBezTo>
                <a:cubicBezTo>
                  <a:pt x="1242212" y="388620"/>
                  <a:pt x="1240109" y="391089"/>
                  <a:pt x="1237458" y="393192"/>
                </a:cubicBezTo>
                <a:cubicBezTo>
                  <a:pt x="1234897" y="395204"/>
                  <a:pt x="1231971" y="396667"/>
                  <a:pt x="1228862" y="397581"/>
                </a:cubicBezTo>
                <a:cubicBezTo>
                  <a:pt x="1225662" y="398496"/>
                  <a:pt x="1222461" y="398770"/>
                  <a:pt x="1219170" y="398404"/>
                </a:cubicBezTo>
                <a:cubicBezTo>
                  <a:pt x="1215878" y="398038"/>
                  <a:pt x="1212769" y="397032"/>
                  <a:pt x="1209843" y="395387"/>
                </a:cubicBezTo>
                <a:lnTo>
                  <a:pt x="1205545" y="393009"/>
                </a:lnTo>
                <a:cubicBezTo>
                  <a:pt x="1202619" y="391363"/>
                  <a:pt x="1200150" y="389260"/>
                  <a:pt x="1198047" y="386700"/>
                </a:cubicBezTo>
                <a:cubicBezTo>
                  <a:pt x="1196035" y="384139"/>
                  <a:pt x="1194572" y="381213"/>
                  <a:pt x="1193658" y="378104"/>
                </a:cubicBezTo>
                <a:cubicBezTo>
                  <a:pt x="1192743" y="374904"/>
                  <a:pt x="1192469" y="371704"/>
                  <a:pt x="1192835" y="368412"/>
                </a:cubicBezTo>
                <a:cubicBezTo>
                  <a:pt x="1193201" y="365120"/>
                  <a:pt x="1194206" y="362011"/>
                  <a:pt x="1195852" y="359176"/>
                </a:cubicBezTo>
                <a:cubicBezTo>
                  <a:pt x="1197407" y="356250"/>
                  <a:pt x="1199510" y="353781"/>
                  <a:pt x="1202070" y="351678"/>
                </a:cubicBezTo>
                <a:cubicBezTo>
                  <a:pt x="1204722" y="349667"/>
                  <a:pt x="1207557" y="348204"/>
                  <a:pt x="1210757" y="347289"/>
                </a:cubicBezTo>
                <a:cubicBezTo>
                  <a:pt x="1213957" y="346375"/>
                  <a:pt x="1217158" y="346100"/>
                  <a:pt x="1220450" y="346466"/>
                </a:cubicBezTo>
                <a:cubicBezTo>
                  <a:pt x="1223742" y="346832"/>
                  <a:pt x="1226850" y="347838"/>
                  <a:pt x="1229685" y="349484"/>
                </a:cubicBezTo>
              </a:path>
              <a:path w="3889492" h="1195852">
                <a:moveTo>
                  <a:pt x="1238463" y="354330"/>
                </a:moveTo>
                <a:lnTo>
                  <a:pt x="1242761" y="356707"/>
                </a:lnTo>
                <a:cubicBezTo>
                  <a:pt x="1245687" y="358353"/>
                  <a:pt x="1248156" y="360456"/>
                  <a:pt x="1250259" y="363017"/>
                </a:cubicBezTo>
                <a:cubicBezTo>
                  <a:pt x="1252271" y="365577"/>
                  <a:pt x="1253734" y="368503"/>
                  <a:pt x="1254648" y="371612"/>
                </a:cubicBezTo>
                <a:cubicBezTo>
                  <a:pt x="1255563" y="374813"/>
                  <a:pt x="1255837" y="378013"/>
                  <a:pt x="1255471" y="381305"/>
                </a:cubicBezTo>
                <a:cubicBezTo>
                  <a:pt x="1255105" y="384597"/>
                  <a:pt x="1254100" y="387706"/>
                  <a:pt x="1252454" y="390540"/>
                </a:cubicBezTo>
                <a:cubicBezTo>
                  <a:pt x="1250899" y="393466"/>
                  <a:pt x="1248796" y="395935"/>
                  <a:pt x="1246236" y="398038"/>
                </a:cubicBezTo>
                <a:cubicBezTo>
                  <a:pt x="1243584" y="400050"/>
                  <a:pt x="1240749" y="401513"/>
                  <a:pt x="1237549" y="402427"/>
                </a:cubicBezTo>
                <a:cubicBezTo>
                  <a:pt x="1234349" y="403342"/>
                  <a:pt x="1231148" y="403616"/>
                  <a:pt x="1227856" y="403250"/>
                </a:cubicBezTo>
                <a:cubicBezTo>
                  <a:pt x="1224564" y="402885"/>
                  <a:pt x="1221456" y="401879"/>
                  <a:pt x="1218621" y="400233"/>
                </a:cubicBezTo>
                <a:lnTo>
                  <a:pt x="1214232" y="397855"/>
                </a:lnTo>
                <a:cubicBezTo>
                  <a:pt x="1211306" y="396210"/>
                  <a:pt x="1208837" y="394106"/>
                  <a:pt x="1206825" y="391546"/>
                </a:cubicBezTo>
                <a:cubicBezTo>
                  <a:pt x="1204722" y="388986"/>
                  <a:pt x="1203259" y="386060"/>
                  <a:pt x="1202345" y="382951"/>
                </a:cubicBezTo>
                <a:cubicBezTo>
                  <a:pt x="1201430" y="379750"/>
                  <a:pt x="1201156" y="376550"/>
                  <a:pt x="1201522" y="373258"/>
                </a:cubicBezTo>
                <a:cubicBezTo>
                  <a:pt x="1201979" y="369966"/>
                  <a:pt x="1202893" y="366857"/>
                  <a:pt x="1204539" y="363931"/>
                </a:cubicBezTo>
                <a:cubicBezTo>
                  <a:pt x="1206185" y="361097"/>
                  <a:pt x="1208197" y="358628"/>
                  <a:pt x="1210848" y="356525"/>
                </a:cubicBezTo>
                <a:cubicBezTo>
                  <a:pt x="1213409" y="354513"/>
                  <a:pt x="1216335" y="353050"/>
                  <a:pt x="1219444" y="352135"/>
                </a:cubicBezTo>
                <a:cubicBezTo>
                  <a:pt x="1222644" y="351221"/>
                  <a:pt x="1225936" y="350947"/>
                  <a:pt x="1229228" y="351312"/>
                </a:cubicBezTo>
                <a:cubicBezTo>
                  <a:pt x="1232428" y="351678"/>
                  <a:pt x="1235537" y="352684"/>
                  <a:pt x="1238463" y="354330"/>
                </a:cubicBezTo>
              </a:path>
              <a:path w="3889492" h="1195852">
                <a:moveTo>
                  <a:pt x="1247150" y="359176"/>
                </a:moveTo>
                <a:lnTo>
                  <a:pt x="1251539" y="361554"/>
                </a:lnTo>
                <a:cubicBezTo>
                  <a:pt x="1254374" y="363200"/>
                  <a:pt x="1256934" y="365211"/>
                  <a:pt x="1258946" y="367863"/>
                </a:cubicBezTo>
                <a:cubicBezTo>
                  <a:pt x="1260958" y="370423"/>
                  <a:pt x="1262512" y="373350"/>
                  <a:pt x="1263426" y="376458"/>
                </a:cubicBezTo>
                <a:cubicBezTo>
                  <a:pt x="1264341" y="379659"/>
                  <a:pt x="1264524" y="382859"/>
                  <a:pt x="1264158" y="386151"/>
                </a:cubicBezTo>
                <a:cubicBezTo>
                  <a:pt x="1263792" y="389443"/>
                  <a:pt x="1262786" y="392552"/>
                  <a:pt x="1261232" y="395387"/>
                </a:cubicBezTo>
                <a:cubicBezTo>
                  <a:pt x="1259586" y="398313"/>
                  <a:pt x="1257483" y="400782"/>
                  <a:pt x="1254923" y="402793"/>
                </a:cubicBezTo>
                <a:cubicBezTo>
                  <a:pt x="1252362" y="404896"/>
                  <a:pt x="1249436" y="406359"/>
                  <a:pt x="1246236" y="407274"/>
                </a:cubicBezTo>
                <a:cubicBezTo>
                  <a:pt x="1243127" y="408188"/>
                  <a:pt x="1239835" y="408462"/>
                  <a:pt x="1236543" y="408097"/>
                </a:cubicBezTo>
                <a:cubicBezTo>
                  <a:pt x="1233251" y="407731"/>
                  <a:pt x="1230234" y="406725"/>
                  <a:pt x="1227308" y="405079"/>
                </a:cubicBezTo>
                <a:lnTo>
                  <a:pt x="1222919" y="402702"/>
                </a:lnTo>
                <a:cubicBezTo>
                  <a:pt x="1220084" y="401056"/>
                  <a:pt x="1217615" y="398953"/>
                  <a:pt x="1215512" y="396392"/>
                </a:cubicBezTo>
                <a:cubicBezTo>
                  <a:pt x="1213500" y="393832"/>
                  <a:pt x="1211946" y="390906"/>
                  <a:pt x="1211123" y="387706"/>
                </a:cubicBezTo>
                <a:cubicBezTo>
                  <a:pt x="1210208" y="384597"/>
                  <a:pt x="1209934" y="381305"/>
                  <a:pt x="1210300" y="378104"/>
                </a:cubicBezTo>
                <a:cubicBezTo>
                  <a:pt x="1210666" y="374813"/>
                  <a:pt x="1211671" y="371704"/>
                  <a:pt x="1213226" y="368778"/>
                </a:cubicBezTo>
                <a:cubicBezTo>
                  <a:pt x="1214872" y="365943"/>
                  <a:pt x="1216975" y="363474"/>
                  <a:pt x="1219535" y="361371"/>
                </a:cubicBezTo>
                <a:cubicBezTo>
                  <a:pt x="1222187" y="359359"/>
                  <a:pt x="1225022" y="357896"/>
                  <a:pt x="1228222" y="356982"/>
                </a:cubicBezTo>
                <a:cubicBezTo>
                  <a:pt x="1231422" y="356067"/>
                  <a:pt x="1234623" y="355793"/>
                  <a:pt x="1237915" y="356159"/>
                </a:cubicBezTo>
                <a:cubicBezTo>
                  <a:pt x="1241207" y="356525"/>
                  <a:pt x="1244316" y="357530"/>
                  <a:pt x="1247150" y="359176"/>
                </a:cubicBezTo>
              </a:path>
              <a:path w="3889492" h="1195852">
                <a:moveTo>
                  <a:pt x="1255928" y="363931"/>
                </a:moveTo>
                <a:lnTo>
                  <a:pt x="1260226" y="366400"/>
                </a:lnTo>
                <a:cubicBezTo>
                  <a:pt x="1263152" y="367955"/>
                  <a:pt x="1265621" y="370058"/>
                  <a:pt x="1267633" y="372709"/>
                </a:cubicBezTo>
                <a:cubicBezTo>
                  <a:pt x="1269736" y="375270"/>
                  <a:pt x="1271199" y="378104"/>
                  <a:pt x="1272113" y="381305"/>
                </a:cubicBezTo>
                <a:cubicBezTo>
                  <a:pt x="1273028" y="384505"/>
                  <a:pt x="1273302" y="387706"/>
                  <a:pt x="1272936" y="390997"/>
                </a:cubicBezTo>
                <a:cubicBezTo>
                  <a:pt x="1272570" y="394289"/>
                  <a:pt x="1271565" y="397398"/>
                  <a:pt x="1269919" y="400233"/>
                </a:cubicBezTo>
                <a:cubicBezTo>
                  <a:pt x="1268364" y="403159"/>
                  <a:pt x="1266261" y="405628"/>
                  <a:pt x="1263609" y="407640"/>
                </a:cubicBezTo>
                <a:cubicBezTo>
                  <a:pt x="1261049" y="409743"/>
                  <a:pt x="1258123" y="411206"/>
                  <a:pt x="1255014" y="412120"/>
                </a:cubicBezTo>
                <a:cubicBezTo>
                  <a:pt x="1251814" y="413034"/>
                  <a:pt x="1248613" y="413309"/>
                  <a:pt x="1245321" y="412943"/>
                </a:cubicBezTo>
                <a:cubicBezTo>
                  <a:pt x="1242030" y="412486"/>
                  <a:pt x="1238921" y="411571"/>
                  <a:pt x="1235994" y="409926"/>
                </a:cubicBezTo>
                <a:lnTo>
                  <a:pt x="1231697" y="407548"/>
                </a:lnTo>
                <a:cubicBezTo>
                  <a:pt x="1228771" y="405902"/>
                  <a:pt x="1226302" y="403799"/>
                  <a:pt x="1224290" y="401239"/>
                </a:cubicBezTo>
                <a:cubicBezTo>
                  <a:pt x="1222187" y="398678"/>
                  <a:pt x="1220724" y="395752"/>
                  <a:pt x="1219810" y="392552"/>
                </a:cubicBezTo>
                <a:cubicBezTo>
                  <a:pt x="1218895" y="389443"/>
                  <a:pt x="1218621" y="386151"/>
                  <a:pt x="1218987" y="382859"/>
                </a:cubicBezTo>
                <a:cubicBezTo>
                  <a:pt x="1219352" y="379659"/>
                  <a:pt x="1220358" y="376550"/>
                  <a:pt x="1222004" y="373624"/>
                </a:cubicBezTo>
                <a:cubicBezTo>
                  <a:pt x="1223559" y="370789"/>
                  <a:pt x="1225662" y="368320"/>
                  <a:pt x="1228314" y="366217"/>
                </a:cubicBezTo>
                <a:cubicBezTo>
                  <a:pt x="1230874" y="364206"/>
                  <a:pt x="1233708" y="362742"/>
                  <a:pt x="1236909" y="361828"/>
                </a:cubicBezTo>
                <a:cubicBezTo>
                  <a:pt x="1240109" y="360914"/>
                  <a:pt x="1243310" y="360639"/>
                  <a:pt x="1246602" y="361005"/>
                </a:cubicBezTo>
                <a:cubicBezTo>
                  <a:pt x="1249893" y="361371"/>
                  <a:pt x="1253002" y="362377"/>
                  <a:pt x="1255928" y="363931"/>
                </a:cubicBezTo>
              </a:path>
              <a:path w="3889492" h="1195852">
                <a:moveTo>
                  <a:pt x="1264615" y="368778"/>
                </a:moveTo>
                <a:lnTo>
                  <a:pt x="1269004" y="371246"/>
                </a:lnTo>
                <a:cubicBezTo>
                  <a:pt x="1271839" y="372801"/>
                  <a:pt x="1274308" y="374904"/>
                  <a:pt x="1276411" y="377556"/>
                </a:cubicBezTo>
                <a:cubicBezTo>
                  <a:pt x="1278423" y="380116"/>
                  <a:pt x="1279886" y="382951"/>
                  <a:pt x="1280800" y="386151"/>
                </a:cubicBezTo>
                <a:cubicBezTo>
                  <a:pt x="1281714" y="389352"/>
                  <a:pt x="1281989" y="392552"/>
                  <a:pt x="1281623" y="395844"/>
                </a:cubicBezTo>
                <a:cubicBezTo>
                  <a:pt x="1281257" y="399136"/>
                  <a:pt x="1280251" y="402245"/>
                  <a:pt x="1278697" y="405079"/>
                </a:cubicBezTo>
                <a:cubicBezTo>
                  <a:pt x="1277051" y="408005"/>
                  <a:pt x="1274948" y="410474"/>
                  <a:pt x="1272388" y="412486"/>
                </a:cubicBezTo>
                <a:cubicBezTo>
                  <a:pt x="1269736" y="414589"/>
                  <a:pt x="1266901" y="416052"/>
                  <a:pt x="1263701" y="416966"/>
                </a:cubicBezTo>
                <a:cubicBezTo>
                  <a:pt x="1260500" y="417881"/>
                  <a:pt x="1257300" y="418155"/>
                  <a:pt x="1254008" y="417789"/>
                </a:cubicBezTo>
                <a:cubicBezTo>
                  <a:pt x="1250716" y="417332"/>
                  <a:pt x="1247607" y="416418"/>
                  <a:pt x="1244773" y="414772"/>
                </a:cubicBezTo>
                <a:lnTo>
                  <a:pt x="1240384" y="412394"/>
                </a:lnTo>
                <a:cubicBezTo>
                  <a:pt x="1237458" y="410748"/>
                  <a:pt x="1234989" y="408645"/>
                  <a:pt x="1232977" y="406085"/>
                </a:cubicBezTo>
                <a:cubicBezTo>
                  <a:pt x="1230874" y="403525"/>
                  <a:pt x="1229411" y="400599"/>
                  <a:pt x="1228496" y="397398"/>
                </a:cubicBezTo>
                <a:cubicBezTo>
                  <a:pt x="1227582" y="394289"/>
                  <a:pt x="1227308" y="390997"/>
                  <a:pt x="1227765" y="387706"/>
                </a:cubicBezTo>
                <a:cubicBezTo>
                  <a:pt x="1228131" y="384414"/>
                  <a:pt x="1229136" y="381396"/>
                  <a:pt x="1230691" y="378470"/>
                </a:cubicBezTo>
                <a:cubicBezTo>
                  <a:pt x="1232337" y="375636"/>
                  <a:pt x="1234440" y="373167"/>
                  <a:pt x="1237000" y="371064"/>
                </a:cubicBezTo>
                <a:cubicBezTo>
                  <a:pt x="1239561" y="369052"/>
                  <a:pt x="1242487" y="367497"/>
                  <a:pt x="1245687" y="366674"/>
                </a:cubicBezTo>
                <a:cubicBezTo>
                  <a:pt x="1248796" y="365760"/>
                  <a:pt x="1252088" y="365486"/>
                  <a:pt x="1255380" y="365851"/>
                </a:cubicBezTo>
                <a:cubicBezTo>
                  <a:pt x="1258672" y="366217"/>
                  <a:pt x="1261689" y="367223"/>
                  <a:pt x="1264615" y="368778"/>
                </a:cubicBezTo>
              </a:path>
              <a:path w="3889492" h="1195852">
                <a:moveTo>
                  <a:pt x="1273302" y="373624"/>
                </a:moveTo>
                <a:lnTo>
                  <a:pt x="1277691" y="376093"/>
                </a:lnTo>
                <a:cubicBezTo>
                  <a:pt x="1280617" y="377647"/>
                  <a:pt x="1283086" y="379750"/>
                  <a:pt x="1285098" y="382311"/>
                </a:cubicBezTo>
                <a:cubicBezTo>
                  <a:pt x="1287201" y="384962"/>
                  <a:pt x="1288664" y="387797"/>
                  <a:pt x="1289578" y="390997"/>
                </a:cubicBezTo>
                <a:cubicBezTo>
                  <a:pt x="1290493" y="394198"/>
                  <a:pt x="1290767" y="397398"/>
                  <a:pt x="1290310" y="400690"/>
                </a:cubicBezTo>
                <a:cubicBezTo>
                  <a:pt x="1289944" y="403982"/>
                  <a:pt x="1288938" y="407091"/>
                  <a:pt x="1287384" y="409926"/>
                </a:cubicBezTo>
                <a:cubicBezTo>
                  <a:pt x="1285738" y="412852"/>
                  <a:pt x="1283635" y="415320"/>
                  <a:pt x="1281074" y="417332"/>
                </a:cubicBezTo>
                <a:cubicBezTo>
                  <a:pt x="1278514" y="419435"/>
                  <a:pt x="1275588" y="420898"/>
                  <a:pt x="1272388" y="421813"/>
                </a:cubicBezTo>
                <a:cubicBezTo>
                  <a:pt x="1269279" y="422727"/>
                  <a:pt x="1265987" y="423001"/>
                  <a:pt x="1262695" y="422544"/>
                </a:cubicBezTo>
                <a:cubicBezTo>
                  <a:pt x="1259403" y="422178"/>
                  <a:pt x="1256386" y="421173"/>
                  <a:pt x="1253460" y="419618"/>
                </a:cubicBezTo>
                <a:lnTo>
                  <a:pt x="1249070" y="417149"/>
                </a:lnTo>
                <a:cubicBezTo>
                  <a:pt x="1246236" y="415595"/>
                  <a:pt x="1243767" y="413492"/>
                  <a:pt x="1241664" y="410931"/>
                </a:cubicBezTo>
                <a:cubicBezTo>
                  <a:pt x="1239652" y="408280"/>
                  <a:pt x="1238189" y="405445"/>
                  <a:pt x="1237275" y="402245"/>
                </a:cubicBezTo>
                <a:cubicBezTo>
                  <a:pt x="1236360" y="399044"/>
                  <a:pt x="1236086" y="395844"/>
                  <a:pt x="1236452" y="392552"/>
                </a:cubicBezTo>
                <a:cubicBezTo>
                  <a:pt x="1236817" y="389260"/>
                  <a:pt x="1237823" y="386243"/>
                  <a:pt x="1239378" y="383316"/>
                </a:cubicBezTo>
                <a:cubicBezTo>
                  <a:pt x="1241024" y="380482"/>
                  <a:pt x="1243127" y="378013"/>
                  <a:pt x="1245687" y="375910"/>
                </a:cubicBezTo>
                <a:cubicBezTo>
                  <a:pt x="1248339" y="373898"/>
                  <a:pt x="1251174" y="372344"/>
                  <a:pt x="1254374" y="371429"/>
                </a:cubicBezTo>
                <a:cubicBezTo>
                  <a:pt x="1257574" y="370606"/>
                  <a:pt x="1260775" y="370332"/>
                  <a:pt x="1264067" y="370698"/>
                </a:cubicBezTo>
                <a:cubicBezTo>
                  <a:pt x="1267358" y="371064"/>
                  <a:pt x="1270467" y="372069"/>
                  <a:pt x="1273302" y="373624"/>
                </a:cubicBezTo>
              </a:path>
              <a:path w="3889492" h="1195852">
                <a:moveTo>
                  <a:pt x="1282080" y="378470"/>
                </a:moveTo>
                <a:lnTo>
                  <a:pt x="1286378" y="380939"/>
                </a:lnTo>
                <a:cubicBezTo>
                  <a:pt x="1289304" y="382494"/>
                  <a:pt x="1291773" y="384597"/>
                  <a:pt x="1293785" y="387157"/>
                </a:cubicBezTo>
                <a:cubicBezTo>
                  <a:pt x="1295888" y="389809"/>
                  <a:pt x="1297351" y="392643"/>
                  <a:pt x="1298265" y="395844"/>
                </a:cubicBezTo>
                <a:cubicBezTo>
                  <a:pt x="1299180" y="399044"/>
                  <a:pt x="1299454" y="402245"/>
                  <a:pt x="1299088" y="405536"/>
                </a:cubicBezTo>
                <a:cubicBezTo>
                  <a:pt x="1298722" y="408828"/>
                  <a:pt x="1297716" y="411846"/>
                  <a:pt x="1296071" y="414772"/>
                </a:cubicBezTo>
                <a:cubicBezTo>
                  <a:pt x="1294516" y="417698"/>
                  <a:pt x="1292413" y="420167"/>
                  <a:pt x="1289761" y="422178"/>
                </a:cubicBezTo>
                <a:cubicBezTo>
                  <a:pt x="1287201" y="424282"/>
                  <a:pt x="1284366" y="425745"/>
                  <a:pt x="1281166" y="426659"/>
                </a:cubicBezTo>
                <a:cubicBezTo>
                  <a:pt x="1277965" y="427573"/>
                  <a:pt x="1274765" y="427756"/>
                  <a:pt x="1271473" y="427391"/>
                </a:cubicBezTo>
                <a:cubicBezTo>
                  <a:pt x="1268181" y="427025"/>
                  <a:pt x="1265072" y="426019"/>
                  <a:pt x="1262146" y="424464"/>
                </a:cubicBezTo>
                <a:lnTo>
                  <a:pt x="1257849" y="421996"/>
                </a:lnTo>
                <a:cubicBezTo>
                  <a:pt x="1254923" y="420441"/>
                  <a:pt x="1252454" y="418338"/>
                  <a:pt x="1250442" y="415778"/>
                </a:cubicBezTo>
                <a:cubicBezTo>
                  <a:pt x="1248339" y="413126"/>
                  <a:pt x="1246876" y="410291"/>
                  <a:pt x="1245961" y="407091"/>
                </a:cubicBezTo>
                <a:cubicBezTo>
                  <a:pt x="1245047" y="403890"/>
                  <a:pt x="1244773" y="400690"/>
                  <a:pt x="1245138" y="397398"/>
                </a:cubicBezTo>
                <a:cubicBezTo>
                  <a:pt x="1245504" y="394106"/>
                  <a:pt x="1246510" y="391089"/>
                  <a:pt x="1248156" y="388163"/>
                </a:cubicBezTo>
                <a:cubicBezTo>
                  <a:pt x="1249710" y="385237"/>
                  <a:pt x="1251814" y="382768"/>
                  <a:pt x="1254465" y="380756"/>
                </a:cubicBezTo>
                <a:cubicBezTo>
                  <a:pt x="1257026" y="378653"/>
                  <a:pt x="1259860" y="377190"/>
                  <a:pt x="1263061" y="376276"/>
                </a:cubicBezTo>
                <a:cubicBezTo>
                  <a:pt x="1266261" y="375361"/>
                  <a:pt x="1269462" y="375178"/>
                  <a:pt x="1272753" y="375544"/>
                </a:cubicBezTo>
                <a:cubicBezTo>
                  <a:pt x="1276045" y="375910"/>
                  <a:pt x="1279154" y="376916"/>
                  <a:pt x="1282080" y="378470"/>
                </a:cubicBezTo>
              </a:path>
              <a:path w="3889492" h="1195852">
                <a:moveTo>
                  <a:pt x="1290767" y="383316"/>
                </a:moveTo>
                <a:lnTo>
                  <a:pt x="1295156" y="385785"/>
                </a:lnTo>
                <a:cubicBezTo>
                  <a:pt x="1297991" y="387340"/>
                  <a:pt x="1300460" y="389443"/>
                  <a:pt x="1302563" y="392003"/>
                </a:cubicBezTo>
                <a:cubicBezTo>
                  <a:pt x="1304574" y="394655"/>
                  <a:pt x="1306038" y="397490"/>
                  <a:pt x="1306952" y="400690"/>
                </a:cubicBezTo>
                <a:cubicBezTo>
                  <a:pt x="1307866" y="403890"/>
                  <a:pt x="1308141" y="407091"/>
                  <a:pt x="1307775" y="410383"/>
                </a:cubicBezTo>
                <a:cubicBezTo>
                  <a:pt x="1307409" y="413675"/>
                  <a:pt x="1306403" y="416692"/>
                  <a:pt x="1304849" y="419618"/>
                </a:cubicBezTo>
                <a:cubicBezTo>
                  <a:pt x="1303203" y="422544"/>
                  <a:pt x="1301100" y="425013"/>
                  <a:pt x="1298539" y="427025"/>
                </a:cubicBezTo>
                <a:cubicBezTo>
                  <a:pt x="1295888" y="429036"/>
                  <a:pt x="1293053" y="430591"/>
                  <a:pt x="1289853" y="431505"/>
                </a:cubicBezTo>
                <a:cubicBezTo>
                  <a:pt x="1286652" y="432328"/>
                  <a:pt x="1283452" y="432603"/>
                  <a:pt x="1280160" y="432237"/>
                </a:cubicBezTo>
                <a:cubicBezTo>
                  <a:pt x="1276868" y="431871"/>
                  <a:pt x="1273759" y="430865"/>
                  <a:pt x="1270925" y="429311"/>
                </a:cubicBezTo>
                <a:lnTo>
                  <a:pt x="1266535" y="426842"/>
                </a:lnTo>
                <a:cubicBezTo>
                  <a:pt x="1263609" y="425287"/>
                  <a:pt x="1261140" y="423184"/>
                  <a:pt x="1259129" y="420624"/>
                </a:cubicBezTo>
                <a:cubicBezTo>
                  <a:pt x="1257026" y="417972"/>
                  <a:pt x="1255563" y="415138"/>
                  <a:pt x="1254648" y="411937"/>
                </a:cubicBezTo>
                <a:cubicBezTo>
                  <a:pt x="1253734" y="408737"/>
                  <a:pt x="1253460" y="405536"/>
                  <a:pt x="1253917" y="402245"/>
                </a:cubicBezTo>
                <a:cubicBezTo>
                  <a:pt x="1254282" y="398953"/>
                  <a:pt x="1255288" y="395844"/>
                  <a:pt x="1256843" y="393009"/>
                </a:cubicBezTo>
                <a:cubicBezTo>
                  <a:pt x="1258489" y="390083"/>
                  <a:pt x="1260592" y="387614"/>
                  <a:pt x="1263152" y="385602"/>
                </a:cubicBezTo>
                <a:cubicBezTo>
                  <a:pt x="1265712" y="383499"/>
                  <a:pt x="1268639" y="382036"/>
                  <a:pt x="1271839" y="381122"/>
                </a:cubicBezTo>
                <a:cubicBezTo>
                  <a:pt x="1274948" y="380208"/>
                  <a:pt x="1278240" y="379933"/>
                  <a:pt x="1281532" y="380390"/>
                </a:cubicBezTo>
                <a:cubicBezTo>
                  <a:pt x="1284823" y="380756"/>
                  <a:pt x="1287841" y="381762"/>
                  <a:pt x="1290767" y="383316"/>
                </a:cubicBezTo>
              </a:path>
              <a:path w="3889492" h="1195852">
                <a:moveTo>
                  <a:pt x="1299454" y="388163"/>
                </a:moveTo>
                <a:lnTo>
                  <a:pt x="1303843" y="390540"/>
                </a:lnTo>
                <a:cubicBezTo>
                  <a:pt x="1306769" y="392186"/>
                  <a:pt x="1309238" y="394289"/>
                  <a:pt x="1311250" y="396850"/>
                </a:cubicBezTo>
                <a:cubicBezTo>
                  <a:pt x="1313353" y="399410"/>
                  <a:pt x="1314816" y="402336"/>
                  <a:pt x="1315730" y="405536"/>
                </a:cubicBezTo>
                <a:cubicBezTo>
                  <a:pt x="1316645" y="408645"/>
                  <a:pt x="1316919" y="411937"/>
                  <a:pt x="1316462" y="415229"/>
                </a:cubicBezTo>
                <a:cubicBezTo>
                  <a:pt x="1316096" y="418521"/>
                  <a:pt x="1315182" y="421538"/>
                  <a:pt x="1313536" y="424464"/>
                </a:cubicBezTo>
                <a:cubicBezTo>
                  <a:pt x="1311890" y="427299"/>
                  <a:pt x="1309787" y="429768"/>
                  <a:pt x="1307226" y="431871"/>
                </a:cubicBezTo>
                <a:cubicBezTo>
                  <a:pt x="1304666" y="433883"/>
                  <a:pt x="1301740" y="435437"/>
                  <a:pt x="1298539" y="436260"/>
                </a:cubicBezTo>
                <a:cubicBezTo>
                  <a:pt x="1295430" y="437175"/>
                  <a:pt x="1292139" y="437449"/>
                  <a:pt x="1288847" y="437083"/>
                </a:cubicBezTo>
                <a:cubicBezTo>
                  <a:pt x="1285555" y="436717"/>
                  <a:pt x="1282537" y="435712"/>
                  <a:pt x="1279611" y="434157"/>
                </a:cubicBezTo>
                <a:lnTo>
                  <a:pt x="1275222" y="431688"/>
                </a:lnTo>
                <a:cubicBezTo>
                  <a:pt x="1272388" y="430134"/>
                  <a:pt x="1269919" y="428031"/>
                  <a:pt x="1267816" y="425379"/>
                </a:cubicBezTo>
                <a:cubicBezTo>
                  <a:pt x="1265804" y="422819"/>
                  <a:pt x="1264341" y="419984"/>
                  <a:pt x="1263426" y="416784"/>
                </a:cubicBezTo>
                <a:cubicBezTo>
                  <a:pt x="1262512" y="413583"/>
                  <a:pt x="1262238" y="410383"/>
                  <a:pt x="1262604" y="407091"/>
                </a:cubicBezTo>
                <a:cubicBezTo>
                  <a:pt x="1262969" y="403799"/>
                  <a:pt x="1263975" y="400690"/>
                  <a:pt x="1265530" y="397855"/>
                </a:cubicBezTo>
                <a:cubicBezTo>
                  <a:pt x="1267176" y="394929"/>
                  <a:pt x="1269279" y="392460"/>
                  <a:pt x="1271839" y="390449"/>
                </a:cubicBezTo>
                <a:cubicBezTo>
                  <a:pt x="1274491" y="388346"/>
                  <a:pt x="1277325" y="386883"/>
                  <a:pt x="1280526" y="385968"/>
                </a:cubicBezTo>
                <a:cubicBezTo>
                  <a:pt x="1283726" y="385054"/>
                  <a:pt x="1286927" y="384780"/>
                  <a:pt x="1290218" y="385237"/>
                </a:cubicBezTo>
                <a:cubicBezTo>
                  <a:pt x="1293510" y="385602"/>
                  <a:pt x="1296619" y="386517"/>
                  <a:pt x="1299454" y="388163"/>
                </a:cubicBezTo>
              </a:path>
              <a:path w="3889492" h="1195852">
                <a:moveTo>
                  <a:pt x="1308232" y="393009"/>
                </a:moveTo>
                <a:lnTo>
                  <a:pt x="1312530" y="395387"/>
                </a:lnTo>
                <a:cubicBezTo>
                  <a:pt x="1315456" y="397032"/>
                  <a:pt x="1317925" y="399136"/>
                  <a:pt x="1319936" y="401696"/>
                </a:cubicBezTo>
                <a:cubicBezTo>
                  <a:pt x="1322040" y="404256"/>
                  <a:pt x="1323503" y="407182"/>
                  <a:pt x="1324417" y="410383"/>
                </a:cubicBezTo>
                <a:cubicBezTo>
                  <a:pt x="1325331" y="413492"/>
                  <a:pt x="1325606" y="416784"/>
                  <a:pt x="1325240" y="420075"/>
                </a:cubicBezTo>
                <a:cubicBezTo>
                  <a:pt x="1324874" y="423276"/>
                  <a:pt x="1323868" y="426385"/>
                  <a:pt x="1322222" y="429311"/>
                </a:cubicBezTo>
                <a:cubicBezTo>
                  <a:pt x="1320668" y="432145"/>
                  <a:pt x="1318565" y="434614"/>
                  <a:pt x="1315913" y="436717"/>
                </a:cubicBezTo>
                <a:cubicBezTo>
                  <a:pt x="1313353" y="438729"/>
                  <a:pt x="1310518" y="440192"/>
                  <a:pt x="1307318" y="441107"/>
                </a:cubicBezTo>
                <a:cubicBezTo>
                  <a:pt x="1304117" y="442021"/>
                  <a:pt x="1300917" y="442295"/>
                  <a:pt x="1297625" y="441930"/>
                </a:cubicBezTo>
                <a:cubicBezTo>
                  <a:pt x="1294333" y="441564"/>
                  <a:pt x="1291224" y="440558"/>
                  <a:pt x="1288298" y="439003"/>
                </a:cubicBezTo>
                <a:lnTo>
                  <a:pt x="1284000" y="436535"/>
                </a:lnTo>
                <a:cubicBezTo>
                  <a:pt x="1281074" y="434980"/>
                  <a:pt x="1278606" y="432877"/>
                  <a:pt x="1276594" y="430225"/>
                </a:cubicBezTo>
                <a:cubicBezTo>
                  <a:pt x="1274491" y="427665"/>
                  <a:pt x="1273028" y="424830"/>
                  <a:pt x="1272113" y="421630"/>
                </a:cubicBezTo>
                <a:cubicBezTo>
                  <a:pt x="1271199" y="418429"/>
                  <a:pt x="1270925" y="415229"/>
                  <a:pt x="1271290" y="411937"/>
                </a:cubicBezTo>
                <a:cubicBezTo>
                  <a:pt x="1271656" y="408645"/>
                  <a:pt x="1272662" y="405536"/>
                  <a:pt x="1274308" y="402702"/>
                </a:cubicBezTo>
                <a:cubicBezTo>
                  <a:pt x="1275862" y="399776"/>
                  <a:pt x="1277965" y="397307"/>
                  <a:pt x="1280617" y="395295"/>
                </a:cubicBezTo>
                <a:cubicBezTo>
                  <a:pt x="1283178" y="393192"/>
                  <a:pt x="1286104" y="391729"/>
                  <a:pt x="1289213" y="390815"/>
                </a:cubicBezTo>
                <a:cubicBezTo>
                  <a:pt x="1292413" y="389900"/>
                  <a:pt x="1295613" y="389626"/>
                  <a:pt x="1298905" y="389992"/>
                </a:cubicBezTo>
                <a:cubicBezTo>
                  <a:pt x="1302197" y="390449"/>
                  <a:pt x="1305306" y="391363"/>
                  <a:pt x="1308232" y="393009"/>
                </a:cubicBezTo>
              </a:path>
              <a:path w="3889492" h="1195852">
                <a:moveTo>
                  <a:pt x="1316919" y="397855"/>
                </a:moveTo>
                <a:lnTo>
                  <a:pt x="1321308" y="400233"/>
                </a:lnTo>
                <a:cubicBezTo>
                  <a:pt x="1324143" y="401879"/>
                  <a:pt x="1326612" y="403982"/>
                  <a:pt x="1328715" y="406542"/>
                </a:cubicBezTo>
                <a:cubicBezTo>
                  <a:pt x="1330726" y="409103"/>
                  <a:pt x="1332281" y="412029"/>
                  <a:pt x="1333104" y="415229"/>
                </a:cubicBezTo>
                <a:cubicBezTo>
                  <a:pt x="1334018" y="418338"/>
                  <a:pt x="1334292" y="421630"/>
                  <a:pt x="1333927" y="424830"/>
                </a:cubicBezTo>
                <a:cubicBezTo>
                  <a:pt x="1333561" y="428122"/>
                  <a:pt x="1332555" y="431231"/>
                  <a:pt x="1331001" y="434157"/>
                </a:cubicBezTo>
                <a:cubicBezTo>
                  <a:pt x="1329355" y="436992"/>
                  <a:pt x="1327252" y="439461"/>
                  <a:pt x="1324691" y="441564"/>
                </a:cubicBezTo>
                <a:cubicBezTo>
                  <a:pt x="1322131" y="443575"/>
                  <a:pt x="1319205" y="445038"/>
                  <a:pt x="1316004" y="445953"/>
                </a:cubicBezTo>
                <a:cubicBezTo>
                  <a:pt x="1312804" y="446867"/>
                  <a:pt x="1309604" y="447142"/>
                  <a:pt x="1306312" y="446776"/>
                </a:cubicBezTo>
                <a:cubicBezTo>
                  <a:pt x="1303020" y="446410"/>
                  <a:pt x="1299911" y="445404"/>
                  <a:pt x="1297076" y="443758"/>
                </a:cubicBezTo>
                <a:lnTo>
                  <a:pt x="1292687" y="441381"/>
                </a:lnTo>
                <a:cubicBezTo>
                  <a:pt x="1289853" y="439735"/>
                  <a:pt x="1287292" y="437723"/>
                  <a:pt x="1285281" y="435072"/>
                </a:cubicBezTo>
                <a:cubicBezTo>
                  <a:pt x="1283269" y="432511"/>
                  <a:pt x="1281714" y="429585"/>
                  <a:pt x="1280800" y="426476"/>
                </a:cubicBezTo>
                <a:cubicBezTo>
                  <a:pt x="1279886" y="423276"/>
                  <a:pt x="1279703" y="420075"/>
                  <a:pt x="1280069" y="416784"/>
                </a:cubicBezTo>
                <a:cubicBezTo>
                  <a:pt x="1280434" y="413492"/>
                  <a:pt x="1281440" y="410383"/>
                  <a:pt x="1282995" y="407548"/>
                </a:cubicBezTo>
                <a:cubicBezTo>
                  <a:pt x="1284641" y="404622"/>
                  <a:pt x="1286744" y="402153"/>
                  <a:pt x="1289304" y="400141"/>
                </a:cubicBezTo>
                <a:cubicBezTo>
                  <a:pt x="1291864" y="398038"/>
                  <a:pt x="1294790" y="396575"/>
                  <a:pt x="1297991" y="395661"/>
                </a:cubicBezTo>
                <a:cubicBezTo>
                  <a:pt x="1301100" y="394746"/>
                  <a:pt x="1304392" y="394472"/>
                  <a:pt x="1307683" y="394838"/>
                </a:cubicBezTo>
                <a:cubicBezTo>
                  <a:pt x="1310975" y="395204"/>
                  <a:pt x="1313993" y="396210"/>
                  <a:pt x="1316919" y="397855"/>
                </a:cubicBezTo>
              </a:path>
              <a:path w="3889492" h="1195852">
                <a:moveTo>
                  <a:pt x="1325606" y="402702"/>
                </a:moveTo>
                <a:lnTo>
                  <a:pt x="1329995" y="405079"/>
                </a:lnTo>
                <a:cubicBezTo>
                  <a:pt x="1332921" y="406725"/>
                  <a:pt x="1335390" y="408828"/>
                  <a:pt x="1337401" y="411389"/>
                </a:cubicBezTo>
                <a:cubicBezTo>
                  <a:pt x="1339505" y="413949"/>
                  <a:pt x="1340968" y="416875"/>
                  <a:pt x="1341882" y="419984"/>
                </a:cubicBezTo>
                <a:cubicBezTo>
                  <a:pt x="1342796" y="423184"/>
                  <a:pt x="1343071" y="426476"/>
                  <a:pt x="1342705" y="429677"/>
                </a:cubicBezTo>
                <a:cubicBezTo>
                  <a:pt x="1342248" y="432968"/>
                  <a:pt x="1341333" y="436077"/>
                  <a:pt x="1339687" y="439003"/>
                </a:cubicBezTo>
                <a:cubicBezTo>
                  <a:pt x="1338042" y="441838"/>
                  <a:pt x="1336030" y="444307"/>
                  <a:pt x="1333378" y="446410"/>
                </a:cubicBezTo>
                <a:cubicBezTo>
                  <a:pt x="1330818" y="448422"/>
                  <a:pt x="1327892" y="449885"/>
                  <a:pt x="1324783" y="450799"/>
                </a:cubicBezTo>
                <a:cubicBezTo>
                  <a:pt x="1321582" y="451714"/>
                  <a:pt x="1318290" y="451988"/>
                  <a:pt x="1314999" y="451622"/>
                </a:cubicBezTo>
                <a:cubicBezTo>
                  <a:pt x="1311798" y="451256"/>
                  <a:pt x="1308689" y="450251"/>
                  <a:pt x="1305763" y="448605"/>
                </a:cubicBezTo>
                <a:lnTo>
                  <a:pt x="1301466" y="446227"/>
                </a:lnTo>
                <a:cubicBezTo>
                  <a:pt x="1298539" y="444581"/>
                  <a:pt x="1296071" y="442478"/>
                  <a:pt x="1293967" y="439918"/>
                </a:cubicBezTo>
                <a:cubicBezTo>
                  <a:pt x="1291956" y="437358"/>
                  <a:pt x="1290493" y="434431"/>
                  <a:pt x="1289578" y="431322"/>
                </a:cubicBezTo>
                <a:cubicBezTo>
                  <a:pt x="1288664" y="428122"/>
                  <a:pt x="1288390" y="424922"/>
                  <a:pt x="1288755" y="421630"/>
                </a:cubicBezTo>
                <a:cubicBezTo>
                  <a:pt x="1289121" y="418338"/>
                  <a:pt x="1290127" y="415229"/>
                  <a:pt x="1291773" y="412394"/>
                </a:cubicBezTo>
                <a:cubicBezTo>
                  <a:pt x="1293327" y="409468"/>
                  <a:pt x="1295430" y="406999"/>
                  <a:pt x="1297991" y="404988"/>
                </a:cubicBezTo>
                <a:cubicBezTo>
                  <a:pt x="1300643" y="402885"/>
                  <a:pt x="1303477" y="401422"/>
                  <a:pt x="1306678" y="400507"/>
                </a:cubicBezTo>
                <a:cubicBezTo>
                  <a:pt x="1309878" y="399593"/>
                  <a:pt x="1313078" y="399318"/>
                  <a:pt x="1316370" y="399684"/>
                </a:cubicBezTo>
                <a:cubicBezTo>
                  <a:pt x="1319662" y="400050"/>
                  <a:pt x="1322771" y="401056"/>
                  <a:pt x="1325606" y="402702"/>
                </a:cubicBezTo>
              </a:path>
              <a:path w="3889492" h="1195852">
                <a:moveTo>
                  <a:pt x="1334384" y="407548"/>
                </a:moveTo>
                <a:lnTo>
                  <a:pt x="1338682" y="409926"/>
                </a:lnTo>
                <a:cubicBezTo>
                  <a:pt x="1341608" y="411571"/>
                  <a:pt x="1344077" y="413675"/>
                  <a:pt x="1346180" y="416235"/>
                </a:cubicBezTo>
                <a:cubicBezTo>
                  <a:pt x="1348191" y="418795"/>
                  <a:pt x="1349654" y="421721"/>
                  <a:pt x="1350569" y="424830"/>
                </a:cubicBezTo>
                <a:cubicBezTo>
                  <a:pt x="1351483" y="428031"/>
                  <a:pt x="1351758" y="431231"/>
                  <a:pt x="1351392" y="434523"/>
                </a:cubicBezTo>
                <a:cubicBezTo>
                  <a:pt x="1351026" y="437815"/>
                  <a:pt x="1350020" y="440924"/>
                  <a:pt x="1348374" y="443758"/>
                </a:cubicBezTo>
                <a:cubicBezTo>
                  <a:pt x="1346820" y="446684"/>
                  <a:pt x="1344717" y="449153"/>
                  <a:pt x="1342156" y="451256"/>
                </a:cubicBezTo>
                <a:cubicBezTo>
                  <a:pt x="1339505" y="453268"/>
                  <a:pt x="1336670" y="454731"/>
                  <a:pt x="1333470" y="455646"/>
                </a:cubicBezTo>
                <a:cubicBezTo>
                  <a:pt x="1330269" y="456560"/>
                  <a:pt x="1327069" y="456834"/>
                  <a:pt x="1323777" y="456468"/>
                </a:cubicBezTo>
                <a:cubicBezTo>
                  <a:pt x="1320485" y="456103"/>
                  <a:pt x="1317376" y="455097"/>
                  <a:pt x="1314541" y="453451"/>
                </a:cubicBezTo>
                <a:lnTo>
                  <a:pt x="1310152" y="451074"/>
                </a:lnTo>
                <a:cubicBezTo>
                  <a:pt x="1307226" y="449428"/>
                  <a:pt x="1304757" y="447324"/>
                  <a:pt x="1302746" y="444764"/>
                </a:cubicBezTo>
                <a:cubicBezTo>
                  <a:pt x="1300643" y="442204"/>
                  <a:pt x="1299180" y="439278"/>
                  <a:pt x="1298265" y="436169"/>
                </a:cubicBezTo>
                <a:cubicBezTo>
                  <a:pt x="1297351" y="432968"/>
                  <a:pt x="1297076" y="429768"/>
                  <a:pt x="1297442" y="426476"/>
                </a:cubicBezTo>
                <a:cubicBezTo>
                  <a:pt x="1297808" y="423184"/>
                  <a:pt x="1298814" y="420075"/>
                  <a:pt x="1300460" y="417149"/>
                </a:cubicBezTo>
                <a:cubicBezTo>
                  <a:pt x="1302014" y="414315"/>
                  <a:pt x="1304117" y="411846"/>
                  <a:pt x="1306769" y="409743"/>
                </a:cubicBezTo>
                <a:cubicBezTo>
                  <a:pt x="1309329" y="407731"/>
                  <a:pt x="1312255" y="406268"/>
                  <a:pt x="1315364" y="405354"/>
                </a:cubicBezTo>
                <a:cubicBezTo>
                  <a:pt x="1318565" y="404439"/>
                  <a:pt x="1321765" y="404165"/>
                  <a:pt x="1325057" y="404531"/>
                </a:cubicBezTo>
                <a:cubicBezTo>
                  <a:pt x="1328349" y="404896"/>
                  <a:pt x="1331458" y="405902"/>
                  <a:pt x="1334384" y="407548"/>
                </a:cubicBezTo>
              </a:path>
              <a:path w="3889492" h="1195852">
                <a:moveTo>
                  <a:pt x="1343071" y="412394"/>
                </a:moveTo>
                <a:lnTo>
                  <a:pt x="1347460" y="414772"/>
                </a:lnTo>
                <a:cubicBezTo>
                  <a:pt x="1350294" y="416418"/>
                  <a:pt x="1352763" y="418429"/>
                  <a:pt x="1354866" y="421081"/>
                </a:cubicBezTo>
                <a:cubicBezTo>
                  <a:pt x="1356878" y="423642"/>
                  <a:pt x="1358433" y="426568"/>
                  <a:pt x="1359347" y="429677"/>
                </a:cubicBezTo>
                <a:cubicBezTo>
                  <a:pt x="1360170" y="432877"/>
                  <a:pt x="1360444" y="436077"/>
                  <a:pt x="1360079" y="439369"/>
                </a:cubicBezTo>
                <a:cubicBezTo>
                  <a:pt x="1359713" y="442661"/>
                  <a:pt x="1358707" y="445770"/>
                  <a:pt x="1357152" y="448605"/>
                </a:cubicBezTo>
                <a:cubicBezTo>
                  <a:pt x="1355507" y="451531"/>
                  <a:pt x="1353403" y="454000"/>
                  <a:pt x="1350843" y="456011"/>
                </a:cubicBezTo>
                <a:cubicBezTo>
                  <a:pt x="1348283" y="458114"/>
                  <a:pt x="1345357" y="459577"/>
                  <a:pt x="1342156" y="460492"/>
                </a:cubicBezTo>
                <a:cubicBezTo>
                  <a:pt x="1338956" y="461406"/>
                  <a:pt x="1335756" y="461681"/>
                  <a:pt x="1332464" y="461315"/>
                </a:cubicBezTo>
                <a:cubicBezTo>
                  <a:pt x="1329172" y="460949"/>
                  <a:pt x="1326154" y="459943"/>
                  <a:pt x="1323228" y="458297"/>
                </a:cubicBezTo>
                <a:lnTo>
                  <a:pt x="1318839" y="455920"/>
                </a:lnTo>
                <a:cubicBezTo>
                  <a:pt x="1316004" y="454274"/>
                  <a:pt x="1313536" y="452171"/>
                  <a:pt x="1311432" y="449610"/>
                </a:cubicBezTo>
                <a:cubicBezTo>
                  <a:pt x="1309421" y="447050"/>
                  <a:pt x="1307866" y="444124"/>
                  <a:pt x="1306952" y="441015"/>
                </a:cubicBezTo>
                <a:cubicBezTo>
                  <a:pt x="1306129" y="437815"/>
                  <a:pt x="1305855" y="434523"/>
                  <a:pt x="1306220" y="431322"/>
                </a:cubicBezTo>
                <a:cubicBezTo>
                  <a:pt x="1306586" y="428031"/>
                  <a:pt x="1307592" y="424922"/>
                  <a:pt x="1309146" y="421996"/>
                </a:cubicBezTo>
                <a:cubicBezTo>
                  <a:pt x="1310792" y="419161"/>
                  <a:pt x="1312896" y="416692"/>
                  <a:pt x="1315456" y="414589"/>
                </a:cubicBezTo>
                <a:cubicBezTo>
                  <a:pt x="1318016" y="412577"/>
                  <a:pt x="1320942" y="411114"/>
                  <a:pt x="1324143" y="410200"/>
                </a:cubicBezTo>
                <a:cubicBezTo>
                  <a:pt x="1327343" y="409285"/>
                  <a:pt x="1330543" y="409011"/>
                  <a:pt x="1333835" y="409377"/>
                </a:cubicBezTo>
                <a:cubicBezTo>
                  <a:pt x="1337127" y="409743"/>
                  <a:pt x="1340145" y="410748"/>
                  <a:pt x="1343071" y="412394"/>
                </a:cubicBezTo>
              </a:path>
              <a:path w="3889492" h="1195852">
                <a:moveTo>
                  <a:pt x="1351758" y="417149"/>
                </a:moveTo>
                <a:lnTo>
                  <a:pt x="1356147" y="419618"/>
                </a:lnTo>
                <a:cubicBezTo>
                  <a:pt x="1359073" y="421173"/>
                  <a:pt x="1361542" y="423276"/>
                  <a:pt x="1363553" y="425928"/>
                </a:cubicBezTo>
                <a:cubicBezTo>
                  <a:pt x="1365656" y="428488"/>
                  <a:pt x="1367119" y="431322"/>
                  <a:pt x="1368034" y="434523"/>
                </a:cubicBezTo>
                <a:cubicBezTo>
                  <a:pt x="1368948" y="437723"/>
                  <a:pt x="1369223" y="440924"/>
                  <a:pt x="1368857" y="444216"/>
                </a:cubicBezTo>
                <a:cubicBezTo>
                  <a:pt x="1368400" y="447507"/>
                  <a:pt x="1367485" y="450616"/>
                  <a:pt x="1365839" y="453451"/>
                </a:cubicBezTo>
                <a:cubicBezTo>
                  <a:pt x="1364285" y="456377"/>
                  <a:pt x="1362182" y="458846"/>
                  <a:pt x="1359530" y="460858"/>
                </a:cubicBezTo>
                <a:cubicBezTo>
                  <a:pt x="1356970" y="462961"/>
                  <a:pt x="1354044" y="464424"/>
                  <a:pt x="1350935" y="465338"/>
                </a:cubicBezTo>
                <a:cubicBezTo>
                  <a:pt x="1347734" y="466253"/>
                  <a:pt x="1344442" y="466527"/>
                  <a:pt x="1341242" y="466161"/>
                </a:cubicBezTo>
                <a:cubicBezTo>
                  <a:pt x="1337950" y="465795"/>
                  <a:pt x="1334841" y="464790"/>
                  <a:pt x="1331915" y="463144"/>
                </a:cubicBezTo>
                <a:lnTo>
                  <a:pt x="1327617" y="460766"/>
                </a:lnTo>
                <a:cubicBezTo>
                  <a:pt x="1324691" y="459120"/>
                  <a:pt x="1322222" y="457017"/>
                  <a:pt x="1320119" y="454457"/>
                </a:cubicBezTo>
                <a:cubicBezTo>
                  <a:pt x="1318108" y="451896"/>
                  <a:pt x="1316645" y="448970"/>
                  <a:pt x="1315730" y="445770"/>
                </a:cubicBezTo>
                <a:cubicBezTo>
                  <a:pt x="1314816" y="442661"/>
                  <a:pt x="1314541" y="439369"/>
                  <a:pt x="1314907" y="436077"/>
                </a:cubicBezTo>
                <a:cubicBezTo>
                  <a:pt x="1315273" y="432877"/>
                  <a:pt x="1316279" y="429768"/>
                  <a:pt x="1317925" y="426842"/>
                </a:cubicBezTo>
                <a:cubicBezTo>
                  <a:pt x="1319479" y="424007"/>
                  <a:pt x="1321582" y="421538"/>
                  <a:pt x="1324143" y="419435"/>
                </a:cubicBezTo>
                <a:cubicBezTo>
                  <a:pt x="1326794" y="417424"/>
                  <a:pt x="1329629" y="415961"/>
                  <a:pt x="1332829" y="415046"/>
                </a:cubicBezTo>
                <a:cubicBezTo>
                  <a:pt x="1336030" y="414132"/>
                  <a:pt x="1339230" y="413857"/>
                  <a:pt x="1342522" y="414223"/>
                </a:cubicBezTo>
                <a:cubicBezTo>
                  <a:pt x="1345814" y="414589"/>
                  <a:pt x="1348923" y="415595"/>
                  <a:pt x="1351758" y="417149"/>
                </a:cubicBezTo>
              </a:path>
              <a:path w="3889492" h="1195852">
                <a:moveTo>
                  <a:pt x="1360536" y="421996"/>
                </a:moveTo>
                <a:lnTo>
                  <a:pt x="1364833" y="424464"/>
                </a:lnTo>
                <a:cubicBezTo>
                  <a:pt x="1367760" y="426019"/>
                  <a:pt x="1370228" y="428122"/>
                  <a:pt x="1372332" y="430774"/>
                </a:cubicBezTo>
                <a:cubicBezTo>
                  <a:pt x="1374343" y="433334"/>
                  <a:pt x="1375806" y="436169"/>
                  <a:pt x="1376721" y="439369"/>
                </a:cubicBezTo>
                <a:cubicBezTo>
                  <a:pt x="1377635" y="442570"/>
                  <a:pt x="1377909" y="445770"/>
                  <a:pt x="1377544" y="449062"/>
                </a:cubicBezTo>
                <a:cubicBezTo>
                  <a:pt x="1377178" y="452354"/>
                  <a:pt x="1376172" y="455463"/>
                  <a:pt x="1374526" y="458297"/>
                </a:cubicBezTo>
                <a:cubicBezTo>
                  <a:pt x="1372972" y="461223"/>
                  <a:pt x="1370868" y="463692"/>
                  <a:pt x="1368308" y="465704"/>
                </a:cubicBezTo>
                <a:cubicBezTo>
                  <a:pt x="1365656" y="467807"/>
                  <a:pt x="1362822" y="469270"/>
                  <a:pt x="1359621" y="470184"/>
                </a:cubicBezTo>
                <a:cubicBezTo>
                  <a:pt x="1356421" y="471099"/>
                  <a:pt x="1353221" y="471373"/>
                  <a:pt x="1349929" y="471007"/>
                </a:cubicBezTo>
                <a:cubicBezTo>
                  <a:pt x="1346637" y="470550"/>
                  <a:pt x="1343528" y="469636"/>
                  <a:pt x="1340693" y="467990"/>
                </a:cubicBezTo>
                <a:lnTo>
                  <a:pt x="1336304" y="465612"/>
                </a:lnTo>
                <a:cubicBezTo>
                  <a:pt x="1333378" y="463967"/>
                  <a:pt x="1330909" y="461863"/>
                  <a:pt x="1328898" y="459303"/>
                </a:cubicBezTo>
                <a:cubicBezTo>
                  <a:pt x="1326794" y="456743"/>
                  <a:pt x="1325331" y="453817"/>
                  <a:pt x="1324417" y="450616"/>
                </a:cubicBezTo>
                <a:cubicBezTo>
                  <a:pt x="1323503" y="447507"/>
                  <a:pt x="1323228" y="444216"/>
                  <a:pt x="1323594" y="440924"/>
                </a:cubicBezTo>
                <a:cubicBezTo>
                  <a:pt x="1324051" y="437723"/>
                  <a:pt x="1324966" y="434614"/>
                  <a:pt x="1326612" y="431688"/>
                </a:cubicBezTo>
                <a:cubicBezTo>
                  <a:pt x="1328257" y="428854"/>
                  <a:pt x="1330269" y="426385"/>
                  <a:pt x="1332921" y="424282"/>
                </a:cubicBezTo>
                <a:cubicBezTo>
                  <a:pt x="1335481" y="422270"/>
                  <a:pt x="1338407" y="420807"/>
                  <a:pt x="1341516" y="419892"/>
                </a:cubicBezTo>
                <a:cubicBezTo>
                  <a:pt x="1344717" y="418978"/>
                  <a:pt x="1348008" y="418704"/>
                  <a:pt x="1351209" y="419070"/>
                </a:cubicBezTo>
                <a:cubicBezTo>
                  <a:pt x="1354501" y="419435"/>
                  <a:pt x="1357610" y="420441"/>
                  <a:pt x="1360536" y="421996"/>
                </a:cubicBezTo>
              </a:path>
              <a:path w="3889492" h="1195852">
                <a:moveTo>
                  <a:pt x="1369223" y="426842"/>
                </a:moveTo>
                <a:lnTo>
                  <a:pt x="1373612" y="429311"/>
                </a:lnTo>
                <a:cubicBezTo>
                  <a:pt x="1376446" y="430865"/>
                  <a:pt x="1379007" y="432968"/>
                  <a:pt x="1381018" y="435620"/>
                </a:cubicBezTo>
                <a:cubicBezTo>
                  <a:pt x="1383030" y="438180"/>
                  <a:pt x="1384584" y="441015"/>
                  <a:pt x="1385499" y="444216"/>
                </a:cubicBezTo>
                <a:cubicBezTo>
                  <a:pt x="1386413" y="447416"/>
                  <a:pt x="1386596" y="450616"/>
                  <a:pt x="1386230" y="453908"/>
                </a:cubicBezTo>
                <a:cubicBezTo>
                  <a:pt x="1385865" y="457200"/>
                  <a:pt x="1384859" y="460309"/>
                  <a:pt x="1383304" y="463144"/>
                </a:cubicBezTo>
                <a:cubicBezTo>
                  <a:pt x="1381658" y="466070"/>
                  <a:pt x="1379555" y="468539"/>
                  <a:pt x="1376995" y="470550"/>
                </a:cubicBezTo>
                <a:cubicBezTo>
                  <a:pt x="1374435" y="472653"/>
                  <a:pt x="1371509" y="474116"/>
                  <a:pt x="1368308" y="475031"/>
                </a:cubicBezTo>
                <a:cubicBezTo>
                  <a:pt x="1365199" y="475945"/>
                  <a:pt x="1361907" y="476220"/>
                  <a:pt x="1358616" y="475762"/>
                </a:cubicBezTo>
                <a:cubicBezTo>
                  <a:pt x="1355324" y="475397"/>
                  <a:pt x="1352306" y="474482"/>
                  <a:pt x="1349380" y="472836"/>
                </a:cubicBezTo>
                <a:lnTo>
                  <a:pt x="1344991" y="470459"/>
                </a:lnTo>
                <a:cubicBezTo>
                  <a:pt x="1342156" y="468813"/>
                  <a:pt x="1339687" y="466710"/>
                  <a:pt x="1337584" y="464149"/>
                </a:cubicBezTo>
                <a:cubicBezTo>
                  <a:pt x="1335573" y="461498"/>
                  <a:pt x="1334018" y="458663"/>
                  <a:pt x="1333195" y="455463"/>
                </a:cubicBezTo>
                <a:cubicBezTo>
                  <a:pt x="1332281" y="452354"/>
                  <a:pt x="1332006" y="449062"/>
                  <a:pt x="1332372" y="445770"/>
                </a:cubicBezTo>
                <a:cubicBezTo>
                  <a:pt x="1332738" y="442478"/>
                  <a:pt x="1333744" y="439461"/>
                  <a:pt x="1335298" y="436535"/>
                </a:cubicBezTo>
                <a:cubicBezTo>
                  <a:pt x="1336944" y="433700"/>
                  <a:pt x="1339047" y="431231"/>
                  <a:pt x="1341608" y="429128"/>
                </a:cubicBezTo>
                <a:cubicBezTo>
                  <a:pt x="1344168" y="427116"/>
                  <a:pt x="1347094" y="425562"/>
                  <a:pt x="1350294" y="424739"/>
                </a:cubicBezTo>
                <a:cubicBezTo>
                  <a:pt x="1353495" y="423824"/>
                  <a:pt x="1356695" y="423550"/>
                  <a:pt x="1359987" y="423916"/>
                </a:cubicBezTo>
                <a:cubicBezTo>
                  <a:pt x="1363279" y="424282"/>
                  <a:pt x="1366388" y="425287"/>
                  <a:pt x="1369223" y="426842"/>
                </a:cubicBezTo>
              </a:path>
              <a:path w="3889492" h="1195852">
                <a:moveTo>
                  <a:pt x="1378001" y="431688"/>
                </a:moveTo>
                <a:lnTo>
                  <a:pt x="1382298" y="434157"/>
                </a:lnTo>
                <a:cubicBezTo>
                  <a:pt x="1385225" y="435712"/>
                  <a:pt x="1387693" y="437815"/>
                  <a:pt x="1389705" y="440375"/>
                </a:cubicBezTo>
                <a:cubicBezTo>
                  <a:pt x="1391808" y="443027"/>
                  <a:pt x="1393271" y="445861"/>
                  <a:pt x="1394186" y="449062"/>
                </a:cubicBezTo>
                <a:cubicBezTo>
                  <a:pt x="1395100" y="452262"/>
                  <a:pt x="1395374" y="455463"/>
                  <a:pt x="1395009" y="458754"/>
                </a:cubicBezTo>
                <a:cubicBezTo>
                  <a:pt x="1394643" y="462046"/>
                  <a:pt x="1393637" y="465064"/>
                  <a:pt x="1391991" y="467990"/>
                </a:cubicBezTo>
                <a:cubicBezTo>
                  <a:pt x="1390437" y="470916"/>
                  <a:pt x="1388334" y="473385"/>
                  <a:pt x="1385682" y="475397"/>
                </a:cubicBezTo>
                <a:cubicBezTo>
                  <a:pt x="1383121" y="477500"/>
                  <a:pt x="1380195" y="478963"/>
                  <a:pt x="1377086" y="479877"/>
                </a:cubicBezTo>
                <a:cubicBezTo>
                  <a:pt x="1373886" y="480792"/>
                  <a:pt x="1370686" y="481066"/>
                  <a:pt x="1367394" y="480609"/>
                </a:cubicBezTo>
                <a:cubicBezTo>
                  <a:pt x="1364102" y="480243"/>
                  <a:pt x="1360993" y="479237"/>
                  <a:pt x="1358067" y="477683"/>
                </a:cubicBezTo>
                <a:lnTo>
                  <a:pt x="1353769" y="475214"/>
                </a:lnTo>
                <a:cubicBezTo>
                  <a:pt x="1350843" y="473659"/>
                  <a:pt x="1348374" y="471556"/>
                  <a:pt x="1346271" y="468996"/>
                </a:cubicBezTo>
                <a:cubicBezTo>
                  <a:pt x="1344259" y="466344"/>
                  <a:pt x="1342796" y="463509"/>
                  <a:pt x="1341882" y="460309"/>
                </a:cubicBezTo>
                <a:cubicBezTo>
                  <a:pt x="1340968" y="457109"/>
                  <a:pt x="1340693" y="453908"/>
                  <a:pt x="1341059" y="450616"/>
                </a:cubicBezTo>
                <a:cubicBezTo>
                  <a:pt x="1341425" y="447324"/>
                  <a:pt x="1342431" y="444307"/>
                  <a:pt x="1344077" y="441381"/>
                </a:cubicBezTo>
                <a:cubicBezTo>
                  <a:pt x="1345631" y="438455"/>
                  <a:pt x="1347734" y="435986"/>
                  <a:pt x="1350386" y="433974"/>
                </a:cubicBezTo>
                <a:cubicBezTo>
                  <a:pt x="1352946" y="431963"/>
                  <a:pt x="1355781" y="430408"/>
                  <a:pt x="1358981" y="429494"/>
                </a:cubicBezTo>
                <a:cubicBezTo>
                  <a:pt x="1362182" y="428579"/>
                  <a:pt x="1365382" y="428396"/>
                  <a:pt x="1368674" y="428762"/>
                </a:cubicBezTo>
                <a:cubicBezTo>
                  <a:pt x="1371966" y="429128"/>
                  <a:pt x="1375075" y="430134"/>
                  <a:pt x="1378001" y="431688"/>
                </a:cubicBezTo>
              </a:path>
              <a:path w="3889492" h="1195852">
                <a:moveTo>
                  <a:pt x="1386688" y="436535"/>
                </a:moveTo>
                <a:lnTo>
                  <a:pt x="1391077" y="439003"/>
                </a:lnTo>
                <a:cubicBezTo>
                  <a:pt x="1393911" y="440558"/>
                  <a:pt x="1396380" y="442661"/>
                  <a:pt x="1398483" y="445221"/>
                </a:cubicBezTo>
                <a:cubicBezTo>
                  <a:pt x="1400495" y="447873"/>
                  <a:pt x="1401958" y="450708"/>
                  <a:pt x="1402872" y="453908"/>
                </a:cubicBezTo>
                <a:cubicBezTo>
                  <a:pt x="1403787" y="457109"/>
                  <a:pt x="1404061" y="460309"/>
                  <a:pt x="1403695" y="463601"/>
                </a:cubicBezTo>
                <a:cubicBezTo>
                  <a:pt x="1403330" y="466893"/>
                  <a:pt x="1402324" y="469910"/>
                  <a:pt x="1400769" y="472836"/>
                </a:cubicBezTo>
                <a:cubicBezTo>
                  <a:pt x="1399123" y="475762"/>
                  <a:pt x="1397020" y="478231"/>
                  <a:pt x="1394460" y="480243"/>
                </a:cubicBezTo>
                <a:cubicBezTo>
                  <a:pt x="1391808" y="482255"/>
                  <a:pt x="1388974" y="483809"/>
                  <a:pt x="1385773" y="484723"/>
                </a:cubicBezTo>
                <a:cubicBezTo>
                  <a:pt x="1382573" y="485638"/>
                  <a:pt x="1379372" y="485821"/>
                  <a:pt x="1376081" y="485455"/>
                </a:cubicBezTo>
                <a:cubicBezTo>
                  <a:pt x="1372789" y="485089"/>
                  <a:pt x="1369680" y="484083"/>
                  <a:pt x="1366845" y="482529"/>
                </a:cubicBezTo>
                <a:lnTo>
                  <a:pt x="1362456" y="480060"/>
                </a:lnTo>
                <a:cubicBezTo>
                  <a:pt x="1359530" y="478506"/>
                  <a:pt x="1357061" y="476402"/>
                  <a:pt x="1355049" y="473842"/>
                </a:cubicBezTo>
                <a:cubicBezTo>
                  <a:pt x="1352946" y="471190"/>
                  <a:pt x="1351483" y="468356"/>
                  <a:pt x="1350569" y="465155"/>
                </a:cubicBezTo>
                <a:cubicBezTo>
                  <a:pt x="1349654" y="461955"/>
                  <a:pt x="1349380" y="458754"/>
                  <a:pt x="1349837" y="455463"/>
                </a:cubicBezTo>
                <a:cubicBezTo>
                  <a:pt x="1350203" y="452171"/>
                  <a:pt x="1351117" y="449153"/>
                  <a:pt x="1352763" y="446227"/>
                </a:cubicBezTo>
                <a:cubicBezTo>
                  <a:pt x="1354409" y="443301"/>
                  <a:pt x="1356512" y="440832"/>
                  <a:pt x="1359073" y="438821"/>
                </a:cubicBezTo>
                <a:cubicBezTo>
                  <a:pt x="1361633" y="436717"/>
                  <a:pt x="1364559" y="435254"/>
                  <a:pt x="1367760" y="434340"/>
                </a:cubicBezTo>
                <a:cubicBezTo>
                  <a:pt x="1370868" y="433426"/>
                  <a:pt x="1374160" y="433243"/>
                  <a:pt x="1377452" y="433608"/>
                </a:cubicBezTo>
                <a:cubicBezTo>
                  <a:pt x="1380653" y="433974"/>
                  <a:pt x="1383762" y="434980"/>
                  <a:pt x="1386688" y="436535"/>
                </a:cubicBezTo>
              </a:path>
              <a:path w="3889492" h="1195852">
                <a:moveTo>
                  <a:pt x="1395374" y="441381"/>
                </a:moveTo>
                <a:lnTo>
                  <a:pt x="1399764" y="443758"/>
                </a:lnTo>
                <a:cubicBezTo>
                  <a:pt x="1402690" y="445404"/>
                  <a:pt x="1405158" y="447507"/>
                  <a:pt x="1407170" y="450068"/>
                </a:cubicBezTo>
                <a:cubicBezTo>
                  <a:pt x="1409273" y="452719"/>
                  <a:pt x="1410736" y="455554"/>
                  <a:pt x="1411651" y="458754"/>
                </a:cubicBezTo>
                <a:cubicBezTo>
                  <a:pt x="1412565" y="461955"/>
                  <a:pt x="1412839" y="465155"/>
                  <a:pt x="1412382" y="468447"/>
                </a:cubicBezTo>
                <a:cubicBezTo>
                  <a:pt x="1412016" y="471739"/>
                  <a:pt x="1411011" y="474756"/>
                  <a:pt x="1409456" y="477683"/>
                </a:cubicBezTo>
                <a:cubicBezTo>
                  <a:pt x="1407810" y="480517"/>
                  <a:pt x="1405707" y="482986"/>
                  <a:pt x="1403147" y="485089"/>
                </a:cubicBezTo>
                <a:cubicBezTo>
                  <a:pt x="1400586" y="487101"/>
                  <a:pt x="1397660" y="488655"/>
                  <a:pt x="1394460" y="489570"/>
                </a:cubicBezTo>
                <a:cubicBezTo>
                  <a:pt x="1391351" y="490393"/>
                  <a:pt x="1388059" y="490667"/>
                  <a:pt x="1384767" y="490301"/>
                </a:cubicBezTo>
                <a:cubicBezTo>
                  <a:pt x="1381476" y="489936"/>
                  <a:pt x="1378458" y="488930"/>
                  <a:pt x="1375532" y="487375"/>
                </a:cubicBezTo>
                <a:lnTo>
                  <a:pt x="1371143" y="484906"/>
                </a:lnTo>
                <a:cubicBezTo>
                  <a:pt x="1368308" y="483352"/>
                  <a:pt x="1365839" y="481249"/>
                  <a:pt x="1363736" y="478688"/>
                </a:cubicBezTo>
                <a:cubicBezTo>
                  <a:pt x="1361724" y="476037"/>
                  <a:pt x="1360261" y="473202"/>
                  <a:pt x="1359347" y="470002"/>
                </a:cubicBezTo>
                <a:cubicBezTo>
                  <a:pt x="1358433" y="466801"/>
                  <a:pt x="1358158" y="463601"/>
                  <a:pt x="1358524" y="460309"/>
                </a:cubicBezTo>
                <a:cubicBezTo>
                  <a:pt x="1358890" y="457017"/>
                  <a:pt x="1359896" y="453908"/>
                  <a:pt x="1361450" y="451074"/>
                </a:cubicBezTo>
                <a:cubicBezTo>
                  <a:pt x="1363096" y="448147"/>
                  <a:pt x="1365199" y="445679"/>
                  <a:pt x="1367760" y="443667"/>
                </a:cubicBezTo>
                <a:cubicBezTo>
                  <a:pt x="1370411" y="441564"/>
                  <a:pt x="1373246" y="440101"/>
                  <a:pt x="1376446" y="439186"/>
                </a:cubicBezTo>
                <a:cubicBezTo>
                  <a:pt x="1379647" y="438272"/>
                  <a:pt x="1382847" y="437998"/>
                  <a:pt x="1386139" y="438455"/>
                </a:cubicBezTo>
                <a:cubicBezTo>
                  <a:pt x="1389431" y="438821"/>
                  <a:pt x="1392540" y="439826"/>
                  <a:pt x="1395374" y="441381"/>
                </a:cubicBezTo>
              </a:path>
              <a:path w="3889492" h="1195852">
                <a:moveTo>
                  <a:pt x="1404153" y="446227"/>
                </a:moveTo>
                <a:lnTo>
                  <a:pt x="1408450" y="448605"/>
                </a:lnTo>
                <a:cubicBezTo>
                  <a:pt x="1411376" y="450251"/>
                  <a:pt x="1413845" y="452354"/>
                  <a:pt x="1415857" y="454914"/>
                </a:cubicBezTo>
                <a:cubicBezTo>
                  <a:pt x="1417960" y="457474"/>
                  <a:pt x="1419423" y="460400"/>
                  <a:pt x="1420338" y="463601"/>
                </a:cubicBezTo>
                <a:cubicBezTo>
                  <a:pt x="1421252" y="466710"/>
                  <a:pt x="1421526" y="470002"/>
                  <a:pt x="1421160" y="473293"/>
                </a:cubicBezTo>
                <a:cubicBezTo>
                  <a:pt x="1420795" y="476494"/>
                  <a:pt x="1419789" y="479603"/>
                  <a:pt x="1418143" y="482529"/>
                </a:cubicBezTo>
                <a:cubicBezTo>
                  <a:pt x="1416588" y="485364"/>
                  <a:pt x="1414485" y="487832"/>
                  <a:pt x="1411834" y="489936"/>
                </a:cubicBezTo>
                <a:cubicBezTo>
                  <a:pt x="1409273" y="491947"/>
                  <a:pt x="1406439" y="493410"/>
                  <a:pt x="1403238" y="494325"/>
                </a:cubicBezTo>
                <a:cubicBezTo>
                  <a:pt x="1400038" y="495239"/>
                  <a:pt x="1396837" y="495513"/>
                  <a:pt x="1393546" y="495148"/>
                </a:cubicBezTo>
                <a:cubicBezTo>
                  <a:pt x="1390254" y="494782"/>
                  <a:pt x="1387145" y="493776"/>
                  <a:pt x="1384219" y="492222"/>
                </a:cubicBezTo>
                <a:lnTo>
                  <a:pt x="1379921" y="489753"/>
                </a:lnTo>
                <a:cubicBezTo>
                  <a:pt x="1376995" y="488198"/>
                  <a:pt x="1374526" y="486095"/>
                  <a:pt x="1372514" y="483443"/>
                </a:cubicBezTo>
                <a:cubicBezTo>
                  <a:pt x="1370411" y="480883"/>
                  <a:pt x="1368948" y="478048"/>
                  <a:pt x="1368034" y="474848"/>
                </a:cubicBezTo>
                <a:cubicBezTo>
                  <a:pt x="1367119" y="471648"/>
                  <a:pt x="1366845" y="468447"/>
                  <a:pt x="1367211" y="465155"/>
                </a:cubicBezTo>
                <a:cubicBezTo>
                  <a:pt x="1367577" y="461863"/>
                  <a:pt x="1368582" y="458754"/>
                  <a:pt x="1370228" y="455920"/>
                </a:cubicBezTo>
                <a:cubicBezTo>
                  <a:pt x="1371783" y="452994"/>
                  <a:pt x="1373886" y="450525"/>
                  <a:pt x="1376538" y="448513"/>
                </a:cubicBezTo>
                <a:cubicBezTo>
                  <a:pt x="1379098" y="446410"/>
                  <a:pt x="1381933" y="444947"/>
                  <a:pt x="1385133" y="444033"/>
                </a:cubicBezTo>
                <a:cubicBezTo>
                  <a:pt x="1388334" y="443118"/>
                  <a:pt x="1391534" y="442844"/>
                  <a:pt x="1394826" y="443210"/>
                </a:cubicBezTo>
                <a:cubicBezTo>
                  <a:pt x="1398118" y="443667"/>
                  <a:pt x="1401227" y="444581"/>
                  <a:pt x="1404153" y="446227"/>
                </a:cubicBezTo>
              </a:path>
              <a:path w="3889492" h="1195852">
                <a:moveTo>
                  <a:pt x="1412839" y="451074"/>
                </a:moveTo>
                <a:lnTo>
                  <a:pt x="1417229" y="453451"/>
                </a:lnTo>
                <a:cubicBezTo>
                  <a:pt x="1420063" y="455097"/>
                  <a:pt x="1422532" y="457200"/>
                  <a:pt x="1424635" y="459760"/>
                </a:cubicBezTo>
                <a:cubicBezTo>
                  <a:pt x="1426647" y="462321"/>
                  <a:pt x="1428110" y="465247"/>
                  <a:pt x="1429024" y="468447"/>
                </a:cubicBezTo>
                <a:cubicBezTo>
                  <a:pt x="1429939" y="471556"/>
                  <a:pt x="1430213" y="474848"/>
                  <a:pt x="1429847" y="478140"/>
                </a:cubicBezTo>
                <a:cubicBezTo>
                  <a:pt x="1429482" y="481340"/>
                  <a:pt x="1428476" y="484449"/>
                  <a:pt x="1426921" y="487375"/>
                </a:cubicBezTo>
                <a:cubicBezTo>
                  <a:pt x="1425275" y="490210"/>
                  <a:pt x="1423172" y="492679"/>
                  <a:pt x="1420612" y="494782"/>
                </a:cubicBezTo>
                <a:cubicBezTo>
                  <a:pt x="1417960" y="496794"/>
                  <a:pt x="1415125" y="498257"/>
                  <a:pt x="1411925" y="499171"/>
                </a:cubicBezTo>
                <a:cubicBezTo>
                  <a:pt x="1408725" y="500085"/>
                  <a:pt x="1405524" y="500360"/>
                  <a:pt x="1402232" y="499994"/>
                </a:cubicBezTo>
                <a:cubicBezTo>
                  <a:pt x="1398941" y="499628"/>
                  <a:pt x="1395832" y="498622"/>
                  <a:pt x="1392997" y="497068"/>
                </a:cubicBezTo>
                <a:lnTo>
                  <a:pt x="1388608" y="494599"/>
                </a:lnTo>
                <a:cubicBezTo>
                  <a:pt x="1385682" y="493044"/>
                  <a:pt x="1383213" y="490941"/>
                  <a:pt x="1381201" y="488290"/>
                </a:cubicBezTo>
                <a:cubicBezTo>
                  <a:pt x="1379098" y="485729"/>
                  <a:pt x="1377635" y="482895"/>
                  <a:pt x="1376721" y="479694"/>
                </a:cubicBezTo>
                <a:cubicBezTo>
                  <a:pt x="1375806" y="476494"/>
                  <a:pt x="1375532" y="473293"/>
                  <a:pt x="1375989" y="470002"/>
                </a:cubicBezTo>
                <a:cubicBezTo>
                  <a:pt x="1376355" y="466710"/>
                  <a:pt x="1377361" y="463601"/>
                  <a:pt x="1378915" y="460766"/>
                </a:cubicBezTo>
                <a:cubicBezTo>
                  <a:pt x="1380561" y="457840"/>
                  <a:pt x="1382664" y="455371"/>
                  <a:pt x="1385225" y="453360"/>
                </a:cubicBezTo>
                <a:cubicBezTo>
                  <a:pt x="1387785" y="451256"/>
                  <a:pt x="1390711" y="449793"/>
                  <a:pt x="1393911" y="448879"/>
                </a:cubicBezTo>
                <a:cubicBezTo>
                  <a:pt x="1397020" y="447965"/>
                  <a:pt x="1400312" y="447690"/>
                  <a:pt x="1403604" y="448056"/>
                </a:cubicBezTo>
                <a:cubicBezTo>
                  <a:pt x="1406896" y="448422"/>
                  <a:pt x="1409913" y="449428"/>
                  <a:pt x="1412839" y="451074"/>
                </a:cubicBezTo>
              </a:path>
              <a:path w="3889492" h="1195852">
                <a:moveTo>
                  <a:pt x="1421526" y="455920"/>
                </a:moveTo>
                <a:lnTo>
                  <a:pt x="1425915" y="458297"/>
                </a:lnTo>
                <a:cubicBezTo>
                  <a:pt x="1428841" y="459943"/>
                  <a:pt x="1431310" y="462046"/>
                  <a:pt x="1433322" y="464607"/>
                </a:cubicBezTo>
                <a:cubicBezTo>
                  <a:pt x="1435425" y="467167"/>
                  <a:pt x="1436888" y="470093"/>
                  <a:pt x="1437803" y="473293"/>
                </a:cubicBezTo>
                <a:cubicBezTo>
                  <a:pt x="1438717" y="476402"/>
                  <a:pt x="1438991" y="479694"/>
                  <a:pt x="1438534" y="482895"/>
                </a:cubicBezTo>
                <a:cubicBezTo>
                  <a:pt x="1438168" y="486186"/>
                  <a:pt x="1437162" y="489295"/>
                  <a:pt x="1435608" y="492222"/>
                </a:cubicBezTo>
                <a:cubicBezTo>
                  <a:pt x="1433962" y="495056"/>
                  <a:pt x="1431859" y="497525"/>
                  <a:pt x="1429299" y="499628"/>
                </a:cubicBezTo>
                <a:cubicBezTo>
                  <a:pt x="1426738" y="501640"/>
                  <a:pt x="1423812" y="503103"/>
                  <a:pt x="1420612" y="504017"/>
                </a:cubicBezTo>
                <a:cubicBezTo>
                  <a:pt x="1417503" y="504932"/>
                  <a:pt x="1414211" y="505206"/>
                  <a:pt x="1410919" y="504840"/>
                </a:cubicBezTo>
                <a:cubicBezTo>
                  <a:pt x="1407627" y="504474"/>
                  <a:pt x="1404610" y="503469"/>
                  <a:pt x="1401684" y="501823"/>
                </a:cubicBezTo>
                <a:lnTo>
                  <a:pt x="1397295" y="499445"/>
                </a:lnTo>
                <a:cubicBezTo>
                  <a:pt x="1394460" y="497799"/>
                  <a:pt x="1391991" y="495788"/>
                  <a:pt x="1389888" y="493136"/>
                </a:cubicBezTo>
                <a:cubicBezTo>
                  <a:pt x="1387876" y="490576"/>
                  <a:pt x="1386413" y="487650"/>
                  <a:pt x="1385499" y="484541"/>
                </a:cubicBezTo>
                <a:cubicBezTo>
                  <a:pt x="1384584" y="481340"/>
                  <a:pt x="1384310" y="478140"/>
                  <a:pt x="1384676" y="474848"/>
                </a:cubicBezTo>
                <a:cubicBezTo>
                  <a:pt x="1385042" y="471556"/>
                  <a:pt x="1386048" y="468447"/>
                  <a:pt x="1387602" y="465612"/>
                </a:cubicBezTo>
                <a:cubicBezTo>
                  <a:pt x="1389248" y="462686"/>
                  <a:pt x="1391351" y="460218"/>
                  <a:pt x="1393911" y="458206"/>
                </a:cubicBezTo>
                <a:cubicBezTo>
                  <a:pt x="1396563" y="456103"/>
                  <a:pt x="1399398" y="454640"/>
                  <a:pt x="1402598" y="453725"/>
                </a:cubicBezTo>
                <a:cubicBezTo>
                  <a:pt x="1405799" y="452811"/>
                  <a:pt x="1408999" y="452537"/>
                  <a:pt x="1412291" y="452902"/>
                </a:cubicBezTo>
                <a:cubicBezTo>
                  <a:pt x="1415583" y="453268"/>
                  <a:pt x="1418692" y="454274"/>
                  <a:pt x="1421526" y="455920"/>
                </a:cubicBezTo>
              </a:path>
              <a:path w="3889492" h="1195852">
                <a:moveTo>
                  <a:pt x="1430304" y="460766"/>
                </a:moveTo>
                <a:lnTo>
                  <a:pt x="1434602" y="463144"/>
                </a:lnTo>
                <a:cubicBezTo>
                  <a:pt x="1437528" y="464790"/>
                  <a:pt x="1439997" y="466893"/>
                  <a:pt x="1442009" y="469453"/>
                </a:cubicBezTo>
                <a:cubicBezTo>
                  <a:pt x="1444112" y="472013"/>
                  <a:pt x="1445575" y="474939"/>
                  <a:pt x="1446489" y="478048"/>
                </a:cubicBezTo>
                <a:cubicBezTo>
                  <a:pt x="1447404" y="481249"/>
                  <a:pt x="1447678" y="484449"/>
                  <a:pt x="1447312" y="487741"/>
                </a:cubicBezTo>
                <a:cubicBezTo>
                  <a:pt x="1446947" y="491033"/>
                  <a:pt x="1445941" y="494142"/>
                  <a:pt x="1444295" y="497068"/>
                </a:cubicBezTo>
                <a:cubicBezTo>
                  <a:pt x="1442740" y="499902"/>
                  <a:pt x="1440637" y="502371"/>
                  <a:pt x="1437985" y="504474"/>
                </a:cubicBezTo>
                <a:cubicBezTo>
                  <a:pt x="1435425" y="506486"/>
                  <a:pt x="1432590" y="507949"/>
                  <a:pt x="1429390" y="508864"/>
                </a:cubicBezTo>
                <a:cubicBezTo>
                  <a:pt x="1426190" y="509778"/>
                  <a:pt x="1422989" y="510052"/>
                  <a:pt x="1419697" y="509687"/>
                </a:cubicBezTo>
                <a:cubicBezTo>
                  <a:pt x="1416406" y="509321"/>
                  <a:pt x="1413297" y="508315"/>
                  <a:pt x="1410371" y="506669"/>
                </a:cubicBezTo>
                <a:lnTo>
                  <a:pt x="1406073" y="504292"/>
                </a:lnTo>
                <a:cubicBezTo>
                  <a:pt x="1403147" y="502646"/>
                  <a:pt x="1400678" y="500543"/>
                  <a:pt x="1398666" y="497982"/>
                </a:cubicBezTo>
                <a:cubicBezTo>
                  <a:pt x="1396563" y="495422"/>
                  <a:pt x="1395100" y="492496"/>
                  <a:pt x="1394186" y="489387"/>
                </a:cubicBezTo>
                <a:cubicBezTo>
                  <a:pt x="1393271" y="486186"/>
                  <a:pt x="1392997" y="482986"/>
                  <a:pt x="1393363" y="479694"/>
                </a:cubicBezTo>
                <a:cubicBezTo>
                  <a:pt x="1393728" y="476402"/>
                  <a:pt x="1394734" y="473293"/>
                  <a:pt x="1396380" y="470459"/>
                </a:cubicBezTo>
                <a:cubicBezTo>
                  <a:pt x="1397935" y="467533"/>
                  <a:pt x="1400038" y="465064"/>
                  <a:pt x="1402690" y="462961"/>
                </a:cubicBezTo>
                <a:cubicBezTo>
                  <a:pt x="1405250" y="460949"/>
                  <a:pt x="1408176" y="459486"/>
                  <a:pt x="1411285" y="458572"/>
                </a:cubicBezTo>
                <a:cubicBezTo>
                  <a:pt x="1414485" y="457657"/>
                  <a:pt x="1417686" y="457383"/>
                  <a:pt x="1420978" y="457749"/>
                </a:cubicBezTo>
                <a:cubicBezTo>
                  <a:pt x="1424269" y="458114"/>
                  <a:pt x="1427378" y="459120"/>
                  <a:pt x="1430304" y="460766"/>
                </a:cubicBezTo>
              </a:path>
              <a:path w="3889492" h="1195852">
                <a:moveTo>
                  <a:pt x="1438991" y="465612"/>
                </a:moveTo>
                <a:lnTo>
                  <a:pt x="1443380" y="467990"/>
                </a:lnTo>
                <a:cubicBezTo>
                  <a:pt x="1446215" y="469636"/>
                  <a:pt x="1448684" y="471739"/>
                  <a:pt x="1450787" y="474299"/>
                </a:cubicBezTo>
                <a:cubicBezTo>
                  <a:pt x="1452799" y="476860"/>
                  <a:pt x="1454353" y="479786"/>
                  <a:pt x="1455176" y="482895"/>
                </a:cubicBezTo>
                <a:cubicBezTo>
                  <a:pt x="1456091" y="486095"/>
                  <a:pt x="1456365" y="489295"/>
                  <a:pt x="1455999" y="492587"/>
                </a:cubicBezTo>
                <a:cubicBezTo>
                  <a:pt x="1455633" y="495879"/>
                  <a:pt x="1454628" y="498988"/>
                  <a:pt x="1453073" y="501823"/>
                </a:cubicBezTo>
                <a:cubicBezTo>
                  <a:pt x="1451427" y="504749"/>
                  <a:pt x="1449324" y="507218"/>
                  <a:pt x="1446764" y="509229"/>
                </a:cubicBezTo>
                <a:cubicBezTo>
                  <a:pt x="1444112" y="511332"/>
                  <a:pt x="1441277" y="512796"/>
                  <a:pt x="1438077" y="513710"/>
                </a:cubicBezTo>
                <a:cubicBezTo>
                  <a:pt x="1434876" y="514624"/>
                  <a:pt x="1431676" y="514899"/>
                  <a:pt x="1428384" y="514533"/>
                </a:cubicBezTo>
                <a:cubicBezTo>
                  <a:pt x="1425092" y="514167"/>
                  <a:pt x="1421983" y="513161"/>
                  <a:pt x="1419149" y="511515"/>
                </a:cubicBezTo>
                <a:lnTo>
                  <a:pt x="1414760" y="509138"/>
                </a:lnTo>
                <a:cubicBezTo>
                  <a:pt x="1411925" y="507492"/>
                  <a:pt x="1409365" y="505389"/>
                  <a:pt x="1407353" y="502829"/>
                </a:cubicBezTo>
                <a:cubicBezTo>
                  <a:pt x="1405341" y="500268"/>
                  <a:pt x="1403787" y="497342"/>
                  <a:pt x="1402872" y="494233"/>
                </a:cubicBezTo>
                <a:cubicBezTo>
                  <a:pt x="1401958" y="491033"/>
                  <a:pt x="1401775" y="487741"/>
                  <a:pt x="1402141" y="484541"/>
                </a:cubicBezTo>
                <a:cubicBezTo>
                  <a:pt x="1402507" y="481249"/>
                  <a:pt x="1403513" y="478140"/>
                  <a:pt x="1405067" y="475214"/>
                </a:cubicBezTo>
                <a:cubicBezTo>
                  <a:pt x="1406713" y="472379"/>
                  <a:pt x="1408816" y="469910"/>
                  <a:pt x="1411376" y="467807"/>
                </a:cubicBezTo>
                <a:cubicBezTo>
                  <a:pt x="1413937" y="465795"/>
                  <a:pt x="1416863" y="464332"/>
                  <a:pt x="1420063" y="463418"/>
                </a:cubicBezTo>
                <a:cubicBezTo>
                  <a:pt x="1423172" y="462504"/>
                  <a:pt x="1426464" y="462229"/>
                  <a:pt x="1429756" y="462595"/>
                </a:cubicBezTo>
                <a:cubicBezTo>
                  <a:pt x="1433048" y="462961"/>
                  <a:pt x="1436065" y="463967"/>
                  <a:pt x="1438991" y="465612"/>
                </a:cubicBezTo>
              </a:path>
              <a:path w="3889492" h="1195852">
                <a:moveTo>
                  <a:pt x="1447678" y="470459"/>
                </a:moveTo>
                <a:lnTo>
                  <a:pt x="1452067" y="472836"/>
                </a:lnTo>
                <a:cubicBezTo>
                  <a:pt x="1454993" y="474482"/>
                  <a:pt x="1457462" y="476494"/>
                  <a:pt x="1459474" y="479146"/>
                </a:cubicBezTo>
                <a:cubicBezTo>
                  <a:pt x="1461577" y="481706"/>
                  <a:pt x="1463040" y="484632"/>
                  <a:pt x="1463954" y="487741"/>
                </a:cubicBezTo>
                <a:cubicBezTo>
                  <a:pt x="1464869" y="490941"/>
                  <a:pt x="1465143" y="494142"/>
                  <a:pt x="1464777" y="497434"/>
                </a:cubicBezTo>
                <a:cubicBezTo>
                  <a:pt x="1464320" y="500725"/>
                  <a:pt x="1463406" y="503834"/>
                  <a:pt x="1461760" y="506669"/>
                </a:cubicBezTo>
                <a:cubicBezTo>
                  <a:pt x="1460114" y="509595"/>
                  <a:pt x="1458011" y="512064"/>
                  <a:pt x="1455450" y="514076"/>
                </a:cubicBezTo>
                <a:cubicBezTo>
                  <a:pt x="1452890" y="516179"/>
                  <a:pt x="1449964" y="517642"/>
                  <a:pt x="1446855" y="518556"/>
                </a:cubicBezTo>
                <a:cubicBezTo>
                  <a:pt x="1443655" y="519471"/>
                  <a:pt x="1440363" y="519745"/>
                  <a:pt x="1437071" y="519379"/>
                </a:cubicBezTo>
                <a:cubicBezTo>
                  <a:pt x="1433871" y="519013"/>
                  <a:pt x="1430762" y="518008"/>
                  <a:pt x="1427836" y="516362"/>
                </a:cubicBezTo>
                <a:lnTo>
                  <a:pt x="1423446" y="513984"/>
                </a:lnTo>
                <a:cubicBezTo>
                  <a:pt x="1420612" y="512338"/>
                  <a:pt x="1418143" y="510235"/>
                  <a:pt x="1416040" y="507675"/>
                </a:cubicBezTo>
                <a:cubicBezTo>
                  <a:pt x="1414028" y="505115"/>
                  <a:pt x="1412565" y="502188"/>
                  <a:pt x="1411651" y="498988"/>
                </a:cubicBezTo>
                <a:cubicBezTo>
                  <a:pt x="1410736" y="495879"/>
                  <a:pt x="1410462" y="492587"/>
                  <a:pt x="1410828" y="489387"/>
                </a:cubicBezTo>
                <a:cubicBezTo>
                  <a:pt x="1411194" y="486095"/>
                  <a:pt x="1412199" y="482986"/>
                  <a:pt x="1413845" y="480060"/>
                </a:cubicBezTo>
                <a:cubicBezTo>
                  <a:pt x="1415400" y="477225"/>
                  <a:pt x="1417503" y="474756"/>
                  <a:pt x="1420063" y="472653"/>
                </a:cubicBezTo>
                <a:cubicBezTo>
                  <a:pt x="1422715" y="470642"/>
                  <a:pt x="1425550" y="469179"/>
                  <a:pt x="1428750" y="468264"/>
                </a:cubicBezTo>
                <a:cubicBezTo>
                  <a:pt x="1431950" y="467350"/>
                  <a:pt x="1435151" y="467076"/>
                  <a:pt x="1438443" y="467441"/>
                </a:cubicBezTo>
                <a:cubicBezTo>
                  <a:pt x="1441734" y="467807"/>
                  <a:pt x="1444843" y="468813"/>
                  <a:pt x="1447678" y="470459"/>
                </a:cubicBezTo>
              </a:path>
              <a:path w="3889492" h="1195852">
                <a:moveTo>
                  <a:pt x="1456456" y="475214"/>
                </a:moveTo>
                <a:lnTo>
                  <a:pt x="1460754" y="477683"/>
                </a:lnTo>
                <a:cubicBezTo>
                  <a:pt x="1463680" y="479237"/>
                  <a:pt x="1466149" y="481340"/>
                  <a:pt x="1468252" y="483992"/>
                </a:cubicBezTo>
                <a:cubicBezTo>
                  <a:pt x="1470264" y="486552"/>
                  <a:pt x="1471727" y="489387"/>
                  <a:pt x="1472641" y="492587"/>
                </a:cubicBezTo>
                <a:cubicBezTo>
                  <a:pt x="1473556" y="495788"/>
                  <a:pt x="1473830" y="498988"/>
                  <a:pt x="1473464" y="502280"/>
                </a:cubicBezTo>
                <a:cubicBezTo>
                  <a:pt x="1473098" y="505572"/>
                  <a:pt x="1472093" y="508681"/>
                  <a:pt x="1470447" y="511515"/>
                </a:cubicBezTo>
                <a:cubicBezTo>
                  <a:pt x="1468892" y="514441"/>
                  <a:pt x="1466789" y="516910"/>
                  <a:pt x="1464229" y="518922"/>
                </a:cubicBezTo>
                <a:cubicBezTo>
                  <a:pt x="1461577" y="521025"/>
                  <a:pt x="1458742" y="522488"/>
                  <a:pt x="1455542" y="523403"/>
                </a:cubicBezTo>
                <a:cubicBezTo>
                  <a:pt x="1452342" y="524317"/>
                  <a:pt x="1449141" y="524591"/>
                  <a:pt x="1445849" y="524226"/>
                </a:cubicBezTo>
                <a:cubicBezTo>
                  <a:pt x="1442557" y="523768"/>
                  <a:pt x="1439448" y="522854"/>
                  <a:pt x="1436614" y="521208"/>
                </a:cubicBezTo>
                <a:lnTo>
                  <a:pt x="1432225" y="518831"/>
                </a:lnTo>
                <a:cubicBezTo>
                  <a:pt x="1429299" y="517185"/>
                  <a:pt x="1426830" y="515082"/>
                  <a:pt x="1424818" y="512521"/>
                </a:cubicBezTo>
                <a:cubicBezTo>
                  <a:pt x="1422715" y="509961"/>
                  <a:pt x="1421252" y="507035"/>
                  <a:pt x="1420338" y="503834"/>
                </a:cubicBezTo>
                <a:cubicBezTo>
                  <a:pt x="1419423" y="500725"/>
                  <a:pt x="1419149" y="497434"/>
                  <a:pt x="1419515" y="494142"/>
                </a:cubicBezTo>
                <a:cubicBezTo>
                  <a:pt x="1419880" y="490941"/>
                  <a:pt x="1420886" y="487832"/>
                  <a:pt x="1422532" y="484906"/>
                </a:cubicBezTo>
                <a:cubicBezTo>
                  <a:pt x="1424087" y="482072"/>
                  <a:pt x="1426190" y="479603"/>
                  <a:pt x="1428841" y="477500"/>
                </a:cubicBezTo>
                <a:cubicBezTo>
                  <a:pt x="1431402" y="475488"/>
                  <a:pt x="1434328" y="474025"/>
                  <a:pt x="1437437" y="473111"/>
                </a:cubicBezTo>
                <a:cubicBezTo>
                  <a:pt x="1440637" y="472196"/>
                  <a:pt x="1443838" y="471922"/>
                  <a:pt x="1447129" y="472288"/>
                </a:cubicBezTo>
                <a:cubicBezTo>
                  <a:pt x="1450421" y="472653"/>
                  <a:pt x="1453530" y="473659"/>
                  <a:pt x="1456456" y="475214"/>
                </a:cubicBezTo>
              </a:path>
              <a:path w="3889492" h="1195852">
                <a:moveTo>
                  <a:pt x="1465143" y="480060"/>
                </a:moveTo>
                <a:lnTo>
                  <a:pt x="1469532" y="482529"/>
                </a:lnTo>
                <a:cubicBezTo>
                  <a:pt x="1472367" y="484083"/>
                  <a:pt x="1474836" y="486186"/>
                  <a:pt x="1476939" y="488838"/>
                </a:cubicBezTo>
                <a:cubicBezTo>
                  <a:pt x="1478951" y="491399"/>
                  <a:pt x="1480505" y="494233"/>
                  <a:pt x="1481419" y="497434"/>
                </a:cubicBezTo>
                <a:cubicBezTo>
                  <a:pt x="1482242" y="500634"/>
                  <a:pt x="1482517" y="503834"/>
                  <a:pt x="1482151" y="507126"/>
                </a:cubicBezTo>
                <a:cubicBezTo>
                  <a:pt x="1481785" y="510418"/>
                  <a:pt x="1480779" y="513527"/>
                  <a:pt x="1479225" y="516362"/>
                </a:cubicBezTo>
                <a:cubicBezTo>
                  <a:pt x="1477579" y="519288"/>
                  <a:pt x="1475476" y="521757"/>
                  <a:pt x="1472916" y="523768"/>
                </a:cubicBezTo>
                <a:cubicBezTo>
                  <a:pt x="1470355" y="525871"/>
                  <a:pt x="1467429" y="527334"/>
                  <a:pt x="1464229" y="528249"/>
                </a:cubicBezTo>
                <a:cubicBezTo>
                  <a:pt x="1461028" y="529163"/>
                  <a:pt x="1457828" y="529438"/>
                  <a:pt x="1454536" y="529072"/>
                </a:cubicBezTo>
                <a:cubicBezTo>
                  <a:pt x="1451244" y="528615"/>
                  <a:pt x="1448135" y="527700"/>
                  <a:pt x="1445301" y="526054"/>
                </a:cubicBezTo>
                <a:lnTo>
                  <a:pt x="1440912" y="523677"/>
                </a:lnTo>
                <a:cubicBezTo>
                  <a:pt x="1438077" y="522031"/>
                  <a:pt x="1435608" y="519928"/>
                  <a:pt x="1433505" y="517368"/>
                </a:cubicBezTo>
                <a:cubicBezTo>
                  <a:pt x="1431493" y="514807"/>
                  <a:pt x="1429939" y="511881"/>
                  <a:pt x="1429024" y="508681"/>
                </a:cubicBezTo>
                <a:cubicBezTo>
                  <a:pt x="1428110" y="505572"/>
                  <a:pt x="1427927" y="502280"/>
                  <a:pt x="1428293" y="498988"/>
                </a:cubicBezTo>
                <a:cubicBezTo>
                  <a:pt x="1428659" y="495696"/>
                  <a:pt x="1429664" y="492679"/>
                  <a:pt x="1431219" y="489753"/>
                </a:cubicBezTo>
                <a:cubicBezTo>
                  <a:pt x="1432865" y="486918"/>
                  <a:pt x="1434968" y="484449"/>
                  <a:pt x="1437528" y="482346"/>
                </a:cubicBezTo>
                <a:cubicBezTo>
                  <a:pt x="1440089" y="480334"/>
                  <a:pt x="1443015" y="478780"/>
                  <a:pt x="1446215" y="477957"/>
                </a:cubicBezTo>
                <a:cubicBezTo>
                  <a:pt x="1449324" y="477042"/>
                  <a:pt x="1452616" y="476768"/>
                  <a:pt x="1455908" y="477134"/>
                </a:cubicBezTo>
                <a:cubicBezTo>
                  <a:pt x="1459200" y="477500"/>
                  <a:pt x="1462217" y="478506"/>
                  <a:pt x="1465143" y="480060"/>
                </a:cubicBezTo>
              </a:path>
              <a:path w="3889492" h="1195852">
                <a:moveTo>
                  <a:pt x="1473830" y="484906"/>
                </a:moveTo>
                <a:lnTo>
                  <a:pt x="1478219" y="487375"/>
                </a:lnTo>
                <a:cubicBezTo>
                  <a:pt x="1481145" y="488930"/>
                  <a:pt x="1483614" y="491033"/>
                  <a:pt x="1485626" y="493593"/>
                </a:cubicBezTo>
                <a:cubicBezTo>
                  <a:pt x="1487729" y="496245"/>
                  <a:pt x="1489192" y="499080"/>
                  <a:pt x="1490106" y="502280"/>
                </a:cubicBezTo>
                <a:cubicBezTo>
                  <a:pt x="1491021" y="505480"/>
                  <a:pt x="1491295" y="508681"/>
                  <a:pt x="1490929" y="511973"/>
                </a:cubicBezTo>
                <a:cubicBezTo>
                  <a:pt x="1490472" y="515264"/>
                  <a:pt x="1489558" y="518373"/>
                  <a:pt x="1487912" y="521208"/>
                </a:cubicBezTo>
                <a:cubicBezTo>
                  <a:pt x="1486357" y="524134"/>
                  <a:pt x="1484254" y="526603"/>
                  <a:pt x="1481602" y="528615"/>
                </a:cubicBezTo>
                <a:cubicBezTo>
                  <a:pt x="1479042" y="530718"/>
                  <a:pt x="1476116" y="532181"/>
                  <a:pt x="1473007" y="533095"/>
                </a:cubicBezTo>
                <a:cubicBezTo>
                  <a:pt x="1469807" y="534010"/>
                  <a:pt x="1466515" y="534284"/>
                  <a:pt x="1463314" y="533827"/>
                </a:cubicBezTo>
                <a:cubicBezTo>
                  <a:pt x="1460022" y="533461"/>
                  <a:pt x="1456914" y="532455"/>
                  <a:pt x="1453987" y="530901"/>
                </a:cubicBezTo>
                <a:lnTo>
                  <a:pt x="1449690" y="528432"/>
                </a:lnTo>
                <a:cubicBezTo>
                  <a:pt x="1446764" y="526877"/>
                  <a:pt x="1444295" y="524774"/>
                  <a:pt x="1442192" y="522214"/>
                </a:cubicBezTo>
                <a:cubicBezTo>
                  <a:pt x="1440180" y="519562"/>
                  <a:pt x="1438717" y="516727"/>
                  <a:pt x="1437803" y="513527"/>
                </a:cubicBezTo>
                <a:cubicBezTo>
                  <a:pt x="1436888" y="510327"/>
                  <a:pt x="1436614" y="507126"/>
                  <a:pt x="1436980" y="503834"/>
                </a:cubicBezTo>
                <a:cubicBezTo>
                  <a:pt x="1437345" y="500543"/>
                  <a:pt x="1438351" y="497525"/>
                  <a:pt x="1439997" y="494599"/>
                </a:cubicBezTo>
                <a:cubicBezTo>
                  <a:pt x="1441552" y="491673"/>
                  <a:pt x="1443655" y="489204"/>
                  <a:pt x="1446215" y="487192"/>
                </a:cubicBezTo>
                <a:cubicBezTo>
                  <a:pt x="1448867" y="485181"/>
                  <a:pt x="1451701" y="483626"/>
                  <a:pt x="1454902" y="482712"/>
                </a:cubicBezTo>
                <a:cubicBezTo>
                  <a:pt x="1458102" y="481889"/>
                  <a:pt x="1461303" y="481614"/>
                  <a:pt x="1464594" y="481980"/>
                </a:cubicBezTo>
                <a:cubicBezTo>
                  <a:pt x="1467886" y="482346"/>
                  <a:pt x="1470995" y="483352"/>
                  <a:pt x="1473830" y="484906"/>
                </a:cubicBezTo>
              </a:path>
              <a:path w="3889492" h="1195852">
                <a:moveTo>
                  <a:pt x="1482608" y="489753"/>
                </a:moveTo>
                <a:lnTo>
                  <a:pt x="1486906" y="492222"/>
                </a:lnTo>
                <a:cubicBezTo>
                  <a:pt x="1489832" y="493776"/>
                  <a:pt x="1492301" y="495879"/>
                  <a:pt x="1494404" y="498439"/>
                </a:cubicBezTo>
                <a:cubicBezTo>
                  <a:pt x="1496416" y="501091"/>
                  <a:pt x="1497879" y="503926"/>
                  <a:pt x="1498793" y="507126"/>
                </a:cubicBezTo>
                <a:cubicBezTo>
                  <a:pt x="1499707" y="510327"/>
                  <a:pt x="1499982" y="513527"/>
                  <a:pt x="1499616" y="516819"/>
                </a:cubicBezTo>
                <a:cubicBezTo>
                  <a:pt x="1499250" y="520111"/>
                  <a:pt x="1498244" y="523128"/>
                  <a:pt x="1496598" y="526054"/>
                </a:cubicBezTo>
                <a:cubicBezTo>
                  <a:pt x="1495044" y="528980"/>
                  <a:pt x="1492941" y="531449"/>
                  <a:pt x="1490381" y="533461"/>
                </a:cubicBezTo>
                <a:cubicBezTo>
                  <a:pt x="1487729" y="535564"/>
                  <a:pt x="1484894" y="537027"/>
                  <a:pt x="1481694" y="537942"/>
                </a:cubicBezTo>
                <a:cubicBezTo>
                  <a:pt x="1478493" y="538856"/>
                  <a:pt x="1475293" y="539039"/>
                  <a:pt x="1472001" y="538673"/>
                </a:cubicBezTo>
                <a:cubicBezTo>
                  <a:pt x="1468709" y="538307"/>
                  <a:pt x="1465600" y="537301"/>
                  <a:pt x="1462766" y="535747"/>
                </a:cubicBezTo>
                <a:lnTo>
                  <a:pt x="1458377" y="533278"/>
                </a:lnTo>
                <a:cubicBezTo>
                  <a:pt x="1455450" y="531724"/>
                  <a:pt x="1452982" y="529620"/>
                  <a:pt x="1450970" y="527060"/>
                </a:cubicBezTo>
                <a:cubicBezTo>
                  <a:pt x="1448867" y="524408"/>
                  <a:pt x="1447404" y="521574"/>
                  <a:pt x="1446489" y="518373"/>
                </a:cubicBezTo>
                <a:cubicBezTo>
                  <a:pt x="1445575" y="515173"/>
                  <a:pt x="1445301" y="511973"/>
                  <a:pt x="1445666" y="508681"/>
                </a:cubicBezTo>
                <a:cubicBezTo>
                  <a:pt x="1446124" y="505389"/>
                  <a:pt x="1447038" y="502371"/>
                  <a:pt x="1448684" y="499445"/>
                </a:cubicBezTo>
                <a:cubicBezTo>
                  <a:pt x="1450330" y="496519"/>
                  <a:pt x="1452342" y="494050"/>
                  <a:pt x="1454993" y="492039"/>
                </a:cubicBezTo>
                <a:cubicBezTo>
                  <a:pt x="1457554" y="489936"/>
                  <a:pt x="1460480" y="488472"/>
                  <a:pt x="1463589" y="487558"/>
                </a:cubicBezTo>
                <a:cubicBezTo>
                  <a:pt x="1466789" y="486644"/>
                  <a:pt x="1470081" y="486461"/>
                  <a:pt x="1473281" y="486827"/>
                </a:cubicBezTo>
                <a:cubicBezTo>
                  <a:pt x="1476573" y="487192"/>
                  <a:pt x="1479682" y="488198"/>
                  <a:pt x="1482608" y="489753"/>
                </a:cubicBezTo>
              </a:path>
              <a:path w="3889492" h="1195852">
                <a:moveTo>
                  <a:pt x="1491295" y="494599"/>
                </a:moveTo>
                <a:lnTo>
                  <a:pt x="1495684" y="497068"/>
                </a:lnTo>
                <a:cubicBezTo>
                  <a:pt x="1498519" y="498622"/>
                  <a:pt x="1500988" y="500725"/>
                  <a:pt x="1503091" y="503286"/>
                </a:cubicBezTo>
                <a:cubicBezTo>
                  <a:pt x="1505102" y="505938"/>
                  <a:pt x="1506657" y="508772"/>
                  <a:pt x="1507571" y="511973"/>
                </a:cubicBezTo>
                <a:cubicBezTo>
                  <a:pt x="1508486" y="515173"/>
                  <a:pt x="1508669" y="518373"/>
                  <a:pt x="1508303" y="521665"/>
                </a:cubicBezTo>
                <a:cubicBezTo>
                  <a:pt x="1507937" y="524957"/>
                  <a:pt x="1506931" y="527975"/>
                  <a:pt x="1505377" y="530901"/>
                </a:cubicBezTo>
                <a:cubicBezTo>
                  <a:pt x="1503731" y="533735"/>
                  <a:pt x="1501628" y="536296"/>
                  <a:pt x="1499067" y="538307"/>
                </a:cubicBezTo>
                <a:cubicBezTo>
                  <a:pt x="1496507" y="540319"/>
                  <a:pt x="1493581" y="541873"/>
                  <a:pt x="1490381" y="542788"/>
                </a:cubicBezTo>
                <a:cubicBezTo>
                  <a:pt x="1487272" y="543611"/>
                  <a:pt x="1483980" y="543885"/>
                  <a:pt x="1480688" y="543519"/>
                </a:cubicBezTo>
                <a:cubicBezTo>
                  <a:pt x="1477396" y="543154"/>
                  <a:pt x="1474379" y="542148"/>
                  <a:pt x="1471452" y="540593"/>
                </a:cubicBezTo>
                <a:lnTo>
                  <a:pt x="1467063" y="538124"/>
                </a:lnTo>
                <a:cubicBezTo>
                  <a:pt x="1464229" y="536570"/>
                  <a:pt x="1461760" y="534467"/>
                  <a:pt x="1459657" y="531906"/>
                </a:cubicBezTo>
                <a:cubicBezTo>
                  <a:pt x="1457645" y="529255"/>
                  <a:pt x="1456091" y="526420"/>
                  <a:pt x="1455176" y="523220"/>
                </a:cubicBezTo>
                <a:cubicBezTo>
                  <a:pt x="1454353" y="520019"/>
                  <a:pt x="1454079" y="516819"/>
                  <a:pt x="1454445" y="513527"/>
                </a:cubicBezTo>
                <a:cubicBezTo>
                  <a:pt x="1454810" y="510235"/>
                  <a:pt x="1455816" y="507126"/>
                  <a:pt x="1457371" y="504292"/>
                </a:cubicBezTo>
                <a:cubicBezTo>
                  <a:pt x="1459017" y="501366"/>
                  <a:pt x="1461120" y="498897"/>
                  <a:pt x="1463680" y="496885"/>
                </a:cubicBezTo>
                <a:cubicBezTo>
                  <a:pt x="1466240" y="494782"/>
                  <a:pt x="1469166" y="493319"/>
                  <a:pt x="1472367" y="492404"/>
                </a:cubicBezTo>
                <a:cubicBezTo>
                  <a:pt x="1475567" y="491490"/>
                  <a:pt x="1478768" y="491216"/>
                  <a:pt x="1482060" y="491673"/>
                </a:cubicBezTo>
                <a:cubicBezTo>
                  <a:pt x="1485351" y="492039"/>
                  <a:pt x="1488460" y="493044"/>
                  <a:pt x="1491295" y="494599"/>
                </a:cubicBezTo>
              </a:path>
              <a:path w="3889492" h="1195852">
                <a:moveTo>
                  <a:pt x="1499982" y="499445"/>
                </a:moveTo>
                <a:lnTo>
                  <a:pt x="1504371" y="501823"/>
                </a:lnTo>
                <a:cubicBezTo>
                  <a:pt x="1507297" y="503469"/>
                  <a:pt x="1509766" y="505572"/>
                  <a:pt x="1511778" y="508132"/>
                </a:cubicBezTo>
                <a:cubicBezTo>
                  <a:pt x="1513881" y="510692"/>
                  <a:pt x="1515344" y="513618"/>
                  <a:pt x="1516258" y="516819"/>
                </a:cubicBezTo>
                <a:cubicBezTo>
                  <a:pt x="1517172" y="519928"/>
                  <a:pt x="1517447" y="523220"/>
                  <a:pt x="1517081" y="526512"/>
                </a:cubicBezTo>
                <a:cubicBezTo>
                  <a:pt x="1516715" y="529803"/>
                  <a:pt x="1515709" y="532821"/>
                  <a:pt x="1514064" y="535747"/>
                </a:cubicBezTo>
                <a:cubicBezTo>
                  <a:pt x="1512509" y="538582"/>
                  <a:pt x="1510406" y="541050"/>
                  <a:pt x="1507754" y="543154"/>
                </a:cubicBezTo>
                <a:cubicBezTo>
                  <a:pt x="1505194" y="545165"/>
                  <a:pt x="1502268" y="546720"/>
                  <a:pt x="1499159" y="547543"/>
                </a:cubicBezTo>
                <a:cubicBezTo>
                  <a:pt x="1495958" y="548457"/>
                  <a:pt x="1492758" y="548731"/>
                  <a:pt x="1489466" y="548366"/>
                </a:cubicBezTo>
                <a:cubicBezTo>
                  <a:pt x="1486174" y="548000"/>
                  <a:pt x="1483065" y="546994"/>
                  <a:pt x="1480139" y="545440"/>
                </a:cubicBezTo>
                <a:lnTo>
                  <a:pt x="1475842" y="542971"/>
                </a:lnTo>
                <a:cubicBezTo>
                  <a:pt x="1472916" y="541416"/>
                  <a:pt x="1470447" y="539313"/>
                  <a:pt x="1468344" y="536661"/>
                </a:cubicBezTo>
                <a:cubicBezTo>
                  <a:pt x="1466332" y="534101"/>
                  <a:pt x="1464869" y="531266"/>
                  <a:pt x="1463954" y="528066"/>
                </a:cubicBezTo>
                <a:cubicBezTo>
                  <a:pt x="1463040" y="524866"/>
                  <a:pt x="1462766" y="521665"/>
                  <a:pt x="1463131" y="518373"/>
                </a:cubicBezTo>
                <a:cubicBezTo>
                  <a:pt x="1463497" y="515082"/>
                  <a:pt x="1464503" y="511973"/>
                  <a:pt x="1466149" y="509138"/>
                </a:cubicBezTo>
                <a:cubicBezTo>
                  <a:pt x="1467703" y="506212"/>
                  <a:pt x="1469807" y="503743"/>
                  <a:pt x="1472367" y="501731"/>
                </a:cubicBezTo>
                <a:cubicBezTo>
                  <a:pt x="1475019" y="499628"/>
                  <a:pt x="1477853" y="498165"/>
                  <a:pt x="1481054" y="497251"/>
                </a:cubicBezTo>
                <a:cubicBezTo>
                  <a:pt x="1484254" y="496336"/>
                  <a:pt x="1487454" y="496062"/>
                  <a:pt x="1490746" y="496428"/>
                </a:cubicBezTo>
                <a:cubicBezTo>
                  <a:pt x="1494038" y="496885"/>
                  <a:pt x="1497147" y="497799"/>
                  <a:pt x="1499982" y="499445"/>
                </a:cubicBezTo>
              </a:path>
              <a:path w="3889492" h="1195852">
                <a:moveTo>
                  <a:pt x="1508760" y="504292"/>
                </a:moveTo>
                <a:lnTo>
                  <a:pt x="1513149" y="506669"/>
                </a:lnTo>
                <a:cubicBezTo>
                  <a:pt x="1515984" y="508315"/>
                  <a:pt x="1518453" y="510418"/>
                  <a:pt x="1520556" y="512978"/>
                </a:cubicBezTo>
                <a:cubicBezTo>
                  <a:pt x="1522567" y="515539"/>
                  <a:pt x="1524030" y="518465"/>
                  <a:pt x="1524945" y="521665"/>
                </a:cubicBezTo>
                <a:cubicBezTo>
                  <a:pt x="1525859" y="524774"/>
                  <a:pt x="1526134" y="528066"/>
                  <a:pt x="1525768" y="531358"/>
                </a:cubicBezTo>
                <a:cubicBezTo>
                  <a:pt x="1525402" y="534558"/>
                  <a:pt x="1524396" y="537667"/>
                  <a:pt x="1522750" y="540593"/>
                </a:cubicBezTo>
                <a:cubicBezTo>
                  <a:pt x="1521196" y="543428"/>
                  <a:pt x="1519093" y="545897"/>
                  <a:pt x="1516532" y="548000"/>
                </a:cubicBezTo>
                <a:cubicBezTo>
                  <a:pt x="1513881" y="550012"/>
                  <a:pt x="1511046" y="551475"/>
                  <a:pt x="1507846" y="552389"/>
                </a:cubicBezTo>
                <a:cubicBezTo>
                  <a:pt x="1504645" y="553303"/>
                  <a:pt x="1501445" y="553578"/>
                  <a:pt x="1498153" y="553212"/>
                </a:cubicBezTo>
                <a:cubicBezTo>
                  <a:pt x="1494861" y="552846"/>
                  <a:pt x="1491752" y="551840"/>
                  <a:pt x="1488918" y="550286"/>
                </a:cubicBezTo>
                <a:lnTo>
                  <a:pt x="1484528" y="547817"/>
                </a:lnTo>
                <a:cubicBezTo>
                  <a:pt x="1481602" y="546263"/>
                  <a:pt x="1479133" y="544159"/>
                  <a:pt x="1477122" y="541508"/>
                </a:cubicBezTo>
                <a:cubicBezTo>
                  <a:pt x="1475019" y="538947"/>
                  <a:pt x="1473556" y="536113"/>
                  <a:pt x="1472641" y="532912"/>
                </a:cubicBezTo>
                <a:cubicBezTo>
                  <a:pt x="1471727" y="529712"/>
                  <a:pt x="1471452" y="526512"/>
                  <a:pt x="1471818" y="523220"/>
                </a:cubicBezTo>
                <a:cubicBezTo>
                  <a:pt x="1472275" y="519928"/>
                  <a:pt x="1473190" y="516819"/>
                  <a:pt x="1474836" y="513984"/>
                </a:cubicBezTo>
                <a:cubicBezTo>
                  <a:pt x="1476482" y="511058"/>
                  <a:pt x="1478585" y="508589"/>
                  <a:pt x="1481145" y="506578"/>
                </a:cubicBezTo>
                <a:cubicBezTo>
                  <a:pt x="1483705" y="504474"/>
                  <a:pt x="1486632" y="503011"/>
                  <a:pt x="1489740" y="502097"/>
                </a:cubicBezTo>
                <a:cubicBezTo>
                  <a:pt x="1492941" y="501183"/>
                  <a:pt x="1496233" y="500908"/>
                  <a:pt x="1499525" y="501274"/>
                </a:cubicBezTo>
                <a:cubicBezTo>
                  <a:pt x="1502725" y="501731"/>
                  <a:pt x="1505834" y="502646"/>
                  <a:pt x="1508760" y="504292"/>
                </a:cubicBezTo>
              </a:path>
              <a:path w="3889492" h="1195852">
                <a:moveTo>
                  <a:pt x="1517447" y="509138"/>
                </a:moveTo>
                <a:lnTo>
                  <a:pt x="1521836" y="511515"/>
                </a:lnTo>
                <a:cubicBezTo>
                  <a:pt x="1524671" y="513161"/>
                  <a:pt x="1527231" y="515264"/>
                  <a:pt x="1529243" y="517825"/>
                </a:cubicBezTo>
                <a:cubicBezTo>
                  <a:pt x="1531346" y="520385"/>
                  <a:pt x="1532809" y="523311"/>
                  <a:pt x="1533723" y="526512"/>
                </a:cubicBezTo>
                <a:cubicBezTo>
                  <a:pt x="1534638" y="529620"/>
                  <a:pt x="1534912" y="532912"/>
                  <a:pt x="1534455" y="536113"/>
                </a:cubicBezTo>
                <a:cubicBezTo>
                  <a:pt x="1534089" y="539405"/>
                  <a:pt x="1533083" y="542514"/>
                  <a:pt x="1531529" y="545440"/>
                </a:cubicBezTo>
                <a:cubicBezTo>
                  <a:pt x="1529883" y="548274"/>
                  <a:pt x="1527780" y="550743"/>
                  <a:pt x="1525219" y="552846"/>
                </a:cubicBezTo>
                <a:cubicBezTo>
                  <a:pt x="1522659" y="554858"/>
                  <a:pt x="1519733" y="556321"/>
                  <a:pt x="1516532" y="557235"/>
                </a:cubicBezTo>
                <a:cubicBezTo>
                  <a:pt x="1513423" y="558150"/>
                  <a:pt x="1510132" y="558424"/>
                  <a:pt x="1506840" y="558058"/>
                </a:cubicBezTo>
                <a:cubicBezTo>
                  <a:pt x="1503548" y="557693"/>
                  <a:pt x="1500530" y="556687"/>
                  <a:pt x="1497604" y="555041"/>
                </a:cubicBezTo>
                <a:lnTo>
                  <a:pt x="1493215" y="552663"/>
                </a:lnTo>
                <a:cubicBezTo>
                  <a:pt x="1490381" y="551017"/>
                  <a:pt x="1487912" y="549006"/>
                  <a:pt x="1485809" y="546354"/>
                </a:cubicBezTo>
                <a:cubicBezTo>
                  <a:pt x="1483797" y="543794"/>
                  <a:pt x="1482242" y="540868"/>
                  <a:pt x="1481419" y="537759"/>
                </a:cubicBezTo>
                <a:cubicBezTo>
                  <a:pt x="1480505" y="534558"/>
                  <a:pt x="1480231" y="531358"/>
                  <a:pt x="1480596" y="528066"/>
                </a:cubicBezTo>
                <a:cubicBezTo>
                  <a:pt x="1480962" y="524774"/>
                  <a:pt x="1481968" y="521665"/>
                  <a:pt x="1483523" y="518831"/>
                </a:cubicBezTo>
                <a:cubicBezTo>
                  <a:pt x="1485168" y="515904"/>
                  <a:pt x="1487272" y="513436"/>
                  <a:pt x="1489832" y="511424"/>
                </a:cubicBezTo>
                <a:cubicBezTo>
                  <a:pt x="1492484" y="509321"/>
                  <a:pt x="1495318" y="507858"/>
                  <a:pt x="1498519" y="506943"/>
                </a:cubicBezTo>
                <a:cubicBezTo>
                  <a:pt x="1501719" y="506029"/>
                  <a:pt x="1504920" y="505755"/>
                  <a:pt x="1508211" y="506120"/>
                </a:cubicBezTo>
                <a:cubicBezTo>
                  <a:pt x="1511503" y="506486"/>
                  <a:pt x="1514612" y="507492"/>
                  <a:pt x="1517447" y="509138"/>
                </a:cubicBezTo>
              </a:path>
              <a:path w="3889492" h="1195852">
                <a:moveTo>
                  <a:pt x="1526225" y="513984"/>
                </a:moveTo>
                <a:lnTo>
                  <a:pt x="1530523" y="516362"/>
                </a:lnTo>
                <a:cubicBezTo>
                  <a:pt x="1533449" y="518008"/>
                  <a:pt x="1535918" y="520111"/>
                  <a:pt x="1537929" y="522671"/>
                </a:cubicBezTo>
                <a:cubicBezTo>
                  <a:pt x="1540032" y="525231"/>
                  <a:pt x="1541496" y="528157"/>
                  <a:pt x="1542410" y="531266"/>
                </a:cubicBezTo>
                <a:cubicBezTo>
                  <a:pt x="1543324" y="534467"/>
                  <a:pt x="1543599" y="537667"/>
                  <a:pt x="1543233" y="540959"/>
                </a:cubicBezTo>
                <a:cubicBezTo>
                  <a:pt x="1542867" y="544251"/>
                  <a:pt x="1541861" y="547360"/>
                  <a:pt x="1540215" y="550286"/>
                </a:cubicBezTo>
                <a:cubicBezTo>
                  <a:pt x="1538661" y="553121"/>
                  <a:pt x="1536558" y="555589"/>
                  <a:pt x="1533906" y="557693"/>
                </a:cubicBezTo>
                <a:cubicBezTo>
                  <a:pt x="1531346" y="559704"/>
                  <a:pt x="1528420" y="561167"/>
                  <a:pt x="1525311" y="562082"/>
                </a:cubicBezTo>
                <a:cubicBezTo>
                  <a:pt x="1522110" y="562996"/>
                  <a:pt x="1518910" y="563270"/>
                  <a:pt x="1515618" y="562905"/>
                </a:cubicBezTo>
                <a:cubicBezTo>
                  <a:pt x="1512326" y="562539"/>
                  <a:pt x="1509217" y="561533"/>
                  <a:pt x="1506291" y="559887"/>
                </a:cubicBezTo>
                <a:lnTo>
                  <a:pt x="1501993" y="557510"/>
                </a:lnTo>
                <a:cubicBezTo>
                  <a:pt x="1499067" y="555864"/>
                  <a:pt x="1496598" y="553761"/>
                  <a:pt x="1494587" y="551200"/>
                </a:cubicBezTo>
                <a:cubicBezTo>
                  <a:pt x="1492484" y="548640"/>
                  <a:pt x="1491021" y="545714"/>
                  <a:pt x="1490106" y="542605"/>
                </a:cubicBezTo>
                <a:cubicBezTo>
                  <a:pt x="1489192" y="539405"/>
                  <a:pt x="1488918" y="536204"/>
                  <a:pt x="1489283" y="532912"/>
                </a:cubicBezTo>
                <a:cubicBezTo>
                  <a:pt x="1489649" y="529620"/>
                  <a:pt x="1490655" y="526512"/>
                  <a:pt x="1492301" y="523677"/>
                </a:cubicBezTo>
                <a:cubicBezTo>
                  <a:pt x="1493855" y="520751"/>
                  <a:pt x="1495958" y="518282"/>
                  <a:pt x="1498610" y="516179"/>
                </a:cubicBezTo>
                <a:cubicBezTo>
                  <a:pt x="1501170" y="514167"/>
                  <a:pt x="1504005" y="512704"/>
                  <a:pt x="1507206" y="511790"/>
                </a:cubicBezTo>
                <a:cubicBezTo>
                  <a:pt x="1510406" y="510875"/>
                  <a:pt x="1513606" y="510601"/>
                  <a:pt x="1516898" y="510967"/>
                </a:cubicBezTo>
                <a:cubicBezTo>
                  <a:pt x="1520190" y="511332"/>
                  <a:pt x="1523299" y="512338"/>
                  <a:pt x="1526225" y="513984"/>
                </a:cubicBezTo>
              </a:path>
              <a:path w="3889492" h="1195852">
                <a:moveTo>
                  <a:pt x="1534912" y="518831"/>
                </a:moveTo>
                <a:lnTo>
                  <a:pt x="1539301" y="521208"/>
                </a:lnTo>
                <a:cubicBezTo>
                  <a:pt x="1542136" y="522854"/>
                  <a:pt x="1544604" y="524957"/>
                  <a:pt x="1546708" y="527517"/>
                </a:cubicBezTo>
                <a:cubicBezTo>
                  <a:pt x="1548719" y="530078"/>
                  <a:pt x="1550182" y="533004"/>
                  <a:pt x="1551097" y="536113"/>
                </a:cubicBezTo>
                <a:cubicBezTo>
                  <a:pt x="1552011" y="539313"/>
                  <a:pt x="1552285" y="542514"/>
                  <a:pt x="1551920" y="545805"/>
                </a:cubicBezTo>
                <a:cubicBezTo>
                  <a:pt x="1551554" y="549097"/>
                  <a:pt x="1550548" y="552206"/>
                  <a:pt x="1548994" y="555041"/>
                </a:cubicBezTo>
                <a:cubicBezTo>
                  <a:pt x="1547348" y="557967"/>
                  <a:pt x="1545245" y="560436"/>
                  <a:pt x="1542684" y="562539"/>
                </a:cubicBezTo>
                <a:cubicBezTo>
                  <a:pt x="1540032" y="564551"/>
                  <a:pt x="1537198" y="566014"/>
                  <a:pt x="1533997" y="566928"/>
                </a:cubicBezTo>
                <a:cubicBezTo>
                  <a:pt x="1530797" y="567842"/>
                  <a:pt x="1527597" y="568117"/>
                  <a:pt x="1524305" y="567751"/>
                </a:cubicBezTo>
                <a:cubicBezTo>
                  <a:pt x="1521013" y="567385"/>
                  <a:pt x="1517904" y="566379"/>
                  <a:pt x="1515069" y="564733"/>
                </a:cubicBezTo>
                <a:lnTo>
                  <a:pt x="1510680" y="562356"/>
                </a:lnTo>
                <a:cubicBezTo>
                  <a:pt x="1507754" y="560710"/>
                  <a:pt x="1505285" y="558607"/>
                  <a:pt x="1503274" y="556047"/>
                </a:cubicBezTo>
                <a:cubicBezTo>
                  <a:pt x="1501170" y="553486"/>
                  <a:pt x="1499707" y="550560"/>
                  <a:pt x="1498793" y="547451"/>
                </a:cubicBezTo>
                <a:cubicBezTo>
                  <a:pt x="1497879" y="544251"/>
                  <a:pt x="1497604" y="541050"/>
                  <a:pt x="1498062" y="537759"/>
                </a:cubicBezTo>
                <a:cubicBezTo>
                  <a:pt x="1498427" y="534467"/>
                  <a:pt x="1499433" y="531358"/>
                  <a:pt x="1500988" y="528432"/>
                </a:cubicBezTo>
                <a:cubicBezTo>
                  <a:pt x="1502634" y="525597"/>
                  <a:pt x="1504737" y="523128"/>
                  <a:pt x="1507297" y="521025"/>
                </a:cubicBezTo>
                <a:cubicBezTo>
                  <a:pt x="1509857" y="519013"/>
                  <a:pt x="1512783" y="517550"/>
                  <a:pt x="1515984" y="516636"/>
                </a:cubicBezTo>
                <a:cubicBezTo>
                  <a:pt x="1519093" y="515722"/>
                  <a:pt x="1522385" y="515447"/>
                  <a:pt x="1525676" y="515813"/>
                </a:cubicBezTo>
                <a:cubicBezTo>
                  <a:pt x="1528968" y="516179"/>
                  <a:pt x="1531986" y="517185"/>
                  <a:pt x="1534912" y="518831"/>
                </a:cubicBezTo>
              </a:path>
              <a:path w="3889492" h="1195852">
                <a:moveTo>
                  <a:pt x="1543599" y="523677"/>
                </a:moveTo>
                <a:lnTo>
                  <a:pt x="1547988" y="526054"/>
                </a:lnTo>
                <a:cubicBezTo>
                  <a:pt x="1550914" y="527700"/>
                  <a:pt x="1553383" y="529712"/>
                  <a:pt x="1555394" y="532364"/>
                </a:cubicBezTo>
                <a:cubicBezTo>
                  <a:pt x="1557498" y="534924"/>
                  <a:pt x="1558961" y="537850"/>
                  <a:pt x="1559875" y="540959"/>
                </a:cubicBezTo>
                <a:cubicBezTo>
                  <a:pt x="1560789" y="544159"/>
                  <a:pt x="1561064" y="547360"/>
                  <a:pt x="1560606" y="550652"/>
                </a:cubicBezTo>
                <a:cubicBezTo>
                  <a:pt x="1560241" y="553944"/>
                  <a:pt x="1559235" y="557052"/>
                  <a:pt x="1557680" y="559887"/>
                </a:cubicBezTo>
                <a:cubicBezTo>
                  <a:pt x="1556034" y="562813"/>
                  <a:pt x="1553931" y="565282"/>
                  <a:pt x="1551371" y="567294"/>
                </a:cubicBezTo>
                <a:cubicBezTo>
                  <a:pt x="1548811" y="569397"/>
                  <a:pt x="1545885" y="570860"/>
                  <a:pt x="1542684" y="571774"/>
                </a:cubicBezTo>
                <a:cubicBezTo>
                  <a:pt x="1539575" y="572689"/>
                  <a:pt x="1536283" y="572963"/>
                  <a:pt x="1532992" y="572597"/>
                </a:cubicBezTo>
                <a:cubicBezTo>
                  <a:pt x="1529700" y="572232"/>
                  <a:pt x="1526682" y="571226"/>
                  <a:pt x="1523756" y="569580"/>
                </a:cubicBezTo>
                <a:lnTo>
                  <a:pt x="1519367" y="567202"/>
                </a:lnTo>
                <a:cubicBezTo>
                  <a:pt x="1516532" y="565556"/>
                  <a:pt x="1514064" y="563453"/>
                  <a:pt x="1511960" y="560893"/>
                </a:cubicBezTo>
                <a:cubicBezTo>
                  <a:pt x="1509949" y="558333"/>
                  <a:pt x="1508486" y="555407"/>
                  <a:pt x="1507571" y="552206"/>
                </a:cubicBezTo>
                <a:cubicBezTo>
                  <a:pt x="1506657" y="549097"/>
                  <a:pt x="1506383" y="545805"/>
                  <a:pt x="1506748" y="542605"/>
                </a:cubicBezTo>
                <a:cubicBezTo>
                  <a:pt x="1507114" y="539313"/>
                  <a:pt x="1508120" y="536204"/>
                  <a:pt x="1509674" y="533278"/>
                </a:cubicBezTo>
                <a:cubicBezTo>
                  <a:pt x="1511320" y="530443"/>
                  <a:pt x="1513423" y="527975"/>
                  <a:pt x="1515984" y="525871"/>
                </a:cubicBezTo>
                <a:cubicBezTo>
                  <a:pt x="1518636" y="523860"/>
                  <a:pt x="1521470" y="522397"/>
                  <a:pt x="1524671" y="521482"/>
                </a:cubicBezTo>
                <a:cubicBezTo>
                  <a:pt x="1527871" y="520568"/>
                  <a:pt x="1531071" y="520294"/>
                  <a:pt x="1534363" y="520659"/>
                </a:cubicBezTo>
                <a:cubicBezTo>
                  <a:pt x="1537655" y="521025"/>
                  <a:pt x="1540764" y="522031"/>
                  <a:pt x="1543599" y="523677"/>
                </a:cubicBezTo>
              </a:path>
              <a:path w="3889492" h="1195852">
                <a:moveTo>
                  <a:pt x="1552377" y="528432"/>
                </a:moveTo>
                <a:lnTo>
                  <a:pt x="1556675" y="530901"/>
                </a:lnTo>
                <a:cubicBezTo>
                  <a:pt x="1559601" y="532455"/>
                  <a:pt x="1562070" y="534558"/>
                  <a:pt x="1564081" y="537210"/>
                </a:cubicBezTo>
                <a:cubicBezTo>
                  <a:pt x="1566184" y="539770"/>
                  <a:pt x="1567647" y="542605"/>
                  <a:pt x="1568562" y="545805"/>
                </a:cubicBezTo>
                <a:cubicBezTo>
                  <a:pt x="1569476" y="549006"/>
                  <a:pt x="1569750" y="552206"/>
                  <a:pt x="1569385" y="555498"/>
                </a:cubicBezTo>
                <a:cubicBezTo>
                  <a:pt x="1569019" y="558790"/>
                  <a:pt x="1568013" y="561899"/>
                  <a:pt x="1566367" y="564733"/>
                </a:cubicBezTo>
                <a:cubicBezTo>
                  <a:pt x="1564813" y="567660"/>
                  <a:pt x="1562710" y="570128"/>
                  <a:pt x="1560058" y="572140"/>
                </a:cubicBezTo>
                <a:cubicBezTo>
                  <a:pt x="1557498" y="574243"/>
                  <a:pt x="1554663" y="575706"/>
                  <a:pt x="1551462" y="576621"/>
                </a:cubicBezTo>
                <a:cubicBezTo>
                  <a:pt x="1548262" y="577535"/>
                  <a:pt x="1545062" y="577809"/>
                  <a:pt x="1541770" y="577444"/>
                </a:cubicBezTo>
                <a:cubicBezTo>
                  <a:pt x="1538478" y="577078"/>
                  <a:pt x="1535369" y="576072"/>
                  <a:pt x="1532443" y="574426"/>
                </a:cubicBezTo>
                <a:lnTo>
                  <a:pt x="1528145" y="572049"/>
                </a:lnTo>
                <a:cubicBezTo>
                  <a:pt x="1525219" y="570403"/>
                  <a:pt x="1522750" y="568300"/>
                  <a:pt x="1520739" y="565739"/>
                </a:cubicBezTo>
                <a:cubicBezTo>
                  <a:pt x="1518636" y="563179"/>
                  <a:pt x="1517172" y="560253"/>
                  <a:pt x="1516258" y="557052"/>
                </a:cubicBezTo>
                <a:cubicBezTo>
                  <a:pt x="1515344" y="553944"/>
                  <a:pt x="1515069" y="550652"/>
                  <a:pt x="1515435" y="547360"/>
                </a:cubicBezTo>
                <a:cubicBezTo>
                  <a:pt x="1515801" y="544159"/>
                  <a:pt x="1516807" y="541050"/>
                  <a:pt x="1518453" y="538124"/>
                </a:cubicBezTo>
                <a:cubicBezTo>
                  <a:pt x="1520007" y="535290"/>
                  <a:pt x="1522110" y="532821"/>
                  <a:pt x="1524762" y="530718"/>
                </a:cubicBezTo>
                <a:cubicBezTo>
                  <a:pt x="1527322" y="528706"/>
                  <a:pt x="1530248" y="527243"/>
                  <a:pt x="1533357" y="526329"/>
                </a:cubicBezTo>
                <a:cubicBezTo>
                  <a:pt x="1536558" y="525414"/>
                  <a:pt x="1539758" y="525140"/>
                  <a:pt x="1543050" y="525506"/>
                </a:cubicBezTo>
                <a:cubicBezTo>
                  <a:pt x="1546342" y="525871"/>
                  <a:pt x="1549451" y="526877"/>
                  <a:pt x="1552377" y="528432"/>
                </a:cubicBezTo>
              </a:path>
              <a:path w="3889492" h="1195852">
                <a:moveTo>
                  <a:pt x="1561064" y="533278"/>
                </a:moveTo>
                <a:lnTo>
                  <a:pt x="1565453" y="535747"/>
                </a:lnTo>
                <a:cubicBezTo>
                  <a:pt x="1568287" y="537301"/>
                  <a:pt x="1570756" y="539405"/>
                  <a:pt x="1572859" y="542056"/>
                </a:cubicBezTo>
                <a:cubicBezTo>
                  <a:pt x="1574871" y="544617"/>
                  <a:pt x="1576426" y="547451"/>
                  <a:pt x="1577249" y="550652"/>
                </a:cubicBezTo>
                <a:cubicBezTo>
                  <a:pt x="1578163" y="553852"/>
                  <a:pt x="1578437" y="557052"/>
                  <a:pt x="1578072" y="560344"/>
                </a:cubicBezTo>
                <a:cubicBezTo>
                  <a:pt x="1577706" y="563636"/>
                  <a:pt x="1576700" y="566745"/>
                  <a:pt x="1575145" y="569580"/>
                </a:cubicBezTo>
                <a:cubicBezTo>
                  <a:pt x="1573500" y="572506"/>
                  <a:pt x="1571396" y="574975"/>
                  <a:pt x="1568836" y="576986"/>
                </a:cubicBezTo>
                <a:cubicBezTo>
                  <a:pt x="1566184" y="579090"/>
                  <a:pt x="1563350" y="580553"/>
                  <a:pt x="1560149" y="581467"/>
                </a:cubicBezTo>
                <a:cubicBezTo>
                  <a:pt x="1556949" y="582381"/>
                  <a:pt x="1553748" y="582656"/>
                  <a:pt x="1550457" y="582290"/>
                </a:cubicBezTo>
                <a:cubicBezTo>
                  <a:pt x="1547165" y="581833"/>
                  <a:pt x="1544056" y="580918"/>
                  <a:pt x="1541221" y="579272"/>
                </a:cubicBezTo>
                <a:lnTo>
                  <a:pt x="1536832" y="576895"/>
                </a:lnTo>
                <a:cubicBezTo>
                  <a:pt x="1533997" y="575249"/>
                  <a:pt x="1531437" y="573146"/>
                  <a:pt x="1529425" y="570586"/>
                </a:cubicBezTo>
                <a:cubicBezTo>
                  <a:pt x="1527322" y="568025"/>
                  <a:pt x="1525859" y="565099"/>
                  <a:pt x="1524945" y="561899"/>
                </a:cubicBezTo>
                <a:cubicBezTo>
                  <a:pt x="1524030" y="558790"/>
                  <a:pt x="1523848" y="555498"/>
                  <a:pt x="1524213" y="552206"/>
                </a:cubicBezTo>
                <a:cubicBezTo>
                  <a:pt x="1524579" y="548914"/>
                  <a:pt x="1525585" y="545897"/>
                  <a:pt x="1527139" y="542971"/>
                </a:cubicBezTo>
                <a:cubicBezTo>
                  <a:pt x="1528785" y="540136"/>
                  <a:pt x="1530888" y="537667"/>
                  <a:pt x="1533449" y="535564"/>
                </a:cubicBezTo>
                <a:cubicBezTo>
                  <a:pt x="1536009" y="533552"/>
                  <a:pt x="1538935" y="531998"/>
                  <a:pt x="1542136" y="531175"/>
                </a:cubicBezTo>
                <a:cubicBezTo>
                  <a:pt x="1545245" y="530261"/>
                  <a:pt x="1548536" y="529986"/>
                  <a:pt x="1551828" y="530352"/>
                </a:cubicBezTo>
                <a:cubicBezTo>
                  <a:pt x="1555120" y="530718"/>
                  <a:pt x="1558138" y="531724"/>
                  <a:pt x="1561064" y="533278"/>
                </a:cubicBezTo>
              </a:path>
              <a:path w="3889492" h="1195852">
                <a:moveTo>
                  <a:pt x="1569750" y="538124"/>
                </a:moveTo>
                <a:lnTo>
                  <a:pt x="1574140" y="540593"/>
                </a:lnTo>
                <a:cubicBezTo>
                  <a:pt x="1577066" y="542148"/>
                  <a:pt x="1579535" y="544251"/>
                  <a:pt x="1581546" y="546811"/>
                </a:cubicBezTo>
                <a:cubicBezTo>
                  <a:pt x="1583649" y="549463"/>
                  <a:pt x="1585112" y="552298"/>
                  <a:pt x="1586027" y="555498"/>
                </a:cubicBezTo>
                <a:cubicBezTo>
                  <a:pt x="1586941" y="558698"/>
                  <a:pt x="1587216" y="561899"/>
                  <a:pt x="1586850" y="565191"/>
                </a:cubicBezTo>
                <a:cubicBezTo>
                  <a:pt x="1586393" y="568482"/>
                  <a:pt x="1585478" y="571591"/>
                  <a:pt x="1583832" y="574426"/>
                </a:cubicBezTo>
                <a:cubicBezTo>
                  <a:pt x="1582186" y="577352"/>
                  <a:pt x="1580083" y="579821"/>
                  <a:pt x="1577523" y="581833"/>
                </a:cubicBezTo>
                <a:cubicBezTo>
                  <a:pt x="1574963" y="583936"/>
                  <a:pt x="1572036" y="585399"/>
                  <a:pt x="1568928" y="586313"/>
                </a:cubicBezTo>
                <a:cubicBezTo>
                  <a:pt x="1565727" y="587228"/>
                  <a:pt x="1562435" y="587502"/>
                  <a:pt x="1559143" y="587045"/>
                </a:cubicBezTo>
                <a:cubicBezTo>
                  <a:pt x="1555943" y="586679"/>
                  <a:pt x="1552834" y="585673"/>
                  <a:pt x="1549908" y="584119"/>
                </a:cubicBezTo>
                <a:lnTo>
                  <a:pt x="1545519" y="581650"/>
                </a:lnTo>
                <a:cubicBezTo>
                  <a:pt x="1542684" y="580095"/>
                  <a:pt x="1540215" y="577992"/>
                  <a:pt x="1538112" y="575432"/>
                </a:cubicBezTo>
                <a:cubicBezTo>
                  <a:pt x="1536101" y="572780"/>
                  <a:pt x="1534638" y="569946"/>
                  <a:pt x="1533723" y="566745"/>
                </a:cubicBezTo>
                <a:cubicBezTo>
                  <a:pt x="1532809" y="563545"/>
                  <a:pt x="1532534" y="560344"/>
                  <a:pt x="1532900" y="557052"/>
                </a:cubicBezTo>
                <a:cubicBezTo>
                  <a:pt x="1533266" y="553761"/>
                  <a:pt x="1534272" y="550743"/>
                  <a:pt x="1535918" y="547817"/>
                </a:cubicBezTo>
                <a:cubicBezTo>
                  <a:pt x="1537472" y="544982"/>
                  <a:pt x="1539575" y="542514"/>
                  <a:pt x="1542136" y="540410"/>
                </a:cubicBezTo>
                <a:cubicBezTo>
                  <a:pt x="1544787" y="538399"/>
                  <a:pt x="1547622" y="536844"/>
                  <a:pt x="1550822" y="535930"/>
                </a:cubicBezTo>
                <a:cubicBezTo>
                  <a:pt x="1554023" y="535107"/>
                  <a:pt x="1557223" y="534833"/>
                  <a:pt x="1560515" y="535198"/>
                </a:cubicBezTo>
                <a:cubicBezTo>
                  <a:pt x="1563807" y="535564"/>
                  <a:pt x="1566916" y="536570"/>
                  <a:pt x="1569750" y="538124"/>
                </a:cubicBezTo>
              </a:path>
              <a:path w="3889492" h="1195852">
                <a:moveTo>
                  <a:pt x="1578529" y="542971"/>
                </a:moveTo>
                <a:lnTo>
                  <a:pt x="1582826" y="545440"/>
                </a:lnTo>
                <a:cubicBezTo>
                  <a:pt x="1585752" y="546994"/>
                  <a:pt x="1588221" y="549097"/>
                  <a:pt x="1590324" y="551658"/>
                </a:cubicBezTo>
                <a:cubicBezTo>
                  <a:pt x="1592336" y="554309"/>
                  <a:pt x="1593799" y="557144"/>
                  <a:pt x="1594714" y="560344"/>
                </a:cubicBezTo>
                <a:cubicBezTo>
                  <a:pt x="1595628" y="563545"/>
                  <a:pt x="1595902" y="566745"/>
                  <a:pt x="1595537" y="570037"/>
                </a:cubicBezTo>
                <a:cubicBezTo>
                  <a:pt x="1595171" y="573329"/>
                  <a:pt x="1594165" y="576346"/>
                  <a:pt x="1592519" y="579272"/>
                </a:cubicBezTo>
                <a:cubicBezTo>
                  <a:pt x="1590965" y="582198"/>
                  <a:pt x="1588861" y="584667"/>
                  <a:pt x="1586301" y="586679"/>
                </a:cubicBezTo>
                <a:cubicBezTo>
                  <a:pt x="1583649" y="588782"/>
                  <a:pt x="1580815" y="590245"/>
                  <a:pt x="1577614" y="591160"/>
                </a:cubicBezTo>
                <a:cubicBezTo>
                  <a:pt x="1574414" y="592074"/>
                  <a:pt x="1571214" y="592257"/>
                  <a:pt x="1567922" y="591891"/>
                </a:cubicBezTo>
                <a:cubicBezTo>
                  <a:pt x="1564630" y="591525"/>
                  <a:pt x="1561521" y="590520"/>
                  <a:pt x="1558686" y="588965"/>
                </a:cubicBezTo>
                <a:lnTo>
                  <a:pt x="1554297" y="586496"/>
                </a:lnTo>
                <a:cubicBezTo>
                  <a:pt x="1551371" y="584942"/>
                  <a:pt x="1548902" y="582839"/>
                  <a:pt x="1546890" y="580278"/>
                </a:cubicBezTo>
                <a:cubicBezTo>
                  <a:pt x="1544787" y="577626"/>
                  <a:pt x="1543324" y="574792"/>
                  <a:pt x="1542410" y="571591"/>
                </a:cubicBezTo>
                <a:cubicBezTo>
                  <a:pt x="1541496" y="568391"/>
                  <a:pt x="1541221" y="565191"/>
                  <a:pt x="1541587" y="561899"/>
                </a:cubicBezTo>
                <a:cubicBezTo>
                  <a:pt x="1541953" y="558607"/>
                  <a:pt x="1542959" y="555589"/>
                  <a:pt x="1544604" y="552663"/>
                </a:cubicBezTo>
                <a:cubicBezTo>
                  <a:pt x="1546159" y="549737"/>
                  <a:pt x="1548262" y="547268"/>
                  <a:pt x="1550914" y="545257"/>
                </a:cubicBezTo>
                <a:cubicBezTo>
                  <a:pt x="1553474" y="543245"/>
                  <a:pt x="1556400" y="541691"/>
                  <a:pt x="1559509" y="540776"/>
                </a:cubicBezTo>
                <a:cubicBezTo>
                  <a:pt x="1562710" y="539862"/>
                  <a:pt x="1565910" y="539679"/>
                  <a:pt x="1569202" y="540045"/>
                </a:cubicBezTo>
                <a:cubicBezTo>
                  <a:pt x="1572494" y="540410"/>
                  <a:pt x="1575603" y="541416"/>
                  <a:pt x="1578529" y="542971"/>
                </a:cubicBezTo>
              </a:path>
              <a:path w="3889492" h="1195852">
                <a:moveTo>
                  <a:pt x="1587216" y="547817"/>
                </a:moveTo>
                <a:lnTo>
                  <a:pt x="1591605" y="550286"/>
                </a:lnTo>
                <a:cubicBezTo>
                  <a:pt x="1594439" y="551840"/>
                  <a:pt x="1596908" y="553944"/>
                  <a:pt x="1599011" y="556504"/>
                </a:cubicBezTo>
                <a:cubicBezTo>
                  <a:pt x="1601023" y="559156"/>
                  <a:pt x="1602577" y="561990"/>
                  <a:pt x="1603492" y="565191"/>
                </a:cubicBezTo>
                <a:cubicBezTo>
                  <a:pt x="1604315" y="568391"/>
                  <a:pt x="1604589" y="571591"/>
                  <a:pt x="1604223" y="574883"/>
                </a:cubicBezTo>
                <a:cubicBezTo>
                  <a:pt x="1603858" y="578175"/>
                  <a:pt x="1602852" y="581193"/>
                  <a:pt x="1601297" y="584119"/>
                </a:cubicBezTo>
                <a:cubicBezTo>
                  <a:pt x="1599651" y="587045"/>
                  <a:pt x="1597548" y="589514"/>
                  <a:pt x="1594988" y="591525"/>
                </a:cubicBezTo>
                <a:cubicBezTo>
                  <a:pt x="1592428" y="593537"/>
                  <a:pt x="1589502" y="595092"/>
                  <a:pt x="1586301" y="596006"/>
                </a:cubicBezTo>
                <a:cubicBezTo>
                  <a:pt x="1583101" y="596829"/>
                  <a:pt x="1579900" y="597103"/>
                  <a:pt x="1576608" y="596737"/>
                </a:cubicBezTo>
                <a:cubicBezTo>
                  <a:pt x="1573317" y="596372"/>
                  <a:pt x="1570208" y="595366"/>
                  <a:pt x="1567373" y="593811"/>
                </a:cubicBezTo>
                <a:lnTo>
                  <a:pt x="1562984" y="591342"/>
                </a:lnTo>
                <a:cubicBezTo>
                  <a:pt x="1560149" y="589788"/>
                  <a:pt x="1557680" y="587685"/>
                  <a:pt x="1555577" y="585125"/>
                </a:cubicBezTo>
                <a:cubicBezTo>
                  <a:pt x="1553566" y="582473"/>
                  <a:pt x="1552011" y="579638"/>
                  <a:pt x="1551097" y="576438"/>
                </a:cubicBezTo>
                <a:cubicBezTo>
                  <a:pt x="1550182" y="573237"/>
                  <a:pt x="1549999" y="570037"/>
                  <a:pt x="1550365" y="566745"/>
                </a:cubicBezTo>
                <a:cubicBezTo>
                  <a:pt x="1550731" y="563453"/>
                  <a:pt x="1551737" y="560436"/>
                  <a:pt x="1553291" y="557510"/>
                </a:cubicBezTo>
                <a:cubicBezTo>
                  <a:pt x="1554937" y="554584"/>
                  <a:pt x="1557040" y="552115"/>
                  <a:pt x="1559601" y="550103"/>
                </a:cubicBezTo>
                <a:cubicBezTo>
                  <a:pt x="1562161" y="548000"/>
                  <a:pt x="1565087" y="546537"/>
                  <a:pt x="1568287" y="545622"/>
                </a:cubicBezTo>
                <a:cubicBezTo>
                  <a:pt x="1571396" y="544708"/>
                  <a:pt x="1574688" y="544434"/>
                  <a:pt x="1577980" y="544891"/>
                </a:cubicBezTo>
                <a:cubicBezTo>
                  <a:pt x="1581272" y="545257"/>
                  <a:pt x="1584289" y="546263"/>
                  <a:pt x="1587216" y="547817"/>
                </a:cubicBezTo>
              </a:path>
              <a:path w="3889492" h="1195852">
                <a:moveTo>
                  <a:pt x="1595902" y="552663"/>
                </a:moveTo>
                <a:lnTo>
                  <a:pt x="1600291" y="555041"/>
                </a:lnTo>
                <a:cubicBezTo>
                  <a:pt x="1603218" y="556687"/>
                  <a:pt x="1605686" y="558790"/>
                  <a:pt x="1607698" y="561350"/>
                </a:cubicBezTo>
                <a:cubicBezTo>
                  <a:pt x="1609801" y="564002"/>
                  <a:pt x="1611264" y="566837"/>
                  <a:pt x="1612179" y="570037"/>
                </a:cubicBezTo>
                <a:cubicBezTo>
                  <a:pt x="1613093" y="573146"/>
                  <a:pt x="1613367" y="576438"/>
                  <a:pt x="1613002" y="579730"/>
                </a:cubicBezTo>
                <a:cubicBezTo>
                  <a:pt x="1612544" y="583021"/>
                  <a:pt x="1611630" y="586039"/>
                  <a:pt x="1609984" y="588965"/>
                </a:cubicBezTo>
                <a:cubicBezTo>
                  <a:pt x="1608338" y="591800"/>
                  <a:pt x="1606326" y="594269"/>
                  <a:pt x="1603675" y="596372"/>
                </a:cubicBezTo>
                <a:cubicBezTo>
                  <a:pt x="1601114" y="598383"/>
                  <a:pt x="1598188" y="599938"/>
                  <a:pt x="1595079" y="600761"/>
                </a:cubicBezTo>
                <a:cubicBezTo>
                  <a:pt x="1591879" y="601675"/>
                  <a:pt x="1588587" y="601950"/>
                  <a:pt x="1585387" y="601584"/>
                </a:cubicBezTo>
                <a:cubicBezTo>
                  <a:pt x="1582095" y="601218"/>
                  <a:pt x="1578986" y="600212"/>
                  <a:pt x="1576060" y="598658"/>
                </a:cubicBezTo>
                <a:lnTo>
                  <a:pt x="1571762" y="596189"/>
                </a:lnTo>
                <a:cubicBezTo>
                  <a:pt x="1568836" y="594634"/>
                  <a:pt x="1566367" y="592531"/>
                  <a:pt x="1564264" y="589879"/>
                </a:cubicBezTo>
                <a:cubicBezTo>
                  <a:pt x="1562252" y="587319"/>
                  <a:pt x="1560789" y="584484"/>
                  <a:pt x="1559875" y="581284"/>
                </a:cubicBezTo>
                <a:cubicBezTo>
                  <a:pt x="1558961" y="578084"/>
                  <a:pt x="1558686" y="574883"/>
                  <a:pt x="1559052" y="571591"/>
                </a:cubicBezTo>
                <a:cubicBezTo>
                  <a:pt x="1559418" y="568300"/>
                  <a:pt x="1560424" y="565191"/>
                  <a:pt x="1562070" y="562356"/>
                </a:cubicBezTo>
                <a:cubicBezTo>
                  <a:pt x="1563624" y="559430"/>
                  <a:pt x="1565727" y="556961"/>
                  <a:pt x="1568287" y="554949"/>
                </a:cubicBezTo>
                <a:cubicBezTo>
                  <a:pt x="1570939" y="552846"/>
                  <a:pt x="1573774" y="551383"/>
                  <a:pt x="1576974" y="550469"/>
                </a:cubicBezTo>
                <a:cubicBezTo>
                  <a:pt x="1580175" y="549554"/>
                  <a:pt x="1583375" y="549280"/>
                  <a:pt x="1586667" y="549737"/>
                </a:cubicBezTo>
                <a:cubicBezTo>
                  <a:pt x="1589959" y="550103"/>
                  <a:pt x="1593068" y="551017"/>
                  <a:pt x="1595902" y="552663"/>
                </a:cubicBezTo>
              </a:path>
              <a:path w="3889492" h="1195852">
                <a:moveTo>
                  <a:pt x="1604681" y="557510"/>
                </a:moveTo>
                <a:lnTo>
                  <a:pt x="1608978" y="559887"/>
                </a:lnTo>
                <a:cubicBezTo>
                  <a:pt x="1611904" y="561533"/>
                  <a:pt x="1614373" y="563636"/>
                  <a:pt x="1616476" y="566196"/>
                </a:cubicBezTo>
                <a:cubicBezTo>
                  <a:pt x="1618488" y="568757"/>
                  <a:pt x="1619951" y="571683"/>
                  <a:pt x="1620865" y="574883"/>
                </a:cubicBezTo>
                <a:cubicBezTo>
                  <a:pt x="1621780" y="577992"/>
                  <a:pt x="1622054" y="581284"/>
                  <a:pt x="1621688" y="584576"/>
                </a:cubicBezTo>
                <a:cubicBezTo>
                  <a:pt x="1621323" y="587776"/>
                  <a:pt x="1620317" y="590885"/>
                  <a:pt x="1618671" y="593811"/>
                </a:cubicBezTo>
                <a:cubicBezTo>
                  <a:pt x="1617116" y="596646"/>
                  <a:pt x="1615013" y="599115"/>
                  <a:pt x="1612453" y="601218"/>
                </a:cubicBezTo>
                <a:cubicBezTo>
                  <a:pt x="1609801" y="603230"/>
                  <a:pt x="1606967" y="604693"/>
                  <a:pt x="1603766" y="605607"/>
                </a:cubicBezTo>
                <a:cubicBezTo>
                  <a:pt x="1600566" y="606522"/>
                  <a:pt x="1597365" y="606796"/>
                  <a:pt x="1594074" y="606430"/>
                </a:cubicBezTo>
                <a:cubicBezTo>
                  <a:pt x="1590782" y="606064"/>
                  <a:pt x="1587673" y="605058"/>
                  <a:pt x="1584838" y="603504"/>
                </a:cubicBezTo>
                <a:lnTo>
                  <a:pt x="1580449" y="601035"/>
                </a:lnTo>
                <a:cubicBezTo>
                  <a:pt x="1577523" y="599481"/>
                  <a:pt x="1575054" y="597378"/>
                  <a:pt x="1573042" y="594726"/>
                </a:cubicBezTo>
                <a:cubicBezTo>
                  <a:pt x="1570939" y="592165"/>
                  <a:pt x="1569476" y="589331"/>
                  <a:pt x="1568562" y="586130"/>
                </a:cubicBezTo>
                <a:cubicBezTo>
                  <a:pt x="1567647" y="582930"/>
                  <a:pt x="1567373" y="579730"/>
                  <a:pt x="1567739" y="576438"/>
                </a:cubicBezTo>
                <a:cubicBezTo>
                  <a:pt x="1568196" y="573146"/>
                  <a:pt x="1569110" y="570037"/>
                  <a:pt x="1570756" y="567202"/>
                </a:cubicBezTo>
                <a:cubicBezTo>
                  <a:pt x="1572402" y="564276"/>
                  <a:pt x="1574414" y="561807"/>
                  <a:pt x="1577066" y="559796"/>
                </a:cubicBezTo>
                <a:cubicBezTo>
                  <a:pt x="1579626" y="557693"/>
                  <a:pt x="1582552" y="556230"/>
                  <a:pt x="1585661" y="555315"/>
                </a:cubicBezTo>
                <a:cubicBezTo>
                  <a:pt x="1588861" y="554401"/>
                  <a:pt x="1592153" y="554126"/>
                  <a:pt x="1595354" y="554492"/>
                </a:cubicBezTo>
                <a:cubicBezTo>
                  <a:pt x="1598646" y="554949"/>
                  <a:pt x="1601754" y="555864"/>
                  <a:pt x="1604681" y="557510"/>
                </a:cubicBezTo>
              </a:path>
              <a:path w="3889492" h="1195852">
                <a:moveTo>
                  <a:pt x="1613367" y="562356"/>
                </a:moveTo>
                <a:lnTo>
                  <a:pt x="1617756" y="564733"/>
                </a:lnTo>
                <a:cubicBezTo>
                  <a:pt x="1620591" y="566379"/>
                  <a:pt x="1623060" y="568482"/>
                  <a:pt x="1625163" y="571043"/>
                </a:cubicBezTo>
                <a:cubicBezTo>
                  <a:pt x="1627175" y="573603"/>
                  <a:pt x="1628729" y="576529"/>
                  <a:pt x="1629644" y="579730"/>
                </a:cubicBezTo>
                <a:cubicBezTo>
                  <a:pt x="1630558" y="582839"/>
                  <a:pt x="1630741" y="586130"/>
                  <a:pt x="1630375" y="589331"/>
                </a:cubicBezTo>
                <a:cubicBezTo>
                  <a:pt x="1630009" y="592623"/>
                  <a:pt x="1629004" y="595732"/>
                  <a:pt x="1627449" y="598658"/>
                </a:cubicBezTo>
                <a:cubicBezTo>
                  <a:pt x="1625803" y="601492"/>
                  <a:pt x="1623700" y="603961"/>
                  <a:pt x="1621140" y="606064"/>
                </a:cubicBezTo>
                <a:cubicBezTo>
                  <a:pt x="1618579" y="608076"/>
                  <a:pt x="1615653" y="609539"/>
                  <a:pt x="1612453" y="610453"/>
                </a:cubicBezTo>
                <a:cubicBezTo>
                  <a:pt x="1609344" y="611368"/>
                  <a:pt x="1606052" y="611642"/>
                  <a:pt x="1602760" y="611276"/>
                </a:cubicBezTo>
                <a:cubicBezTo>
                  <a:pt x="1599468" y="610911"/>
                  <a:pt x="1596451" y="609905"/>
                  <a:pt x="1593525" y="608350"/>
                </a:cubicBezTo>
                <a:lnTo>
                  <a:pt x="1589136" y="605881"/>
                </a:lnTo>
                <a:cubicBezTo>
                  <a:pt x="1586301" y="604327"/>
                  <a:pt x="1583832" y="602224"/>
                  <a:pt x="1581729" y="599572"/>
                </a:cubicBezTo>
                <a:cubicBezTo>
                  <a:pt x="1579717" y="597012"/>
                  <a:pt x="1578163" y="594177"/>
                  <a:pt x="1577249" y="590977"/>
                </a:cubicBezTo>
                <a:cubicBezTo>
                  <a:pt x="1576426" y="587776"/>
                  <a:pt x="1576151" y="584576"/>
                  <a:pt x="1576517" y="581284"/>
                </a:cubicBezTo>
                <a:cubicBezTo>
                  <a:pt x="1576883" y="577992"/>
                  <a:pt x="1577889" y="574883"/>
                  <a:pt x="1579443" y="572049"/>
                </a:cubicBezTo>
                <a:cubicBezTo>
                  <a:pt x="1581089" y="569123"/>
                  <a:pt x="1583192" y="566654"/>
                  <a:pt x="1585752" y="564642"/>
                </a:cubicBezTo>
                <a:cubicBezTo>
                  <a:pt x="1588313" y="562539"/>
                  <a:pt x="1591239" y="561076"/>
                  <a:pt x="1594439" y="560161"/>
                </a:cubicBezTo>
                <a:cubicBezTo>
                  <a:pt x="1597640" y="559247"/>
                  <a:pt x="1600840" y="558973"/>
                  <a:pt x="1604132" y="559338"/>
                </a:cubicBezTo>
                <a:cubicBezTo>
                  <a:pt x="1607424" y="559704"/>
                  <a:pt x="1610533" y="560710"/>
                  <a:pt x="1613367" y="562356"/>
                </a:cubicBezTo>
              </a:path>
              <a:path w="3889492" h="1195852">
                <a:moveTo>
                  <a:pt x="1622054" y="567202"/>
                </a:moveTo>
                <a:lnTo>
                  <a:pt x="1626443" y="569580"/>
                </a:lnTo>
                <a:cubicBezTo>
                  <a:pt x="1629369" y="571226"/>
                  <a:pt x="1631838" y="573329"/>
                  <a:pt x="1633850" y="575889"/>
                </a:cubicBezTo>
                <a:cubicBezTo>
                  <a:pt x="1635953" y="578449"/>
                  <a:pt x="1637416" y="581376"/>
                  <a:pt x="1638330" y="584484"/>
                </a:cubicBezTo>
                <a:cubicBezTo>
                  <a:pt x="1639245" y="587685"/>
                  <a:pt x="1639519" y="590977"/>
                  <a:pt x="1639153" y="594177"/>
                </a:cubicBezTo>
                <a:cubicBezTo>
                  <a:pt x="1638788" y="597469"/>
                  <a:pt x="1637782" y="600578"/>
                  <a:pt x="1636136" y="603504"/>
                </a:cubicBezTo>
                <a:cubicBezTo>
                  <a:pt x="1634581" y="606339"/>
                  <a:pt x="1632478" y="608808"/>
                  <a:pt x="1629827" y="610911"/>
                </a:cubicBezTo>
                <a:cubicBezTo>
                  <a:pt x="1627266" y="612922"/>
                  <a:pt x="1624340" y="614385"/>
                  <a:pt x="1621231" y="615300"/>
                </a:cubicBezTo>
                <a:cubicBezTo>
                  <a:pt x="1618031" y="616214"/>
                  <a:pt x="1614830" y="616488"/>
                  <a:pt x="1611539" y="616123"/>
                </a:cubicBezTo>
                <a:cubicBezTo>
                  <a:pt x="1608247" y="615757"/>
                  <a:pt x="1605138" y="614751"/>
                  <a:pt x="1602212" y="613105"/>
                </a:cubicBezTo>
                <a:lnTo>
                  <a:pt x="1597914" y="610728"/>
                </a:lnTo>
                <a:cubicBezTo>
                  <a:pt x="1594988" y="609082"/>
                  <a:pt x="1592519" y="607070"/>
                  <a:pt x="1590416" y="604418"/>
                </a:cubicBezTo>
                <a:cubicBezTo>
                  <a:pt x="1588404" y="601858"/>
                  <a:pt x="1586941" y="598932"/>
                  <a:pt x="1586027" y="595823"/>
                </a:cubicBezTo>
                <a:cubicBezTo>
                  <a:pt x="1585112" y="592623"/>
                  <a:pt x="1584838" y="589422"/>
                  <a:pt x="1585204" y="586130"/>
                </a:cubicBezTo>
                <a:cubicBezTo>
                  <a:pt x="1585570" y="582839"/>
                  <a:pt x="1586575" y="579730"/>
                  <a:pt x="1588221" y="576895"/>
                </a:cubicBezTo>
                <a:cubicBezTo>
                  <a:pt x="1589776" y="573969"/>
                  <a:pt x="1591879" y="571500"/>
                  <a:pt x="1594439" y="569488"/>
                </a:cubicBezTo>
                <a:cubicBezTo>
                  <a:pt x="1597091" y="567385"/>
                  <a:pt x="1599926" y="565922"/>
                  <a:pt x="1603126" y="565008"/>
                </a:cubicBezTo>
                <a:cubicBezTo>
                  <a:pt x="1606326" y="564093"/>
                  <a:pt x="1609527" y="563819"/>
                  <a:pt x="1612819" y="564185"/>
                </a:cubicBezTo>
                <a:cubicBezTo>
                  <a:pt x="1616111" y="564551"/>
                  <a:pt x="1619220" y="565556"/>
                  <a:pt x="1622054" y="567202"/>
                </a:cubicBezTo>
              </a:path>
              <a:path w="3889492" h="1195852">
                <a:moveTo>
                  <a:pt x="1630832" y="572049"/>
                </a:moveTo>
                <a:lnTo>
                  <a:pt x="1635222" y="574426"/>
                </a:lnTo>
                <a:cubicBezTo>
                  <a:pt x="1638056" y="576072"/>
                  <a:pt x="1640525" y="578175"/>
                  <a:pt x="1642628" y="580735"/>
                </a:cubicBezTo>
                <a:cubicBezTo>
                  <a:pt x="1644640" y="583296"/>
                  <a:pt x="1646103" y="586222"/>
                  <a:pt x="1647017" y="589331"/>
                </a:cubicBezTo>
                <a:cubicBezTo>
                  <a:pt x="1647932" y="592531"/>
                  <a:pt x="1648206" y="595732"/>
                  <a:pt x="1647840" y="599023"/>
                </a:cubicBezTo>
                <a:cubicBezTo>
                  <a:pt x="1647474" y="602315"/>
                  <a:pt x="1646469" y="605424"/>
                  <a:pt x="1644823" y="608350"/>
                </a:cubicBezTo>
                <a:cubicBezTo>
                  <a:pt x="1643268" y="611185"/>
                  <a:pt x="1641165" y="613654"/>
                  <a:pt x="1638605" y="615757"/>
                </a:cubicBezTo>
                <a:cubicBezTo>
                  <a:pt x="1635953" y="617769"/>
                  <a:pt x="1633118" y="619232"/>
                  <a:pt x="1629918" y="620146"/>
                </a:cubicBezTo>
                <a:cubicBezTo>
                  <a:pt x="1626718" y="621060"/>
                  <a:pt x="1623517" y="621335"/>
                  <a:pt x="1620225" y="620969"/>
                </a:cubicBezTo>
                <a:cubicBezTo>
                  <a:pt x="1616934" y="620603"/>
                  <a:pt x="1613825" y="619597"/>
                  <a:pt x="1610990" y="617952"/>
                </a:cubicBezTo>
                <a:lnTo>
                  <a:pt x="1606601" y="615574"/>
                </a:lnTo>
                <a:cubicBezTo>
                  <a:pt x="1603675" y="613928"/>
                  <a:pt x="1601206" y="611825"/>
                  <a:pt x="1599194" y="609265"/>
                </a:cubicBezTo>
                <a:cubicBezTo>
                  <a:pt x="1597091" y="606704"/>
                  <a:pt x="1595628" y="603778"/>
                  <a:pt x="1594714" y="600669"/>
                </a:cubicBezTo>
                <a:cubicBezTo>
                  <a:pt x="1593799" y="597469"/>
                  <a:pt x="1593525" y="594269"/>
                  <a:pt x="1593891" y="590977"/>
                </a:cubicBezTo>
                <a:cubicBezTo>
                  <a:pt x="1594348" y="587685"/>
                  <a:pt x="1595262" y="584576"/>
                  <a:pt x="1596908" y="581650"/>
                </a:cubicBezTo>
                <a:cubicBezTo>
                  <a:pt x="1598554" y="578815"/>
                  <a:pt x="1600657" y="576346"/>
                  <a:pt x="1603218" y="574243"/>
                </a:cubicBezTo>
                <a:cubicBezTo>
                  <a:pt x="1605778" y="572232"/>
                  <a:pt x="1608704" y="570768"/>
                  <a:pt x="1611813" y="569854"/>
                </a:cubicBezTo>
                <a:cubicBezTo>
                  <a:pt x="1615013" y="568940"/>
                  <a:pt x="1618305" y="568665"/>
                  <a:pt x="1621597" y="569031"/>
                </a:cubicBezTo>
                <a:cubicBezTo>
                  <a:pt x="1624797" y="569397"/>
                  <a:pt x="1627906" y="570403"/>
                  <a:pt x="1630832" y="572049"/>
                </a:cubicBezTo>
              </a:path>
              <a:path w="3889492" h="1195852">
                <a:moveTo>
                  <a:pt x="1639519" y="576895"/>
                </a:moveTo>
                <a:lnTo>
                  <a:pt x="1643908" y="579272"/>
                </a:lnTo>
                <a:cubicBezTo>
                  <a:pt x="1646743" y="580918"/>
                  <a:pt x="1649303" y="583021"/>
                  <a:pt x="1651315" y="585582"/>
                </a:cubicBezTo>
                <a:cubicBezTo>
                  <a:pt x="1653418" y="588142"/>
                  <a:pt x="1654881" y="591068"/>
                  <a:pt x="1655796" y="594177"/>
                </a:cubicBezTo>
                <a:cubicBezTo>
                  <a:pt x="1656710" y="597378"/>
                  <a:pt x="1656893" y="600578"/>
                  <a:pt x="1656527" y="603870"/>
                </a:cubicBezTo>
                <a:cubicBezTo>
                  <a:pt x="1656161" y="607162"/>
                  <a:pt x="1655155" y="610271"/>
                  <a:pt x="1653601" y="613105"/>
                </a:cubicBezTo>
                <a:cubicBezTo>
                  <a:pt x="1651955" y="616031"/>
                  <a:pt x="1649852" y="618500"/>
                  <a:pt x="1647292" y="620512"/>
                </a:cubicBezTo>
                <a:cubicBezTo>
                  <a:pt x="1644731" y="622615"/>
                  <a:pt x="1641805" y="624078"/>
                  <a:pt x="1638605" y="624992"/>
                </a:cubicBezTo>
                <a:cubicBezTo>
                  <a:pt x="1635496" y="625907"/>
                  <a:pt x="1632204" y="626181"/>
                  <a:pt x="1628912" y="625815"/>
                </a:cubicBezTo>
                <a:cubicBezTo>
                  <a:pt x="1625620" y="625450"/>
                  <a:pt x="1622603" y="624444"/>
                  <a:pt x="1619677" y="622798"/>
                </a:cubicBezTo>
                <a:lnTo>
                  <a:pt x="1615288" y="620420"/>
                </a:lnTo>
                <a:cubicBezTo>
                  <a:pt x="1612453" y="618774"/>
                  <a:pt x="1609984" y="616671"/>
                  <a:pt x="1607881" y="614111"/>
                </a:cubicBezTo>
                <a:cubicBezTo>
                  <a:pt x="1605869" y="611551"/>
                  <a:pt x="1604315" y="608625"/>
                  <a:pt x="1603492" y="605516"/>
                </a:cubicBezTo>
                <a:cubicBezTo>
                  <a:pt x="1602577" y="602315"/>
                  <a:pt x="1602303" y="599023"/>
                  <a:pt x="1602669" y="595823"/>
                </a:cubicBezTo>
                <a:cubicBezTo>
                  <a:pt x="1603035" y="592531"/>
                  <a:pt x="1604040" y="589422"/>
                  <a:pt x="1605595" y="586496"/>
                </a:cubicBezTo>
                <a:cubicBezTo>
                  <a:pt x="1607241" y="583662"/>
                  <a:pt x="1609344" y="581193"/>
                  <a:pt x="1611904" y="579090"/>
                </a:cubicBezTo>
                <a:cubicBezTo>
                  <a:pt x="1614556" y="577078"/>
                  <a:pt x="1617391" y="575615"/>
                  <a:pt x="1620591" y="574700"/>
                </a:cubicBezTo>
                <a:cubicBezTo>
                  <a:pt x="1623792" y="573786"/>
                  <a:pt x="1626992" y="573512"/>
                  <a:pt x="1630284" y="573877"/>
                </a:cubicBezTo>
                <a:cubicBezTo>
                  <a:pt x="1633576" y="574243"/>
                  <a:pt x="1636685" y="575249"/>
                  <a:pt x="1639519" y="576895"/>
                </a:cubicBezTo>
              </a:path>
              <a:path w="3889492" h="1195852">
                <a:moveTo>
                  <a:pt x="1648297" y="581650"/>
                </a:moveTo>
                <a:lnTo>
                  <a:pt x="1652595" y="584119"/>
                </a:lnTo>
                <a:cubicBezTo>
                  <a:pt x="1655521" y="585673"/>
                  <a:pt x="1657990" y="587776"/>
                  <a:pt x="1660002" y="590428"/>
                </a:cubicBezTo>
                <a:cubicBezTo>
                  <a:pt x="1662105" y="592988"/>
                  <a:pt x="1663568" y="595914"/>
                  <a:pt x="1664482" y="599023"/>
                </a:cubicBezTo>
                <a:cubicBezTo>
                  <a:pt x="1665397" y="602224"/>
                  <a:pt x="1665671" y="605424"/>
                  <a:pt x="1665305" y="608716"/>
                </a:cubicBezTo>
                <a:cubicBezTo>
                  <a:pt x="1664940" y="612008"/>
                  <a:pt x="1663934" y="615117"/>
                  <a:pt x="1662288" y="617952"/>
                </a:cubicBezTo>
                <a:cubicBezTo>
                  <a:pt x="1660733" y="620878"/>
                  <a:pt x="1658630" y="623346"/>
                  <a:pt x="1655978" y="625358"/>
                </a:cubicBezTo>
                <a:cubicBezTo>
                  <a:pt x="1653418" y="627461"/>
                  <a:pt x="1650492" y="628924"/>
                  <a:pt x="1647383" y="629839"/>
                </a:cubicBezTo>
                <a:cubicBezTo>
                  <a:pt x="1644183" y="630753"/>
                  <a:pt x="1640982" y="631027"/>
                  <a:pt x="1637690" y="630662"/>
                </a:cubicBezTo>
                <a:cubicBezTo>
                  <a:pt x="1634399" y="630296"/>
                  <a:pt x="1631290" y="629290"/>
                  <a:pt x="1628364" y="627644"/>
                </a:cubicBezTo>
                <a:lnTo>
                  <a:pt x="1624066" y="625267"/>
                </a:lnTo>
                <a:cubicBezTo>
                  <a:pt x="1621140" y="623621"/>
                  <a:pt x="1618671" y="621518"/>
                  <a:pt x="1616659" y="618957"/>
                </a:cubicBezTo>
                <a:cubicBezTo>
                  <a:pt x="1614556" y="616397"/>
                  <a:pt x="1613093" y="613471"/>
                  <a:pt x="1612179" y="610271"/>
                </a:cubicBezTo>
                <a:cubicBezTo>
                  <a:pt x="1611264" y="607162"/>
                  <a:pt x="1610990" y="603870"/>
                  <a:pt x="1611356" y="600669"/>
                </a:cubicBezTo>
                <a:cubicBezTo>
                  <a:pt x="1611721" y="597378"/>
                  <a:pt x="1612727" y="594269"/>
                  <a:pt x="1614373" y="591342"/>
                </a:cubicBezTo>
                <a:cubicBezTo>
                  <a:pt x="1615928" y="588508"/>
                  <a:pt x="1618031" y="586039"/>
                  <a:pt x="1620683" y="583936"/>
                </a:cubicBezTo>
                <a:cubicBezTo>
                  <a:pt x="1623243" y="581924"/>
                  <a:pt x="1626078" y="580461"/>
                  <a:pt x="1629278" y="579547"/>
                </a:cubicBezTo>
                <a:cubicBezTo>
                  <a:pt x="1632478" y="578632"/>
                  <a:pt x="1635679" y="578358"/>
                  <a:pt x="1638971" y="578724"/>
                </a:cubicBezTo>
                <a:cubicBezTo>
                  <a:pt x="1642262" y="579090"/>
                  <a:pt x="1645371" y="580095"/>
                  <a:pt x="1648297" y="581650"/>
                </a:cubicBezTo>
              </a:path>
              <a:path w="3889492" h="1195852">
                <a:moveTo>
                  <a:pt x="1656984" y="586496"/>
                </a:moveTo>
                <a:lnTo>
                  <a:pt x="1661373" y="588965"/>
                </a:lnTo>
                <a:cubicBezTo>
                  <a:pt x="1664208" y="590520"/>
                  <a:pt x="1666677" y="592623"/>
                  <a:pt x="1668780" y="595274"/>
                </a:cubicBezTo>
                <a:cubicBezTo>
                  <a:pt x="1670792" y="597835"/>
                  <a:pt x="1672255" y="600669"/>
                  <a:pt x="1673169" y="603870"/>
                </a:cubicBezTo>
                <a:cubicBezTo>
                  <a:pt x="1674084" y="607070"/>
                  <a:pt x="1674358" y="610271"/>
                  <a:pt x="1673992" y="613562"/>
                </a:cubicBezTo>
                <a:cubicBezTo>
                  <a:pt x="1673626" y="616854"/>
                  <a:pt x="1672620" y="619963"/>
                  <a:pt x="1671066" y="622798"/>
                </a:cubicBezTo>
                <a:cubicBezTo>
                  <a:pt x="1669420" y="625724"/>
                  <a:pt x="1667317" y="628193"/>
                  <a:pt x="1664757" y="630204"/>
                </a:cubicBezTo>
                <a:cubicBezTo>
                  <a:pt x="1662105" y="632308"/>
                  <a:pt x="1659270" y="633771"/>
                  <a:pt x="1656070" y="634685"/>
                </a:cubicBezTo>
                <a:cubicBezTo>
                  <a:pt x="1652869" y="635599"/>
                  <a:pt x="1649669" y="635874"/>
                  <a:pt x="1646377" y="635508"/>
                </a:cubicBezTo>
                <a:cubicBezTo>
                  <a:pt x="1643085" y="635051"/>
                  <a:pt x="1639976" y="634136"/>
                  <a:pt x="1637142" y="632490"/>
                </a:cubicBezTo>
                <a:lnTo>
                  <a:pt x="1632753" y="630113"/>
                </a:lnTo>
                <a:cubicBezTo>
                  <a:pt x="1629827" y="628467"/>
                  <a:pt x="1627358" y="626364"/>
                  <a:pt x="1625346" y="623804"/>
                </a:cubicBezTo>
                <a:cubicBezTo>
                  <a:pt x="1623243" y="621243"/>
                  <a:pt x="1621780" y="618317"/>
                  <a:pt x="1620865" y="615117"/>
                </a:cubicBezTo>
                <a:cubicBezTo>
                  <a:pt x="1619951" y="612008"/>
                  <a:pt x="1619677" y="608716"/>
                  <a:pt x="1620134" y="605424"/>
                </a:cubicBezTo>
                <a:cubicBezTo>
                  <a:pt x="1620500" y="602224"/>
                  <a:pt x="1621506" y="599115"/>
                  <a:pt x="1623060" y="596189"/>
                </a:cubicBezTo>
                <a:cubicBezTo>
                  <a:pt x="1624706" y="593354"/>
                  <a:pt x="1626809" y="590885"/>
                  <a:pt x="1629369" y="588782"/>
                </a:cubicBezTo>
                <a:cubicBezTo>
                  <a:pt x="1631930" y="586770"/>
                  <a:pt x="1634856" y="585307"/>
                  <a:pt x="1638056" y="584393"/>
                </a:cubicBezTo>
                <a:cubicBezTo>
                  <a:pt x="1641165" y="583479"/>
                  <a:pt x="1644457" y="583204"/>
                  <a:pt x="1647749" y="583570"/>
                </a:cubicBezTo>
                <a:cubicBezTo>
                  <a:pt x="1651041" y="583936"/>
                  <a:pt x="1654058" y="584942"/>
                  <a:pt x="1656984" y="586496"/>
                </a:cubicBezTo>
              </a:path>
              <a:path w="3889492" h="1195852">
                <a:moveTo>
                  <a:pt x="1665671" y="591342"/>
                </a:moveTo>
                <a:lnTo>
                  <a:pt x="1670060" y="593811"/>
                </a:lnTo>
                <a:cubicBezTo>
                  <a:pt x="1672986" y="595366"/>
                  <a:pt x="1675455" y="597469"/>
                  <a:pt x="1677467" y="600121"/>
                </a:cubicBezTo>
                <a:cubicBezTo>
                  <a:pt x="1679570" y="602681"/>
                  <a:pt x="1681033" y="605516"/>
                  <a:pt x="1681947" y="608716"/>
                </a:cubicBezTo>
                <a:cubicBezTo>
                  <a:pt x="1682862" y="611916"/>
                  <a:pt x="1683136" y="615117"/>
                  <a:pt x="1682679" y="618409"/>
                </a:cubicBezTo>
                <a:cubicBezTo>
                  <a:pt x="1682313" y="621701"/>
                  <a:pt x="1681307" y="624810"/>
                  <a:pt x="1679753" y="627644"/>
                </a:cubicBezTo>
                <a:cubicBezTo>
                  <a:pt x="1678107" y="630570"/>
                  <a:pt x="1676004" y="633039"/>
                  <a:pt x="1673443" y="635051"/>
                </a:cubicBezTo>
                <a:cubicBezTo>
                  <a:pt x="1670883" y="637154"/>
                  <a:pt x="1667957" y="638617"/>
                  <a:pt x="1664757" y="639531"/>
                </a:cubicBezTo>
                <a:cubicBezTo>
                  <a:pt x="1661648" y="640446"/>
                  <a:pt x="1658356" y="640720"/>
                  <a:pt x="1655064" y="640263"/>
                </a:cubicBezTo>
                <a:cubicBezTo>
                  <a:pt x="1651772" y="639897"/>
                  <a:pt x="1648755" y="638983"/>
                  <a:pt x="1645829" y="637337"/>
                </a:cubicBezTo>
                <a:lnTo>
                  <a:pt x="1641439" y="634959"/>
                </a:lnTo>
                <a:cubicBezTo>
                  <a:pt x="1638605" y="633313"/>
                  <a:pt x="1636136" y="631210"/>
                  <a:pt x="1634033" y="628650"/>
                </a:cubicBezTo>
                <a:cubicBezTo>
                  <a:pt x="1632021" y="625998"/>
                  <a:pt x="1630558" y="623164"/>
                  <a:pt x="1629644" y="619963"/>
                </a:cubicBezTo>
                <a:cubicBezTo>
                  <a:pt x="1628729" y="616854"/>
                  <a:pt x="1628455" y="613562"/>
                  <a:pt x="1628821" y="610271"/>
                </a:cubicBezTo>
                <a:cubicBezTo>
                  <a:pt x="1629186" y="606979"/>
                  <a:pt x="1630192" y="603961"/>
                  <a:pt x="1631747" y="601035"/>
                </a:cubicBezTo>
                <a:cubicBezTo>
                  <a:pt x="1633393" y="598200"/>
                  <a:pt x="1635496" y="595732"/>
                  <a:pt x="1638056" y="593628"/>
                </a:cubicBezTo>
                <a:cubicBezTo>
                  <a:pt x="1640708" y="591617"/>
                  <a:pt x="1643543" y="590062"/>
                  <a:pt x="1646743" y="589239"/>
                </a:cubicBezTo>
                <a:cubicBezTo>
                  <a:pt x="1649943" y="588325"/>
                  <a:pt x="1653144" y="588051"/>
                  <a:pt x="1656436" y="588416"/>
                </a:cubicBezTo>
                <a:cubicBezTo>
                  <a:pt x="1659727" y="588782"/>
                  <a:pt x="1662836" y="589788"/>
                  <a:pt x="1665671" y="591342"/>
                </a:cubicBezTo>
              </a:path>
              <a:path w="3889492" h="1195852">
                <a:moveTo>
                  <a:pt x="1674449" y="596189"/>
                </a:moveTo>
                <a:lnTo>
                  <a:pt x="1678747" y="598658"/>
                </a:lnTo>
                <a:cubicBezTo>
                  <a:pt x="1681673" y="600212"/>
                  <a:pt x="1684142" y="602315"/>
                  <a:pt x="1686154" y="604876"/>
                </a:cubicBezTo>
                <a:cubicBezTo>
                  <a:pt x="1688257" y="607527"/>
                  <a:pt x="1689720" y="610362"/>
                  <a:pt x="1690634" y="613562"/>
                </a:cubicBezTo>
                <a:cubicBezTo>
                  <a:pt x="1691549" y="616763"/>
                  <a:pt x="1691823" y="619963"/>
                  <a:pt x="1691457" y="623255"/>
                </a:cubicBezTo>
                <a:cubicBezTo>
                  <a:pt x="1691091" y="626547"/>
                  <a:pt x="1690086" y="629564"/>
                  <a:pt x="1688440" y="632490"/>
                </a:cubicBezTo>
                <a:cubicBezTo>
                  <a:pt x="1686885" y="635417"/>
                  <a:pt x="1684782" y="637885"/>
                  <a:pt x="1682130" y="639897"/>
                </a:cubicBezTo>
                <a:cubicBezTo>
                  <a:pt x="1679570" y="642000"/>
                  <a:pt x="1676735" y="643463"/>
                  <a:pt x="1673535" y="644378"/>
                </a:cubicBezTo>
                <a:cubicBezTo>
                  <a:pt x="1670334" y="645292"/>
                  <a:pt x="1667134" y="645566"/>
                  <a:pt x="1663842" y="645109"/>
                </a:cubicBezTo>
                <a:cubicBezTo>
                  <a:pt x="1660550" y="644743"/>
                  <a:pt x="1657441" y="643738"/>
                  <a:pt x="1654515" y="642183"/>
                </a:cubicBezTo>
                <a:lnTo>
                  <a:pt x="1650218" y="639714"/>
                </a:lnTo>
                <a:cubicBezTo>
                  <a:pt x="1647292" y="638160"/>
                  <a:pt x="1644823" y="636057"/>
                  <a:pt x="1642811" y="633496"/>
                </a:cubicBezTo>
                <a:cubicBezTo>
                  <a:pt x="1640708" y="630845"/>
                  <a:pt x="1639245" y="628010"/>
                  <a:pt x="1638330" y="624810"/>
                </a:cubicBezTo>
                <a:cubicBezTo>
                  <a:pt x="1637416" y="621609"/>
                  <a:pt x="1637142" y="618409"/>
                  <a:pt x="1637508" y="615117"/>
                </a:cubicBezTo>
                <a:cubicBezTo>
                  <a:pt x="1637873" y="611825"/>
                  <a:pt x="1638879" y="608808"/>
                  <a:pt x="1640525" y="605881"/>
                </a:cubicBezTo>
                <a:cubicBezTo>
                  <a:pt x="1642080" y="602955"/>
                  <a:pt x="1644183" y="600486"/>
                  <a:pt x="1646834" y="598475"/>
                </a:cubicBezTo>
                <a:cubicBezTo>
                  <a:pt x="1649395" y="596463"/>
                  <a:pt x="1652229" y="594909"/>
                  <a:pt x="1655430" y="593994"/>
                </a:cubicBezTo>
                <a:cubicBezTo>
                  <a:pt x="1658630" y="593171"/>
                  <a:pt x="1661831" y="592897"/>
                  <a:pt x="1665122" y="593263"/>
                </a:cubicBezTo>
                <a:cubicBezTo>
                  <a:pt x="1668414" y="593628"/>
                  <a:pt x="1671523" y="594634"/>
                  <a:pt x="1674449" y="596189"/>
                </a:cubicBezTo>
              </a:path>
              <a:path w="3889492" h="1195852">
                <a:moveTo>
                  <a:pt x="1657716" y="601675"/>
                </a:moveTo>
                <a:lnTo>
                  <a:pt x="1661922" y="599023"/>
                </a:lnTo>
                <a:cubicBezTo>
                  <a:pt x="1664757" y="597286"/>
                  <a:pt x="1667774" y="596097"/>
                  <a:pt x="1670975" y="595549"/>
                </a:cubicBezTo>
                <a:cubicBezTo>
                  <a:pt x="1674266" y="595000"/>
                  <a:pt x="1677467" y="595092"/>
                  <a:pt x="1680759" y="595732"/>
                </a:cubicBezTo>
                <a:cubicBezTo>
                  <a:pt x="1683959" y="596463"/>
                  <a:pt x="1686885" y="597835"/>
                  <a:pt x="1689628" y="599755"/>
                </a:cubicBezTo>
                <a:cubicBezTo>
                  <a:pt x="1692280" y="601675"/>
                  <a:pt x="1694566" y="603961"/>
                  <a:pt x="1696303" y="606796"/>
                </a:cubicBezTo>
                <a:cubicBezTo>
                  <a:pt x="1698132" y="609539"/>
                  <a:pt x="1699230" y="612557"/>
                  <a:pt x="1699778" y="615848"/>
                </a:cubicBezTo>
                <a:cubicBezTo>
                  <a:pt x="1700418" y="619140"/>
                  <a:pt x="1700327" y="622341"/>
                  <a:pt x="1699595" y="625541"/>
                </a:cubicBezTo>
                <a:cubicBezTo>
                  <a:pt x="1698864" y="628741"/>
                  <a:pt x="1697492" y="631759"/>
                  <a:pt x="1695572" y="634411"/>
                </a:cubicBezTo>
                <a:cubicBezTo>
                  <a:pt x="1693743" y="637154"/>
                  <a:pt x="1691366" y="639348"/>
                  <a:pt x="1688531" y="641086"/>
                </a:cubicBezTo>
                <a:lnTo>
                  <a:pt x="1684325" y="643829"/>
                </a:lnTo>
                <a:cubicBezTo>
                  <a:pt x="1681582" y="645566"/>
                  <a:pt x="1678473" y="646755"/>
                  <a:pt x="1675272" y="647304"/>
                </a:cubicBezTo>
                <a:cubicBezTo>
                  <a:pt x="1671980" y="647852"/>
                  <a:pt x="1668780" y="647761"/>
                  <a:pt x="1665488" y="647029"/>
                </a:cubicBezTo>
                <a:cubicBezTo>
                  <a:pt x="1662288" y="646298"/>
                  <a:pt x="1659362" y="645018"/>
                  <a:pt x="1656618" y="643098"/>
                </a:cubicBezTo>
                <a:cubicBezTo>
                  <a:pt x="1653967" y="641177"/>
                  <a:pt x="1651681" y="638800"/>
                  <a:pt x="1649943" y="636057"/>
                </a:cubicBezTo>
                <a:cubicBezTo>
                  <a:pt x="1648206" y="633222"/>
                  <a:pt x="1647017" y="630204"/>
                  <a:pt x="1646469" y="627004"/>
                </a:cubicBezTo>
                <a:cubicBezTo>
                  <a:pt x="1645920" y="623712"/>
                  <a:pt x="1646011" y="620512"/>
                  <a:pt x="1646743" y="617220"/>
                </a:cubicBezTo>
                <a:cubicBezTo>
                  <a:pt x="1647383" y="614020"/>
                  <a:pt x="1648755" y="611094"/>
                  <a:pt x="1650675" y="608350"/>
                </a:cubicBezTo>
                <a:cubicBezTo>
                  <a:pt x="1652595" y="605699"/>
                  <a:pt x="1654881" y="603413"/>
                  <a:pt x="1657716" y="601675"/>
                </a:cubicBezTo>
              </a:path>
              <a:path w="3889492" h="1195852">
                <a:moveTo>
                  <a:pt x="1666128" y="596372"/>
                </a:moveTo>
                <a:lnTo>
                  <a:pt x="1670334" y="593720"/>
                </a:lnTo>
                <a:cubicBezTo>
                  <a:pt x="1673169" y="591891"/>
                  <a:pt x="1676187" y="590794"/>
                  <a:pt x="1679478" y="590245"/>
                </a:cubicBezTo>
                <a:cubicBezTo>
                  <a:pt x="1682679" y="589605"/>
                  <a:pt x="1685971" y="589697"/>
                  <a:pt x="1689171" y="590428"/>
                </a:cubicBezTo>
                <a:cubicBezTo>
                  <a:pt x="1692372" y="591160"/>
                  <a:pt x="1695389" y="592531"/>
                  <a:pt x="1698041" y="594360"/>
                </a:cubicBezTo>
                <a:cubicBezTo>
                  <a:pt x="1700784" y="596280"/>
                  <a:pt x="1702979" y="598658"/>
                  <a:pt x="1704716" y="601492"/>
                </a:cubicBezTo>
                <a:cubicBezTo>
                  <a:pt x="1706545" y="604236"/>
                  <a:pt x="1707642" y="607253"/>
                  <a:pt x="1708282" y="610545"/>
                </a:cubicBezTo>
                <a:cubicBezTo>
                  <a:pt x="1708831" y="613745"/>
                  <a:pt x="1708739" y="617037"/>
                  <a:pt x="1708008" y="620238"/>
                </a:cubicBezTo>
                <a:cubicBezTo>
                  <a:pt x="1707276" y="623438"/>
                  <a:pt x="1705905" y="626455"/>
                  <a:pt x="1704076" y="629107"/>
                </a:cubicBezTo>
                <a:cubicBezTo>
                  <a:pt x="1702156" y="631850"/>
                  <a:pt x="1699778" y="634045"/>
                  <a:pt x="1696944" y="635782"/>
                </a:cubicBezTo>
                <a:lnTo>
                  <a:pt x="1692737" y="638434"/>
                </a:lnTo>
                <a:cubicBezTo>
                  <a:pt x="1689994" y="640263"/>
                  <a:pt x="1686977" y="641360"/>
                  <a:pt x="1683685" y="642000"/>
                </a:cubicBezTo>
                <a:cubicBezTo>
                  <a:pt x="1680393" y="642549"/>
                  <a:pt x="1677192" y="642457"/>
                  <a:pt x="1673992" y="641726"/>
                </a:cubicBezTo>
                <a:cubicBezTo>
                  <a:pt x="1670700" y="640994"/>
                  <a:pt x="1667774" y="639623"/>
                  <a:pt x="1665031" y="637794"/>
                </a:cubicBezTo>
                <a:cubicBezTo>
                  <a:pt x="1662379" y="635874"/>
                  <a:pt x="1660093" y="633496"/>
                  <a:pt x="1658356" y="630753"/>
                </a:cubicBezTo>
                <a:cubicBezTo>
                  <a:pt x="1656618" y="627918"/>
                  <a:pt x="1655430" y="624901"/>
                  <a:pt x="1654881" y="621609"/>
                </a:cubicBezTo>
                <a:cubicBezTo>
                  <a:pt x="1654332" y="618409"/>
                  <a:pt x="1654424" y="615117"/>
                  <a:pt x="1655155" y="611916"/>
                </a:cubicBezTo>
                <a:cubicBezTo>
                  <a:pt x="1655887" y="608716"/>
                  <a:pt x="1657167" y="605699"/>
                  <a:pt x="1659087" y="603047"/>
                </a:cubicBezTo>
                <a:cubicBezTo>
                  <a:pt x="1661008" y="600304"/>
                  <a:pt x="1663385" y="598109"/>
                  <a:pt x="1666128" y="596372"/>
                </a:cubicBezTo>
              </a:path>
              <a:path w="3889492" h="1195852">
                <a:moveTo>
                  <a:pt x="1674541" y="591068"/>
                </a:moveTo>
                <a:lnTo>
                  <a:pt x="1678747" y="588416"/>
                </a:lnTo>
                <a:cubicBezTo>
                  <a:pt x="1681582" y="586588"/>
                  <a:pt x="1684599" y="585490"/>
                  <a:pt x="1687891" y="584850"/>
                </a:cubicBezTo>
                <a:cubicBezTo>
                  <a:pt x="1691091" y="584302"/>
                  <a:pt x="1694383" y="584393"/>
                  <a:pt x="1697584" y="585125"/>
                </a:cubicBezTo>
                <a:cubicBezTo>
                  <a:pt x="1700784" y="585856"/>
                  <a:pt x="1703802" y="587136"/>
                  <a:pt x="1706453" y="589056"/>
                </a:cubicBezTo>
                <a:cubicBezTo>
                  <a:pt x="1709196" y="590977"/>
                  <a:pt x="1711391" y="593354"/>
                  <a:pt x="1713220" y="596097"/>
                </a:cubicBezTo>
                <a:cubicBezTo>
                  <a:pt x="1714957" y="598932"/>
                  <a:pt x="1716146" y="601950"/>
                  <a:pt x="1716695" y="605241"/>
                </a:cubicBezTo>
                <a:cubicBezTo>
                  <a:pt x="1717243" y="608442"/>
                  <a:pt x="1717152" y="611734"/>
                  <a:pt x="1716420" y="614934"/>
                </a:cubicBezTo>
                <a:cubicBezTo>
                  <a:pt x="1715689" y="618134"/>
                  <a:pt x="1714409" y="621060"/>
                  <a:pt x="1712488" y="623804"/>
                </a:cubicBezTo>
                <a:cubicBezTo>
                  <a:pt x="1710568" y="626455"/>
                  <a:pt x="1708191" y="628741"/>
                  <a:pt x="1705447" y="630479"/>
                </a:cubicBezTo>
                <a:lnTo>
                  <a:pt x="1701241" y="633131"/>
                </a:lnTo>
                <a:cubicBezTo>
                  <a:pt x="1698407" y="634868"/>
                  <a:pt x="1695389" y="636057"/>
                  <a:pt x="1692097" y="636605"/>
                </a:cubicBezTo>
                <a:cubicBezTo>
                  <a:pt x="1688897" y="637154"/>
                  <a:pt x="1685605" y="637154"/>
                  <a:pt x="1682405" y="636422"/>
                </a:cubicBezTo>
                <a:cubicBezTo>
                  <a:pt x="1679204" y="635691"/>
                  <a:pt x="1676187" y="634319"/>
                  <a:pt x="1673535" y="632399"/>
                </a:cubicBezTo>
                <a:cubicBezTo>
                  <a:pt x="1670792" y="630570"/>
                  <a:pt x="1668597" y="628193"/>
                  <a:pt x="1666768" y="625358"/>
                </a:cubicBezTo>
                <a:cubicBezTo>
                  <a:pt x="1665031" y="622615"/>
                  <a:pt x="1663842" y="619597"/>
                  <a:pt x="1663294" y="616306"/>
                </a:cubicBezTo>
                <a:cubicBezTo>
                  <a:pt x="1662745" y="613105"/>
                  <a:pt x="1662836" y="609813"/>
                  <a:pt x="1663568" y="606613"/>
                </a:cubicBezTo>
                <a:cubicBezTo>
                  <a:pt x="1664299" y="603413"/>
                  <a:pt x="1665580" y="600395"/>
                  <a:pt x="1667500" y="597743"/>
                </a:cubicBezTo>
                <a:cubicBezTo>
                  <a:pt x="1669420" y="595000"/>
                  <a:pt x="1671798" y="592806"/>
                  <a:pt x="1674541" y="591068"/>
                </a:cubicBezTo>
              </a:path>
              <a:path w="3889492" h="1195852">
                <a:moveTo>
                  <a:pt x="1683045" y="585673"/>
                </a:moveTo>
                <a:lnTo>
                  <a:pt x="1687251" y="583021"/>
                </a:lnTo>
                <a:cubicBezTo>
                  <a:pt x="1689994" y="581284"/>
                  <a:pt x="1693012" y="580095"/>
                  <a:pt x="1696303" y="579547"/>
                </a:cubicBezTo>
                <a:cubicBezTo>
                  <a:pt x="1699595" y="578998"/>
                  <a:pt x="1702796" y="579090"/>
                  <a:pt x="1705996" y="579821"/>
                </a:cubicBezTo>
                <a:cubicBezTo>
                  <a:pt x="1709288" y="580553"/>
                  <a:pt x="1712214" y="581833"/>
                  <a:pt x="1714957" y="583753"/>
                </a:cubicBezTo>
                <a:cubicBezTo>
                  <a:pt x="1717609" y="585673"/>
                  <a:pt x="1719895" y="588051"/>
                  <a:pt x="1721632" y="590794"/>
                </a:cubicBezTo>
                <a:cubicBezTo>
                  <a:pt x="1723370" y="593628"/>
                  <a:pt x="1724558" y="596646"/>
                  <a:pt x="1725107" y="599846"/>
                </a:cubicBezTo>
                <a:cubicBezTo>
                  <a:pt x="1725656" y="603138"/>
                  <a:pt x="1725564" y="606339"/>
                  <a:pt x="1724833" y="609630"/>
                </a:cubicBezTo>
                <a:cubicBezTo>
                  <a:pt x="1724101" y="612831"/>
                  <a:pt x="1722821" y="615757"/>
                  <a:pt x="1720901" y="618500"/>
                </a:cubicBezTo>
                <a:cubicBezTo>
                  <a:pt x="1718981" y="621152"/>
                  <a:pt x="1716695" y="623438"/>
                  <a:pt x="1713860" y="625175"/>
                </a:cubicBezTo>
                <a:lnTo>
                  <a:pt x="1709654" y="627827"/>
                </a:lnTo>
                <a:cubicBezTo>
                  <a:pt x="1706819" y="629564"/>
                  <a:pt x="1703802" y="630753"/>
                  <a:pt x="1700601" y="631302"/>
                </a:cubicBezTo>
                <a:cubicBezTo>
                  <a:pt x="1697309" y="631850"/>
                  <a:pt x="1694017" y="631759"/>
                  <a:pt x="1690817" y="631027"/>
                </a:cubicBezTo>
                <a:cubicBezTo>
                  <a:pt x="1687617" y="630296"/>
                  <a:pt x="1684599" y="629016"/>
                  <a:pt x="1681947" y="627096"/>
                </a:cubicBezTo>
                <a:cubicBezTo>
                  <a:pt x="1679204" y="625175"/>
                  <a:pt x="1677010" y="622889"/>
                  <a:pt x="1675272" y="620055"/>
                </a:cubicBezTo>
                <a:cubicBezTo>
                  <a:pt x="1673443" y="617311"/>
                  <a:pt x="1672346" y="614294"/>
                  <a:pt x="1671706" y="611002"/>
                </a:cubicBezTo>
                <a:cubicBezTo>
                  <a:pt x="1671157" y="607710"/>
                  <a:pt x="1671249" y="604510"/>
                  <a:pt x="1671980" y="601309"/>
                </a:cubicBezTo>
                <a:cubicBezTo>
                  <a:pt x="1672712" y="598109"/>
                  <a:pt x="1674084" y="595092"/>
                  <a:pt x="1675912" y="592440"/>
                </a:cubicBezTo>
                <a:cubicBezTo>
                  <a:pt x="1677833" y="589697"/>
                  <a:pt x="1680210" y="587502"/>
                  <a:pt x="1683045" y="585673"/>
                </a:cubicBezTo>
              </a:path>
              <a:path w="3889492" h="1195852">
                <a:moveTo>
                  <a:pt x="1691457" y="580370"/>
                </a:moveTo>
                <a:lnTo>
                  <a:pt x="1695663" y="577718"/>
                </a:lnTo>
                <a:cubicBezTo>
                  <a:pt x="1698407" y="575981"/>
                  <a:pt x="1701516" y="574792"/>
                  <a:pt x="1704716" y="574243"/>
                </a:cubicBezTo>
                <a:cubicBezTo>
                  <a:pt x="1708008" y="573695"/>
                  <a:pt x="1711208" y="573786"/>
                  <a:pt x="1714500" y="574518"/>
                </a:cubicBezTo>
                <a:cubicBezTo>
                  <a:pt x="1717700" y="575249"/>
                  <a:pt x="1720626" y="576529"/>
                  <a:pt x="1723370" y="578449"/>
                </a:cubicBezTo>
                <a:cubicBezTo>
                  <a:pt x="1726021" y="580370"/>
                  <a:pt x="1728307" y="582656"/>
                  <a:pt x="1730045" y="585490"/>
                </a:cubicBezTo>
                <a:cubicBezTo>
                  <a:pt x="1731782" y="588325"/>
                  <a:pt x="1732971" y="591342"/>
                  <a:pt x="1733520" y="594543"/>
                </a:cubicBezTo>
                <a:cubicBezTo>
                  <a:pt x="1734068" y="597835"/>
                  <a:pt x="1734068" y="601035"/>
                  <a:pt x="1733337" y="604236"/>
                </a:cubicBezTo>
                <a:cubicBezTo>
                  <a:pt x="1732605" y="607527"/>
                  <a:pt x="1731234" y="610453"/>
                  <a:pt x="1729313" y="613197"/>
                </a:cubicBezTo>
                <a:cubicBezTo>
                  <a:pt x="1727393" y="615848"/>
                  <a:pt x="1725107" y="618043"/>
                  <a:pt x="1722272" y="619872"/>
                </a:cubicBezTo>
                <a:lnTo>
                  <a:pt x="1718066" y="622524"/>
                </a:lnTo>
                <a:cubicBezTo>
                  <a:pt x="1715232" y="624261"/>
                  <a:pt x="1712214" y="625450"/>
                  <a:pt x="1709014" y="625998"/>
                </a:cubicBezTo>
                <a:cubicBezTo>
                  <a:pt x="1705722" y="626547"/>
                  <a:pt x="1702521" y="626455"/>
                  <a:pt x="1699230" y="625724"/>
                </a:cubicBezTo>
                <a:cubicBezTo>
                  <a:pt x="1696029" y="624992"/>
                  <a:pt x="1693103" y="623712"/>
                  <a:pt x="1690360" y="621792"/>
                </a:cubicBezTo>
                <a:cubicBezTo>
                  <a:pt x="1687708" y="619872"/>
                  <a:pt x="1685422" y="617586"/>
                  <a:pt x="1683685" y="614751"/>
                </a:cubicBezTo>
                <a:cubicBezTo>
                  <a:pt x="1681947" y="611916"/>
                  <a:pt x="1680759" y="608899"/>
                  <a:pt x="1680210" y="605699"/>
                </a:cubicBezTo>
                <a:cubicBezTo>
                  <a:pt x="1679661" y="602407"/>
                  <a:pt x="1679661" y="599206"/>
                  <a:pt x="1680393" y="596006"/>
                </a:cubicBezTo>
                <a:cubicBezTo>
                  <a:pt x="1681124" y="592714"/>
                  <a:pt x="1682496" y="589788"/>
                  <a:pt x="1684416" y="587045"/>
                </a:cubicBezTo>
                <a:cubicBezTo>
                  <a:pt x="1686336" y="584393"/>
                  <a:pt x="1688622" y="582198"/>
                  <a:pt x="1691457" y="580370"/>
                </a:cubicBezTo>
              </a:path>
              <a:path w="3889492" h="1195852">
                <a:moveTo>
                  <a:pt x="1699870" y="575066"/>
                </a:moveTo>
                <a:lnTo>
                  <a:pt x="1704076" y="572414"/>
                </a:lnTo>
                <a:cubicBezTo>
                  <a:pt x="1706910" y="570677"/>
                  <a:pt x="1709928" y="569488"/>
                  <a:pt x="1713128" y="568940"/>
                </a:cubicBezTo>
                <a:cubicBezTo>
                  <a:pt x="1716420" y="568391"/>
                  <a:pt x="1719712" y="568482"/>
                  <a:pt x="1722912" y="569214"/>
                </a:cubicBezTo>
                <a:cubicBezTo>
                  <a:pt x="1726113" y="569946"/>
                  <a:pt x="1729130" y="571226"/>
                  <a:pt x="1731782" y="573146"/>
                </a:cubicBezTo>
                <a:cubicBezTo>
                  <a:pt x="1734525" y="575066"/>
                  <a:pt x="1736720" y="577352"/>
                  <a:pt x="1738457" y="580187"/>
                </a:cubicBezTo>
                <a:cubicBezTo>
                  <a:pt x="1740286" y="582930"/>
                  <a:pt x="1741383" y="585948"/>
                  <a:pt x="1742023" y="589239"/>
                </a:cubicBezTo>
                <a:cubicBezTo>
                  <a:pt x="1742572" y="592531"/>
                  <a:pt x="1742481" y="595732"/>
                  <a:pt x="1741749" y="598932"/>
                </a:cubicBezTo>
                <a:cubicBezTo>
                  <a:pt x="1741018" y="602224"/>
                  <a:pt x="1739646" y="605150"/>
                  <a:pt x="1737817" y="607802"/>
                </a:cubicBezTo>
                <a:cubicBezTo>
                  <a:pt x="1735897" y="610545"/>
                  <a:pt x="1733520" y="612739"/>
                  <a:pt x="1730685" y="614568"/>
                </a:cubicBezTo>
                <a:lnTo>
                  <a:pt x="1726479" y="617220"/>
                </a:lnTo>
                <a:cubicBezTo>
                  <a:pt x="1723735" y="618957"/>
                  <a:pt x="1720718" y="620146"/>
                  <a:pt x="1717426" y="620695"/>
                </a:cubicBezTo>
                <a:cubicBezTo>
                  <a:pt x="1714134" y="621243"/>
                  <a:pt x="1710934" y="621152"/>
                  <a:pt x="1707733" y="620420"/>
                </a:cubicBezTo>
                <a:cubicBezTo>
                  <a:pt x="1704442" y="619689"/>
                  <a:pt x="1701516" y="618409"/>
                  <a:pt x="1698772" y="616488"/>
                </a:cubicBezTo>
                <a:cubicBezTo>
                  <a:pt x="1696121" y="614568"/>
                  <a:pt x="1693835" y="612191"/>
                  <a:pt x="1692097" y="609448"/>
                </a:cubicBezTo>
                <a:cubicBezTo>
                  <a:pt x="1690360" y="606613"/>
                  <a:pt x="1689171" y="603595"/>
                  <a:pt x="1688622" y="600395"/>
                </a:cubicBezTo>
                <a:cubicBezTo>
                  <a:pt x="1688074" y="597103"/>
                  <a:pt x="1688165" y="593903"/>
                  <a:pt x="1688897" y="590611"/>
                </a:cubicBezTo>
                <a:cubicBezTo>
                  <a:pt x="1689628" y="587411"/>
                  <a:pt x="1690908" y="584484"/>
                  <a:pt x="1692829" y="581741"/>
                </a:cubicBezTo>
                <a:cubicBezTo>
                  <a:pt x="1694749" y="579090"/>
                  <a:pt x="1697035" y="576804"/>
                  <a:pt x="1699870" y="575066"/>
                </a:cubicBezTo>
              </a:path>
              <a:path w="3889492" h="1195852">
                <a:moveTo>
                  <a:pt x="1708282" y="569763"/>
                </a:moveTo>
                <a:lnTo>
                  <a:pt x="1712488" y="567111"/>
                </a:lnTo>
                <a:cubicBezTo>
                  <a:pt x="1715323" y="565374"/>
                  <a:pt x="1718340" y="564185"/>
                  <a:pt x="1721632" y="563636"/>
                </a:cubicBezTo>
                <a:cubicBezTo>
                  <a:pt x="1724833" y="563088"/>
                  <a:pt x="1728125" y="563088"/>
                  <a:pt x="1731325" y="563819"/>
                </a:cubicBezTo>
                <a:cubicBezTo>
                  <a:pt x="1734525" y="564551"/>
                  <a:pt x="1737543" y="565922"/>
                  <a:pt x="1740195" y="567842"/>
                </a:cubicBezTo>
                <a:cubicBezTo>
                  <a:pt x="1742938" y="569671"/>
                  <a:pt x="1745132" y="572049"/>
                  <a:pt x="1746961" y="574883"/>
                </a:cubicBezTo>
                <a:cubicBezTo>
                  <a:pt x="1748699" y="577626"/>
                  <a:pt x="1749887" y="580644"/>
                  <a:pt x="1750436" y="583936"/>
                </a:cubicBezTo>
                <a:cubicBezTo>
                  <a:pt x="1750985" y="587136"/>
                  <a:pt x="1750893" y="590428"/>
                  <a:pt x="1750162" y="593628"/>
                </a:cubicBezTo>
                <a:cubicBezTo>
                  <a:pt x="1749430" y="596829"/>
                  <a:pt x="1748150" y="599846"/>
                  <a:pt x="1746230" y="602498"/>
                </a:cubicBezTo>
                <a:cubicBezTo>
                  <a:pt x="1744309" y="605241"/>
                  <a:pt x="1741932" y="607436"/>
                  <a:pt x="1739189" y="609173"/>
                </a:cubicBezTo>
                <a:lnTo>
                  <a:pt x="1734983" y="611825"/>
                </a:lnTo>
                <a:cubicBezTo>
                  <a:pt x="1732148" y="613654"/>
                  <a:pt x="1729130" y="614751"/>
                  <a:pt x="1725839" y="615391"/>
                </a:cubicBezTo>
                <a:cubicBezTo>
                  <a:pt x="1722638" y="615940"/>
                  <a:pt x="1719346" y="615848"/>
                  <a:pt x="1716146" y="615117"/>
                </a:cubicBezTo>
                <a:cubicBezTo>
                  <a:pt x="1712946" y="614385"/>
                  <a:pt x="1709928" y="613105"/>
                  <a:pt x="1707276" y="611185"/>
                </a:cubicBezTo>
                <a:cubicBezTo>
                  <a:pt x="1704533" y="609265"/>
                  <a:pt x="1702338" y="606887"/>
                  <a:pt x="1700510" y="604144"/>
                </a:cubicBezTo>
                <a:cubicBezTo>
                  <a:pt x="1698772" y="601309"/>
                  <a:pt x="1697584" y="598292"/>
                  <a:pt x="1697035" y="595000"/>
                </a:cubicBezTo>
                <a:cubicBezTo>
                  <a:pt x="1696486" y="591800"/>
                  <a:pt x="1696578" y="588508"/>
                  <a:pt x="1697309" y="585307"/>
                </a:cubicBezTo>
                <a:cubicBezTo>
                  <a:pt x="1698041" y="582107"/>
                  <a:pt x="1699321" y="579181"/>
                  <a:pt x="1701241" y="576438"/>
                </a:cubicBezTo>
                <a:cubicBezTo>
                  <a:pt x="1703161" y="573786"/>
                  <a:pt x="1705539" y="571500"/>
                  <a:pt x="1708282" y="569763"/>
                </a:cubicBezTo>
              </a:path>
              <a:path w="3889492" h="1195852">
                <a:moveTo>
                  <a:pt x="1716695" y="564459"/>
                </a:moveTo>
                <a:lnTo>
                  <a:pt x="1720992" y="561807"/>
                </a:lnTo>
                <a:cubicBezTo>
                  <a:pt x="1723735" y="559979"/>
                  <a:pt x="1726753" y="558881"/>
                  <a:pt x="1730045" y="558241"/>
                </a:cubicBezTo>
                <a:cubicBezTo>
                  <a:pt x="1733337" y="557693"/>
                  <a:pt x="1736537" y="557784"/>
                  <a:pt x="1739737" y="558516"/>
                </a:cubicBezTo>
                <a:cubicBezTo>
                  <a:pt x="1743029" y="559247"/>
                  <a:pt x="1745955" y="560619"/>
                  <a:pt x="1748699" y="562447"/>
                </a:cubicBezTo>
                <a:cubicBezTo>
                  <a:pt x="1751350" y="564368"/>
                  <a:pt x="1753545" y="566745"/>
                  <a:pt x="1755374" y="569488"/>
                </a:cubicBezTo>
                <a:cubicBezTo>
                  <a:pt x="1757111" y="572323"/>
                  <a:pt x="1758300" y="575340"/>
                  <a:pt x="1758848" y="578632"/>
                </a:cubicBezTo>
                <a:cubicBezTo>
                  <a:pt x="1759397" y="581833"/>
                  <a:pt x="1759306" y="585125"/>
                  <a:pt x="1758574" y="588325"/>
                </a:cubicBezTo>
                <a:cubicBezTo>
                  <a:pt x="1757843" y="591525"/>
                  <a:pt x="1756562" y="594543"/>
                  <a:pt x="1754642" y="597195"/>
                </a:cubicBezTo>
                <a:cubicBezTo>
                  <a:pt x="1752722" y="599938"/>
                  <a:pt x="1750344" y="602132"/>
                  <a:pt x="1747601" y="603870"/>
                </a:cubicBezTo>
                <a:lnTo>
                  <a:pt x="1743395" y="606522"/>
                </a:lnTo>
                <a:cubicBezTo>
                  <a:pt x="1740560" y="608350"/>
                  <a:pt x="1737543" y="609448"/>
                  <a:pt x="1734251" y="609996"/>
                </a:cubicBezTo>
                <a:cubicBezTo>
                  <a:pt x="1731051" y="610636"/>
                  <a:pt x="1727759" y="610545"/>
                  <a:pt x="1724558" y="609813"/>
                </a:cubicBezTo>
                <a:cubicBezTo>
                  <a:pt x="1721358" y="609082"/>
                  <a:pt x="1718340" y="607710"/>
                  <a:pt x="1715689" y="605881"/>
                </a:cubicBezTo>
                <a:cubicBezTo>
                  <a:pt x="1712946" y="603961"/>
                  <a:pt x="1710751" y="601584"/>
                  <a:pt x="1709014" y="598749"/>
                </a:cubicBezTo>
                <a:cubicBezTo>
                  <a:pt x="1707185" y="596006"/>
                  <a:pt x="1706088" y="592988"/>
                  <a:pt x="1705447" y="589697"/>
                </a:cubicBezTo>
                <a:cubicBezTo>
                  <a:pt x="1704899" y="586496"/>
                  <a:pt x="1704990" y="583204"/>
                  <a:pt x="1705722" y="580004"/>
                </a:cubicBezTo>
                <a:cubicBezTo>
                  <a:pt x="1706453" y="576804"/>
                  <a:pt x="1707733" y="573786"/>
                  <a:pt x="1709654" y="571134"/>
                </a:cubicBezTo>
                <a:cubicBezTo>
                  <a:pt x="1711574" y="568391"/>
                  <a:pt x="1713951" y="566196"/>
                  <a:pt x="1716695" y="564459"/>
                </a:cubicBezTo>
              </a:path>
              <a:path w="3889492" h="1195852">
                <a:moveTo>
                  <a:pt x="1725198" y="559156"/>
                </a:moveTo>
                <a:lnTo>
                  <a:pt x="1729405" y="556412"/>
                </a:lnTo>
                <a:cubicBezTo>
                  <a:pt x="1732148" y="554675"/>
                  <a:pt x="1735257" y="553486"/>
                  <a:pt x="1738457" y="552938"/>
                </a:cubicBezTo>
                <a:cubicBezTo>
                  <a:pt x="1741749" y="552389"/>
                  <a:pt x="1744950" y="552480"/>
                  <a:pt x="1748241" y="553212"/>
                </a:cubicBezTo>
                <a:cubicBezTo>
                  <a:pt x="1751442" y="553944"/>
                  <a:pt x="1754368" y="555224"/>
                  <a:pt x="1757111" y="557144"/>
                </a:cubicBezTo>
                <a:cubicBezTo>
                  <a:pt x="1759763" y="559064"/>
                  <a:pt x="1762049" y="561442"/>
                  <a:pt x="1763786" y="564185"/>
                </a:cubicBezTo>
                <a:cubicBezTo>
                  <a:pt x="1765524" y="567019"/>
                  <a:pt x="1766712" y="570037"/>
                  <a:pt x="1767261" y="573237"/>
                </a:cubicBezTo>
                <a:cubicBezTo>
                  <a:pt x="1767810" y="576529"/>
                  <a:pt x="1767718" y="579821"/>
                  <a:pt x="1766987" y="583021"/>
                </a:cubicBezTo>
                <a:cubicBezTo>
                  <a:pt x="1766255" y="586222"/>
                  <a:pt x="1764975" y="589148"/>
                  <a:pt x="1763055" y="591891"/>
                </a:cubicBezTo>
                <a:cubicBezTo>
                  <a:pt x="1761134" y="594543"/>
                  <a:pt x="1758848" y="596829"/>
                  <a:pt x="1756014" y="598566"/>
                </a:cubicBezTo>
                <a:lnTo>
                  <a:pt x="1751808" y="601218"/>
                </a:lnTo>
                <a:cubicBezTo>
                  <a:pt x="1748973" y="602955"/>
                  <a:pt x="1745955" y="604144"/>
                  <a:pt x="1742755" y="604693"/>
                </a:cubicBezTo>
                <a:cubicBezTo>
                  <a:pt x="1739463" y="605241"/>
                  <a:pt x="1736263" y="605150"/>
                  <a:pt x="1732971" y="604510"/>
                </a:cubicBezTo>
                <a:cubicBezTo>
                  <a:pt x="1729770" y="603778"/>
                  <a:pt x="1726844" y="602407"/>
                  <a:pt x="1724101" y="600486"/>
                </a:cubicBezTo>
                <a:cubicBezTo>
                  <a:pt x="1721449" y="598658"/>
                  <a:pt x="1719163" y="596280"/>
                  <a:pt x="1717426" y="593446"/>
                </a:cubicBezTo>
                <a:cubicBezTo>
                  <a:pt x="1715597" y="590702"/>
                  <a:pt x="1714500" y="587685"/>
                  <a:pt x="1713951" y="584393"/>
                </a:cubicBezTo>
                <a:cubicBezTo>
                  <a:pt x="1713311" y="581101"/>
                  <a:pt x="1713403" y="577901"/>
                  <a:pt x="1714134" y="574700"/>
                </a:cubicBezTo>
                <a:cubicBezTo>
                  <a:pt x="1714866" y="571500"/>
                  <a:pt x="1716237" y="568482"/>
                  <a:pt x="1718158" y="565831"/>
                </a:cubicBezTo>
                <a:cubicBezTo>
                  <a:pt x="1719986" y="563088"/>
                  <a:pt x="1722364" y="560893"/>
                  <a:pt x="1725198" y="559156"/>
                </a:cubicBezTo>
              </a:path>
              <a:path w="3889492" h="1195852">
                <a:moveTo>
                  <a:pt x="1733611" y="553761"/>
                </a:moveTo>
                <a:lnTo>
                  <a:pt x="1737817" y="551109"/>
                </a:lnTo>
                <a:cubicBezTo>
                  <a:pt x="1740652" y="549372"/>
                  <a:pt x="1743669" y="548183"/>
                  <a:pt x="1746870" y="547634"/>
                </a:cubicBezTo>
                <a:cubicBezTo>
                  <a:pt x="1750162" y="547086"/>
                  <a:pt x="1753362" y="547177"/>
                  <a:pt x="1756654" y="547908"/>
                </a:cubicBezTo>
                <a:cubicBezTo>
                  <a:pt x="1759854" y="548640"/>
                  <a:pt x="1762780" y="549920"/>
                  <a:pt x="1765524" y="551840"/>
                </a:cubicBezTo>
                <a:cubicBezTo>
                  <a:pt x="1768267" y="553761"/>
                  <a:pt x="1770461" y="556138"/>
                  <a:pt x="1772199" y="558881"/>
                </a:cubicBezTo>
                <a:cubicBezTo>
                  <a:pt x="1774027" y="561716"/>
                  <a:pt x="1775125" y="564733"/>
                  <a:pt x="1775673" y="567934"/>
                </a:cubicBezTo>
                <a:cubicBezTo>
                  <a:pt x="1776313" y="571226"/>
                  <a:pt x="1776222" y="574426"/>
                  <a:pt x="1775490" y="577718"/>
                </a:cubicBezTo>
                <a:cubicBezTo>
                  <a:pt x="1774759" y="580918"/>
                  <a:pt x="1773387" y="583844"/>
                  <a:pt x="1771467" y="586588"/>
                </a:cubicBezTo>
                <a:cubicBezTo>
                  <a:pt x="1769638" y="589239"/>
                  <a:pt x="1767261" y="591525"/>
                  <a:pt x="1764426" y="593263"/>
                </a:cubicBezTo>
                <a:lnTo>
                  <a:pt x="1760220" y="595914"/>
                </a:lnTo>
                <a:cubicBezTo>
                  <a:pt x="1757477" y="597652"/>
                  <a:pt x="1754459" y="598841"/>
                  <a:pt x="1751167" y="599389"/>
                </a:cubicBezTo>
                <a:cubicBezTo>
                  <a:pt x="1747876" y="599938"/>
                  <a:pt x="1744675" y="599846"/>
                  <a:pt x="1741475" y="599115"/>
                </a:cubicBezTo>
                <a:cubicBezTo>
                  <a:pt x="1738183" y="598383"/>
                  <a:pt x="1735257" y="597103"/>
                  <a:pt x="1732514" y="595183"/>
                </a:cubicBezTo>
                <a:cubicBezTo>
                  <a:pt x="1729862" y="593263"/>
                  <a:pt x="1727576" y="590977"/>
                  <a:pt x="1725839" y="588142"/>
                </a:cubicBezTo>
                <a:cubicBezTo>
                  <a:pt x="1724101" y="585399"/>
                  <a:pt x="1722912" y="582290"/>
                  <a:pt x="1722364" y="579090"/>
                </a:cubicBezTo>
                <a:cubicBezTo>
                  <a:pt x="1721815" y="575798"/>
                  <a:pt x="1721907" y="572597"/>
                  <a:pt x="1722638" y="569397"/>
                </a:cubicBezTo>
                <a:cubicBezTo>
                  <a:pt x="1723370" y="566105"/>
                  <a:pt x="1724650" y="563179"/>
                  <a:pt x="1726570" y="560527"/>
                </a:cubicBezTo>
                <a:cubicBezTo>
                  <a:pt x="1728490" y="557784"/>
                  <a:pt x="1730776" y="555589"/>
                  <a:pt x="1733611" y="553761"/>
                </a:cubicBezTo>
              </a:path>
              <a:path w="3889492" h="1195852">
                <a:moveTo>
                  <a:pt x="1742023" y="548457"/>
                </a:moveTo>
                <a:lnTo>
                  <a:pt x="1746230" y="545805"/>
                </a:lnTo>
                <a:cubicBezTo>
                  <a:pt x="1749064" y="544068"/>
                  <a:pt x="1752082" y="542879"/>
                  <a:pt x="1755374" y="542331"/>
                </a:cubicBezTo>
                <a:cubicBezTo>
                  <a:pt x="1758574" y="541782"/>
                  <a:pt x="1761866" y="541873"/>
                  <a:pt x="1765066" y="542605"/>
                </a:cubicBezTo>
                <a:cubicBezTo>
                  <a:pt x="1768267" y="543336"/>
                  <a:pt x="1771284" y="544617"/>
                  <a:pt x="1773936" y="546537"/>
                </a:cubicBezTo>
                <a:cubicBezTo>
                  <a:pt x="1776679" y="548457"/>
                  <a:pt x="1778874" y="550743"/>
                  <a:pt x="1780611" y="553578"/>
                </a:cubicBezTo>
                <a:cubicBezTo>
                  <a:pt x="1782440" y="556321"/>
                  <a:pt x="1783629" y="559430"/>
                  <a:pt x="1784177" y="562630"/>
                </a:cubicBezTo>
                <a:cubicBezTo>
                  <a:pt x="1784726" y="565922"/>
                  <a:pt x="1784634" y="569123"/>
                  <a:pt x="1783903" y="572323"/>
                </a:cubicBezTo>
                <a:cubicBezTo>
                  <a:pt x="1783171" y="575615"/>
                  <a:pt x="1781891" y="578541"/>
                  <a:pt x="1779971" y="581193"/>
                </a:cubicBezTo>
                <a:cubicBezTo>
                  <a:pt x="1778051" y="583936"/>
                  <a:pt x="1775673" y="586130"/>
                  <a:pt x="1772930" y="587959"/>
                </a:cubicBezTo>
                <a:lnTo>
                  <a:pt x="1768632" y="590611"/>
                </a:lnTo>
                <a:cubicBezTo>
                  <a:pt x="1765889" y="592348"/>
                  <a:pt x="1762872" y="593537"/>
                  <a:pt x="1759580" y="594086"/>
                </a:cubicBezTo>
                <a:cubicBezTo>
                  <a:pt x="1756288" y="594634"/>
                  <a:pt x="1753088" y="594543"/>
                  <a:pt x="1749887" y="593811"/>
                </a:cubicBezTo>
                <a:cubicBezTo>
                  <a:pt x="1746595" y="593080"/>
                  <a:pt x="1743669" y="591800"/>
                  <a:pt x="1741018" y="589879"/>
                </a:cubicBezTo>
                <a:cubicBezTo>
                  <a:pt x="1738274" y="587959"/>
                  <a:pt x="1736080" y="585582"/>
                  <a:pt x="1734251" y="582839"/>
                </a:cubicBezTo>
                <a:cubicBezTo>
                  <a:pt x="1732514" y="580004"/>
                  <a:pt x="1731325" y="576986"/>
                  <a:pt x="1730776" y="573786"/>
                </a:cubicBezTo>
                <a:cubicBezTo>
                  <a:pt x="1730228" y="570494"/>
                  <a:pt x="1730319" y="567294"/>
                  <a:pt x="1731051" y="564002"/>
                </a:cubicBezTo>
                <a:cubicBezTo>
                  <a:pt x="1731782" y="560802"/>
                  <a:pt x="1733062" y="557875"/>
                  <a:pt x="1734983" y="555132"/>
                </a:cubicBezTo>
                <a:cubicBezTo>
                  <a:pt x="1736903" y="552480"/>
                  <a:pt x="1739280" y="550194"/>
                  <a:pt x="1742023" y="548457"/>
                </a:cubicBezTo>
              </a:path>
              <a:path w="3889492" h="1195852">
                <a:moveTo>
                  <a:pt x="1750436" y="543154"/>
                </a:moveTo>
                <a:lnTo>
                  <a:pt x="1754734" y="540502"/>
                </a:lnTo>
                <a:cubicBezTo>
                  <a:pt x="1757477" y="538764"/>
                  <a:pt x="1760494" y="537576"/>
                  <a:pt x="1763786" y="537027"/>
                </a:cubicBezTo>
                <a:cubicBezTo>
                  <a:pt x="1766987" y="536478"/>
                  <a:pt x="1770278" y="536570"/>
                  <a:pt x="1773479" y="537301"/>
                </a:cubicBezTo>
                <a:cubicBezTo>
                  <a:pt x="1776679" y="537942"/>
                  <a:pt x="1779697" y="539313"/>
                  <a:pt x="1782348" y="541233"/>
                </a:cubicBezTo>
                <a:cubicBezTo>
                  <a:pt x="1785092" y="543154"/>
                  <a:pt x="1787286" y="545440"/>
                  <a:pt x="1789115" y="548274"/>
                </a:cubicBezTo>
                <a:cubicBezTo>
                  <a:pt x="1790852" y="551017"/>
                  <a:pt x="1792041" y="554035"/>
                  <a:pt x="1792590" y="557327"/>
                </a:cubicBezTo>
                <a:cubicBezTo>
                  <a:pt x="1793138" y="560619"/>
                  <a:pt x="1793047" y="563819"/>
                  <a:pt x="1792315" y="567019"/>
                </a:cubicBezTo>
                <a:cubicBezTo>
                  <a:pt x="1791584" y="570220"/>
                  <a:pt x="1790304" y="573237"/>
                  <a:pt x="1788384" y="575889"/>
                </a:cubicBezTo>
                <a:cubicBezTo>
                  <a:pt x="1786463" y="578632"/>
                  <a:pt x="1784086" y="580827"/>
                  <a:pt x="1781343" y="582564"/>
                </a:cubicBezTo>
                <a:lnTo>
                  <a:pt x="1777136" y="585307"/>
                </a:lnTo>
                <a:cubicBezTo>
                  <a:pt x="1774302" y="587045"/>
                  <a:pt x="1771284" y="588234"/>
                  <a:pt x="1767992" y="588782"/>
                </a:cubicBezTo>
                <a:cubicBezTo>
                  <a:pt x="1764792" y="589331"/>
                  <a:pt x="1761500" y="589239"/>
                  <a:pt x="1758300" y="588508"/>
                </a:cubicBezTo>
                <a:cubicBezTo>
                  <a:pt x="1755099" y="587776"/>
                  <a:pt x="1752082" y="586496"/>
                  <a:pt x="1749430" y="584576"/>
                </a:cubicBezTo>
                <a:cubicBezTo>
                  <a:pt x="1746687" y="582656"/>
                  <a:pt x="1744492" y="580278"/>
                  <a:pt x="1742664" y="577535"/>
                </a:cubicBezTo>
                <a:cubicBezTo>
                  <a:pt x="1740926" y="574700"/>
                  <a:pt x="1739737" y="571683"/>
                  <a:pt x="1739189" y="568482"/>
                </a:cubicBezTo>
                <a:cubicBezTo>
                  <a:pt x="1738640" y="565191"/>
                  <a:pt x="1738732" y="561990"/>
                  <a:pt x="1739463" y="558698"/>
                </a:cubicBezTo>
                <a:cubicBezTo>
                  <a:pt x="1740195" y="555498"/>
                  <a:pt x="1741475" y="552572"/>
                  <a:pt x="1743395" y="549829"/>
                </a:cubicBezTo>
                <a:cubicBezTo>
                  <a:pt x="1745315" y="547177"/>
                  <a:pt x="1747693" y="544891"/>
                  <a:pt x="1750436" y="543154"/>
                </a:cubicBezTo>
              </a:path>
              <a:path w="3889492" h="1195852">
                <a:moveTo>
                  <a:pt x="1758940" y="537850"/>
                </a:moveTo>
                <a:lnTo>
                  <a:pt x="1763146" y="535198"/>
                </a:lnTo>
                <a:cubicBezTo>
                  <a:pt x="1765889" y="533370"/>
                  <a:pt x="1768907" y="532272"/>
                  <a:pt x="1772199" y="531724"/>
                </a:cubicBezTo>
                <a:cubicBezTo>
                  <a:pt x="1775490" y="531084"/>
                  <a:pt x="1778691" y="531175"/>
                  <a:pt x="1781891" y="531906"/>
                </a:cubicBezTo>
                <a:cubicBezTo>
                  <a:pt x="1785183" y="532638"/>
                  <a:pt x="1788109" y="534010"/>
                  <a:pt x="1790852" y="535930"/>
                </a:cubicBezTo>
                <a:cubicBezTo>
                  <a:pt x="1793504" y="537759"/>
                  <a:pt x="1795790" y="540136"/>
                  <a:pt x="1797528" y="542971"/>
                </a:cubicBezTo>
                <a:cubicBezTo>
                  <a:pt x="1799265" y="545714"/>
                  <a:pt x="1800454" y="548731"/>
                  <a:pt x="1801002" y="552023"/>
                </a:cubicBezTo>
                <a:cubicBezTo>
                  <a:pt x="1801551" y="555224"/>
                  <a:pt x="1801459" y="558516"/>
                  <a:pt x="1800728" y="561716"/>
                </a:cubicBezTo>
                <a:cubicBezTo>
                  <a:pt x="1799996" y="564916"/>
                  <a:pt x="1798716" y="567934"/>
                  <a:pt x="1796796" y="570586"/>
                </a:cubicBezTo>
                <a:cubicBezTo>
                  <a:pt x="1794876" y="573329"/>
                  <a:pt x="1792590" y="575523"/>
                  <a:pt x="1789755" y="577261"/>
                </a:cubicBezTo>
                <a:lnTo>
                  <a:pt x="1785549" y="579912"/>
                </a:lnTo>
                <a:cubicBezTo>
                  <a:pt x="1782714" y="581741"/>
                  <a:pt x="1779697" y="582839"/>
                  <a:pt x="1776496" y="583479"/>
                </a:cubicBezTo>
                <a:cubicBezTo>
                  <a:pt x="1773204" y="584027"/>
                  <a:pt x="1769913" y="583936"/>
                  <a:pt x="1766712" y="583204"/>
                </a:cubicBezTo>
                <a:cubicBezTo>
                  <a:pt x="1763512" y="582473"/>
                  <a:pt x="1760586" y="581101"/>
                  <a:pt x="1757843" y="579272"/>
                </a:cubicBezTo>
                <a:cubicBezTo>
                  <a:pt x="1755099" y="577352"/>
                  <a:pt x="1752905" y="574975"/>
                  <a:pt x="1751167" y="572232"/>
                </a:cubicBezTo>
                <a:cubicBezTo>
                  <a:pt x="1749339" y="569397"/>
                  <a:pt x="1748241" y="566379"/>
                  <a:pt x="1747693" y="563088"/>
                </a:cubicBezTo>
                <a:cubicBezTo>
                  <a:pt x="1747053" y="559887"/>
                  <a:pt x="1747144" y="556595"/>
                  <a:pt x="1747876" y="553395"/>
                </a:cubicBezTo>
                <a:cubicBezTo>
                  <a:pt x="1748607" y="550194"/>
                  <a:pt x="1749979" y="547268"/>
                  <a:pt x="1751808" y="544525"/>
                </a:cubicBezTo>
                <a:cubicBezTo>
                  <a:pt x="1753728" y="541782"/>
                  <a:pt x="1756105" y="539587"/>
                  <a:pt x="1758940" y="537850"/>
                </a:cubicBezTo>
              </a:path>
              <a:path w="3889492" h="1195852">
                <a:moveTo>
                  <a:pt x="1767352" y="532547"/>
                </a:moveTo>
                <a:lnTo>
                  <a:pt x="1771559" y="529895"/>
                </a:lnTo>
                <a:cubicBezTo>
                  <a:pt x="1774393" y="528066"/>
                  <a:pt x="1777411" y="526969"/>
                  <a:pt x="1780611" y="526329"/>
                </a:cubicBezTo>
                <a:cubicBezTo>
                  <a:pt x="1783903" y="525780"/>
                  <a:pt x="1787103" y="525871"/>
                  <a:pt x="1790395" y="526603"/>
                </a:cubicBezTo>
                <a:cubicBezTo>
                  <a:pt x="1793596" y="527334"/>
                  <a:pt x="1796522" y="528615"/>
                  <a:pt x="1799265" y="530535"/>
                </a:cubicBezTo>
                <a:cubicBezTo>
                  <a:pt x="1801917" y="532455"/>
                  <a:pt x="1804203" y="534833"/>
                  <a:pt x="1805940" y="537576"/>
                </a:cubicBezTo>
                <a:cubicBezTo>
                  <a:pt x="1807677" y="540410"/>
                  <a:pt x="1808866" y="543428"/>
                  <a:pt x="1809415" y="546720"/>
                </a:cubicBezTo>
                <a:cubicBezTo>
                  <a:pt x="1809963" y="549920"/>
                  <a:pt x="1809963" y="553212"/>
                  <a:pt x="1809232" y="556412"/>
                </a:cubicBezTo>
                <a:cubicBezTo>
                  <a:pt x="1808500" y="559613"/>
                  <a:pt x="1807129" y="562539"/>
                  <a:pt x="1805208" y="565282"/>
                </a:cubicBezTo>
                <a:cubicBezTo>
                  <a:pt x="1803380" y="567934"/>
                  <a:pt x="1801002" y="570220"/>
                  <a:pt x="1798168" y="571957"/>
                </a:cubicBezTo>
                <a:lnTo>
                  <a:pt x="1793961" y="574609"/>
                </a:lnTo>
                <a:cubicBezTo>
                  <a:pt x="1791218" y="576438"/>
                  <a:pt x="1788109" y="577535"/>
                  <a:pt x="1784909" y="578084"/>
                </a:cubicBezTo>
                <a:cubicBezTo>
                  <a:pt x="1781617" y="578632"/>
                  <a:pt x="1778417" y="578632"/>
                  <a:pt x="1775125" y="577901"/>
                </a:cubicBezTo>
                <a:cubicBezTo>
                  <a:pt x="1771924" y="577169"/>
                  <a:pt x="1768998" y="575798"/>
                  <a:pt x="1766255" y="573877"/>
                </a:cubicBezTo>
                <a:cubicBezTo>
                  <a:pt x="1763603" y="572049"/>
                  <a:pt x="1761317" y="569671"/>
                  <a:pt x="1759580" y="566837"/>
                </a:cubicBezTo>
                <a:cubicBezTo>
                  <a:pt x="1757843" y="564093"/>
                  <a:pt x="1756654" y="561076"/>
                  <a:pt x="1756105" y="557784"/>
                </a:cubicBezTo>
                <a:cubicBezTo>
                  <a:pt x="1755557" y="554584"/>
                  <a:pt x="1755648" y="551292"/>
                  <a:pt x="1756288" y="548091"/>
                </a:cubicBezTo>
                <a:cubicBezTo>
                  <a:pt x="1757020" y="544891"/>
                  <a:pt x="1758391" y="541873"/>
                  <a:pt x="1760311" y="539222"/>
                </a:cubicBezTo>
                <a:cubicBezTo>
                  <a:pt x="1762232" y="536478"/>
                  <a:pt x="1764518" y="534284"/>
                  <a:pt x="1767352" y="532547"/>
                </a:cubicBezTo>
              </a:path>
              <a:path w="3889492" h="1195852">
                <a:moveTo>
                  <a:pt x="1775765" y="527152"/>
                </a:moveTo>
                <a:lnTo>
                  <a:pt x="1779971" y="524500"/>
                </a:lnTo>
                <a:cubicBezTo>
                  <a:pt x="1782806" y="522762"/>
                  <a:pt x="1785823" y="521574"/>
                  <a:pt x="1789115" y="521025"/>
                </a:cubicBezTo>
                <a:cubicBezTo>
                  <a:pt x="1792315" y="520476"/>
                  <a:pt x="1795607" y="520568"/>
                  <a:pt x="1798808" y="521299"/>
                </a:cubicBezTo>
                <a:cubicBezTo>
                  <a:pt x="1802008" y="522031"/>
                  <a:pt x="1805026" y="523311"/>
                  <a:pt x="1807677" y="525231"/>
                </a:cubicBezTo>
                <a:cubicBezTo>
                  <a:pt x="1810421" y="527152"/>
                  <a:pt x="1812615" y="529529"/>
                  <a:pt x="1814352" y="532272"/>
                </a:cubicBezTo>
                <a:cubicBezTo>
                  <a:pt x="1816181" y="535107"/>
                  <a:pt x="1817279" y="538124"/>
                  <a:pt x="1817919" y="541325"/>
                </a:cubicBezTo>
                <a:cubicBezTo>
                  <a:pt x="1818467" y="544617"/>
                  <a:pt x="1818376" y="547817"/>
                  <a:pt x="1817644" y="551109"/>
                </a:cubicBezTo>
                <a:cubicBezTo>
                  <a:pt x="1816913" y="554309"/>
                  <a:pt x="1815541" y="557235"/>
                  <a:pt x="1813712" y="559979"/>
                </a:cubicBezTo>
                <a:cubicBezTo>
                  <a:pt x="1811792" y="562630"/>
                  <a:pt x="1809415" y="564916"/>
                  <a:pt x="1806580" y="566654"/>
                </a:cubicBezTo>
                <a:lnTo>
                  <a:pt x="1802374" y="569305"/>
                </a:lnTo>
                <a:cubicBezTo>
                  <a:pt x="1799631" y="571043"/>
                  <a:pt x="1796613" y="572232"/>
                  <a:pt x="1793321" y="572780"/>
                </a:cubicBezTo>
                <a:cubicBezTo>
                  <a:pt x="1790029" y="573329"/>
                  <a:pt x="1786829" y="573237"/>
                  <a:pt x="1783629" y="572506"/>
                </a:cubicBezTo>
                <a:cubicBezTo>
                  <a:pt x="1780337" y="571774"/>
                  <a:pt x="1777411" y="570494"/>
                  <a:pt x="1774668" y="568574"/>
                </a:cubicBezTo>
                <a:cubicBezTo>
                  <a:pt x="1772016" y="566654"/>
                  <a:pt x="1769730" y="564368"/>
                  <a:pt x="1767992" y="561533"/>
                </a:cubicBezTo>
                <a:cubicBezTo>
                  <a:pt x="1766255" y="558790"/>
                  <a:pt x="1765066" y="555772"/>
                  <a:pt x="1764518" y="552480"/>
                </a:cubicBezTo>
                <a:cubicBezTo>
                  <a:pt x="1763969" y="549189"/>
                  <a:pt x="1764060" y="545988"/>
                  <a:pt x="1764792" y="542788"/>
                </a:cubicBezTo>
                <a:cubicBezTo>
                  <a:pt x="1765524" y="539587"/>
                  <a:pt x="1766804" y="536570"/>
                  <a:pt x="1768724" y="533918"/>
                </a:cubicBezTo>
                <a:cubicBezTo>
                  <a:pt x="1770644" y="531175"/>
                  <a:pt x="1773022" y="528980"/>
                  <a:pt x="1775765" y="527152"/>
                </a:cubicBezTo>
              </a:path>
              <a:path w="3889492" h="1195852">
                <a:moveTo>
                  <a:pt x="1784177" y="521848"/>
                </a:moveTo>
                <a:lnTo>
                  <a:pt x="1788384" y="519196"/>
                </a:lnTo>
                <a:cubicBezTo>
                  <a:pt x="1791218" y="517459"/>
                  <a:pt x="1794236" y="516270"/>
                  <a:pt x="1797528" y="515722"/>
                </a:cubicBezTo>
                <a:cubicBezTo>
                  <a:pt x="1800728" y="515173"/>
                  <a:pt x="1804020" y="515264"/>
                  <a:pt x="1807220" y="515996"/>
                </a:cubicBezTo>
                <a:cubicBezTo>
                  <a:pt x="1810421" y="516727"/>
                  <a:pt x="1813438" y="518008"/>
                  <a:pt x="1816090" y="519928"/>
                </a:cubicBezTo>
                <a:cubicBezTo>
                  <a:pt x="1818833" y="521848"/>
                  <a:pt x="1821028" y="524134"/>
                  <a:pt x="1822856" y="526969"/>
                </a:cubicBezTo>
                <a:cubicBezTo>
                  <a:pt x="1824594" y="529803"/>
                  <a:pt x="1825782" y="532821"/>
                  <a:pt x="1826331" y="536021"/>
                </a:cubicBezTo>
                <a:cubicBezTo>
                  <a:pt x="1826880" y="539313"/>
                  <a:pt x="1826788" y="542514"/>
                  <a:pt x="1826057" y="545714"/>
                </a:cubicBezTo>
                <a:cubicBezTo>
                  <a:pt x="1825325" y="549006"/>
                  <a:pt x="1824045" y="551932"/>
                  <a:pt x="1822125" y="554675"/>
                </a:cubicBezTo>
                <a:cubicBezTo>
                  <a:pt x="1820205" y="557327"/>
                  <a:pt x="1817827" y="559521"/>
                  <a:pt x="1815084" y="561350"/>
                </a:cubicBezTo>
                <a:lnTo>
                  <a:pt x="1810878" y="564002"/>
                </a:lnTo>
                <a:cubicBezTo>
                  <a:pt x="1808043" y="565739"/>
                  <a:pt x="1805026" y="566928"/>
                  <a:pt x="1801734" y="567477"/>
                </a:cubicBezTo>
                <a:cubicBezTo>
                  <a:pt x="1798533" y="568025"/>
                  <a:pt x="1795242" y="567934"/>
                  <a:pt x="1792041" y="567202"/>
                </a:cubicBezTo>
                <a:cubicBezTo>
                  <a:pt x="1788841" y="566471"/>
                  <a:pt x="1785823" y="565191"/>
                  <a:pt x="1783171" y="563270"/>
                </a:cubicBezTo>
                <a:cubicBezTo>
                  <a:pt x="1780428" y="561350"/>
                  <a:pt x="1778234" y="559064"/>
                  <a:pt x="1776405" y="556230"/>
                </a:cubicBezTo>
                <a:cubicBezTo>
                  <a:pt x="1774668" y="553395"/>
                  <a:pt x="1773479" y="550377"/>
                  <a:pt x="1772930" y="547177"/>
                </a:cubicBezTo>
                <a:cubicBezTo>
                  <a:pt x="1772382" y="543885"/>
                  <a:pt x="1772473" y="540685"/>
                  <a:pt x="1773204" y="537484"/>
                </a:cubicBezTo>
                <a:cubicBezTo>
                  <a:pt x="1773936" y="534192"/>
                  <a:pt x="1775216" y="531266"/>
                  <a:pt x="1777136" y="528523"/>
                </a:cubicBezTo>
                <a:cubicBezTo>
                  <a:pt x="1779057" y="525871"/>
                  <a:pt x="1781434" y="523677"/>
                  <a:pt x="1784177" y="521848"/>
                </a:cubicBezTo>
              </a:path>
              <a:path w="3889492" h="1195852">
                <a:moveTo>
                  <a:pt x="1792681" y="516545"/>
                </a:moveTo>
                <a:lnTo>
                  <a:pt x="1796887" y="513893"/>
                </a:lnTo>
                <a:cubicBezTo>
                  <a:pt x="1799631" y="512155"/>
                  <a:pt x="1802648" y="510967"/>
                  <a:pt x="1805940" y="510418"/>
                </a:cubicBezTo>
                <a:cubicBezTo>
                  <a:pt x="1809232" y="509869"/>
                  <a:pt x="1812432" y="509961"/>
                  <a:pt x="1815633" y="510692"/>
                </a:cubicBezTo>
                <a:cubicBezTo>
                  <a:pt x="1818924" y="511424"/>
                  <a:pt x="1821851" y="512704"/>
                  <a:pt x="1824594" y="514624"/>
                </a:cubicBezTo>
                <a:cubicBezTo>
                  <a:pt x="1827246" y="516545"/>
                  <a:pt x="1829532" y="518831"/>
                  <a:pt x="1831269" y="521665"/>
                </a:cubicBezTo>
                <a:cubicBezTo>
                  <a:pt x="1833006" y="524408"/>
                  <a:pt x="1834195" y="527426"/>
                  <a:pt x="1834744" y="530718"/>
                </a:cubicBezTo>
                <a:cubicBezTo>
                  <a:pt x="1835292" y="534010"/>
                  <a:pt x="1835201" y="537210"/>
                  <a:pt x="1834469" y="540410"/>
                </a:cubicBezTo>
                <a:cubicBezTo>
                  <a:pt x="1833738" y="543702"/>
                  <a:pt x="1832458" y="546628"/>
                  <a:pt x="1830537" y="549280"/>
                </a:cubicBezTo>
                <a:cubicBezTo>
                  <a:pt x="1828617" y="552023"/>
                  <a:pt x="1826240" y="554218"/>
                  <a:pt x="1823496" y="556047"/>
                </a:cubicBezTo>
                <a:lnTo>
                  <a:pt x="1819290" y="558698"/>
                </a:lnTo>
                <a:cubicBezTo>
                  <a:pt x="1816456" y="560436"/>
                  <a:pt x="1813438" y="561624"/>
                  <a:pt x="1810146" y="562173"/>
                </a:cubicBezTo>
                <a:cubicBezTo>
                  <a:pt x="1806946" y="562722"/>
                  <a:pt x="1803654" y="562630"/>
                  <a:pt x="1800454" y="561899"/>
                </a:cubicBezTo>
                <a:cubicBezTo>
                  <a:pt x="1797253" y="561167"/>
                  <a:pt x="1794236" y="559887"/>
                  <a:pt x="1791584" y="557967"/>
                </a:cubicBezTo>
                <a:cubicBezTo>
                  <a:pt x="1788841" y="556047"/>
                  <a:pt x="1786646" y="553669"/>
                  <a:pt x="1784909" y="550926"/>
                </a:cubicBezTo>
                <a:cubicBezTo>
                  <a:pt x="1783080" y="548091"/>
                  <a:pt x="1781983" y="545074"/>
                  <a:pt x="1781343" y="541873"/>
                </a:cubicBezTo>
                <a:cubicBezTo>
                  <a:pt x="1780794" y="538582"/>
                  <a:pt x="1780885" y="535381"/>
                  <a:pt x="1781617" y="532089"/>
                </a:cubicBezTo>
                <a:cubicBezTo>
                  <a:pt x="1782348" y="528889"/>
                  <a:pt x="1783720" y="525963"/>
                  <a:pt x="1785549" y="523220"/>
                </a:cubicBezTo>
                <a:cubicBezTo>
                  <a:pt x="1787469" y="520568"/>
                  <a:pt x="1789847" y="518282"/>
                  <a:pt x="1792681" y="516545"/>
                </a:cubicBezTo>
              </a:path>
              <a:path w="3889492" h="1195852">
                <a:moveTo>
                  <a:pt x="1801094" y="511241"/>
                </a:moveTo>
                <a:lnTo>
                  <a:pt x="1805300" y="508589"/>
                </a:lnTo>
                <a:cubicBezTo>
                  <a:pt x="1808043" y="506852"/>
                  <a:pt x="1811152" y="505663"/>
                  <a:pt x="1814352" y="505115"/>
                </a:cubicBezTo>
                <a:cubicBezTo>
                  <a:pt x="1817644" y="504566"/>
                  <a:pt x="1820845" y="504566"/>
                  <a:pt x="1824137" y="505297"/>
                </a:cubicBezTo>
                <a:cubicBezTo>
                  <a:pt x="1827337" y="506029"/>
                  <a:pt x="1830263" y="507401"/>
                  <a:pt x="1833006" y="509321"/>
                </a:cubicBezTo>
                <a:cubicBezTo>
                  <a:pt x="1835658" y="511150"/>
                  <a:pt x="1837944" y="513527"/>
                  <a:pt x="1839681" y="516362"/>
                </a:cubicBezTo>
                <a:cubicBezTo>
                  <a:pt x="1841419" y="519105"/>
                  <a:pt x="1842607" y="522122"/>
                  <a:pt x="1843156" y="525414"/>
                </a:cubicBezTo>
                <a:cubicBezTo>
                  <a:pt x="1843705" y="528615"/>
                  <a:pt x="1843613" y="531906"/>
                  <a:pt x="1842973" y="535107"/>
                </a:cubicBezTo>
                <a:cubicBezTo>
                  <a:pt x="1842242" y="538307"/>
                  <a:pt x="1840870" y="541325"/>
                  <a:pt x="1838950" y="543977"/>
                </a:cubicBezTo>
                <a:cubicBezTo>
                  <a:pt x="1837030" y="546720"/>
                  <a:pt x="1834744" y="548914"/>
                  <a:pt x="1831909" y="550652"/>
                </a:cubicBezTo>
                <a:lnTo>
                  <a:pt x="1827703" y="553395"/>
                </a:lnTo>
                <a:cubicBezTo>
                  <a:pt x="1824868" y="555132"/>
                  <a:pt x="1821851" y="556321"/>
                  <a:pt x="1818650" y="556870"/>
                </a:cubicBezTo>
                <a:cubicBezTo>
                  <a:pt x="1815358" y="557418"/>
                  <a:pt x="1812158" y="557327"/>
                  <a:pt x="1808866" y="556595"/>
                </a:cubicBezTo>
                <a:cubicBezTo>
                  <a:pt x="1805666" y="555864"/>
                  <a:pt x="1802740" y="554584"/>
                  <a:pt x="1799996" y="552663"/>
                </a:cubicBezTo>
                <a:cubicBezTo>
                  <a:pt x="1797345" y="550743"/>
                  <a:pt x="1795059" y="548366"/>
                  <a:pt x="1793321" y="545622"/>
                </a:cubicBezTo>
                <a:cubicBezTo>
                  <a:pt x="1791584" y="542788"/>
                  <a:pt x="1790395" y="539770"/>
                  <a:pt x="1789847" y="536478"/>
                </a:cubicBezTo>
                <a:cubicBezTo>
                  <a:pt x="1789298" y="533278"/>
                  <a:pt x="1789298" y="529986"/>
                  <a:pt x="1790029" y="526786"/>
                </a:cubicBezTo>
                <a:cubicBezTo>
                  <a:pt x="1790761" y="523585"/>
                  <a:pt x="1792133" y="520659"/>
                  <a:pt x="1794053" y="517916"/>
                </a:cubicBezTo>
                <a:cubicBezTo>
                  <a:pt x="1795882" y="515264"/>
                  <a:pt x="1798259" y="512978"/>
                  <a:pt x="1801094" y="511241"/>
                </a:cubicBezTo>
              </a:path>
              <a:path w="3889492" h="1195852">
                <a:moveTo>
                  <a:pt x="1809506" y="505938"/>
                </a:moveTo>
                <a:lnTo>
                  <a:pt x="1813712" y="503286"/>
                </a:lnTo>
                <a:cubicBezTo>
                  <a:pt x="1816547" y="501457"/>
                  <a:pt x="1819565" y="500360"/>
                  <a:pt x="1822765" y="499811"/>
                </a:cubicBezTo>
                <a:cubicBezTo>
                  <a:pt x="1826057" y="499171"/>
                  <a:pt x="1829349" y="499262"/>
                  <a:pt x="1832549" y="499994"/>
                </a:cubicBezTo>
                <a:cubicBezTo>
                  <a:pt x="1835749" y="500725"/>
                  <a:pt x="1838676" y="502097"/>
                  <a:pt x="1841419" y="503926"/>
                </a:cubicBezTo>
                <a:cubicBezTo>
                  <a:pt x="1844162" y="505846"/>
                  <a:pt x="1846356" y="508224"/>
                  <a:pt x="1848094" y="510967"/>
                </a:cubicBezTo>
                <a:cubicBezTo>
                  <a:pt x="1849923" y="513801"/>
                  <a:pt x="1851020" y="516819"/>
                  <a:pt x="1851569" y="520111"/>
                </a:cubicBezTo>
                <a:cubicBezTo>
                  <a:pt x="1852209" y="523311"/>
                  <a:pt x="1852117" y="526603"/>
                  <a:pt x="1851386" y="529803"/>
                </a:cubicBezTo>
                <a:cubicBezTo>
                  <a:pt x="1850654" y="533004"/>
                  <a:pt x="1849283" y="536021"/>
                  <a:pt x="1847454" y="538673"/>
                </a:cubicBezTo>
                <a:cubicBezTo>
                  <a:pt x="1845534" y="541416"/>
                  <a:pt x="1843156" y="543611"/>
                  <a:pt x="1840321" y="545348"/>
                </a:cubicBezTo>
                <a:lnTo>
                  <a:pt x="1836115" y="548000"/>
                </a:lnTo>
                <a:cubicBezTo>
                  <a:pt x="1833372" y="549829"/>
                  <a:pt x="1830354" y="550926"/>
                  <a:pt x="1827063" y="551475"/>
                </a:cubicBezTo>
                <a:cubicBezTo>
                  <a:pt x="1823771" y="552115"/>
                  <a:pt x="1820570" y="552023"/>
                  <a:pt x="1817370" y="551292"/>
                </a:cubicBezTo>
                <a:cubicBezTo>
                  <a:pt x="1814078" y="550560"/>
                  <a:pt x="1811152" y="549189"/>
                  <a:pt x="1808409" y="547360"/>
                </a:cubicBezTo>
                <a:cubicBezTo>
                  <a:pt x="1805757" y="545440"/>
                  <a:pt x="1803471" y="543062"/>
                  <a:pt x="1801734" y="540228"/>
                </a:cubicBezTo>
                <a:cubicBezTo>
                  <a:pt x="1799996" y="537484"/>
                  <a:pt x="1798808" y="534467"/>
                  <a:pt x="1798259" y="531175"/>
                </a:cubicBezTo>
                <a:cubicBezTo>
                  <a:pt x="1797710" y="527975"/>
                  <a:pt x="1797802" y="524683"/>
                  <a:pt x="1798533" y="521482"/>
                </a:cubicBezTo>
                <a:cubicBezTo>
                  <a:pt x="1799265" y="518282"/>
                  <a:pt x="1800545" y="515264"/>
                  <a:pt x="1802465" y="512613"/>
                </a:cubicBezTo>
                <a:cubicBezTo>
                  <a:pt x="1804386" y="509869"/>
                  <a:pt x="1806672" y="507675"/>
                  <a:pt x="1809506" y="505938"/>
                </a:cubicBezTo>
              </a:path>
              <a:path w="3889492" h="1195852">
                <a:moveTo>
                  <a:pt x="1817919" y="500634"/>
                </a:moveTo>
                <a:lnTo>
                  <a:pt x="1822125" y="497891"/>
                </a:lnTo>
                <a:cubicBezTo>
                  <a:pt x="1824960" y="496153"/>
                  <a:pt x="1827977" y="494965"/>
                  <a:pt x="1831269" y="494416"/>
                </a:cubicBezTo>
                <a:cubicBezTo>
                  <a:pt x="1834469" y="493867"/>
                  <a:pt x="1837761" y="493959"/>
                  <a:pt x="1840962" y="494690"/>
                </a:cubicBezTo>
                <a:cubicBezTo>
                  <a:pt x="1844162" y="495422"/>
                  <a:pt x="1847179" y="496702"/>
                  <a:pt x="1849831" y="498622"/>
                </a:cubicBezTo>
                <a:cubicBezTo>
                  <a:pt x="1852574" y="500543"/>
                  <a:pt x="1854769" y="502920"/>
                  <a:pt x="1856598" y="505663"/>
                </a:cubicBezTo>
                <a:cubicBezTo>
                  <a:pt x="1858335" y="508498"/>
                  <a:pt x="1859524" y="511515"/>
                  <a:pt x="1860072" y="514807"/>
                </a:cubicBezTo>
                <a:cubicBezTo>
                  <a:pt x="1860621" y="518008"/>
                  <a:pt x="1860530" y="521299"/>
                  <a:pt x="1859798" y="524500"/>
                </a:cubicBezTo>
                <a:cubicBezTo>
                  <a:pt x="1859067" y="527700"/>
                  <a:pt x="1857786" y="530626"/>
                  <a:pt x="1855866" y="533370"/>
                </a:cubicBezTo>
                <a:cubicBezTo>
                  <a:pt x="1853946" y="536021"/>
                  <a:pt x="1851569" y="538307"/>
                  <a:pt x="1848825" y="540045"/>
                </a:cubicBezTo>
                <a:lnTo>
                  <a:pt x="1844528" y="542696"/>
                </a:lnTo>
                <a:cubicBezTo>
                  <a:pt x="1841784" y="544434"/>
                  <a:pt x="1838767" y="545622"/>
                  <a:pt x="1835475" y="546171"/>
                </a:cubicBezTo>
                <a:cubicBezTo>
                  <a:pt x="1832275" y="546720"/>
                  <a:pt x="1828983" y="546628"/>
                  <a:pt x="1825782" y="545988"/>
                </a:cubicBezTo>
                <a:cubicBezTo>
                  <a:pt x="1822582" y="545257"/>
                  <a:pt x="1819565" y="543885"/>
                  <a:pt x="1816913" y="541965"/>
                </a:cubicBezTo>
                <a:cubicBezTo>
                  <a:pt x="1814170" y="540136"/>
                  <a:pt x="1811975" y="537759"/>
                  <a:pt x="1810146" y="534924"/>
                </a:cubicBezTo>
                <a:cubicBezTo>
                  <a:pt x="1808409" y="532181"/>
                  <a:pt x="1807220" y="529163"/>
                  <a:pt x="1806672" y="525871"/>
                </a:cubicBezTo>
                <a:cubicBezTo>
                  <a:pt x="1806123" y="522671"/>
                  <a:pt x="1806214" y="519379"/>
                  <a:pt x="1806946" y="516179"/>
                </a:cubicBezTo>
                <a:cubicBezTo>
                  <a:pt x="1807677" y="512978"/>
                  <a:pt x="1808958" y="509961"/>
                  <a:pt x="1810878" y="507309"/>
                </a:cubicBezTo>
                <a:cubicBezTo>
                  <a:pt x="1812798" y="504566"/>
                  <a:pt x="1815175" y="502371"/>
                  <a:pt x="1817919" y="500634"/>
                </a:cubicBezTo>
              </a:path>
              <a:path w="3889492" h="1195852">
                <a:moveTo>
                  <a:pt x="1826331" y="495239"/>
                </a:moveTo>
                <a:lnTo>
                  <a:pt x="1830629" y="492587"/>
                </a:lnTo>
                <a:cubicBezTo>
                  <a:pt x="1833372" y="490850"/>
                  <a:pt x="1836390" y="489661"/>
                  <a:pt x="1839681" y="489113"/>
                </a:cubicBezTo>
                <a:cubicBezTo>
                  <a:pt x="1842973" y="488564"/>
                  <a:pt x="1846174" y="488655"/>
                  <a:pt x="1849374" y="489387"/>
                </a:cubicBezTo>
                <a:cubicBezTo>
                  <a:pt x="1852666" y="490118"/>
                  <a:pt x="1855592" y="491399"/>
                  <a:pt x="1858244" y="493319"/>
                </a:cubicBezTo>
                <a:cubicBezTo>
                  <a:pt x="1860987" y="495239"/>
                  <a:pt x="1863181" y="497616"/>
                  <a:pt x="1865010" y="500360"/>
                </a:cubicBezTo>
                <a:cubicBezTo>
                  <a:pt x="1866748" y="503194"/>
                  <a:pt x="1867936" y="506212"/>
                  <a:pt x="1868485" y="509412"/>
                </a:cubicBezTo>
                <a:cubicBezTo>
                  <a:pt x="1869034" y="512704"/>
                  <a:pt x="1868942" y="515904"/>
                  <a:pt x="1868211" y="519196"/>
                </a:cubicBezTo>
                <a:cubicBezTo>
                  <a:pt x="1867479" y="522397"/>
                  <a:pt x="1866199" y="525323"/>
                  <a:pt x="1864279" y="528066"/>
                </a:cubicBezTo>
                <a:cubicBezTo>
                  <a:pt x="1862358" y="530718"/>
                  <a:pt x="1859981" y="533004"/>
                  <a:pt x="1857238" y="534741"/>
                </a:cubicBezTo>
                <a:lnTo>
                  <a:pt x="1853032" y="537393"/>
                </a:lnTo>
                <a:cubicBezTo>
                  <a:pt x="1850197" y="539130"/>
                  <a:pt x="1847179" y="540319"/>
                  <a:pt x="1843888" y="540868"/>
                </a:cubicBezTo>
                <a:cubicBezTo>
                  <a:pt x="1840687" y="541416"/>
                  <a:pt x="1837395" y="541325"/>
                  <a:pt x="1834195" y="540593"/>
                </a:cubicBezTo>
                <a:cubicBezTo>
                  <a:pt x="1830995" y="539862"/>
                  <a:pt x="1827977" y="538582"/>
                  <a:pt x="1825325" y="536661"/>
                </a:cubicBezTo>
                <a:cubicBezTo>
                  <a:pt x="1822582" y="534741"/>
                  <a:pt x="1820388" y="532455"/>
                  <a:pt x="1818650" y="529620"/>
                </a:cubicBezTo>
                <a:cubicBezTo>
                  <a:pt x="1816821" y="526877"/>
                  <a:pt x="1815633" y="523860"/>
                  <a:pt x="1815084" y="520568"/>
                </a:cubicBezTo>
                <a:cubicBezTo>
                  <a:pt x="1814535" y="517276"/>
                  <a:pt x="1814627" y="514076"/>
                  <a:pt x="1815358" y="510875"/>
                </a:cubicBezTo>
                <a:cubicBezTo>
                  <a:pt x="1816090" y="507583"/>
                  <a:pt x="1817370" y="504657"/>
                  <a:pt x="1819290" y="502006"/>
                </a:cubicBezTo>
                <a:cubicBezTo>
                  <a:pt x="1821210" y="499262"/>
                  <a:pt x="1823588" y="497068"/>
                  <a:pt x="1826331" y="495239"/>
                </a:cubicBezTo>
              </a:path>
              <a:path w="3889492" h="1195852">
                <a:moveTo>
                  <a:pt x="1834835" y="489936"/>
                </a:moveTo>
                <a:lnTo>
                  <a:pt x="1839041" y="487284"/>
                </a:lnTo>
                <a:cubicBezTo>
                  <a:pt x="1841784" y="485546"/>
                  <a:pt x="1844802" y="484358"/>
                  <a:pt x="1848094" y="483809"/>
                </a:cubicBezTo>
                <a:cubicBezTo>
                  <a:pt x="1851386" y="483260"/>
                  <a:pt x="1854586" y="483352"/>
                  <a:pt x="1857786" y="484083"/>
                </a:cubicBezTo>
                <a:cubicBezTo>
                  <a:pt x="1861078" y="484815"/>
                  <a:pt x="1864004" y="486095"/>
                  <a:pt x="1866748" y="488015"/>
                </a:cubicBezTo>
                <a:cubicBezTo>
                  <a:pt x="1869399" y="489936"/>
                  <a:pt x="1871685" y="492222"/>
                  <a:pt x="1873423" y="495056"/>
                </a:cubicBezTo>
                <a:cubicBezTo>
                  <a:pt x="1875160" y="497799"/>
                  <a:pt x="1876349" y="500908"/>
                  <a:pt x="1876897" y="504109"/>
                </a:cubicBezTo>
                <a:cubicBezTo>
                  <a:pt x="1877446" y="507401"/>
                  <a:pt x="1877355" y="510601"/>
                  <a:pt x="1876623" y="513801"/>
                </a:cubicBezTo>
                <a:cubicBezTo>
                  <a:pt x="1875892" y="517093"/>
                  <a:pt x="1874611" y="520019"/>
                  <a:pt x="1872691" y="522762"/>
                </a:cubicBezTo>
                <a:cubicBezTo>
                  <a:pt x="1870771" y="525414"/>
                  <a:pt x="1868485" y="527609"/>
                  <a:pt x="1865650" y="529438"/>
                </a:cubicBezTo>
                <a:lnTo>
                  <a:pt x="1861444" y="532089"/>
                </a:lnTo>
                <a:cubicBezTo>
                  <a:pt x="1858609" y="533827"/>
                  <a:pt x="1855592" y="535015"/>
                  <a:pt x="1852392" y="535564"/>
                </a:cubicBezTo>
                <a:cubicBezTo>
                  <a:pt x="1849100" y="536113"/>
                  <a:pt x="1845899" y="536021"/>
                  <a:pt x="1842607" y="535290"/>
                </a:cubicBezTo>
                <a:cubicBezTo>
                  <a:pt x="1839407" y="534558"/>
                  <a:pt x="1836481" y="533278"/>
                  <a:pt x="1833738" y="531358"/>
                </a:cubicBezTo>
                <a:cubicBezTo>
                  <a:pt x="1830995" y="529438"/>
                  <a:pt x="1828800" y="527060"/>
                  <a:pt x="1827063" y="524317"/>
                </a:cubicBezTo>
                <a:cubicBezTo>
                  <a:pt x="1825234" y="521482"/>
                  <a:pt x="1824137" y="518465"/>
                  <a:pt x="1823588" y="515264"/>
                </a:cubicBezTo>
                <a:cubicBezTo>
                  <a:pt x="1822948" y="511973"/>
                  <a:pt x="1823039" y="508772"/>
                  <a:pt x="1823771" y="505480"/>
                </a:cubicBezTo>
                <a:cubicBezTo>
                  <a:pt x="1824502" y="502280"/>
                  <a:pt x="1825874" y="499354"/>
                  <a:pt x="1827794" y="496611"/>
                </a:cubicBezTo>
                <a:cubicBezTo>
                  <a:pt x="1829623" y="493959"/>
                  <a:pt x="1832000" y="491673"/>
                  <a:pt x="1834835" y="489936"/>
                </a:cubicBezTo>
              </a:path>
              <a:path w="3889492" h="1195852">
                <a:moveTo>
                  <a:pt x="1843248" y="484632"/>
                </a:moveTo>
                <a:lnTo>
                  <a:pt x="1847454" y="481980"/>
                </a:lnTo>
                <a:cubicBezTo>
                  <a:pt x="1850288" y="480243"/>
                  <a:pt x="1853306" y="479054"/>
                  <a:pt x="1856506" y="478506"/>
                </a:cubicBezTo>
                <a:cubicBezTo>
                  <a:pt x="1859798" y="477957"/>
                  <a:pt x="1862999" y="478048"/>
                  <a:pt x="1866290" y="478780"/>
                </a:cubicBezTo>
                <a:cubicBezTo>
                  <a:pt x="1869491" y="479420"/>
                  <a:pt x="1872417" y="480792"/>
                  <a:pt x="1875160" y="482712"/>
                </a:cubicBezTo>
                <a:cubicBezTo>
                  <a:pt x="1877812" y="484632"/>
                  <a:pt x="1880098" y="486918"/>
                  <a:pt x="1881835" y="489753"/>
                </a:cubicBezTo>
                <a:cubicBezTo>
                  <a:pt x="1883664" y="492496"/>
                  <a:pt x="1884761" y="495513"/>
                  <a:pt x="1885310" y="498805"/>
                </a:cubicBezTo>
                <a:cubicBezTo>
                  <a:pt x="1885950" y="502097"/>
                  <a:pt x="1885859" y="505297"/>
                  <a:pt x="1885127" y="508498"/>
                </a:cubicBezTo>
                <a:cubicBezTo>
                  <a:pt x="1884396" y="511698"/>
                  <a:pt x="1883024" y="514716"/>
                  <a:pt x="1881104" y="517368"/>
                </a:cubicBezTo>
                <a:cubicBezTo>
                  <a:pt x="1879275" y="520111"/>
                  <a:pt x="1876897" y="522305"/>
                  <a:pt x="1874063" y="524134"/>
                </a:cubicBezTo>
                <a:lnTo>
                  <a:pt x="1869857" y="526786"/>
                </a:lnTo>
                <a:cubicBezTo>
                  <a:pt x="1867113" y="528523"/>
                  <a:pt x="1864004" y="529712"/>
                  <a:pt x="1860804" y="530261"/>
                </a:cubicBezTo>
                <a:cubicBezTo>
                  <a:pt x="1857512" y="530809"/>
                  <a:pt x="1854312" y="530718"/>
                  <a:pt x="1851020" y="529986"/>
                </a:cubicBezTo>
                <a:cubicBezTo>
                  <a:pt x="1847820" y="529255"/>
                  <a:pt x="1844893" y="527975"/>
                  <a:pt x="1842150" y="526054"/>
                </a:cubicBezTo>
                <a:cubicBezTo>
                  <a:pt x="1839498" y="524134"/>
                  <a:pt x="1837212" y="521757"/>
                  <a:pt x="1835475" y="519013"/>
                </a:cubicBezTo>
                <a:cubicBezTo>
                  <a:pt x="1833738" y="516179"/>
                  <a:pt x="1832549" y="513161"/>
                  <a:pt x="1832000" y="509961"/>
                </a:cubicBezTo>
                <a:cubicBezTo>
                  <a:pt x="1831452" y="506669"/>
                  <a:pt x="1831543" y="503469"/>
                  <a:pt x="1832275" y="500177"/>
                </a:cubicBezTo>
                <a:cubicBezTo>
                  <a:pt x="1832915" y="496976"/>
                  <a:pt x="1834286" y="494050"/>
                  <a:pt x="1836207" y="491307"/>
                </a:cubicBezTo>
                <a:cubicBezTo>
                  <a:pt x="1838127" y="488655"/>
                  <a:pt x="1840413" y="486369"/>
                  <a:pt x="1843248" y="484632"/>
                </a:cubicBezTo>
              </a:path>
              <a:path w="3889492" h="1195852">
                <a:moveTo>
                  <a:pt x="1851660" y="479328"/>
                </a:moveTo>
                <a:lnTo>
                  <a:pt x="1855866" y="476677"/>
                </a:lnTo>
                <a:cubicBezTo>
                  <a:pt x="1858701" y="474848"/>
                  <a:pt x="1861718" y="473751"/>
                  <a:pt x="1865010" y="473202"/>
                </a:cubicBezTo>
                <a:cubicBezTo>
                  <a:pt x="1868211" y="472562"/>
                  <a:pt x="1871502" y="472653"/>
                  <a:pt x="1874703" y="473385"/>
                </a:cubicBezTo>
                <a:cubicBezTo>
                  <a:pt x="1877903" y="474116"/>
                  <a:pt x="1880921" y="475488"/>
                  <a:pt x="1883573" y="477408"/>
                </a:cubicBezTo>
                <a:cubicBezTo>
                  <a:pt x="1886316" y="479237"/>
                  <a:pt x="1888510" y="481614"/>
                  <a:pt x="1890248" y="484449"/>
                </a:cubicBezTo>
                <a:cubicBezTo>
                  <a:pt x="1892076" y="487192"/>
                  <a:pt x="1893174" y="490210"/>
                  <a:pt x="1893814" y="493502"/>
                </a:cubicBezTo>
                <a:cubicBezTo>
                  <a:pt x="1894362" y="496702"/>
                  <a:pt x="1894271" y="499994"/>
                  <a:pt x="1893540" y="503194"/>
                </a:cubicBezTo>
                <a:cubicBezTo>
                  <a:pt x="1892808" y="506395"/>
                  <a:pt x="1891528" y="509412"/>
                  <a:pt x="1889608" y="512064"/>
                </a:cubicBezTo>
                <a:cubicBezTo>
                  <a:pt x="1887687" y="514807"/>
                  <a:pt x="1885310" y="517002"/>
                  <a:pt x="1882567" y="518739"/>
                </a:cubicBezTo>
                <a:lnTo>
                  <a:pt x="1878269" y="521391"/>
                </a:lnTo>
                <a:cubicBezTo>
                  <a:pt x="1875526" y="523220"/>
                  <a:pt x="1872508" y="524317"/>
                  <a:pt x="1869216" y="524957"/>
                </a:cubicBezTo>
                <a:cubicBezTo>
                  <a:pt x="1865925" y="525506"/>
                  <a:pt x="1862724" y="525414"/>
                  <a:pt x="1859524" y="524683"/>
                </a:cubicBezTo>
                <a:cubicBezTo>
                  <a:pt x="1856232" y="523951"/>
                  <a:pt x="1853306" y="522580"/>
                  <a:pt x="1850563" y="520751"/>
                </a:cubicBezTo>
                <a:cubicBezTo>
                  <a:pt x="1847911" y="518831"/>
                  <a:pt x="1845716" y="516453"/>
                  <a:pt x="1843888" y="513710"/>
                </a:cubicBezTo>
                <a:cubicBezTo>
                  <a:pt x="1842150" y="510875"/>
                  <a:pt x="1840962" y="507858"/>
                  <a:pt x="1840413" y="504566"/>
                </a:cubicBezTo>
                <a:cubicBezTo>
                  <a:pt x="1839864" y="501366"/>
                  <a:pt x="1839956" y="498074"/>
                  <a:pt x="1840687" y="494873"/>
                </a:cubicBezTo>
                <a:cubicBezTo>
                  <a:pt x="1841419" y="491673"/>
                  <a:pt x="1842699" y="488747"/>
                  <a:pt x="1844619" y="486004"/>
                </a:cubicBezTo>
                <a:cubicBezTo>
                  <a:pt x="1846539" y="483352"/>
                  <a:pt x="1848917" y="481066"/>
                  <a:pt x="1851660" y="479328"/>
                </a:cubicBezTo>
              </a:path>
              <a:path w="3889492" h="1195852">
                <a:moveTo>
                  <a:pt x="1860072" y="474025"/>
                </a:moveTo>
                <a:lnTo>
                  <a:pt x="1864279" y="471373"/>
                </a:lnTo>
                <a:cubicBezTo>
                  <a:pt x="1867113" y="469544"/>
                  <a:pt x="1870131" y="468447"/>
                  <a:pt x="1873423" y="467807"/>
                </a:cubicBezTo>
                <a:cubicBezTo>
                  <a:pt x="1876623" y="467258"/>
                  <a:pt x="1879915" y="467350"/>
                  <a:pt x="1883115" y="468081"/>
                </a:cubicBezTo>
                <a:cubicBezTo>
                  <a:pt x="1886316" y="468813"/>
                  <a:pt x="1889333" y="470184"/>
                  <a:pt x="1891985" y="472013"/>
                </a:cubicBezTo>
                <a:cubicBezTo>
                  <a:pt x="1894728" y="473934"/>
                  <a:pt x="1896923" y="476311"/>
                  <a:pt x="1898752" y="479054"/>
                </a:cubicBezTo>
                <a:cubicBezTo>
                  <a:pt x="1900489" y="481889"/>
                  <a:pt x="1901678" y="484906"/>
                  <a:pt x="1902226" y="488198"/>
                </a:cubicBezTo>
                <a:cubicBezTo>
                  <a:pt x="1902775" y="491399"/>
                  <a:pt x="1902684" y="494690"/>
                  <a:pt x="1901952" y="497891"/>
                </a:cubicBezTo>
                <a:cubicBezTo>
                  <a:pt x="1901220" y="501091"/>
                  <a:pt x="1899940" y="504017"/>
                  <a:pt x="1898020" y="506760"/>
                </a:cubicBezTo>
                <a:cubicBezTo>
                  <a:pt x="1896100" y="509412"/>
                  <a:pt x="1893722" y="511698"/>
                  <a:pt x="1890979" y="513436"/>
                </a:cubicBezTo>
                <a:lnTo>
                  <a:pt x="1886773" y="516087"/>
                </a:lnTo>
                <a:cubicBezTo>
                  <a:pt x="1883938" y="517916"/>
                  <a:pt x="1880921" y="519013"/>
                  <a:pt x="1877629" y="519562"/>
                </a:cubicBezTo>
                <a:cubicBezTo>
                  <a:pt x="1874429" y="520202"/>
                  <a:pt x="1871137" y="520111"/>
                  <a:pt x="1867936" y="519379"/>
                </a:cubicBezTo>
                <a:cubicBezTo>
                  <a:pt x="1864736" y="518648"/>
                  <a:pt x="1861718" y="517276"/>
                  <a:pt x="1859067" y="515356"/>
                </a:cubicBezTo>
                <a:cubicBezTo>
                  <a:pt x="1856323" y="513527"/>
                  <a:pt x="1854129" y="511150"/>
                  <a:pt x="1852300" y="508315"/>
                </a:cubicBezTo>
                <a:cubicBezTo>
                  <a:pt x="1850563" y="505572"/>
                  <a:pt x="1849374" y="502554"/>
                  <a:pt x="1848825" y="499262"/>
                </a:cubicBezTo>
                <a:cubicBezTo>
                  <a:pt x="1848277" y="496062"/>
                  <a:pt x="1848368" y="492770"/>
                  <a:pt x="1849100" y="489570"/>
                </a:cubicBezTo>
                <a:cubicBezTo>
                  <a:pt x="1849831" y="486369"/>
                  <a:pt x="1851111" y="483352"/>
                  <a:pt x="1853032" y="480700"/>
                </a:cubicBezTo>
                <a:cubicBezTo>
                  <a:pt x="1854952" y="477957"/>
                  <a:pt x="1857329" y="475762"/>
                  <a:pt x="1860072" y="474025"/>
                </a:cubicBezTo>
              </a:path>
              <a:path w="3889492" h="1195852">
                <a:moveTo>
                  <a:pt x="1868576" y="468630"/>
                </a:moveTo>
                <a:lnTo>
                  <a:pt x="1872783" y="465978"/>
                </a:lnTo>
                <a:cubicBezTo>
                  <a:pt x="1875526" y="464241"/>
                  <a:pt x="1878543" y="463052"/>
                  <a:pt x="1881835" y="462504"/>
                </a:cubicBezTo>
                <a:cubicBezTo>
                  <a:pt x="1885127" y="461955"/>
                  <a:pt x="1888327" y="462046"/>
                  <a:pt x="1891528" y="462778"/>
                </a:cubicBezTo>
                <a:cubicBezTo>
                  <a:pt x="1894820" y="463509"/>
                  <a:pt x="1897746" y="464790"/>
                  <a:pt x="1900489" y="466710"/>
                </a:cubicBezTo>
                <a:cubicBezTo>
                  <a:pt x="1903141" y="468630"/>
                  <a:pt x="1905427" y="471007"/>
                  <a:pt x="1907164" y="473751"/>
                </a:cubicBezTo>
                <a:cubicBezTo>
                  <a:pt x="1908901" y="476585"/>
                  <a:pt x="1910090" y="479603"/>
                  <a:pt x="1910639" y="482803"/>
                </a:cubicBezTo>
                <a:cubicBezTo>
                  <a:pt x="1911187" y="486095"/>
                  <a:pt x="1911096" y="489295"/>
                  <a:pt x="1910364" y="492587"/>
                </a:cubicBezTo>
                <a:cubicBezTo>
                  <a:pt x="1909633" y="495788"/>
                  <a:pt x="1908353" y="498714"/>
                  <a:pt x="1906433" y="501457"/>
                </a:cubicBezTo>
                <a:cubicBezTo>
                  <a:pt x="1904512" y="504109"/>
                  <a:pt x="1902226" y="506395"/>
                  <a:pt x="1899392" y="508132"/>
                </a:cubicBezTo>
                <a:lnTo>
                  <a:pt x="1895185" y="510784"/>
                </a:lnTo>
                <a:cubicBezTo>
                  <a:pt x="1892351" y="512521"/>
                  <a:pt x="1889333" y="513710"/>
                  <a:pt x="1886133" y="514259"/>
                </a:cubicBezTo>
                <a:cubicBezTo>
                  <a:pt x="1882841" y="514807"/>
                  <a:pt x="1879549" y="514716"/>
                  <a:pt x="1876349" y="513984"/>
                </a:cubicBezTo>
                <a:cubicBezTo>
                  <a:pt x="1873148" y="513344"/>
                  <a:pt x="1870131" y="511973"/>
                  <a:pt x="1867479" y="510052"/>
                </a:cubicBezTo>
                <a:cubicBezTo>
                  <a:pt x="1864736" y="508132"/>
                  <a:pt x="1862541" y="505846"/>
                  <a:pt x="1860804" y="503011"/>
                </a:cubicBezTo>
                <a:cubicBezTo>
                  <a:pt x="1858975" y="500268"/>
                  <a:pt x="1857878" y="497251"/>
                  <a:pt x="1857238" y="493959"/>
                </a:cubicBezTo>
                <a:cubicBezTo>
                  <a:pt x="1856689" y="490667"/>
                  <a:pt x="1856781" y="487467"/>
                  <a:pt x="1857512" y="484266"/>
                </a:cubicBezTo>
                <a:cubicBezTo>
                  <a:pt x="1858244" y="481066"/>
                  <a:pt x="1859615" y="478048"/>
                  <a:pt x="1861444" y="475397"/>
                </a:cubicBezTo>
                <a:cubicBezTo>
                  <a:pt x="1863364" y="472653"/>
                  <a:pt x="1865742" y="470459"/>
                  <a:pt x="1868576" y="468630"/>
                </a:cubicBezTo>
              </a:path>
              <a:path w="3889492" h="1195852">
                <a:moveTo>
                  <a:pt x="1876989" y="463326"/>
                </a:moveTo>
                <a:lnTo>
                  <a:pt x="1881195" y="460675"/>
                </a:lnTo>
                <a:cubicBezTo>
                  <a:pt x="1884030" y="458937"/>
                  <a:pt x="1887047" y="457749"/>
                  <a:pt x="1890248" y="457200"/>
                </a:cubicBezTo>
                <a:cubicBezTo>
                  <a:pt x="1893540" y="456651"/>
                  <a:pt x="1896740" y="456743"/>
                  <a:pt x="1900032" y="457474"/>
                </a:cubicBezTo>
                <a:cubicBezTo>
                  <a:pt x="1903232" y="458206"/>
                  <a:pt x="1906158" y="459486"/>
                  <a:pt x="1908901" y="461406"/>
                </a:cubicBezTo>
                <a:cubicBezTo>
                  <a:pt x="1911553" y="463326"/>
                  <a:pt x="1913839" y="465704"/>
                  <a:pt x="1915577" y="468447"/>
                </a:cubicBezTo>
                <a:cubicBezTo>
                  <a:pt x="1917314" y="471282"/>
                  <a:pt x="1918503" y="474299"/>
                  <a:pt x="1919051" y="477500"/>
                </a:cubicBezTo>
                <a:cubicBezTo>
                  <a:pt x="1919600" y="480792"/>
                  <a:pt x="1919600" y="483992"/>
                  <a:pt x="1918868" y="487192"/>
                </a:cubicBezTo>
                <a:cubicBezTo>
                  <a:pt x="1918137" y="490484"/>
                  <a:pt x="1916765" y="493410"/>
                  <a:pt x="1914845" y="496153"/>
                </a:cubicBezTo>
                <a:cubicBezTo>
                  <a:pt x="1912925" y="498805"/>
                  <a:pt x="1910639" y="501091"/>
                  <a:pt x="1907804" y="502829"/>
                </a:cubicBezTo>
                <a:lnTo>
                  <a:pt x="1903598" y="505480"/>
                </a:lnTo>
                <a:cubicBezTo>
                  <a:pt x="1900855" y="507218"/>
                  <a:pt x="1897746" y="508406"/>
                  <a:pt x="1894545" y="508955"/>
                </a:cubicBezTo>
                <a:cubicBezTo>
                  <a:pt x="1891254" y="509504"/>
                  <a:pt x="1888053" y="509412"/>
                  <a:pt x="1884761" y="508681"/>
                </a:cubicBezTo>
                <a:cubicBezTo>
                  <a:pt x="1881561" y="507949"/>
                  <a:pt x="1878635" y="506669"/>
                  <a:pt x="1875892" y="504749"/>
                </a:cubicBezTo>
                <a:cubicBezTo>
                  <a:pt x="1873240" y="502829"/>
                  <a:pt x="1870954" y="500543"/>
                  <a:pt x="1869216" y="497708"/>
                </a:cubicBezTo>
                <a:cubicBezTo>
                  <a:pt x="1867479" y="494873"/>
                  <a:pt x="1866290" y="491856"/>
                  <a:pt x="1865742" y="488655"/>
                </a:cubicBezTo>
                <a:cubicBezTo>
                  <a:pt x="1865193" y="485364"/>
                  <a:pt x="1865193" y="482163"/>
                  <a:pt x="1865925" y="478963"/>
                </a:cubicBezTo>
                <a:cubicBezTo>
                  <a:pt x="1866656" y="475671"/>
                  <a:pt x="1868028" y="472745"/>
                  <a:pt x="1869948" y="470002"/>
                </a:cubicBezTo>
                <a:cubicBezTo>
                  <a:pt x="1871868" y="467350"/>
                  <a:pt x="1874154" y="465155"/>
                  <a:pt x="1876989" y="463326"/>
                </a:cubicBezTo>
              </a:path>
              <a:path w="3889492" h="1195852">
                <a:moveTo>
                  <a:pt x="1885401" y="458023"/>
                </a:moveTo>
                <a:lnTo>
                  <a:pt x="1889608" y="455371"/>
                </a:lnTo>
                <a:cubicBezTo>
                  <a:pt x="1892442" y="453634"/>
                  <a:pt x="1895460" y="452445"/>
                  <a:pt x="1898752" y="451896"/>
                </a:cubicBezTo>
                <a:cubicBezTo>
                  <a:pt x="1901952" y="451348"/>
                  <a:pt x="1905244" y="451439"/>
                  <a:pt x="1908444" y="452171"/>
                </a:cubicBezTo>
                <a:cubicBezTo>
                  <a:pt x="1911645" y="452902"/>
                  <a:pt x="1914662" y="454182"/>
                  <a:pt x="1917314" y="456103"/>
                </a:cubicBezTo>
                <a:cubicBezTo>
                  <a:pt x="1920057" y="458023"/>
                  <a:pt x="1922252" y="460309"/>
                  <a:pt x="1923989" y="463144"/>
                </a:cubicBezTo>
                <a:cubicBezTo>
                  <a:pt x="1925818" y="465887"/>
                  <a:pt x="1926915" y="468904"/>
                  <a:pt x="1927555" y="472196"/>
                </a:cubicBezTo>
                <a:cubicBezTo>
                  <a:pt x="1928104" y="475488"/>
                  <a:pt x="1928012" y="478688"/>
                  <a:pt x="1927281" y="481889"/>
                </a:cubicBezTo>
                <a:cubicBezTo>
                  <a:pt x="1926549" y="485181"/>
                  <a:pt x="1925178" y="488107"/>
                  <a:pt x="1923349" y="490758"/>
                </a:cubicBezTo>
                <a:cubicBezTo>
                  <a:pt x="1921429" y="493502"/>
                  <a:pt x="1919051" y="495696"/>
                  <a:pt x="1916217" y="497525"/>
                </a:cubicBezTo>
                <a:lnTo>
                  <a:pt x="1912010" y="500177"/>
                </a:lnTo>
                <a:cubicBezTo>
                  <a:pt x="1909267" y="501914"/>
                  <a:pt x="1906250" y="503103"/>
                  <a:pt x="1902958" y="503652"/>
                </a:cubicBezTo>
                <a:cubicBezTo>
                  <a:pt x="1899666" y="504200"/>
                  <a:pt x="1896466" y="504109"/>
                  <a:pt x="1893265" y="503377"/>
                </a:cubicBezTo>
                <a:cubicBezTo>
                  <a:pt x="1889973" y="502646"/>
                  <a:pt x="1887047" y="501366"/>
                  <a:pt x="1884304" y="499445"/>
                </a:cubicBezTo>
                <a:cubicBezTo>
                  <a:pt x="1881652" y="497525"/>
                  <a:pt x="1879366" y="495148"/>
                  <a:pt x="1877629" y="492404"/>
                </a:cubicBezTo>
                <a:cubicBezTo>
                  <a:pt x="1875892" y="489570"/>
                  <a:pt x="1874703" y="486552"/>
                  <a:pt x="1874154" y="483352"/>
                </a:cubicBezTo>
                <a:cubicBezTo>
                  <a:pt x="1873606" y="480060"/>
                  <a:pt x="1873697" y="476860"/>
                  <a:pt x="1874429" y="473568"/>
                </a:cubicBezTo>
                <a:cubicBezTo>
                  <a:pt x="1875160" y="470367"/>
                  <a:pt x="1876440" y="467441"/>
                  <a:pt x="1878360" y="464698"/>
                </a:cubicBezTo>
                <a:cubicBezTo>
                  <a:pt x="1880281" y="462046"/>
                  <a:pt x="1882567" y="459760"/>
                  <a:pt x="1885401" y="458023"/>
                </a:cubicBezTo>
              </a:path>
              <a:path w="3889492" h="1195852">
                <a:moveTo>
                  <a:pt x="1893814" y="452719"/>
                </a:moveTo>
                <a:lnTo>
                  <a:pt x="1898020" y="450068"/>
                </a:lnTo>
                <a:cubicBezTo>
                  <a:pt x="1900855" y="448330"/>
                  <a:pt x="1903872" y="447142"/>
                  <a:pt x="1907164" y="446593"/>
                </a:cubicBezTo>
                <a:cubicBezTo>
                  <a:pt x="1910364" y="446044"/>
                  <a:pt x="1913656" y="446044"/>
                  <a:pt x="1916857" y="446776"/>
                </a:cubicBezTo>
                <a:cubicBezTo>
                  <a:pt x="1920057" y="447507"/>
                  <a:pt x="1923075" y="448879"/>
                  <a:pt x="1925726" y="450799"/>
                </a:cubicBezTo>
                <a:cubicBezTo>
                  <a:pt x="1928470" y="452628"/>
                  <a:pt x="1930664" y="455005"/>
                  <a:pt x="1932493" y="457840"/>
                </a:cubicBezTo>
                <a:cubicBezTo>
                  <a:pt x="1934230" y="460583"/>
                  <a:pt x="1935419" y="463601"/>
                  <a:pt x="1935968" y="466893"/>
                </a:cubicBezTo>
                <a:cubicBezTo>
                  <a:pt x="1936516" y="470093"/>
                  <a:pt x="1936425" y="473385"/>
                  <a:pt x="1935693" y="476585"/>
                </a:cubicBezTo>
                <a:cubicBezTo>
                  <a:pt x="1934962" y="479786"/>
                  <a:pt x="1933682" y="482803"/>
                  <a:pt x="1931761" y="485455"/>
                </a:cubicBezTo>
                <a:cubicBezTo>
                  <a:pt x="1929841" y="488198"/>
                  <a:pt x="1927464" y="490393"/>
                  <a:pt x="1924721" y="492130"/>
                </a:cubicBezTo>
                <a:lnTo>
                  <a:pt x="1920514" y="494873"/>
                </a:lnTo>
                <a:cubicBezTo>
                  <a:pt x="1917680" y="496611"/>
                  <a:pt x="1914662" y="497799"/>
                  <a:pt x="1911370" y="498348"/>
                </a:cubicBezTo>
                <a:cubicBezTo>
                  <a:pt x="1908170" y="498897"/>
                  <a:pt x="1904878" y="498805"/>
                  <a:pt x="1901678" y="498074"/>
                </a:cubicBezTo>
                <a:cubicBezTo>
                  <a:pt x="1898477" y="497342"/>
                  <a:pt x="1895460" y="496062"/>
                  <a:pt x="1892808" y="494142"/>
                </a:cubicBezTo>
                <a:cubicBezTo>
                  <a:pt x="1890065" y="492222"/>
                  <a:pt x="1887870" y="489844"/>
                  <a:pt x="1886041" y="487101"/>
                </a:cubicBezTo>
                <a:cubicBezTo>
                  <a:pt x="1884304" y="484266"/>
                  <a:pt x="1883115" y="481249"/>
                  <a:pt x="1882567" y="477957"/>
                </a:cubicBezTo>
                <a:cubicBezTo>
                  <a:pt x="1882018" y="474756"/>
                  <a:pt x="1882110" y="471465"/>
                  <a:pt x="1882841" y="468264"/>
                </a:cubicBezTo>
                <a:cubicBezTo>
                  <a:pt x="1883573" y="465064"/>
                  <a:pt x="1884853" y="462138"/>
                  <a:pt x="1886773" y="459395"/>
                </a:cubicBezTo>
                <a:cubicBezTo>
                  <a:pt x="1888693" y="456743"/>
                  <a:pt x="1891071" y="454457"/>
                  <a:pt x="1893814" y="452719"/>
                </a:cubicBezTo>
              </a:path>
              <a:path w="3889492" h="1195852">
                <a:moveTo>
                  <a:pt x="1902318" y="447416"/>
                </a:moveTo>
                <a:lnTo>
                  <a:pt x="1906524" y="444764"/>
                </a:lnTo>
                <a:cubicBezTo>
                  <a:pt x="1909267" y="442935"/>
                  <a:pt x="1912285" y="441838"/>
                  <a:pt x="1915577" y="441289"/>
                </a:cubicBezTo>
                <a:cubicBezTo>
                  <a:pt x="1918868" y="440649"/>
                  <a:pt x="1922069" y="440741"/>
                  <a:pt x="1925269" y="441472"/>
                </a:cubicBezTo>
                <a:cubicBezTo>
                  <a:pt x="1928561" y="442204"/>
                  <a:pt x="1931487" y="443575"/>
                  <a:pt x="1934230" y="445404"/>
                </a:cubicBezTo>
                <a:cubicBezTo>
                  <a:pt x="1936882" y="447324"/>
                  <a:pt x="1939168" y="449702"/>
                  <a:pt x="1940905" y="452537"/>
                </a:cubicBezTo>
                <a:cubicBezTo>
                  <a:pt x="1942643" y="455280"/>
                  <a:pt x="1943832" y="458297"/>
                  <a:pt x="1944380" y="461589"/>
                </a:cubicBezTo>
                <a:cubicBezTo>
                  <a:pt x="1944929" y="464790"/>
                  <a:pt x="1944837" y="468081"/>
                  <a:pt x="1944106" y="471282"/>
                </a:cubicBezTo>
                <a:cubicBezTo>
                  <a:pt x="1943374" y="474482"/>
                  <a:pt x="1942094" y="477500"/>
                  <a:pt x="1940174" y="480151"/>
                </a:cubicBezTo>
                <a:cubicBezTo>
                  <a:pt x="1938254" y="482895"/>
                  <a:pt x="1935876" y="485089"/>
                  <a:pt x="1933133" y="486827"/>
                </a:cubicBezTo>
                <a:lnTo>
                  <a:pt x="1928927" y="489478"/>
                </a:lnTo>
                <a:cubicBezTo>
                  <a:pt x="1926092" y="491307"/>
                  <a:pt x="1923075" y="492404"/>
                  <a:pt x="1919783" y="492953"/>
                </a:cubicBezTo>
                <a:cubicBezTo>
                  <a:pt x="1916582" y="493593"/>
                  <a:pt x="1913291" y="493502"/>
                  <a:pt x="1910090" y="492770"/>
                </a:cubicBezTo>
                <a:cubicBezTo>
                  <a:pt x="1906890" y="492039"/>
                  <a:pt x="1903872" y="490667"/>
                  <a:pt x="1901220" y="488838"/>
                </a:cubicBezTo>
                <a:cubicBezTo>
                  <a:pt x="1898477" y="486918"/>
                  <a:pt x="1896283" y="484541"/>
                  <a:pt x="1894545" y="481706"/>
                </a:cubicBezTo>
                <a:cubicBezTo>
                  <a:pt x="1892717" y="478963"/>
                  <a:pt x="1891619" y="475945"/>
                  <a:pt x="1890979" y="472653"/>
                </a:cubicBezTo>
                <a:cubicBezTo>
                  <a:pt x="1890431" y="469453"/>
                  <a:pt x="1890522" y="466161"/>
                  <a:pt x="1891254" y="462961"/>
                </a:cubicBezTo>
                <a:cubicBezTo>
                  <a:pt x="1891985" y="459760"/>
                  <a:pt x="1893357" y="456743"/>
                  <a:pt x="1895185" y="454091"/>
                </a:cubicBezTo>
                <a:cubicBezTo>
                  <a:pt x="1897106" y="451348"/>
                  <a:pt x="1899483" y="449153"/>
                  <a:pt x="1902318" y="447416"/>
                </a:cubicBezTo>
              </a:path>
              <a:path w="3889492" h="1195852">
                <a:moveTo>
                  <a:pt x="1910730" y="442112"/>
                </a:moveTo>
                <a:lnTo>
                  <a:pt x="1914936" y="439369"/>
                </a:lnTo>
                <a:cubicBezTo>
                  <a:pt x="1917680" y="437632"/>
                  <a:pt x="1920789" y="436443"/>
                  <a:pt x="1923989" y="435894"/>
                </a:cubicBezTo>
                <a:cubicBezTo>
                  <a:pt x="1927281" y="435346"/>
                  <a:pt x="1930481" y="435437"/>
                  <a:pt x="1933773" y="436169"/>
                </a:cubicBezTo>
                <a:cubicBezTo>
                  <a:pt x="1936974" y="436900"/>
                  <a:pt x="1939900" y="438180"/>
                  <a:pt x="1942643" y="440101"/>
                </a:cubicBezTo>
                <a:cubicBezTo>
                  <a:pt x="1945295" y="442021"/>
                  <a:pt x="1947581" y="444398"/>
                  <a:pt x="1949318" y="447142"/>
                </a:cubicBezTo>
                <a:cubicBezTo>
                  <a:pt x="1951055" y="449976"/>
                  <a:pt x="1952244" y="452994"/>
                  <a:pt x="1952793" y="456286"/>
                </a:cubicBezTo>
                <a:cubicBezTo>
                  <a:pt x="1953341" y="459486"/>
                  <a:pt x="1953250" y="462778"/>
                  <a:pt x="1952518" y="465978"/>
                </a:cubicBezTo>
                <a:cubicBezTo>
                  <a:pt x="1951878" y="469179"/>
                  <a:pt x="1950507" y="472105"/>
                  <a:pt x="1948586" y="474848"/>
                </a:cubicBezTo>
                <a:cubicBezTo>
                  <a:pt x="1946666" y="477500"/>
                  <a:pt x="1944380" y="479786"/>
                  <a:pt x="1941546" y="481523"/>
                </a:cubicBezTo>
                <a:lnTo>
                  <a:pt x="1937339" y="484175"/>
                </a:lnTo>
                <a:cubicBezTo>
                  <a:pt x="1934505" y="485912"/>
                  <a:pt x="1931487" y="487101"/>
                  <a:pt x="1928287" y="487650"/>
                </a:cubicBezTo>
                <a:cubicBezTo>
                  <a:pt x="1924995" y="488198"/>
                  <a:pt x="1921794" y="488198"/>
                  <a:pt x="1918503" y="487467"/>
                </a:cubicBezTo>
                <a:cubicBezTo>
                  <a:pt x="1915302" y="486735"/>
                  <a:pt x="1912376" y="485364"/>
                  <a:pt x="1909633" y="483443"/>
                </a:cubicBezTo>
                <a:cubicBezTo>
                  <a:pt x="1906981" y="481614"/>
                  <a:pt x="1904695" y="479237"/>
                  <a:pt x="1902958" y="476402"/>
                </a:cubicBezTo>
                <a:cubicBezTo>
                  <a:pt x="1901129" y="473659"/>
                  <a:pt x="1900032" y="470642"/>
                  <a:pt x="1899483" y="467350"/>
                </a:cubicBezTo>
                <a:cubicBezTo>
                  <a:pt x="1898843" y="464149"/>
                  <a:pt x="1898934" y="460858"/>
                  <a:pt x="1899666" y="457657"/>
                </a:cubicBezTo>
                <a:cubicBezTo>
                  <a:pt x="1900398" y="454457"/>
                  <a:pt x="1901769" y="451439"/>
                  <a:pt x="1903689" y="448788"/>
                </a:cubicBezTo>
                <a:cubicBezTo>
                  <a:pt x="1905518" y="446044"/>
                  <a:pt x="1907896" y="443850"/>
                  <a:pt x="1910730" y="442112"/>
                </a:cubicBezTo>
              </a:path>
              <a:path w="3889492" h="1195852">
                <a:moveTo>
                  <a:pt x="1919143" y="436717"/>
                </a:moveTo>
                <a:lnTo>
                  <a:pt x="1923349" y="434066"/>
                </a:lnTo>
                <a:cubicBezTo>
                  <a:pt x="1926184" y="432328"/>
                  <a:pt x="1929201" y="431140"/>
                  <a:pt x="1932402" y="430591"/>
                </a:cubicBezTo>
                <a:cubicBezTo>
                  <a:pt x="1935693" y="430042"/>
                  <a:pt x="1938985" y="430134"/>
                  <a:pt x="1942186" y="430865"/>
                </a:cubicBezTo>
                <a:cubicBezTo>
                  <a:pt x="1945386" y="431597"/>
                  <a:pt x="1948312" y="432877"/>
                  <a:pt x="1951055" y="434797"/>
                </a:cubicBezTo>
                <a:cubicBezTo>
                  <a:pt x="1953798" y="436717"/>
                  <a:pt x="1955993" y="439095"/>
                  <a:pt x="1957730" y="441838"/>
                </a:cubicBezTo>
                <a:cubicBezTo>
                  <a:pt x="1959559" y="444673"/>
                  <a:pt x="1960656" y="447690"/>
                  <a:pt x="1961205" y="450891"/>
                </a:cubicBezTo>
                <a:cubicBezTo>
                  <a:pt x="1961845" y="454182"/>
                  <a:pt x="1961754" y="457383"/>
                  <a:pt x="1961022" y="460675"/>
                </a:cubicBezTo>
                <a:cubicBezTo>
                  <a:pt x="1960291" y="463875"/>
                  <a:pt x="1958919" y="466801"/>
                  <a:pt x="1956999" y="469544"/>
                </a:cubicBezTo>
                <a:cubicBezTo>
                  <a:pt x="1955170" y="472196"/>
                  <a:pt x="1952793" y="474482"/>
                  <a:pt x="1949958" y="476220"/>
                </a:cubicBezTo>
                <a:lnTo>
                  <a:pt x="1945752" y="478871"/>
                </a:lnTo>
                <a:cubicBezTo>
                  <a:pt x="1943009" y="480609"/>
                  <a:pt x="1939991" y="481797"/>
                  <a:pt x="1936699" y="482346"/>
                </a:cubicBezTo>
                <a:cubicBezTo>
                  <a:pt x="1933407" y="482895"/>
                  <a:pt x="1930207" y="482803"/>
                  <a:pt x="1927007" y="482072"/>
                </a:cubicBezTo>
                <a:cubicBezTo>
                  <a:pt x="1923715" y="481340"/>
                  <a:pt x="1920789" y="480060"/>
                  <a:pt x="1918045" y="478140"/>
                </a:cubicBezTo>
                <a:cubicBezTo>
                  <a:pt x="1915394" y="476220"/>
                  <a:pt x="1913108" y="473934"/>
                  <a:pt x="1911370" y="471099"/>
                </a:cubicBezTo>
                <a:cubicBezTo>
                  <a:pt x="1909633" y="468356"/>
                  <a:pt x="1908444" y="465338"/>
                  <a:pt x="1907896" y="462046"/>
                </a:cubicBezTo>
                <a:cubicBezTo>
                  <a:pt x="1907347" y="458754"/>
                  <a:pt x="1907438" y="455554"/>
                  <a:pt x="1908170" y="452354"/>
                </a:cubicBezTo>
                <a:cubicBezTo>
                  <a:pt x="1908901" y="449062"/>
                  <a:pt x="1910182" y="446136"/>
                  <a:pt x="1912102" y="443484"/>
                </a:cubicBezTo>
                <a:cubicBezTo>
                  <a:pt x="1914022" y="440741"/>
                  <a:pt x="1916308" y="438546"/>
                  <a:pt x="1919143" y="436717"/>
                </a:cubicBezTo>
              </a:path>
              <a:path w="3889492" h="1195852">
                <a:moveTo>
                  <a:pt x="1927555" y="431414"/>
                </a:moveTo>
                <a:lnTo>
                  <a:pt x="1931761" y="428762"/>
                </a:lnTo>
                <a:cubicBezTo>
                  <a:pt x="1934596" y="427025"/>
                  <a:pt x="1937614" y="425836"/>
                  <a:pt x="1940905" y="425287"/>
                </a:cubicBezTo>
                <a:cubicBezTo>
                  <a:pt x="1944106" y="424739"/>
                  <a:pt x="1947398" y="424830"/>
                  <a:pt x="1950598" y="425562"/>
                </a:cubicBezTo>
                <a:cubicBezTo>
                  <a:pt x="1953798" y="426293"/>
                  <a:pt x="1956816" y="427573"/>
                  <a:pt x="1959468" y="429494"/>
                </a:cubicBezTo>
                <a:cubicBezTo>
                  <a:pt x="1962211" y="431414"/>
                  <a:pt x="1964406" y="433700"/>
                  <a:pt x="1966234" y="436535"/>
                </a:cubicBezTo>
                <a:cubicBezTo>
                  <a:pt x="1967972" y="439369"/>
                  <a:pt x="1969160" y="442387"/>
                  <a:pt x="1969709" y="445587"/>
                </a:cubicBezTo>
                <a:cubicBezTo>
                  <a:pt x="1970258" y="448879"/>
                  <a:pt x="1970166" y="452079"/>
                  <a:pt x="1969435" y="455280"/>
                </a:cubicBezTo>
                <a:cubicBezTo>
                  <a:pt x="1968703" y="458572"/>
                  <a:pt x="1967423" y="461498"/>
                  <a:pt x="1965503" y="464241"/>
                </a:cubicBezTo>
                <a:cubicBezTo>
                  <a:pt x="1963583" y="466893"/>
                  <a:pt x="1961205" y="469087"/>
                  <a:pt x="1958462" y="470916"/>
                </a:cubicBezTo>
                <a:lnTo>
                  <a:pt x="1954164" y="473568"/>
                </a:lnTo>
                <a:cubicBezTo>
                  <a:pt x="1951421" y="475305"/>
                  <a:pt x="1948404" y="476494"/>
                  <a:pt x="1945112" y="477042"/>
                </a:cubicBezTo>
                <a:cubicBezTo>
                  <a:pt x="1941911" y="477591"/>
                  <a:pt x="1938619" y="477500"/>
                  <a:pt x="1935419" y="476768"/>
                </a:cubicBezTo>
                <a:cubicBezTo>
                  <a:pt x="1932127" y="476037"/>
                  <a:pt x="1929201" y="474756"/>
                  <a:pt x="1926549" y="472836"/>
                </a:cubicBezTo>
                <a:cubicBezTo>
                  <a:pt x="1923806" y="470916"/>
                  <a:pt x="1921612" y="468630"/>
                  <a:pt x="1919783" y="465795"/>
                </a:cubicBezTo>
                <a:cubicBezTo>
                  <a:pt x="1918045" y="462961"/>
                  <a:pt x="1916857" y="459943"/>
                  <a:pt x="1916308" y="456743"/>
                </a:cubicBezTo>
                <a:cubicBezTo>
                  <a:pt x="1915759" y="453451"/>
                  <a:pt x="1915851" y="450251"/>
                  <a:pt x="1916582" y="447050"/>
                </a:cubicBezTo>
                <a:cubicBezTo>
                  <a:pt x="1917314" y="443758"/>
                  <a:pt x="1918594" y="440832"/>
                  <a:pt x="1920514" y="438089"/>
                </a:cubicBezTo>
                <a:cubicBezTo>
                  <a:pt x="1922435" y="435437"/>
                  <a:pt x="1924812" y="433243"/>
                  <a:pt x="1927555" y="431414"/>
                </a:cubicBezTo>
              </a:path>
              <a:path w="3889492" h="1195852">
                <a:moveTo>
                  <a:pt x="1935968" y="426110"/>
                </a:moveTo>
                <a:lnTo>
                  <a:pt x="1940265" y="423459"/>
                </a:lnTo>
                <a:cubicBezTo>
                  <a:pt x="1943009" y="421721"/>
                  <a:pt x="1946026" y="420533"/>
                  <a:pt x="1949318" y="419984"/>
                </a:cubicBezTo>
                <a:cubicBezTo>
                  <a:pt x="1952610" y="419435"/>
                  <a:pt x="1955810" y="419527"/>
                  <a:pt x="1959011" y="420258"/>
                </a:cubicBezTo>
                <a:cubicBezTo>
                  <a:pt x="1962302" y="420898"/>
                  <a:pt x="1965228" y="422270"/>
                  <a:pt x="1967880" y="424190"/>
                </a:cubicBezTo>
                <a:cubicBezTo>
                  <a:pt x="1970623" y="426110"/>
                  <a:pt x="1972818" y="428396"/>
                  <a:pt x="1974647" y="431231"/>
                </a:cubicBezTo>
                <a:cubicBezTo>
                  <a:pt x="1976384" y="433974"/>
                  <a:pt x="1977573" y="436992"/>
                  <a:pt x="1978122" y="440284"/>
                </a:cubicBezTo>
                <a:cubicBezTo>
                  <a:pt x="1978670" y="443575"/>
                  <a:pt x="1978579" y="446776"/>
                  <a:pt x="1977847" y="449976"/>
                </a:cubicBezTo>
                <a:cubicBezTo>
                  <a:pt x="1977116" y="453177"/>
                  <a:pt x="1975836" y="456194"/>
                  <a:pt x="1973915" y="458846"/>
                </a:cubicBezTo>
                <a:cubicBezTo>
                  <a:pt x="1971995" y="461589"/>
                  <a:pt x="1969618" y="463784"/>
                  <a:pt x="1966874" y="465612"/>
                </a:cubicBezTo>
                <a:lnTo>
                  <a:pt x="1962668" y="468264"/>
                </a:lnTo>
                <a:cubicBezTo>
                  <a:pt x="1959834" y="470002"/>
                  <a:pt x="1956816" y="471190"/>
                  <a:pt x="1953524" y="471739"/>
                </a:cubicBezTo>
                <a:cubicBezTo>
                  <a:pt x="1950324" y="472288"/>
                  <a:pt x="1947032" y="472196"/>
                  <a:pt x="1943832" y="471465"/>
                </a:cubicBezTo>
                <a:cubicBezTo>
                  <a:pt x="1940631" y="470733"/>
                  <a:pt x="1937614" y="469453"/>
                  <a:pt x="1934962" y="467533"/>
                </a:cubicBezTo>
                <a:cubicBezTo>
                  <a:pt x="1932219" y="465612"/>
                  <a:pt x="1930024" y="463235"/>
                  <a:pt x="1928195" y="460492"/>
                </a:cubicBezTo>
                <a:cubicBezTo>
                  <a:pt x="1926458" y="457657"/>
                  <a:pt x="1925269" y="454640"/>
                  <a:pt x="1924721" y="451439"/>
                </a:cubicBezTo>
                <a:cubicBezTo>
                  <a:pt x="1924172" y="448147"/>
                  <a:pt x="1924263" y="444947"/>
                  <a:pt x="1924995" y="441655"/>
                </a:cubicBezTo>
                <a:cubicBezTo>
                  <a:pt x="1925726" y="438455"/>
                  <a:pt x="1927007" y="435529"/>
                  <a:pt x="1928927" y="432786"/>
                </a:cubicBezTo>
                <a:cubicBezTo>
                  <a:pt x="1930847" y="430134"/>
                  <a:pt x="1933224" y="427848"/>
                  <a:pt x="1935968" y="426110"/>
                </a:cubicBezTo>
              </a:path>
              <a:path w="3889492" h="1195852">
                <a:moveTo>
                  <a:pt x="1944472" y="420807"/>
                </a:moveTo>
                <a:lnTo>
                  <a:pt x="1948678" y="418155"/>
                </a:lnTo>
                <a:cubicBezTo>
                  <a:pt x="1951421" y="416326"/>
                  <a:pt x="1954439" y="415229"/>
                  <a:pt x="1957730" y="414680"/>
                </a:cubicBezTo>
                <a:cubicBezTo>
                  <a:pt x="1961022" y="414040"/>
                  <a:pt x="1964223" y="414132"/>
                  <a:pt x="1967423" y="414863"/>
                </a:cubicBezTo>
                <a:cubicBezTo>
                  <a:pt x="1970715" y="415595"/>
                  <a:pt x="1973641" y="416966"/>
                  <a:pt x="1976384" y="418887"/>
                </a:cubicBezTo>
                <a:cubicBezTo>
                  <a:pt x="1979036" y="420715"/>
                  <a:pt x="1981322" y="423093"/>
                  <a:pt x="1983059" y="425928"/>
                </a:cubicBezTo>
                <a:cubicBezTo>
                  <a:pt x="1984797" y="428671"/>
                  <a:pt x="1985985" y="431688"/>
                  <a:pt x="1986534" y="434980"/>
                </a:cubicBezTo>
                <a:cubicBezTo>
                  <a:pt x="1987083" y="438180"/>
                  <a:pt x="1986991" y="441472"/>
                  <a:pt x="1986260" y="444673"/>
                </a:cubicBezTo>
                <a:cubicBezTo>
                  <a:pt x="1985528" y="447873"/>
                  <a:pt x="1984248" y="450891"/>
                  <a:pt x="1982328" y="453542"/>
                </a:cubicBezTo>
                <a:cubicBezTo>
                  <a:pt x="1980408" y="456286"/>
                  <a:pt x="1978122" y="458480"/>
                  <a:pt x="1975287" y="460218"/>
                </a:cubicBezTo>
                <a:lnTo>
                  <a:pt x="1971081" y="462869"/>
                </a:lnTo>
                <a:cubicBezTo>
                  <a:pt x="1968246" y="464698"/>
                  <a:pt x="1965228" y="465795"/>
                  <a:pt x="1962028" y="466435"/>
                </a:cubicBezTo>
                <a:cubicBezTo>
                  <a:pt x="1958736" y="466984"/>
                  <a:pt x="1955444" y="466893"/>
                  <a:pt x="1952244" y="466161"/>
                </a:cubicBezTo>
                <a:cubicBezTo>
                  <a:pt x="1949044" y="465430"/>
                  <a:pt x="1946118" y="464058"/>
                  <a:pt x="1943374" y="462229"/>
                </a:cubicBezTo>
                <a:cubicBezTo>
                  <a:pt x="1940631" y="460309"/>
                  <a:pt x="1938437" y="457932"/>
                  <a:pt x="1936699" y="455188"/>
                </a:cubicBezTo>
                <a:cubicBezTo>
                  <a:pt x="1934870" y="452354"/>
                  <a:pt x="1933773" y="449336"/>
                  <a:pt x="1933224" y="446044"/>
                </a:cubicBezTo>
                <a:cubicBezTo>
                  <a:pt x="1932584" y="442844"/>
                  <a:pt x="1932676" y="439552"/>
                  <a:pt x="1933407" y="436352"/>
                </a:cubicBezTo>
                <a:cubicBezTo>
                  <a:pt x="1934139" y="433151"/>
                  <a:pt x="1935510" y="430225"/>
                  <a:pt x="1937431" y="427482"/>
                </a:cubicBezTo>
                <a:cubicBezTo>
                  <a:pt x="1939260" y="424830"/>
                  <a:pt x="1941637" y="422544"/>
                  <a:pt x="1944472" y="420807"/>
                </a:cubicBezTo>
              </a:path>
              <a:path w="3889492" h="1195852">
                <a:moveTo>
                  <a:pt x="1952884" y="415503"/>
                </a:moveTo>
                <a:lnTo>
                  <a:pt x="1957090" y="412852"/>
                </a:lnTo>
                <a:cubicBezTo>
                  <a:pt x="1959925" y="411023"/>
                  <a:pt x="1962942" y="409926"/>
                  <a:pt x="1966143" y="409285"/>
                </a:cubicBezTo>
                <a:cubicBezTo>
                  <a:pt x="1969435" y="408737"/>
                  <a:pt x="1972635" y="408828"/>
                  <a:pt x="1975927" y="409560"/>
                </a:cubicBezTo>
                <a:cubicBezTo>
                  <a:pt x="1979127" y="410291"/>
                  <a:pt x="1982053" y="411663"/>
                  <a:pt x="1984797" y="413492"/>
                </a:cubicBezTo>
                <a:cubicBezTo>
                  <a:pt x="1987448" y="415412"/>
                  <a:pt x="1989734" y="417789"/>
                  <a:pt x="1991472" y="420533"/>
                </a:cubicBezTo>
                <a:cubicBezTo>
                  <a:pt x="1993301" y="423367"/>
                  <a:pt x="1994398" y="426385"/>
                  <a:pt x="1994946" y="429677"/>
                </a:cubicBezTo>
                <a:cubicBezTo>
                  <a:pt x="1995587" y="432877"/>
                  <a:pt x="1995495" y="436169"/>
                  <a:pt x="1994764" y="439369"/>
                </a:cubicBezTo>
                <a:cubicBezTo>
                  <a:pt x="1994032" y="442570"/>
                  <a:pt x="1992660" y="445496"/>
                  <a:pt x="1990740" y="448239"/>
                </a:cubicBezTo>
                <a:cubicBezTo>
                  <a:pt x="1988911" y="450891"/>
                  <a:pt x="1986534" y="453177"/>
                  <a:pt x="1983699" y="454914"/>
                </a:cubicBezTo>
                <a:lnTo>
                  <a:pt x="1979493" y="457566"/>
                </a:lnTo>
                <a:cubicBezTo>
                  <a:pt x="1976750" y="459395"/>
                  <a:pt x="1973641" y="460492"/>
                  <a:pt x="1970441" y="461040"/>
                </a:cubicBezTo>
                <a:cubicBezTo>
                  <a:pt x="1967149" y="461681"/>
                  <a:pt x="1963948" y="461589"/>
                  <a:pt x="1960656" y="460858"/>
                </a:cubicBezTo>
                <a:cubicBezTo>
                  <a:pt x="1957456" y="460126"/>
                  <a:pt x="1954530" y="458754"/>
                  <a:pt x="1951787" y="456834"/>
                </a:cubicBezTo>
                <a:cubicBezTo>
                  <a:pt x="1949135" y="455005"/>
                  <a:pt x="1946849" y="452628"/>
                  <a:pt x="1945112" y="449793"/>
                </a:cubicBezTo>
                <a:cubicBezTo>
                  <a:pt x="1943374" y="447050"/>
                  <a:pt x="1942186" y="444033"/>
                  <a:pt x="1941637" y="440741"/>
                </a:cubicBezTo>
                <a:cubicBezTo>
                  <a:pt x="1941088" y="437540"/>
                  <a:pt x="1941180" y="434249"/>
                  <a:pt x="1941911" y="431048"/>
                </a:cubicBezTo>
                <a:cubicBezTo>
                  <a:pt x="1942551" y="427848"/>
                  <a:pt x="1943923" y="424830"/>
                  <a:pt x="1945843" y="422178"/>
                </a:cubicBezTo>
                <a:cubicBezTo>
                  <a:pt x="1947763" y="419435"/>
                  <a:pt x="1950049" y="417241"/>
                  <a:pt x="1952884" y="415503"/>
                </a:cubicBezTo>
              </a:path>
              <a:path w="3889492" h="1195852">
                <a:moveTo>
                  <a:pt x="1961297" y="410108"/>
                </a:moveTo>
                <a:lnTo>
                  <a:pt x="1965503" y="407457"/>
                </a:lnTo>
                <a:cubicBezTo>
                  <a:pt x="1968337" y="405719"/>
                  <a:pt x="1971355" y="404531"/>
                  <a:pt x="1974647" y="403982"/>
                </a:cubicBezTo>
                <a:cubicBezTo>
                  <a:pt x="1977847" y="403433"/>
                  <a:pt x="1981139" y="403525"/>
                  <a:pt x="1984339" y="404256"/>
                </a:cubicBezTo>
                <a:cubicBezTo>
                  <a:pt x="1987540" y="404988"/>
                  <a:pt x="1990557" y="406268"/>
                  <a:pt x="1993209" y="408188"/>
                </a:cubicBezTo>
                <a:cubicBezTo>
                  <a:pt x="1995952" y="410108"/>
                  <a:pt x="1998147" y="412486"/>
                  <a:pt x="1999884" y="415229"/>
                </a:cubicBezTo>
                <a:cubicBezTo>
                  <a:pt x="2001713" y="418064"/>
                  <a:pt x="2002810" y="421081"/>
                  <a:pt x="2003450" y="424282"/>
                </a:cubicBezTo>
                <a:cubicBezTo>
                  <a:pt x="2003999" y="427573"/>
                  <a:pt x="2003908" y="430774"/>
                  <a:pt x="2003176" y="434066"/>
                </a:cubicBezTo>
                <a:cubicBezTo>
                  <a:pt x="2002445" y="437266"/>
                  <a:pt x="2001073" y="440192"/>
                  <a:pt x="1999244" y="442935"/>
                </a:cubicBezTo>
                <a:cubicBezTo>
                  <a:pt x="1997324" y="445587"/>
                  <a:pt x="1994946" y="447873"/>
                  <a:pt x="1992112" y="449610"/>
                </a:cubicBezTo>
                <a:lnTo>
                  <a:pt x="1987906" y="452262"/>
                </a:lnTo>
                <a:cubicBezTo>
                  <a:pt x="1985162" y="454000"/>
                  <a:pt x="1982145" y="455188"/>
                  <a:pt x="1978853" y="455737"/>
                </a:cubicBezTo>
                <a:cubicBezTo>
                  <a:pt x="1975561" y="456286"/>
                  <a:pt x="1972361" y="456194"/>
                  <a:pt x="1969160" y="455463"/>
                </a:cubicBezTo>
                <a:cubicBezTo>
                  <a:pt x="1965869" y="454823"/>
                  <a:pt x="1962942" y="453451"/>
                  <a:pt x="1960199" y="451531"/>
                </a:cubicBezTo>
                <a:cubicBezTo>
                  <a:pt x="1957548" y="449610"/>
                  <a:pt x="1955262" y="447324"/>
                  <a:pt x="1953524" y="444490"/>
                </a:cubicBezTo>
                <a:cubicBezTo>
                  <a:pt x="1951787" y="441747"/>
                  <a:pt x="1950598" y="438729"/>
                  <a:pt x="1950049" y="435437"/>
                </a:cubicBezTo>
                <a:cubicBezTo>
                  <a:pt x="1949501" y="432145"/>
                  <a:pt x="1949592" y="428945"/>
                  <a:pt x="1950324" y="425745"/>
                </a:cubicBezTo>
                <a:cubicBezTo>
                  <a:pt x="1951055" y="422544"/>
                  <a:pt x="1952335" y="419527"/>
                  <a:pt x="1954256" y="416875"/>
                </a:cubicBezTo>
                <a:cubicBezTo>
                  <a:pt x="1956176" y="414132"/>
                  <a:pt x="1958553" y="411937"/>
                  <a:pt x="1961297" y="410108"/>
                </a:cubicBezTo>
              </a:path>
              <a:path w="3889492" h="1195852">
                <a:moveTo>
                  <a:pt x="1969709" y="404805"/>
                </a:moveTo>
                <a:lnTo>
                  <a:pt x="1973915" y="402153"/>
                </a:lnTo>
                <a:cubicBezTo>
                  <a:pt x="1976750" y="400416"/>
                  <a:pt x="1979767" y="399227"/>
                  <a:pt x="1983059" y="398678"/>
                </a:cubicBezTo>
                <a:cubicBezTo>
                  <a:pt x="1986260" y="398130"/>
                  <a:pt x="1989552" y="398221"/>
                  <a:pt x="1992752" y="398953"/>
                </a:cubicBezTo>
                <a:cubicBezTo>
                  <a:pt x="1995952" y="399684"/>
                  <a:pt x="1998970" y="400964"/>
                  <a:pt x="2001622" y="402885"/>
                </a:cubicBezTo>
                <a:cubicBezTo>
                  <a:pt x="2004365" y="404805"/>
                  <a:pt x="2006559" y="407182"/>
                  <a:pt x="2008388" y="409926"/>
                </a:cubicBezTo>
                <a:cubicBezTo>
                  <a:pt x="2010126" y="412760"/>
                  <a:pt x="2011314" y="415778"/>
                  <a:pt x="2011863" y="418978"/>
                </a:cubicBezTo>
                <a:cubicBezTo>
                  <a:pt x="2012412" y="422270"/>
                  <a:pt x="2012320" y="425470"/>
                  <a:pt x="2011589" y="428762"/>
                </a:cubicBezTo>
                <a:cubicBezTo>
                  <a:pt x="2010857" y="431963"/>
                  <a:pt x="2009577" y="434889"/>
                  <a:pt x="2007657" y="437632"/>
                </a:cubicBezTo>
                <a:cubicBezTo>
                  <a:pt x="2005736" y="440284"/>
                  <a:pt x="2003359" y="442570"/>
                  <a:pt x="2000616" y="444307"/>
                </a:cubicBezTo>
                <a:lnTo>
                  <a:pt x="1996410" y="446959"/>
                </a:lnTo>
                <a:cubicBezTo>
                  <a:pt x="1993575" y="448696"/>
                  <a:pt x="1990557" y="449885"/>
                  <a:pt x="1987266" y="450433"/>
                </a:cubicBezTo>
                <a:cubicBezTo>
                  <a:pt x="1984065" y="450982"/>
                  <a:pt x="1980773" y="450891"/>
                  <a:pt x="1977573" y="450159"/>
                </a:cubicBezTo>
                <a:cubicBezTo>
                  <a:pt x="1974372" y="449428"/>
                  <a:pt x="1971355" y="448147"/>
                  <a:pt x="1968703" y="446227"/>
                </a:cubicBezTo>
                <a:cubicBezTo>
                  <a:pt x="1965960" y="444307"/>
                  <a:pt x="1963765" y="442021"/>
                  <a:pt x="1961937" y="439186"/>
                </a:cubicBezTo>
                <a:cubicBezTo>
                  <a:pt x="1960199" y="436443"/>
                  <a:pt x="1959011" y="433334"/>
                  <a:pt x="1958462" y="430134"/>
                </a:cubicBezTo>
                <a:cubicBezTo>
                  <a:pt x="1957913" y="426842"/>
                  <a:pt x="1958005" y="423642"/>
                  <a:pt x="1958736" y="420441"/>
                </a:cubicBezTo>
                <a:cubicBezTo>
                  <a:pt x="1959468" y="417149"/>
                  <a:pt x="1960748" y="414223"/>
                  <a:pt x="1962668" y="411571"/>
                </a:cubicBezTo>
                <a:cubicBezTo>
                  <a:pt x="1964588" y="408828"/>
                  <a:pt x="1966966" y="406634"/>
                  <a:pt x="1969709" y="404805"/>
                </a:cubicBezTo>
              </a:path>
              <a:path w="3889492" h="1195852">
                <a:moveTo>
                  <a:pt x="1978213" y="399501"/>
                </a:moveTo>
                <a:lnTo>
                  <a:pt x="1982419" y="396850"/>
                </a:lnTo>
                <a:cubicBezTo>
                  <a:pt x="1985162" y="395112"/>
                  <a:pt x="1988180" y="393924"/>
                  <a:pt x="1991472" y="393375"/>
                </a:cubicBezTo>
                <a:cubicBezTo>
                  <a:pt x="1994764" y="392826"/>
                  <a:pt x="1997964" y="392918"/>
                  <a:pt x="2001164" y="393649"/>
                </a:cubicBezTo>
                <a:cubicBezTo>
                  <a:pt x="2004456" y="394381"/>
                  <a:pt x="2007382" y="395661"/>
                  <a:pt x="2010126" y="397581"/>
                </a:cubicBezTo>
                <a:cubicBezTo>
                  <a:pt x="2012777" y="399501"/>
                  <a:pt x="2015063" y="401787"/>
                  <a:pt x="2016801" y="404622"/>
                </a:cubicBezTo>
                <a:cubicBezTo>
                  <a:pt x="2018538" y="407365"/>
                  <a:pt x="2019727" y="410383"/>
                  <a:pt x="2020275" y="413675"/>
                </a:cubicBezTo>
                <a:cubicBezTo>
                  <a:pt x="2020824" y="416966"/>
                  <a:pt x="2020733" y="420167"/>
                  <a:pt x="2020001" y="423367"/>
                </a:cubicBezTo>
                <a:cubicBezTo>
                  <a:pt x="2019270" y="426659"/>
                  <a:pt x="2017989" y="429585"/>
                  <a:pt x="2016069" y="432237"/>
                </a:cubicBezTo>
                <a:cubicBezTo>
                  <a:pt x="2014149" y="434980"/>
                  <a:pt x="2011863" y="437175"/>
                  <a:pt x="2009028" y="439003"/>
                </a:cubicBezTo>
                <a:lnTo>
                  <a:pt x="2004822" y="441655"/>
                </a:lnTo>
                <a:cubicBezTo>
                  <a:pt x="2001987" y="443393"/>
                  <a:pt x="1998970" y="444581"/>
                  <a:pt x="1995769" y="445130"/>
                </a:cubicBezTo>
                <a:cubicBezTo>
                  <a:pt x="1992478" y="445679"/>
                  <a:pt x="1989186" y="445587"/>
                  <a:pt x="1985985" y="444856"/>
                </a:cubicBezTo>
                <a:cubicBezTo>
                  <a:pt x="1982785" y="444124"/>
                  <a:pt x="1979767" y="442844"/>
                  <a:pt x="1977116" y="440924"/>
                </a:cubicBezTo>
                <a:cubicBezTo>
                  <a:pt x="1974372" y="439003"/>
                  <a:pt x="1972178" y="436626"/>
                  <a:pt x="1970441" y="433883"/>
                </a:cubicBezTo>
                <a:cubicBezTo>
                  <a:pt x="1968612" y="431048"/>
                  <a:pt x="1967514" y="428031"/>
                  <a:pt x="1966874" y="424830"/>
                </a:cubicBezTo>
                <a:cubicBezTo>
                  <a:pt x="1966326" y="421538"/>
                  <a:pt x="1966417" y="418338"/>
                  <a:pt x="1967149" y="415046"/>
                </a:cubicBezTo>
                <a:cubicBezTo>
                  <a:pt x="1967880" y="411846"/>
                  <a:pt x="1969252" y="408920"/>
                  <a:pt x="1971081" y="406176"/>
                </a:cubicBezTo>
                <a:cubicBezTo>
                  <a:pt x="1973001" y="403525"/>
                  <a:pt x="1975378" y="401239"/>
                  <a:pt x="1978213" y="399501"/>
                </a:cubicBezTo>
              </a:path>
              <a:path w="3889492" h="1195852">
                <a:moveTo>
                  <a:pt x="1986625" y="394198"/>
                </a:moveTo>
                <a:lnTo>
                  <a:pt x="1990832" y="391546"/>
                </a:lnTo>
                <a:cubicBezTo>
                  <a:pt x="1993575" y="389809"/>
                  <a:pt x="1996684" y="388620"/>
                  <a:pt x="1999884" y="388071"/>
                </a:cubicBezTo>
                <a:cubicBezTo>
                  <a:pt x="2003176" y="387523"/>
                  <a:pt x="2006376" y="387614"/>
                  <a:pt x="2009668" y="388254"/>
                </a:cubicBezTo>
                <a:cubicBezTo>
                  <a:pt x="2012869" y="388986"/>
                  <a:pt x="2015795" y="390357"/>
                  <a:pt x="2018538" y="392278"/>
                </a:cubicBezTo>
                <a:cubicBezTo>
                  <a:pt x="2021190" y="394106"/>
                  <a:pt x="2023476" y="396484"/>
                  <a:pt x="2025213" y="399318"/>
                </a:cubicBezTo>
                <a:cubicBezTo>
                  <a:pt x="2026950" y="402062"/>
                  <a:pt x="2028139" y="405079"/>
                  <a:pt x="2028688" y="408371"/>
                </a:cubicBezTo>
                <a:cubicBezTo>
                  <a:pt x="2029236" y="411663"/>
                  <a:pt x="2029236" y="414863"/>
                  <a:pt x="2028505" y="418064"/>
                </a:cubicBezTo>
                <a:cubicBezTo>
                  <a:pt x="2027773" y="421264"/>
                  <a:pt x="2026402" y="424282"/>
                  <a:pt x="2024482" y="426933"/>
                </a:cubicBezTo>
                <a:cubicBezTo>
                  <a:pt x="2022561" y="429677"/>
                  <a:pt x="2020275" y="431871"/>
                  <a:pt x="2017441" y="433608"/>
                </a:cubicBezTo>
                <a:lnTo>
                  <a:pt x="2013234" y="436352"/>
                </a:lnTo>
                <a:cubicBezTo>
                  <a:pt x="2010400" y="438089"/>
                  <a:pt x="2007382" y="439278"/>
                  <a:pt x="2004182" y="439826"/>
                </a:cubicBezTo>
                <a:cubicBezTo>
                  <a:pt x="2000890" y="440375"/>
                  <a:pt x="1997690" y="440284"/>
                  <a:pt x="1994398" y="439552"/>
                </a:cubicBezTo>
                <a:cubicBezTo>
                  <a:pt x="1991197" y="438821"/>
                  <a:pt x="1988271" y="437540"/>
                  <a:pt x="1985528" y="435620"/>
                </a:cubicBezTo>
                <a:cubicBezTo>
                  <a:pt x="1982876" y="433700"/>
                  <a:pt x="1980590" y="431322"/>
                  <a:pt x="1978853" y="428579"/>
                </a:cubicBezTo>
                <a:cubicBezTo>
                  <a:pt x="1977116" y="425745"/>
                  <a:pt x="1975927" y="422727"/>
                  <a:pt x="1975378" y="419435"/>
                </a:cubicBezTo>
                <a:cubicBezTo>
                  <a:pt x="1974830" y="416235"/>
                  <a:pt x="1974830" y="412943"/>
                  <a:pt x="1975561" y="409743"/>
                </a:cubicBezTo>
                <a:cubicBezTo>
                  <a:pt x="1976293" y="406542"/>
                  <a:pt x="1977664" y="403616"/>
                  <a:pt x="1979585" y="400873"/>
                </a:cubicBezTo>
                <a:cubicBezTo>
                  <a:pt x="1981505" y="398221"/>
                  <a:pt x="1983791" y="395935"/>
                  <a:pt x="1986625" y="394198"/>
                </a:cubicBezTo>
              </a:path>
              <a:path w="3889492" h="1195852">
                <a:moveTo>
                  <a:pt x="1995038" y="388894"/>
                </a:moveTo>
                <a:lnTo>
                  <a:pt x="1999244" y="386243"/>
                </a:lnTo>
                <a:cubicBezTo>
                  <a:pt x="2002079" y="384414"/>
                  <a:pt x="2005096" y="383316"/>
                  <a:pt x="2008297" y="382768"/>
                </a:cubicBezTo>
                <a:cubicBezTo>
                  <a:pt x="2011589" y="382128"/>
                  <a:pt x="2014880" y="382219"/>
                  <a:pt x="2018081" y="382951"/>
                </a:cubicBezTo>
                <a:cubicBezTo>
                  <a:pt x="2021281" y="383682"/>
                  <a:pt x="2024299" y="385054"/>
                  <a:pt x="2026950" y="386883"/>
                </a:cubicBezTo>
                <a:cubicBezTo>
                  <a:pt x="2029694" y="388803"/>
                  <a:pt x="2031888" y="391180"/>
                  <a:pt x="2033626" y="394015"/>
                </a:cubicBezTo>
                <a:cubicBezTo>
                  <a:pt x="2035454" y="396758"/>
                  <a:pt x="2036552" y="399776"/>
                  <a:pt x="2037192" y="403068"/>
                </a:cubicBezTo>
                <a:cubicBezTo>
                  <a:pt x="2037740" y="406268"/>
                  <a:pt x="2037649" y="409560"/>
                  <a:pt x="2036917" y="412760"/>
                </a:cubicBezTo>
                <a:cubicBezTo>
                  <a:pt x="2036186" y="415961"/>
                  <a:pt x="2034814" y="418978"/>
                  <a:pt x="2032986" y="421630"/>
                </a:cubicBezTo>
                <a:cubicBezTo>
                  <a:pt x="2031065" y="424373"/>
                  <a:pt x="2028688" y="426568"/>
                  <a:pt x="2025853" y="428305"/>
                </a:cubicBezTo>
                <a:lnTo>
                  <a:pt x="2021647" y="430957"/>
                </a:lnTo>
                <a:cubicBezTo>
                  <a:pt x="2018904" y="432786"/>
                  <a:pt x="2015886" y="433883"/>
                  <a:pt x="2012594" y="434431"/>
                </a:cubicBezTo>
                <a:cubicBezTo>
                  <a:pt x="2009303" y="435072"/>
                  <a:pt x="2006102" y="434980"/>
                  <a:pt x="2002902" y="434249"/>
                </a:cubicBezTo>
                <a:cubicBezTo>
                  <a:pt x="1999610" y="433517"/>
                  <a:pt x="1996684" y="432145"/>
                  <a:pt x="1993941" y="430317"/>
                </a:cubicBezTo>
                <a:cubicBezTo>
                  <a:pt x="1991289" y="428396"/>
                  <a:pt x="1989003" y="426019"/>
                  <a:pt x="1987266" y="423276"/>
                </a:cubicBezTo>
                <a:cubicBezTo>
                  <a:pt x="1985528" y="420441"/>
                  <a:pt x="1984339" y="417424"/>
                  <a:pt x="1983791" y="414132"/>
                </a:cubicBezTo>
                <a:cubicBezTo>
                  <a:pt x="1983242" y="410931"/>
                  <a:pt x="1983334" y="407640"/>
                  <a:pt x="1984065" y="404439"/>
                </a:cubicBezTo>
                <a:cubicBezTo>
                  <a:pt x="1984797" y="401239"/>
                  <a:pt x="1986077" y="398221"/>
                  <a:pt x="1987997" y="395569"/>
                </a:cubicBezTo>
                <a:cubicBezTo>
                  <a:pt x="1989917" y="392826"/>
                  <a:pt x="1992203" y="390632"/>
                  <a:pt x="1995038" y="388894"/>
                </a:cubicBezTo>
              </a:path>
              <a:path w="3889492" h="1195852">
                <a:moveTo>
                  <a:pt x="2003450" y="383591"/>
                </a:moveTo>
                <a:lnTo>
                  <a:pt x="2007657" y="380939"/>
                </a:lnTo>
                <a:cubicBezTo>
                  <a:pt x="2010491" y="379110"/>
                  <a:pt x="2013509" y="378013"/>
                  <a:pt x="2016801" y="377373"/>
                </a:cubicBezTo>
                <a:cubicBezTo>
                  <a:pt x="2020001" y="376824"/>
                  <a:pt x="2023293" y="376916"/>
                  <a:pt x="2026493" y="377647"/>
                </a:cubicBezTo>
                <a:cubicBezTo>
                  <a:pt x="2029694" y="378379"/>
                  <a:pt x="2032711" y="379659"/>
                  <a:pt x="2035363" y="381579"/>
                </a:cubicBezTo>
                <a:cubicBezTo>
                  <a:pt x="2038106" y="383499"/>
                  <a:pt x="2040301" y="385877"/>
                  <a:pt x="2042130" y="388620"/>
                </a:cubicBezTo>
                <a:cubicBezTo>
                  <a:pt x="2043867" y="391455"/>
                  <a:pt x="2045056" y="394472"/>
                  <a:pt x="2045604" y="397764"/>
                </a:cubicBezTo>
                <a:cubicBezTo>
                  <a:pt x="2046153" y="400964"/>
                  <a:pt x="2046061" y="404256"/>
                  <a:pt x="2045330" y="407457"/>
                </a:cubicBezTo>
                <a:cubicBezTo>
                  <a:pt x="2044598" y="410657"/>
                  <a:pt x="2043318" y="413583"/>
                  <a:pt x="2041398" y="416326"/>
                </a:cubicBezTo>
                <a:cubicBezTo>
                  <a:pt x="2039478" y="418978"/>
                  <a:pt x="2037100" y="421264"/>
                  <a:pt x="2034357" y="423001"/>
                </a:cubicBezTo>
                <a:lnTo>
                  <a:pt x="2030151" y="425653"/>
                </a:lnTo>
                <a:cubicBezTo>
                  <a:pt x="2027316" y="427391"/>
                  <a:pt x="2024299" y="428579"/>
                  <a:pt x="2021007" y="429128"/>
                </a:cubicBezTo>
                <a:cubicBezTo>
                  <a:pt x="2017806" y="429677"/>
                  <a:pt x="2014515" y="429677"/>
                  <a:pt x="2011314" y="428945"/>
                </a:cubicBezTo>
                <a:cubicBezTo>
                  <a:pt x="2008114" y="428214"/>
                  <a:pt x="2005096" y="426842"/>
                  <a:pt x="2002445" y="424922"/>
                </a:cubicBezTo>
                <a:cubicBezTo>
                  <a:pt x="1999701" y="423093"/>
                  <a:pt x="1997507" y="420715"/>
                  <a:pt x="1995678" y="417881"/>
                </a:cubicBezTo>
                <a:cubicBezTo>
                  <a:pt x="1993941" y="415138"/>
                  <a:pt x="1992752" y="412120"/>
                  <a:pt x="1992203" y="408828"/>
                </a:cubicBezTo>
                <a:cubicBezTo>
                  <a:pt x="1991655" y="405628"/>
                  <a:pt x="1991746" y="402336"/>
                  <a:pt x="1992478" y="399136"/>
                </a:cubicBezTo>
                <a:cubicBezTo>
                  <a:pt x="1993209" y="395935"/>
                  <a:pt x="1994489" y="392918"/>
                  <a:pt x="1996410" y="390266"/>
                </a:cubicBezTo>
                <a:cubicBezTo>
                  <a:pt x="1998330" y="387523"/>
                  <a:pt x="2000707" y="385328"/>
                  <a:pt x="2003450" y="383591"/>
                </a:cubicBezTo>
              </a:path>
              <a:path w="3889492" h="1195852">
                <a:moveTo>
                  <a:pt x="2011954" y="378196"/>
                </a:moveTo>
                <a:lnTo>
                  <a:pt x="2016161" y="375544"/>
                </a:lnTo>
                <a:cubicBezTo>
                  <a:pt x="2018904" y="373807"/>
                  <a:pt x="2021921" y="372618"/>
                  <a:pt x="2025213" y="372069"/>
                </a:cubicBezTo>
                <a:cubicBezTo>
                  <a:pt x="2028505" y="371521"/>
                  <a:pt x="2031705" y="371612"/>
                  <a:pt x="2034906" y="372344"/>
                </a:cubicBezTo>
                <a:cubicBezTo>
                  <a:pt x="2038198" y="373075"/>
                  <a:pt x="2041124" y="374355"/>
                  <a:pt x="2043867" y="376276"/>
                </a:cubicBezTo>
                <a:cubicBezTo>
                  <a:pt x="2046519" y="378196"/>
                  <a:pt x="2048713" y="380573"/>
                  <a:pt x="2050542" y="383316"/>
                </a:cubicBezTo>
                <a:cubicBezTo>
                  <a:pt x="2052279" y="386151"/>
                  <a:pt x="2053468" y="389169"/>
                  <a:pt x="2054017" y="392369"/>
                </a:cubicBezTo>
                <a:cubicBezTo>
                  <a:pt x="2054565" y="395661"/>
                  <a:pt x="2054474" y="398861"/>
                  <a:pt x="2053742" y="402153"/>
                </a:cubicBezTo>
                <a:cubicBezTo>
                  <a:pt x="2053011" y="405354"/>
                  <a:pt x="2051731" y="408280"/>
                  <a:pt x="2049810" y="411023"/>
                </a:cubicBezTo>
                <a:cubicBezTo>
                  <a:pt x="2047890" y="413675"/>
                  <a:pt x="2045513" y="415961"/>
                  <a:pt x="2042770" y="417698"/>
                </a:cubicBezTo>
                <a:lnTo>
                  <a:pt x="2038563" y="420350"/>
                </a:lnTo>
                <a:cubicBezTo>
                  <a:pt x="2035729" y="422087"/>
                  <a:pt x="2032711" y="423276"/>
                  <a:pt x="2029419" y="423824"/>
                </a:cubicBezTo>
                <a:cubicBezTo>
                  <a:pt x="2026219" y="424373"/>
                  <a:pt x="2022927" y="424282"/>
                  <a:pt x="2019727" y="423550"/>
                </a:cubicBezTo>
                <a:cubicBezTo>
                  <a:pt x="2016526" y="422819"/>
                  <a:pt x="2013509" y="421538"/>
                  <a:pt x="2010857" y="419618"/>
                </a:cubicBezTo>
                <a:cubicBezTo>
                  <a:pt x="2008114" y="417698"/>
                  <a:pt x="2005919" y="415412"/>
                  <a:pt x="2004182" y="412577"/>
                </a:cubicBezTo>
                <a:cubicBezTo>
                  <a:pt x="2002353" y="409834"/>
                  <a:pt x="2001256" y="406817"/>
                  <a:pt x="2000616" y="403525"/>
                </a:cubicBezTo>
                <a:cubicBezTo>
                  <a:pt x="2000067" y="400233"/>
                  <a:pt x="2000159" y="397032"/>
                  <a:pt x="2000890" y="393832"/>
                </a:cubicBezTo>
                <a:cubicBezTo>
                  <a:pt x="2001622" y="390540"/>
                  <a:pt x="2002902" y="387614"/>
                  <a:pt x="2004822" y="384962"/>
                </a:cubicBezTo>
                <a:cubicBezTo>
                  <a:pt x="2006742" y="382219"/>
                  <a:pt x="2009120" y="380025"/>
                  <a:pt x="2011954" y="378196"/>
                </a:cubicBezTo>
              </a:path>
              <a:path w="3889492" h="1195852">
                <a:moveTo>
                  <a:pt x="2020367" y="372892"/>
                </a:moveTo>
                <a:lnTo>
                  <a:pt x="2024573" y="370241"/>
                </a:lnTo>
                <a:cubicBezTo>
                  <a:pt x="2027316" y="368503"/>
                  <a:pt x="2030425" y="367314"/>
                  <a:pt x="2033626" y="366766"/>
                </a:cubicBezTo>
                <a:cubicBezTo>
                  <a:pt x="2036917" y="366217"/>
                  <a:pt x="2040118" y="366309"/>
                  <a:pt x="2043410" y="367040"/>
                </a:cubicBezTo>
                <a:cubicBezTo>
                  <a:pt x="2046610" y="367772"/>
                  <a:pt x="2049536" y="369052"/>
                  <a:pt x="2052279" y="370972"/>
                </a:cubicBezTo>
                <a:cubicBezTo>
                  <a:pt x="2054931" y="372892"/>
                  <a:pt x="2057217" y="375178"/>
                  <a:pt x="2058954" y="378013"/>
                </a:cubicBezTo>
                <a:cubicBezTo>
                  <a:pt x="2060692" y="380848"/>
                  <a:pt x="2061881" y="383865"/>
                  <a:pt x="2062429" y="387066"/>
                </a:cubicBezTo>
                <a:cubicBezTo>
                  <a:pt x="2062978" y="390357"/>
                  <a:pt x="2062886" y="393558"/>
                  <a:pt x="2062155" y="396758"/>
                </a:cubicBezTo>
                <a:cubicBezTo>
                  <a:pt x="2061515" y="400050"/>
                  <a:pt x="2060143" y="402976"/>
                  <a:pt x="2058223" y="405719"/>
                </a:cubicBezTo>
                <a:cubicBezTo>
                  <a:pt x="2056303" y="408371"/>
                  <a:pt x="2054017" y="410566"/>
                  <a:pt x="2051182" y="412394"/>
                </a:cubicBezTo>
                <a:lnTo>
                  <a:pt x="2046976" y="415046"/>
                </a:lnTo>
                <a:cubicBezTo>
                  <a:pt x="2044141" y="416784"/>
                  <a:pt x="2041124" y="417972"/>
                  <a:pt x="2037923" y="418521"/>
                </a:cubicBezTo>
                <a:cubicBezTo>
                  <a:pt x="2034631" y="419070"/>
                  <a:pt x="2031431" y="418978"/>
                  <a:pt x="2028139" y="418247"/>
                </a:cubicBezTo>
                <a:cubicBezTo>
                  <a:pt x="2024939" y="417515"/>
                  <a:pt x="2022013" y="416235"/>
                  <a:pt x="2019270" y="414315"/>
                </a:cubicBezTo>
                <a:cubicBezTo>
                  <a:pt x="2016618" y="412394"/>
                  <a:pt x="2014332" y="410108"/>
                  <a:pt x="2012594" y="407274"/>
                </a:cubicBezTo>
                <a:cubicBezTo>
                  <a:pt x="2010766" y="404439"/>
                  <a:pt x="2009668" y="401422"/>
                  <a:pt x="2009120" y="398221"/>
                </a:cubicBezTo>
                <a:cubicBezTo>
                  <a:pt x="2008480" y="394929"/>
                  <a:pt x="2008571" y="391729"/>
                  <a:pt x="2009303" y="388529"/>
                </a:cubicBezTo>
                <a:cubicBezTo>
                  <a:pt x="2010034" y="385237"/>
                  <a:pt x="2011406" y="382311"/>
                  <a:pt x="2013326" y="379567"/>
                </a:cubicBezTo>
                <a:cubicBezTo>
                  <a:pt x="2015155" y="376916"/>
                  <a:pt x="2017532" y="374721"/>
                  <a:pt x="2020367" y="372892"/>
                </a:cubicBezTo>
              </a:path>
              <a:path w="3889492" h="1195852">
                <a:moveTo>
                  <a:pt x="2028779" y="367589"/>
                </a:moveTo>
                <a:lnTo>
                  <a:pt x="2032986" y="364937"/>
                </a:lnTo>
                <a:cubicBezTo>
                  <a:pt x="2035820" y="363200"/>
                  <a:pt x="2038838" y="362011"/>
                  <a:pt x="2042038" y="361462"/>
                </a:cubicBezTo>
                <a:cubicBezTo>
                  <a:pt x="2045330" y="360914"/>
                  <a:pt x="2048530" y="361005"/>
                  <a:pt x="2051822" y="361737"/>
                </a:cubicBezTo>
                <a:cubicBezTo>
                  <a:pt x="2055023" y="362468"/>
                  <a:pt x="2057949" y="363748"/>
                  <a:pt x="2060692" y="365669"/>
                </a:cubicBezTo>
                <a:cubicBezTo>
                  <a:pt x="2063435" y="367589"/>
                  <a:pt x="2065630" y="369875"/>
                  <a:pt x="2067367" y="372709"/>
                </a:cubicBezTo>
                <a:cubicBezTo>
                  <a:pt x="2069196" y="375453"/>
                  <a:pt x="2070293" y="378470"/>
                  <a:pt x="2070842" y="381762"/>
                </a:cubicBezTo>
                <a:cubicBezTo>
                  <a:pt x="2071482" y="385054"/>
                  <a:pt x="2071390" y="388254"/>
                  <a:pt x="2070659" y="391455"/>
                </a:cubicBezTo>
                <a:cubicBezTo>
                  <a:pt x="2069927" y="394655"/>
                  <a:pt x="2068556" y="397673"/>
                  <a:pt x="2066635" y="400324"/>
                </a:cubicBezTo>
                <a:cubicBezTo>
                  <a:pt x="2064807" y="403068"/>
                  <a:pt x="2062429" y="405262"/>
                  <a:pt x="2059595" y="407091"/>
                </a:cubicBezTo>
                <a:lnTo>
                  <a:pt x="2055388" y="409743"/>
                </a:lnTo>
                <a:cubicBezTo>
                  <a:pt x="2052645" y="411480"/>
                  <a:pt x="2049628" y="412669"/>
                  <a:pt x="2046336" y="413217"/>
                </a:cubicBezTo>
                <a:cubicBezTo>
                  <a:pt x="2043044" y="413766"/>
                  <a:pt x="2039844" y="413675"/>
                  <a:pt x="2036643" y="412943"/>
                </a:cubicBezTo>
                <a:cubicBezTo>
                  <a:pt x="2033351" y="412212"/>
                  <a:pt x="2030425" y="410931"/>
                  <a:pt x="2027682" y="409011"/>
                </a:cubicBezTo>
                <a:cubicBezTo>
                  <a:pt x="2025030" y="407091"/>
                  <a:pt x="2022744" y="404713"/>
                  <a:pt x="2021007" y="401970"/>
                </a:cubicBezTo>
                <a:cubicBezTo>
                  <a:pt x="2019270" y="399136"/>
                  <a:pt x="2018081" y="396118"/>
                  <a:pt x="2017532" y="392918"/>
                </a:cubicBezTo>
                <a:cubicBezTo>
                  <a:pt x="2016984" y="389626"/>
                  <a:pt x="2017075" y="386425"/>
                  <a:pt x="2017806" y="383134"/>
                </a:cubicBezTo>
                <a:cubicBezTo>
                  <a:pt x="2018538" y="379933"/>
                  <a:pt x="2019818" y="377007"/>
                  <a:pt x="2021738" y="374264"/>
                </a:cubicBezTo>
                <a:cubicBezTo>
                  <a:pt x="2023659" y="371612"/>
                  <a:pt x="2025945" y="369326"/>
                  <a:pt x="2028779" y="367589"/>
                </a:cubicBezTo>
              </a:path>
              <a:path w="3889492" h="1195852">
                <a:moveTo>
                  <a:pt x="2037192" y="362285"/>
                </a:moveTo>
                <a:lnTo>
                  <a:pt x="2041398" y="359634"/>
                </a:lnTo>
                <a:cubicBezTo>
                  <a:pt x="2044233" y="357805"/>
                  <a:pt x="2047250" y="356707"/>
                  <a:pt x="2050542" y="356159"/>
                </a:cubicBezTo>
                <a:cubicBezTo>
                  <a:pt x="2053742" y="355610"/>
                  <a:pt x="2057034" y="355610"/>
                  <a:pt x="2060235" y="356342"/>
                </a:cubicBezTo>
                <a:cubicBezTo>
                  <a:pt x="2063435" y="357073"/>
                  <a:pt x="2066453" y="358445"/>
                  <a:pt x="2069104" y="360365"/>
                </a:cubicBezTo>
                <a:cubicBezTo>
                  <a:pt x="2071848" y="362194"/>
                  <a:pt x="2074042" y="364571"/>
                  <a:pt x="2075779" y="367406"/>
                </a:cubicBezTo>
                <a:cubicBezTo>
                  <a:pt x="2077608" y="370149"/>
                  <a:pt x="2078797" y="373167"/>
                  <a:pt x="2079346" y="376458"/>
                </a:cubicBezTo>
                <a:cubicBezTo>
                  <a:pt x="2079894" y="379659"/>
                  <a:pt x="2079803" y="382951"/>
                  <a:pt x="2079071" y="386151"/>
                </a:cubicBezTo>
                <a:cubicBezTo>
                  <a:pt x="2078340" y="389352"/>
                  <a:pt x="2077060" y="392369"/>
                  <a:pt x="2075139" y="395021"/>
                </a:cubicBezTo>
                <a:cubicBezTo>
                  <a:pt x="2073219" y="397764"/>
                  <a:pt x="2070842" y="399959"/>
                  <a:pt x="2068098" y="401696"/>
                </a:cubicBezTo>
                <a:lnTo>
                  <a:pt x="2063801" y="404348"/>
                </a:lnTo>
                <a:cubicBezTo>
                  <a:pt x="2061058" y="406176"/>
                  <a:pt x="2058040" y="407274"/>
                  <a:pt x="2054748" y="407914"/>
                </a:cubicBezTo>
                <a:cubicBezTo>
                  <a:pt x="2051456" y="408462"/>
                  <a:pt x="2048256" y="408371"/>
                  <a:pt x="2045056" y="407640"/>
                </a:cubicBezTo>
                <a:cubicBezTo>
                  <a:pt x="2041764" y="406908"/>
                  <a:pt x="2038838" y="405628"/>
                  <a:pt x="2036186" y="403708"/>
                </a:cubicBezTo>
                <a:cubicBezTo>
                  <a:pt x="2033443" y="401787"/>
                  <a:pt x="2031248" y="399410"/>
                  <a:pt x="2029419" y="396667"/>
                </a:cubicBezTo>
                <a:cubicBezTo>
                  <a:pt x="2027682" y="393832"/>
                  <a:pt x="2026493" y="390815"/>
                  <a:pt x="2025945" y="387523"/>
                </a:cubicBezTo>
                <a:cubicBezTo>
                  <a:pt x="2025396" y="384322"/>
                  <a:pt x="2025487" y="381030"/>
                  <a:pt x="2026219" y="377830"/>
                </a:cubicBezTo>
                <a:cubicBezTo>
                  <a:pt x="2026950" y="374630"/>
                  <a:pt x="2028231" y="371704"/>
                  <a:pt x="2030151" y="368960"/>
                </a:cubicBezTo>
                <a:cubicBezTo>
                  <a:pt x="2032071" y="366309"/>
                  <a:pt x="2034449" y="364023"/>
                  <a:pt x="2037192" y="362285"/>
                </a:cubicBezTo>
              </a:path>
              <a:path w="3889492" h="1195852">
                <a:moveTo>
                  <a:pt x="2045604" y="356982"/>
                </a:moveTo>
                <a:lnTo>
                  <a:pt x="2049902" y="354330"/>
                </a:lnTo>
                <a:cubicBezTo>
                  <a:pt x="2052645" y="352501"/>
                  <a:pt x="2055663" y="351404"/>
                  <a:pt x="2058954" y="350764"/>
                </a:cubicBezTo>
                <a:cubicBezTo>
                  <a:pt x="2062155" y="350215"/>
                  <a:pt x="2065447" y="350307"/>
                  <a:pt x="2068647" y="351038"/>
                </a:cubicBezTo>
                <a:cubicBezTo>
                  <a:pt x="2071848" y="351770"/>
                  <a:pt x="2074865" y="353141"/>
                  <a:pt x="2077517" y="354970"/>
                </a:cubicBezTo>
                <a:cubicBezTo>
                  <a:pt x="2080260" y="356890"/>
                  <a:pt x="2082455" y="359268"/>
                  <a:pt x="2084283" y="362011"/>
                </a:cubicBezTo>
                <a:cubicBezTo>
                  <a:pt x="2086021" y="364846"/>
                  <a:pt x="2087209" y="367863"/>
                  <a:pt x="2087758" y="371155"/>
                </a:cubicBezTo>
                <a:cubicBezTo>
                  <a:pt x="2088307" y="374355"/>
                  <a:pt x="2088215" y="377647"/>
                  <a:pt x="2087484" y="380848"/>
                </a:cubicBezTo>
                <a:cubicBezTo>
                  <a:pt x="2086752" y="384048"/>
                  <a:pt x="2085472" y="386974"/>
                  <a:pt x="2083552" y="389717"/>
                </a:cubicBezTo>
                <a:cubicBezTo>
                  <a:pt x="2081632" y="392460"/>
                  <a:pt x="2079254" y="394655"/>
                  <a:pt x="2076511" y="396392"/>
                </a:cubicBezTo>
                <a:lnTo>
                  <a:pt x="2072305" y="399044"/>
                </a:lnTo>
                <a:cubicBezTo>
                  <a:pt x="2069470" y="400873"/>
                  <a:pt x="2066453" y="401970"/>
                  <a:pt x="2063161" y="402519"/>
                </a:cubicBezTo>
                <a:cubicBezTo>
                  <a:pt x="2059960" y="403159"/>
                  <a:pt x="2056668" y="403068"/>
                  <a:pt x="2053468" y="402336"/>
                </a:cubicBezTo>
                <a:cubicBezTo>
                  <a:pt x="2050268" y="401604"/>
                  <a:pt x="2047250" y="400233"/>
                  <a:pt x="2044598" y="398313"/>
                </a:cubicBezTo>
                <a:cubicBezTo>
                  <a:pt x="2041855" y="396484"/>
                  <a:pt x="2039661" y="394106"/>
                  <a:pt x="2037832" y="391272"/>
                </a:cubicBezTo>
                <a:cubicBezTo>
                  <a:pt x="2036094" y="388529"/>
                  <a:pt x="2034906" y="385511"/>
                  <a:pt x="2034357" y="382219"/>
                </a:cubicBezTo>
                <a:cubicBezTo>
                  <a:pt x="2033808" y="379019"/>
                  <a:pt x="2033900" y="375727"/>
                  <a:pt x="2034631" y="372527"/>
                </a:cubicBezTo>
                <a:cubicBezTo>
                  <a:pt x="2035363" y="369326"/>
                  <a:pt x="2036643" y="366309"/>
                  <a:pt x="2038563" y="363657"/>
                </a:cubicBezTo>
                <a:cubicBezTo>
                  <a:pt x="2040484" y="360914"/>
                  <a:pt x="2042861" y="358719"/>
                  <a:pt x="2045604" y="356982"/>
                </a:cubicBezTo>
              </a:path>
              <a:path w="3889492" h="1195852">
                <a:moveTo>
                  <a:pt x="2054108" y="351678"/>
                </a:moveTo>
                <a:lnTo>
                  <a:pt x="2058314" y="348935"/>
                </a:lnTo>
                <a:cubicBezTo>
                  <a:pt x="2061058" y="347198"/>
                  <a:pt x="2064075" y="346009"/>
                  <a:pt x="2067367" y="345460"/>
                </a:cubicBezTo>
                <a:cubicBezTo>
                  <a:pt x="2070659" y="344912"/>
                  <a:pt x="2073859" y="345003"/>
                  <a:pt x="2077060" y="345735"/>
                </a:cubicBezTo>
                <a:cubicBezTo>
                  <a:pt x="2080351" y="346466"/>
                  <a:pt x="2083278" y="347746"/>
                  <a:pt x="2086021" y="349667"/>
                </a:cubicBezTo>
                <a:cubicBezTo>
                  <a:pt x="2088672" y="351587"/>
                  <a:pt x="2090958" y="353964"/>
                  <a:pt x="2092696" y="356707"/>
                </a:cubicBezTo>
                <a:cubicBezTo>
                  <a:pt x="2094433" y="359542"/>
                  <a:pt x="2095622" y="362560"/>
                  <a:pt x="2096171" y="365760"/>
                </a:cubicBezTo>
                <a:cubicBezTo>
                  <a:pt x="2096719" y="369052"/>
                  <a:pt x="2096628" y="372252"/>
                  <a:pt x="2095896" y="375544"/>
                </a:cubicBezTo>
                <a:cubicBezTo>
                  <a:pt x="2095165" y="378744"/>
                  <a:pt x="2093885" y="381671"/>
                  <a:pt x="2091964" y="384414"/>
                </a:cubicBezTo>
                <a:cubicBezTo>
                  <a:pt x="2090044" y="387066"/>
                  <a:pt x="2087758" y="389352"/>
                  <a:pt x="2084923" y="391089"/>
                </a:cubicBezTo>
                <a:lnTo>
                  <a:pt x="2080717" y="393741"/>
                </a:lnTo>
                <a:cubicBezTo>
                  <a:pt x="2077883" y="395478"/>
                  <a:pt x="2074865" y="396667"/>
                  <a:pt x="2071665" y="397215"/>
                </a:cubicBezTo>
                <a:cubicBezTo>
                  <a:pt x="2068373" y="397764"/>
                  <a:pt x="2065081" y="397673"/>
                  <a:pt x="2061881" y="396941"/>
                </a:cubicBezTo>
                <a:cubicBezTo>
                  <a:pt x="2058680" y="396301"/>
                  <a:pt x="2055754" y="394929"/>
                  <a:pt x="2053011" y="393009"/>
                </a:cubicBezTo>
                <a:cubicBezTo>
                  <a:pt x="2050268" y="391089"/>
                  <a:pt x="2048073" y="388803"/>
                  <a:pt x="2046336" y="385968"/>
                </a:cubicBezTo>
                <a:cubicBezTo>
                  <a:pt x="2044507" y="383225"/>
                  <a:pt x="2043410" y="380208"/>
                  <a:pt x="2042861" y="376916"/>
                </a:cubicBezTo>
                <a:cubicBezTo>
                  <a:pt x="2042221" y="373624"/>
                  <a:pt x="2042312" y="370423"/>
                  <a:pt x="2043044" y="367223"/>
                </a:cubicBezTo>
                <a:cubicBezTo>
                  <a:pt x="2043775" y="364023"/>
                  <a:pt x="2045147" y="361005"/>
                  <a:pt x="2046976" y="358353"/>
                </a:cubicBezTo>
                <a:cubicBezTo>
                  <a:pt x="2048896" y="355610"/>
                  <a:pt x="2051274" y="353416"/>
                  <a:pt x="2054108" y="351678"/>
                </a:cubicBezTo>
              </a:path>
              <a:path w="3889492" h="1195852">
                <a:moveTo>
                  <a:pt x="2062521" y="346283"/>
                </a:moveTo>
                <a:lnTo>
                  <a:pt x="2066727" y="343632"/>
                </a:lnTo>
                <a:cubicBezTo>
                  <a:pt x="2069562" y="341894"/>
                  <a:pt x="2072579" y="340705"/>
                  <a:pt x="2075779" y="340157"/>
                </a:cubicBezTo>
                <a:cubicBezTo>
                  <a:pt x="2079071" y="339608"/>
                  <a:pt x="2082272" y="339700"/>
                  <a:pt x="2085564" y="340431"/>
                </a:cubicBezTo>
                <a:cubicBezTo>
                  <a:pt x="2088764" y="341163"/>
                  <a:pt x="2091690" y="342443"/>
                  <a:pt x="2094433" y="344363"/>
                </a:cubicBezTo>
                <a:cubicBezTo>
                  <a:pt x="2097085" y="346283"/>
                  <a:pt x="2099371" y="348661"/>
                  <a:pt x="2101108" y="351404"/>
                </a:cubicBezTo>
                <a:cubicBezTo>
                  <a:pt x="2102846" y="354239"/>
                  <a:pt x="2104034" y="357256"/>
                  <a:pt x="2104583" y="360456"/>
                </a:cubicBezTo>
                <a:cubicBezTo>
                  <a:pt x="2105132" y="363748"/>
                  <a:pt x="2105132" y="366949"/>
                  <a:pt x="2104400" y="370241"/>
                </a:cubicBezTo>
                <a:cubicBezTo>
                  <a:pt x="2103669" y="373441"/>
                  <a:pt x="2102297" y="376367"/>
                  <a:pt x="2100377" y="379110"/>
                </a:cubicBezTo>
                <a:cubicBezTo>
                  <a:pt x="2098548" y="381762"/>
                  <a:pt x="2096171" y="384048"/>
                  <a:pt x="2093336" y="385785"/>
                </a:cubicBezTo>
                <a:lnTo>
                  <a:pt x="2089130" y="388437"/>
                </a:lnTo>
                <a:cubicBezTo>
                  <a:pt x="2086386" y="390174"/>
                  <a:pt x="2083278" y="391363"/>
                  <a:pt x="2080077" y="391912"/>
                </a:cubicBezTo>
                <a:cubicBezTo>
                  <a:pt x="2076785" y="392460"/>
                  <a:pt x="2073585" y="392369"/>
                  <a:pt x="2070293" y="391638"/>
                </a:cubicBezTo>
                <a:cubicBezTo>
                  <a:pt x="2067093" y="390906"/>
                  <a:pt x="2064167" y="389626"/>
                  <a:pt x="2061423" y="387706"/>
                </a:cubicBezTo>
                <a:cubicBezTo>
                  <a:pt x="2058772" y="385785"/>
                  <a:pt x="2056486" y="383499"/>
                  <a:pt x="2054748" y="380665"/>
                </a:cubicBezTo>
                <a:cubicBezTo>
                  <a:pt x="2053011" y="377922"/>
                  <a:pt x="2051822" y="374813"/>
                  <a:pt x="2051274" y="371612"/>
                </a:cubicBezTo>
                <a:cubicBezTo>
                  <a:pt x="2050725" y="368320"/>
                  <a:pt x="2050816" y="365120"/>
                  <a:pt x="2051456" y="361920"/>
                </a:cubicBezTo>
                <a:cubicBezTo>
                  <a:pt x="2052188" y="358628"/>
                  <a:pt x="2053560" y="355702"/>
                  <a:pt x="2055480" y="353050"/>
                </a:cubicBezTo>
                <a:cubicBezTo>
                  <a:pt x="2057400" y="350307"/>
                  <a:pt x="2059686" y="348112"/>
                  <a:pt x="2062521" y="346283"/>
                </a:cubicBezTo>
              </a:path>
              <a:path w="3889492" h="1195852">
                <a:moveTo>
                  <a:pt x="2070933" y="340980"/>
                </a:moveTo>
                <a:lnTo>
                  <a:pt x="2075139" y="338328"/>
                </a:lnTo>
                <a:cubicBezTo>
                  <a:pt x="2077974" y="336591"/>
                  <a:pt x="2080992" y="335402"/>
                  <a:pt x="2084283" y="334853"/>
                </a:cubicBezTo>
                <a:cubicBezTo>
                  <a:pt x="2087484" y="334305"/>
                  <a:pt x="2090776" y="334396"/>
                  <a:pt x="2093976" y="335128"/>
                </a:cubicBezTo>
                <a:cubicBezTo>
                  <a:pt x="2097176" y="335859"/>
                  <a:pt x="2100194" y="337139"/>
                  <a:pt x="2102846" y="339060"/>
                </a:cubicBezTo>
                <a:cubicBezTo>
                  <a:pt x="2105589" y="340980"/>
                  <a:pt x="2107783" y="343266"/>
                  <a:pt x="2109521" y="346100"/>
                </a:cubicBezTo>
                <a:cubicBezTo>
                  <a:pt x="2111350" y="348844"/>
                  <a:pt x="2112447" y="351953"/>
                  <a:pt x="2113087" y="355153"/>
                </a:cubicBezTo>
                <a:cubicBezTo>
                  <a:pt x="2113636" y="358445"/>
                  <a:pt x="2113544" y="361645"/>
                  <a:pt x="2112813" y="364846"/>
                </a:cubicBezTo>
                <a:cubicBezTo>
                  <a:pt x="2112081" y="368137"/>
                  <a:pt x="2110710" y="371064"/>
                  <a:pt x="2108881" y="373715"/>
                </a:cubicBezTo>
                <a:cubicBezTo>
                  <a:pt x="2106960" y="376458"/>
                  <a:pt x="2104583" y="378653"/>
                  <a:pt x="2101748" y="380482"/>
                </a:cubicBezTo>
                <a:lnTo>
                  <a:pt x="2097542" y="383134"/>
                </a:lnTo>
                <a:cubicBezTo>
                  <a:pt x="2094799" y="384871"/>
                  <a:pt x="2091781" y="386060"/>
                  <a:pt x="2088490" y="386608"/>
                </a:cubicBezTo>
                <a:cubicBezTo>
                  <a:pt x="2085198" y="387157"/>
                  <a:pt x="2081997" y="387066"/>
                  <a:pt x="2078797" y="386334"/>
                </a:cubicBezTo>
                <a:cubicBezTo>
                  <a:pt x="2075505" y="385602"/>
                  <a:pt x="2072579" y="384322"/>
                  <a:pt x="2069836" y="382402"/>
                </a:cubicBezTo>
                <a:cubicBezTo>
                  <a:pt x="2067184" y="380482"/>
                  <a:pt x="2064898" y="378104"/>
                  <a:pt x="2063161" y="375361"/>
                </a:cubicBezTo>
                <a:cubicBezTo>
                  <a:pt x="2061423" y="372527"/>
                  <a:pt x="2060235" y="369509"/>
                  <a:pt x="2059686" y="366309"/>
                </a:cubicBezTo>
                <a:cubicBezTo>
                  <a:pt x="2059137" y="363017"/>
                  <a:pt x="2059229" y="359816"/>
                  <a:pt x="2059960" y="356525"/>
                </a:cubicBezTo>
                <a:cubicBezTo>
                  <a:pt x="2060692" y="353324"/>
                  <a:pt x="2061972" y="350398"/>
                  <a:pt x="2063892" y="347655"/>
                </a:cubicBezTo>
                <a:cubicBezTo>
                  <a:pt x="2065812" y="345003"/>
                  <a:pt x="2068190" y="342717"/>
                  <a:pt x="2070933" y="340980"/>
                </a:cubicBezTo>
              </a:path>
              <a:path w="3889492" h="1195852">
                <a:moveTo>
                  <a:pt x="2079346" y="335676"/>
                </a:moveTo>
                <a:lnTo>
                  <a:pt x="2083552" y="333024"/>
                </a:lnTo>
                <a:cubicBezTo>
                  <a:pt x="2086386" y="331287"/>
                  <a:pt x="2089404" y="330098"/>
                  <a:pt x="2092696" y="329550"/>
                </a:cubicBezTo>
                <a:cubicBezTo>
                  <a:pt x="2095896" y="329001"/>
                  <a:pt x="2099188" y="329093"/>
                  <a:pt x="2102388" y="329733"/>
                </a:cubicBezTo>
                <a:cubicBezTo>
                  <a:pt x="2105589" y="330464"/>
                  <a:pt x="2108606" y="331836"/>
                  <a:pt x="2111258" y="333756"/>
                </a:cubicBezTo>
                <a:cubicBezTo>
                  <a:pt x="2114001" y="335585"/>
                  <a:pt x="2116196" y="337962"/>
                  <a:pt x="2118025" y="340797"/>
                </a:cubicBezTo>
                <a:cubicBezTo>
                  <a:pt x="2119762" y="343540"/>
                  <a:pt x="2120951" y="346558"/>
                  <a:pt x="2121499" y="349849"/>
                </a:cubicBezTo>
                <a:cubicBezTo>
                  <a:pt x="2122048" y="353141"/>
                  <a:pt x="2121957" y="356342"/>
                  <a:pt x="2121225" y="359542"/>
                </a:cubicBezTo>
                <a:cubicBezTo>
                  <a:pt x="2120494" y="362742"/>
                  <a:pt x="2119213" y="365760"/>
                  <a:pt x="2117293" y="368412"/>
                </a:cubicBezTo>
                <a:cubicBezTo>
                  <a:pt x="2115373" y="371155"/>
                  <a:pt x="2112996" y="373350"/>
                  <a:pt x="2110252" y="375087"/>
                </a:cubicBezTo>
                <a:lnTo>
                  <a:pt x="2106046" y="377830"/>
                </a:lnTo>
                <a:cubicBezTo>
                  <a:pt x="2103211" y="379567"/>
                  <a:pt x="2100194" y="380756"/>
                  <a:pt x="2096902" y="381305"/>
                </a:cubicBezTo>
                <a:cubicBezTo>
                  <a:pt x="2093702" y="381853"/>
                  <a:pt x="2090410" y="381762"/>
                  <a:pt x="2087209" y="381030"/>
                </a:cubicBezTo>
                <a:cubicBezTo>
                  <a:pt x="2084009" y="380299"/>
                  <a:pt x="2080992" y="379019"/>
                  <a:pt x="2078340" y="377099"/>
                </a:cubicBezTo>
                <a:cubicBezTo>
                  <a:pt x="2075597" y="375178"/>
                  <a:pt x="2073402" y="372801"/>
                  <a:pt x="2071573" y="370058"/>
                </a:cubicBezTo>
                <a:cubicBezTo>
                  <a:pt x="2069836" y="367223"/>
                  <a:pt x="2068647" y="364206"/>
                  <a:pt x="2068098" y="361005"/>
                </a:cubicBezTo>
                <a:cubicBezTo>
                  <a:pt x="2067550" y="357713"/>
                  <a:pt x="2067641" y="354513"/>
                  <a:pt x="2068373" y="351221"/>
                </a:cubicBezTo>
                <a:cubicBezTo>
                  <a:pt x="2069104" y="348021"/>
                  <a:pt x="2070384" y="345095"/>
                  <a:pt x="2072305" y="342351"/>
                </a:cubicBezTo>
                <a:cubicBezTo>
                  <a:pt x="2074225" y="339700"/>
                  <a:pt x="2076602" y="337414"/>
                  <a:pt x="2079346" y="335676"/>
                </a:cubicBezTo>
              </a:path>
              <a:path w="3889492" h="1195852">
                <a:moveTo>
                  <a:pt x="2087850" y="330373"/>
                </a:moveTo>
                <a:lnTo>
                  <a:pt x="2092056" y="327721"/>
                </a:lnTo>
                <a:cubicBezTo>
                  <a:pt x="2094799" y="325892"/>
                  <a:pt x="2097816" y="324795"/>
                  <a:pt x="2101108" y="324246"/>
                </a:cubicBezTo>
                <a:cubicBezTo>
                  <a:pt x="2104400" y="323606"/>
                  <a:pt x="2107601" y="323698"/>
                  <a:pt x="2110801" y="324429"/>
                </a:cubicBezTo>
                <a:cubicBezTo>
                  <a:pt x="2114093" y="325161"/>
                  <a:pt x="2117019" y="326532"/>
                  <a:pt x="2119762" y="328361"/>
                </a:cubicBezTo>
                <a:cubicBezTo>
                  <a:pt x="2122414" y="330281"/>
                  <a:pt x="2124700" y="332659"/>
                  <a:pt x="2126437" y="335493"/>
                </a:cubicBezTo>
                <a:cubicBezTo>
                  <a:pt x="2128175" y="338237"/>
                  <a:pt x="2129363" y="341254"/>
                  <a:pt x="2129912" y="344546"/>
                </a:cubicBezTo>
                <a:cubicBezTo>
                  <a:pt x="2130461" y="347746"/>
                  <a:pt x="2130369" y="351038"/>
                  <a:pt x="2129638" y="354239"/>
                </a:cubicBezTo>
                <a:cubicBezTo>
                  <a:pt x="2128906" y="357439"/>
                  <a:pt x="2127626" y="360456"/>
                  <a:pt x="2125706" y="363108"/>
                </a:cubicBezTo>
                <a:cubicBezTo>
                  <a:pt x="2123785" y="365851"/>
                  <a:pt x="2121408" y="368046"/>
                  <a:pt x="2118665" y="369783"/>
                </a:cubicBezTo>
                <a:lnTo>
                  <a:pt x="2114459" y="372435"/>
                </a:lnTo>
                <a:cubicBezTo>
                  <a:pt x="2111624" y="374264"/>
                  <a:pt x="2108606" y="375361"/>
                  <a:pt x="2105315" y="376001"/>
                </a:cubicBezTo>
                <a:cubicBezTo>
                  <a:pt x="2102114" y="376550"/>
                  <a:pt x="2098822" y="376458"/>
                  <a:pt x="2095622" y="375727"/>
                </a:cubicBezTo>
                <a:cubicBezTo>
                  <a:pt x="2092422" y="374995"/>
                  <a:pt x="2089404" y="373624"/>
                  <a:pt x="2086752" y="371795"/>
                </a:cubicBezTo>
                <a:cubicBezTo>
                  <a:pt x="2084009" y="369875"/>
                  <a:pt x="2081814" y="367497"/>
                  <a:pt x="2080077" y="364754"/>
                </a:cubicBezTo>
                <a:cubicBezTo>
                  <a:pt x="2078248" y="361920"/>
                  <a:pt x="2077151" y="358902"/>
                  <a:pt x="2076511" y="355610"/>
                </a:cubicBezTo>
                <a:cubicBezTo>
                  <a:pt x="2075962" y="352410"/>
                  <a:pt x="2076054" y="349118"/>
                  <a:pt x="2076785" y="345918"/>
                </a:cubicBezTo>
                <a:cubicBezTo>
                  <a:pt x="2077517" y="342717"/>
                  <a:pt x="2078888" y="339700"/>
                  <a:pt x="2080717" y="337048"/>
                </a:cubicBezTo>
                <a:cubicBezTo>
                  <a:pt x="2082637" y="334305"/>
                  <a:pt x="2085015" y="332110"/>
                  <a:pt x="2087850" y="330373"/>
                </a:cubicBezTo>
              </a:path>
              <a:path w="3889492" h="1195852">
                <a:moveTo>
                  <a:pt x="2096262" y="325069"/>
                </a:moveTo>
                <a:lnTo>
                  <a:pt x="2100468" y="322417"/>
                </a:lnTo>
                <a:cubicBezTo>
                  <a:pt x="2103211" y="320589"/>
                  <a:pt x="2106320" y="319491"/>
                  <a:pt x="2109521" y="318851"/>
                </a:cubicBezTo>
                <a:cubicBezTo>
                  <a:pt x="2112813" y="318303"/>
                  <a:pt x="2116013" y="318394"/>
                  <a:pt x="2119305" y="319126"/>
                </a:cubicBezTo>
                <a:cubicBezTo>
                  <a:pt x="2122505" y="319857"/>
                  <a:pt x="2125431" y="321137"/>
                  <a:pt x="2128175" y="323058"/>
                </a:cubicBezTo>
                <a:cubicBezTo>
                  <a:pt x="2130826" y="324978"/>
                  <a:pt x="2133112" y="327355"/>
                  <a:pt x="2134850" y="330098"/>
                </a:cubicBezTo>
                <a:cubicBezTo>
                  <a:pt x="2136587" y="332933"/>
                  <a:pt x="2137776" y="335951"/>
                  <a:pt x="2138324" y="339242"/>
                </a:cubicBezTo>
                <a:cubicBezTo>
                  <a:pt x="2138873" y="342443"/>
                  <a:pt x="2138782" y="345735"/>
                  <a:pt x="2138142" y="348935"/>
                </a:cubicBezTo>
                <a:cubicBezTo>
                  <a:pt x="2137410" y="352135"/>
                  <a:pt x="2136038" y="355062"/>
                  <a:pt x="2134118" y="357805"/>
                </a:cubicBezTo>
                <a:cubicBezTo>
                  <a:pt x="2132198" y="360456"/>
                  <a:pt x="2129912" y="362742"/>
                  <a:pt x="2127077" y="364480"/>
                </a:cubicBezTo>
                <a:lnTo>
                  <a:pt x="2122871" y="367132"/>
                </a:lnTo>
                <a:cubicBezTo>
                  <a:pt x="2120036" y="368869"/>
                  <a:pt x="2117019" y="370058"/>
                  <a:pt x="2113818" y="370606"/>
                </a:cubicBezTo>
                <a:cubicBezTo>
                  <a:pt x="2110527" y="371155"/>
                  <a:pt x="2107326" y="371155"/>
                  <a:pt x="2104034" y="370423"/>
                </a:cubicBezTo>
                <a:cubicBezTo>
                  <a:pt x="2100834" y="369692"/>
                  <a:pt x="2097908" y="368320"/>
                  <a:pt x="2095165" y="366400"/>
                </a:cubicBezTo>
                <a:cubicBezTo>
                  <a:pt x="2092513" y="364571"/>
                  <a:pt x="2090227" y="362194"/>
                  <a:pt x="2088490" y="359359"/>
                </a:cubicBezTo>
                <a:cubicBezTo>
                  <a:pt x="2086752" y="356616"/>
                  <a:pt x="2085564" y="353598"/>
                  <a:pt x="2085015" y="350307"/>
                </a:cubicBezTo>
                <a:cubicBezTo>
                  <a:pt x="2084466" y="347106"/>
                  <a:pt x="2084466" y="343814"/>
                  <a:pt x="2085198" y="340614"/>
                </a:cubicBezTo>
                <a:cubicBezTo>
                  <a:pt x="2085929" y="337414"/>
                  <a:pt x="2087301" y="334396"/>
                  <a:pt x="2089221" y="331744"/>
                </a:cubicBezTo>
                <a:cubicBezTo>
                  <a:pt x="2091050" y="329001"/>
                  <a:pt x="2093427" y="326807"/>
                  <a:pt x="2096262" y="325069"/>
                </a:cubicBezTo>
              </a:path>
              <a:path w="3889492" h="1195852">
                <a:moveTo>
                  <a:pt x="2104674" y="319674"/>
                </a:moveTo>
                <a:lnTo>
                  <a:pt x="2108881" y="317022"/>
                </a:lnTo>
                <a:cubicBezTo>
                  <a:pt x="2111715" y="315285"/>
                  <a:pt x="2114733" y="314096"/>
                  <a:pt x="2117933" y="313548"/>
                </a:cubicBezTo>
                <a:cubicBezTo>
                  <a:pt x="2121225" y="312999"/>
                  <a:pt x="2124517" y="313091"/>
                  <a:pt x="2127717" y="313822"/>
                </a:cubicBezTo>
                <a:cubicBezTo>
                  <a:pt x="2130918" y="314554"/>
                  <a:pt x="2133844" y="315834"/>
                  <a:pt x="2136587" y="317754"/>
                </a:cubicBezTo>
                <a:cubicBezTo>
                  <a:pt x="2139330" y="319674"/>
                  <a:pt x="2141525" y="322052"/>
                  <a:pt x="2143262" y="324795"/>
                </a:cubicBezTo>
                <a:cubicBezTo>
                  <a:pt x="2145091" y="327630"/>
                  <a:pt x="2146188" y="330647"/>
                  <a:pt x="2146828" y="333847"/>
                </a:cubicBezTo>
                <a:cubicBezTo>
                  <a:pt x="2147377" y="337139"/>
                  <a:pt x="2147286" y="340340"/>
                  <a:pt x="2146554" y="343632"/>
                </a:cubicBezTo>
                <a:cubicBezTo>
                  <a:pt x="2145822" y="346832"/>
                  <a:pt x="2144451" y="349758"/>
                  <a:pt x="2142622" y="352501"/>
                </a:cubicBezTo>
                <a:cubicBezTo>
                  <a:pt x="2140702" y="355153"/>
                  <a:pt x="2138324" y="357439"/>
                  <a:pt x="2135490" y="359176"/>
                </a:cubicBezTo>
                <a:lnTo>
                  <a:pt x="2131284" y="361828"/>
                </a:lnTo>
                <a:cubicBezTo>
                  <a:pt x="2128540" y="363565"/>
                  <a:pt x="2125523" y="364754"/>
                  <a:pt x="2122231" y="365303"/>
                </a:cubicBezTo>
                <a:cubicBezTo>
                  <a:pt x="2118939" y="365851"/>
                  <a:pt x="2115739" y="365760"/>
                  <a:pt x="2112538" y="365028"/>
                </a:cubicBezTo>
                <a:cubicBezTo>
                  <a:pt x="2109246" y="364297"/>
                  <a:pt x="2106320" y="363017"/>
                  <a:pt x="2103577" y="361097"/>
                </a:cubicBezTo>
                <a:cubicBezTo>
                  <a:pt x="2100925" y="359176"/>
                  <a:pt x="2098639" y="356890"/>
                  <a:pt x="2096902" y="354056"/>
                </a:cubicBezTo>
                <a:cubicBezTo>
                  <a:pt x="2095165" y="351312"/>
                  <a:pt x="2093976" y="348295"/>
                  <a:pt x="2093427" y="345003"/>
                </a:cubicBezTo>
                <a:cubicBezTo>
                  <a:pt x="2092879" y="341711"/>
                  <a:pt x="2092970" y="338511"/>
                  <a:pt x="2093702" y="335310"/>
                </a:cubicBezTo>
                <a:cubicBezTo>
                  <a:pt x="2094433" y="332019"/>
                  <a:pt x="2095713" y="329093"/>
                  <a:pt x="2097634" y="326441"/>
                </a:cubicBezTo>
                <a:cubicBezTo>
                  <a:pt x="2099554" y="323698"/>
                  <a:pt x="2101840" y="321503"/>
                  <a:pt x="2104674" y="319674"/>
                </a:cubicBezTo>
              </a:path>
              <a:path w="3889492" h="1195852">
                <a:moveTo>
                  <a:pt x="2113087" y="314371"/>
                </a:moveTo>
                <a:lnTo>
                  <a:pt x="2117293" y="311719"/>
                </a:lnTo>
                <a:cubicBezTo>
                  <a:pt x="2120128" y="309982"/>
                  <a:pt x="2123145" y="308793"/>
                  <a:pt x="2126437" y="308244"/>
                </a:cubicBezTo>
                <a:cubicBezTo>
                  <a:pt x="2129638" y="307696"/>
                  <a:pt x="2132929" y="307787"/>
                  <a:pt x="2136130" y="308519"/>
                </a:cubicBezTo>
                <a:cubicBezTo>
                  <a:pt x="2139330" y="309250"/>
                  <a:pt x="2142348" y="310530"/>
                  <a:pt x="2145000" y="312450"/>
                </a:cubicBezTo>
                <a:cubicBezTo>
                  <a:pt x="2147743" y="314371"/>
                  <a:pt x="2149937" y="316657"/>
                  <a:pt x="2151766" y="319491"/>
                </a:cubicBezTo>
                <a:cubicBezTo>
                  <a:pt x="2153503" y="322326"/>
                  <a:pt x="2154692" y="325344"/>
                  <a:pt x="2155241" y="328544"/>
                </a:cubicBezTo>
                <a:cubicBezTo>
                  <a:pt x="2155789" y="331836"/>
                  <a:pt x="2155698" y="335036"/>
                  <a:pt x="2154966" y="338237"/>
                </a:cubicBezTo>
                <a:cubicBezTo>
                  <a:pt x="2154235" y="341528"/>
                  <a:pt x="2152955" y="344454"/>
                  <a:pt x="2151035" y="347198"/>
                </a:cubicBezTo>
                <a:cubicBezTo>
                  <a:pt x="2149114" y="349849"/>
                  <a:pt x="2146737" y="352044"/>
                  <a:pt x="2143994" y="353873"/>
                </a:cubicBezTo>
                <a:lnTo>
                  <a:pt x="2139696" y="356525"/>
                </a:lnTo>
                <a:cubicBezTo>
                  <a:pt x="2136953" y="358262"/>
                  <a:pt x="2133935" y="359451"/>
                  <a:pt x="2130643" y="359999"/>
                </a:cubicBezTo>
                <a:cubicBezTo>
                  <a:pt x="2127443" y="360548"/>
                  <a:pt x="2124151" y="360456"/>
                  <a:pt x="2120951" y="359725"/>
                </a:cubicBezTo>
                <a:cubicBezTo>
                  <a:pt x="2117750" y="358993"/>
                  <a:pt x="2114733" y="357713"/>
                  <a:pt x="2112081" y="355793"/>
                </a:cubicBezTo>
                <a:cubicBezTo>
                  <a:pt x="2109338" y="353873"/>
                  <a:pt x="2107143" y="351587"/>
                  <a:pt x="2105315" y="348752"/>
                </a:cubicBezTo>
                <a:cubicBezTo>
                  <a:pt x="2103577" y="345918"/>
                  <a:pt x="2102388" y="342900"/>
                  <a:pt x="2101840" y="339700"/>
                </a:cubicBezTo>
                <a:cubicBezTo>
                  <a:pt x="2101291" y="336408"/>
                  <a:pt x="2101383" y="333207"/>
                  <a:pt x="2102114" y="330007"/>
                </a:cubicBezTo>
                <a:cubicBezTo>
                  <a:pt x="2102846" y="326715"/>
                  <a:pt x="2104126" y="323789"/>
                  <a:pt x="2106046" y="321046"/>
                </a:cubicBezTo>
                <a:cubicBezTo>
                  <a:pt x="2107966" y="318394"/>
                  <a:pt x="2110344" y="316200"/>
                  <a:pt x="2113087" y="314371"/>
                </a:cubicBezTo>
              </a:path>
              <a:path w="3889492" h="1195852">
                <a:moveTo>
                  <a:pt x="2121499" y="309067"/>
                </a:moveTo>
                <a:lnTo>
                  <a:pt x="2125797" y="306415"/>
                </a:lnTo>
                <a:cubicBezTo>
                  <a:pt x="2128540" y="304678"/>
                  <a:pt x="2131558" y="303489"/>
                  <a:pt x="2134850" y="302941"/>
                </a:cubicBezTo>
                <a:cubicBezTo>
                  <a:pt x="2138142" y="302392"/>
                  <a:pt x="2141342" y="302484"/>
                  <a:pt x="2144542" y="303215"/>
                </a:cubicBezTo>
                <a:cubicBezTo>
                  <a:pt x="2147834" y="303947"/>
                  <a:pt x="2150760" y="305227"/>
                  <a:pt x="2153503" y="307147"/>
                </a:cubicBezTo>
                <a:cubicBezTo>
                  <a:pt x="2156155" y="309067"/>
                  <a:pt x="2158350" y="311353"/>
                  <a:pt x="2160179" y="314188"/>
                </a:cubicBezTo>
                <a:cubicBezTo>
                  <a:pt x="2161916" y="316931"/>
                  <a:pt x="2163105" y="319949"/>
                  <a:pt x="2163653" y="323240"/>
                </a:cubicBezTo>
                <a:cubicBezTo>
                  <a:pt x="2164202" y="326532"/>
                  <a:pt x="2164110" y="329733"/>
                  <a:pt x="2163379" y="332933"/>
                </a:cubicBezTo>
                <a:cubicBezTo>
                  <a:pt x="2162647" y="336225"/>
                  <a:pt x="2161367" y="339151"/>
                  <a:pt x="2159447" y="341803"/>
                </a:cubicBezTo>
                <a:cubicBezTo>
                  <a:pt x="2157527" y="344546"/>
                  <a:pt x="2155149" y="346740"/>
                  <a:pt x="2152406" y="348569"/>
                </a:cubicBezTo>
                <a:lnTo>
                  <a:pt x="2148200" y="351221"/>
                </a:lnTo>
                <a:cubicBezTo>
                  <a:pt x="2145365" y="352958"/>
                  <a:pt x="2142348" y="354147"/>
                  <a:pt x="2139056" y="354696"/>
                </a:cubicBezTo>
                <a:cubicBezTo>
                  <a:pt x="2135856" y="355244"/>
                  <a:pt x="2132564" y="355153"/>
                  <a:pt x="2129363" y="354421"/>
                </a:cubicBezTo>
                <a:cubicBezTo>
                  <a:pt x="2126163" y="353690"/>
                  <a:pt x="2123145" y="352410"/>
                  <a:pt x="2120494" y="350490"/>
                </a:cubicBezTo>
                <a:cubicBezTo>
                  <a:pt x="2117750" y="348569"/>
                  <a:pt x="2115556" y="346192"/>
                  <a:pt x="2113818" y="343449"/>
                </a:cubicBezTo>
                <a:cubicBezTo>
                  <a:pt x="2111990" y="340614"/>
                  <a:pt x="2110801" y="337596"/>
                  <a:pt x="2110252" y="334396"/>
                </a:cubicBezTo>
                <a:cubicBezTo>
                  <a:pt x="2109704" y="331104"/>
                  <a:pt x="2109795" y="327904"/>
                  <a:pt x="2110527" y="324612"/>
                </a:cubicBezTo>
                <a:cubicBezTo>
                  <a:pt x="2111258" y="321412"/>
                  <a:pt x="2112538" y="318486"/>
                  <a:pt x="2114459" y="315742"/>
                </a:cubicBezTo>
                <a:cubicBezTo>
                  <a:pt x="2116379" y="313091"/>
                  <a:pt x="2118756" y="310805"/>
                  <a:pt x="2121499" y="309067"/>
                </a:cubicBezTo>
              </a:path>
              <a:path w="3889492" h="1195852">
                <a:moveTo>
                  <a:pt x="2130003" y="303764"/>
                </a:moveTo>
                <a:lnTo>
                  <a:pt x="2134210" y="301112"/>
                </a:lnTo>
                <a:cubicBezTo>
                  <a:pt x="2136953" y="299375"/>
                  <a:pt x="2139970" y="298186"/>
                  <a:pt x="2143262" y="297637"/>
                </a:cubicBezTo>
                <a:cubicBezTo>
                  <a:pt x="2146554" y="297089"/>
                  <a:pt x="2149754" y="297089"/>
                  <a:pt x="2153046" y="297820"/>
                </a:cubicBezTo>
                <a:cubicBezTo>
                  <a:pt x="2156247" y="298552"/>
                  <a:pt x="2159173" y="299923"/>
                  <a:pt x="2161916" y="301843"/>
                </a:cubicBezTo>
                <a:cubicBezTo>
                  <a:pt x="2164568" y="303672"/>
                  <a:pt x="2166854" y="306050"/>
                  <a:pt x="2168591" y="308884"/>
                </a:cubicBezTo>
                <a:cubicBezTo>
                  <a:pt x="2170328" y="311628"/>
                  <a:pt x="2171517" y="314645"/>
                  <a:pt x="2172066" y="317937"/>
                </a:cubicBezTo>
                <a:cubicBezTo>
                  <a:pt x="2172614" y="321137"/>
                  <a:pt x="2172523" y="324429"/>
                  <a:pt x="2171791" y="327630"/>
                </a:cubicBezTo>
                <a:cubicBezTo>
                  <a:pt x="2171060" y="330830"/>
                  <a:pt x="2169780" y="333847"/>
                  <a:pt x="2167860" y="336499"/>
                </a:cubicBezTo>
                <a:cubicBezTo>
                  <a:pt x="2165939" y="339242"/>
                  <a:pt x="2163653" y="341437"/>
                  <a:pt x="2160819" y="343174"/>
                </a:cubicBezTo>
                <a:lnTo>
                  <a:pt x="2156612" y="345826"/>
                </a:lnTo>
                <a:cubicBezTo>
                  <a:pt x="2153778" y="347655"/>
                  <a:pt x="2150760" y="348752"/>
                  <a:pt x="2147560" y="349392"/>
                </a:cubicBezTo>
                <a:cubicBezTo>
                  <a:pt x="2144268" y="349941"/>
                  <a:pt x="2141068" y="349849"/>
                  <a:pt x="2137776" y="349118"/>
                </a:cubicBezTo>
                <a:cubicBezTo>
                  <a:pt x="2134575" y="348386"/>
                  <a:pt x="2131649" y="347106"/>
                  <a:pt x="2128906" y="345186"/>
                </a:cubicBezTo>
                <a:cubicBezTo>
                  <a:pt x="2126163" y="343266"/>
                  <a:pt x="2123968" y="340888"/>
                  <a:pt x="2122231" y="338145"/>
                </a:cubicBezTo>
                <a:cubicBezTo>
                  <a:pt x="2120402" y="335310"/>
                  <a:pt x="2119305" y="332293"/>
                  <a:pt x="2118756" y="329001"/>
                </a:cubicBezTo>
                <a:cubicBezTo>
                  <a:pt x="2118116" y="325801"/>
                  <a:pt x="2118208" y="322509"/>
                  <a:pt x="2118939" y="319308"/>
                </a:cubicBezTo>
                <a:cubicBezTo>
                  <a:pt x="2119671" y="316108"/>
                  <a:pt x="2121042" y="313182"/>
                  <a:pt x="2122962" y="310439"/>
                </a:cubicBezTo>
                <a:cubicBezTo>
                  <a:pt x="2124791" y="307787"/>
                  <a:pt x="2127169" y="305501"/>
                  <a:pt x="2130003" y="303764"/>
                </a:cubicBezTo>
              </a:path>
              <a:path w="3889492" h="1195852">
                <a:moveTo>
                  <a:pt x="2138416" y="298460"/>
                </a:moveTo>
                <a:lnTo>
                  <a:pt x="2142622" y="295808"/>
                </a:lnTo>
                <a:cubicBezTo>
                  <a:pt x="2145457" y="293980"/>
                  <a:pt x="2148474" y="292882"/>
                  <a:pt x="2151675" y="292242"/>
                </a:cubicBezTo>
                <a:cubicBezTo>
                  <a:pt x="2154966" y="291694"/>
                  <a:pt x="2158167" y="291785"/>
                  <a:pt x="2161459" y="292517"/>
                </a:cubicBezTo>
                <a:cubicBezTo>
                  <a:pt x="2164659" y="293248"/>
                  <a:pt x="2167585" y="294620"/>
                  <a:pt x="2170328" y="296448"/>
                </a:cubicBezTo>
                <a:cubicBezTo>
                  <a:pt x="2173072" y="298369"/>
                  <a:pt x="2175266" y="300746"/>
                  <a:pt x="2177004" y="303489"/>
                </a:cubicBezTo>
                <a:cubicBezTo>
                  <a:pt x="2178832" y="306324"/>
                  <a:pt x="2179930" y="309342"/>
                  <a:pt x="2180478" y="312633"/>
                </a:cubicBezTo>
                <a:cubicBezTo>
                  <a:pt x="2181118" y="315834"/>
                  <a:pt x="2181027" y="319126"/>
                  <a:pt x="2180295" y="322326"/>
                </a:cubicBezTo>
                <a:cubicBezTo>
                  <a:pt x="2179564" y="325526"/>
                  <a:pt x="2178192" y="328544"/>
                  <a:pt x="2176272" y="331196"/>
                </a:cubicBezTo>
                <a:cubicBezTo>
                  <a:pt x="2174443" y="333939"/>
                  <a:pt x="2172066" y="336133"/>
                  <a:pt x="2169231" y="337871"/>
                </a:cubicBezTo>
                <a:lnTo>
                  <a:pt x="2165025" y="340523"/>
                </a:lnTo>
                <a:cubicBezTo>
                  <a:pt x="2162282" y="342351"/>
                  <a:pt x="2159173" y="343449"/>
                  <a:pt x="2155972" y="343997"/>
                </a:cubicBezTo>
                <a:cubicBezTo>
                  <a:pt x="2152680" y="344637"/>
                  <a:pt x="2149480" y="344546"/>
                  <a:pt x="2146188" y="343814"/>
                </a:cubicBezTo>
                <a:cubicBezTo>
                  <a:pt x="2142988" y="343083"/>
                  <a:pt x="2140062" y="341711"/>
                  <a:pt x="2137319" y="339882"/>
                </a:cubicBezTo>
                <a:cubicBezTo>
                  <a:pt x="2134667" y="337962"/>
                  <a:pt x="2132381" y="335585"/>
                  <a:pt x="2130643" y="332750"/>
                </a:cubicBezTo>
                <a:cubicBezTo>
                  <a:pt x="2128906" y="330007"/>
                  <a:pt x="2127717" y="326989"/>
                  <a:pt x="2127169" y="323698"/>
                </a:cubicBezTo>
                <a:cubicBezTo>
                  <a:pt x="2126620" y="320497"/>
                  <a:pt x="2126712" y="317205"/>
                  <a:pt x="2127443" y="314005"/>
                </a:cubicBezTo>
                <a:cubicBezTo>
                  <a:pt x="2128175" y="310805"/>
                  <a:pt x="2129455" y="307787"/>
                  <a:pt x="2131375" y="305135"/>
                </a:cubicBezTo>
                <a:cubicBezTo>
                  <a:pt x="2133295" y="302392"/>
                  <a:pt x="2135581" y="300198"/>
                  <a:pt x="2138416" y="298460"/>
                </a:cubicBezTo>
              </a:path>
              <a:path w="3889492" h="1195852">
                <a:moveTo>
                  <a:pt x="2146828" y="293157"/>
                </a:moveTo>
                <a:lnTo>
                  <a:pt x="2151035" y="290413"/>
                </a:lnTo>
                <a:cubicBezTo>
                  <a:pt x="2153869" y="288676"/>
                  <a:pt x="2156887" y="287487"/>
                  <a:pt x="2160179" y="286939"/>
                </a:cubicBezTo>
                <a:cubicBezTo>
                  <a:pt x="2163379" y="286390"/>
                  <a:pt x="2166671" y="286482"/>
                  <a:pt x="2169871" y="287213"/>
                </a:cubicBezTo>
                <a:cubicBezTo>
                  <a:pt x="2173072" y="287945"/>
                  <a:pt x="2176089" y="289225"/>
                  <a:pt x="2178741" y="291145"/>
                </a:cubicBezTo>
                <a:cubicBezTo>
                  <a:pt x="2181484" y="293065"/>
                  <a:pt x="2183679" y="295443"/>
                  <a:pt x="2185416" y="298186"/>
                </a:cubicBezTo>
                <a:cubicBezTo>
                  <a:pt x="2187245" y="301020"/>
                  <a:pt x="2188434" y="304038"/>
                  <a:pt x="2188982" y="307238"/>
                </a:cubicBezTo>
                <a:cubicBezTo>
                  <a:pt x="2189531" y="310530"/>
                  <a:pt x="2189439" y="313731"/>
                  <a:pt x="2188708" y="317022"/>
                </a:cubicBezTo>
                <a:cubicBezTo>
                  <a:pt x="2187976" y="320223"/>
                  <a:pt x="2186696" y="323149"/>
                  <a:pt x="2184776" y="325892"/>
                </a:cubicBezTo>
                <a:cubicBezTo>
                  <a:pt x="2182856" y="328544"/>
                  <a:pt x="2180478" y="330830"/>
                  <a:pt x="2177735" y="332567"/>
                </a:cubicBezTo>
                <a:lnTo>
                  <a:pt x="2173437" y="335219"/>
                </a:lnTo>
                <a:cubicBezTo>
                  <a:pt x="2170694" y="336956"/>
                  <a:pt x="2167677" y="338145"/>
                  <a:pt x="2164385" y="338694"/>
                </a:cubicBezTo>
                <a:cubicBezTo>
                  <a:pt x="2161093" y="339242"/>
                  <a:pt x="2157893" y="339151"/>
                  <a:pt x="2154692" y="338511"/>
                </a:cubicBezTo>
                <a:cubicBezTo>
                  <a:pt x="2151400" y="337779"/>
                  <a:pt x="2148474" y="336408"/>
                  <a:pt x="2145731" y="334488"/>
                </a:cubicBezTo>
                <a:cubicBezTo>
                  <a:pt x="2143079" y="332567"/>
                  <a:pt x="2140885" y="330281"/>
                  <a:pt x="2139056" y="327447"/>
                </a:cubicBezTo>
                <a:cubicBezTo>
                  <a:pt x="2137319" y="324703"/>
                  <a:pt x="2136130" y="321686"/>
                  <a:pt x="2135581" y="318394"/>
                </a:cubicBezTo>
                <a:cubicBezTo>
                  <a:pt x="2135033" y="315102"/>
                  <a:pt x="2135124" y="311902"/>
                  <a:pt x="2135856" y="308701"/>
                </a:cubicBezTo>
                <a:cubicBezTo>
                  <a:pt x="2136587" y="305501"/>
                  <a:pt x="2137867" y="302484"/>
                  <a:pt x="2139787" y="299832"/>
                </a:cubicBezTo>
                <a:cubicBezTo>
                  <a:pt x="2141708" y="297089"/>
                  <a:pt x="2144085" y="294894"/>
                  <a:pt x="2146828" y="293157"/>
                </a:cubicBezTo>
              </a:path>
              <a:path w="3889492" h="1195852">
                <a:moveTo>
                  <a:pt x="2155241" y="287762"/>
                </a:moveTo>
                <a:lnTo>
                  <a:pt x="2159538" y="285110"/>
                </a:lnTo>
                <a:cubicBezTo>
                  <a:pt x="2162282" y="283373"/>
                  <a:pt x="2165299" y="282184"/>
                  <a:pt x="2168591" y="281635"/>
                </a:cubicBezTo>
                <a:cubicBezTo>
                  <a:pt x="2171791" y="281087"/>
                  <a:pt x="2175083" y="281178"/>
                  <a:pt x="2178284" y="281910"/>
                </a:cubicBezTo>
                <a:cubicBezTo>
                  <a:pt x="2181484" y="282641"/>
                  <a:pt x="2184502" y="283921"/>
                  <a:pt x="2187153" y="285841"/>
                </a:cubicBezTo>
                <a:cubicBezTo>
                  <a:pt x="2189897" y="287762"/>
                  <a:pt x="2192091" y="290139"/>
                  <a:pt x="2193920" y="292882"/>
                </a:cubicBezTo>
                <a:cubicBezTo>
                  <a:pt x="2195657" y="295717"/>
                  <a:pt x="2196846" y="298734"/>
                  <a:pt x="2197395" y="301935"/>
                </a:cubicBezTo>
                <a:cubicBezTo>
                  <a:pt x="2197943" y="305227"/>
                  <a:pt x="2197852" y="308427"/>
                  <a:pt x="2197120" y="311719"/>
                </a:cubicBezTo>
                <a:cubicBezTo>
                  <a:pt x="2196389" y="314919"/>
                  <a:pt x="2195109" y="317845"/>
                  <a:pt x="2193188" y="320589"/>
                </a:cubicBezTo>
                <a:cubicBezTo>
                  <a:pt x="2191268" y="323240"/>
                  <a:pt x="2188891" y="325526"/>
                  <a:pt x="2186148" y="327264"/>
                </a:cubicBezTo>
                <a:lnTo>
                  <a:pt x="2181941" y="329916"/>
                </a:lnTo>
                <a:cubicBezTo>
                  <a:pt x="2179107" y="331653"/>
                  <a:pt x="2176089" y="332842"/>
                  <a:pt x="2172797" y="333390"/>
                </a:cubicBezTo>
                <a:cubicBezTo>
                  <a:pt x="2169597" y="333939"/>
                  <a:pt x="2166305" y="333847"/>
                  <a:pt x="2163105" y="333116"/>
                </a:cubicBezTo>
                <a:cubicBezTo>
                  <a:pt x="2159904" y="332384"/>
                  <a:pt x="2156887" y="331104"/>
                  <a:pt x="2154235" y="329184"/>
                </a:cubicBezTo>
                <a:cubicBezTo>
                  <a:pt x="2151492" y="327264"/>
                  <a:pt x="2149297" y="324978"/>
                  <a:pt x="2147468" y="322143"/>
                </a:cubicBezTo>
                <a:cubicBezTo>
                  <a:pt x="2145731" y="319400"/>
                  <a:pt x="2144542" y="316291"/>
                  <a:pt x="2143994" y="313091"/>
                </a:cubicBezTo>
                <a:cubicBezTo>
                  <a:pt x="2143445" y="309799"/>
                  <a:pt x="2143536" y="306598"/>
                  <a:pt x="2144268" y="303398"/>
                </a:cubicBezTo>
                <a:cubicBezTo>
                  <a:pt x="2145000" y="300106"/>
                  <a:pt x="2146280" y="297180"/>
                  <a:pt x="2148200" y="294528"/>
                </a:cubicBezTo>
                <a:cubicBezTo>
                  <a:pt x="2150120" y="291785"/>
                  <a:pt x="2152498" y="289590"/>
                  <a:pt x="2155241" y="287762"/>
                </a:cubicBezTo>
              </a:path>
              <a:path w="3889492" h="1195852">
                <a:moveTo>
                  <a:pt x="2163745" y="282458"/>
                </a:moveTo>
                <a:lnTo>
                  <a:pt x="2167951" y="279806"/>
                </a:lnTo>
                <a:cubicBezTo>
                  <a:pt x="2170694" y="278069"/>
                  <a:pt x="2173712" y="276880"/>
                  <a:pt x="2177004" y="276332"/>
                </a:cubicBezTo>
                <a:cubicBezTo>
                  <a:pt x="2180295" y="275783"/>
                  <a:pt x="2183496" y="275874"/>
                  <a:pt x="2186696" y="276606"/>
                </a:cubicBezTo>
                <a:cubicBezTo>
                  <a:pt x="2189988" y="277338"/>
                  <a:pt x="2192914" y="278618"/>
                  <a:pt x="2195657" y="280538"/>
                </a:cubicBezTo>
                <a:cubicBezTo>
                  <a:pt x="2198309" y="282458"/>
                  <a:pt x="2200595" y="284744"/>
                  <a:pt x="2202332" y="287579"/>
                </a:cubicBezTo>
                <a:cubicBezTo>
                  <a:pt x="2204070" y="290322"/>
                  <a:pt x="2205258" y="293431"/>
                  <a:pt x="2205807" y="296631"/>
                </a:cubicBezTo>
                <a:cubicBezTo>
                  <a:pt x="2206356" y="299923"/>
                  <a:pt x="2206264" y="303124"/>
                  <a:pt x="2205533" y="306324"/>
                </a:cubicBezTo>
                <a:cubicBezTo>
                  <a:pt x="2204801" y="309616"/>
                  <a:pt x="2203521" y="312542"/>
                  <a:pt x="2201601" y="315194"/>
                </a:cubicBezTo>
                <a:cubicBezTo>
                  <a:pt x="2199681" y="317937"/>
                  <a:pt x="2197395" y="320131"/>
                  <a:pt x="2194560" y="321960"/>
                </a:cubicBezTo>
                <a:lnTo>
                  <a:pt x="2190354" y="324612"/>
                </a:lnTo>
                <a:cubicBezTo>
                  <a:pt x="2187519" y="326349"/>
                  <a:pt x="2184502" y="327538"/>
                  <a:pt x="2181301" y="328087"/>
                </a:cubicBezTo>
                <a:cubicBezTo>
                  <a:pt x="2178009" y="328635"/>
                  <a:pt x="2174718" y="328544"/>
                  <a:pt x="2171517" y="327812"/>
                </a:cubicBezTo>
                <a:cubicBezTo>
                  <a:pt x="2168317" y="327081"/>
                  <a:pt x="2165299" y="325801"/>
                  <a:pt x="2162647" y="323880"/>
                </a:cubicBezTo>
                <a:cubicBezTo>
                  <a:pt x="2159904" y="321960"/>
                  <a:pt x="2157710" y="319583"/>
                  <a:pt x="2155972" y="316840"/>
                </a:cubicBezTo>
                <a:cubicBezTo>
                  <a:pt x="2154144" y="314005"/>
                  <a:pt x="2153046" y="310987"/>
                  <a:pt x="2152406" y="307787"/>
                </a:cubicBezTo>
                <a:cubicBezTo>
                  <a:pt x="2151858" y="304495"/>
                  <a:pt x="2151949" y="301295"/>
                  <a:pt x="2152680" y="298003"/>
                </a:cubicBezTo>
                <a:cubicBezTo>
                  <a:pt x="2153412" y="294803"/>
                  <a:pt x="2154784" y="291876"/>
                  <a:pt x="2156612" y="289133"/>
                </a:cubicBezTo>
                <a:cubicBezTo>
                  <a:pt x="2158533" y="286482"/>
                  <a:pt x="2160910" y="284196"/>
                  <a:pt x="2163745" y="282458"/>
                </a:cubicBezTo>
              </a:path>
              <a:path w="3889492" h="1195852">
                <a:moveTo>
                  <a:pt x="2172157" y="277155"/>
                </a:moveTo>
                <a:lnTo>
                  <a:pt x="2176363" y="274503"/>
                </a:lnTo>
                <a:cubicBezTo>
                  <a:pt x="2179198" y="272766"/>
                  <a:pt x="2182216" y="271577"/>
                  <a:pt x="2185416" y="271028"/>
                </a:cubicBezTo>
                <a:cubicBezTo>
                  <a:pt x="2188708" y="270480"/>
                  <a:pt x="2191908" y="270571"/>
                  <a:pt x="2195200" y="271302"/>
                </a:cubicBezTo>
                <a:cubicBezTo>
                  <a:pt x="2198400" y="271943"/>
                  <a:pt x="2201327" y="273314"/>
                  <a:pt x="2204070" y="275234"/>
                </a:cubicBezTo>
                <a:cubicBezTo>
                  <a:pt x="2206722" y="277155"/>
                  <a:pt x="2209008" y="279441"/>
                  <a:pt x="2210745" y="282275"/>
                </a:cubicBezTo>
                <a:cubicBezTo>
                  <a:pt x="2212482" y="285018"/>
                  <a:pt x="2213671" y="288036"/>
                  <a:pt x="2214220" y="291328"/>
                </a:cubicBezTo>
                <a:cubicBezTo>
                  <a:pt x="2214768" y="294620"/>
                  <a:pt x="2214768" y="297820"/>
                  <a:pt x="2214037" y="301020"/>
                </a:cubicBezTo>
                <a:cubicBezTo>
                  <a:pt x="2213305" y="304221"/>
                  <a:pt x="2211934" y="307238"/>
                  <a:pt x="2210013" y="309890"/>
                </a:cubicBezTo>
                <a:cubicBezTo>
                  <a:pt x="2208093" y="312633"/>
                  <a:pt x="2205807" y="314828"/>
                  <a:pt x="2202972" y="316565"/>
                </a:cubicBezTo>
                <a:lnTo>
                  <a:pt x="2198766" y="319308"/>
                </a:lnTo>
                <a:cubicBezTo>
                  <a:pt x="2196023" y="321046"/>
                  <a:pt x="2192914" y="322235"/>
                  <a:pt x="2189714" y="322783"/>
                </a:cubicBezTo>
                <a:cubicBezTo>
                  <a:pt x="2186422" y="323332"/>
                  <a:pt x="2183221" y="323240"/>
                  <a:pt x="2179930" y="322509"/>
                </a:cubicBezTo>
                <a:cubicBezTo>
                  <a:pt x="2176729" y="321777"/>
                  <a:pt x="2173803" y="320497"/>
                  <a:pt x="2171060" y="318577"/>
                </a:cubicBezTo>
                <a:cubicBezTo>
                  <a:pt x="2168408" y="316657"/>
                  <a:pt x="2166122" y="314279"/>
                  <a:pt x="2164385" y="311536"/>
                </a:cubicBezTo>
                <a:cubicBezTo>
                  <a:pt x="2162647" y="308701"/>
                  <a:pt x="2161459" y="305684"/>
                  <a:pt x="2160910" y="302484"/>
                </a:cubicBezTo>
                <a:cubicBezTo>
                  <a:pt x="2160361" y="299192"/>
                  <a:pt x="2160361" y="295991"/>
                  <a:pt x="2161093" y="292699"/>
                </a:cubicBezTo>
                <a:cubicBezTo>
                  <a:pt x="2161824" y="289499"/>
                  <a:pt x="2163196" y="286573"/>
                  <a:pt x="2165116" y="283830"/>
                </a:cubicBezTo>
                <a:cubicBezTo>
                  <a:pt x="2167037" y="281178"/>
                  <a:pt x="2169323" y="278892"/>
                  <a:pt x="2172157" y="277155"/>
                </a:cubicBezTo>
              </a:path>
              <a:path w="3889492" h="1195852">
                <a:moveTo>
                  <a:pt x="2180570" y="271851"/>
                </a:moveTo>
                <a:lnTo>
                  <a:pt x="2184776" y="269199"/>
                </a:lnTo>
                <a:cubicBezTo>
                  <a:pt x="2187611" y="267371"/>
                  <a:pt x="2190628" y="266273"/>
                  <a:pt x="2193920" y="265725"/>
                </a:cubicBezTo>
                <a:cubicBezTo>
                  <a:pt x="2197120" y="265085"/>
                  <a:pt x="2200412" y="265176"/>
                  <a:pt x="2203613" y="265908"/>
                </a:cubicBezTo>
                <a:cubicBezTo>
                  <a:pt x="2206813" y="266639"/>
                  <a:pt x="2209830" y="268011"/>
                  <a:pt x="2212482" y="269931"/>
                </a:cubicBezTo>
                <a:cubicBezTo>
                  <a:pt x="2215225" y="271760"/>
                  <a:pt x="2217420" y="274137"/>
                  <a:pt x="2219157" y="276972"/>
                </a:cubicBezTo>
                <a:cubicBezTo>
                  <a:pt x="2220986" y="279715"/>
                  <a:pt x="2222083" y="282732"/>
                  <a:pt x="2222724" y="286024"/>
                </a:cubicBezTo>
                <a:cubicBezTo>
                  <a:pt x="2223272" y="289225"/>
                  <a:pt x="2223181" y="292517"/>
                  <a:pt x="2222449" y="295717"/>
                </a:cubicBezTo>
                <a:cubicBezTo>
                  <a:pt x="2221718" y="298917"/>
                  <a:pt x="2220346" y="301935"/>
                  <a:pt x="2218517" y="304587"/>
                </a:cubicBezTo>
                <a:cubicBezTo>
                  <a:pt x="2216597" y="307330"/>
                  <a:pt x="2214220" y="309524"/>
                  <a:pt x="2211385" y="311262"/>
                </a:cubicBezTo>
                <a:lnTo>
                  <a:pt x="2207179" y="313914"/>
                </a:lnTo>
                <a:cubicBezTo>
                  <a:pt x="2204436" y="315742"/>
                  <a:pt x="2201418" y="316840"/>
                  <a:pt x="2198126" y="317480"/>
                </a:cubicBezTo>
                <a:cubicBezTo>
                  <a:pt x="2194834" y="318028"/>
                  <a:pt x="2191634" y="317937"/>
                  <a:pt x="2188434" y="317205"/>
                </a:cubicBezTo>
                <a:cubicBezTo>
                  <a:pt x="2185142" y="316474"/>
                  <a:pt x="2182216" y="315102"/>
                  <a:pt x="2179472" y="313273"/>
                </a:cubicBezTo>
                <a:cubicBezTo>
                  <a:pt x="2176821" y="311353"/>
                  <a:pt x="2174535" y="308976"/>
                  <a:pt x="2172797" y="306233"/>
                </a:cubicBezTo>
                <a:cubicBezTo>
                  <a:pt x="2171060" y="303398"/>
                  <a:pt x="2169871" y="300380"/>
                  <a:pt x="2169323" y="297089"/>
                </a:cubicBezTo>
                <a:cubicBezTo>
                  <a:pt x="2168774" y="293888"/>
                  <a:pt x="2168865" y="290596"/>
                  <a:pt x="2169597" y="287396"/>
                </a:cubicBezTo>
                <a:cubicBezTo>
                  <a:pt x="2170328" y="284196"/>
                  <a:pt x="2171609" y="281269"/>
                  <a:pt x="2173529" y="278526"/>
                </a:cubicBezTo>
                <a:cubicBezTo>
                  <a:pt x="2175449" y="275783"/>
                  <a:pt x="2177735" y="273588"/>
                  <a:pt x="2180570" y="271851"/>
                </a:cubicBezTo>
              </a:path>
              <a:path w="3889492" h="1195852">
                <a:moveTo>
                  <a:pt x="2188982" y="266548"/>
                </a:moveTo>
                <a:lnTo>
                  <a:pt x="2193188" y="263896"/>
                </a:lnTo>
                <a:cubicBezTo>
                  <a:pt x="2196023" y="262067"/>
                  <a:pt x="2199041" y="260970"/>
                  <a:pt x="2202332" y="260330"/>
                </a:cubicBezTo>
                <a:cubicBezTo>
                  <a:pt x="2205533" y="259781"/>
                  <a:pt x="2208825" y="259872"/>
                  <a:pt x="2212025" y="260604"/>
                </a:cubicBezTo>
                <a:cubicBezTo>
                  <a:pt x="2215225" y="261336"/>
                  <a:pt x="2218243" y="262616"/>
                  <a:pt x="2220895" y="264536"/>
                </a:cubicBezTo>
                <a:cubicBezTo>
                  <a:pt x="2223638" y="266456"/>
                  <a:pt x="2225832" y="268834"/>
                  <a:pt x="2227661" y="271577"/>
                </a:cubicBezTo>
                <a:cubicBezTo>
                  <a:pt x="2229399" y="274411"/>
                  <a:pt x="2230587" y="277429"/>
                  <a:pt x="2231136" y="280721"/>
                </a:cubicBezTo>
                <a:cubicBezTo>
                  <a:pt x="2231685" y="283921"/>
                  <a:pt x="2231593" y="287213"/>
                  <a:pt x="2230862" y="290413"/>
                </a:cubicBezTo>
                <a:cubicBezTo>
                  <a:pt x="2230130" y="293614"/>
                  <a:pt x="2228850" y="296540"/>
                  <a:pt x="2226930" y="299283"/>
                </a:cubicBezTo>
                <a:cubicBezTo>
                  <a:pt x="2225010" y="301935"/>
                  <a:pt x="2222632" y="304221"/>
                  <a:pt x="2219889" y="305958"/>
                </a:cubicBezTo>
                <a:lnTo>
                  <a:pt x="2215683" y="308610"/>
                </a:lnTo>
                <a:cubicBezTo>
                  <a:pt x="2212848" y="310439"/>
                  <a:pt x="2209830" y="311536"/>
                  <a:pt x="2206539" y="312085"/>
                </a:cubicBezTo>
                <a:cubicBezTo>
                  <a:pt x="2203338" y="312633"/>
                  <a:pt x="2200046" y="312633"/>
                  <a:pt x="2196846" y="311902"/>
                </a:cubicBezTo>
                <a:cubicBezTo>
                  <a:pt x="2193646" y="311170"/>
                  <a:pt x="2190628" y="309799"/>
                  <a:pt x="2187976" y="307878"/>
                </a:cubicBezTo>
                <a:cubicBezTo>
                  <a:pt x="2185233" y="306050"/>
                  <a:pt x="2183039" y="303672"/>
                  <a:pt x="2181210" y="300838"/>
                </a:cubicBezTo>
                <a:cubicBezTo>
                  <a:pt x="2179472" y="298094"/>
                  <a:pt x="2178284" y="295077"/>
                  <a:pt x="2177735" y="291785"/>
                </a:cubicBezTo>
                <a:cubicBezTo>
                  <a:pt x="2177186" y="288585"/>
                  <a:pt x="2177278" y="285293"/>
                  <a:pt x="2178009" y="282092"/>
                </a:cubicBezTo>
                <a:cubicBezTo>
                  <a:pt x="2178741" y="278892"/>
                  <a:pt x="2180021" y="275874"/>
                  <a:pt x="2181941" y="273223"/>
                </a:cubicBezTo>
                <a:cubicBezTo>
                  <a:pt x="2183862" y="270480"/>
                  <a:pt x="2186239" y="268285"/>
                  <a:pt x="2188982" y="266548"/>
                </a:cubicBezTo>
              </a:path>
              <a:path w="3889492" h="1195852">
                <a:moveTo>
                  <a:pt x="2197486" y="261153"/>
                </a:moveTo>
                <a:lnTo>
                  <a:pt x="2201692" y="258501"/>
                </a:lnTo>
                <a:cubicBezTo>
                  <a:pt x="2204436" y="256764"/>
                  <a:pt x="2207453" y="255575"/>
                  <a:pt x="2210745" y="255026"/>
                </a:cubicBezTo>
                <a:cubicBezTo>
                  <a:pt x="2214037" y="254478"/>
                  <a:pt x="2217237" y="254569"/>
                  <a:pt x="2220438" y="255300"/>
                </a:cubicBezTo>
                <a:cubicBezTo>
                  <a:pt x="2223729" y="256032"/>
                  <a:pt x="2226655" y="257312"/>
                  <a:pt x="2229399" y="259232"/>
                </a:cubicBezTo>
                <a:cubicBezTo>
                  <a:pt x="2232050" y="261153"/>
                  <a:pt x="2234336" y="263530"/>
                  <a:pt x="2236074" y="266273"/>
                </a:cubicBezTo>
                <a:cubicBezTo>
                  <a:pt x="2237811" y="269108"/>
                  <a:pt x="2239000" y="272125"/>
                  <a:pt x="2239548" y="275326"/>
                </a:cubicBezTo>
                <a:cubicBezTo>
                  <a:pt x="2240097" y="278618"/>
                  <a:pt x="2240006" y="281818"/>
                  <a:pt x="2239274" y="285110"/>
                </a:cubicBezTo>
                <a:cubicBezTo>
                  <a:pt x="2238543" y="288310"/>
                  <a:pt x="2237262" y="291236"/>
                  <a:pt x="2235342" y="293980"/>
                </a:cubicBezTo>
                <a:cubicBezTo>
                  <a:pt x="2233422" y="296631"/>
                  <a:pt x="2231045" y="298917"/>
                  <a:pt x="2228301" y="300655"/>
                </a:cubicBezTo>
                <a:lnTo>
                  <a:pt x="2224095" y="303306"/>
                </a:lnTo>
                <a:cubicBezTo>
                  <a:pt x="2221260" y="305044"/>
                  <a:pt x="2218243" y="306233"/>
                  <a:pt x="2214951" y="306781"/>
                </a:cubicBezTo>
                <a:cubicBezTo>
                  <a:pt x="2211751" y="307330"/>
                  <a:pt x="2208459" y="307238"/>
                  <a:pt x="2205258" y="306507"/>
                </a:cubicBezTo>
                <a:cubicBezTo>
                  <a:pt x="2202058" y="305775"/>
                  <a:pt x="2199041" y="304495"/>
                  <a:pt x="2196389" y="302575"/>
                </a:cubicBezTo>
                <a:cubicBezTo>
                  <a:pt x="2193646" y="300655"/>
                  <a:pt x="2191451" y="298369"/>
                  <a:pt x="2189714" y="295534"/>
                </a:cubicBezTo>
                <a:cubicBezTo>
                  <a:pt x="2187885" y="292791"/>
                  <a:pt x="2186788" y="289773"/>
                  <a:pt x="2186148" y="286482"/>
                </a:cubicBezTo>
                <a:cubicBezTo>
                  <a:pt x="2185599" y="283190"/>
                  <a:pt x="2185690" y="279989"/>
                  <a:pt x="2186422" y="276789"/>
                </a:cubicBezTo>
                <a:cubicBezTo>
                  <a:pt x="2187153" y="273588"/>
                  <a:pt x="2188525" y="270571"/>
                  <a:pt x="2190354" y="267919"/>
                </a:cubicBezTo>
                <a:cubicBezTo>
                  <a:pt x="2192274" y="265176"/>
                  <a:pt x="2194651" y="262981"/>
                  <a:pt x="2197486" y="261153"/>
                </a:cubicBezTo>
              </a:path>
              <a:path w="3889492" h="1195852">
                <a:moveTo>
                  <a:pt x="2205899" y="255849"/>
                </a:moveTo>
                <a:lnTo>
                  <a:pt x="2210105" y="253197"/>
                </a:lnTo>
                <a:cubicBezTo>
                  <a:pt x="2212848" y="251460"/>
                  <a:pt x="2215957" y="250271"/>
                  <a:pt x="2219157" y="249723"/>
                </a:cubicBezTo>
                <a:cubicBezTo>
                  <a:pt x="2222449" y="249174"/>
                  <a:pt x="2225650" y="249265"/>
                  <a:pt x="2228941" y="249997"/>
                </a:cubicBezTo>
                <a:cubicBezTo>
                  <a:pt x="2232142" y="250728"/>
                  <a:pt x="2235068" y="252009"/>
                  <a:pt x="2237811" y="253929"/>
                </a:cubicBezTo>
                <a:cubicBezTo>
                  <a:pt x="2240463" y="255849"/>
                  <a:pt x="2242749" y="258135"/>
                  <a:pt x="2244486" y="260970"/>
                </a:cubicBezTo>
                <a:cubicBezTo>
                  <a:pt x="2246224" y="263804"/>
                  <a:pt x="2247412" y="266822"/>
                  <a:pt x="2247961" y="270022"/>
                </a:cubicBezTo>
                <a:cubicBezTo>
                  <a:pt x="2248510" y="273314"/>
                  <a:pt x="2248418" y="276515"/>
                  <a:pt x="2247778" y="279715"/>
                </a:cubicBezTo>
                <a:cubicBezTo>
                  <a:pt x="2247047" y="283007"/>
                  <a:pt x="2245675" y="285933"/>
                  <a:pt x="2243755" y="288676"/>
                </a:cubicBezTo>
                <a:cubicBezTo>
                  <a:pt x="2241834" y="291328"/>
                  <a:pt x="2239548" y="293522"/>
                  <a:pt x="2236714" y="295351"/>
                </a:cubicBezTo>
                <a:lnTo>
                  <a:pt x="2232508" y="298003"/>
                </a:lnTo>
                <a:cubicBezTo>
                  <a:pt x="2229673" y="299740"/>
                  <a:pt x="2226655" y="300929"/>
                  <a:pt x="2223455" y="301478"/>
                </a:cubicBezTo>
                <a:cubicBezTo>
                  <a:pt x="2220163" y="302026"/>
                  <a:pt x="2216963" y="301935"/>
                  <a:pt x="2213671" y="301203"/>
                </a:cubicBezTo>
                <a:cubicBezTo>
                  <a:pt x="2210471" y="300472"/>
                  <a:pt x="2207544" y="299192"/>
                  <a:pt x="2204801" y="297271"/>
                </a:cubicBezTo>
                <a:cubicBezTo>
                  <a:pt x="2202150" y="295351"/>
                  <a:pt x="2199864" y="293065"/>
                  <a:pt x="2198126" y="290231"/>
                </a:cubicBezTo>
                <a:cubicBezTo>
                  <a:pt x="2196297" y="287396"/>
                  <a:pt x="2195200" y="284378"/>
                  <a:pt x="2194651" y="281178"/>
                </a:cubicBezTo>
                <a:cubicBezTo>
                  <a:pt x="2194011" y="277886"/>
                  <a:pt x="2194103" y="274686"/>
                  <a:pt x="2194834" y="271485"/>
                </a:cubicBezTo>
                <a:cubicBezTo>
                  <a:pt x="2195566" y="268194"/>
                  <a:pt x="2196937" y="265267"/>
                  <a:pt x="2198858" y="262524"/>
                </a:cubicBezTo>
                <a:cubicBezTo>
                  <a:pt x="2200686" y="259872"/>
                  <a:pt x="2203064" y="257678"/>
                  <a:pt x="2205899" y="255849"/>
                </a:cubicBezTo>
              </a:path>
              <a:path w="3889492" h="1195852">
                <a:moveTo>
                  <a:pt x="2214311" y="250546"/>
                </a:moveTo>
                <a:lnTo>
                  <a:pt x="2218517" y="247894"/>
                </a:lnTo>
                <a:cubicBezTo>
                  <a:pt x="2221352" y="246156"/>
                  <a:pt x="2224369" y="244968"/>
                  <a:pt x="2227570" y="244419"/>
                </a:cubicBezTo>
                <a:cubicBezTo>
                  <a:pt x="2230862" y="243870"/>
                  <a:pt x="2234154" y="243962"/>
                  <a:pt x="2237354" y="244693"/>
                </a:cubicBezTo>
                <a:cubicBezTo>
                  <a:pt x="2240554" y="245425"/>
                  <a:pt x="2243480" y="246705"/>
                  <a:pt x="2246224" y="248625"/>
                </a:cubicBezTo>
                <a:cubicBezTo>
                  <a:pt x="2248967" y="250546"/>
                  <a:pt x="2251161" y="252832"/>
                  <a:pt x="2252899" y="255666"/>
                </a:cubicBezTo>
                <a:cubicBezTo>
                  <a:pt x="2254728" y="258409"/>
                  <a:pt x="2255825" y="261427"/>
                  <a:pt x="2256373" y="264719"/>
                </a:cubicBezTo>
                <a:cubicBezTo>
                  <a:pt x="2257014" y="268011"/>
                  <a:pt x="2256922" y="271211"/>
                  <a:pt x="2256191" y="274411"/>
                </a:cubicBezTo>
                <a:cubicBezTo>
                  <a:pt x="2255459" y="277703"/>
                  <a:pt x="2254087" y="280629"/>
                  <a:pt x="2252167" y="283281"/>
                </a:cubicBezTo>
                <a:cubicBezTo>
                  <a:pt x="2250338" y="286024"/>
                  <a:pt x="2247961" y="288219"/>
                  <a:pt x="2245126" y="290048"/>
                </a:cubicBezTo>
                <a:lnTo>
                  <a:pt x="2240920" y="292699"/>
                </a:lnTo>
                <a:cubicBezTo>
                  <a:pt x="2238177" y="294437"/>
                  <a:pt x="2235159" y="295626"/>
                  <a:pt x="2231868" y="296174"/>
                </a:cubicBezTo>
                <a:cubicBezTo>
                  <a:pt x="2228576" y="296723"/>
                  <a:pt x="2225375" y="296631"/>
                  <a:pt x="2222175" y="295900"/>
                </a:cubicBezTo>
                <a:cubicBezTo>
                  <a:pt x="2218883" y="295168"/>
                  <a:pt x="2215957" y="293888"/>
                  <a:pt x="2213214" y="291968"/>
                </a:cubicBezTo>
                <a:cubicBezTo>
                  <a:pt x="2210562" y="290048"/>
                  <a:pt x="2208276" y="287670"/>
                  <a:pt x="2206539" y="284927"/>
                </a:cubicBezTo>
                <a:cubicBezTo>
                  <a:pt x="2204801" y="282092"/>
                  <a:pt x="2203613" y="279075"/>
                  <a:pt x="2203064" y="275874"/>
                </a:cubicBezTo>
                <a:cubicBezTo>
                  <a:pt x="2202515" y="272583"/>
                  <a:pt x="2202607" y="269382"/>
                  <a:pt x="2203338" y="266090"/>
                </a:cubicBezTo>
                <a:cubicBezTo>
                  <a:pt x="2204070" y="262890"/>
                  <a:pt x="2205350" y="259964"/>
                  <a:pt x="2207270" y="257221"/>
                </a:cubicBezTo>
                <a:cubicBezTo>
                  <a:pt x="2209190" y="254569"/>
                  <a:pt x="2211476" y="252283"/>
                  <a:pt x="2214311" y="250546"/>
                </a:cubicBezTo>
              </a:path>
              <a:path w="3889492" h="1195852">
                <a:moveTo>
                  <a:pt x="2222724" y="245242"/>
                </a:moveTo>
                <a:lnTo>
                  <a:pt x="2226930" y="242590"/>
                </a:lnTo>
                <a:cubicBezTo>
                  <a:pt x="2229764" y="240853"/>
                  <a:pt x="2232782" y="239664"/>
                  <a:pt x="2236074" y="239116"/>
                </a:cubicBezTo>
                <a:cubicBezTo>
                  <a:pt x="2239274" y="238567"/>
                  <a:pt x="2242566" y="238567"/>
                  <a:pt x="2245766" y="239298"/>
                </a:cubicBezTo>
                <a:cubicBezTo>
                  <a:pt x="2248967" y="240030"/>
                  <a:pt x="2251984" y="241402"/>
                  <a:pt x="2254636" y="243322"/>
                </a:cubicBezTo>
                <a:cubicBezTo>
                  <a:pt x="2257379" y="245151"/>
                  <a:pt x="2259574" y="247528"/>
                  <a:pt x="2261403" y="250363"/>
                </a:cubicBezTo>
                <a:cubicBezTo>
                  <a:pt x="2263140" y="253106"/>
                  <a:pt x="2264329" y="256123"/>
                  <a:pt x="2264877" y="259415"/>
                </a:cubicBezTo>
                <a:cubicBezTo>
                  <a:pt x="2265426" y="262616"/>
                  <a:pt x="2265335" y="265908"/>
                  <a:pt x="2264603" y="269108"/>
                </a:cubicBezTo>
                <a:cubicBezTo>
                  <a:pt x="2263872" y="272308"/>
                  <a:pt x="2262591" y="275326"/>
                  <a:pt x="2260671" y="277978"/>
                </a:cubicBezTo>
                <a:cubicBezTo>
                  <a:pt x="2258751" y="280721"/>
                  <a:pt x="2256373" y="282915"/>
                  <a:pt x="2253630" y="284653"/>
                </a:cubicBezTo>
                <a:lnTo>
                  <a:pt x="2249333" y="287304"/>
                </a:lnTo>
                <a:cubicBezTo>
                  <a:pt x="2246589" y="289133"/>
                  <a:pt x="2243572" y="290231"/>
                  <a:pt x="2240280" y="290871"/>
                </a:cubicBezTo>
                <a:cubicBezTo>
                  <a:pt x="2237080" y="291419"/>
                  <a:pt x="2233788" y="291328"/>
                  <a:pt x="2230587" y="290596"/>
                </a:cubicBezTo>
                <a:cubicBezTo>
                  <a:pt x="2227387" y="289865"/>
                  <a:pt x="2224369" y="288585"/>
                  <a:pt x="2221718" y="286664"/>
                </a:cubicBezTo>
                <a:cubicBezTo>
                  <a:pt x="2218974" y="284744"/>
                  <a:pt x="2216780" y="282367"/>
                  <a:pt x="2214951" y="279624"/>
                </a:cubicBezTo>
                <a:cubicBezTo>
                  <a:pt x="2213214" y="276789"/>
                  <a:pt x="2212025" y="273771"/>
                  <a:pt x="2211476" y="270480"/>
                </a:cubicBezTo>
                <a:cubicBezTo>
                  <a:pt x="2210928" y="267279"/>
                  <a:pt x="2211019" y="263987"/>
                  <a:pt x="2211751" y="260787"/>
                </a:cubicBezTo>
                <a:cubicBezTo>
                  <a:pt x="2212482" y="257586"/>
                  <a:pt x="2213762" y="254660"/>
                  <a:pt x="2215683" y="251917"/>
                </a:cubicBezTo>
                <a:cubicBezTo>
                  <a:pt x="2217603" y="249265"/>
                  <a:pt x="2219980" y="246979"/>
                  <a:pt x="2222724" y="245242"/>
                </a:cubicBezTo>
              </a:path>
              <a:path w="3889492" h="1195852">
                <a:moveTo>
                  <a:pt x="2231136" y="239939"/>
                </a:moveTo>
                <a:lnTo>
                  <a:pt x="2235434" y="237287"/>
                </a:lnTo>
                <a:cubicBezTo>
                  <a:pt x="2238177" y="235458"/>
                  <a:pt x="2241194" y="234361"/>
                  <a:pt x="2244486" y="233812"/>
                </a:cubicBezTo>
                <a:cubicBezTo>
                  <a:pt x="2247778" y="233172"/>
                  <a:pt x="2250978" y="233263"/>
                  <a:pt x="2254179" y="233995"/>
                </a:cubicBezTo>
                <a:cubicBezTo>
                  <a:pt x="2257471" y="234726"/>
                  <a:pt x="2260397" y="236098"/>
                  <a:pt x="2263049" y="237927"/>
                </a:cubicBezTo>
                <a:cubicBezTo>
                  <a:pt x="2265792" y="239847"/>
                  <a:pt x="2267986" y="242225"/>
                  <a:pt x="2269815" y="244968"/>
                </a:cubicBezTo>
                <a:cubicBezTo>
                  <a:pt x="2271552" y="247802"/>
                  <a:pt x="2272741" y="250820"/>
                  <a:pt x="2273290" y="254112"/>
                </a:cubicBezTo>
                <a:cubicBezTo>
                  <a:pt x="2273838" y="257312"/>
                  <a:pt x="2273747" y="260604"/>
                  <a:pt x="2273016" y="263804"/>
                </a:cubicBezTo>
                <a:cubicBezTo>
                  <a:pt x="2272284" y="267005"/>
                  <a:pt x="2271004" y="270022"/>
                  <a:pt x="2269084" y="272674"/>
                </a:cubicBezTo>
                <a:cubicBezTo>
                  <a:pt x="2267163" y="275417"/>
                  <a:pt x="2264786" y="277612"/>
                  <a:pt x="2262043" y="279349"/>
                </a:cubicBezTo>
                <a:lnTo>
                  <a:pt x="2257836" y="282001"/>
                </a:lnTo>
                <a:cubicBezTo>
                  <a:pt x="2255002" y="283830"/>
                  <a:pt x="2251984" y="284927"/>
                  <a:pt x="2248692" y="285476"/>
                </a:cubicBezTo>
                <a:cubicBezTo>
                  <a:pt x="2245492" y="286116"/>
                  <a:pt x="2242200" y="286024"/>
                  <a:pt x="2239000" y="285293"/>
                </a:cubicBezTo>
                <a:cubicBezTo>
                  <a:pt x="2235799" y="284561"/>
                  <a:pt x="2232782" y="283190"/>
                  <a:pt x="2230130" y="281361"/>
                </a:cubicBezTo>
                <a:cubicBezTo>
                  <a:pt x="2227387" y="279441"/>
                  <a:pt x="2225192" y="277063"/>
                  <a:pt x="2223455" y="274229"/>
                </a:cubicBezTo>
                <a:cubicBezTo>
                  <a:pt x="2221626" y="271485"/>
                  <a:pt x="2220438" y="268468"/>
                  <a:pt x="2219889" y="265176"/>
                </a:cubicBezTo>
                <a:cubicBezTo>
                  <a:pt x="2219340" y="261976"/>
                  <a:pt x="2219432" y="258684"/>
                  <a:pt x="2220163" y="255483"/>
                </a:cubicBezTo>
                <a:cubicBezTo>
                  <a:pt x="2220895" y="252283"/>
                  <a:pt x="2222175" y="249265"/>
                  <a:pt x="2224095" y="246614"/>
                </a:cubicBezTo>
                <a:cubicBezTo>
                  <a:pt x="2226015" y="243870"/>
                  <a:pt x="2228393" y="241676"/>
                  <a:pt x="2231136" y="239939"/>
                </a:cubicBezTo>
              </a:path>
              <a:path w="3889492" h="1195852">
                <a:moveTo>
                  <a:pt x="2239640" y="234635"/>
                </a:moveTo>
                <a:lnTo>
                  <a:pt x="2243846" y="231892"/>
                </a:lnTo>
                <a:cubicBezTo>
                  <a:pt x="2246589" y="230154"/>
                  <a:pt x="2249607" y="228966"/>
                  <a:pt x="2252899" y="228417"/>
                </a:cubicBezTo>
                <a:cubicBezTo>
                  <a:pt x="2256191" y="227868"/>
                  <a:pt x="2259391" y="227960"/>
                  <a:pt x="2262591" y="228691"/>
                </a:cubicBezTo>
                <a:cubicBezTo>
                  <a:pt x="2265883" y="229423"/>
                  <a:pt x="2268809" y="230703"/>
                  <a:pt x="2271552" y="232623"/>
                </a:cubicBezTo>
                <a:cubicBezTo>
                  <a:pt x="2274204" y="234544"/>
                  <a:pt x="2276490" y="236921"/>
                  <a:pt x="2278228" y="239664"/>
                </a:cubicBezTo>
                <a:cubicBezTo>
                  <a:pt x="2279965" y="242499"/>
                  <a:pt x="2281154" y="245516"/>
                  <a:pt x="2281702" y="248808"/>
                </a:cubicBezTo>
                <a:cubicBezTo>
                  <a:pt x="2282251" y="252009"/>
                  <a:pt x="2282160" y="255300"/>
                  <a:pt x="2281428" y="258501"/>
                </a:cubicBezTo>
                <a:cubicBezTo>
                  <a:pt x="2280696" y="261701"/>
                  <a:pt x="2279416" y="264627"/>
                  <a:pt x="2277496" y="267371"/>
                </a:cubicBezTo>
                <a:cubicBezTo>
                  <a:pt x="2275576" y="270022"/>
                  <a:pt x="2273290" y="272308"/>
                  <a:pt x="2270455" y="274046"/>
                </a:cubicBezTo>
                <a:lnTo>
                  <a:pt x="2266249" y="276697"/>
                </a:lnTo>
                <a:cubicBezTo>
                  <a:pt x="2263414" y="278435"/>
                  <a:pt x="2260397" y="279624"/>
                  <a:pt x="2257196" y="280172"/>
                </a:cubicBezTo>
                <a:cubicBezTo>
                  <a:pt x="2253905" y="280721"/>
                  <a:pt x="2250704" y="280629"/>
                  <a:pt x="2247412" y="279989"/>
                </a:cubicBezTo>
                <a:cubicBezTo>
                  <a:pt x="2244212" y="279258"/>
                  <a:pt x="2241286" y="277886"/>
                  <a:pt x="2238543" y="275966"/>
                </a:cubicBezTo>
                <a:cubicBezTo>
                  <a:pt x="2235799" y="274137"/>
                  <a:pt x="2233605" y="271760"/>
                  <a:pt x="2231868" y="268925"/>
                </a:cubicBezTo>
                <a:cubicBezTo>
                  <a:pt x="2230039" y="266182"/>
                  <a:pt x="2228941" y="263164"/>
                  <a:pt x="2228393" y="259872"/>
                </a:cubicBezTo>
                <a:cubicBezTo>
                  <a:pt x="2227753" y="256672"/>
                  <a:pt x="2227844" y="253380"/>
                  <a:pt x="2228576" y="250180"/>
                </a:cubicBezTo>
                <a:cubicBezTo>
                  <a:pt x="2229307" y="246979"/>
                  <a:pt x="2230679" y="243962"/>
                  <a:pt x="2232599" y="241310"/>
                </a:cubicBezTo>
                <a:cubicBezTo>
                  <a:pt x="2234428" y="238567"/>
                  <a:pt x="2236805" y="236372"/>
                  <a:pt x="2239640" y="234635"/>
                </a:cubicBezTo>
              </a:path>
              <a:path w="3889492" h="1195852">
                <a:moveTo>
                  <a:pt x="2248052" y="229240"/>
                </a:moveTo>
                <a:lnTo>
                  <a:pt x="2252259" y="226588"/>
                </a:lnTo>
                <a:cubicBezTo>
                  <a:pt x="2255093" y="224851"/>
                  <a:pt x="2258111" y="223662"/>
                  <a:pt x="2261311" y="223114"/>
                </a:cubicBezTo>
                <a:cubicBezTo>
                  <a:pt x="2264603" y="222565"/>
                  <a:pt x="2267803" y="222656"/>
                  <a:pt x="2271095" y="223388"/>
                </a:cubicBezTo>
                <a:cubicBezTo>
                  <a:pt x="2274296" y="224119"/>
                  <a:pt x="2277222" y="225400"/>
                  <a:pt x="2279965" y="227320"/>
                </a:cubicBezTo>
                <a:cubicBezTo>
                  <a:pt x="2282617" y="229240"/>
                  <a:pt x="2284903" y="231618"/>
                  <a:pt x="2286640" y="234361"/>
                </a:cubicBezTo>
                <a:cubicBezTo>
                  <a:pt x="2288469" y="237195"/>
                  <a:pt x="2289566" y="240213"/>
                  <a:pt x="2290115" y="243413"/>
                </a:cubicBezTo>
                <a:cubicBezTo>
                  <a:pt x="2290755" y="246705"/>
                  <a:pt x="2290663" y="249906"/>
                  <a:pt x="2289932" y="253197"/>
                </a:cubicBezTo>
                <a:cubicBezTo>
                  <a:pt x="2289200" y="256398"/>
                  <a:pt x="2287829" y="259324"/>
                  <a:pt x="2285909" y="262067"/>
                </a:cubicBezTo>
                <a:cubicBezTo>
                  <a:pt x="2284080" y="264719"/>
                  <a:pt x="2281702" y="267005"/>
                  <a:pt x="2278868" y="268742"/>
                </a:cubicBezTo>
                <a:lnTo>
                  <a:pt x="2274661" y="271394"/>
                </a:lnTo>
                <a:cubicBezTo>
                  <a:pt x="2271918" y="273131"/>
                  <a:pt x="2268809" y="274320"/>
                  <a:pt x="2265609" y="274869"/>
                </a:cubicBezTo>
                <a:cubicBezTo>
                  <a:pt x="2262317" y="275417"/>
                  <a:pt x="2259117" y="275326"/>
                  <a:pt x="2255825" y="274594"/>
                </a:cubicBezTo>
                <a:cubicBezTo>
                  <a:pt x="2252624" y="273863"/>
                  <a:pt x="2249698" y="272583"/>
                  <a:pt x="2246955" y="270662"/>
                </a:cubicBezTo>
                <a:cubicBezTo>
                  <a:pt x="2244303" y="268742"/>
                  <a:pt x="2242017" y="266456"/>
                  <a:pt x="2240280" y="263622"/>
                </a:cubicBezTo>
                <a:cubicBezTo>
                  <a:pt x="2238543" y="260878"/>
                  <a:pt x="2237354" y="257861"/>
                  <a:pt x="2236805" y="254569"/>
                </a:cubicBezTo>
                <a:cubicBezTo>
                  <a:pt x="2236257" y="251277"/>
                  <a:pt x="2236348" y="248077"/>
                  <a:pt x="2237080" y="244876"/>
                </a:cubicBezTo>
                <a:cubicBezTo>
                  <a:pt x="2237720" y="241584"/>
                  <a:pt x="2239091" y="238658"/>
                  <a:pt x="2241012" y="236007"/>
                </a:cubicBezTo>
                <a:cubicBezTo>
                  <a:pt x="2242932" y="233263"/>
                  <a:pt x="2245218" y="231069"/>
                  <a:pt x="2248052" y="229240"/>
                </a:cubicBezTo>
              </a:path>
              <a:path w="3889492" h="1195852">
                <a:moveTo>
                  <a:pt x="2256465" y="223937"/>
                </a:moveTo>
                <a:lnTo>
                  <a:pt x="2260671" y="221285"/>
                </a:lnTo>
                <a:cubicBezTo>
                  <a:pt x="2263506" y="219547"/>
                  <a:pt x="2266523" y="218359"/>
                  <a:pt x="2269815" y="217810"/>
                </a:cubicBezTo>
                <a:cubicBezTo>
                  <a:pt x="2273016" y="217261"/>
                  <a:pt x="2276307" y="217353"/>
                  <a:pt x="2279508" y="218084"/>
                </a:cubicBezTo>
                <a:cubicBezTo>
                  <a:pt x="2282708" y="218816"/>
                  <a:pt x="2285726" y="220096"/>
                  <a:pt x="2288377" y="222016"/>
                </a:cubicBezTo>
                <a:cubicBezTo>
                  <a:pt x="2291121" y="223937"/>
                  <a:pt x="2293315" y="226223"/>
                  <a:pt x="2295053" y="229057"/>
                </a:cubicBezTo>
                <a:cubicBezTo>
                  <a:pt x="2296881" y="231800"/>
                  <a:pt x="2297979" y="234909"/>
                  <a:pt x="2298619" y="238110"/>
                </a:cubicBezTo>
                <a:cubicBezTo>
                  <a:pt x="2299167" y="241402"/>
                  <a:pt x="2299076" y="244602"/>
                  <a:pt x="2298344" y="247802"/>
                </a:cubicBezTo>
                <a:cubicBezTo>
                  <a:pt x="2297613" y="251094"/>
                  <a:pt x="2296241" y="254020"/>
                  <a:pt x="2294412" y="256672"/>
                </a:cubicBezTo>
                <a:cubicBezTo>
                  <a:pt x="2292492" y="259415"/>
                  <a:pt x="2290115" y="261610"/>
                  <a:pt x="2287372" y="263439"/>
                </a:cubicBezTo>
                <a:lnTo>
                  <a:pt x="2283074" y="266090"/>
                </a:lnTo>
                <a:cubicBezTo>
                  <a:pt x="2280331" y="267828"/>
                  <a:pt x="2277313" y="269016"/>
                  <a:pt x="2274021" y="269565"/>
                </a:cubicBezTo>
                <a:cubicBezTo>
                  <a:pt x="2270730" y="270114"/>
                  <a:pt x="2267529" y="270022"/>
                  <a:pt x="2264329" y="269291"/>
                </a:cubicBezTo>
                <a:cubicBezTo>
                  <a:pt x="2261037" y="268559"/>
                  <a:pt x="2258111" y="267279"/>
                  <a:pt x="2255368" y="265359"/>
                </a:cubicBezTo>
                <a:cubicBezTo>
                  <a:pt x="2252716" y="263439"/>
                  <a:pt x="2250430" y="261061"/>
                  <a:pt x="2248692" y="258318"/>
                </a:cubicBezTo>
                <a:cubicBezTo>
                  <a:pt x="2246955" y="255483"/>
                  <a:pt x="2245766" y="252466"/>
                  <a:pt x="2245218" y="249265"/>
                </a:cubicBezTo>
                <a:cubicBezTo>
                  <a:pt x="2244669" y="245974"/>
                  <a:pt x="2244761" y="242773"/>
                  <a:pt x="2245492" y="239481"/>
                </a:cubicBezTo>
                <a:cubicBezTo>
                  <a:pt x="2246224" y="236281"/>
                  <a:pt x="2247504" y="233355"/>
                  <a:pt x="2249424" y="230612"/>
                </a:cubicBezTo>
                <a:cubicBezTo>
                  <a:pt x="2251344" y="227960"/>
                  <a:pt x="2253722" y="225674"/>
                  <a:pt x="2256465" y="223937"/>
                </a:cubicBezTo>
              </a:path>
              <a:path w="3889492" h="1195852">
                <a:moveTo>
                  <a:pt x="2264877" y="218633"/>
                </a:moveTo>
                <a:lnTo>
                  <a:pt x="2269084" y="215981"/>
                </a:lnTo>
                <a:cubicBezTo>
                  <a:pt x="2271918" y="214244"/>
                  <a:pt x="2274936" y="213055"/>
                  <a:pt x="2278228" y="212507"/>
                </a:cubicBezTo>
                <a:cubicBezTo>
                  <a:pt x="2281428" y="211958"/>
                  <a:pt x="2284720" y="212049"/>
                  <a:pt x="2287920" y="212781"/>
                </a:cubicBezTo>
                <a:cubicBezTo>
                  <a:pt x="2291121" y="213421"/>
                  <a:pt x="2294138" y="214793"/>
                  <a:pt x="2296790" y="216713"/>
                </a:cubicBezTo>
                <a:cubicBezTo>
                  <a:pt x="2299533" y="218633"/>
                  <a:pt x="2301728" y="220919"/>
                  <a:pt x="2303556" y="223754"/>
                </a:cubicBezTo>
                <a:cubicBezTo>
                  <a:pt x="2305294" y="226497"/>
                  <a:pt x="2306483" y="229514"/>
                  <a:pt x="2307031" y="232806"/>
                </a:cubicBezTo>
                <a:cubicBezTo>
                  <a:pt x="2307580" y="236098"/>
                  <a:pt x="2307488" y="239298"/>
                  <a:pt x="2306757" y="242499"/>
                </a:cubicBezTo>
                <a:cubicBezTo>
                  <a:pt x="2306025" y="245699"/>
                  <a:pt x="2304745" y="248717"/>
                  <a:pt x="2302825" y="251369"/>
                </a:cubicBezTo>
                <a:cubicBezTo>
                  <a:pt x="2300905" y="254112"/>
                  <a:pt x="2298527" y="256306"/>
                  <a:pt x="2295784" y="258135"/>
                </a:cubicBezTo>
                <a:lnTo>
                  <a:pt x="2291578" y="260787"/>
                </a:lnTo>
                <a:cubicBezTo>
                  <a:pt x="2288743" y="262524"/>
                  <a:pt x="2285726" y="263713"/>
                  <a:pt x="2282434" y="264262"/>
                </a:cubicBezTo>
                <a:cubicBezTo>
                  <a:pt x="2279233" y="264810"/>
                  <a:pt x="2275942" y="264719"/>
                  <a:pt x="2272741" y="263987"/>
                </a:cubicBezTo>
                <a:cubicBezTo>
                  <a:pt x="2269541" y="263256"/>
                  <a:pt x="2266523" y="261976"/>
                  <a:pt x="2263872" y="260055"/>
                </a:cubicBezTo>
                <a:cubicBezTo>
                  <a:pt x="2261128" y="258135"/>
                  <a:pt x="2258934" y="255758"/>
                  <a:pt x="2257105" y="253014"/>
                </a:cubicBezTo>
                <a:cubicBezTo>
                  <a:pt x="2255368" y="250180"/>
                  <a:pt x="2254179" y="247162"/>
                  <a:pt x="2253630" y="243962"/>
                </a:cubicBezTo>
                <a:cubicBezTo>
                  <a:pt x="2253082" y="240670"/>
                  <a:pt x="2253173" y="237470"/>
                  <a:pt x="2253905" y="234178"/>
                </a:cubicBezTo>
                <a:cubicBezTo>
                  <a:pt x="2254636" y="230977"/>
                  <a:pt x="2255916" y="228051"/>
                  <a:pt x="2257836" y="225308"/>
                </a:cubicBezTo>
                <a:cubicBezTo>
                  <a:pt x="2259757" y="222656"/>
                  <a:pt x="2262134" y="220370"/>
                  <a:pt x="2264877" y="218633"/>
                </a:cubicBezTo>
              </a:path>
              <a:path w="3889492" h="1195852">
                <a:moveTo>
                  <a:pt x="2273381" y="213330"/>
                </a:moveTo>
                <a:lnTo>
                  <a:pt x="2277588" y="210678"/>
                </a:lnTo>
                <a:cubicBezTo>
                  <a:pt x="2280331" y="208849"/>
                  <a:pt x="2283348" y="207752"/>
                  <a:pt x="2286640" y="207203"/>
                </a:cubicBezTo>
                <a:cubicBezTo>
                  <a:pt x="2289932" y="206563"/>
                  <a:pt x="2293132" y="206654"/>
                  <a:pt x="2296333" y="207386"/>
                </a:cubicBezTo>
                <a:cubicBezTo>
                  <a:pt x="2299625" y="208117"/>
                  <a:pt x="2302551" y="209489"/>
                  <a:pt x="2305294" y="211409"/>
                </a:cubicBezTo>
                <a:cubicBezTo>
                  <a:pt x="2307946" y="213238"/>
                  <a:pt x="2310232" y="215616"/>
                  <a:pt x="2311969" y="218450"/>
                </a:cubicBezTo>
                <a:cubicBezTo>
                  <a:pt x="2313706" y="221193"/>
                  <a:pt x="2314895" y="224211"/>
                  <a:pt x="2315444" y="227503"/>
                </a:cubicBezTo>
                <a:cubicBezTo>
                  <a:pt x="2315992" y="230703"/>
                  <a:pt x="2315901" y="233995"/>
                  <a:pt x="2315169" y="237195"/>
                </a:cubicBezTo>
                <a:cubicBezTo>
                  <a:pt x="2314438" y="240396"/>
                  <a:pt x="2313158" y="243413"/>
                  <a:pt x="2311237" y="246065"/>
                </a:cubicBezTo>
                <a:cubicBezTo>
                  <a:pt x="2309317" y="248808"/>
                  <a:pt x="2307031" y="251003"/>
                  <a:pt x="2304197" y="252740"/>
                </a:cubicBezTo>
                <a:lnTo>
                  <a:pt x="2299990" y="255392"/>
                </a:lnTo>
                <a:cubicBezTo>
                  <a:pt x="2297156" y="257221"/>
                  <a:pt x="2294138" y="258318"/>
                  <a:pt x="2290938" y="258958"/>
                </a:cubicBezTo>
                <a:cubicBezTo>
                  <a:pt x="2287646" y="259507"/>
                  <a:pt x="2284354" y="259415"/>
                  <a:pt x="2281154" y="258684"/>
                </a:cubicBezTo>
                <a:cubicBezTo>
                  <a:pt x="2277953" y="257952"/>
                  <a:pt x="2274936" y="256581"/>
                  <a:pt x="2272284" y="254752"/>
                </a:cubicBezTo>
                <a:cubicBezTo>
                  <a:pt x="2269541" y="252832"/>
                  <a:pt x="2267346" y="250454"/>
                  <a:pt x="2265609" y="247711"/>
                </a:cubicBezTo>
                <a:cubicBezTo>
                  <a:pt x="2263780" y="244876"/>
                  <a:pt x="2262683" y="241859"/>
                  <a:pt x="2262043" y="238567"/>
                </a:cubicBezTo>
                <a:cubicBezTo>
                  <a:pt x="2261494" y="235367"/>
                  <a:pt x="2261586" y="232075"/>
                  <a:pt x="2262317" y="228874"/>
                </a:cubicBezTo>
                <a:cubicBezTo>
                  <a:pt x="2263049" y="225674"/>
                  <a:pt x="2264420" y="222748"/>
                  <a:pt x="2266249" y="220005"/>
                </a:cubicBezTo>
                <a:cubicBezTo>
                  <a:pt x="2268169" y="217353"/>
                  <a:pt x="2270547" y="215067"/>
                  <a:pt x="2273381" y="213330"/>
                </a:cubicBezTo>
              </a:path>
              <a:path w="3889492" h="1195852">
                <a:moveTo>
                  <a:pt x="2281794" y="208026"/>
                </a:moveTo>
                <a:lnTo>
                  <a:pt x="2286000" y="205374"/>
                </a:lnTo>
                <a:cubicBezTo>
                  <a:pt x="2288835" y="203545"/>
                  <a:pt x="2291852" y="202448"/>
                  <a:pt x="2295053" y="201808"/>
                </a:cubicBezTo>
                <a:cubicBezTo>
                  <a:pt x="2298344" y="201259"/>
                  <a:pt x="2301545" y="201351"/>
                  <a:pt x="2304837" y="202082"/>
                </a:cubicBezTo>
                <a:cubicBezTo>
                  <a:pt x="2308037" y="202814"/>
                  <a:pt x="2310963" y="204186"/>
                  <a:pt x="2313706" y="206014"/>
                </a:cubicBezTo>
                <a:cubicBezTo>
                  <a:pt x="2316358" y="207935"/>
                  <a:pt x="2318644" y="210312"/>
                  <a:pt x="2320381" y="213055"/>
                </a:cubicBezTo>
                <a:cubicBezTo>
                  <a:pt x="2322119" y="215890"/>
                  <a:pt x="2323308" y="218907"/>
                  <a:pt x="2323856" y="222199"/>
                </a:cubicBezTo>
                <a:cubicBezTo>
                  <a:pt x="2324405" y="225400"/>
                  <a:pt x="2324405" y="228691"/>
                  <a:pt x="2323673" y="231892"/>
                </a:cubicBezTo>
                <a:cubicBezTo>
                  <a:pt x="2322942" y="235092"/>
                  <a:pt x="2321570" y="238018"/>
                  <a:pt x="2319650" y="240762"/>
                </a:cubicBezTo>
                <a:cubicBezTo>
                  <a:pt x="2317730" y="243413"/>
                  <a:pt x="2315444" y="245699"/>
                  <a:pt x="2312609" y="247437"/>
                </a:cubicBezTo>
                <a:lnTo>
                  <a:pt x="2308403" y="250088"/>
                </a:lnTo>
                <a:cubicBezTo>
                  <a:pt x="2305568" y="251917"/>
                  <a:pt x="2302551" y="253014"/>
                  <a:pt x="2299350" y="253563"/>
                </a:cubicBezTo>
                <a:cubicBezTo>
                  <a:pt x="2296058" y="254203"/>
                  <a:pt x="2292858" y="254112"/>
                  <a:pt x="2289566" y="253380"/>
                </a:cubicBezTo>
                <a:cubicBezTo>
                  <a:pt x="2286366" y="252649"/>
                  <a:pt x="2283440" y="251277"/>
                  <a:pt x="2280696" y="249357"/>
                </a:cubicBezTo>
                <a:cubicBezTo>
                  <a:pt x="2278045" y="247528"/>
                  <a:pt x="2275759" y="245151"/>
                  <a:pt x="2274021" y="242316"/>
                </a:cubicBezTo>
                <a:cubicBezTo>
                  <a:pt x="2272284" y="239573"/>
                  <a:pt x="2271095" y="236555"/>
                  <a:pt x="2270547" y="233263"/>
                </a:cubicBezTo>
                <a:cubicBezTo>
                  <a:pt x="2269998" y="230063"/>
                  <a:pt x="2269998" y="226771"/>
                  <a:pt x="2270730" y="223571"/>
                </a:cubicBezTo>
                <a:cubicBezTo>
                  <a:pt x="2271461" y="220370"/>
                  <a:pt x="2272833" y="217353"/>
                  <a:pt x="2274753" y="214701"/>
                </a:cubicBezTo>
                <a:cubicBezTo>
                  <a:pt x="2276673" y="211958"/>
                  <a:pt x="2278959" y="209763"/>
                  <a:pt x="2281794" y="208026"/>
                </a:cubicBezTo>
              </a:path>
              <a:path w="3889492" h="1195852">
                <a:moveTo>
                  <a:pt x="2290206" y="202631"/>
                </a:moveTo>
                <a:lnTo>
                  <a:pt x="2294412" y="199979"/>
                </a:lnTo>
                <a:cubicBezTo>
                  <a:pt x="2297247" y="198242"/>
                  <a:pt x="2300265" y="197053"/>
                  <a:pt x="2303465" y="196505"/>
                </a:cubicBezTo>
                <a:cubicBezTo>
                  <a:pt x="2306757" y="195956"/>
                  <a:pt x="2310049" y="196047"/>
                  <a:pt x="2313249" y="196779"/>
                </a:cubicBezTo>
                <a:cubicBezTo>
                  <a:pt x="2316450" y="197510"/>
                  <a:pt x="2319467" y="198791"/>
                  <a:pt x="2322119" y="200711"/>
                </a:cubicBezTo>
                <a:cubicBezTo>
                  <a:pt x="2324862" y="202631"/>
                  <a:pt x="2327057" y="205008"/>
                  <a:pt x="2328794" y="207752"/>
                </a:cubicBezTo>
                <a:cubicBezTo>
                  <a:pt x="2330623" y="210586"/>
                  <a:pt x="2331720" y="213604"/>
                  <a:pt x="2332360" y="216804"/>
                </a:cubicBezTo>
                <a:cubicBezTo>
                  <a:pt x="2332909" y="220096"/>
                  <a:pt x="2332817" y="223296"/>
                  <a:pt x="2332086" y="226588"/>
                </a:cubicBezTo>
                <a:cubicBezTo>
                  <a:pt x="2331354" y="229789"/>
                  <a:pt x="2329983" y="232715"/>
                  <a:pt x="2328154" y="235458"/>
                </a:cubicBezTo>
                <a:cubicBezTo>
                  <a:pt x="2326234" y="238110"/>
                  <a:pt x="2323856" y="240396"/>
                  <a:pt x="2321022" y="242133"/>
                </a:cubicBezTo>
                <a:lnTo>
                  <a:pt x="2316815" y="244785"/>
                </a:lnTo>
                <a:cubicBezTo>
                  <a:pt x="2314072" y="246522"/>
                  <a:pt x="2311055" y="247711"/>
                  <a:pt x="2307763" y="248260"/>
                </a:cubicBezTo>
                <a:cubicBezTo>
                  <a:pt x="2304471" y="248808"/>
                  <a:pt x="2301270" y="248717"/>
                  <a:pt x="2298070" y="247985"/>
                </a:cubicBezTo>
                <a:cubicBezTo>
                  <a:pt x="2294778" y="247345"/>
                  <a:pt x="2291852" y="245974"/>
                  <a:pt x="2289109" y="244053"/>
                </a:cubicBezTo>
                <a:cubicBezTo>
                  <a:pt x="2286457" y="242133"/>
                  <a:pt x="2284171" y="239847"/>
                  <a:pt x="2282434" y="237012"/>
                </a:cubicBezTo>
                <a:cubicBezTo>
                  <a:pt x="2280696" y="234269"/>
                  <a:pt x="2279508" y="231252"/>
                  <a:pt x="2278959" y="227960"/>
                </a:cubicBezTo>
                <a:cubicBezTo>
                  <a:pt x="2278410" y="224668"/>
                  <a:pt x="2278502" y="221468"/>
                  <a:pt x="2279233" y="218267"/>
                </a:cubicBezTo>
                <a:cubicBezTo>
                  <a:pt x="2279965" y="215067"/>
                  <a:pt x="2281245" y="212049"/>
                  <a:pt x="2283165" y="209398"/>
                </a:cubicBezTo>
                <a:cubicBezTo>
                  <a:pt x="2285086" y="206654"/>
                  <a:pt x="2287372" y="204460"/>
                  <a:pt x="2290206" y="202631"/>
                </a:cubicBezTo>
              </a:path>
              <a:path w="3889492" h="1195852">
                <a:moveTo>
                  <a:pt x="2298619" y="197328"/>
                </a:moveTo>
                <a:lnTo>
                  <a:pt x="2302825" y="194676"/>
                </a:lnTo>
                <a:cubicBezTo>
                  <a:pt x="2305660" y="192938"/>
                  <a:pt x="2308677" y="191750"/>
                  <a:pt x="2311969" y="191201"/>
                </a:cubicBezTo>
                <a:cubicBezTo>
                  <a:pt x="2315169" y="190652"/>
                  <a:pt x="2318461" y="190744"/>
                  <a:pt x="2321662" y="191475"/>
                </a:cubicBezTo>
                <a:cubicBezTo>
                  <a:pt x="2324862" y="192207"/>
                  <a:pt x="2327880" y="193487"/>
                  <a:pt x="2330531" y="195407"/>
                </a:cubicBezTo>
                <a:cubicBezTo>
                  <a:pt x="2333274" y="197328"/>
                  <a:pt x="2335469" y="199705"/>
                  <a:pt x="2337298" y="202448"/>
                </a:cubicBezTo>
                <a:cubicBezTo>
                  <a:pt x="2339035" y="205283"/>
                  <a:pt x="2340224" y="208300"/>
                  <a:pt x="2340773" y="211501"/>
                </a:cubicBezTo>
                <a:cubicBezTo>
                  <a:pt x="2341321" y="214793"/>
                  <a:pt x="2341230" y="217993"/>
                  <a:pt x="2340498" y="221193"/>
                </a:cubicBezTo>
                <a:cubicBezTo>
                  <a:pt x="2339767" y="224485"/>
                  <a:pt x="2338487" y="227411"/>
                  <a:pt x="2336566" y="230154"/>
                </a:cubicBezTo>
                <a:cubicBezTo>
                  <a:pt x="2334646" y="232806"/>
                  <a:pt x="2332269" y="235092"/>
                  <a:pt x="2329525" y="236830"/>
                </a:cubicBezTo>
                <a:lnTo>
                  <a:pt x="2325319" y="239481"/>
                </a:lnTo>
                <a:cubicBezTo>
                  <a:pt x="2322485" y="241219"/>
                  <a:pt x="2319467" y="242407"/>
                  <a:pt x="2316175" y="242956"/>
                </a:cubicBezTo>
                <a:cubicBezTo>
                  <a:pt x="2312975" y="243505"/>
                  <a:pt x="2309683" y="243413"/>
                  <a:pt x="2306483" y="242682"/>
                </a:cubicBezTo>
                <a:cubicBezTo>
                  <a:pt x="2303282" y="241950"/>
                  <a:pt x="2300265" y="240670"/>
                  <a:pt x="2297613" y="238750"/>
                </a:cubicBezTo>
                <a:cubicBezTo>
                  <a:pt x="2294870" y="236830"/>
                  <a:pt x="2292675" y="234544"/>
                  <a:pt x="2290846" y="231709"/>
                </a:cubicBezTo>
                <a:cubicBezTo>
                  <a:pt x="2289109" y="228874"/>
                  <a:pt x="2287920" y="225857"/>
                  <a:pt x="2287372" y="222656"/>
                </a:cubicBezTo>
                <a:cubicBezTo>
                  <a:pt x="2286823" y="219365"/>
                  <a:pt x="2286914" y="216164"/>
                  <a:pt x="2287646" y="212964"/>
                </a:cubicBezTo>
                <a:cubicBezTo>
                  <a:pt x="2288377" y="209672"/>
                  <a:pt x="2289658" y="206746"/>
                  <a:pt x="2291578" y="204003"/>
                </a:cubicBezTo>
                <a:cubicBezTo>
                  <a:pt x="2293498" y="201351"/>
                  <a:pt x="2295876" y="199156"/>
                  <a:pt x="2298619" y="197328"/>
                </a:cubicBezTo>
              </a:path>
              <a:path w="3889492" h="1195852">
                <a:moveTo>
                  <a:pt x="2307031" y="192024"/>
                </a:moveTo>
                <a:lnTo>
                  <a:pt x="2311329" y="189372"/>
                </a:lnTo>
                <a:cubicBezTo>
                  <a:pt x="2314072" y="187635"/>
                  <a:pt x="2317090" y="186446"/>
                  <a:pt x="2320381" y="185898"/>
                </a:cubicBezTo>
                <a:cubicBezTo>
                  <a:pt x="2323673" y="185349"/>
                  <a:pt x="2326874" y="185440"/>
                  <a:pt x="2330074" y="186172"/>
                </a:cubicBezTo>
                <a:cubicBezTo>
                  <a:pt x="2333366" y="186903"/>
                  <a:pt x="2336292" y="188184"/>
                  <a:pt x="2339035" y="190104"/>
                </a:cubicBezTo>
                <a:cubicBezTo>
                  <a:pt x="2341687" y="192024"/>
                  <a:pt x="2343973" y="194310"/>
                  <a:pt x="2345710" y="197145"/>
                </a:cubicBezTo>
                <a:cubicBezTo>
                  <a:pt x="2347448" y="199888"/>
                  <a:pt x="2348636" y="202905"/>
                  <a:pt x="2349185" y="206197"/>
                </a:cubicBezTo>
                <a:cubicBezTo>
                  <a:pt x="2349734" y="209489"/>
                  <a:pt x="2349642" y="212689"/>
                  <a:pt x="2348911" y="215890"/>
                </a:cubicBezTo>
                <a:cubicBezTo>
                  <a:pt x="2348179" y="219182"/>
                  <a:pt x="2346899" y="222108"/>
                  <a:pt x="2344979" y="224760"/>
                </a:cubicBezTo>
                <a:cubicBezTo>
                  <a:pt x="2343059" y="227503"/>
                  <a:pt x="2340681" y="229697"/>
                  <a:pt x="2337938" y="231526"/>
                </a:cubicBezTo>
                <a:lnTo>
                  <a:pt x="2333732" y="234178"/>
                </a:lnTo>
                <a:cubicBezTo>
                  <a:pt x="2330897" y="235915"/>
                  <a:pt x="2327880" y="237104"/>
                  <a:pt x="2324588" y="237653"/>
                </a:cubicBezTo>
                <a:cubicBezTo>
                  <a:pt x="2321387" y="238201"/>
                  <a:pt x="2318095" y="238110"/>
                  <a:pt x="2314895" y="237378"/>
                </a:cubicBezTo>
                <a:cubicBezTo>
                  <a:pt x="2311695" y="236647"/>
                  <a:pt x="2308677" y="235367"/>
                  <a:pt x="2306025" y="233446"/>
                </a:cubicBezTo>
                <a:cubicBezTo>
                  <a:pt x="2303282" y="231526"/>
                  <a:pt x="2301088" y="229149"/>
                  <a:pt x="2299350" y="226405"/>
                </a:cubicBezTo>
                <a:cubicBezTo>
                  <a:pt x="2297521" y="223571"/>
                  <a:pt x="2296424" y="220553"/>
                  <a:pt x="2295784" y="217353"/>
                </a:cubicBezTo>
                <a:cubicBezTo>
                  <a:pt x="2295235" y="214061"/>
                  <a:pt x="2295327" y="210861"/>
                  <a:pt x="2296058" y="207569"/>
                </a:cubicBezTo>
                <a:cubicBezTo>
                  <a:pt x="2296790" y="204368"/>
                  <a:pt x="2298070" y="201442"/>
                  <a:pt x="2299990" y="198699"/>
                </a:cubicBezTo>
                <a:cubicBezTo>
                  <a:pt x="2301911" y="196047"/>
                  <a:pt x="2304288" y="193761"/>
                  <a:pt x="2307031" y="192024"/>
                </a:cubicBezTo>
              </a:path>
              <a:path w="3889492" h="1195852">
                <a:moveTo>
                  <a:pt x="2315535" y="186720"/>
                </a:moveTo>
                <a:lnTo>
                  <a:pt x="2319741" y="184069"/>
                </a:lnTo>
                <a:cubicBezTo>
                  <a:pt x="2322485" y="182331"/>
                  <a:pt x="2325594" y="181143"/>
                  <a:pt x="2328794" y="180594"/>
                </a:cubicBezTo>
                <a:cubicBezTo>
                  <a:pt x="2332086" y="180045"/>
                  <a:pt x="2335286" y="180045"/>
                  <a:pt x="2338578" y="180777"/>
                </a:cubicBezTo>
                <a:cubicBezTo>
                  <a:pt x="2341778" y="181508"/>
                  <a:pt x="2344704" y="182880"/>
                  <a:pt x="2347448" y="184800"/>
                </a:cubicBezTo>
                <a:cubicBezTo>
                  <a:pt x="2350099" y="186629"/>
                  <a:pt x="2352385" y="189006"/>
                  <a:pt x="2354123" y="191841"/>
                </a:cubicBezTo>
                <a:cubicBezTo>
                  <a:pt x="2355860" y="194584"/>
                  <a:pt x="2357049" y="197602"/>
                  <a:pt x="2357598" y="200894"/>
                </a:cubicBezTo>
                <a:cubicBezTo>
                  <a:pt x="2358146" y="204094"/>
                  <a:pt x="2358055" y="207386"/>
                  <a:pt x="2357323" y="210586"/>
                </a:cubicBezTo>
                <a:cubicBezTo>
                  <a:pt x="2356683" y="213787"/>
                  <a:pt x="2355312" y="216804"/>
                  <a:pt x="2353391" y="219456"/>
                </a:cubicBezTo>
                <a:cubicBezTo>
                  <a:pt x="2351471" y="222199"/>
                  <a:pt x="2349185" y="224394"/>
                  <a:pt x="2346350" y="226131"/>
                </a:cubicBezTo>
                <a:lnTo>
                  <a:pt x="2342144" y="228874"/>
                </a:lnTo>
                <a:cubicBezTo>
                  <a:pt x="2339310" y="230612"/>
                  <a:pt x="2336292" y="231800"/>
                  <a:pt x="2333092" y="232349"/>
                </a:cubicBezTo>
                <a:cubicBezTo>
                  <a:pt x="2329800" y="232898"/>
                  <a:pt x="2326599" y="232806"/>
                  <a:pt x="2323308" y="232075"/>
                </a:cubicBezTo>
                <a:cubicBezTo>
                  <a:pt x="2320107" y="231343"/>
                  <a:pt x="2317181" y="230063"/>
                  <a:pt x="2314438" y="228143"/>
                </a:cubicBezTo>
                <a:cubicBezTo>
                  <a:pt x="2311786" y="226223"/>
                  <a:pt x="2309500" y="223845"/>
                  <a:pt x="2307763" y="221102"/>
                </a:cubicBezTo>
                <a:cubicBezTo>
                  <a:pt x="2305934" y="218267"/>
                  <a:pt x="2304837" y="215250"/>
                  <a:pt x="2304288" y="211958"/>
                </a:cubicBezTo>
                <a:cubicBezTo>
                  <a:pt x="2303648" y="208758"/>
                  <a:pt x="2303739" y="205466"/>
                  <a:pt x="2304471" y="202265"/>
                </a:cubicBezTo>
                <a:cubicBezTo>
                  <a:pt x="2305202" y="199065"/>
                  <a:pt x="2306574" y="196139"/>
                  <a:pt x="2308494" y="193396"/>
                </a:cubicBezTo>
                <a:cubicBezTo>
                  <a:pt x="2310323" y="190744"/>
                  <a:pt x="2312700" y="188458"/>
                  <a:pt x="2315535" y="186720"/>
                </a:cubicBezTo>
              </a:path>
              <a:path w="3889492" h="1195852">
                <a:moveTo>
                  <a:pt x="2323948" y="181417"/>
                </a:moveTo>
                <a:lnTo>
                  <a:pt x="2328154" y="178765"/>
                </a:lnTo>
                <a:cubicBezTo>
                  <a:pt x="2330988" y="176936"/>
                  <a:pt x="2334006" y="175839"/>
                  <a:pt x="2337206" y="175290"/>
                </a:cubicBezTo>
                <a:cubicBezTo>
                  <a:pt x="2340498" y="174650"/>
                  <a:pt x="2343699" y="174742"/>
                  <a:pt x="2346990" y="175473"/>
                </a:cubicBezTo>
                <a:cubicBezTo>
                  <a:pt x="2350191" y="176205"/>
                  <a:pt x="2353117" y="177576"/>
                  <a:pt x="2355860" y="179405"/>
                </a:cubicBezTo>
                <a:cubicBezTo>
                  <a:pt x="2358603" y="181326"/>
                  <a:pt x="2360798" y="183703"/>
                  <a:pt x="2362535" y="186446"/>
                </a:cubicBezTo>
                <a:cubicBezTo>
                  <a:pt x="2364364" y="189281"/>
                  <a:pt x="2365461" y="192298"/>
                  <a:pt x="2366010" y="195590"/>
                </a:cubicBezTo>
                <a:cubicBezTo>
                  <a:pt x="2366650" y="198791"/>
                  <a:pt x="2366559" y="202082"/>
                  <a:pt x="2365827" y="205283"/>
                </a:cubicBezTo>
                <a:cubicBezTo>
                  <a:pt x="2365096" y="208483"/>
                  <a:pt x="2363724" y="211501"/>
                  <a:pt x="2361804" y="214152"/>
                </a:cubicBezTo>
                <a:cubicBezTo>
                  <a:pt x="2359975" y="216896"/>
                  <a:pt x="2357598" y="219090"/>
                  <a:pt x="2354763" y="220828"/>
                </a:cubicBezTo>
                <a:lnTo>
                  <a:pt x="2350557" y="223479"/>
                </a:lnTo>
                <a:cubicBezTo>
                  <a:pt x="2347813" y="225308"/>
                  <a:pt x="2344796" y="226405"/>
                  <a:pt x="2341504" y="226954"/>
                </a:cubicBezTo>
                <a:cubicBezTo>
                  <a:pt x="2338212" y="227594"/>
                  <a:pt x="2335012" y="227503"/>
                  <a:pt x="2331811" y="226771"/>
                </a:cubicBezTo>
                <a:cubicBezTo>
                  <a:pt x="2328520" y="226040"/>
                  <a:pt x="2325594" y="224668"/>
                  <a:pt x="2322850" y="222839"/>
                </a:cubicBezTo>
                <a:cubicBezTo>
                  <a:pt x="2320199" y="220919"/>
                  <a:pt x="2317913" y="218542"/>
                  <a:pt x="2316175" y="215707"/>
                </a:cubicBezTo>
                <a:cubicBezTo>
                  <a:pt x="2314438" y="212964"/>
                  <a:pt x="2313249" y="209946"/>
                  <a:pt x="2312700" y="206654"/>
                </a:cubicBezTo>
                <a:cubicBezTo>
                  <a:pt x="2312152" y="203454"/>
                  <a:pt x="2312243" y="200162"/>
                  <a:pt x="2312975" y="196962"/>
                </a:cubicBezTo>
                <a:cubicBezTo>
                  <a:pt x="2313706" y="193761"/>
                  <a:pt x="2314986" y="190744"/>
                  <a:pt x="2316907" y="188092"/>
                </a:cubicBezTo>
                <a:cubicBezTo>
                  <a:pt x="2318827" y="185349"/>
                  <a:pt x="2321113" y="183154"/>
                  <a:pt x="2323948" y="181417"/>
                </a:cubicBezTo>
              </a:path>
              <a:path w="3889492" h="1195852">
                <a:moveTo>
                  <a:pt x="2332360" y="176113"/>
                </a:moveTo>
                <a:lnTo>
                  <a:pt x="2336566" y="173370"/>
                </a:lnTo>
                <a:cubicBezTo>
                  <a:pt x="2339401" y="171633"/>
                  <a:pt x="2342418" y="170444"/>
                  <a:pt x="2345710" y="169896"/>
                </a:cubicBezTo>
                <a:cubicBezTo>
                  <a:pt x="2348911" y="169347"/>
                  <a:pt x="2352203" y="169438"/>
                  <a:pt x="2355403" y="170170"/>
                </a:cubicBezTo>
                <a:cubicBezTo>
                  <a:pt x="2358603" y="170901"/>
                  <a:pt x="2361621" y="172182"/>
                  <a:pt x="2364273" y="174102"/>
                </a:cubicBezTo>
                <a:cubicBezTo>
                  <a:pt x="2367016" y="176022"/>
                  <a:pt x="2369210" y="178399"/>
                  <a:pt x="2371039" y="181143"/>
                </a:cubicBezTo>
                <a:cubicBezTo>
                  <a:pt x="2372777" y="183977"/>
                  <a:pt x="2373965" y="186995"/>
                  <a:pt x="2374514" y="190287"/>
                </a:cubicBezTo>
                <a:cubicBezTo>
                  <a:pt x="2375063" y="193487"/>
                  <a:pt x="2374971" y="196779"/>
                  <a:pt x="2374240" y="199979"/>
                </a:cubicBezTo>
                <a:cubicBezTo>
                  <a:pt x="2373508" y="203180"/>
                  <a:pt x="2372228" y="206106"/>
                  <a:pt x="2370308" y="208849"/>
                </a:cubicBezTo>
                <a:cubicBezTo>
                  <a:pt x="2368387" y="211501"/>
                  <a:pt x="2366010" y="213787"/>
                  <a:pt x="2363267" y="215524"/>
                </a:cubicBezTo>
                <a:lnTo>
                  <a:pt x="2358969" y="218176"/>
                </a:lnTo>
                <a:cubicBezTo>
                  <a:pt x="2356226" y="219913"/>
                  <a:pt x="2353208" y="221102"/>
                  <a:pt x="2349917" y="221651"/>
                </a:cubicBezTo>
                <a:cubicBezTo>
                  <a:pt x="2346625" y="222199"/>
                  <a:pt x="2343424" y="222199"/>
                  <a:pt x="2340224" y="221468"/>
                </a:cubicBezTo>
                <a:cubicBezTo>
                  <a:pt x="2336932" y="220736"/>
                  <a:pt x="2334006" y="219365"/>
                  <a:pt x="2331354" y="217444"/>
                </a:cubicBezTo>
                <a:cubicBezTo>
                  <a:pt x="2328611" y="215616"/>
                  <a:pt x="2326416" y="213238"/>
                  <a:pt x="2324588" y="210403"/>
                </a:cubicBezTo>
                <a:cubicBezTo>
                  <a:pt x="2322850" y="207660"/>
                  <a:pt x="2321662" y="204643"/>
                  <a:pt x="2321113" y="201351"/>
                </a:cubicBezTo>
                <a:cubicBezTo>
                  <a:pt x="2320564" y="198150"/>
                  <a:pt x="2320656" y="194859"/>
                  <a:pt x="2321387" y="191658"/>
                </a:cubicBezTo>
                <a:cubicBezTo>
                  <a:pt x="2322119" y="188458"/>
                  <a:pt x="2323399" y="185440"/>
                  <a:pt x="2325319" y="182789"/>
                </a:cubicBezTo>
                <a:cubicBezTo>
                  <a:pt x="2327239" y="180045"/>
                  <a:pt x="2329617" y="177851"/>
                  <a:pt x="2332360" y="176113"/>
                </a:cubicBezTo>
              </a:path>
              <a:path w="3889492" h="1195852">
                <a:moveTo>
                  <a:pt x="2340773" y="170718"/>
                </a:moveTo>
                <a:lnTo>
                  <a:pt x="2345070" y="168067"/>
                </a:lnTo>
                <a:cubicBezTo>
                  <a:pt x="2347813" y="166329"/>
                  <a:pt x="2350831" y="165141"/>
                  <a:pt x="2354123" y="164592"/>
                </a:cubicBezTo>
                <a:cubicBezTo>
                  <a:pt x="2357323" y="164043"/>
                  <a:pt x="2360615" y="164135"/>
                  <a:pt x="2363815" y="164866"/>
                </a:cubicBezTo>
                <a:cubicBezTo>
                  <a:pt x="2367016" y="165598"/>
                  <a:pt x="2370033" y="166878"/>
                  <a:pt x="2372685" y="168798"/>
                </a:cubicBezTo>
                <a:cubicBezTo>
                  <a:pt x="2375428" y="170718"/>
                  <a:pt x="2377623" y="173096"/>
                  <a:pt x="2379452" y="175839"/>
                </a:cubicBezTo>
                <a:cubicBezTo>
                  <a:pt x="2381189" y="178674"/>
                  <a:pt x="2382378" y="181691"/>
                  <a:pt x="2382926" y="184892"/>
                </a:cubicBezTo>
                <a:cubicBezTo>
                  <a:pt x="2383475" y="188184"/>
                  <a:pt x="2383384" y="191384"/>
                  <a:pt x="2382652" y="194676"/>
                </a:cubicBezTo>
                <a:cubicBezTo>
                  <a:pt x="2381921" y="197876"/>
                  <a:pt x="2380640" y="200802"/>
                  <a:pt x="2378720" y="203545"/>
                </a:cubicBezTo>
                <a:cubicBezTo>
                  <a:pt x="2376800" y="206197"/>
                  <a:pt x="2374422" y="208483"/>
                  <a:pt x="2371679" y="210221"/>
                </a:cubicBezTo>
                <a:lnTo>
                  <a:pt x="2367473" y="212872"/>
                </a:lnTo>
                <a:cubicBezTo>
                  <a:pt x="2364638" y="214610"/>
                  <a:pt x="2361621" y="215798"/>
                  <a:pt x="2358329" y="216347"/>
                </a:cubicBezTo>
                <a:cubicBezTo>
                  <a:pt x="2355129" y="216896"/>
                  <a:pt x="2351837" y="216804"/>
                  <a:pt x="2348636" y="216073"/>
                </a:cubicBezTo>
                <a:cubicBezTo>
                  <a:pt x="2345436" y="215341"/>
                  <a:pt x="2342418" y="214061"/>
                  <a:pt x="2339767" y="212141"/>
                </a:cubicBezTo>
                <a:cubicBezTo>
                  <a:pt x="2337024" y="210221"/>
                  <a:pt x="2334829" y="207935"/>
                  <a:pt x="2333000" y="205100"/>
                </a:cubicBezTo>
                <a:cubicBezTo>
                  <a:pt x="2331263" y="202357"/>
                  <a:pt x="2330074" y="199339"/>
                  <a:pt x="2329525" y="196047"/>
                </a:cubicBezTo>
                <a:cubicBezTo>
                  <a:pt x="2328977" y="192756"/>
                  <a:pt x="2329068" y="189555"/>
                  <a:pt x="2329800" y="186355"/>
                </a:cubicBezTo>
                <a:cubicBezTo>
                  <a:pt x="2330531" y="183063"/>
                  <a:pt x="2331811" y="180137"/>
                  <a:pt x="2333732" y="177485"/>
                </a:cubicBezTo>
                <a:cubicBezTo>
                  <a:pt x="2335652" y="174742"/>
                  <a:pt x="2338029" y="172547"/>
                  <a:pt x="2340773" y="170718"/>
                </a:cubicBezTo>
              </a:path>
              <a:path w="3889492" h="1195852">
                <a:moveTo>
                  <a:pt x="2349276" y="165415"/>
                </a:moveTo>
                <a:lnTo>
                  <a:pt x="2353483" y="162763"/>
                </a:lnTo>
                <a:cubicBezTo>
                  <a:pt x="2356226" y="161026"/>
                  <a:pt x="2359243" y="159837"/>
                  <a:pt x="2362535" y="159288"/>
                </a:cubicBezTo>
                <a:cubicBezTo>
                  <a:pt x="2365827" y="158740"/>
                  <a:pt x="2369028" y="158831"/>
                  <a:pt x="2372228" y="159563"/>
                </a:cubicBezTo>
                <a:cubicBezTo>
                  <a:pt x="2375520" y="160294"/>
                  <a:pt x="2378446" y="161574"/>
                  <a:pt x="2381189" y="163495"/>
                </a:cubicBezTo>
                <a:cubicBezTo>
                  <a:pt x="2383841" y="165415"/>
                  <a:pt x="2386127" y="167701"/>
                  <a:pt x="2387864" y="170536"/>
                </a:cubicBezTo>
                <a:cubicBezTo>
                  <a:pt x="2389602" y="173279"/>
                  <a:pt x="2390790" y="176388"/>
                  <a:pt x="2391339" y="179588"/>
                </a:cubicBezTo>
                <a:cubicBezTo>
                  <a:pt x="2391888" y="182880"/>
                  <a:pt x="2391796" y="186080"/>
                  <a:pt x="2391065" y="189281"/>
                </a:cubicBezTo>
                <a:cubicBezTo>
                  <a:pt x="2390333" y="192573"/>
                  <a:pt x="2389053" y="195499"/>
                  <a:pt x="2387133" y="198242"/>
                </a:cubicBezTo>
                <a:cubicBezTo>
                  <a:pt x="2385212" y="200894"/>
                  <a:pt x="2382926" y="203088"/>
                  <a:pt x="2380092" y="204917"/>
                </a:cubicBezTo>
                <a:lnTo>
                  <a:pt x="2375886" y="207569"/>
                </a:lnTo>
                <a:cubicBezTo>
                  <a:pt x="2373051" y="209306"/>
                  <a:pt x="2370033" y="210495"/>
                  <a:pt x="2366833" y="211044"/>
                </a:cubicBezTo>
                <a:cubicBezTo>
                  <a:pt x="2363541" y="211592"/>
                  <a:pt x="2360249" y="211501"/>
                  <a:pt x="2357049" y="210769"/>
                </a:cubicBezTo>
                <a:cubicBezTo>
                  <a:pt x="2353848" y="210038"/>
                  <a:pt x="2350922" y="208758"/>
                  <a:pt x="2348179" y="206837"/>
                </a:cubicBezTo>
                <a:cubicBezTo>
                  <a:pt x="2345436" y="204917"/>
                  <a:pt x="2343241" y="202540"/>
                  <a:pt x="2341504" y="199796"/>
                </a:cubicBezTo>
                <a:cubicBezTo>
                  <a:pt x="2339675" y="196962"/>
                  <a:pt x="2338578" y="193944"/>
                  <a:pt x="2338029" y="190744"/>
                </a:cubicBezTo>
                <a:cubicBezTo>
                  <a:pt x="2337389" y="187452"/>
                  <a:pt x="2337481" y="184252"/>
                  <a:pt x="2338212" y="181051"/>
                </a:cubicBezTo>
                <a:cubicBezTo>
                  <a:pt x="2338944" y="177759"/>
                  <a:pt x="2340315" y="174833"/>
                  <a:pt x="2342144" y="172090"/>
                </a:cubicBezTo>
                <a:cubicBezTo>
                  <a:pt x="2344064" y="169438"/>
                  <a:pt x="2346442" y="167152"/>
                  <a:pt x="2349276" y="165415"/>
                </a:cubicBezTo>
              </a:path>
              <a:path w="3889492" h="1195852">
                <a:moveTo>
                  <a:pt x="2357689" y="160111"/>
                </a:moveTo>
                <a:lnTo>
                  <a:pt x="2361895" y="157460"/>
                </a:lnTo>
                <a:cubicBezTo>
                  <a:pt x="2364730" y="155722"/>
                  <a:pt x="2367747" y="154534"/>
                  <a:pt x="2370948" y="153985"/>
                </a:cubicBezTo>
                <a:cubicBezTo>
                  <a:pt x="2374240" y="153436"/>
                  <a:pt x="2377440" y="153528"/>
                  <a:pt x="2380732" y="154259"/>
                </a:cubicBezTo>
                <a:cubicBezTo>
                  <a:pt x="2383932" y="154899"/>
                  <a:pt x="2386858" y="156271"/>
                  <a:pt x="2389602" y="158191"/>
                </a:cubicBezTo>
                <a:cubicBezTo>
                  <a:pt x="2392253" y="160111"/>
                  <a:pt x="2394539" y="162397"/>
                  <a:pt x="2396277" y="165232"/>
                </a:cubicBezTo>
                <a:cubicBezTo>
                  <a:pt x="2398014" y="167975"/>
                  <a:pt x="2399203" y="170993"/>
                  <a:pt x="2399751" y="174285"/>
                </a:cubicBezTo>
                <a:cubicBezTo>
                  <a:pt x="2400391" y="177576"/>
                  <a:pt x="2400300" y="180777"/>
                  <a:pt x="2399568" y="183977"/>
                </a:cubicBezTo>
                <a:cubicBezTo>
                  <a:pt x="2398837" y="187178"/>
                  <a:pt x="2397465" y="190195"/>
                  <a:pt x="2395545" y="192847"/>
                </a:cubicBezTo>
                <a:cubicBezTo>
                  <a:pt x="2393716" y="195590"/>
                  <a:pt x="2391339" y="197785"/>
                  <a:pt x="2388504" y="199614"/>
                </a:cubicBezTo>
                <a:lnTo>
                  <a:pt x="2384298" y="202265"/>
                </a:lnTo>
                <a:cubicBezTo>
                  <a:pt x="2381555" y="204003"/>
                  <a:pt x="2378446" y="205191"/>
                  <a:pt x="2375245" y="205740"/>
                </a:cubicBezTo>
                <a:cubicBezTo>
                  <a:pt x="2371954" y="206289"/>
                  <a:pt x="2368753" y="206197"/>
                  <a:pt x="2365461" y="205466"/>
                </a:cubicBezTo>
                <a:cubicBezTo>
                  <a:pt x="2362261" y="204734"/>
                  <a:pt x="2359335" y="203454"/>
                  <a:pt x="2356592" y="201534"/>
                </a:cubicBezTo>
                <a:cubicBezTo>
                  <a:pt x="2353940" y="199614"/>
                  <a:pt x="2351654" y="197236"/>
                  <a:pt x="2349917" y="194493"/>
                </a:cubicBezTo>
                <a:cubicBezTo>
                  <a:pt x="2348179" y="191658"/>
                  <a:pt x="2346990" y="188641"/>
                  <a:pt x="2346442" y="185440"/>
                </a:cubicBezTo>
                <a:cubicBezTo>
                  <a:pt x="2345893" y="182148"/>
                  <a:pt x="2345985" y="178948"/>
                  <a:pt x="2346625" y="175656"/>
                </a:cubicBezTo>
                <a:cubicBezTo>
                  <a:pt x="2347356" y="172456"/>
                  <a:pt x="2348728" y="169530"/>
                  <a:pt x="2350648" y="166787"/>
                </a:cubicBezTo>
                <a:cubicBezTo>
                  <a:pt x="2352568" y="164135"/>
                  <a:pt x="2354854" y="161849"/>
                  <a:pt x="2357689" y="160111"/>
                </a:cubicBezTo>
              </a:path>
              <a:path w="3889492" h="1195852">
                <a:moveTo>
                  <a:pt x="2366101" y="154808"/>
                </a:moveTo>
                <a:lnTo>
                  <a:pt x="2370308" y="152156"/>
                </a:lnTo>
                <a:cubicBezTo>
                  <a:pt x="2373142" y="150327"/>
                  <a:pt x="2376160" y="149230"/>
                  <a:pt x="2379452" y="148681"/>
                </a:cubicBezTo>
                <a:cubicBezTo>
                  <a:pt x="2382652" y="148041"/>
                  <a:pt x="2385944" y="148133"/>
                  <a:pt x="2389144" y="148864"/>
                </a:cubicBezTo>
                <a:cubicBezTo>
                  <a:pt x="2392345" y="149596"/>
                  <a:pt x="2395362" y="150967"/>
                  <a:pt x="2398014" y="152888"/>
                </a:cubicBezTo>
                <a:cubicBezTo>
                  <a:pt x="2400757" y="154716"/>
                  <a:pt x="2402952" y="157094"/>
                  <a:pt x="2404689" y="159929"/>
                </a:cubicBezTo>
                <a:cubicBezTo>
                  <a:pt x="2406518" y="162672"/>
                  <a:pt x="2407615" y="165689"/>
                  <a:pt x="2408255" y="168981"/>
                </a:cubicBezTo>
                <a:cubicBezTo>
                  <a:pt x="2408804" y="172182"/>
                  <a:pt x="2408712" y="175473"/>
                  <a:pt x="2407981" y="178674"/>
                </a:cubicBezTo>
                <a:cubicBezTo>
                  <a:pt x="2407249" y="181874"/>
                  <a:pt x="2405878" y="184892"/>
                  <a:pt x="2404049" y="187543"/>
                </a:cubicBezTo>
                <a:cubicBezTo>
                  <a:pt x="2402129" y="190287"/>
                  <a:pt x="2399751" y="192481"/>
                  <a:pt x="2396917" y="194219"/>
                </a:cubicBezTo>
                <a:lnTo>
                  <a:pt x="2392710" y="196870"/>
                </a:lnTo>
                <a:cubicBezTo>
                  <a:pt x="2389967" y="198699"/>
                  <a:pt x="2386950" y="199796"/>
                  <a:pt x="2383658" y="200436"/>
                </a:cubicBezTo>
                <a:cubicBezTo>
                  <a:pt x="2380366" y="200985"/>
                  <a:pt x="2377166" y="200894"/>
                  <a:pt x="2373965" y="200162"/>
                </a:cubicBezTo>
                <a:cubicBezTo>
                  <a:pt x="2370673" y="199431"/>
                  <a:pt x="2367747" y="198059"/>
                  <a:pt x="2365004" y="196230"/>
                </a:cubicBezTo>
                <a:cubicBezTo>
                  <a:pt x="2362352" y="194310"/>
                  <a:pt x="2360066" y="191933"/>
                  <a:pt x="2358329" y="189189"/>
                </a:cubicBezTo>
                <a:cubicBezTo>
                  <a:pt x="2356592" y="186355"/>
                  <a:pt x="2355403" y="183337"/>
                  <a:pt x="2354854" y="180045"/>
                </a:cubicBezTo>
                <a:cubicBezTo>
                  <a:pt x="2354306" y="176845"/>
                  <a:pt x="2354397" y="173553"/>
                  <a:pt x="2355129" y="170353"/>
                </a:cubicBezTo>
                <a:cubicBezTo>
                  <a:pt x="2355860" y="167152"/>
                  <a:pt x="2357140" y="164226"/>
                  <a:pt x="2359061" y="161483"/>
                </a:cubicBezTo>
                <a:cubicBezTo>
                  <a:pt x="2360981" y="158831"/>
                  <a:pt x="2363358" y="156545"/>
                  <a:pt x="2366101" y="154808"/>
                </a:cubicBezTo>
              </a:path>
              <a:path w="3889492" h="1195852">
                <a:moveTo>
                  <a:pt x="2374514" y="149504"/>
                </a:moveTo>
                <a:lnTo>
                  <a:pt x="2378720" y="146853"/>
                </a:lnTo>
                <a:cubicBezTo>
                  <a:pt x="2381555" y="145024"/>
                  <a:pt x="2384572" y="143927"/>
                  <a:pt x="2387864" y="143286"/>
                </a:cubicBezTo>
                <a:cubicBezTo>
                  <a:pt x="2391065" y="142738"/>
                  <a:pt x="2394356" y="142829"/>
                  <a:pt x="2397557" y="143561"/>
                </a:cubicBezTo>
                <a:cubicBezTo>
                  <a:pt x="2400757" y="144292"/>
                  <a:pt x="2403775" y="145664"/>
                  <a:pt x="2406426" y="147493"/>
                </a:cubicBezTo>
                <a:cubicBezTo>
                  <a:pt x="2409170" y="149413"/>
                  <a:pt x="2411364" y="151790"/>
                  <a:pt x="2413193" y="154534"/>
                </a:cubicBezTo>
                <a:cubicBezTo>
                  <a:pt x="2414930" y="157368"/>
                  <a:pt x="2416119" y="160386"/>
                  <a:pt x="2416668" y="163678"/>
                </a:cubicBezTo>
                <a:cubicBezTo>
                  <a:pt x="2417216" y="166878"/>
                  <a:pt x="2417125" y="170170"/>
                  <a:pt x="2416393" y="173370"/>
                </a:cubicBezTo>
                <a:cubicBezTo>
                  <a:pt x="2415662" y="176571"/>
                  <a:pt x="2414382" y="179497"/>
                  <a:pt x="2412462" y="182240"/>
                </a:cubicBezTo>
                <a:cubicBezTo>
                  <a:pt x="2410541" y="184892"/>
                  <a:pt x="2408164" y="187178"/>
                  <a:pt x="2405421" y="188915"/>
                </a:cubicBezTo>
                <a:lnTo>
                  <a:pt x="2401214" y="191567"/>
                </a:lnTo>
                <a:cubicBezTo>
                  <a:pt x="2398380" y="193396"/>
                  <a:pt x="2395362" y="194493"/>
                  <a:pt x="2392070" y="195042"/>
                </a:cubicBezTo>
                <a:cubicBezTo>
                  <a:pt x="2388870" y="195682"/>
                  <a:pt x="2385578" y="195590"/>
                  <a:pt x="2382378" y="194859"/>
                </a:cubicBezTo>
                <a:cubicBezTo>
                  <a:pt x="2379177" y="194127"/>
                  <a:pt x="2376160" y="192756"/>
                  <a:pt x="2373508" y="190835"/>
                </a:cubicBezTo>
                <a:cubicBezTo>
                  <a:pt x="2370765" y="189006"/>
                  <a:pt x="2368570" y="186629"/>
                  <a:pt x="2366742" y="183794"/>
                </a:cubicBezTo>
                <a:cubicBezTo>
                  <a:pt x="2365004" y="181051"/>
                  <a:pt x="2363815" y="178034"/>
                  <a:pt x="2363267" y="174742"/>
                </a:cubicBezTo>
                <a:cubicBezTo>
                  <a:pt x="2362718" y="171541"/>
                  <a:pt x="2362810" y="168250"/>
                  <a:pt x="2363541" y="165049"/>
                </a:cubicBezTo>
                <a:cubicBezTo>
                  <a:pt x="2364273" y="161849"/>
                  <a:pt x="2365553" y="158831"/>
                  <a:pt x="2367473" y="156180"/>
                </a:cubicBezTo>
                <a:cubicBezTo>
                  <a:pt x="2369393" y="153436"/>
                  <a:pt x="2371771" y="151242"/>
                  <a:pt x="2374514" y="149504"/>
                </a:cubicBezTo>
              </a:path>
              <a:path w="3889492" h="1195852">
                <a:moveTo>
                  <a:pt x="2383018" y="144109"/>
                </a:moveTo>
                <a:lnTo>
                  <a:pt x="2387224" y="141458"/>
                </a:lnTo>
                <a:cubicBezTo>
                  <a:pt x="2389967" y="139720"/>
                  <a:pt x="2392985" y="138532"/>
                  <a:pt x="2396277" y="137983"/>
                </a:cubicBezTo>
                <a:cubicBezTo>
                  <a:pt x="2399568" y="137434"/>
                  <a:pt x="2402769" y="137526"/>
                  <a:pt x="2405969" y="138257"/>
                </a:cubicBezTo>
                <a:cubicBezTo>
                  <a:pt x="2409261" y="138989"/>
                  <a:pt x="2412187" y="140269"/>
                  <a:pt x="2414930" y="142189"/>
                </a:cubicBezTo>
                <a:cubicBezTo>
                  <a:pt x="2417582" y="144109"/>
                  <a:pt x="2419868" y="146487"/>
                  <a:pt x="2421606" y="149230"/>
                </a:cubicBezTo>
                <a:cubicBezTo>
                  <a:pt x="2423343" y="152065"/>
                  <a:pt x="2424532" y="155082"/>
                  <a:pt x="2425080" y="158283"/>
                </a:cubicBezTo>
                <a:cubicBezTo>
                  <a:pt x="2425629" y="161574"/>
                  <a:pt x="2425537" y="164775"/>
                  <a:pt x="2424806" y="168067"/>
                </a:cubicBezTo>
                <a:cubicBezTo>
                  <a:pt x="2424074" y="171267"/>
                  <a:pt x="2422794" y="174193"/>
                  <a:pt x="2420874" y="176936"/>
                </a:cubicBezTo>
                <a:cubicBezTo>
                  <a:pt x="2418954" y="179588"/>
                  <a:pt x="2416576" y="181874"/>
                  <a:pt x="2413833" y="183612"/>
                </a:cubicBezTo>
                <a:lnTo>
                  <a:pt x="2409627" y="186263"/>
                </a:lnTo>
                <a:cubicBezTo>
                  <a:pt x="2406792" y="188001"/>
                  <a:pt x="2403775" y="189189"/>
                  <a:pt x="2400483" y="189738"/>
                </a:cubicBezTo>
                <a:cubicBezTo>
                  <a:pt x="2397282" y="190287"/>
                  <a:pt x="2393991" y="190195"/>
                  <a:pt x="2390790" y="189464"/>
                </a:cubicBezTo>
                <a:cubicBezTo>
                  <a:pt x="2387590" y="188824"/>
                  <a:pt x="2384572" y="187452"/>
                  <a:pt x="2381921" y="185532"/>
                </a:cubicBezTo>
                <a:cubicBezTo>
                  <a:pt x="2379177" y="183612"/>
                  <a:pt x="2376983" y="181326"/>
                  <a:pt x="2375245" y="178491"/>
                </a:cubicBezTo>
                <a:cubicBezTo>
                  <a:pt x="2373417" y="175748"/>
                  <a:pt x="2372319" y="172730"/>
                  <a:pt x="2371679" y="169438"/>
                </a:cubicBezTo>
                <a:cubicBezTo>
                  <a:pt x="2371131" y="166146"/>
                  <a:pt x="2371222" y="162946"/>
                  <a:pt x="2371954" y="159746"/>
                </a:cubicBezTo>
                <a:cubicBezTo>
                  <a:pt x="2372685" y="156545"/>
                  <a:pt x="2374057" y="153528"/>
                  <a:pt x="2375886" y="150876"/>
                </a:cubicBezTo>
                <a:cubicBezTo>
                  <a:pt x="2377806" y="148133"/>
                  <a:pt x="2380183" y="145938"/>
                  <a:pt x="2383018" y="144109"/>
                </a:cubicBezTo>
              </a:path>
              <a:path w="3889492" h="1195852">
                <a:moveTo>
                  <a:pt x="2391430" y="138806"/>
                </a:moveTo>
                <a:lnTo>
                  <a:pt x="2395637" y="136154"/>
                </a:lnTo>
                <a:cubicBezTo>
                  <a:pt x="2398380" y="134417"/>
                  <a:pt x="2401489" y="133228"/>
                  <a:pt x="2404689" y="132679"/>
                </a:cubicBezTo>
                <a:cubicBezTo>
                  <a:pt x="2407981" y="132131"/>
                  <a:pt x="2411181" y="132222"/>
                  <a:pt x="2414473" y="132954"/>
                </a:cubicBezTo>
                <a:cubicBezTo>
                  <a:pt x="2417674" y="133685"/>
                  <a:pt x="2420600" y="134965"/>
                  <a:pt x="2423343" y="136886"/>
                </a:cubicBezTo>
                <a:cubicBezTo>
                  <a:pt x="2425995" y="138806"/>
                  <a:pt x="2428281" y="141183"/>
                  <a:pt x="2430018" y="143927"/>
                </a:cubicBezTo>
                <a:cubicBezTo>
                  <a:pt x="2431755" y="146761"/>
                  <a:pt x="2432944" y="149779"/>
                  <a:pt x="2433493" y="152979"/>
                </a:cubicBezTo>
                <a:cubicBezTo>
                  <a:pt x="2434041" y="156271"/>
                  <a:pt x="2434041" y="159471"/>
                  <a:pt x="2433310" y="162763"/>
                </a:cubicBezTo>
                <a:cubicBezTo>
                  <a:pt x="2432578" y="165964"/>
                  <a:pt x="2431207" y="168890"/>
                  <a:pt x="2429286" y="171633"/>
                </a:cubicBezTo>
                <a:cubicBezTo>
                  <a:pt x="2427366" y="174285"/>
                  <a:pt x="2425080" y="176571"/>
                  <a:pt x="2422246" y="178308"/>
                </a:cubicBezTo>
                <a:lnTo>
                  <a:pt x="2418039" y="180960"/>
                </a:lnTo>
                <a:cubicBezTo>
                  <a:pt x="2415205" y="182697"/>
                  <a:pt x="2412187" y="183886"/>
                  <a:pt x="2408987" y="184434"/>
                </a:cubicBezTo>
                <a:cubicBezTo>
                  <a:pt x="2405695" y="184983"/>
                  <a:pt x="2402495" y="184892"/>
                  <a:pt x="2399203" y="184160"/>
                </a:cubicBezTo>
                <a:cubicBezTo>
                  <a:pt x="2396002" y="183429"/>
                  <a:pt x="2393076" y="182148"/>
                  <a:pt x="2390333" y="180228"/>
                </a:cubicBezTo>
                <a:cubicBezTo>
                  <a:pt x="2387681" y="178308"/>
                  <a:pt x="2385395" y="176022"/>
                  <a:pt x="2383658" y="173187"/>
                </a:cubicBezTo>
                <a:cubicBezTo>
                  <a:pt x="2381921" y="170444"/>
                  <a:pt x="2380732" y="167335"/>
                  <a:pt x="2380183" y="164135"/>
                </a:cubicBezTo>
                <a:cubicBezTo>
                  <a:pt x="2379635" y="160843"/>
                  <a:pt x="2379635" y="157643"/>
                  <a:pt x="2380366" y="154442"/>
                </a:cubicBezTo>
                <a:cubicBezTo>
                  <a:pt x="2381098" y="151150"/>
                  <a:pt x="2382469" y="148224"/>
                  <a:pt x="2384389" y="145481"/>
                </a:cubicBezTo>
                <a:cubicBezTo>
                  <a:pt x="2386218" y="142829"/>
                  <a:pt x="2388596" y="140635"/>
                  <a:pt x="2391430" y="138806"/>
                </a:cubicBezTo>
              </a:path>
              <a:path w="3889492" h="1195852">
                <a:moveTo>
                  <a:pt x="2399843" y="133502"/>
                </a:moveTo>
                <a:lnTo>
                  <a:pt x="2404049" y="130851"/>
                </a:lnTo>
                <a:cubicBezTo>
                  <a:pt x="2406884" y="129113"/>
                  <a:pt x="2409901" y="127925"/>
                  <a:pt x="2413102" y="127376"/>
                </a:cubicBezTo>
                <a:cubicBezTo>
                  <a:pt x="2416393" y="126827"/>
                  <a:pt x="2419685" y="126919"/>
                  <a:pt x="2422886" y="127650"/>
                </a:cubicBezTo>
                <a:cubicBezTo>
                  <a:pt x="2426086" y="128382"/>
                  <a:pt x="2429104" y="129662"/>
                  <a:pt x="2431755" y="131582"/>
                </a:cubicBezTo>
                <a:cubicBezTo>
                  <a:pt x="2434499" y="133502"/>
                  <a:pt x="2436693" y="135788"/>
                  <a:pt x="2438430" y="138623"/>
                </a:cubicBezTo>
                <a:cubicBezTo>
                  <a:pt x="2440259" y="141366"/>
                  <a:pt x="2441357" y="144384"/>
                  <a:pt x="2441997" y="147676"/>
                </a:cubicBezTo>
                <a:cubicBezTo>
                  <a:pt x="2442545" y="150967"/>
                  <a:pt x="2442454" y="154168"/>
                  <a:pt x="2441722" y="157368"/>
                </a:cubicBezTo>
                <a:cubicBezTo>
                  <a:pt x="2440991" y="160660"/>
                  <a:pt x="2439619" y="163586"/>
                  <a:pt x="2437790" y="166238"/>
                </a:cubicBezTo>
                <a:cubicBezTo>
                  <a:pt x="2435870" y="168981"/>
                  <a:pt x="2433493" y="171176"/>
                  <a:pt x="2430658" y="173004"/>
                </a:cubicBezTo>
                <a:lnTo>
                  <a:pt x="2426452" y="175656"/>
                </a:lnTo>
                <a:cubicBezTo>
                  <a:pt x="2423709" y="177394"/>
                  <a:pt x="2420691" y="178582"/>
                  <a:pt x="2417399" y="179131"/>
                </a:cubicBezTo>
                <a:cubicBezTo>
                  <a:pt x="2414107" y="179680"/>
                  <a:pt x="2410907" y="179588"/>
                  <a:pt x="2407707" y="178857"/>
                </a:cubicBezTo>
                <a:cubicBezTo>
                  <a:pt x="2404415" y="178125"/>
                  <a:pt x="2401489" y="176845"/>
                  <a:pt x="2398746" y="174925"/>
                </a:cubicBezTo>
                <a:cubicBezTo>
                  <a:pt x="2396094" y="173004"/>
                  <a:pt x="2393808" y="170627"/>
                  <a:pt x="2392070" y="167884"/>
                </a:cubicBezTo>
                <a:cubicBezTo>
                  <a:pt x="2390333" y="165049"/>
                  <a:pt x="2389144" y="162032"/>
                  <a:pt x="2388596" y="158831"/>
                </a:cubicBezTo>
                <a:cubicBezTo>
                  <a:pt x="2388047" y="155539"/>
                  <a:pt x="2388138" y="152339"/>
                  <a:pt x="2388870" y="149047"/>
                </a:cubicBezTo>
                <a:cubicBezTo>
                  <a:pt x="2389602" y="145847"/>
                  <a:pt x="2390882" y="142921"/>
                  <a:pt x="2392802" y="140178"/>
                </a:cubicBezTo>
                <a:cubicBezTo>
                  <a:pt x="2394722" y="137526"/>
                  <a:pt x="2397008" y="135240"/>
                  <a:pt x="2399843" y="133502"/>
                </a:cubicBezTo>
              </a:path>
              <a:path w="3889492" h="1195852">
                <a:moveTo>
                  <a:pt x="2408255" y="128199"/>
                </a:moveTo>
                <a:lnTo>
                  <a:pt x="2412462" y="125547"/>
                </a:lnTo>
                <a:cubicBezTo>
                  <a:pt x="2415296" y="123810"/>
                  <a:pt x="2418314" y="122621"/>
                  <a:pt x="2421606" y="122072"/>
                </a:cubicBezTo>
                <a:cubicBezTo>
                  <a:pt x="2424806" y="121524"/>
                  <a:pt x="2428098" y="121615"/>
                  <a:pt x="2431298" y="122255"/>
                </a:cubicBezTo>
                <a:cubicBezTo>
                  <a:pt x="2434499" y="122987"/>
                  <a:pt x="2437516" y="124358"/>
                  <a:pt x="2440168" y="126279"/>
                </a:cubicBezTo>
                <a:cubicBezTo>
                  <a:pt x="2442911" y="128107"/>
                  <a:pt x="2445106" y="130485"/>
                  <a:pt x="2446934" y="133320"/>
                </a:cubicBezTo>
                <a:cubicBezTo>
                  <a:pt x="2448672" y="136063"/>
                  <a:pt x="2449860" y="139080"/>
                  <a:pt x="2450409" y="142372"/>
                </a:cubicBezTo>
                <a:cubicBezTo>
                  <a:pt x="2450958" y="145572"/>
                  <a:pt x="2450866" y="148864"/>
                  <a:pt x="2450135" y="152065"/>
                </a:cubicBezTo>
                <a:cubicBezTo>
                  <a:pt x="2449403" y="155265"/>
                  <a:pt x="2448123" y="158283"/>
                  <a:pt x="2446203" y="160934"/>
                </a:cubicBezTo>
                <a:cubicBezTo>
                  <a:pt x="2444283" y="163678"/>
                  <a:pt x="2441905" y="165872"/>
                  <a:pt x="2439162" y="167610"/>
                </a:cubicBezTo>
                <a:lnTo>
                  <a:pt x="2434864" y="170353"/>
                </a:lnTo>
                <a:cubicBezTo>
                  <a:pt x="2432121" y="172090"/>
                  <a:pt x="2429104" y="173279"/>
                  <a:pt x="2425812" y="173827"/>
                </a:cubicBezTo>
                <a:cubicBezTo>
                  <a:pt x="2422611" y="174376"/>
                  <a:pt x="2419320" y="174285"/>
                  <a:pt x="2416119" y="173553"/>
                </a:cubicBezTo>
                <a:cubicBezTo>
                  <a:pt x="2412919" y="172822"/>
                  <a:pt x="2409901" y="171541"/>
                  <a:pt x="2407249" y="169621"/>
                </a:cubicBezTo>
                <a:cubicBezTo>
                  <a:pt x="2404506" y="167701"/>
                  <a:pt x="2402312" y="165324"/>
                  <a:pt x="2400483" y="162580"/>
                </a:cubicBezTo>
                <a:cubicBezTo>
                  <a:pt x="2398746" y="159746"/>
                  <a:pt x="2397557" y="156728"/>
                  <a:pt x="2397008" y="153436"/>
                </a:cubicBezTo>
                <a:cubicBezTo>
                  <a:pt x="2396460" y="150236"/>
                  <a:pt x="2396551" y="146944"/>
                  <a:pt x="2397282" y="143744"/>
                </a:cubicBezTo>
                <a:cubicBezTo>
                  <a:pt x="2398014" y="140543"/>
                  <a:pt x="2399294" y="137617"/>
                  <a:pt x="2401214" y="134874"/>
                </a:cubicBezTo>
                <a:cubicBezTo>
                  <a:pt x="2403135" y="132222"/>
                  <a:pt x="2405512" y="129936"/>
                  <a:pt x="2408255" y="128199"/>
                </a:cubicBezTo>
              </a:path>
              <a:path w="3889492" h="1195852">
                <a:moveTo>
                  <a:pt x="2416668" y="122895"/>
                </a:moveTo>
                <a:lnTo>
                  <a:pt x="2420965" y="120244"/>
                </a:lnTo>
                <a:cubicBezTo>
                  <a:pt x="2423709" y="118415"/>
                  <a:pt x="2426726" y="117318"/>
                  <a:pt x="2430018" y="116769"/>
                </a:cubicBezTo>
                <a:cubicBezTo>
                  <a:pt x="2433310" y="116129"/>
                  <a:pt x="2436510" y="116220"/>
                  <a:pt x="2439711" y="116952"/>
                </a:cubicBezTo>
                <a:cubicBezTo>
                  <a:pt x="2443002" y="117683"/>
                  <a:pt x="2445929" y="119055"/>
                  <a:pt x="2448672" y="120884"/>
                </a:cubicBezTo>
                <a:cubicBezTo>
                  <a:pt x="2451324" y="122804"/>
                  <a:pt x="2453518" y="125181"/>
                  <a:pt x="2455347" y="128016"/>
                </a:cubicBezTo>
                <a:cubicBezTo>
                  <a:pt x="2457084" y="130759"/>
                  <a:pt x="2458273" y="133777"/>
                  <a:pt x="2458822" y="137069"/>
                </a:cubicBezTo>
                <a:cubicBezTo>
                  <a:pt x="2459370" y="140269"/>
                  <a:pt x="2459279" y="143561"/>
                  <a:pt x="2458547" y="146761"/>
                </a:cubicBezTo>
                <a:cubicBezTo>
                  <a:pt x="2457816" y="149962"/>
                  <a:pt x="2456536" y="152979"/>
                  <a:pt x="2454615" y="155631"/>
                </a:cubicBezTo>
                <a:cubicBezTo>
                  <a:pt x="2452695" y="158374"/>
                  <a:pt x="2450318" y="160569"/>
                  <a:pt x="2447574" y="162306"/>
                </a:cubicBezTo>
                <a:lnTo>
                  <a:pt x="2443368" y="164958"/>
                </a:lnTo>
                <a:cubicBezTo>
                  <a:pt x="2440534" y="166787"/>
                  <a:pt x="2437516" y="167884"/>
                  <a:pt x="2434224" y="168432"/>
                </a:cubicBezTo>
                <a:cubicBezTo>
                  <a:pt x="2431024" y="169073"/>
                  <a:pt x="2427732" y="168981"/>
                  <a:pt x="2424532" y="168250"/>
                </a:cubicBezTo>
                <a:cubicBezTo>
                  <a:pt x="2421331" y="167518"/>
                  <a:pt x="2418314" y="166146"/>
                  <a:pt x="2415662" y="164318"/>
                </a:cubicBezTo>
                <a:cubicBezTo>
                  <a:pt x="2412919" y="162397"/>
                  <a:pt x="2410724" y="160020"/>
                  <a:pt x="2408987" y="157277"/>
                </a:cubicBezTo>
                <a:cubicBezTo>
                  <a:pt x="2407158" y="154442"/>
                  <a:pt x="2405969" y="151425"/>
                  <a:pt x="2405421" y="148133"/>
                </a:cubicBezTo>
                <a:cubicBezTo>
                  <a:pt x="2404872" y="144932"/>
                  <a:pt x="2404963" y="141641"/>
                  <a:pt x="2405695" y="138440"/>
                </a:cubicBezTo>
                <a:cubicBezTo>
                  <a:pt x="2406426" y="135240"/>
                  <a:pt x="2407707" y="132222"/>
                  <a:pt x="2409627" y="129570"/>
                </a:cubicBezTo>
                <a:cubicBezTo>
                  <a:pt x="2411547" y="126827"/>
                  <a:pt x="2413925" y="124633"/>
                  <a:pt x="2416668" y="122895"/>
                </a:cubicBezTo>
              </a:path>
              <a:path w="3889492" h="1195852">
                <a:moveTo>
                  <a:pt x="2425172" y="117592"/>
                </a:moveTo>
                <a:lnTo>
                  <a:pt x="2429378" y="114849"/>
                </a:lnTo>
                <a:cubicBezTo>
                  <a:pt x="2432121" y="113111"/>
                  <a:pt x="2435230" y="111923"/>
                  <a:pt x="2438430" y="111374"/>
                </a:cubicBezTo>
                <a:cubicBezTo>
                  <a:pt x="2441722" y="110825"/>
                  <a:pt x="2444923" y="110917"/>
                  <a:pt x="2448215" y="111648"/>
                </a:cubicBezTo>
                <a:cubicBezTo>
                  <a:pt x="2451415" y="112380"/>
                  <a:pt x="2454341" y="113660"/>
                  <a:pt x="2457084" y="115580"/>
                </a:cubicBezTo>
                <a:cubicBezTo>
                  <a:pt x="2459736" y="117500"/>
                  <a:pt x="2462022" y="119878"/>
                  <a:pt x="2463759" y="122621"/>
                </a:cubicBezTo>
                <a:cubicBezTo>
                  <a:pt x="2465497" y="125456"/>
                  <a:pt x="2466685" y="128473"/>
                  <a:pt x="2467234" y="131765"/>
                </a:cubicBezTo>
                <a:cubicBezTo>
                  <a:pt x="2467783" y="134965"/>
                  <a:pt x="2467691" y="138257"/>
                  <a:pt x="2466960" y="141458"/>
                </a:cubicBezTo>
                <a:cubicBezTo>
                  <a:pt x="2466228" y="144658"/>
                  <a:pt x="2464948" y="147584"/>
                  <a:pt x="2463028" y="150327"/>
                </a:cubicBezTo>
                <a:cubicBezTo>
                  <a:pt x="2461108" y="152979"/>
                  <a:pt x="2458822" y="155265"/>
                  <a:pt x="2455987" y="157002"/>
                </a:cubicBezTo>
                <a:lnTo>
                  <a:pt x="2451781" y="159654"/>
                </a:lnTo>
                <a:cubicBezTo>
                  <a:pt x="2448946" y="161392"/>
                  <a:pt x="2445929" y="162580"/>
                  <a:pt x="2442728" y="163129"/>
                </a:cubicBezTo>
                <a:cubicBezTo>
                  <a:pt x="2439436" y="163678"/>
                  <a:pt x="2436236" y="163678"/>
                  <a:pt x="2432944" y="162946"/>
                </a:cubicBezTo>
                <a:cubicBezTo>
                  <a:pt x="2429744" y="162215"/>
                  <a:pt x="2426818" y="160843"/>
                  <a:pt x="2424074" y="158923"/>
                </a:cubicBezTo>
                <a:cubicBezTo>
                  <a:pt x="2421423" y="157094"/>
                  <a:pt x="2419137" y="154716"/>
                  <a:pt x="2417399" y="151882"/>
                </a:cubicBezTo>
                <a:cubicBezTo>
                  <a:pt x="2415570" y="149139"/>
                  <a:pt x="2414473" y="146121"/>
                  <a:pt x="2413925" y="142829"/>
                </a:cubicBezTo>
                <a:cubicBezTo>
                  <a:pt x="2413284" y="139629"/>
                  <a:pt x="2413376" y="136337"/>
                  <a:pt x="2414107" y="133137"/>
                </a:cubicBezTo>
                <a:cubicBezTo>
                  <a:pt x="2414839" y="129936"/>
                  <a:pt x="2416211" y="126919"/>
                  <a:pt x="2418131" y="124267"/>
                </a:cubicBezTo>
                <a:cubicBezTo>
                  <a:pt x="2419960" y="121524"/>
                  <a:pt x="2422337" y="119329"/>
                  <a:pt x="2425172" y="117592"/>
                </a:cubicBezTo>
              </a:path>
              <a:path w="3889492" h="1195852">
                <a:moveTo>
                  <a:pt x="2433584" y="112197"/>
                </a:moveTo>
                <a:lnTo>
                  <a:pt x="2437790" y="109545"/>
                </a:lnTo>
                <a:cubicBezTo>
                  <a:pt x="2440625" y="107808"/>
                  <a:pt x="2443643" y="106619"/>
                  <a:pt x="2446843" y="106070"/>
                </a:cubicBezTo>
                <a:cubicBezTo>
                  <a:pt x="2450135" y="105522"/>
                  <a:pt x="2453335" y="105613"/>
                  <a:pt x="2456627" y="106345"/>
                </a:cubicBezTo>
                <a:cubicBezTo>
                  <a:pt x="2459827" y="107076"/>
                  <a:pt x="2462754" y="108356"/>
                  <a:pt x="2465497" y="110277"/>
                </a:cubicBezTo>
                <a:cubicBezTo>
                  <a:pt x="2468240" y="112197"/>
                  <a:pt x="2470434" y="114574"/>
                  <a:pt x="2472172" y="117318"/>
                </a:cubicBezTo>
                <a:cubicBezTo>
                  <a:pt x="2474001" y="120152"/>
                  <a:pt x="2475098" y="123170"/>
                  <a:pt x="2475647" y="126370"/>
                </a:cubicBezTo>
                <a:cubicBezTo>
                  <a:pt x="2476287" y="129662"/>
                  <a:pt x="2476195" y="132862"/>
                  <a:pt x="2475464" y="136154"/>
                </a:cubicBezTo>
                <a:cubicBezTo>
                  <a:pt x="2474732" y="139355"/>
                  <a:pt x="2473361" y="142281"/>
                  <a:pt x="2471440" y="145024"/>
                </a:cubicBezTo>
                <a:cubicBezTo>
                  <a:pt x="2469612" y="147676"/>
                  <a:pt x="2467234" y="149962"/>
                  <a:pt x="2464399" y="151699"/>
                </a:cubicBezTo>
                <a:lnTo>
                  <a:pt x="2460193" y="154351"/>
                </a:lnTo>
                <a:cubicBezTo>
                  <a:pt x="2457450" y="156088"/>
                  <a:pt x="2454341" y="157277"/>
                  <a:pt x="2451141" y="157825"/>
                </a:cubicBezTo>
                <a:cubicBezTo>
                  <a:pt x="2447849" y="158374"/>
                  <a:pt x="2444648" y="158283"/>
                  <a:pt x="2441357" y="157551"/>
                </a:cubicBezTo>
                <a:cubicBezTo>
                  <a:pt x="2438156" y="156820"/>
                  <a:pt x="2435230" y="155539"/>
                  <a:pt x="2432487" y="153619"/>
                </a:cubicBezTo>
                <a:cubicBezTo>
                  <a:pt x="2429835" y="151699"/>
                  <a:pt x="2427549" y="149413"/>
                  <a:pt x="2425812" y="146578"/>
                </a:cubicBezTo>
                <a:cubicBezTo>
                  <a:pt x="2424074" y="143835"/>
                  <a:pt x="2422886" y="140818"/>
                  <a:pt x="2422337" y="137526"/>
                </a:cubicBezTo>
                <a:cubicBezTo>
                  <a:pt x="2421788" y="134234"/>
                  <a:pt x="2421880" y="131034"/>
                  <a:pt x="2422611" y="127833"/>
                </a:cubicBezTo>
                <a:cubicBezTo>
                  <a:pt x="2423343" y="124541"/>
                  <a:pt x="2424623" y="121615"/>
                  <a:pt x="2426543" y="118963"/>
                </a:cubicBezTo>
                <a:cubicBezTo>
                  <a:pt x="2428464" y="116220"/>
                  <a:pt x="2430750" y="114026"/>
                  <a:pt x="2433584" y="112197"/>
                </a:cubicBezTo>
              </a:path>
              <a:path w="3889492" h="1195852">
                <a:moveTo>
                  <a:pt x="2441997" y="106893"/>
                </a:moveTo>
                <a:lnTo>
                  <a:pt x="2446203" y="104242"/>
                </a:lnTo>
                <a:cubicBezTo>
                  <a:pt x="2449038" y="102504"/>
                  <a:pt x="2452055" y="101316"/>
                  <a:pt x="2455347" y="100767"/>
                </a:cubicBezTo>
                <a:cubicBezTo>
                  <a:pt x="2458547" y="100218"/>
                  <a:pt x="2461839" y="100310"/>
                  <a:pt x="2465040" y="101041"/>
                </a:cubicBezTo>
                <a:cubicBezTo>
                  <a:pt x="2468240" y="101773"/>
                  <a:pt x="2471257" y="103053"/>
                  <a:pt x="2473909" y="104973"/>
                </a:cubicBezTo>
                <a:cubicBezTo>
                  <a:pt x="2476652" y="106893"/>
                  <a:pt x="2478847" y="109179"/>
                  <a:pt x="2480584" y="112014"/>
                </a:cubicBezTo>
                <a:cubicBezTo>
                  <a:pt x="2482413" y="114849"/>
                  <a:pt x="2483602" y="117866"/>
                  <a:pt x="2484150" y="121067"/>
                </a:cubicBezTo>
                <a:cubicBezTo>
                  <a:pt x="2484699" y="124358"/>
                  <a:pt x="2484608" y="127559"/>
                  <a:pt x="2483876" y="130759"/>
                </a:cubicBezTo>
                <a:cubicBezTo>
                  <a:pt x="2483145" y="134051"/>
                  <a:pt x="2481864" y="136977"/>
                  <a:pt x="2479944" y="139720"/>
                </a:cubicBezTo>
                <a:cubicBezTo>
                  <a:pt x="2478024" y="142372"/>
                  <a:pt x="2475647" y="144567"/>
                  <a:pt x="2472903" y="146395"/>
                </a:cubicBezTo>
                <a:lnTo>
                  <a:pt x="2468606" y="149047"/>
                </a:lnTo>
                <a:cubicBezTo>
                  <a:pt x="2465862" y="150785"/>
                  <a:pt x="2462845" y="151973"/>
                  <a:pt x="2459553" y="152522"/>
                </a:cubicBezTo>
                <a:cubicBezTo>
                  <a:pt x="2456261" y="153071"/>
                  <a:pt x="2453061" y="152979"/>
                  <a:pt x="2449860" y="152248"/>
                </a:cubicBezTo>
                <a:cubicBezTo>
                  <a:pt x="2446569" y="151516"/>
                  <a:pt x="2443643" y="150236"/>
                  <a:pt x="2440899" y="148316"/>
                </a:cubicBezTo>
                <a:cubicBezTo>
                  <a:pt x="2438248" y="146395"/>
                  <a:pt x="2436053" y="144109"/>
                  <a:pt x="2434224" y="141275"/>
                </a:cubicBezTo>
                <a:cubicBezTo>
                  <a:pt x="2432487" y="138440"/>
                  <a:pt x="2431298" y="135423"/>
                  <a:pt x="2430750" y="132222"/>
                </a:cubicBezTo>
                <a:cubicBezTo>
                  <a:pt x="2430201" y="128930"/>
                  <a:pt x="2430292" y="125730"/>
                  <a:pt x="2431024" y="122530"/>
                </a:cubicBezTo>
                <a:cubicBezTo>
                  <a:pt x="2431755" y="119238"/>
                  <a:pt x="2433036" y="116312"/>
                  <a:pt x="2434956" y="113568"/>
                </a:cubicBezTo>
                <a:cubicBezTo>
                  <a:pt x="2436876" y="110917"/>
                  <a:pt x="2439253" y="108722"/>
                  <a:pt x="2441997" y="106893"/>
                </a:cubicBezTo>
              </a:path>
              <a:path w="3889492" h="1195852">
                <a:moveTo>
                  <a:pt x="2450409" y="101590"/>
                </a:moveTo>
                <a:lnTo>
                  <a:pt x="2454707" y="98938"/>
                </a:lnTo>
                <a:cubicBezTo>
                  <a:pt x="2457450" y="97201"/>
                  <a:pt x="2460468" y="96012"/>
                  <a:pt x="2463759" y="95463"/>
                </a:cubicBezTo>
                <a:cubicBezTo>
                  <a:pt x="2466960" y="94915"/>
                  <a:pt x="2470252" y="95006"/>
                  <a:pt x="2473452" y="95738"/>
                </a:cubicBezTo>
                <a:cubicBezTo>
                  <a:pt x="2476652" y="96469"/>
                  <a:pt x="2479670" y="97749"/>
                  <a:pt x="2482322" y="99670"/>
                </a:cubicBezTo>
                <a:cubicBezTo>
                  <a:pt x="2485065" y="101590"/>
                  <a:pt x="2487259" y="103876"/>
                  <a:pt x="2489088" y="106710"/>
                </a:cubicBezTo>
                <a:cubicBezTo>
                  <a:pt x="2490826" y="109454"/>
                  <a:pt x="2492014" y="112471"/>
                  <a:pt x="2492563" y="115763"/>
                </a:cubicBezTo>
                <a:cubicBezTo>
                  <a:pt x="2493112" y="119055"/>
                  <a:pt x="2493020" y="122255"/>
                  <a:pt x="2492289" y="125456"/>
                </a:cubicBezTo>
                <a:cubicBezTo>
                  <a:pt x="2491557" y="128656"/>
                  <a:pt x="2490277" y="131674"/>
                  <a:pt x="2488357" y="134325"/>
                </a:cubicBezTo>
                <a:cubicBezTo>
                  <a:pt x="2486436" y="137069"/>
                  <a:pt x="2484059" y="139263"/>
                  <a:pt x="2481316" y="141092"/>
                </a:cubicBezTo>
                <a:lnTo>
                  <a:pt x="2477110" y="143744"/>
                </a:lnTo>
                <a:cubicBezTo>
                  <a:pt x="2474275" y="145481"/>
                  <a:pt x="2471257" y="146670"/>
                  <a:pt x="2467966" y="147218"/>
                </a:cubicBezTo>
                <a:cubicBezTo>
                  <a:pt x="2464765" y="147767"/>
                  <a:pt x="2461473" y="147676"/>
                  <a:pt x="2458273" y="146944"/>
                </a:cubicBezTo>
                <a:cubicBezTo>
                  <a:pt x="2455073" y="146213"/>
                  <a:pt x="2452055" y="144932"/>
                  <a:pt x="2449403" y="143012"/>
                </a:cubicBezTo>
                <a:cubicBezTo>
                  <a:pt x="2446660" y="141092"/>
                  <a:pt x="2444466" y="138714"/>
                  <a:pt x="2442637" y="135971"/>
                </a:cubicBezTo>
                <a:cubicBezTo>
                  <a:pt x="2440899" y="133137"/>
                  <a:pt x="2439711" y="130119"/>
                  <a:pt x="2439162" y="126919"/>
                </a:cubicBezTo>
                <a:cubicBezTo>
                  <a:pt x="2438613" y="123627"/>
                  <a:pt x="2438705" y="120426"/>
                  <a:pt x="2439436" y="117135"/>
                </a:cubicBezTo>
                <a:cubicBezTo>
                  <a:pt x="2440168" y="113934"/>
                  <a:pt x="2441448" y="111008"/>
                  <a:pt x="2443368" y="108265"/>
                </a:cubicBezTo>
                <a:cubicBezTo>
                  <a:pt x="2445288" y="105613"/>
                  <a:pt x="2447666" y="103327"/>
                  <a:pt x="2450409" y="101590"/>
                </a:cubicBezTo>
              </a:path>
              <a:path w="3889492" h="1195852">
                <a:moveTo>
                  <a:pt x="2458913" y="96286"/>
                </a:moveTo>
                <a:lnTo>
                  <a:pt x="2463119" y="93635"/>
                </a:lnTo>
                <a:cubicBezTo>
                  <a:pt x="2465862" y="91806"/>
                  <a:pt x="2468880" y="90708"/>
                  <a:pt x="2472172" y="90160"/>
                </a:cubicBezTo>
                <a:cubicBezTo>
                  <a:pt x="2475464" y="89611"/>
                  <a:pt x="2478664" y="89611"/>
                  <a:pt x="2481864" y="90343"/>
                </a:cubicBezTo>
                <a:cubicBezTo>
                  <a:pt x="2485156" y="91074"/>
                  <a:pt x="2488082" y="92446"/>
                  <a:pt x="2490826" y="94366"/>
                </a:cubicBezTo>
                <a:cubicBezTo>
                  <a:pt x="2493477" y="96195"/>
                  <a:pt x="2495763" y="98572"/>
                  <a:pt x="2497501" y="101407"/>
                </a:cubicBezTo>
                <a:cubicBezTo>
                  <a:pt x="2499238" y="104150"/>
                  <a:pt x="2500427" y="107168"/>
                  <a:pt x="2500975" y="110460"/>
                </a:cubicBezTo>
                <a:cubicBezTo>
                  <a:pt x="2501524" y="113660"/>
                  <a:pt x="2501433" y="116952"/>
                  <a:pt x="2500701" y="120152"/>
                </a:cubicBezTo>
                <a:cubicBezTo>
                  <a:pt x="2499970" y="123353"/>
                  <a:pt x="2498689" y="126370"/>
                  <a:pt x="2496769" y="129022"/>
                </a:cubicBezTo>
                <a:cubicBezTo>
                  <a:pt x="2494849" y="131765"/>
                  <a:pt x="2492563" y="133960"/>
                  <a:pt x="2489728" y="135697"/>
                </a:cubicBezTo>
                <a:lnTo>
                  <a:pt x="2485522" y="138349"/>
                </a:lnTo>
                <a:cubicBezTo>
                  <a:pt x="2482687" y="140178"/>
                  <a:pt x="2479670" y="141275"/>
                  <a:pt x="2476470" y="141915"/>
                </a:cubicBezTo>
                <a:cubicBezTo>
                  <a:pt x="2473178" y="142464"/>
                  <a:pt x="2469886" y="142372"/>
                  <a:pt x="2466685" y="141641"/>
                </a:cubicBezTo>
                <a:cubicBezTo>
                  <a:pt x="2463485" y="140909"/>
                  <a:pt x="2460468" y="139629"/>
                  <a:pt x="2457816" y="137709"/>
                </a:cubicBezTo>
                <a:cubicBezTo>
                  <a:pt x="2455073" y="135788"/>
                  <a:pt x="2452878" y="133411"/>
                  <a:pt x="2451141" y="130668"/>
                </a:cubicBezTo>
                <a:cubicBezTo>
                  <a:pt x="2449312" y="127833"/>
                  <a:pt x="2448215" y="124816"/>
                  <a:pt x="2447666" y="121524"/>
                </a:cubicBezTo>
                <a:cubicBezTo>
                  <a:pt x="2447026" y="118323"/>
                  <a:pt x="2447117" y="115032"/>
                  <a:pt x="2447849" y="111831"/>
                </a:cubicBezTo>
                <a:cubicBezTo>
                  <a:pt x="2448580" y="108631"/>
                  <a:pt x="2449952" y="105705"/>
                  <a:pt x="2451781" y="102961"/>
                </a:cubicBezTo>
                <a:cubicBezTo>
                  <a:pt x="2453701" y="100310"/>
                  <a:pt x="2456078" y="98024"/>
                  <a:pt x="2458913" y="96286"/>
                </a:cubicBezTo>
              </a:path>
              <a:path w="3889492" h="1195852">
                <a:moveTo>
                  <a:pt x="2467326" y="90983"/>
                </a:moveTo>
                <a:lnTo>
                  <a:pt x="2471532" y="88331"/>
                </a:lnTo>
                <a:cubicBezTo>
                  <a:pt x="2474366" y="86502"/>
                  <a:pt x="2477384" y="85405"/>
                  <a:pt x="2480584" y="84765"/>
                </a:cubicBezTo>
                <a:cubicBezTo>
                  <a:pt x="2483876" y="84216"/>
                  <a:pt x="2487077" y="84308"/>
                  <a:pt x="2490368" y="85039"/>
                </a:cubicBezTo>
                <a:cubicBezTo>
                  <a:pt x="2493569" y="85771"/>
                  <a:pt x="2496495" y="87142"/>
                  <a:pt x="2499238" y="88971"/>
                </a:cubicBezTo>
                <a:cubicBezTo>
                  <a:pt x="2501890" y="90891"/>
                  <a:pt x="2504176" y="93269"/>
                  <a:pt x="2505913" y="96012"/>
                </a:cubicBezTo>
                <a:cubicBezTo>
                  <a:pt x="2507651" y="98847"/>
                  <a:pt x="2508839" y="101864"/>
                  <a:pt x="2509388" y="105156"/>
                </a:cubicBezTo>
                <a:cubicBezTo>
                  <a:pt x="2509937" y="108356"/>
                  <a:pt x="2509937" y="111648"/>
                  <a:pt x="2509205" y="114849"/>
                </a:cubicBezTo>
                <a:cubicBezTo>
                  <a:pt x="2508474" y="118049"/>
                  <a:pt x="2507102" y="120975"/>
                  <a:pt x="2505182" y="123718"/>
                </a:cubicBezTo>
                <a:cubicBezTo>
                  <a:pt x="2503353" y="126462"/>
                  <a:pt x="2500975" y="128656"/>
                  <a:pt x="2498141" y="130393"/>
                </a:cubicBezTo>
                <a:lnTo>
                  <a:pt x="2493935" y="133045"/>
                </a:lnTo>
                <a:cubicBezTo>
                  <a:pt x="2491191" y="134874"/>
                  <a:pt x="2488082" y="135971"/>
                  <a:pt x="2484882" y="136520"/>
                </a:cubicBezTo>
                <a:cubicBezTo>
                  <a:pt x="2481590" y="137160"/>
                  <a:pt x="2478390" y="137069"/>
                  <a:pt x="2475098" y="136337"/>
                </a:cubicBezTo>
                <a:cubicBezTo>
                  <a:pt x="2471898" y="135606"/>
                  <a:pt x="2468971" y="134234"/>
                  <a:pt x="2466228" y="132314"/>
                </a:cubicBezTo>
                <a:cubicBezTo>
                  <a:pt x="2463576" y="130485"/>
                  <a:pt x="2461290" y="128107"/>
                  <a:pt x="2459553" y="125273"/>
                </a:cubicBezTo>
                <a:cubicBezTo>
                  <a:pt x="2457816" y="122530"/>
                  <a:pt x="2456627" y="119512"/>
                  <a:pt x="2456078" y="116220"/>
                </a:cubicBezTo>
                <a:cubicBezTo>
                  <a:pt x="2455530" y="113020"/>
                  <a:pt x="2455530" y="109728"/>
                  <a:pt x="2456261" y="106528"/>
                </a:cubicBezTo>
                <a:cubicBezTo>
                  <a:pt x="2456993" y="103327"/>
                  <a:pt x="2458364" y="100310"/>
                  <a:pt x="2460285" y="97658"/>
                </a:cubicBezTo>
                <a:cubicBezTo>
                  <a:pt x="2462205" y="94915"/>
                  <a:pt x="2464491" y="92720"/>
                  <a:pt x="2467326" y="90983"/>
                </a:cubicBezTo>
              </a:path>
              <a:path w="3889492" h="1195852">
                <a:moveTo>
                  <a:pt x="2475738" y="85679"/>
                </a:moveTo>
                <a:lnTo>
                  <a:pt x="2479944" y="82936"/>
                </a:lnTo>
                <a:cubicBezTo>
                  <a:pt x="2482779" y="81199"/>
                  <a:pt x="2485796" y="80010"/>
                  <a:pt x="2489088" y="79461"/>
                </a:cubicBezTo>
                <a:cubicBezTo>
                  <a:pt x="2492289" y="78913"/>
                  <a:pt x="2495580" y="79004"/>
                  <a:pt x="2498781" y="79736"/>
                </a:cubicBezTo>
                <a:cubicBezTo>
                  <a:pt x="2501981" y="80467"/>
                  <a:pt x="2504999" y="81747"/>
                  <a:pt x="2507651" y="83668"/>
                </a:cubicBezTo>
                <a:cubicBezTo>
                  <a:pt x="2510394" y="85588"/>
                  <a:pt x="2512588" y="87965"/>
                  <a:pt x="2514326" y="90708"/>
                </a:cubicBezTo>
                <a:cubicBezTo>
                  <a:pt x="2516154" y="93543"/>
                  <a:pt x="2517252" y="96561"/>
                  <a:pt x="2517892" y="99761"/>
                </a:cubicBezTo>
                <a:cubicBezTo>
                  <a:pt x="2518440" y="103053"/>
                  <a:pt x="2518349" y="106253"/>
                  <a:pt x="2517618" y="109545"/>
                </a:cubicBezTo>
                <a:cubicBezTo>
                  <a:pt x="2516886" y="112746"/>
                  <a:pt x="2515514" y="115672"/>
                  <a:pt x="2513686" y="118415"/>
                </a:cubicBezTo>
                <a:cubicBezTo>
                  <a:pt x="2511765" y="121067"/>
                  <a:pt x="2509388" y="123353"/>
                  <a:pt x="2506553" y="125090"/>
                </a:cubicBezTo>
                <a:lnTo>
                  <a:pt x="2502347" y="127742"/>
                </a:lnTo>
                <a:cubicBezTo>
                  <a:pt x="2499604" y="129479"/>
                  <a:pt x="2496586" y="130668"/>
                  <a:pt x="2493294" y="131216"/>
                </a:cubicBezTo>
                <a:cubicBezTo>
                  <a:pt x="2490003" y="131765"/>
                  <a:pt x="2486802" y="131674"/>
                  <a:pt x="2483602" y="130942"/>
                </a:cubicBezTo>
                <a:cubicBezTo>
                  <a:pt x="2480310" y="130302"/>
                  <a:pt x="2477384" y="128930"/>
                  <a:pt x="2474641" y="127010"/>
                </a:cubicBezTo>
                <a:cubicBezTo>
                  <a:pt x="2471989" y="125090"/>
                  <a:pt x="2469703" y="122804"/>
                  <a:pt x="2467966" y="119969"/>
                </a:cubicBezTo>
                <a:cubicBezTo>
                  <a:pt x="2466228" y="117226"/>
                  <a:pt x="2465040" y="114209"/>
                  <a:pt x="2464491" y="110917"/>
                </a:cubicBezTo>
                <a:cubicBezTo>
                  <a:pt x="2463942" y="107625"/>
                  <a:pt x="2464034" y="104424"/>
                  <a:pt x="2464765" y="101224"/>
                </a:cubicBezTo>
                <a:cubicBezTo>
                  <a:pt x="2465497" y="98024"/>
                  <a:pt x="2466777" y="95006"/>
                  <a:pt x="2468697" y="92354"/>
                </a:cubicBezTo>
                <a:cubicBezTo>
                  <a:pt x="2470617" y="89611"/>
                  <a:pt x="2472903" y="87417"/>
                  <a:pt x="2475738" y="85679"/>
                </a:cubicBezTo>
              </a:path>
              <a:path w="3889492" h="1195852">
                <a:moveTo>
                  <a:pt x="2484150" y="80284"/>
                </a:moveTo>
                <a:lnTo>
                  <a:pt x="2488357" y="77633"/>
                </a:lnTo>
                <a:cubicBezTo>
                  <a:pt x="2491191" y="75895"/>
                  <a:pt x="2494209" y="74706"/>
                  <a:pt x="2497501" y="74158"/>
                </a:cubicBezTo>
                <a:cubicBezTo>
                  <a:pt x="2500701" y="73609"/>
                  <a:pt x="2503993" y="73701"/>
                  <a:pt x="2507193" y="74432"/>
                </a:cubicBezTo>
                <a:cubicBezTo>
                  <a:pt x="2510394" y="75164"/>
                  <a:pt x="2513411" y="76444"/>
                  <a:pt x="2516063" y="78364"/>
                </a:cubicBezTo>
                <a:cubicBezTo>
                  <a:pt x="2518806" y="80284"/>
                  <a:pt x="2521001" y="82662"/>
                  <a:pt x="2522830" y="85405"/>
                </a:cubicBezTo>
                <a:cubicBezTo>
                  <a:pt x="2524567" y="88240"/>
                  <a:pt x="2525756" y="91257"/>
                  <a:pt x="2526304" y="94458"/>
                </a:cubicBezTo>
                <a:cubicBezTo>
                  <a:pt x="2526853" y="97749"/>
                  <a:pt x="2526762" y="100950"/>
                  <a:pt x="2526030" y="104242"/>
                </a:cubicBezTo>
                <a:cubicBezTo>
                  <a:pt x="2525298" y="107442"/>
                  <a:pt x="2524018" y="110368"/>
                  <a:pt x="2522098" y="113111"/>
                </a:cubicBezTo>
                <a:cubicBezTo>
                  <a:pt x="2520178" y="115763"/>
                  <a:pt x="2517800" y="118049"/>
                  <a:pt x="2515057" y="119786"/>
                </a:cubicBezTo>
                <a:lnTo>
                  <a:pt x="2510851" y="122438"/>
                </a:lnTo>
                <a:cubicBezTo>
                  <a:pt x="2508016" y="124176"/>
                  <a:pt x="2504999" y="125364"/>
                  <a:pt x="2501707" y="125913"/>
                </a:cubicBezTo>
                <a:cubicBezTo>
                  <a:pt x="2498507" y="126462"/>
                  <a:pt x="2495215" y="126370"/>
                  <a:pt x="2492014" y="125639"/>
                </a:cubicBezTo>
                <a:cubicBezTo>
                  <a:pt x="2488814" y="124907"/>
                  <a:pt x="2485796" y="123627"/>
                  <a:pt x="2483145" y="121707"/>
                </a:cubicBezTo>
                <a:cubicBezTo>
                  <a:pt x="2480401" y="119786"/>
                  <a:pt x="2478207" y="117500"/>
                  <a:pt x="2476378" y="114666"/>
                </a:cubicBezTo>
                <a:cubicBezTo>
                  <a:pt x="2474641" y="111923"/>
                  <a:pt x="2473452" y="108814"/>
                  <a:pt x="2472903" y="105613"/>
                </a:cubicBezTo>
                <a:cubicBezTo>
                  <a:pt x="2472355" y="102321"/>
                  <a:pt x="2472446" y="99121"/>
                  <a:pt x="2473178" y="95921"/>
                </a:cubicBezTo>
                <a:cubicBezTo>
                  <a:pt x="2473909" y="92629"/>
                  <a:pt x="2475189" y="89703"/>
                  <a:pt x="2477110" y="87051"/>
                </a:cubicBezTo>
                <a:cubicBezTo>
                  <a:pt x="2479030" y="84308"/>
                  <a:pt x="2481407" y="82113"/>
                  <a:pt x="2484150" y="80284"/>
                </a:cubicBezTo>
              </a:path>
              <a:path w="3889492" h="1195852">
                <a:moveTo>
                  <a:pt x="2492654" y="74981"/>
                </a:moveTo>
                <a:lnTo>
                  <a:pt x="2496861" y="72329"/>
                </a:lnTo>
                <a:cubicBezTo>
                  <a:pt x="2499604" y="70592"/>
                  <a:pt x="2502621" y="69403"/>
                  <a:pt x="2505913" y="68854"/>
                </a:cubicBezTo>
                <a:cubicBezTo>
                  <a:pt x="2509205" y="68306"/>
                  <a:pt x="2512405" y="68397"/>
                  <a:pt x="2515606" y="69129"/>
                </a:cubicBezTo>
                <a:cubicBezTo>
                  <a:pt x="2518898" y="69860"/>
                  <a:pt x="2521824" y="71140"/>
                  <a:pt x="2524567" y="73061"/>
                </a:cubicBezTo>
                <a:cubicBezTo>
                  <a:pt x="2527219" y="74981"/>
                  <a:pt x="2529505" y="77267"/>
                  <a:pt x="2531242" y="80101"/>
                </a:cubicBezTo>
                <a:cubicBezTo>
                  <a:pt x="2532979" y="82845"/>
                  <a:pt x="2534168" y="85954"/>
                  <a:pt x="2534717" y="89154"/>
                </a:cubicBezTo>
                <a:cubicBezTo>
                  <a:pt x="2535265" y="92446"/>
                  <a:pt x="2535174" y="95646"/>
                  <a:pt x="2534442" y="98847"/>
                </a:cubicBezTo>
                <a:cubicBezTo>
                  <a:pt x="2533711" y="102138"/>
                  <a:pt x="2532431" y="105065"/>
                  <a:pt x="2530511" y="107716"/>
                </a:cubicBezTo>
                <a:cubicBezTo>
                  <a:pt x="2528590" y="110460"/>
                  <a:pt x="2526213" y="112654"/>
                  <a:pt x="2523470" y="114483"/>
                </a:cubicBezTo>
                <a:lnTo>
                  <a:pt x="2519263" y="117135"/>
                </a:lnTo>
                <a:cubicBezTo>
                  <a:pt x="2516429" y="118872"/>
                  <a:pt x="2513411" y="120061"/>
                  <a:pt x="2510119" y="120609"/>
                </a:cubicBezTo>
                <a:cubicBezTo>
                  <a:pt x="2506919" y="121158"/>
                  <a:pt x="2503627" y="121067"/>
                  <a:pt x="2500427" y="120335"/>
                </a:cubicBezTo>
                <a:cubicBezTo>
                  <a:pt x="2497226" y="119604"/>
                  <a:pt x="2494209" y="118323"/>
                  <a:pt x="2491557" y="116403"/>
                </a:cubicBezTo>
                <a:cubicBezTo>
                  <a:pt x="2488814" y="114483"/>
                  <a:pt x="2486619" y="112105"/>
                  <a:pt x="2484882" y="109362"/>
                </a:cubicBezTo>
                <a:cubicBezTo>
                  <a:pt x="2483053" y="106528"/>
                  <a:pt x="2481956" y="103510"/>
                  <a:pt x="2481316" y="100310"/>
                </a:cubicBezTo>
                <a:cubicBezTo>
                  <a:pt x="2480767" y="97018"/>
                  <a:pt x="2480859" y="93817"/>
                  <a:pt x="2481590" y="90526"/>
                </a:cubicBezTo>
                <a:cubicBezTo>
                  <a:pt x="2482322" y="87325"/>
                  <a:pt x="2483693" y="84399"/>
                  <a:pt x="2485522" y="81656"/>
                </a:cubicBezTo>
                <a:cubicBezTo>
                  <a:pt x="2487442" y="79004"/>
                  <a:pt x="2489820" y="76718"/>
                  <a:pt x="2492654" y="74981"/>
                </a:cubicBezTo>
              </a:path>
              <a:path w="3889492" h="1195852">
                <a:moveTo>
                  <a:pt x="2501067" y="69677"/>
                </a:moveTo>
                <a:lnTo>
                  <a:pt x="2505273" y="67026"/>
                </a:lnTo>
                <a:cubicBezTo>
                  <a:pt x="2508016" y="65288"/>
                  <a:pt x="2511125" y="64099"/>
                  <a:pt x="2514326" y="63551"/>
                </a:cubicBezTo>
                <a:cubicBezTo>
                  <a:pt x="2517618" y="63002"/>
                  <a:pt x="2520818" y="63094"/>
                  <a:pt x="2524110" y="63734"/>
                </a:cubicBezTo>
                <a:cubicBezTo>
                  <a:pt x="2527310" y="64465"/>
                  <a:pt x="2530236" y="65837"/>
                  <a:pt x="2532979" y="67757"/>
                </a:cubicBezTo>
                <a:cubicBezTo>
                  <a:pt x="2535631" y="69586"/>
                  <a:pt x="2537917" y="71963"/>
                  <a:pt x="2539655" y="74798"/>
                </a:cubicBezTo>
                <a:cubicBezTo>
                  <a:pt x="2541392" y="77541"/>
                  <a:pt x="2542581" y="80559"/>
                  <a:pt x="2543129" y="83850"/>
                </a:cubicBezTo>
                <a:cubicBezTo>
                  <a:pt x="2543678" y="87142"/>
                  <a:pt x="2543586" y="90343"/>
                  <a:pt x="2542946" y="93543"/>
                </a:cubicBezTo>
                <a:cubicBezTo>
                  <a:pt x="2542215" y="96744"/>
                  <a:pt x="2540843" y="99761"/>
                  <a:pt x="2538923" y="102413"/>
                </a:cubicBezTo>
                <a:cubicBezTo>
                  <a:pt x="2537003" y="105156"/>
                  <a:pt x="2534717" y="107351"/>
                  <a:pt x="2531882" y="109088"/>
                </a:cubicBezTo>
                <a:lnTo>
                  <a:pt x="2527676" y="111831"/>
                </a:lnTo>
                <a:cubicBezTo>
                  <a:pt x="2524841" y="113568"/>
                  <a:pt x="2521824" y="114757"/>
                  <a:pt x="2518623" y="115306"/>
                </a:cubicBezTo>
                <a:cubicBezTo>
                  <a:pt x="2515332" y="115854"/>
                  <a:pt x="2512131" y="115763"/>
                  <a:pt x="2508839" y="115032"/>
                </a:cubicBezTo>
                <a:cubicBezTo>
                  <a:pt x="2505639" y="114300"/>
                  <a:pt x="2502713" y="113020"/>
                  <a:pt x="2499970" y="111100"/>
                </a:cubicBezTo>
                <a:cubicBezTo>
                  <a:pt x="2497318" y="109179"/>
                  <a:pt x="2495032" y="106802"/>
                  <a:pt x="2493294" y="104059"/>
                </a:cubicBezTo>
                <a:cubicBezTo>
                  <a:pt x="2491466" y="101224"/>
                  <a:pt x="2490368" y="98207"/>
                  <a:pt x="2489820" y="95006"/>
                </a:cubicBezTo>
                <a:cubicBezTo>
                  <a:pt x="2489180" y="91714"/>
                  <a:pt x="2489271" y="88422"/>
                  <a:pt x="2490003" y="85222"/>
                </a:cubicBezTo>
                <a:cubicBezTo>
                  <a:pt x="2490734" y="82022"/>
                  <a:pt x="2492106" y="79096"/>
                  <a:pt x="2494026" y="76352"/>
                </a:cubicBezTo>
                <a:cubicBezTo>
                  <a:pt x="2495855" y="73701"/>
                  <a:pt x="2498232" y="71415"/>
                  <a:pt x="2501067" y="69677"/>
                </a:cubicBezTo>
              </a:path>
              <a:path w="3889492" h="1195852">
                <a:moveTo>
                  <a:pt x="2509479" y="64374"/>
                </a:moveTo>
                <a:lnTo>
                  <a:pt x="2513686" y="61722"/>
                </a:lnTo>
                <a:cubicBezTo>
                  <a:pt x="2516520" y="59893"/>
                  <a:pt x="2519538" y="58796"/>
                  <a:pt x="2522738" y="58247"/>
                </a:cubicBezTo>
                <a:cubicBezTo>
                  <a:pt x="2526030" y="57607"/>
                  <a:pt x="2529322" y="57699"/>
                  <a:pt x="2532522" y="58430"/>
                </a:cubicBezTo>
                <a:cubicBezTo>
                  <a:pt x="2535723" y="59162"/>
                  <a:pt x="2538649" y="60533"/>
                  <a:pt x="2541392" y="62362"/>
                </a:cubicBezTo>
                <a:cubicBezTo>
                  <a:pt x="2544135" y="64282"/>
                  <a:pt x="2546330" y="66660"/>
                  <a:pt x="2548067" y="69494"/>
                </a:cubicBezTo>
                <a:cubicBezTo>
                  <a:pt x="2549896" y="72238"/>
                  <a:pt x="2550993" y="75255"/>
                  <a:pt x="2551542" y="78547"/>
                </a:cubicBezTo>
                <a:cubicBezTo>
                  <a:pt x="2552182" y="81747"/>
                  <a:pt x="2552090" y="85039"/>
                  <a:pt x="2551359" y="88240"/>
                </a:cubicBezTo>
                <a:cubicBezTo>
                  <a:pt x="2550627" y="91440"/>
                  <a:pt x="2549256" y="94458"/>
                  <a:pt x="2547427" y="97109"/>
                </a:cubicBezTo>
                <a:cubicBezTo>
                  <a:pt x="2545507" y="99852"/>
                  <a:pt x="2543129" y="102047"/>
                  <a:pt x="2540295" y="103784"/>
                </a:cubicBezTo>
                <a:lnTo>
                  <a:pt x="2536088" y="106436"/>
                </a:lnTo>
                <a:cubicBezTo>
                  <a:pt x="2533345" y="108265"/>
                  <a:pt x="2530328" y="109362"/>
                  <a:pt x="2527036" y="110002"/>
                </a:cubicBezTo>
                <a:cubicBezTo>
                  <a:pt x="2523744" y="110551"/>
                  <a:pt x="2520544" y="110460"/>
                  <a:pt x="2517343" y="109728"/>
                </a:cubicBezTo>
                <a:cubicBezTo>
                  <a:pt x="2514051" y="108996"/>
                  <a:pt x="2511125" y="107625"/>
                  <a:pt x="2508382" y="105796"/>
                </a:cubicBezTo>
                <a:cubicBezTo>
                  <a:pt x="2505730" y="103876"/>
                  <a:pt x="2503444" y="101498"/>
                  <a:pt x="2501707" y="98755"/>
                </a:cubicBezTo>
                <a:cubicBezTo>
                  <a:pt x="2499970" y="95921"/>
                  <a:pt x="2498781" y="92903"/>
                  <a:pt x="2498232" y="89611"/>
                </a:cubicBezTo>
                <a:cubicBezTo>
                  <a:pt x="2497684" y="86411"/>
                  <a:pt x="2497775" y="83119"/>
                  <a:pt x="2498507" y="79919"/>
                </a:cubicBezTo>
                <a:cubicBezTo>
                  <a:pt x="2499238" y="76718"/>
                  <a:pt x="2500518" y="73701"/>
                  <a:pt x="2502438" y="71049"/>
                </a:cubicBezTo>
                <a:cubicBezTo>
                  <a:pt x="2504359" y="68306"/>
                  <a:pt x="2506645" y="66111"/>
                  <a:pt x="2509479" y="64374"/>
                </a:cubicBezTo>
              </a:path>
              <a:path w="3889492" h="1195852">
                <a:moveTo>
                  <a:pt x="2517892" y="59070"/>
                </a:moveTo>
                <a:lnTo>
                  <a:pt x="2522098" y="56418"/>
                </a:lnTo>
                <a:cubicBezTo>
                  <a:pt x="2524933" y="54590"/>
                  <a:pt x="2527950" y="53492"/>
                  <a:pt x="2531242" y="52852"/>
                </a:cubicBezTo>
                <a:cubicBezTo>
                  <a:pt x="2534442" y="52304"/>
                  <a:pt x="2537734" y="52395"/>
                  <a:pt x="2540935" y="53127"/>
                </a:cubicBezTo>
                <a:cubicBezTo>
                  <a:pt x="2544135" y="53858"/>
                  <a:pt x="2547153" y="55138"/>
                  <a:pt x="2549804" y="57059"/>
                </a:cubicBezTo>
                <a:cubicBezTo>
                  <a:pt x="2552548" y="58979"/>
                  <a:pt x="2554742" y="61356"/>
                  <a:pt x="2556571" y="64099"/>
                </a:cubicBezTo>
                <a:cubicBezTo>
                  <a:pt x="2558308" y="66934"/>
                  <a:pt x="2559497" y="69952"/>
                  <a:pt x="2560046" y="73243"/>
                </a:cubicBezTo>
                <a:cubicBezTo>
                  <a:pt x="2560594" y="76444"/>
                  <a:pt x="2560503" y="79736"/>
                  <a:pt x="2559771" y="82936"/>
                </a:cubicBezTo>
                <a:cubicBezTo>
                  <a:pt x="2559040" y="86136"/>
                  <a:pt x="2557760" y="89063"/>
                  <a:pt x="2555839" y="91806"/>
                </a:cubicBezTo>
                <a:cubicBezTo>
                  <a:pt x="2553919" y="94458"/>
                  <a:pt x="2551542" y="96744"/>
                  <a:pt x="2548799" y="98481"/>
                </a:cubicBezTo>
                <a:lnTo>
                  <a:pt x="2544501" y="101133"/>
                </a:lnTo>
                <a:cubicBezTo>
                  <a:pt x="2541758" y="102870"/>
                  <a:pt x="2538740" y="104059"/>
                  <a:pt x="2535448" y="104607"/>
                </a:cubicBezTo>
                <a:cubicBezTo>
                  <a:pt x="2532248" y="105156"/>
                  <a:pt x="2528956" y="105156"/>
                  <a:pt x="2525756" y="104424"/>
                </a:cubicBezTo>
                <a:cubicBezTo>
                  <a:pt x="2522555" y="103693"/>
                  <a:pt x="2519538" y="102321"/>
                  <a:pt x="2516886" y="100401"/>
                </a:cubicBezTo>
                <a:cubicBezTo>
                  <a:pt x="2514143" y="98572"/>
                  <a:pt x="2511948" y="96195"/>
                  <a:pt x="2510119" y="93360"/>
                </a:cubicBezTo>
                <a:cubicBezTo>
                  <a:pt x="2508382" y="90617"/>
                  <a:pt x="2507193" y="87600"/>
                  <a:pt x="2506645" y="84308"/>
                </a:cubicBezTo>
                <a:cubicBezTo>
                  <a:pt x="2506096" y="81107"/>
                  <a:pt x="2506188" y="77815"/>
                  <a:pt x="2506919" y="74615"/>
                </a:cubicBezTo>
                <a:cubicBezTo>
                  <a:pt x="2507651" y="71415"/>
                  <a:pt x="2508931" y="68397"/>
                  <a:pt x="2510851" y="65745"/>
                </a:cubicBezTo>
                <a:cubicBezTo>
                  <a:pt x="2512771" y="63002"/>
                  <a:pt x="2515149" y="60808"/>
                  <a:pt x="2517892" y="59070"/>
                </a:cubicBezTo>
              </a:path>
              <a:path w="3889492" h="1195852">
                <a:moveTo>
                  <a:pt x="2526304" y="53675"/>
                </a:moveTo>
                <a:lnTo>
                  <a:pt x="2530602" y="51024"/>
                </a:lnTo>
                <a:cubicBezTo>
                  <a:pt x="2533345" y="49286"/>
                  <a:pt x="2536363" y="48097"/>
                  <a:pt x="2539655" y="47549"/>
                </a:cubicBezTo>
                <a:cubicBezTo>
                  <a:pt x="2542946" y="47000"/>
                  <a:pt x="2546147" y="47092"/>
                  <a:pt x="2549347" y="47823"/>
                </a:cubicBezTo>
                <a:cubicBezTo>
                  <a:pt x="2552639" y="48555"/>
                  <a:pt x="2555565" y="49835"/>
                  <a:pt x="2558217" y="51755"/>
                </a:cubicBezTo>
                <a:cubicBezTo>
                  <a:pt x="2560960" y="53675"/>
                  <a:pt x="2563155" y="56053"/>
                  <a:pt x="2564983" y="58796"/>
                </a:cubicBezTo>
                <a:cubicBezTo>
                  <a:pt x="2566721" y="61631"/>
                  <a:pt x="2567910" y="64648"/>
                  <a:pt x="2568458" y="67848"/>
                </a:cubicBezTo>
                <a:cubicBezTo>
                  <a:pt x="2569007" y="71140"/>
                  <a:pt x="2568915" y="74341"/>
                  <a:pt x="2568184" y="77633"/>
                </a:cubicBezTo>
                <a:cubicBezTo>
                  <a:pt x="2567452" y="80833"/>
                  <a:pt x="2566172" y="83759"/>
                  <a:pt x="2564252" y="86502"/>
                </a:cubicBezTo>
                <a:cubicBezTo>
                  <a:pt x="2562332" y="89154"/>
                  <a:pt x="2559954" y="91440"/>
                  <a:pt x="2557211" y="93177"/>
                </a:cubicBezTo>
                <a:lnTo>
                  <a:pt x="2553005" y="95829"/>
                </a:lnTo>
                <a:cubicBezTo>
                  <a:pt x="2550170" y="97566"/>
                  <a:pt x="2547153" y="98755"/>
                  <a:pt x="2543861" y="99304"/>
                </a:cubicBezTo>
                <a:cubicBezTo>
                  <a:pt x="2540660" y="99852"/>
                  <a:pt x="2537369" y="99761"/>
                  <a:pt x="2534168" y="99030"/>
                </a:cubicBezTo>
                <a:cubicBezTo>
                  <a:pt x="2530968" y="98298"/>
                  <a:pt x="2527950" y="97018"/>
                  <a:pt x="2525298" y="95098"/>
                </a:cubicBezTo>
                <a:cubicBezTo>
                  <a:pt x="2522555" y="93177"/>
                  <a:pt x="2520361" y="90891"/>
                  <a:pt x="2518623" y="88057"/>
                </a:cubicBezTo>
                <a:cubicBezTo>
                  <a:pt x="2516795" y="85314"/>
                  <a:pt x="2515606" y="82296"/>
                  <a:pt x="2515057" y="79004"/>
                </a:cubicBezTo>
                <a:cubicBezTo>
                  <a:pt x="2514509" y="75712"/>
                  <a:pt x="2514600" y="72512"/>
                  <a:pt x="2515332" y="69312"/>
                </a:cubicBezTo>
                <a:cubicBezTo>
                  <a:pt x="2516063" y="66020"/>
                  <a:pt x="2517343" y="63094"/>
                  <a:pt x="2519263" y="60442"/>
                </a:cubicBezTo>
                <a:cubicBezTo>
                  <a:pt x="2521184" y="57699"/>
                  <a:pt x="2523561" y="55504"/>
                  <a:pt x="2526304" y="53675"/>
                </a:cubicBezTo>
              </a:path>
              <a:path w="3889492" h="1195852">
                <a:moveTo>
                  <a:pt x="2534808" y="48372"/>
                </a:moveTo>
                <a:lnTo>
                  <a:pt x="2539014" y="45720"/>
                </a:lnTo>
                <a:cubicBezTo>
                  <a:pt x="2541758" y="43983"/>
                  <a:pt x="2544775" y="42794"/>
                  <a:pt x="2548067" y="42245"/>
                </a:cubicBezTo>
                <a:cubicBezTo>
                  <a:pt x="2551359" y="41697"/>
                  <a:pt x="2554559" y="41788"/>
                  <a:pt x="2557760" y="42520"/>
                </a:cubicBezTo>
                <a:cubicBezTo>
                  <a:pt x="2561052" y="43251"/>
                  <a:pt x="2563978" y="44531"/>
                  <a:pt x="2566721" y="46452"/>
                </a:cubicBezTo>
                <a:cubicBezTo>
                  <a:pt x="2569373" y="48372"/>
                  <a:pt x="2571659" y="50658"/>
                  <a:pt x="2573396" y="53492"/>
                </a:cubicBezTo>
                <a:cubicBezTo>
                  <a:pt x="2575133" y="56327"/>
                  <a:pt x="2576322" y="59345"/>
                  <a:pt x="2576871" y="62545"/>
                </a:cubicBezTo>
                <a:cubicBezTo>
                  <a:pt x="2577419" y="65837"/>
                  <a:pt x="2577328" y="69037"/>
                  <a:pt x="2576596" y="72238"/>
                </a:cubicBezTo>
                <a:cubicBezTo>
                  <a:pt x="2575865" y="75529"/>
                  <a:pt x="2574585" y="78456"/>
                  <a:pt x="2572664" y="81199"/>
                </a:cubicBezTo>
                <a:cubicBezTo>
                  <a:pt x="2570744" y="83850"/>
                  <a:pt x="2568458" y="86045"/>
                  <a:pt x="2565624" y="87874"/>
                </a:cubicBezTo>
                <a:lnTo>
                  <a:pt x="2561417" y="90526"/>
                </a:lnTo>
                <a:cubicBezTo>
                  <a:pt x="2558583" y="92263"/>
                  <a:pt x="2555565" y="93452"/>
                  <a:pt x="2552365" y="94000"/>
                </a:cubicBezTo>
                <a:cubicBezTo>
                  <a:pt x="2549073" y="94549"/>
                  <a:pt x="2545872" y="94458"/>
                  <a:pt x="2542581" y="93726"/>
                </a:cubicBezTo>
                <a:cubicBezTo>
                  <a:pt x="2539380" y="92994"/>
                  <a:pt x="2536454" y="91714"/>
                  <a:pt x="2533711" y="89794"/>
                </a:cubicBezTo>
                <a:cubicBezTo>
                  <a:pt x="2530968" y="87874"/>
                  <a:pt x="2528773" y="85588"/>
                  <a:pt x="2527036" y="82753"/>
                </a:cubicBezTo>
                <a:cubicBezTo>
                  <a:pt x="2525207" y="79919"/>
                  <a:pt x="2524110" y="76901"/>
                  <a:pt x="2523561" y="73701"/>
                </a:cubicBezTo>
                <a:cubicBezTo>
                  <a:pt x="2522921" y="70409"/>
                  <a:pt x="2523012" y="67208"/>
                  <a:pt x="2523744" y="64008"/>
                </a:cubicBezTo>
                <a:cubicBezTo>
                  <a:pt x="2524476" y="60716"/>
                  <a:pt x="2525847" y="57790"/>
                  <a:pt x="2527767" y="55047"/>
                </a:cubicBezTo>
                <a:cubicBezTo>
                  <a:pt x="2529596" y="52395"/>
                  <a:pt x="2531974" y="50201"/>
                  <a:pt x="2534808" y="48372"/>
                </a:cubicBezTo>
              </a:path>
              <a:path w="3889492" h="1195852">
                <a:moveTo>
                  <a:pt x="2543221" y="43068"/>
                </a:moveTo>
                <a:lnTo>
                  <a:pt x="2547427" y="40416"/>
                </a:lnTo>
                <a:cubicBezTo>
                  <a:pt x="2550262" y="38679"/>
                  <a:pt x="2553279" y="37490"/>
                  <a:pt x="2556480" y="36942"/>
                </a:cubicBezTo>
                <a:cubicBezTo>
                  <a:pt x="2559771" y="36393"/>
                  <a:pt x="2562972" y="36485"/>
                  <a:pt x="2566264" y="37216"/>
                </a:cubicBezTo>
                <a:cubicBezTo>
                  <a:pt x="2569464" y="37948"/>
                  <a:pt x="2572390" y="39228"/>
                  <a:pt x="2575133" y="41148"/>
                </a:cubicBezTo>
                <a:cubicBezTo>
                  <a:pt x="2577785" y="43068"/>
                  <a:pt x="2580071" y="45354"/>
                  <a:pt x="2581808" y="48189"/>
                </a:cubicBezTo>
                <a:cubicBezTo>
                  <a:pt x="2583637" y="50932"/>
                  <a:pt x="2584734" y="53950"/>
                  <a:pt x="2585283" y="57241"/>
                </a:cubicBezTo>
                <a:cubicBezTo>
                  <a:pt x="2585923" y="60533"/>
                  <a:pt x="2585832" y="63734"/>
                  <a:pt x="2585100" y="66934"/>
                </a:cubicBezTo>
                <a:cubicBezTo>
                  <a:pt x="2584369" y="70134"/>
                  <a:pt x="2582997" y="73152"/>
                  <a:pt x="2581077" y="75804"/>
                </a:cubicBezTo>
                <a:cubicBezTo>
                  <a:pt x="2579248" y="78547"/>
                  <a:pt x="2576871" y="80742"/>
                  <a:pt x="2574036" y="82570"/>
                </a:cubicBezTo>
                <a:lnTo>
                  <a:pt x="2569830" y="85222"/>
                </a:lnTo>
                <a:cubicBezTo>
                  <a:pt x="2567087" y="86959"/>
                  <a:pt x="2563978" y="88148"/>
                  <a:pt x="2560777" y="88697"/>
                </a:cubicBezTo>
                <a:cubicBezTo>
                  <a:pt x="2557485" y="89245"/>
                  <a:pt x="2554285" y="89154"/>
                  <a:pt x="2550993" y="88422"/>
                </a:cubicBezTo>
                <a:cubicBezTo>
                  <a:pt x="2547793" y="87691"/>
                  <a:pt x="2544867" y="86411"/>
                  <a:pt x="2542123" y="84491"/>
                </a:cubicBezTo>
                <a:cubicBezTo>
                  <a:pt x="2539472" y="82570"/>
                  <a:pt x="2537186" y="80193"/>
                  <a:pt x="2535448" y="77450"/>
                </a:cubicBezTo>
                <a:cubicBezTo>
                  <a:pt x="2533711" y="74615"/>
                  <a:pt x="2532522" y="71598"/>
                  <a:pt x="2531974" y="68397"/>
                </a:cubicBezTo>
                <a:cubicBezTo>
                  <a:pt x="2531425" y="65105"/>
                  <a:pt x="2531516" y="61905"/>
                  <a:pt x="2532248" y="58613"/>
                </a:cubicBezTo>
                <a:cubicBezTo>
                  <a:pt x="2532888" y="55413"/>
                  <a:pt x="2534260" y="52487"/>
                  <a:pt x="2536180" y="49743"/>
                </a:cubicBezTo>
                <a:cubicBezTo>
                  <a:pt x="2538100" y="47092"/>
                  <a:pt x="2540386" y="44806"/>
                  <a:pt x="2543221" y="43068"/>
                </a:cubicBezTo>
              </a:path>
              <a:path w="3889492" h="1195852">
                <a:moveTo>
                  <a:pt x="2551633" y="37765"/>
                </a:moveTo>
                <a:lnTo>
                  <a:pt x="2555839" y="35113"/>
                </a:lnTo>
                <a:cubicBezTo>
                  <a:pt x="2558674" y="33376"/>
                  <a:pt x="2561692" y="32187"/>
                  <a:pt x="2564983" y="31638"/>
                </a:cubicBezTo>
                <a:cubicBezTo>
                  <a:pt x="2568184" y="31090"/>
                  <a:pt x="2571476" y="31090"/>
                  <a:pt x="2574676" y="31821"/>
                </a:cubicBezTo>
                <a:cubicBezTo>
                  <a:pt x="2577876" y="32553"/>
                  <a:pt x="2580894" y="33924"/>
                  <a:pt x="2583546" y="35844"/>
                </a:cubicBezTo>
                <a:cubicBezTo>
                  <a:pt x="2586289" y="37673"/>
                  <a:pt x="2588484" y="40051"/>
                  <a:pt x="2590221" y="42885"/>
                </a:cubicBezTo>
                <a:cubicBezTo>
                  <a:pt x="2592050" y="45629"/>
                  <a:pt x="2593147" y="48646"/>
                  <a:pt x="2593787" y="51938"/>
                </a:cubicBezTo>
                <a:cubicBezTo>
                  <a:pt x="2594336" y="55138"/>
                  <a:pt x="2594244" y="58430"/>
                  <a:pt x="2593513" y="61631"/>
                </a:cubicBezTo>
                <a:cubicBezTo>
                  <a:pt x="2592781" y="64831"/>
                  <a:pt x="2591501" y="67848"/>
                  <a:pt x="2589581" y="70500"/>
                </a:cubicBezTo>
                <a:cubicBezTo>
                  <a:pt x="2587661" y="73243"/>
                  <a:pt x="2585283" y="75438"/>
                  <a:pt x="2582540" y="77175"/>
                </a:cubicBezTo>
                <a:lnTo>
                  <a:pt x="2578242" y="79827"/>
                </a:lnTo>
                <a:cubicBezTo>
                  <a:pt x="2575499" y="81656"/>
                  <a:pt x="2572482" y="82753"/>
                  <a:pt x="2569190" y="83393"/>
                </a:cubicBezTo>
                <a:cubicBezTo>
                  <a:pt x="2565898" y="83942"/>
                  <a:pt x="2562697" y="83850"/>
                  <a:pt x="2559497" y="83119"/>
                </a:cubicBezTo>
                <a:cubicBezTo>
                  <a:pt x="2556205" y="82387"/>
                  <a:pt x="2553279" y="81107"/>
                  <a:pt x="2550536" y="79187"/>
                </a:cubicBezTo>
                <a:cubicBezTo>
                  <a:pt x="2547884" y="77267"/>
                  <a:pt x="2545690" y="74889"/>
                  <a:pt x="2543861" y="72146"/>
                </a:cubicBezTo>
                <a:cubicBezTo>
                  <a:pt x="2542123" y="69312"/>
                  <a:pt x="2540935" y="66294"/>
                  <a:pt x="2540386" y="63002"/>
                </a:cubicBezTo>
                <a:cubicBezTo>
                  <a:pt x="2539837" y="59802"/>
                  <a:pt x="2539929" y="56510"/>
                  <a:pt x="2540660" y="53310"/>
                </a:cubicBezTo>
                <a:cubicBezTo>
                  <a:pt x="2541392" y="50109"/>
                  <a:pt x="2542672" y="47183"/>
                  <a:pt x="2544592" y="44440"/>
                </a:cubicBezTo>
                <a:cubicBezTo>
                  <a:pt x="2546513" y="41788"/>
                  <a:pt x="2548890" y="39502"/>
                  <a:pt x="2551633" y="37765"/>
                </a:cubicBezTo>
              </a:path>
              <a:path w="3889492" h="1195852">
                <a:moveTo>
                  <a:pt x="2560046" y="32461"/>
                </a:moveTo>
                <a:lnTo>
                  <a:pt x="2564252" y="29809"/>
                </a:lnTo>
                <a:cubicBezTo>
                  <a:pt x="2567087" y="27981"/>
                  <a:pt x="2570104" y="26883"/>
                  <a:pt x="2573396" y="26243"/>
                </a:cubicBezTo>
                <a:cubicBezTo>
                  <a:pt x="2576596" y="25695"/>
                  <a:pt x="2579888" y="25786"/>
                  <a:pt x="2583089" y="26518"/>
                </a:cubicBezTo>
                <a:cubicBezTo>
                  <a:pt x="2586289" y="27249"/>
                  <a:pt x="2589306" y="28621"/>
                  <a:pt x="2591958" y="30450"/>
                </a:cubicBezTo>
                <a:cubicBezTo>
                  <a:pt x="2594701" y="32370"/>
                  <a:pt x="2596896" y="34747"/>
                  <a:pt x="2598725" y="37490"/>
                </a:cubicBezTo>
                <a:cubicBezTo>
                  <a:pt x="2600462" y="40325"/>
                  <a:pt x="2601651" y="43343"/>
                  <a:pt x="2602200" y="46634"/>
                </a:cubicBezTo>
                <a:cubicBezTo>
                  <a:pt x="2602748" y="49835"/>
                  <a:pt x="2602657" y="53127"/>
                  <a:pt x="2601925" y="56327"/>
                </a:cubicBezTo>
                <a:cubicBezTo>
                  <a:pt x="2601194" y="59527"/>
                  <a:pt x="2599914" y="62545"/>
                  <a:pt x="2597993" y="65197"/>
                </a:cubicBezTo>
                <a:cubicBezTo>
                  <a:pt x="2596073" y="67940"/>
                  <a:pt x="2593696" y="70134"/>
                  <a:pt x="2590952" y="71872"/>
                </a:cubicBezTo>
                <a:lnTo>
                  <a:pt x="2586746" y="74524"/>
                </a:lnTo>
                <a:cubicBezTo>
                  <a:pt x="2583912" y="76352"/>
                  <a:pt x="2580894" y="77450"/>
                  <a:pt x="2577602" y="77998"/>
                </a:cubicBezTo>
                <a:cubicBezTo>
                  <a:pt x="2574402" y="78638"/>
                  <a:pt x="2571110" y="78547"/>
                  <a:pt x="2567910" y="77815"/>
                </a:cubicBezTo>
                <a:cubicBezTo>
                  <a:pt x="2564709" y="77084"/>
                  <a:pt x="2561692" y="75712"/>
                  <a:pt x="2559040" y="73884"/>
                </a:cubicBezTo>
                <a:cubicBezTo>
                  <a:pt x="2556297" y="71963"/>
                  <a:pt x="2554102" y="69586"/>
                  <a:pt x="2552273" y="66751"/>
                </a:cubicBezTo>
                <a:cubicBezTo>
                  <a:pt x="2550536" y="64008"/>
                  <a:pt x="2549347" y="60990"/>
                  <a:pt x="2548799" y="57699"/>
                </a:cubicBezTo>
                <a:cubicBezTo>
                  <a:pt x="2548250" y="54498"/>
                  <a:pt x="2548341" y="51206"/>
                  <a:pt x="2549073" y="48006"/>
                </a:cubicBezTo>
                <a:cubicBezTo>
                  <a:pt x="2549804" y="44806"/>
                  <a:pt x="2551085" y="41788"/>
                  <a:pt x="2553005" y="39136"/>
                </a:cubicBezTo>
                <a:cubicBezTo>
                  <a:pt x="2554925" y="36393"/>
                  <a:pt x="2557302" y="34199"/>
                  <a:pt x="2560046" y="32461"/>
                </a:cubicBezTo>
              </a:path>
              <a:path w="3889492" h="1195852">
                <a:moveTo>
                  <a:pt x="2568550" y="27158"/>
                </a:moveTo>
                <a:lnTo>
                  <a:pt x="2572756" y="24414"/>
                </a:lnTo>
                <a:cubicBezTo>
                  <a:pt x="2575499" y="22677"/>
                  <a:pt x="2578517" y="21488"/>
                  <a:pt x="2581808" y="20940"/>
                </a:cubicBezTo>
                <a:cubicBezTo>
                  <a:pt x="2585100" y="20391"/>
                  <a:pt x="2588301" y="20483"/>
                  <a:pt x="2591501" y="21214"/>
                </a:cubicBezTo>
                <a:cubicBezTo>
                  <a:pt x="2594793" y="21946"/>
                  <a:pt x="2597719" y="23226"/>
                  <a:pt x="2600462" y="25146"/>
                </a:cubicBezTo>
                <a:cubicBezTo>
                  <a:pt x="2603114" y="27066"/>
                  <a:pt x="2605400" y="29444"/>
                  <a:pt x="2607137" y="32187"/>
                </a:cubicBezTo>
                <a:cubicBezTo>
                  <a:pt x="2608875" y="35022"/>
                  <a:pt x="2610063" y="38039"/>
                  <a:pt x="2610612" y="41239"/>
                </a:cubicBezTo>
                <a:cubicBezTo>
                  <a:pt x="2611161" y="44531"/>
                  <a:pt x="2611069" y="47732"/>
                  <a:pt x="2610338" y="51024"/>
                </a:cubicBezTo>
                <a:cubicBezTo>
                  <a:pt x="2609606" y="54224"/>
                  <a:pt x="2608326" y="57150"/>
                  <a:pt x="2606406" y="59893"/>
                </a:cubicBezTo>
                <a:cubicBezTo>
                  <a:pt x="2604486" y="62545"/>
                  <a:pt x="2602200" y="64831"/>
                  <a:pt x="2599365" y="66568"/>
                </a:cubicBezTo>
                <a:lnTo>
                  <a:pt x="2595159" y="69220"/>
                </a:lnTo>
                <a:cubicBezTo>
                  <a:pt x="2592324" y="70957"/>
                  <a:pt x="2589306" y="72146"/>
                  <a:pt x="2586106" y="72695"/>
                </a:cubicBezTo>
                <a:cubicBezTo>
                  <a:pt x="2582814" y="73243"/>
                  <a:pt x="2579522" y="73152"/>
                  <a:pt x="2576322" y="72512"/>
                </a:cubicBezTo>
                <a:cubicBezTo>
                  <a:pt x="2573122" y="71780"/>
                  <a:pt x="2570104" y="70409"/>
                  <a:pt x="2567452" y="68489"/>
                </a:cubicBezTo>
                <a:cubicBezTo>
                  <a:pt x="2564709" y="66568"/>
                  <a:pt x="2562515" y="64282"/>
                  <a:pt x="2560777" y="61448"/>
                </a:cubicBezTo>
                <a:cubicBezTo>
                  <a:pt x="2558948" y="58704"/>
                  <a:pt x="2557851" y="55687"/>
                  <a:pt x="2557211" y="52395"/>
                </a:cubicBezTo>
                <a:cubicBezTo>
                  <a:pt x="2556662" y="49103"/>
                  <a:pt x="2556754" y="45903"/>
                  <a:pt x="2557485" y="42702"/>
                </a:cubicBezTo>
                <a:cubicBezTo>
                  <a:pt x="2558217" y="39502"/>
                  <a:pt x="2559588" y="36485"/>
                  <a:pt x="2561417" y="33833"/>
                </a:cubicBezTo>
                <a:cubicBezTo>
                  <a:pt x="2563338" y="31090"/>
                  <a:pt x="2565715" y="28895"/>
                  <a:pt x="2568550" y="27158"/>
                </a:cubicBezTo>
              </a:path>
              <a:path w="3889492" h="1195852">
                <a:moveTo>
                  <a:pt x="2576962" y="21763"/>
                </a:moveTo>
                <a:lnTo>
                  <a:pt x="2581168" y="19111"/>
                </a:lnTo>
                <a:cubicBezTo>
                  <a:pt x="2584003" y="17374"/>
                  <a:pt x="2587020" y="16185"/>
                  <a:pt x="2590221" y="15636"/>
                </a:cubicBezTo>
                <a:cubicBezTo>
                  <a:pt x="2593513" y="15088"/>
                  <a:pt x="2596713" y="15179"/>
                  <a:pt x="2600005" y="15911"/>
                </a:cubicBezTo>
                <a:cubicBezTo>
                  <a:pt x="2603205" y="16642"/>
                  <a:pt x="2606131" y="17922"/>
                  <a:pt x="2608875" y="19842"/>
                </a:cubicBezTo>
                <a:cubicBezTo>
                  <a:pt x="2611526" y="21763"/>
                  <a:pt x="2613812" y="24140"/>
                  <a:pt x="2615550" y="26883"/>
                </a:cubicBezTo>
                <a:cubicBezTo>
                  <a:pt x="2617287" y="29718"/>
                  <a:pt x="2618476" y="32736"/>
                  <a:pt x="2619024" y="35936"/>
                </a:cubicBezTo>
                <a:cubicBezTo>
                  <a:pt x="2619573" y="39228"/>
                  <a:pt x="2619573" y="42428"/>
                  <a:pt x="2618842" y="45720"/>
                </a:cubicBezTo>
                <a:cubicBezTo>
                  <a:pt x="2618110" y="48920"/>
                  <a:pt x="2616738" y="51846"/>
                  <a:pt x="2614818" y="54590"/>
                </a:cubicBezTo>
                <a:cubicBezTo>
                  <a:pt x="2612898" y="57241"/>
                  <a:pt x="2610612" y="59527"/>
                  <a:pt x="2607777" y="61265"/>
                </a:cubicBezTo>
                <a:lnTo>
                  <a:pt x="2603571" y="63917"/>
                </a:lnTo>
                <a:cubicBezTo>
                  <a:pt x="2600736" y="65654"/>
                  <a:pt x="2597719" y="66843"/>
                  <a:pt x="2594519" y="67391"/>
                </a:cubicBezTo>
                <a:cubicBezTo>
                  <a:pt x="2591227" y="67940"/>
                  <a:pt x="2588026" y="67848"/>
                  <a:pt x="2584734" y="67117"/>
                </a:cubicBezTo>
                <a:cubicBezTo>
                  <a:pt x="2581534" y="66385"/>
                  <a:pt x="2578608" y="65105"/>
                  <a:pt x="2575865" y="63185"/>
                </a:cubicBezTo>
                <a:cubicBezTo>
                  <a:pt x="2573213" y="61265"/>
                  <a:pt x="2570927" y="58979"/>
                  <a:pt x="2569190" y="56144"/>
                </a:cubicBezTo>
                <a:cubicBezTo>
                  <a:pt x="2567452" y="53401"/>
                  <a:pt x="2566264" y="50292"/>
                  <a:pt x="2565715" y="47092"/>
                </a:cubicBezTo>
                <a:cubicBezTo>
                  <a:pt x="2565166" y="43800"/>
                  <a:pt x="2565166" y="40599"/>
                  <a:pt x="2565898" y="37399"/>
                </a:cubicBezTo>
                <a:cubicBezTo>
                  <a:pt x="2566629" y="34107"/>
                  <a:pt x="2568001" y="31181"/>
                  <a:pt x="2569921" y="28529"/>
                </a:cubicBezTo>
                <a:cubicBezTo>
                  <a:pt x="2571841" y="25786"/>
                  <a:pt x="2574127" y="23592"/>
                  <a:pt x="2576962" y="21763"/>
                </a:cubicBezTo>
              </a:path>
              <a:path w="3889492" h="1195852">
                <a:moveTo>
                  <a:pt x="2585375" y="16459"/>
                </a:moveTo>
                <a:lnTo>
                  <a:pt x="2589581" y="13807"/>
                </a:lnTo>
                <a:cubicBezTo>
                  <a:pt x="2592415" y="12070"/>
                  <a:pt x="2595433" y="10881"/>
                  <a:pt x="2598633" y="10333"/>
                </a:cubicBezTo>
                <a:cubicBezTo>
                  <a:pt x="2601925" y="9784"/>
                  <a:pt x="2605217" y="9876"/>
                  <a:pt x="2608417" y="10607"/>
                </a:cubicBezTo>
                <a:cubicBezTo>
                  <a:pt x="2611618" y="11339"/>
                  <a:pt x="2614635" y="12619"/>
                  <a:pt x="2617287" y="14539"/>
                </a:cubicBezTo>
                <a:cubicBezTo>
                  <a:pt x="2620030" y="16459"/>
                  <a:pt x="2622225" y="18745"/>
                  <a:pt x="2623962" y="21580"/>
                </a:cubicBezTo>
                <a:cubicBezTo>
                  <a:pt x="2625791" y="24323"/>
                  <a:pt x="2626888" y="27432"/>
                  <a:pt x="2627528" y="30632"/>
                </a:cubicBezTo>
                <a:cubicBezTo>
                  <a:pt x="2628077" y="33924"/>
                  <a:pt x="2627986" y="37125"/>
                  <a:pt x="2627254" y="40325"/>
                </a:cubicBezTo>
                <a:cubicBezTo>
                  <a:pt x="2626523" y="43617"/>
                  <a:pt x="2625151" y="46543"/>
                  <a:pt x="2623322" y="49195"/>
                </a:cubicBezTo>
                <a:cubicBezTo>
                  <a:pt x="2621402" y="51938"/>
                  <a:pt x="2619024" y="54132"/>
                  <a:pt x="2616190" y="55961"/>
                </a:cubicBezTo>
                <a:lnTo>
                  <a:pt x="2611984" y="58613"/>
                </a:lnTo>
                <a:cubicBezTo>
                  <a:pt x="2609240" y="60350"/>
                  <a:pt x="2606223" y="61539"/>
                  <a:pt x="2602931" y="62088"/>
                </a:cubicBezTo>
                <a:cubicBezTo>
                  <a:pt x="2599639" y="62636"/>
                  <a:pt x="2596439" y="62545"/>
                  <a:pt x="2593238" y="61813"/>
                </a:cubicBezTo>
                <a:cubicBezTo>
                  <a:pt x="2589947" y="61082"/>
                  <a:pt x="2587020" y="59802"/>
                  <a:pt x="2584277" y="57882"/>
                </a:cubicBezTo>
                <a:cubicBezTo>
                  <a:pt x="2581626" y="55961"/>
                  <a:pt x="2579340" y="53584"/>
                  <a:pt x="2577602" y="50841"/>
                </a:cubicBezTo>
                <a:cubicBezTo>
                  <a:pt x="2575865" y="48006"/>
                  <a:pt x="2574676" y="44988"/>
                  <a:pt x="2574127" y="41788"/>
                </a:cubicBezTo>
                <a:cubicBezTo>
                  <a:pt x="2573579" y="38496"/>
                  <a:pt x="2573670" y="35296"/>
                  <a:pt x="2574402" y="32004"/>
                </a:cubicBezTo>
                <a:cubicBezTo>
                  <a:pt x="2575133" y="28804"/>
                  <a:pt x="2576413" y="25878"/>
                  <a:pt x="2578334" y="23134"/>
                </a:cubicBezTo>
                <a:cubicBezTo>
                  <a:pt x="2580254" y="20483"/>
                  <a:pt x="2582540" y="18197"/>
                  <a:pt x="2585375" y="16459"/>
                </a:cubicBezTo>
              </a:path>
              <a:path w="3889492" h="1195852">
                <a:moveTo>
                  <a:pt x="2593787" y="11156"/>
                </a:moveTo>
                <a:lnTo>
                  <a:pt x="2597993" y="8504"/>
                </a:lnTo>
                <a:cubicBezTo>
                  <a:pt x="2600828" y="6767"/>
                  <a:pt x="2603845" y="5578"/>
                  <a:pt x="2607137" y="5029"/>
                </a:cubicBezTo>
                <a:cubicBezTo>
                  <a:pt x="2610338" y="4481"/>
                  <a:pt x="2613630" y="4572"/>
                  <a:pt x="2616830" y="5212"/>
                </a:cubicBezTo>
                <a:cubicBezTo>
                  <a:pt x="2620030" y="5944"/>
                  <a:pt x="2623048" y="7315"/>
                  <a:pt x="2625700" y="9235"/>
                </a:cubicBezTo>
                <a:cubicBezTo>
                  <a:pt x="2628443" y="11156"/>
                  <a:pt x="2630637" y="13442"/>
                  <a:pt x="2632466" y="16276"/>
                </a:cubicBezTo>
                <a:cubicBezTo>
                  <a:pt x="2634204" y="19020"/>
                  <a:pt x="2635392" y="22037"/>
                  <a:pt x="2635941" y="25329"/>
                </a:cubicBezTo>
                <a:cubicBezTo>
                  <a:pt x="2636490" y="28621"/>
                  <a:pt x="2636398" y="31821"/>
                  <a:pt x="2635667" y="35022"/>
                </a:cubicBezTo>
                <a:cubicBezTo>
                  <a:pt x="2634935" y="38222"/>
                  <a:pt x="2633655" y="41239"/>
                  <a:pt x="2631735" y="43891"/>
                </a:cubicBezTo>
                <a:cubicBezTo>
                  <a:pt x="2629814" y="46634"/>
                  <a:pt x="2627437" y="48829"/>
                  <a:pt x="2624694" y="50566"/>
                </a:cubicBezTo>
                <a:lnTo>
                  <a:pt x="2620488" y="53310"/>
                </a:lnTo>
                <a:cubicBezTo>
                  <a:pt x="2617653" y="55047"/>
                  <a:pt x="2614635" y="56236"/>
                  <a:pt x="2611344" y="56784"/>
                </a:cubicBezTo>
                <a:cubicBezTo>
                  <a:pt x="2608143" y="57333"/>
                  <a:pt x="2604851" y="57241"/>
                  <a:pt x="2601651" y="56510"/>
                </a:cubicBezTo>
                <a:cubicBezTo>
                  <a:pt x="2598450" y="55778"/>
                  <a:pt x="2595433" y="54498"/>
                  <a:pt x="2592781" y="52578"/>
                </a:cubicBezTo>
                <a:cubicBezTo>
                  <a:pt x="2590038" y="50658"/>
                  <a:pt x="2587843" y="48280"/>
                  <a:pt x="2586015" y="45537"/>
                </a:cubicBezTo>
                <a:cubicBezTo>
                  <a:pt x="2584277" y="42702"/>
                  <a:pt x="2583089" y="39685"/>
                  <a:pt x="2582540" y="36485"/>
                </a:cubicBezTo>
                <a:cubicBezTo>
                  <a:pt x="2581991" y="33193"/>
                  <a:pt x="2582083" y="29992"/>
                  <a:pt x="2582814" y="26700"/>
                </a:cubicBezTo>
                <a:cubicBezTo>
                  <a:pt x="2583546" y="23500"/>
                  <a:pt x="2584826" y="20574"/>
                  <a:pt x="2586746" y="17831"/>
                </a:cubicBezTo>
                <a:cubicBezTo>
                  <a:pt x="2588666" y="15179"/>
                  <a:pt x="2591044" y="12893"/>
                  <a:pt x="2593787" y="11156"/>
                </a:cubicBezTo>
              </a:path>
              <a:path w="3889492" h="1195852">
                <a:moveTo>
                  <a:pt x="2602291" y="5852"/>
                </a:moveTo>
                <a:lnTo>
                  <a:pt x="2605217" y="3932"/>
                </a:lnTo>
                <a:cubicBezTo>
                  <a:pt x="2609058" y="1554"/>
                  <a:pt x="2613264" y="274"/>
                  <a:pt x="2617836" y="91"/>
                </a:cubicBezTo>
                <a:cubicBezTo>
                  <a:pt x="2622408" y="0"/>
                  <a:pt x="2626705" y="1097"/>
                  <a:pt x="2630729" y="3292"/>
                </a:cubicBezTo>
                <a:lnTo>
                  <a:pt x="2632009" y="4023"/>
                </a:lnTo>
                <a:cubicBezTo>
                  <a:pt x="2634844" y="5578"/>
                  <a:pt x="2637312" y="7681"/>
                  <a:pt x="2639416" y="10333"/>
                </a:cubicBezTo>
                <a:cubicBezTo>
                  <a:pt x="2641427" y="12893"/>
                  <a:pt x="2642890" y="15819"/>
                  <a:pt x="2643805" y="19020"/>
                </a:cubicBezTo>
                <a:cubicBezTo>
                  <a:pt x="2644719" y="22128"/>
                  <a:pt x="2644993" y="25420"/>
                  <a:pt x="2644628" y="28621"/>
                </a:cubicBezTo>
                <a:cubicBezTo>
                  <a:pt x="2644170" y="31913"/>
                  <a:pt x="2643165" y="35022"/>
                  <a:pt x="2641610" y="37948"/>
                </a:cubicBezTo>
                <a:cubicBezTo>
                  <a:pt x="2639964" y="40782"/>
                  <a:pt x="2637861" y="43251"/>
                  <a:pt x="2635301" y="45263"/>
                </a:cubicBezTo>
                <a:cubicBezTo>
                  <a:pt x="2632649" y="47366"/>
                  <a:pt x="2629814" y="48829"/>
                  <a:pt x="2626614" y="49743"/>
                </a:cubicBezTo>
                <a:cubicBezTo>
                  <a:pt x="2623414" y="50566"/>
                  <a:pt x="2620213" y="50841"/>
                  <a:pt x="2616921" y="50475"/>
                </a:cubicBezTo>
                <a:cubicBezTo>
                  <a:pt x="2613630" y="50109"/>
                  <a:pt x="2610521" y="49103"/>
                  <a:pt x="2607594" y="47457"/>
                </a:cubicBezTo>
                <a:lnTo>
                  <a:pt x="2606314" y="46726"/>
                </a:lnTo>
                <a:lnTo>
                  <a:pt x="2618567" y="25055"/>
                </a:lnTo>
                <a:lnTo>
                  <a:pt x="2631826" y="46086"/>
                </a:lnTo>
                <a:lnTo>
                  <a:pt x="2628900" y="47915"/>
                </a:lnTo>
                <a:cubicBezTo>
                  <a:pt x="2626065" y="49743"/>
                  <a:pt x="2623048" y="50841"/>
                  <a:pt x="2619756" y="51481"/>
                </a:cubicBezTo>
                <a:cubicBezTo>
                  <a:pt x="2616556" y="52029"/>
                  <a:pt x="2613264" y="51938"/>
                  <a:pt x="2610063" y="51206"/>
                </a:cubicBezTo>
                <a:cubicBezTo>
                  <a:pt x="2606863" y="50475"/>
                  <a:pt x="2603845" y="49103"/>
                  <a:pt x="2601194" y="47274"/>
                </a:cubicBezTo>
                <a:cubicBezTo>
                  <a:pt x="2598450" y="45354"/>
                  <a:pt x="2596256" y="42977"/>
                  <a:pt x="2594519" y="40234"/>
                </a:cubicBezTo>
                <a:cubicBezTo>
                  <a:pt x="2592690" y="37399"/>
                  <a:pt x="2591592" y="34381"/>
                  <a:pt x="2590952" y="31090"/>
                </a:cubicBezTo>
                <a:cubicBezTo>
                  <a:pt x="2590404" y="27889"/>
                  <a:pt x="2590495" y="24597"/>
                  <a:pt x="2591227" y="21397"/>
                </a:cubicBezTo>
                <a:cubicBezTo>
                  <a:pt x="2591958" y="18197"/>
                  <a:pt x="2593238" y="15179"/>
                  <a:pt x="2595159" y="12527"/>
                </a:cubicBezTo>
                <a:cubicBezTo>
                  <a:pt x="2597079" y="9784"/>
                  <a:pt x="2599456" y="7590"/>
                  <a:pt x="2602291" y="5852"/>
                </a:cubicBezTo>
              </a:path>
              <a:path w="3889492" h="1195852">
                <a:moveTo>
                  <a:pt x="2636398" y="6401"/>
                </a:moveTo>
                <a:lnTo>
                  <a:pt x="2640696" y="8870"/>
                </a:lnTo>
                <a:cubicBezTo>
                  <a:pt x="2643622" y="10516"/>
                  <a:pt x="2646091" y="12619"/>
                  <a:pt x="2648102" y="15179"/>
                </a:cubicBezTo>
                <a:cubicBezTo>
                  <a:pt x="2650114" y="17739"/>
                  <a:pt x="2651669" y="20665"/>
                  <a:pt x="2652492" y="23866"/>
                </a:cubicBezTo>
                <a:cubicBezTo>
                  <a:pt x="2653406" y="27066"/>
                  <a:pt x="2653680" y="30267"/>
                  <a:pt x="2653314" y="33558"/>
                </a:cubicBezTo>
                <a:cubicBezTo>
                  <a:pt x="2652857" y="36850"/>
                  <a:pt x="2651851" y="39868"/>
                  <a:pt x="2650297" y="42794"/>
                </a:cubicBezTo>
                <a:cubicBezTo>
                  <a:pt x="2648651" y="45629"/>
                  <a:pt x="2646548" y="48097"/>
                  <a:pt x="2643988" y="50201"/>
                </a:cubicBezTo>
                <a:cubicBezTo>
                  <a:pt x="2641336" y="52212"/>
                  <a:pt x="2638501" y="53675"/>
                  <a:pt x="2635301" y="54590"/>
                </a:cubicBezTo>
                <a:cubicBezTo>
                  <a:pt x="2632100" y="55504"/>
                  <a:pt x="2628900" y="55687"/>
                  <a:pt x="2625608" y="55321"/>
                </a:cubicBezTo>
                <a:cubicBezTo>
                  <a:pt x="2622316" y="54955"/>
                  <a:pt x="2619207" y="53950"/>
                  <a:pt x="2616373" y="52304"/>
                </a:cubicBezTo>
                <a:lnTo>
                  <a:pt x="2611984" y="49926"/>
                </a:lnTo>
                <a:cubicBezTo>
                  <a:pt x="2609058" y="48280"/>
                  <a:pt x="2606589" y="46177"/>
                  <a:pt x="2604577" y="43617"/>
                </a:cubicBezTo>
                <a:cubicBezTo>
                  <a:pt x="2602565" y="40965"/>
                  <a:pt x="2601102" y="38130"/>
                  <a:pt x="2600188" y="34930"/>
                </a:cubicBezTo>
                <a:cubicBezTo>
                  <a:pt x="2599273" y="31730"/>
                  <a:pt x="2598999" y="28529"/>
                  <a:pt x="2599365" y="25237"/>
                </a:cubicBezTo>
                <a:cubicBezTo>
                  <a:pt x="2599822" y="21946"/>
                  <a:pt x="2600828" y="18928"/>
                  <a:pt x="2602382" y="16002"/>
                </a:cubicBezTo>
                <a:cubicBezTo>
                  <a:pt x="2604028" y="13076"/>
                  <a:pt x="2606131" y="10698"/>
                  <a:pt x="2608692" y="8595"/>
                </a:cubicBezTo>
                <a:cubicBezTo>
                  <a:pt x="2611344" y="6584"/>
                  <a:pt x="2614178" y="5121"/>
                  <a:pt x="2617379" y="4206"/>
                </a:cubicBezTo>
                <a:cubicBezTo>
                  <a:pt x="2620579" y="3292"/>
                  <a:pt x="2623779" y="3018"/>
                  <a:pt x="2627071" y="3475"/>
                </a:cubicBezTo>
                <a:cubicBezTo>
                  <a:pt x="2630363" y="3840"/>
                  <a:pt x="2633472" y="4846"/>
                  <a:pt x="2636398" y="6401"/>
                </a:cubicBezTo>
              </a:path>
              <a:path w="3889492" h="1195852">
                <a:moveTo>
                  <a:pt x="2645085" y="11339"/>
                </a:moveTo>
                <a:lnTo>
                  <a:pt x="2649383" y="13716"/>
                </a:lnTo>
                <a:cubicBezTo>
                  <a:pt x="2652309" y="15362"/>
                  <a:pt x="2654778" y="17465"/>
                  <a:pt x="2656789" y="20025"/>
                </a:cubicBezTo>
                <a:cubicBezTo>
                  <a:pt x="2658892" y="22677"/>
                  <a:pt x="2660355" y="25512"/>
                  <a:pt x="2661270" y="28712"/>
                </a:cubicBezTo>
                <a:cubicBezTo>
                  <a:pt x="2662093" y="31913"/>
                  <a:pt x="2662367" y="35113"/>
                  <a:pt x="2662001" y="38405"/>
                </a:cubicBezTo>
                <a:cubicBezTo>
                  <a:pt x="2661636" y="41697"/>
                  <a:pt x="2660630" y="44806"/>
                  <a:pt x="2658984" y="47640"/>
                </a:cubicBezTo>
                <a:cubicBezTo>
                  <a:pt x="2657338" y="50566"/>
                  <a:pt x="2655235" y="52944"/>
                  <a:pt x="2652674" y="55047"/>
                </a:cubicBezTo>
                <a:cubicBezTo>
                  <a:pt x="2650023" y="57059"/>
                  <a:pt x="2647188" y="58522"/>
                  <a:pt x="2643988" y="59436"/>
                </a:cubicBezTo>
                <a:cubicBezTo>
                  <a:pt x="2640787" y="60350"/>
                  <a:pt x="2637587" y="60625"/>
                  <a:pt x="2634295" y="60168"/>
                </a:cubicBezTo>
                <a:cubicBezTo>
                  <a:pt x="2631003" y="59802"/>
                  <a:pt x="2627894" y="58796"/>
                  <a:pt x="2625060" y="57241"/>
                </a:cubicBezTo>
                <a:lnTo>
                  <a:pt x="2620670" y="54773"/>
                </a:lnTo>
                <a:cubicBezTo>
                  <a:pt x="2617836" y="53127"/>
                  <a:pt x="2615367" y="51024"/>
                  <a:pt x="2613264" y="48463"/>
                </a:cubicBezTo>
                <a:cubicBezTo>
                  <a:pt x="2611252" y="45903"/>
                  <a:pt x="2609789" y="42977"/>
                  <a:pt x="2608875" y="39776"/>
                </a:cubicBezTo>
                <a:cubicBezTo>
                  <a:pt x="2607960" y="36667"/>
                  <a:pt x="2607686" y="33376"/>
                  <a:pt x="2608143" y="30084"/>
                </a:cubicBezTo>
                <a:cubicBezTo>
                  <a:pt x="2608509" y="26792"/>
                  <a:pt x="2609515" y="23774"/>
                  <a:pt x="2611161" y="20848"/>
                </a:cubicBezTo>
                <a:cubicBezTo>
                  <a:pt x="2612715" y="18014"/>
                  <a:pt x="2614818" y="15545"/>
                  <a:pt x="2617470" y="13442"/>
                </a:cubicBezTo>
                <a:cubicBezTo>
                  <a:pt x="2620030" y="11430"/>
                  <a:pt x="2622956" y="9967"/>
                  <a:pt x="2626065" y="9053"/>
                </a:cubicBezTo>
                <a:cubicBezTo>
                  <a:pt x="2629266" y="8138"/>
                  <a:pt x="2632558" y="7955"/>
                  <a:pt x="2635758" y="8321"/>
                </a:cubicBezTo>
                <a:cubicBezTo>
                  <a:pt x="2639050" y="8687"/>
                  <a:pt x="2642159" y="9693"/>
                  <a:pt x="2645085" y="11339"/>
                </a:cubicBezTo>
              </a:path>
              <a:path w="3889492" h="1195852">
                <a:moveTo>
                  <a:pt x="2653772" y="16185"/>
                </a:moveTo>
                <a:lnTo>
                  <a:pt x="2658069" y="18654"/>
                </a:lnTo>
                <a:cubicBezTo>
                  <a:pt x="2660995" y="20208"/>
                  <a:pt x="2663464" y="22311"/>
                  <a:pt x="2665476" y="24963"/>
                </a:cubicBezTo>
                <a:cubicBezTo>
                  <a:pt x="2667579" y="27523"/>
                  <a:pt x="2669042" y="30358"/>
                  <a:pt x="2669957" y="33558"/>
                </a:cubicBezTo>
                <a:cubicBezTo>
                  <a:pt x="2670871" y="36759"/>
                  <a:pt x="2671054" y="39959"/>
                  <a:pt x="2670688" y="43251"/>
                </a:cubicBezTo>
                <a:cubicBezTo>
                  <a:pt x="2670322" y="46543"/>
                  <a:pt x="2669316" y="49652"/>
                  <a:pt x="2667671" y="52487"/>
                </a:cubicBezTo>
                <a:cubicBezTo>
                  <a:pt x="2666025" y="55413"/>
                  <a:pt x="2663922" y="57882"/>
                  <a:pt x="2661361" y="59893"/>
                </a:cubicBezTo>
                <a:cubicBezTo>
                  <a:pt x="2658801" y="61905"/>
                  <a:pt x="2655875" y="63459"/>
                  <a:pt x="2652674" y="64282"/>
                </a:cubicBezTo>
                <a:cubicBezTo>
                  <a:pt x="2649474" y="65197"/>
                  <a:pt x="2646274" y="65471"/>
                  <a:pt x="2642982" y="65105"/>
                </a:cubicBezTo>
                <a:cubicBezTo>
                  <a:pt x="2639690" y="64648"/>
                  <a:pt x="2636672" y="63642"/>
                  <a:pt x="2633746" y="62088"/>
                </a:cubicBezTo>
                <a:lnTo>
                  <a:pt x="2629357" y="59619"/>
                </a:lnTo>
                <a:cubicBezTo>
                  <a:pt x="2626523" y="58064"/>
                  <a:pt x="2624054" y="55961"/>
                  <a:pt x="2621951" y="53310"/>
                </a:cubicBezTo>
                <a:cubicBezTo>
                  <a:pt x="2619939" y="50749"/>
                  <a:pt x="2618476" y="47823"/>
                  <a:pt x="2617561" y="44714"/>
                </a:cubicBezTo>
                <a:cubicBezTo>
                  <a:pt x="2616647" y="41514"/>
                  <a:pt x="2616464" y="38222"/>
                  <a:pt x="2616830" y="35022"/>
                </a:cubicBezTo>
                <a:cubicBezTo>
                  <a:pt x="2617196" y="31730"/>
                  <a:pt x="2618202" y="28621"/>
                  <a:pt x="2619847" y="25695"/>
                </a:cubicBezTo>
                <a:cubicBezTo>
                  <a:pt x="2621402" y="22860"/>
                  <a:pt x="2623505" y="20391"/>
                  <a:pt x="2626157" y="18379"/>
                </a:cubicBezTo>
                <a:cubicBezTo>
                  <a:pt x="2628717" y="16276"/>
                  <a:pt x="2631643" y="14813"/>
                  <a:pt x="2634844" y="13899"/>
                </a:cubicBezTo>
                <a:cubicBezTo>
                  <a:pt x="2637953" y="13076"/>
                  <a:pt x="2641244" y="12802"/>
                  <a:pt x="2644536" y="13167"/>
                </a:cubicBezTo>
                <a:cubicBezTo>
                  <a:pt x="2647828" y="13533"/>
                  <a:pt x="2650846" y="14539"/>
                  <a:pt x="2653772" y="16185"/>
                </a:cubicBezTo>
              </a:path>
              <a:path w="3889492" h="1195852">
                <a:moveTo>
                  <a:pt x="2662458" y="21031"/>
                </a:moveTo>
                <a:lnTo>
                  <a:pt x="2666848" y="23500"/>
                </a:lnTo>
                <a:cubicBezTo>
                  <a:pt x="2669682" y="25055"/>
                  <a:pt x="2672151" y="27158"/>
                  <a:pt x="2674254" y="29809"/>
                </a:cubicBezTo>
                <a:cubicBezTo>
                  <a:pt x="2676266" y="32370"/>
                  <a:pt x="2677729" y="35296"/>
                  <a:pt x="2678643" y="38405"/>
                </a:cubicBezTo>
                <a:cubicBezTo>
                  <a:pt x="2679558" y="41605"/>
                  <a:pt x="2679741" y="44897"/>
                  <a:pt x="2679375" y="48097"/>
                </a:cubicBezTo>
                <a:cubicBezTo>
                  <a:pt x="2679009" y="51389"/>
                  <a:pt x="2678003" y="54498"/>
                  <a:pt x="2676357" y="57424"/>
                </a:cubicBezTo>
                <a:cubicBezTo>
                  <a:pt x="2674803" y="60259"/>
                  <a:pt x="2672700" y="62728"/>
                  <a:pt x="2670048" y="64740"/>
                </a:cubicBezTo>
                <a:cubicBezTo>
                  <a:pt x="2667488" y="66843"/>
                  <a:pt x="2664562" y="68306"/>
                  <a:pt x="2661361" y="69220"/>
                </a:cubicBezTo>
                <a:cubicBezTo>
                  <a:pt x="2658252" y="70043"/>
                  <a:pt x="2654960" y="70317"/>
                  <a:pt x="2651669" y="69952"/>
                </a:cubicBezTo>
                <a:cubicBezTo>
                  <a:pt x="2648377" y="69586"/>
                  <a:pt x="2645359" y="68580"/>
                  <a:pt x="2642433" y="66934"/>
                </a:cubicBezTo>
                <a:lnTo>
                  <a:pt x="2638135" y="64465"/>
                </a:lnTo>
                <a:cubicBezTo>
                  <a:pt x="2635209" y="62911"/>
                  <a:pt x="2632740" y="60808"/>
                  <a:pt x="2630729" y="58156"/>
                </a:cubicBezTo>
                <a:cubicBezTo>
                  <a:pt x="2628626" y="55596"/>
                  <a:pt x="2627163" y="52761"/>
                  <a:pt x="2626248" y="49560"/>
                </a:cubicBezTo>
                <a:cubicBezTo>
                  <a:pt x="2625425" y="46360"/>
                  <a:pt x="2625151" y="43160"/>
                  <a:pt x="2625517" y="39868"/>
                </a:cubicBezTo>
                <a:cubicBezTo>
                  <a:pt x="2625882" y="36576"/>
                  <a:pt x="2626888" y="33467"/>
                  <a:pt x="2628534" y="30632"/>
                </a:cubicBezTo>
                <a:cubicBezTo>
                  <a:pt x="2630180" y="27706"/>
                  <a:pt x="2632283" y="25237"/>
                  <a:pt x="2634844" y="23226"/>
                </a:cubicBezTo>
                <a:cubicBezTo>
                  <a:pt x="2637404" y="21214"/>
                  <a:pt x="2640330" y="19660"/>
                  <a:pt x="2643530" y="18837"/>
                </a:cubicBezTo>
                <a:cubicBezTo>
                  <a:pt x="2646731" y="17922"/>
                  <a:pt x="2649931" y="17648"/>
                  <a:pt x="2653223" y="18014"/>
                </a:cubicBezTo>
                <a:cubicBezTo>
                  <a:pt x="2656515" y="18471"/>
                  <a:pt x="2659532" y="19385"/>
                  <a:pt x="2662458" y="21031"/>
                </a:cubicBezTo>
              </a:path>
              <a:path w="3889492" h="1195852">
                <a:moveTo>
                  <a:pt x="2671145" y="25878"/>
                </a:moveTo>
                <a:lnTo>
                  <a:pt x="2675534" y="28346"/>
                </a:lnTo>
                <a:cubicBezTo>
                  <a:pt x="2678369" y="29992"/>
                  <a:pt x="2680838" y="32095"/>
                  <a:pt x="2682941" y="34656"/>
                </a:cubicBezTo>
                <a:cubicBezTo>
                  <a:pt x="2684953" y="37216"/>
                  <a:pt x="2686416" y="40142"/>
                  <a:pt x="2687330" y="43343"/>
                </a:cubicBezTo>
                <a:cubicBezTo>
                  <a:pt x="2688245" y="46452"/>
                  <a:pt x="2688519" y="49743"/>
                  <a:pt x="2688062" y="53035"/>
                </a:cubicBezTo>
                <a:cubicBezTo>
                  <a:pt x="2687696" y="56327"/>
                  <a:pt x="2686690" y="59345"/>
                  <a:pt x="2685136" y="62271"/>
                </a:cubicBezTo>
                <a:cubicBezTo>
                  <a:pt x="2683490" y="65105"/>
                  <a:pt x="2681387" y="67574"/>
                  <a:pt x="2678735" y="69677"/>
                </a:cubicBezTo>
                <a:cubicBezTo>
                  <a:pt x="2676174" y="71689"/>
                  <a:pt x="2673248" y="73152"/>
                  <a:pt x="2670139" y="74066"/>
                </a:cubicBezTo>
                <a:cubicBezTo>
                  <a:pt x="2666939" y="74981"/>
                  <a:pt x="2663647" y="75164"/>
                  <a:pt x="2660447" y="74798"/>
                </a:cubicBezTo>
                <a:cubicBezTo>
                  <a:pt x="2657155" y="74432"/>
                  <a:pt x="2654046" y="73426"/>
                  <a:pt x="2651120" y="71780"/>
                </a:cubicBezTo>
                <a:lnTo>
                  <a:pt x="2646822" y="69403"/>
                </a:lnTo>
                <a:cubicBezTo>
                  <a:pt x="2643896" y="67757"/>
                  <a:pt x="2641427" y="65654"/>
                  <a:pt x="2639416" y="63094"/>
                </a:cubicBezTo>
                <a:cubicBezTo>
                  <a:pt x="2637312" y="60442"/>
                  <a:pt x="2635849" y="57607"/>
                  <a:pt x="2635026" y="54407"/>
                </a:cubicBezTo>
                <a:cubicBezTo>
                  <a:pt x="2634112" y="51206"/>
                  <a:pt x="2633838" y="48006"/>
                  <a:pt x="2634204" y="44714"/>
                </a:cubicBezTo>
                <a:cubicBezTo>
                  <a:pt x="2634569" y="41422"/>
                  <a:pt x="2635575" y="38313"/>
                  <a:pt x="2637221" y="35479"/>
                </a:cubicBezTo>
                <a:cubicBezTo>
                  <a:pt x="2638867" y="32553"/>
                  <a:pt x="2640970" y="30084"/>
                  <a:pt x="2643530" y="28072"/>
                </a:cubicBezTo>
                <a:cubicBezTo>
                  <a:pt x="2646182" y="26060"/>
                  <a:pt x="2649017" y="24597"/>
                  <a:pt x="2652217" y="23683"/>
                </a:cubicBezTo>
                <a:cubicBezTo>
                  <a:pt x="2655418" y="22769"/>
                  <a:pt x="2658618" y="22494"/>
                  <a:pt x="2661910" y="22951"/>
                </a:cubicBezTo>
                <a:cubicBezTo>
                  <a:pt x="2665202" y="23317"/>
                  <a:pt x="2668311" y="24323"/>
                  <a:pt x="2671145" y="25878"/>
                </a:cubicBezTo>
              </a:path>
              <a:path w="3889492" h="1195852">
                <a:moveTo>
                  <a:pt x="2679832" y="30815"/>
                </a:moveTo>
                <a:lnTo>
                  <a:pt x="2684221" y="33193"/>
                </a:lnTo>
                <a:cubicBezTo>
                  <a:pt x="2687147" y="34839"/>
                  <a:pt x="2689616" y="36942"/>
                  <a:pt x="2691628" y="39502"/>
                </a:cubicBezTo>
                <a:cubicBezTo>
                  <a:pt x="2693640" y="42154"/>
                  <a:pt x="2695103" y="44988"/>
                  <a:pt x="2696017" y="48189"/>
                </a:cubicBezTo>
                <a:cubicBezTo>
                  <a:pt x="2696931" y="51389"/>
                  <a:pt x="2697206" y="54590"/>
                  <a:pt x="2696840" y="57882"/>
                </a:cubicBezTo>
                <a:cubicBezTo>
                  <a:pt x="2696383" y="61173"/>
                  <a:pt x="2695377" y="64191"/>
                  <a:pt x="2693822" y="67117"/>
                </a:cubicBezTo>
                <a:cubicBezTo>
                  <a:pt x="2692176" y="69952"/>
                  <a:pt x="2690073" y="72420"/>
                  <a:pt x="2687513" y="74524"/>
                </a:cubicBezTo>
                <a:cubicBezTo>
                  <a:pt x="2684861" y="76535"/>
                  <a:pt x="2682027" y="77998"/>
                  <a:pt x="2678826" y="78913"/>
                </a:cubicBezTo>
                <a:cubicBezTo>
                  <a:pt x="2675626" y="79827"/>
                  <a:pt x="2672425" y="80101"/>
                  <a:pt x="2669134" y="79644"/>
                </a:cubicBezTo>
                <a:cubicBezTo>
                  <a:pt x="2665842" y="79278"/>
                  <a:pt x="2662733" y="78273"/>
                  <a:pt x="2659807" y="76718"/>
                </a:cubicBezTo>
                <a:lnTo>
                  <a:pt x="2655509" y="74249"/>
                </a:lnTo>
                <a:cubicBezTo>
                  <a:pt x="2652583" y="72603"/>
                  <a:pt x="2650114" y="70500"/>
                  <a:pt x="2648102" y="67940"/>
                </a:cubicBezTo>
                <a:cubicBezTo>
                  <a:pt x="2646091" y="65380"/>
                  <a:pt x="2644536" y="62454"/>
                  <a:pt x="2643713" y="59253"/>
                </a:cubicBezTo>
                <a:cubicBezTo>
                  <a:pt x="2642799" y="56053"/>
                  <a:pt x="2642525" y="52852"/>
                  <a:pt x="2642890" y="49560"/>
                </a:cubicBezTo>
                <a:cubicBezTo>
                  <a:pt x="2643348" y="46269"/>
                  <a:pt x="2644353" y="43251"/>
                  <a:pt x="2645908" y="40325"/>
                </a:cubicBezTo>
                <a:cubicBezTo>
                  <a:pt x="2647554" y="37490"/>
                  <a:pt x="2649657" y="35022"/>
                  <a:pt x="2652217" y="32918"/>
                </a:cubicBezTo>
                <a:cubicBezTo>
                  <a:pt x="2654869" y="30907"/>
                  <a:pt x="2657704" y="29444"/>
                  <a:pt x="2660904" y="28529"/>
                </a:cubicBezTo>
                <a:cubicBezTo>
                  <a:pt x="2664104" y="27615"/>
                  <a:pt x="2667305" y="27432"/>
                  <a:pt x="2670597" y="27798"/>
                </a:cubicBezTo>
                <a:cubicBezTo>
                  <a:pt x="2673888" y="28164"/>
                  <a:pt x="2676997" y="29169"/>
                  <a:pt x="2679832" y="30815"/>
                </a:cubicBezTo>
              </a:path>
              <a:path w="3889492" h="1195852">
                <a:moveTo>
                  <a:pt x="2688610" y="35662"/>
                </a:moveTo>
                <a:lnTo>
                  <a:pt x="2692908" y="38039"/>
                </a:lnTo>
                <a:cubicBezTo>
                  <a:pt x="2695834" y="39685"/>
                  <a:pt x="2698303" y="41788"/>
                  <a:pt x="2700315" y="44348"/>
                </a:cubicBezTo>
                <a:cubicBezTo>
                  <a:pt x="2702326" y="47000"/>
                  <a:pt x="2703881" y="49835"/>
                  <a:pt x="2704704" y="53035"/>
                </a:cubicBezTo>
                <a:cubicBezTo>
                  <a:pt x="2705618" y="56236"/>
                  <a:pt x="2705892" y="59436"/>
                  <a:pt x="2705527" y="62728"/>
                </a:cubicBezTo>
                <a:cubicBezTo>
                  <a:pt x="2705070" y="66020"/>
                  <a:pt x="2704155" y="69129"/>
                  <a:pt x="2702509" y="71963"/>
                </a:cubicBezTo>
                <a:cubicBezTo>
                  <a:pt x="2700863" y="74889"/>
                  <a:pt x="2698760" y="77358"/>
                  <a:pt x="2696200" y="79370"/>
                </a:cubicBezTo>
                <a:cubicBezTo>
                  <a:pt x="2693548" y="81382"/>
                  <a:pt x="2690713" y="82845"/>
                  <a:pt x="2687513" y="83759"/>
                </a:cubicBezTo>
                <a:cubicBezTo>
                  <a:pt x="2684313" y="84673"/>
                  <a:pt x="2681112" y="84948"/>
                  <a:pt x="2677820" y="84582"/>
                </a:cubicBezTo>
                <a:cubicBezTo>
                  <a:pt x="2674529" y="84125"/>
                  <a:pt x="2671420" y="83119"/>
                  <a:pt x="2668585" y="81564"/>
                </a:cubicBezTo>
                <a:lnTo>
                  <a:pt x="2664196" y="79096"/>
                </a:lnTo>
                <a:cubicBezTo>
                  <a:pt x="2661361" y="77541"/>
                  <a:pt x="2658892" y="75438"/>
                  <a:pt x="2656789" y="72786"/>
                </a:cubicBezTo>
                <a:cubicBezTo>
                  <a:pt x="2654778" y="70226"/>
                  <a:pt x="2653314" y="67300"/>
                  <a:pt x="2652400" y="64099"/>
                </a:cubicBezTo>
                <a:cubicBezTo>
                  <a:pt x="2651486" y="60990"/>
                  <a:pt x="2651211" y="57699"/>
                  <a:pt x="2651669" y="54407"/>
                </a:cubicBezTo>
                <a:cubicBezTo>
                  <a:pt x="2652034" y="51206"/>
                  <a:pt x="2653040" y="48097"/>
                  <a:pt x="2654595" y="45171"/>
                </a:cubicBezTo>
                <a:cubicBezTo>
                  <a:pt x="2656241" y="42337"/>
                  <a:pt x="2658344" y="39868"/>
                  <a:pt x="2660904" y="37856"/>
                </a:cubicBezTo>
                <a:cubicBezTo>
                  <a:pt x="2663556" y="35753"/>
                  <a:pt x="2666390" y="34290"/>
                  <a:pt x="2669591" y="33376"/>
                </a:cubicBezTo>
                <a:cubicBezTo>
                  <a:pt x="2672791" y="32553"/>
                  <a:pt x="2675992" y="32278"/>
                  <a:pt x="2679283" y="32644"/>
                </a:cubicBezTo>
                <a:cubicBezTo>
                  <a:pt x="2682575" y="33010"/>
                  <a:pt x="2685684" y="34016"/>
                  <a:pt x="2688610" y="35662"/>
                </a:cubicBezTo>
              </a:path>
              <a:path w="3889492" h="1195852">
                <a:moveTo>
                  <a:pt x="2697297" y="40508"/>
                </a:moveTo>
                <a:lnTo>
                  <a:pt x="2701595" y="42977"/>
                </a:lnTo>
                <a:cubicBezTo>
                  <a:pt x="2704521" y="44531"/>
                  <a:pt x="2706990" y="46634"/>
                  <a:pt x="2709001" y="49286"/>
                </a:cubicBezTo>
                <a:cubicBezTo>
                  <a:pt x="2711105" y="51846"/>
                  <a:pt x="2712568" y="54773"/>
                  <a:pt x="2713482" y="57882"/>
                </a:cubicBezTo>
                <a:cubicBezTo>
                  <a:pt x="2714305" y="61082"/>
                  <a:pt x="2714579" y="64282"/>
                  <a:pt x="2714214" y="67574"/>
                </a:cubicBezTo>
                <a:cubicBezTo>
                  <a:pt x="2713848" y="70866"/>
                  <a:pt x="2712842" y="73975"/>
                  <a:pt x="2711196" y="76810"/>
                </a:cubicBezTo>
                <a:cubicBezTo>
                  <a:pt x="2709550" y="79736"/>
                  <a:pt x="2707447" y="82205"/>
                  <a:pt x="2704887" y="84216"/>
                </a:cubicBezTo>
                <a:cubicBezTo>
                  <a:pt x="2702326" y="86319"/>
                  <a:pt x="2699400" y="87782"/>
                  <a:pt x="2696200" y="88697"/>
                </a:cubicBezTo>
                <a:cubicBezTo>
                  <a:pt x="2692999" y="89520"/>
                  <a:pt x="2689799" y="89794"/>
                  <a:pt x="2686507" y="89428"/>
                </a:cubicBezTo>
                <a:cubicBezTo>
                  <a:pt x="2683215" y="89063"/>
                  <a:pt x="2680106" y="88057"/>
                  <a:pt x="2677272" y="86411"/>
                </a:cubicBezTo>
                <a:lnTo>
                  <a:pt x="2672883" y="83942"/>
                </a:lnTo>
                <a:cubicBezTo>
                  <a:pt x="2670048" y="82387"/>
                  <a:pt x="2667579" y="80284"/>
                  <a:pt x="2665476" y="77633"/>
                </a:cubicBezTo>
                <a:cubicBezTo>
                  <a:pt x="2663464" y="75072"/>
                  <a:pt x="2662001" y="72146"/>
                  <a:pt x="2661087" y="69037"/>
                </a:cubicBezTo>
                <a:cubicBezTo>
                  <a:pt x="2660172" y="65837"/>
                  <a:pt x="2659898" y="62636"/>
                  <a:pt x="2660355" y="59345"/>
                </a:cubicBezTo>
                <a:cubicBezTo>
                  <a:pt x="2660721" y="56053"/>
                  <a:pt x="2661727" y="52944"/>
                  <a:pt x="2663373" y="50109"/>
                </a:cubicBezTo>
                <a:cubicBezTo>
                  <a:pt x="2664927" y="47183"/>
                  <a:pt x="2667030" y="44714"/>
                  <a:pt x="2669682" y="42702"/>
                </a:cubicBezTo>
                <a:cubicBezTo>
                  <a:pt x="2672243" y="40599"/>
                  <a:pt x="2675169" y="39136"/>
                  <a:pt x="2678278" y="38313"/>
                </a:cubicBezTo>
                <a:cubicBezTo>
                  <a:pt x="2681478" y="37399"/>
                  <a:pt x="2684770" y="37125"/>
                  <a:pt x="2688062" y="37490"/>
                </a:cubicBezTo>
                <a:cubicBezTo>
                  <a:pt x="2691262" y="37856"/>
                  <a:pt x="2694371" y="38862"/>
                  <a:pt x="2697297" y="40508"/>
                </a:cubicBezTo>
              </a:path>
              <a:path w="3889492" h="1195852">
                <a:moveTo>
                  <a:pt x="2705984" y="45354"/>
                </a:moveTo>
                <a:lnTo>
                  <a:pt x="2710373" y="47823"/>
                </a:lnTo>
                <a:cubicBezTo>
                  <a:pt x="2713208" y="49469"/>
                  <a:pt x="2715677" y="51572"/>
                  <a:pt x="2717688" y="54132"/>
                </a:cubicBezTo>
                <a:cubicBezTo>
                  <a:pt x="2719791" y="56693"/>
                  <a:pt x="2721254" y="59619"/>
                  <a:pt x="2722169" y="62819"/>
                </a:cubicBezTo>
                <a:cubicBezTo>
                  <a:pt x="2723083" y="65928"/>
                  <a:pt x="2723266" y="69220"/>
                  <a:pt x="2722900" y="72512"/>
                </a:cubicBezTo>
                <a:cubicBezTo>
                  <a:pt x="2722535" y="75712"/>
                  <a:pt x="2721529" y="78821"/>
                  <a:pt x="2719883" y="81747"/>
                </a:cubicBezTo>
                <a:cubicBezTo>
                  <a:pt x="2718328" y="84582"/>
                  <a:pt x="2716134" y="87051"/>
                  <a:pt x="2713573" y="89063"/>
                </a:cubicBezTo>
                <a:cubicBezTo>
                  <a:pt x="2711013" y="91166"/>
                  <a:pt x="2708087" y="92629"/>
                  <a:pt x="2704887" y="93543"/>
                </a:cubicBezTo>
                <a:cubicBezTo>
                  <a:pt x="2701686" y="94458"/>
                  <a:pt x="2698486" y="94640"/>
                  <a:pt x="2695194" y="94275"/>
                </a:cubicBezTo>
                <a:cubicBezTo>
                  <a:pt x="2691902" y="93909"/>
                  <a:pt x="2688885" y="92903"/>
                  <a:pt x="2685959" y="91257"/>
                </a:cubicBezTo>
                <a:lnTo>
                  <a:pt x="2681569" y="88880"/>
                </a:lnTo>
                <a:cubicBezTo>
                  <a:pt x="2678735" y="87234"/>
                  <a:pt x="2676266" y="85131"/>
                  <a:pt x="2674254" y="82570"/>
                </a:cubicBezTo>
                <a:cubicBezTo>
                  <a:pt x="2672151" y="79919"/>
                  <a:pt x="2670688" y="77084"/>
                  <a:pt x="2669774" y="73884"/>
                </a:cubicBezTo>
                <a:cubicBezTo>
                  <a:pt x="2668859" y="70683"/>
                  <a:pt x="2668676" y="67483"/>
                  <a:pt x="2669042" y="64191"/>
                </a:cubicBezTo>
                <a:cubicBezTo>
                  <a:pt x="2669408" y="60899"/>
                  <a:pt x="2670414" y="57790"/>
                  <a:pt x="2672060" y="54955"/>
                </a:cubicBezTo>
                <a:cubicBezTo>
                  <a:pt x="2673614" y="52029"/>
                  <a:pt x="2675717" y="49560"/>
                  <a:pt x="2678369" y="47549"/>
                </a:cubicBezTo>
                <a:cubicBezTo>
                  <a:pt x="2680929" y="45537"/>
                  <a:pt x="2683855" y="44074"/>
                  <a:pt x="2687056" y="43160"/>
                </a:cubicBezTo>
                <a:cubicBezTo>
                  <a:pt x="2690165" y="42245"/>
                  <a:pt x="2693457" y="41971"/>
                  <a:pt x="2696748" y="42337"/>
                </a:cubicBezTo>
                <a:cubicBezTo>
                  <a:pt x="2700040" y="42794"/>
                  <a:pt x="2703058" y="43800"/>
                  <a:pt x="2705984" y="45354"/>
                </a:cubicBezTo>
              </a:path>
              <a:path w="3889492" h="1195852">
                <a:moveTo>
                  <a:pt x="2714671" y="50292"/>
                </a:moveTo>
                <a:lnTo>
                  <a:pt x="2719060" y="52669"/>
                </a:lnTo>
                <a:cubicBezTo>
                  <a:pt x="2721894" y="54315"/>
                  <a:pt x="2724363" y="56418"/>
                  <a:pt x="2726466" y="58979"/>
                </a:cubicBezTo>
                <a:cubicBezTo>
                  <a:pt x="2728478" y="61631"/>
                  <a:pt x="2729941" y="64465"/>
                  <a:pt x="2730856" y="67666"/>
                </a:cubicBezTo>
                <a:cubicBezTo>
                  <a:pt x="2731770" y="70866"/>
                  <a:pt x="2732044" y="74066"/>
                  <a:pt x="2731587" y="77358"/>
                </a:cubicBezTo>
                <a:cubicBezTo>
                  <a:pt x="2731221" y="80650"/>
                  <a:pt x="2730216" y="83668"/>
                  <a:pt x="2728570" y="86594"/>
                </a:cubicBezTo>
                <a:cubicBezTo>
                  <a:pt x="2727015" y="89428"/>
                  <a:pt x="2724912" y="91897"/>
                  <a:pt x="2722260" y="94000"/>
                </a:cubicBezTo>
                <a:cubicBezTo>
                  <a:pt x="2719700" y="96012"/>
                  <a:pt x="2716774" y="97475"/>
                  <a:pt x="2713573" y="98389"/>
                </a:cubicBezTo>
                <a:cubicBezTo>
                  <a:pt x="2710464" y="99304"/>
                  <a:pt x="2707173" y="99578"/>
                  <a:pt x="2703881" y="99121"/>
                </a:cubicBezTo>
                <a:cubicBezTo>
                  <a:pt x="2700589" y="98755"/>
                  <a:pt x="2697571" y="97749"/>
                  <a:pt x="2694645" y="96103"/>
                </a:cubicBezTo>
                <a:lnTo>
                  <a:pt x="2690348" y="93726"/>
                </a:lnTo>
                <a:cubicBezTo>
                  <a:pt x="2687422" y="92080"/>
                  <a:pt x="2684953" y="89977"/>
                  <a:pt x="2682941" y="87417"/>
                </a:cubicBezTo>
                <a:cubicBezTo>
                  <a:pt x="2680838" y="84765"/>
                  <a:pt x="2679375" y="81930"/>
                  <a:pt x="2678460" y="78730"/>
                </a:cubicBezTo>
                <a:cubicBezTo>
                  <a:pt x="2677638" y="75529"/>
                  <a:pt x="2677363" y="72329"/>
                  <a:pt x="2677729" y="69037"/>
                </a:cubicBezTo>
                <a:cubicBezTo>
                  <a:pt x="2678095" y="65745"/>
                  <a:pt x="2679101" y="62728"/>
                  <a:pt x="2680746" y="59802"/>
                </a:cubicBezTo>
                <a:cubicBezTo>
                  <a:pt x="2682392" y="56967"/>
                  <a:pt x="2684496" y="54498"/>
                  <a:pt x="2687056" y="52395"/>
                </a:cubicBezTo>
                <a:cubicBezTo>
                  <a:pt x="2689616" y="50383"/>
                  <a:pt x="2692542" y="48920"/>
                  <a:pt x="2695743" y="48006"/>
                </a:cubicBezTo>
                <a:cubicBezTo>
                  <a:pt x="2698943" y="47092"/>
                  <a:pt x="2702143" y="46817"/>
                  <a:pt x="2705435" y="47274"/>
                </a:cubicBezTo>
                <a:cubicBezTo>
                  <a:pt x="2708727" y="47640"/>
                  <a:pt x="2711836" y="48646"/>
                  <a:pt x="2714671" y="50292"/>
                </a:cubicBezTo>
              </a:path>
              <a:path w="3889492" h="1195852">
                <a:moveTo>
                  <a:pt x="2723358" y="55138"/>
                </a:moveTo>
                <a:lnTo>
                  <a:pt x="2727747" y="57516"/>
                </a:lnTo>
                <a:cubicBezTo>
                  <a:pt x="2730581" y="59162"/>
                  <a:pt x="2733050" y="61265"/>
                  <a:pt x="2735153" y="63825"/>
                </a:cubicBezTo>
                <a:cubicBezTo>
                  <a:pt x="2737165" y="66477"/>
                  <a:pt x="2738628" y="69312"/>
                  <a:pt x="2739542" y="72512"/>
                </a:cubicBezTo>
                <a:cubicBezTo>
                  <a:pt x="2740457" y="75712"/>
                  <a:pt x="2740731" y="78913"/>
                  <a:pt x="2740274" y="82205"/>
                </a:cubicBezTo>
                <a:cubicBezTo>
                  <a:pt x="2739908" y="85496"/>
                  <a:pt x="2738902" y="88605"/>
                  <a:pt x="2737348" y="91440"/>
                </a:cubicBezTo>
                <a:cubicBezTo>
                  <a:pt x="2735702" y="94366"/>
                  <a:pt x="2733599" y="96835"/>
                  <a:pt x="2730947" y="98847"/>
                </a:cubicBezTo>
                <a:cubicBezTo>
                  <a:pt x="2728387" y="100858"/>
                  <a:pt x="2725461" y="102321"/>
                  <a:pt x="2722352" y="103236"/>
                </a:cubicBezTo>
                <a:cubicBezTo>
                  <a:pt x="2719151" y="104150"/>
                  <a:pt x="2715859" y="104424"/>
                  <a:pt x="2712659" y="104059"/>
                </a:cubicBezTo>
                <a:cubicBezTo>
                  <a:pt x="2709367" y="103602"/>
                  <a:pt x="2706258" y="102596"/>
                  <a:pt x="2703332" y="101041"/>
                </a:cubicBezTo>
                <a:lnTo>
                  <a:pt x="2699034" y="98572"/>
                </a:lnTo>
                <a:cubicBezTo>
                  <a:pt x="2696108" y="96926"/>
                  <a:pt x="2693640" y="94823"/>
                  <a:pt x="2691628" y="92263"/>
                </a:cubicBezTo>
                <a:cubicBezTo>
                  <a:pt x="2689525" y="89703"/>
                  <a:pt x="2688062" y="86777"/>
                  <a:pt x="2687239" y="83576"/>
                </a:cubicBezTo>
                <a:cubicBezTo>
                  <a:pt x="2686324" y="80467"/>
                  <a:pt x="2686050" y="77175"/>
                  <a:pt x="2686416" y="73884"/>
                </a:cubicBezTo>
                <a:cubicBezTo>
                  <a:pt x="2686782" y="70683"/>
                  <a:pt x="2687787" y="67574"/>
                  <a:pt x="2689433" y="64648"/>
                </a:cubicBezTo>
                <a:cubicBezTo>
                  <a:pt x="2691079" y="61813"/>
                  <a:pt x="2693182" y="59345"/>
                  <a:pt x="2695743" y="57333"/>
                </a:cubicBezTo>
                <a:cubicBezTo>
                  <a:pt x="2698394" y="55230"/>
                  <a:pt x="2701229" y="53767"/>
                  <a:pt x="2704429" y="52852"/>
                </a:cubicBezTo>
                <a:cubicBezTo>
                  <a:pt x="2707630" y="51938"/>
                  <a:pt x="2710830" y="51755"/>
                  <a:pt x="2714122" y="52121"/>
                </a:cubicBezTo>
                <a:cubicBezTo>
                  <a:pt x="2717414" y="52487"/>
                  <a:pt x="2720523" y="53492"/>
                  <a:pt x="2723358" y="55138"/>
                </a:cubicBezTo>
              </a:path>
              <a:path w="3889492" h="1195852">
                <a:moveTo>
                  <a:pt x="2732044" y="59985"/>
                </a:moveTo>
                <a:lnTo>
                  <a:pt x="2736433" y="62454"/>
                </a:lnTo>
                <a:cubicBezTo>
                  <a:pt x="2739360" y="64008"/>
                  <a:pt x="2741828" y="66111"/>
                  <a:pt x="2743840" y="68763"/>
                </a:cubicBezTo>
                <a:cubicBezTo>
                  <a:pt x="2745852" y="71323"/>
                  <a:pt x="2747315" y="74249"/>
                  <a:pt x="2748229" y="77358"/>
                </a:cubicBezTo>
                <a:cubicBezTo>
                  <a:pt x="2749144" y="80559"/>
                  <a:pt x="2749418" y="83759"/>
                  <a:pt x="2749052" y="87051"/>
                </a:cubicBezTo>
                <a:cubicBezTo>
                  <a:pt x="2748595" y="90343"/>
                  <a:pt x="2747589" y="93452"/>
                  <a:pt x="2746035" y="96286"/>
                </a:cubicBezTo>
                <a:cubicBezTo>
                  <a:pt x="2744389" y="99212"/>
                  <a:pt x="2742286" y="101681"/>
                  <a:pt x="2739725" y="103693"/>
                </a:cubicBezTo>
                <a:cubicBezTo>
                  <a:pt x="2737074" y="105796"/>
                  <a:pt x="2734239" y="107259"/>
                  <a:pt x="2731038" y="108082"/>
                </a:cubicBezTo>
                <a:cubicBezTo>
                  <a:pt x="2727838" y="108996"/>
                  <a:pt x="2724638" y="109271"/>
                  <a:pt x="2721346" y="108905"/>
                </a:cubicBezTo>
                <a:cubicBezTo>
                  <a:pt x="2718054" y="108539"/>
                  <a:pt x="2714945" y="107533"/>
                  <a:pt x="2712110" y="105888"/>
                </a:cubicBezTo>
                <a:lnTo>
                  <a:pt x="2707721" y="103419"/>
                </a:lnTo>
                <a:cubicBezTo>
                  <a:pt x="2704795" y="101864"/>
                  <a:pt x="2702326" y="99761"/>
                  <a:pt x="2700315" y="97109"/>
                </a:cubicBezTo>
                <a:cubicBezTo>
                  <a:pt x="2698303" y="94549"/>
                  <a:pt x="2696840" y="91623"/>
                  <a:pt x="2695926" y="88514"/>
                </a:cubicBezTo>
                <a:cubicBezTo>
                  <a:pt x="2695011" y="85314"/>
                  <a:pt x="2694737" y="82113"/>
                  <a:pt x="2695103" y="78821"/>
                </a:cubicBezTo>
                <a:cubicBezTo>
                  <a:pt x="2695560" y="75529"/>
                  <a:pt x="2696566" y="72420"/>
                  <a:pt x="2698120" y="69586"/>
                </a:cubicBezTo>
                <a:cubicBezTo>
                  <a:pt x="2699766" y="66660"/>
                  <a:pt x="2701869" y="64191"/>
                  <a:pt x="2704429" y="62179"/>
                </a:cubicBezTo>
                <a:cubicBezTo>
                  <a:pt x="2707081" y="60076"/>
                  <a:pt x="2709916" y="58613"/>
                  <a:pt x="2713116" y="57790"/>
                </a:cubicBezTo>
                <a:cubicBezTo>
                  <a:pt x="2716317" y="56876"/>
                  <a:pt x="2719517" y="56601"/>
                  <a:pt x="2722809" y="56967"/>
                </a:cubicBezTo>
                <a:cubicBezTo>
                  <a:pt x="2726101" y="57333"/>
                  <a:pt x="2729210" y="58339"/>
                  <a:pt x="2732044" y="59985"/>
                </a:cubicBezTo>
              </a:path>
              <a:path w="3889492" h="1195852">
                <a:moveTo>
                  <a:pt x="2740823" y="64831"/>
                </a:moveTo>
                <a:lnTo>
                  <a:pt x="2745120" y="67300"/>
                </a:lnTo>
                <a:cubicBezTo>
                  <a:pt x="2748046" y="68946"/>
                  <a:pt x="2750515" y="71049"/>
                  <a:pt x="2752527" y="73609"/>
                </a:cubicBezTo>
                <a:cubicBezTo>
                  <a:pt x="2754630" y="76170"/>
                  <a:pt x="2756093" y="79096"/>
                  <a:pt x="2756916" y="82296"/>
                </a:cubicBezTo>
                <a:cubicBezTo>
                  <a:pt x="2757830" y="85405"/>
                  <a:pt x="2758105" y="88697"/>
                  <a:pt x="2757739" y="91989"/>
                </a:cubicBezTo>
                <a:cubicBezTo>
                  <a:pt x="2757373" y="95189"/>
                  <a:pt x="2756367" y="98298"/>
                  <a:pt x="2754721" y="101224"/>
                </a:cubicBezTo>
                <a:cubicBezTo>
                  <a:pt x="2753076" y="104059"/>
                  <a:pt x="2750972" y="106528"/>
                  <a:pt x="2748412" y="108539"/>
                </a:cubicBezTo>
                <a:cubicBezTo>
                  <a:pt x="2745760" y="110642"/>
                  <a:pt x="2742926" y="112105"/>
                  <a:pt x="2739725" y="113020"/>
                </a:cubicBezTo>
                <a:cubicBezTo>
                  <a:pt x="2736525" y="113843"/>
                  <a:pt x="2733324" y="114117"/>
                  <a:pt x="2730033" y="113751"/>
                </a:cubicBezTo>
                <a:cubicBezTo>
                  <a:pt x="2726741" y="113386"/>
                  <a:pt x="2723632" y="112380"/>
                  <a:pt x="2720797" y="110734"/>
                </a:cubicBezTo>
                <a:lnTo>
                  <a:pt x="2716408" y="108356"/>
                </a:lnTo>
                <a:cubicBezTo>
                  <a:pt x="2713573" y="106710"/>
                  <a:pt x="2711105" y="104607"/>
                  <a:pt x="2709001" y="102047"/>
                </a:cubicBezTo>
                <a:cubicBezTo>
                  <a:pt x="2706990" y="99395"/>
                  <a:pt x="2705527" y="96561"/>
                  <a:pt x="2704612" y="93360"/>
                </a:cubicBezTo>
                <a:cubicBezTo>
                  <a:pt x="2703698" y="90160"/>
                  <a:pt x="2703424" y="86959"/>
                  <a:pt x="2703881" y="83668"/>
                </a:cubicBezTo>
                <a:cubicBezTo>
                  <a:pt x="2704247" y="80376"/>
                  <a:pt x="2705252" y="77267"/>
                  <a:pt x="2706807" y="74432"/>
                </a:cubicBezTo>
                <a:cubicBezTo>
                  <a:pt x="2708453" y="71506"/>
                  <a:pt x="2710556" y="69037"/>
                  <a:pt x="2713208" y="67026"/>
                </a:cubicBezTo>
                <a:cubicBezTo>
                  <a:pt x="2715768" y="65014"/>
                  <a:pt x="2718694" y="63551"/>
                  <a:pt x="2721803" y="62636"/>
                </a:cubicBezTo>
                <a:cubicBezTo>
                  <a:pt x="2725003" y="61722"/>
                  <a:pt x="2728295" y="61448"/>
                  <a:pt x="2731496" y="61813"/>
                </a:cubicBezTo>
                <a:cubicBezTo>
                  <a:pt x="2734788" y="62271"/>
                  <a:pt x="2737896" y="63276"/>
                  <a:pt x="2740823" y="64831"/>
                </a:cubicBezTo>
              </a:path>
              <a:path w="3889492" h="1195852">
                <a:moveTo>
                  <a:pt x="2749509" y="69677"/>
                </a:moveTo>
                <a:lnTo>
                  <a:pt x="2753807" y="72146"/>
                </a:lnTo>
                <a:cubicBezTo>
                  <a:pt x="2756733" y="73792"/>
                  <a:pt x="2759202" y="75895"/>
                  <a:pt x="2761214" y="78456"/>
                </a:cubicBezTo>
                <a:cubicBezTo>
                  <a:pt x="2763317" y="81016"/>
                  <a:pt x="2764780" y="83942"/>
                  <a:pt x="2765694" y="87142"/>
                </a:cubicBezTo>
                <a:cubicBezTo>
                  <a:pt x="2766517" y="90343"/>
                  <a:pt x="2766792" y="93543"/>
                  <a:pt x="2766426" y="96835"/>
                </a:cubicBezTo>
                <a:cubicBezTo>
                  <a:pt x="2766060" y="100127"/>
                  <a:pt x="2765054" y="103144"/>
                  <a:pt x="2763408" y="106070"/>
                </a:cubicBezTo>
                <a:cubicBezTo>
                  <a:pt x="2761762" y="108905"/>
                  <a:pt x="2759659" y="111374"/>
                  <a:pt x="2757099" y="113477"/>
                </a:cubicBezTo>
                <a:cubicBezTo>
                  <a:pt x="2754539" y="115489"/>
                  <a:pt x="2751612" y="116952"/>
                  <a:pt x="2748412" y="117866"/>
                </a:cubicBezTo>
                <a:cubicBezTo>
                  <a:pt x="2745212" y="118781"/>
                  <a:pt x="2742011" y="119055"/>
                  <a:pt x="2738719" y="118598"/>
                </a:cubicBezTo>
                <a:cubicBezTo>
                  <a:pt x="2735428" y="118232"/>
                  <a:pt x="2732319" y="117226"/>
                  <a:pt x="2729484" y="115580"/>
                </a:cubicBezTo>
                <a:lnTo>
                  <a:pt x="2725095" y="113203"/>
                </a:lnTo>
                <a:cubicBezTo>
                  <a:pt x="2722260" y="111557"/>
                  <a:pt x="2719791" y="109454"/>
                  <a:pt x="2717688" y="106893"/>
                </a:cubicBezTo>
                <a:cubicBezTo>
                  <a:pt x="2715677" y="104242"/>
                  <a:pt x="2714214" y="101407"/>
                  <a:pt x="2713299" y="98207"/>
                </a:cubicBezTo>
                <a:cubicBezTo>
                  <a:pt x="2712385" y="95006"/>
                  <a:pt x="2712110" y="91806"/>
                  <a:pt x="2712568" y="88514"/>
                </a:cubicBezTo>
                <a:cubicBezTo>
                  <a:pt x="2712933" y="85222"/>
                  <a:pt x="2713939" y="82205"/>
                  <a:pt x="2715585" y="79278"/>
                </a:cubicBezTo>
                <a:cubicBezTo>
                  <a:pt x="2717140" y="76444"/>
                  <a:pt x="2719243" y="73975"/>
                  <a:pt x="2721894" y="71872"/>
                </a:cubicBezTo>
                <a:cubicBezTo>
                  <a:pt x="2724455" y="69860"/>
                  <a:pt x="2727381" y="68397"/>
                  <a:pt x="2730581" y="67483"/>
                </a:cubicBezTo>
                <a:cubicBezTo>
                  <a:pt x="2733690" y="66568"/>
                  <a:pt x="2736982" y="66294"/>
                  <a:pt x="2740274" y="66751"/>
                </a:cubicBezTo>
                <a:cubicBezTo>
                  <a:pt x="2743566" y="67117"/>
                  <a:pt x="2746583" y="68123"/>
                  <a:pt x="2749509" y="69677"/>
                </a:cubicBezTo>
              </a:path>
              <a:path w="3889492" h="1195852">
                <a:moveTo>
                  <a:pt x="2758196" y="74615"/>
                </a:moveTo>
                <a:lnTo>
                  <a:pt x="2762585" y="76992"/>
                </a:lnTo>
                <a:cubicBezTo>
                  <a:pt x="2765420" y="78638"/>
                  <a:pt x="2767889" y="80742"/>
                  <a:pt x="2769900" y="83302"/>
                </a:cubicBezTo>
                <a:cubicBezTo>
                  <a:pt x="2772004" y="85954"/>
                  <a:pt x="2773467" y="88788"/>
                  <a:pt x="2774381" y="91989"/>
                </a:cubicBezTo>
                <a:cubicBezTo>
                  <a:pt x="2775295" y="95189"/>
                  <a:pt x="2775478" y="98389"/>
                  <a:pt x="2775113" y="101681"/>
                </a:cubicBezTo>
                <a:cubicBezTo>
                  <a:pt x="2774747" y="104973"/>
                  <a:pt x="2773741" y="108082"/>
                  <a:pt x="2772095" y="110917"/>
                </a:cubicBezTo>
                <a:cubicBezTo>
                  <a:pt x="2770541" y="113843"/>
                  <a:pt x="2768437" y="116312"/>
                  <a:pt x="2765786" y="118323"/>
                </a:cubicBezTo>
                <a:cubicBezTo>
                  <a:pt x="2763225" y="120335"/>
                  <a:pt x="2760299" y="121798"/>
                  <a:pt x="2757099" y="122712"/>
                </a:cubicBezTo>
                <a:cubicBezTo>
                  <a:pt x="2753990" y="123627"/>
                  <a:pt x="2750698" y="123901"/>
                  <a:pt x="2747406" y="123444"/>
                </a:cubicBezTo>
                <a:cubicBezTo>
                  <a:pt x="2744114" y="123078"/>
                  <a:pt x="2741097" y="122072"/>
                  <a:pt x="2738171" y="120518"/>
                </a:cubicBezTo>
                <a:lnTo>
                  <a:pt x="2733782" y="118049"/>
                </a:lnTo>
                <a:cubicBezTo>
                  <a:pt x="2730947" y="116403"/>
                  <a:pt x="2728478" y="114300"/>
                  <a:pt x="2726466" y="111740"/>
                </a:cubicBezTo>
                <a:cubicBezTo>
                  <a:pt x="2724363" y="109179"/>
                  <a:pt x="2722900" y="106253"/>
                  <a:pt x="2721986" y="103053"/>
                </a:cubicBezTo>
                <a:cubicBezTo>
                  <a:pt x="2721072" y="99944"/>
                  <a:pt x="2720889" y="96652"/>
                  <a:pt x="2721254" y="93360"/>
                </a:cubicBezTo>
                <a:cubicBezTo>
                  <a:pt x="2721620" y="90160"/>
                  <a:pt x="2722626" y="87051"/>
                  <a:pt x="2724272" y="84125"/>
                </a:cubicBezTo>
                <a:cubicBezTo>
                  <a:pt x="2725826" y="81290"/>
                  <a:pt x="2727930" y="78821"/>
                  <a:pt x="2730581" y="76718"/>
                </a:cubicBezTo>
                <a:cubicBezTo>
                  <a:pt x="2733142" y="74706"/>
                  <a:pt x="2736068" y="73243"/>
                  <a:pt x="2739268" y="72329"/>
                </a:cubicBezTo>
                <a:cubicBezTo>
                  <a:pt x="2742468" y="71415"/>
                  <a:pt x="2745669" y="71232"/>
                  <a:pt x="2748961" y="71598"/>
                </a:cubicBezTo>
                <a:cubicBezTo>
                  <a:pt x="2752253" y="71963"/>
                  <a:pt x="2755270" y="72969"/>
                  <a:pt x="2758196" y="74615"/>
                </a:cubicBezTo>
              </a:path>
              <a:path w="3889492" h="1195852">
                <a:moveTo>
                  <a:pt x="2766883" y="79461"/>
                </a:moveTo>
                <a:lnTo>
                  <a:pt x="2771272" y="81930"/>
                </a:lnTo>
                <a:cubicBezTo>
                  <a:pt x="2774107" y="83485"/>
                  <a:pt x="2776576" y="85588"/>
                  <a:pt x="2778679" y="88240"/>
                </a:cubicBezTo>
                <a:cubicBezTo>
                  <a:pt x="2780690" y="90800"/>
                  <a:pt x="2782153" y="93726"/>
                  <a:pt x="2783068" y="96835"/>
                </a:cubicBezTo>
                <a:cubicBezTo>
                  <a:pt x="2783982" y="100035"/>
                  <a:pt x="2784257" y="103236"/>
                  <a:pt x="2783799" y="106528"/>
                </a:cubicBezTo>
                <a:cubicBezTo>
                  <a:pt x="2783434" y="109819"/>
                  <a:pt x="2782428" y="112928"/>
                  <a:pt x="2780782" y="115763"/>
                </a:cubicBezTo>
                <a:cubicBezTo>
                  <a:pt x="2779227" y="118689"/>
                  <a:pt x="2777124" y="121158"/>
                  <a:pt x="2774472" y="123170"/>
                </a:cubicBezTo>
                <a:cubicBezTo>
                  <a:pt x="2771912" y="125181"/>
                  <a:pt x="2768986" y="126736"/>
                  <a:pt x="2765877" y="127559"/>
                </a:cubicBezTo>
                <a:cubicBezTo>
                  <a:pt x="2762677" y="128473"/>
                  <a:pt x="2759385" y="128748"/>
                  <a:pt x="2756093" y="128382"/>
                </a:cubicBezTo>
                <a:cubicBezTo>
                  <a:pt x="2752893" y="127925"/>
                  <a:pt x="2749784" y="127010"/>
                  <a:pt x="2746858" y="125364"/>
                </a:cubicBezTo>
                <a:lnTo>
                  <a:pt x="2742560" y="122895"/>
                </a:lnTo>
                <a:cubicBezTo>
                  <a:pt x="2739634" y="121341"/>
                  <a:pt x="2737165" y="119238"/>
                  <a:pt x="2735153" y="116586"/>
                </a:cubicBezTo>
                <a:cubicBezTo>
                  <a:pt x="2733050" y="114026"/>
                  <a:pt x="2731587" y="111100"/>
                  <a:pt x="2730673" y="107991"/>
                </a:cubicBezTo>
                <a:cubicBezTo>
                  <a:pt x="2729850" y="104790"/>
                  <a:pt x="2729575" y="101498"/>
                  <a:pt x="2729941" y="98298"/>
                </a:cubicBezTo>
                <a:cubicBezTo>
                  <a:pt x="2730307" y="95006"/>
                  <a:pt x="2731313" y="91897"/>
                  <a:pt x="2732959" y="89063"/>
                </a:cubicBezTo>
                <a:cubicBezTo>
                  <a:pt x="2734605" y="86136"/>
                  <a:pt x="2736708" y="83668"/>
                  <a:pt x="2739268" y="81656"/>
                </a:cubicBezTo>
                <a:cubicBezTo>
                  <a:pt x="2741828" y="79553"/>
                  <a:pt x="2744754" y="78090"/>
                  <a:pt x="2747955" y="77175"/>
                </a:cubicBezTo>
                <a:cubicBezTo>
                  <a:pt x="2751155" y="76352"/>
                  <a:pt x="2754356" y="76078"/>
                  <a:pt x="2757648" y="76444"/>
                </a:cubicBezTo>
                <a:cubicBezTo>
                  <a:pt x="2760939" y="76810"/>
                  <a:pt x="2764048" y="77815"/>
                  <a:pt x="2766883" y="79461"/>
                </a:cubicBezTo>
              </a:path>
              <a:path w="3889492" h="1195852">
                <a:moveTo>
                  <a:pt x="2775570" y="84308"/>
                </a:moveTo>
                <a:lnTo>
                  <a:pt x="2779959" y="86777"/>
                </a:lnTo>
                <a:cubicBezTo>
                  <a:pt x="2782794" y="88331"/>
                  <a:pt x="2785262" y="90434"/>
                  <a:pt x="2787366" y="93086"/>
                </a:cubicBezTo>
                <a:cubicBezTo>
                  <a:pt x="2789377" y="95646"/>
                  <a:pt x="2790840" y="98572"/>
                  <a:pt x="2791755" y="101773"/>
                </a:cubicBezTo>
                <a:cubicBezTo>
                  <a:pt x="2792669" y="104882"/>
                  <a:pt x="2792943" y="108174"/>
                  <a:pt x="2792486" y="111374"/>
                </a:cubicBezTo>
                <a:cubicBezTo>
                  <a:pt x="2792120" y="114666"/>
                  <a:pt x="2791115" y="117775"/>
                  <a:pt x="2789560" y="120701"/>
                </a:cubicBezTo>
                <a:cubicBezTo>
                  <a:pt x="2787914" y="123535"/>
                  <a:pt x="2785811" y="126004"/>
                  <a:pt x="2783251" y="128016"/>
                </a:cubicBezTo>
                <a:cubicBezTo>
                  <a:pt x="2780599" y="130119"/>
                  <a:pt x="2777764" y="131582"/>
                  <a:pt x="2774564" y="132497"/>
                </a:cubicBezTo>
                <a:cubicBezTo>
                  <a:pt x="2771364" y="133320"/>
                  <a:pt x="2768163" y="133594"/>
                  <a:pt x="2764871" y="133228"/>
                </a:cubicBezTo>
                <a:cubicBezTo>
                  <a:pt x="2761579" y="132862"/>
                  <a:pt x="2758470" y="131856"/>
                  <a:pt x="2755544" y="130211"/>
                </a:cubicBezTo>
                <a:lnTo>
                  <a:pt x="2751247" y="127833"/>
                </a:lnTo>
                <a:cubicBezTo>
                  <a:pt x="2748321" y="126187"/>
                  <a:pt x="2745852" y="124084"/>
                  <a:pt x="2743840" y="121432"/>
                </a:cubicBezTo>
                <a:cubicBezTo>
                  <a:pt x="2741828" y="118872"/>
                  <a:pt x="2740274" y="116037"/>
                  <a:pt x="2739451" y="112837"/>
                </a:cubicBezTo>
                <a:cubicBezTo>
                  <a:pt x="2738537" y="109637"/>
                  <a:pt x="2738262" y="106436"/>
                  <a:pt x="2738628" y="103144"/>
                </a:cubicBezTo>
                <a:cubicBezTo>
                  <a:pt x="2739085" y="99852"/>
                  <a:pt x="2740000" y="96744"/>
                  <a:pt x="2741646" y="93909"/>
                </a:cubicBezTo>
                <a:cubicBezTo>
                  <a:pt x="2743291" y="90983"/>
                  <a:pt x="2745395" y="88514"/>
                  <a:pt x="2747955" y="86502"/>
                </a:cubicBezTo>
                <a:cubicBezTo>
                  <a:pt x="2750607" y="84491"/>
                  <a:pt x="2753441" y="82936"/>
                  <a:pt x="2756642" y="82113"/>
                </a:cubicBezTo>
                <a:cubicBezTo>
                  <a:pt x="2759842" y="81199"/>
                  <a:pt x="2763042" y="80924"/>
                  <a:pt x="2766334" y="81290"/>
                </a:cubicBezTo>
                <a:cubicBezTo>
                  <a:pt x="2769626" y="81747"/>
                  <a:pt x="2772735" y="82753"/>
                  <a:pt x="2775570" y="84308"/>
                </a:cubicBezTo>
              </a:path>
              <a:path w="3889492" h="1195852">
                <a:moveTo>
                  <a:pt x="2784348" y="89154"/>
                </a:moveTo>
                <a:lnTo>
                  <a:pt x="2788646" y="91623"/>
                </a:lnTo>
                <a:cubicBezTo>
                  <a:pt x="2791572" y="93269"/>
                  <a:pt x="2794041" y="95372"/>
                  <a:pt x="2796052" y="97932"/>
                </a:cubicBezTo>
                <a:cubicBezTo>
                  <a:pt x="2798064" y="100493"/>
                  <a:pt x="2799618" y="103419"/>
                  <a:pt x="2800441" y="106619"/>
                </a:cubicBezTo>
                <a:cubicBezTo>
                  <a:pt x="2801356" y="109819"/>
                  <a:pt x="2801630" y="113020"/>
                  <a:pt x="2801264" y="116312"/>
                </a:cubicBezTo>
                <a:cubicBezTo>
                  <a:pt x="2800807" y="119604"/>
                  <a:pt x="2799801" y="122621"/>
                  <a:pt x="2798247" y="125547"/>
                </a:cubicBezTo>
                <a:cubicBezTo>
                  <a:pt x="2796601" y="128382"/>
                  <a:pt x="2794498" y="130851"/>
                  <a:pt x="2791938" y="132954"/>
                </a:cubicBezTo>
                <a:cubicBezTo>
                  <a:pt x="2789286" y="134965"/>
                  <a:pt x="2786451" y="136428"/>
                  <a:pt x="2783251" y="137343"/>
                </a:cubicBezTo>
                <a:cubicBezTo>
                  <a:pt x="2780050" y="138257"/>
                  <a:pt x="2776850" y="138440"/>
                  <a:pt x="2773558" y="138074"/>
                </a:cubicBezTo>
                <a:cubicBezTo>
                  <a:pt x="2770266" y="137709"/>
                  <a:pt x="2767157" y="136703"/>
                  <a:pt x="2764323" y="135057"/>
                </a:cubicBezTo>
                <a:lnTo>
                  <a:pt x="2759934" y="132679"/>
                </a:lnTo>
                <a:cubicBezTo>
                  <a:pt x="2757007" y="131034"/>
                  <a:pt x="2754539" y="128930"/>
                  <a:pt x="2752527" y="126370"/>
                </a:cubicBezTo>
                <a:cubicBezTo>
                  <a:pt x="2750515" y="123718"/>
                  <a:pt x="2749052" y="120884"/>
                  <a:pt x="2748138" y="117683"/>
                </a:cubicBezTo>
                <a:cubicBezTo>
                  <a:pt x="2747223" y="114483"/>
                  <a:pt x="2746949" y="111282"/>
                  <a:pt x="2747315" y="107991"/>
                </a:cubicBezTo>
                <a:cubicBezTo>
                  <a:pt x="2747772" y="104699"/>
                  <a:pt x="2748778" y="101681"/>
                  <a:pt x="2750332" y="98755"/>
                </a:cubicBezTo>
                <a:cubicBezTo>
                  <a:pt x="2751978" y="95829"/>
                  <a:pt x="2754081" y="93452"/>
                  <a:pt x="2756642" y="91349"/>
                </a:cubicBezTo>
                <a:cubicBezTo>
                  <a:pt x="2759293" y="89337"/>
                  <a:pt x="2762128" y="87874"/>
                  <a:pt x="2765328" y="86959"/>
                </a:cubicBezTo>
                <a:cubicBezTo>
                  <a:pt x="2768529" y="86045"/>
                  <a:pt x="2771729" y="85771"/>
                  <a:pt x="2775021" y="86228"/>
                </a:cubicBezTo>
                <a:cubicBezTo>
                  <a:pt x="2778313" y="86594"/>
                  <a:pt x="2781422" y="87600"/>
                  <a:pt x="2784348" y="89154"/>
                </a:cubicBezTo>
              </a:path>
              <a:path w="3889492" h="1195852">
                <a:moveTo>
                  <a:pt x="2793035" y="94092"/>
                </a:moveTo>
                <a:lnTo>
                  <a:pt x="2797332" y="96469"/>
                </a:lnTo>
                <a:cubicBezTo>
                  <a:pt x="2800259" y="98115"/>
                  <a:pt x="2802727" y="100218"/>
                  <a:pt x="2804739" y="102779"/>
                </a:cubicBezTo>
                <a:cubicBezTo>
                  <a:pt x="2806842" y="105430"/>
                  <a:pt x="2808305" y="108265"/>
                  <a:pt x="2809220" y="111465"/>
                </a:cubicBezTo>
                <a:cubicBezTo>
                  <a:pt x="2810043" y="114666"/>
                  <a:pt x="2810317" y="117866"/>
                  <a:pt x="2809951" y="121158"/>
                </a:cubicBezTo>
                <a:cubicBezTo>
                  <a:pt x="2809585" y="124450"/>
                  <a:pt x="2808580" y="127559"/>
                  <a:pt x="2806934" y="130393"/>
                </a:cubicBezTo>
                <a:cubicBezTo>
                  <a:pt x="2805288" y="133320"/>
                  <a:pt x="2803185" y="135697"/>
                  <a:pt x="2800624" y="137800"/>
                </a:cubicBezTo>
                <a:cubicBezTo>
                  <a:pt x="2797973" y="139812"/>
                  <a:pt x="2795138" y="141275"/>
                  <a:pt x="2791938" y="142189"/>
                </a:cubicBezTo>
                <a:cubicBezTo>
                  <a:pt x="2788737" y="143104"/>
                  <a:pt x="2785537" y="143378"/>
                  <a:pt x="2782245" y="142921"/>
                </a:cubicBezTo>
                <a:cubicBezTo>
                  <a:pt x="2778953" y="142555"/>
                  <a:pt x="2775844" y="141549"/>
                  <a:pt x="2773009" y="139995"/>
                </a:cubicBezTo>
                <a:lnTo>
                  <a:pt x="2768620" y="137526"/>
                </a:lnTo>
                <a:cubicBezTo>
                  <a:pt x="2765786" y="135880"/>
                  <a:pt x="2763317" y="133777"/>
                  <a:pt x="2761214" y="131216"/>
                </a:cubicBezTo>
                <a:cubicBezTo>
                  <a:pt x="2759202" y="128656"/>
                  <a:pt x="2757739" y="125730"/>
                  <a:pt x="2756825" y="122530"/>
                </a:cubicBezTo>
                <a:cubicBezTo>
                  <a:pt x="2755910" y="119329"/>
                  <a:pt x="2755636" y="116129"/>
                  <a:pt x="2756093" y="112837"/>
                </a:cubicBezTo>
                <a:cubicBezTo>
                  <a:pt x="2756459" y="109545"/>
                  <a:pt x="2757465" y="106528"/>
                  <a:pt x="2759111" y="103602"/>
                </a:cubicBezTo>
                <a:cubicBezTo>
                  <a:pt x="2760665" y="100767"/>
                  <a:pt x="2762768" y="98298"/>
                  <a:pt x="2765420" y="96195"/>
                </a:cubicBezTo>
                <a:cubicBezTo>
                  <a:pt x="2767980" y="94183"/>
                  <a:pt x="2770906" y="92720"/>
                  <a:pt x="2774015" y="91806"/>
                </a:cubicBezTo>
                <a:cubicBezTo>
                  <a:pt x="2777216" y="90891"/>
                  <a:pt x="2780508" y="90708"/>
                  <a:pt x="2783708" y="91074"/>
                </a:cubicBezTo>
                <a:cubicBezTo>
                  <a:pt x="2787000" y="91440"/>
                  <a:pt x="2790109" y="92446"/>
                  <a:pt x="2793035" y="94092"/>
                </a:cubicBezTo>
              </a:path>
              <a:path w="3889492" h="1195852">
                <a:moveTo>
                  <a:pt x="2801722" y="98938"/>
                </a:moveTo>
                <a:lnTo>
                  <a:pt x="2806019" y="101407"/>
                </a:lnTo>
                <a:cubicBezTo>
                  <a:pt x="2808945" y="102961"/>
                  <a:pt x="2811414" y="105065"/>
                  <a:pt x="2813426" y="107716"/>
                </a:cubicBezTo>
                <a:cubicBezTo>
                  <a:pt x="2815529" y="110277"/>
                  <a:pt x="2816992" y="113111"/>
                  <a:pt x="2817906" y="116312"/>
                </a:cubicBezTo>
                <a:cubicBezTo>
                  <a:pt x="2818729" y="119512"/>
                  <a:pt x="2819004" y="122712"/>
                  <a:pt x="2818638" y="126004"/>
                </a:cubicBezTo>
                <a:cubicBezTo>
                  <a:pt x="2818272" y="129296"/>
                  <a:pt x="2817266" y="132405"/>
                  <a:pt x="2815620" y="135240"/>
                </a:cubicBezTo>
                <a:cubicBezTo>
                  <a:pt x="2813975" y="138166"/>
                  <a:pt x="2811871" y="140635"/>
                  <a:pt x="2809311" y="142646"/>
                </a:cubicBezTo>
                <a:cubicBezTo>
                  <a:pt x="2806751" y="144658"/>
                  <a:pt x="2803825" y="146213"/>
                  <a:pt x="2800624" y="147036"/>
                </a:cubicBezTo>
                <a:cubicBezTo>
                  <a:pt x="2797424" y="147950"/>
                  <a:pt x="2794224" y="148224"/>
                  <a:pt x="2790932" y="147858"/>
                </a:cubicBezTo>
                <a:cubicBezTo>
                  <a:pt x="2787640" y="147401"/>
                  <a:pt x="2784622" y="146395"/>
                  <a:pt x="2781696" y="144841"/>
                </a:cubicBezTo>
                <a:lnTo>
                  <a:pt x="2777307" y="142372"/>
                </a:lnTo>
                <a:cubicBezTo>
                  <a:pt x="2774472" y="140818"/>
                  <a:pt x="2772004" y="138714"/>
                  <a:pt x="2769900" y="136063"/>
                </a:cubicBezTo>
                <a:cubicBezTo>
                  <a:pt x="2767889" y="133502"/>
                  <a:pt x="2766426" y="130576"/>
                  <a:pt x="2765511" y="127376"/>
                </a:cubicBezTo>
                <a:cubicBezTo>
                  <a:pt x="2764597" y="124267"/>
                  <a:pt x="2764414" y="120975"/>
                  <a:pt x="2764780" y="117775"/>
                </a:cubicBezTo>
                <a:cubicBezTo>
                  <a:pt x="2765146" y="114483"/>
                  <a:pt x="2766151" y="111374"/>
                  <a:pt x="2767797" y="108448"/>
                </a:cubicBezTo>
                <a:cubicBezTo>
                  <a:pt x="2769352" y="105613"/>
                  <a:pt x="2771455" y="103144"/>
                  <a:pt x="2774107" y="101133"/>
                </a:cubicBezTo>
                <a:cubicBezTo>
                  <a:pt x="2776667" y="99030"/>
                  <a:pt x="2779593" y="97566"/>
                  <a:pt x="2782794" y="96652"/>
                </a:cubicBezTo>
                <a:cubicBezTo>
                  <a:pt x="2785902" y="95829"/>
                  <a:pt x="2789194" y="95555"/>
                  <a:pt x="2792486" y="95921"/>
                </a:cubicBezTo>
                <a:cubicBezTo>
                  <a:pt x="2795778" y="96286"/>
                  <a:pt x="2798796" y="97292"/>
                  <a:pt x="2801722" y="98938"/>
                </a:cubicBezTo>
              </a:path>
              <a:path w="3889492" h="1195852">
                <a:moveTo>
                  <a:pt x="2810408" y="103784"/>
                </a:moveTo>
                <a:lnTo>
                  <a:pt x="2814798" y="106253"/>
                </a:lnTo>
                <a:cubicBezTo>
                  <a:pt x="2817632" y="107808"/>
                  <a:pt x="2820101" y="109911"/>
                  <a:pt x="2822204" y="112563"/>
                </a:cubicBezTo>
                <a:cubicBezTo>
                  <a:pt x="2824216" y="115123"/>
                  <a:pt x="2825679" y="118049"/>
                  <a:pt x="2826593" y="121158"/>
                </a:cubicBezTo>
                <a:cubicBezTo>
                  <a:pt x="2827508" y="124358"/>
                  <a:pt x="2827691" y="127650"/>
                  <a:pt x="2827325" y="130851"/>
                </a:cubicBezTo>
                <a:cubicBezTo>
                  <a:pt x="2826959" y="134142"/>
                  <a:pt x="2825953" y="137251"/>
                  <a:pt x="2824307" y="140086"/>
                </a:cubicBezTo>
                <a:cubicBezTo>
                  <a:pt x="2822753" y="143012"/>
                  <a:pt x="2820650" y="145481"/>
                  <a:pt x="2817998" y="147493"/>
                </a:cubicBezTo>
                <a:cubicBezTo>
                  <a:pt x="2815438" y="149596"/>
                  <a:pt x="2812512" y="151059"/>
                  <a:pt x="2809311" y="151973"/>
                </a:cubicBezTo>
                <a:cubicBezTo>
                  <a:pt x="2806202" y="152796"/>
                  <a:pt x="2802910" y="153071"/>
                  <a:pt x="2799618" y="152705"/>
                </a:cubicBezTo>
                <a:cubicBezTo>
                  <a:pt x="2796327" y="152339"/>
                  <a:pt x="2793309" y="151333"/>
                  <a:pt x="2790383" y="149687"/>
                </a:cubicBezTo>
                <a:lnTo>
                  <a:pt x="2786085" y="147218"/>
                </a:lnTo>
                <a:cubicBezTo>
                  <a:pt x="2783159" y="145664"/>
                  <a:pt x="2780690" y="143561"/>
                  <a:pt x="2778679" y="140909"/>
                </a:cubicBezTo>
                <a:cubicBezTo>
                  <a:pt x="2776576" y="138349"/>
                  <a:pt x="2775113" y="135423"/>
                  <a:pt x="2774198" y="132314"/>
                </a:cubicBezTo>
                <a:cubicBezTo>
                  <a:pt x="2773375" y="129113"/>
                  <a:pt x="2773101" y="125913"/>
                  <a:pt x="2773467" y="122621"/>
                </a:cubicBezTo>
                <a:cubicBezTo>
                  <a:pt x="2773832" y="119329"/>
                  <a:pt x="2774838" y="116220"/>
                  <a:pt x="2776484" y="113386"/>
                </a:cubicBezTo>
                <a:cubicBezTo>
                  <a:pt x="2778130" y="110460"/>
                  <a:pt x="2780233" y="107991"/>
                  <a:pt x="2782794" y="105979"/>
                </a:cubicBezTo>
                <a:cubicBezTo>
                  <a:pt x="2785354" y="103967"/>
                  <a:pt x="2788280" y="102413"/>
                  <a:pt x="2791480" y="101590"/>
                </a:cubicBezTo>
                <a:cubicBezTo>
                  <a:pt x="2794681" y="100675"/>
                  <a:pt x="2797881" y="100401"/>
                  <a:pt x="2801173" y="100767"/>
                </a:cubicBezTo>
                <a:cubicBezTo>
                  <a:pt x="2804465" y="101224"/>
                  <a:pt x="2807482" y="102138"/>
                  <a:pt x="2810408" y="103784"/>
                </a:cubicBezTo>
              </a:path>
              <a:path w="3889492" h="1195852">
                <a:moveTo>
                  <a:pt x="2819095" y="108631"/>
                </a:moveTo>
                <a:lnTo>
                  <a:pt x="2823484" y="111100"/>
                </a:lnTo>
                <a:cubicBezTo>
                  <a:pt x="2826319" y="112746"/>
                  <a:pt x="2828788" y="114849"/>
                  <a:pt x="2830891" y="117409"/>
                </a:cubicBezTo>
                <a:cubicBezTo>
                  <a:pt x="2832903" y="119969"/>
                  <a:pt x="2834366" y="122895"/>
                  <a:pt x="2835280" y="126096"/>
                </a:cubicBezTo>
                <a:cubicBezTo>
                  <a:pt x="2836194" y="129205"/>
                  <a:pt x="2836469" y="132497"/>
                  <a:pt x="2836012" y="135788"/>
                </a:cubicBezTo>
                <a:cubicBezTo>
                  <a:pt x="2835646" y="139080"/>
                  <a:pt x="2834640" y="142098"/>
                  <a:pt x="2832994" y="145024"/>
                </a:cubicBezTo>
                <a:cubicBezTo>
                  <a:pt x="2831440" y="147858"/>
                  <a:pt x="2829336" y="150327"/>
                  <a:pt x="2826685" y="152430"/>
                </a:cubicBezTo>
                <a:cubicBezTo>
                  <a:pt x="2824124" y="154442"/>
                  <a:pt x="2821198" y="155905"/>
                  <a:pt x="2818089" y="156820"/>
                </a:cubicBezTo>
                <a:cubicBezTo>
                  <a:pt x="2814889" y="157734"/>
                  <a:pt x="2811597" y="157917"/>
                  <a:pt x="2808397" y="157551"/>
                </a:cubicBezTo>
                <a:cubicBezTo>
                  <a:pt x="2805105" y="157185"/>
                  <a:pt x="2801996" y="156180"/>
                  <a:pt x="2799070" y="154534"/>
                </a:cubicBezTo>
                <a:lnTo>
                  <a:pt x="2794772" y="152156"/>
                </a:lnTo>
                <a:cubicBezTo>
                  <a:pt x="2791846" y="150510"/>
                  <a:pt x="2789377" y="148407"/>
                  <a:pt x="2787366" y="145847"/>
                </a:cubicBezTo>
                <a:cubicBezTo>
                  <a:pt x="2785262" y="143195"/>
                  <a:pt x="2783799" y="140360"/>
                  <a:pt x="2782976" y="137160"/>
                </a:cubicBezTo>
                <a:cubicBezTo>
                  <a:pt x="2782062" y="133960"/>
                  <a:pt x="2781788" y="130759"/>
                  <a:pt x="2782153" y="127467"/>
                </a:cubicBezTo>
                <a:cubicBezTo>
                  <a:pt x="2782519" y="124176"/>
                  <a:pt x="2783525" y="121067"/>
                  <a:pt x="2785171" y="118232"/>
                </a:cubicBezTo>
                <a:cubicBezTo>
                  <a:pt x="2786817" y="115306"/>
                  <a:pt x="2788920" y="112837"/>
                  <a:pt x="2791480" y="110825"/>
                </a:cubicBezTo>
                <a:cubicBezTo>
                  <a:pt x="2794132" y="108814"/>
                  <a:pt x="2796967" y="107351"/>
                  <a:pt x="2800167" y="106436"/>
                </a:cubicBezTo>
                <a:cubicBezTo>
                  <a:pt x="2803368" y="105522"/>
                  <a:pt x="2806568" y="105247"/>
                  <a:pt x="2809860" y="105705"/>
                </a:cubicBezTo>
                <a:cubicBezTo>
                  <a:pt x="2813152" y="106070"/>
                  <a:pt x="2816261" y="107076"/>
                  <a:pt x="2819095" y="108631"/>
                </a:cubicBezTo>
              </a:path>
              <a:path w="3889492" h="1195852">
                <a:moveTo>
                  <a:pt x="2827782" y="113568"/>
                </a:moveTo>
                <a:lnTo>
                  <a:pt x="2832171" y="115946"/>
                </a:lnTo>
                <a:cubicBezTo>
                  <a:pt x="2835097" y="117592"/>
                  <a:pt x="2837566" y="119695"/>
                  <a:pt x="2839578" y="122255"/>
                </a:cubicBezTo>
                <a:cubicBezTo>
                  <a:pt x="2841589" y="124907"/>
                  <a:pt x="2843052" y="127742"/>
                  <a:pt x="2843967" y="130942"/>
                </a:cubicBezTo>
                <a:cubicBezTo>
                  <a:pt x="2844881" y="134142"/>
                  <a:pt x="2845156" y="137343"/>
                  <a:pt x="2844790" y="140635"/>
                </a:cubicBezTo>
                <a:cubicBezTo>
                  <a:pt x="2844333" y="143927"/>
                  <a:pt x="2843327" y="146944"/>
                  <a:pt x="2841772" y="149870"/>
                </a:cubicBezTo>
                <a:cubicBezTo>
                  <a:pt x="2840126" y="152705"/>
                  <a:pt x="2838023" y="155174"/>
                  <a:pt x="2835463" y="157277"/>
                </a:cubicBezTo>
                <a:cubicBezTo>
                  <a:pt x="2832811" y="159288"/>
                  <a:pt x="2829977" y="160752"/>
                  <a:pt x="2826776" y="161666"/>
                </a:cubicBezTo>
                <a:cubicBezTo>
                  <a:pt x="2823576" y="162580"/>
                  <a:pt x="2820375" y="162855"/>
                  <a:pt x="2817084" y="162397"/>
                </a:cubicBezTo>
                <a:cubicBezTo>
                  <a:pt x="2813792" y="162032"/>
                  <a:pt x="2810683" y="161026"/>
                  <a:pt x="2807757" y="159471"/>
                </a:cubicBezTo>
                <a:lnTo>
                  <a:pt x="2803459" y="157002"/>
                </a:lnTo>
                <a:cubicBezTo>
                  <a:pt x="2800533" y="155357"/>
                  <a:pt x="2798064" y="153253"/>
                  <a:pt x="2796052" y="150693"/>
                </a:cubicBezTo>
                <a:cubicBezTo>
                  <a:pt x="2794041" y="148133"/>
                  <a:pt x="2792486" y="145207"/>
                  <a:pt x="2791663" y="142006"/>
                </a:cubicBezTo>
                <a:cubicBezTo>
                  <a:pt x="2790749" y="138806"/>
                  <a:pt x="2790474" y="135606"/>
                  <a:pt x="2790840" y="132314"/>
                </a:cubicBezTo>
                <a:cubicBezTo>
                  <a:pt x="2791297" y="129022"/>
                  <a:pt x="2792303" y="126004"/>
                  <a:pt x="2793858" y="123078"/>
                </a:cubicBezTo>
                <a:cubicBezTo>
                  <a:pt x="2795504" y="120244"/>
                  <a:pt x="2797607" y="117775"/>
                  <a:pt x="2800167" y="115672"/>
                </a:cubicBezTo>
                <a:cubicBezTo>
                  <a:pt x="2802819" y="113660"/>
                  <a:pt x="2805654" y="112197"/>
                  <a:pt x="2808854" y="111282"/>
                </a:cubicBezTo>
                <a:cubicBezTo>
                  <a:pt x="2812054" y="110368"/>
                  <a:pt x="2815255" y="110185"/>
                  <a:pt x="2818547" y="110551"/>
                </a:cubicBezTo>
                <a:cubicBezTo>
                  <a:pt x="2821838" y="110917"/>
                  <a:pt x="2824947" y="111923"/>
                  <a:pt x="2827782" y="113568"/>
                </a:cubicBezTo>
              </a:path>
              <a:path w="3889492" h="1195852">
                <a:moveTo>
                  <a:pt x="2836560" y="118415"/>
                </a:moveTo>
                <a:lnTo>
                  <a:pt x="2840858" y="120792"/>
                </a:lnTo>
                <a:cubicBezTo>
                  <a:pt x="2843784" y="122438"/>
                  <a:pt x="2846253" y="124541"/>
                  <a:pt x="2848265" y="127102"/>
                </a:cubicBezTo>
                <a:cubicBezTo>
                  <a:pt x="2850276" y="129753"/>
                  <a:pt x="2851831" y="132588"/>
                  <a:pt x="2852654" y="135788"/>
                </a:cubicBezTo>
                <a:cubicBezTo>
                  <a:pt x="2853568" y="138989"/>
                  <a:pt x="2853842" y="142189"/>
                  <a:pt x="2853477" y="145481"/>
                </a:cubicBezTo>
                <a:cubicBezTo>
                  <a:pt x="2853019" y="148773"/>
                  <a:pt x="2852105" y="151882"/>
                  <a:pt x="2850459" y="154716"/>
                </a:cubicBezTo>
                <a:cubicBezTo>
                  <a:pt x="2848813" y="157643"/>
                  <a:pt x="2846710" y="160111"/>
                  <a:pt x="2844150" y="162123"/>
                </a:cubicBezTo>
                <a:cubicBezTo>
                  <a:pt x="2841498" y="164135"/>
                  <a:pt x="2838663" y="165598"/>
                  <a:pt x="2835463" y="166512"/>
                </a:cubicBezTo>
                <a:cubicBezTo>
                  <a:pt x="2832263" y="167427"/>
                  <a:pt x="2829062" y="167701"/>
                  <a:pt x="2825770" y="167335"/>
                </a:cubicBezTo>
                <a:cubicBezTo>
                  <a:pt x="2822478" y="166878"/>
                  <a:pt x="2819370" y="165872"/>
                  <a:pt x="2816535" y="164318"/>
                </a:cubicBezTo>
                <a:lnTo>
                  <a:pt x="2812146" y="161849"/>
                </a:lnTo>
                <a:cubicBezTo>
                  <a:pt x="2809311" y="160203"/>
                  <a:pt x="2806842" y="158100"/>
                  <a:pt x="2804739" y="155539"/>
                </a:cubicBezTo>
                <a:cubicBezTo>
                  <a:pt x="2802727" y="152979"/>
                  <a:pt x="2801264" y="150053"/>
                  <a:pt x="2800350" y="146853"/>
                </a:cubicBezTo>
                <a:cubicBezTo>
                  <a:pt x="2799436" y="143744"/>
                  <a:pt x="2799161" y="140452"/>
                  <a:pt x="2799527" y="137160"/>
                </a:cubicBezTo>
                <a:cubicBezTo>
                  <a:pt x="2799984" y="133960"/>
                  <a:pt x="2800990" y="130851"/>
                  <a:pt x="2802545" y="127925"/>
                </a:cubicBezTo>
                <a:cubicBezTo>
                  <a:pt x="2804190" y="125090"/>
                  <a:pt x="2806294" y="122621"/>
                  <a:pt x="2808854" y="120609"/>
                </a:cubicBezTo>
                <a:cubicBezTo>
                  <a:pt x="2811506" y="118506"/>
                  <a:pt x="2814340" y="117043"/>
                  <a:pt x="2817541" y="116129"/>
                </a:cubicBezTo>
                <a:cubicBezTo>
                  <a:pt x="2820741" y="115306"/>
                  <a:pt x="2823942" y="115032"/>
                  <a:pt x="2827233" y="115397"/>
                </a:cubicBezTo>
                <a:cubicBezTo>
                  <a:pt x="2830525" y="115763"/>
                  <a:pt x="2833634" y="116769"/>
                  <a:pt x="2836560" y="118415"/>
                </a:cubicBezTo>
              </a:path>
              <a:path w="3889492" h="1195852">
                <a:moveTo>
                  <a:pt x="2845247" y="123261"/>
                </a:moveTo>
                <a:lnTo>
                  <a:pt x="2849545" y="125730"/>
                </a:lnTo>
                <a:cubicBezTo>
                  <a:pt x="2852471" y="127284"/>
                  <a:pt x="2854940" y="129388"/>
                  <a:pt x="2856951" y="132039"/>
                </a:cubicBezTo>
                <a:cubicBezTo>
                  <a:pt x="2859054" y="134600"/>
                  <a:pt x="2860518" y="137526"/>
                  <a:pt x="2861432" y="140635"/>
                </a:cubicBezTo>
                <a:cubicBezTo>
                  <a:pt x="2862255" y="143835"/>
                  <a:pt x="2862529" y="147036"/>
                  <a:pt x="2862163" y="150327"/>
                </a:cubicBezTo>
                <a:cubicBezTo>
                  <a:pt x="2861798" y="153619"/>
                  <a:pt x="2860792" y="156728"/>
                  <a:pt x="2859146" y="159563"/>
                </a:cubicBezTo>
                <a:cubicBezTo>
                  <a:pt x="2857500" y="162489"/>
                  <a:pt x="2855397" y="164958"/>
                  <a:pt x="2852837" y="166969"/>
                </a:cubicBezTo>
                <a:cubicBezTo>
                  <a:pt x="2850276" y="169073"/>
                  <a:pt x="2847350" y="170536"/>
                  <a:pt x="2844150" y="171359"/>
                </a:cubicBezTo>
                <a:cubicBezTo>
                  <a:pt x="2840949" y="172273"/>
                  <a:pt x="2837749" y="172547"/>
                  <a:pt x="2834457" y="172182"/>
                </a:cubicBezTo>
                <a:cubicBezTo>
                  <a:pt x="2831165" y="171816"/>
                  <a:pt x="2828056" y="170810"/>
                  <a:pt x="2825222" y="169164"/>
                </a:cubicBezTo>
                <a:lnTo>
                  <a:pt x="2820833" y="166695"/>
                </a:lnTo>
                <a:cubicBezTo>
                  <a:pt x="2817998" y="165141"/>
                  <a:pt x="2815529" y="163038"/>
                  <a:pt x="2813426" y="160386"/>
                </a:cubicBezTo>
                <a:cubicBezTo>
                  <a:pt x="2811414" y="157825"/>
                  <a:pt x="2809951" y="154899"/>
                  <a:pt x="2809037" y="151790"/>
                </a:cubicBezTo>
                <a:cubicBezTo>
                  <a:pt x="2808122" y="148590"/>
                  <a:pt x="2807848" y="145390"/>
                  <a:pt x="2808305" y="142098"/>
                </a:cubicBezTo>
                <a:cubicBezTo>
                  <a:pt x="2808671" y="138806"/>
                  <a:pt x="2809677" y="135697"/>
                  <a:pt x="2811323" y="132862"/>
                </a:cubicBezTo>
                <a:cubicBezTo>
                  <a:pt x="2812877" y="129936"/>
                  <a:pt x="2814980" y="127467"/>
                  <a:pt x="2817632" y="125456"/>
                </a:cubicBezTo>
                <a:cubicBezTo>
                  <a:pt x="2820192" y="123353"/>
                  <a:pt x="2823119" y="121890"/>
                  <a:pt x="2826228" y="121067"/>
                </a:cubicBezTo>
                <a:cubicBezTo>
                  <a:pt x="2829428" y="120152"/>
                  <a:pt x="2832720" y="119878"/>
                  <a:pt x="2836012" y="120244"/>
                </a:cubicBezTo>
                <a:cubicBezTo>
                  <a:pt x="2839212" y="120609"/>
                  <a:pt x="2842321" y="121615"/>
                  <a:pt x="2845247" y="123261"/>
                </a:cubicBezTo>
              </a:path>
              <a:path w="3889492" h="1195852">
                <a:moveTo>
                  <a:pt x="2853934" y="128107"/>
                </a:moveTo>
                <a:lnTo>
                  <a:pt x="2858323" y="130576"/>
                </a:lnTo>
                <a:cubicBezTo>
                  <a:pt x="2861158" y="132222"/>
                  <a:pt x="2863626" y="134325"/>
                  <a:pt x="2865638" y="136886"/>
                </a:cubicBezTo>
                <a:cubicBezTo>
                  <a:pt x="2867741" y="139446"/>
                  <a:pt x="2869204" y="142372"/>
                  <a:pt x="2870119" y="145572"/>
                </a:cubicBezTo>
                <a:cubicBezTo>
                  <a:pt x="2871033" y="148681"/>
                  <a:pt x="2871216" y="151973"/>
                  <a:pt x="2870850" y="155265"/>
                </a:cubicBezTo>
                <a:cubicBezTo>
                  <a:pt x="2870484" y="158466"/>
                  <a:pt x="2869479" y="161574"/>
                  <a:pt x="2867833" y="164501"/>
                </a:cubicBezTo>
                <a:cubicBezTo>
                  <a:pt x="2866278" y="167335"/>
                  <a:pt x="2864084" y="169804"/>
                  <a:pt x="2861523" y="171816"/>
                </a:cubicBezTo>
                <a:cubicBezTo>
                  <a:pt x="2858963" y="173919"/>
                  <a:pt x="2856037" y="175382"/>
                  <a:pt x="2852837" y="176296"/>
                </a:cubicBezTo>
                <a:cubicBezTo>
                  <a:pt x="2849636" y="177211"/>
                  <a:pt x="2846436" y="177394"/>
                  <a:pt x="2843144" y="177028"/>
                </a:cubicBezTo>
                <a:cubicBezTo>
                  <a:pt x="2839852" y="176662"/>
                  <a:pt x="2836835" y="175656"/>
                  <a:pt x="2833908" y="174010"/>
                </a:cubicBezTo>
                <a:lnTo>
                  <a:pt x="2829519" y="171633"/>
                </a:lnTo>
                <a:cubicBezTo>
                  <a:pt x="2826685" y="169987"/>
                  <a:pt x="2824216" y="167884"/>
                  <a:pt x="2822204" y="165324"/>
                </a:cubicBezTo>
                <a:cubicBezTo>
                  <a:pt x="2820101" y="162672"/>
                  <a:pt x="2818638" y="159837"/>
                  <a:pt x="2817724" y="156637"/>
                </a:cubicBezTo>
                <a:cubicBezTo>
                  <a:pt x="2816809" y="153436"/>
                  <a:pt x="2816626" y="150236"/>
                  <a:pt x="2816992" y="146944"/>
                </a:cubicBezTo>
                <a:cubicBezTo>
                  <a:pt x="2817358" y="143652"/>
                  <a:pt x="2818364" y="140543"/>
                  <a:pt x="2820010" y="137709"/>
                </a:cubicBezTo>
                <a:cubicBezTo>
                  <a:pt x="2821564" y="134783"/>
                  <a:pt x="2823667" y="132314"/>
                  <a:pt x="2826319" y="130302"/>
                </a:cubicBezTo>
                <a:cubicBezTo>
                  <a:pt x="2828879" y="128290"/>
                  <a:pt x="2831805" y="126827"/>
                  <a:pt x="2835006" y="125913"/>
                </a:cubicBezTo>
                <a:cubicBezTo>
                  <a:pt x="2838115" y="124998"/>
                  <a:pt x="2841407" y="124724"/>
                  <a:pt x="2844698" y="125090"/>
                </a:cubicBezTo>
                <a:cubicBezTo>
                  <a:pt x="2847990" y="125547"/>
                  <a:pt x="2851008" y="126553"/>
                  <a:pt x="2853934" y="128107"/>
                </a:cubicBezTo>
              </a:path>
              <a:path w="3889492" h="1195852">
                <a:moveTo>
                  <a:pt x="2862621" y="133045"/>
                </a:moveTo>
                <a:lnTo>
                  <a:pt x="2867010" y="135423"/>
                </a:lnTo>
                <a:cubicBezTo>
                  <a:pt x="2869844" y="137069"/>
                  <a:pt x="2872313" y="139172"/>
                  <a:pt x="2874416" y="141732"/>
                </a:cubicBezTo>
                <a:cubicBezTo>
                  <a:pt x="2876428" y="144384"/>
                  <a:pt x="2877891" y="147218"/>
                  <a:pt x="2878806" y="150419"/>
                </a:cubicBezTo>
                <a:cubicBezTo>
                  <a:pt x="2879720" y="153619"/>
                  <a:pt x="2879994" y="156820"/>
                  <a:pt x="2879537" y="160111"/>
                </a:cubicBezTo>
                <a:cubicBezTo>
                  <a:pt x="2879171" y="163403"/>
                  <a:pt x="2878165" y="166421"/>
                  <a:pt x="2876520" y="169347"/>
                </a:cubicBezTo>
                <a:cubicBezTo>
                  <a:pt x="2874965" y="172182"/>
                  <a:pt x="2872862" y="174650"/>
                  <a:pt x="2870210" y="176754"/>
                </a:cubicBezTo>
                <a:cubicBezTo>
                  <a:pt x="2867650" y="178765"/>
                  <a:pt x="2864724" y="180228"/>
                  <a:pt x="2861523" y="181143"/>
                </a:cubicBezTo>
                <a:cubicBezTo>
                  <a:pt x="2858414" y="182057"/>
                  <a:pt x="2855123" y="182331"/>
                  <a:pt x="2851831" y="181874"/>
                </a:cubicBezTo>
                <a:cubicBezTo>
                  <a:pt x="2848539" y="181508"/>
                  <a:pt x="2845521" y="180503"/>
                  <a:pt x="2842595" y="178857"/>
                </a:cubicBezTo>
                <a:lnTo>
                  <a:pt x="2838298" y="176479"/>
                </a:lnTo>
                <a:cubicBezTo>
                  <a:pt x="2835372" y="174833"/>
                  <a:pt x="2832903" y="172730"/>
                  <a:pt x="2830891" y="170170"/>
                </a:cubicBezTo>
                <a:cubicBezTo>
                  <a:pt x="2828788" y="167518"/>
                  <a:pt x="2827325" y="164683"/>
                  <a:pt x="2826410" y="161483"/>
                </a:cubicBezTo>
                <a:cubicBezTo>
                  <a:pt x="2825587" y="158283"/>
                  <a:pt x="2825313" y="155082"/>
                  <a:pt x="2825679" y="151790"/>
                </a:cubicBezTo>
                <a:cubicBezTo>
                  <a:pt x="2826045" y="148499"/>
                  <a:pt x="2827050" y="145481"/>
                  <a:pt x="2828696" y="142555"/>
                </a:cubicBezTo>
                <a:cubicBezTo>
                  <a:pt x="2830342" y="139720"/>
                  <a:pt x="2832445" y="137251"/>
                  <a:pt x="2835006" y="135148"/>
                </a:cubicBezTo>
                <a:cubicBezTo>
                  <a:pt x="2837566" y="133137"/>
                  <a:pt x="2840492" y="131674"/>
                  <a:pt x="2843693" y="130759"/>
                </a:cubicBezTo>
                <a:cubicBezTo>
                  <a:pt x="2846893" y="129845"/>
                  <a:pt x="2850093" y="129570"/>
                  <a:pt x="2853385" y="130028"/>
                </a:cubicBezTo>
                <a:cubicBezTo>
                  <a:pt x="2856677" y="130393"/>
                  <a:pt x="2859786" y="131399"/>
                  <a:pt x="2862621" y="133045"/>
                </a:cubicBezTo>
              </a:path>
              <a:path w="3889492" h="1195852">
                <a:moveTo>
                  <a:pt x="2871307" y="137892"/>
                </a:moveTo>
                <a:lnTo>
                  <a:pt x="2875697" y="140269"/>
                </a:lnTo>
                <a:cubicBezTo>
                  <a:pt x="2878531" y="141915"/>
                  <a:pt x="2881000" y="144018"/>
                  <a:pt x="2883103" y="146578"/>
                </a:cubicBezTo>
                <a:cubicBezTo>
                  <a:pt x="2885115" y="149230"/>
                  <a:pt x="2886578" y="152065"/>
                  <a:pt x="2887492" y="155265"/>
                </a:cubicBezTo>
                <a:cubicBezTo>
                  <a:pt x="2888407" y="158466"/>
                  <a:pt x="2888681" y="161666"/>
                  <a:pt x="2888224" y="164958"/>
                </a:cubicBezTo>
                <a:cubicBezTo>
                  <a:pt x="2887858" y="168250"/>
                  <a:pt x="2886852" y="171359"/>
                  <a:pt x="2885298" y="174193"/>
                </a:cubicBezTo>
                <a:cubicBezTo>
                  <a:pt x="2883652" y="177119"/>
                  <a:pt x="2881549" y="179588"/>
                  <a:pt x="2878897" y="181600"/>
                </a:cubicBezTo>
                <a:cubicBezTo>
                  <a:pt x="2876337" y="183612"/>
                  <a:pt x="2873411" y="185075"/>
                  <a:pt x="2870302" y="185989"/>
                </a:cubicBezTo>
                <a:cubicBezTo>
                  <a:pt x="2867101" y="186903"/>
                  <a:pt x="2863809" y="187178"/>
                  <a:pt x="2860609" y="186812"/>
                </a:cubicBezTo>
                <a:cubicBezTo>
                  <a:pt x="2857317" y="186355"/>
                  <a:pt x="2854208" y="185349"/>
                  <a:pt x="2851282" y="183794"/>
                </a:cubicBezTo>
                <a:lnTo>
                  <a:pt x="2846984" y="181326"/>
                </a:lnTo>
                <a:cubicBezTo>
                  <a:pt x="2844058" y="179680"/>
                  <a:pt x="2841589" y="177576"/>
                  <a:pt x="2839578" y="175016"/>
                </a:cubicBezTo>
                <a:cubicBezTo>
                  <a:pt x="2837475" y="172456"/>
                  <a:pt x="2836012" y="169530"/>
                  <a:pt x="2835189" y="166329"/>
                </a:cubicBezTo>
                <a:cubicBezTo>
                  <a:pt x="2834274" y="163220"/>
                  <a:pt x="2834000" y="159929"/>
                  <a:pt x="2834366" y="156637"/>
                </a:cubicBezTo>
                <a:cubicBezTo>
                  <a:pt x="2834731" y="153436"/>
                  <a:pt x="2835737" y="150327"/>
                  <a:pt x="2837383" y="147401"/>
                </a:cubicBezTo>
                <a:cubicBezTo>
                  <a:pt x="2839029" y="144567"/>
                  <a:pt x="2841132" y="142098"/>
                  <a:pt x="2843693" y="140086"/>
                </a:cubicBezTo>
                <a:cubicBezTo>
                  <a:pt x="2846344" y="137983"/>
                  <a:pt x="2849179" y="136520"/>
                  <a:pt x="2852379" y="135606"/>
                </a:cubicBezTo>
                <a:cubicBezTo>
                  <a:pt x="2855580" y="134691"/>
                  <a:pt x="2858780" y="134508"/>
                  <a:pt x="2862072" y="134874"/>
                </a:cubicBezTo>
                <a:cubicBezTo>
                  <a:pt x="2865364" y="135240"/>
                  <a:pt x="2868473" y="136246"/>
                  <a:pt x="2871307" y="137892"/>
                </a:cubicBezTo>
              </a:path>
              <a:path w="3889492" h="1195852">
                <a:moveTo>
                  <a:pt x="2879994" y="142738"/>
                </a:moveTo>
                <a:lnTo>
                  <a:pt x="2884383" y="145207"/>
                </a:lnTo>
                <a:cubicBezTo>
                  <a:pt x="2887309" y="146761"/>
                  <a:pt x="2889778" y="148864"/>
                  <a:pt x="2891790" y="151516"/>
                </a:cubicBezTo>
                <a:cubicBezTo>
                  <a:pt x="2893802" y="154076"/>
                  <a:pt x="2895265" y="157002"/>
                  <a:pt x="2896179" y="160111"/>
                </a:cubicBezTo>
                <a:cubicBezTo>
                  <a:pt x="2897094" y="163312"/>
                  <a:pt x="2897368" y="166512"/>
                  <a:pt x="2897002" y="169804"/>
                </a:cubicBezTo>
                <a:cubicBezTo>
                  <a:pt x="2896545" y="173096"/>
                  <a:pt x="2895539" y="176205"/>
                  <a:pt x="2893985" y="179040"/>
                </a:cubicBezTo>
                <a:cubicBezTo>
                  <a:pt x="2892339" y="181966"/>
                  <a:pt x="2890236" y="184434"/>
                  <a:pt x="2887675" y="186446"/>
                </a:cubicBezTo>
                <a:cubicBezTo>
                  <a:pt x="2885023" y="188549"/>
                  <a:pt x="2882189" y="190012"/>
                  <a:pt x="2878988" y="190835"/>
                </a:cubicBezTo>
                <a:cubicBezTo>
                  <a:pt x="2875788" y="191750"/>
                  <a:pt x="2872588" y="192024"/>
                  <a:pt x="2869296" y="191658"/>
                </a:cubicBezTo>
                <a:cubicBezTo>
                  <a:pt x="2866004" y="191292"/>
                  <a:pt x="2862895" y="190287"/>
                  <a:pt x="2860060" y="188641"/>
                </a:cubicBezTo>
                <a:lnTo>
                  <a:pt x="2855671" y="186172"/>
                </a:lnTo>
                <a:cubicBezTo>
                  <a:pt x="2852745" y="184617"/>
                  <a:pt x="2850276" y="182514"/>
                  <a:pt x="2848265" y="179862"/>
                </a:cubicBezTo>
                <a:cubicBezTo>
                  <a:pt x="2846253" y="177302"/>
                  <a:pt x="2844790" y="174376"/>
                  <a:pt x="2843875" y="171267"/>
                </a:cubicBezTo>
                <a:cubicBezTo>
                  <a:pt x="2842961" y="168067"/>
                  <a:pt x="2842687" y="164866"/>
                  <a:pt x="2843052" y="161574"/>
                </a:cubicBezTo>
                <a:cubicBezTo>
                  <a:pt x="2843510" y="158283"/>
                  <a:pt x="2844516" y="155174"/>
                  <a:pt x="2846070" y="152339"/>
                </a:cubicBezTo>
                <a:cubicBezTo>
                  <a:pt x="2847716" y="149413"/>
                  <a:pt x="2849819" y="146944"/>
                  <a:pt x="2852379" y="144932"/>
                </a:cubicBezTo>
                <a:cubicBezTo>
                  <a:pt x="2855031" y="142829"/>
                  <a:pt x="2857866" y="141366"/>
                  <a:pt x="2861066" y="140543"/>
                </a:cubicBezTo>
                <a:cubicBezTo>
                  <a:pt x="2864267" y="139629"/>
                  <a:pt x="2867467" y="139355"/>
                  <a:pt x="2870759" y="139720"/>
                </a:cubicBezTo>
                <a:cubicBezTo>
                  <a:pt x="2874051" y="140086"/>
                  <a:pt x="2877160" y="141092"/>
                  <a:pt x="2879994" y="142738"/>
                </a:cubicBezTo>
              </a:path>
              <a:path w="3889492" h="1195852">
                <a:moveTo>
                  <a:pt x="2888772" y="147584"/>
                </a:moveTo>
                <a:lnTo>
                  <a:pt x="2893070" y="150053"/>
                </a:lnTo>
                <a:cubicBezTo>
                  <a:pt x="2895996" y="151699"/>
                  <a:pt x="2898465" y="153802"/>
                  <a:pt x="2900477" y="156362"/>
                </a:cubicBezTo>
                <a:cubicBezTo>
                  <a:pt x="2902580" y="158923"/>
                  <a:pt x="2904043" y="161849"/>
                  <a:pt x="2904866" y="165049"/>
                </a:cubicBezTo>
                <a:cubicBezTo>
                  <a:pt x="2905780" y="168158"/>
                  <a:pt x="2906055" y="171450"/>
                  <a:pt x="2905689" y="174742"/>
                </a:cubicBezTo>
                <a:cubicBezTo>
                  <a:pt x="2905323" y="177942"/>
                  <a:pt x="2904317" y="181051"/>
                  <a:pt x="2902671" y="183977"/>
                </a:cubicBezTo>
                <a:cubicBezTo>
                  <a:pt x="2901025" y="186812"/>
                  <a:pt x="2898922" y="189281"/>
                  <a:pt x="2896362" y="191292"/>
                </a:cubicBezTo>
                <a:cubicBezTo>
                  <a:pt x="2893710" y="193396"/>
                  <a:pt x="2890876" y="194859"/>
                  <a:pt x="2887675" y="195773"/>
                </a:cubicBezTo>
                <a:cubicBezTo>
                  <a:pt x="2884475" y="196596"/>
                  <a:pt x="2881274" y="196870"/>
                  <a:pt x="2877983" y="196505"/>
                </a:cubicBezTo>
                <a:cubicBezTo>
                  <a:pt x="2874691" y="196139"/>
                  <a:pt x="2871582" y="195133"/>
                  <a:pt x="2868747" y="193487"/>
                </a:cubicBezTo>
                <a:lnTo>
                  <a:pt x="2864358" y="191110"/>
                </a:lnTo>
                <a:cubicBezTo>
                  <a:pt x="2861523" y="189464"/>
                  <a:pt x="2859054" y="187361"/>
                  <a:pt x="2856951" y="184800"/>
                </a:cubicBezTo>
                <a:cubicBezTo>
                  <a:pt x="2854940" y="182148"/>
                  <a:pt x="2853477" y="179314"/>
                  <a:pt x="2852562" y="176113"/>
                </a:cubicBezTo>
                <a:cubicBezTo>
                  <a:pt x="2851648" y="172913"/>
                  <a:pt x="2851374" y="169713"/>
                  <a:pt x="2851831" y="166421"/>
                </a:cubicBezTo>
                <a:cubicBezTo>
                  <a:pt x="2852196" y="163129"/>
                  <a:pt x="2853202" y="160020"/>
                  <a:pt x="2854757" y="157185"/>
                </a:cubicBezTo>
                <a:cubicBezTo>
                  <a:pt x="2856403" y="154259"/>
                  <a:pt x="2858506" y="151790"/>
                  <a:pt x="2861158" y="149779"/>
                </a:cubicBezTo>
                <a:cubicBezTo>
                  <a:pt x="2863718" y="147767"/>
                  <a:pt x="2866644" y="146304"/>
                  <a:pt x="2869753" y="145390"/>
                </a:cubicBezTo>
                <a:cubicBezTo>
                  <a:pt x="2872953" y="144475"/>
                  <a:pt x="2876245" y="144201"/>
                  <a:pt x="2879446" y="144567"/>
                </a:cubicBezTo>
                <a:cubicBezTo>
                  <a:pt x="2882737" y="145024"/>
                  <a:pt x="2885846" y="146030"/>
                  <a:pt x="2888772" y="147584"/>
                </a:cubicBezTo>
              </a:path>
              <a:path w="3889492" h="1195852">
                <a:moveTo>
                  <a:pt x="2897459" y="152430"/>
                </a:moveTo>
                <a:lnTo>
                  <a:pt x="2901757" y="154899"/>
                </a:lnTo>
                <a:cubicBezTo>
                  <a:pt x="2904683" y="156545"/>
                  <a:pt x="2907152" y="158648"/>
                  <a:pt x="2909164" y="161209"/>
                </a:cubicBezTo>
                <a:cubicBezTo>
                  <a:pt x="2911267" y="163769"/>
                  <a:pt x="2912730" y="166695"/>
                  <a:pt x="2913644" y="169896"/>
                </a:cubicBezTo>
                <a:cubicBezTo>
                  <a:pt x="2914467" y="173096"/>
                  <a:pt x="2914741" y="176296"/>
                  <a:pt x="2914376" y="179588"/>
                </a:cubicBezTo>
                <a:cubicBezTo>
                  <a:pt x="2914010" y="182880"/>
                  <a:pt x="2913004" y="185898"/>
                  <a:pt x="2911358" y="188824"/>
                </a:cubicBezTo>
                <a:cubicBezTo>
                  <a:pt x="2909712" y="191658"/>
                  <a:pt x="2907609" y="194127"/>
                  <a:pt x="2905049" y="196230"/>
                </a:cubicBezTo>
                <a:cubicBezTo>
                  <a:pt x="2902488" y="198242"/>
                  <a:pt x="2899562" y="199705"/>
                  <a:pt x="2896362" y="200619"/>
                </a:cubicBezTo>
                <a:cubicBezTo>
                  <a:pt x="2893162" y="201534"/>
                  <a:pt x="2889961" y="201717"/>
                  <a:pt x="2886669" y="201351"/>
                </a:cubicBezTo>
                <a:cubicBezTo>
                  <a:pt x="2883378" y="200985"/>
                  <a:pt x="2880269" y="199979"/>
                  <a:pt x="2877434" y="198333"/>
                </a:cubicBezTo>
                <a:lnTo>
                  <a:pt x="2873045" y="195956"/>
                </a:lnTo>
                <a:cubicBezTo>
                  <a:pt x="2870210" y="194310"/>
                  <a:pt x="2867741" y="192207"/>
                  <a:pt x="2865638" y="189647"/>
                </a:cubicBezTo>
                <a:cubicBezTo>
                  <a:pt x="2863626" y="186995"/>
                  <a:pt x="2862163" y="184160"/>
                  <a:pt x="2861249" y="180960"/>
                </a:cubicBezTo>
                <a:cubicBezTo>
                  <a:pt x="2860335" y="177759"/>
                  <a:pt x="2860060" y="174559"/>
                  <a:pt x="2860518" y="171267"/>
                </a:cubicBezTo>
                <a:cubicBezTo>
                  <a:pt x="2860883" y="167975"/>
                  <a:pt x="2861889" y="164958"/>
                  <a:pt x="2863535" y="162032"/>
                </a:cubicBezTo>
                <a:cubicBezTo>
                  <a:pt x="2865090" y="159197"/>
                  <a:pt x="2867193" y="156728"/>
                  <a:pt x="2869844" y="154625"/>
                </a:cubicBezTo>
                <a:cubicBezTo>
                  <a:pt x="2872405" y="152613"/>
                  <a:pt x="2875331" y="151150"/>
                  <a:pt x="2878531" y="150236"/>
                </a:cubicBezTo>
                <a:cubicBezTo>
                  <a:pt x="2881640" y="149322"/>
                  <a:pt x="2884932" y="149047"/>
                  <a:pt x="2888224" y="149504"/>
                </a:cubicBezTo>
                <a:cubicBezTo>
                  <a:pt x="2891516" y="149870"/>
                  <a:pt x="2894533" y="150876"/>
                  <a:pt x="2897459" y="152430"/>
                </a:cubicBezTo>
              </a:path>
              <a:path w="3889492" h="1195852">
                <a:moveTo>
                  <a:pt x="2906146" y="157368"/>
                </a:moveTo>
                <a:lnTo>
                  <a:pt x="2910535" y="159746"/>
                </a:lnTo>
                <a:cubicBezTo>
                  <a:pt x="2913370" y="161392"/>
                  <a:pt x="2915839" y="163495"/>
                  <a:pt x="2917850" y="166055"/>
                </a:cubicBezTo>
                <a:cubicBezTo>
                  <a:pt x="2919954" y="168707"/>
                  <a:pt x="2921417" y="171541"/>
                  <a:pt x="2922331" y="174742"/>
                </a:cubicBezTo>
                <a:cubicBezTo>
                  <a:pt x="2923245" y="177942"/>
                  <a:pt x="2923428" y="181143"/>
                  <a:pt x="2923062" y="184434"/>
                </a:cubicBezTo>
                <a:cubicBezTo>
                  <a:pt x="2922697" y="187726"/>
                  <a:pt x="2921691" y="190835"/>
                  <a:pt x="2920045" y="193670"/>
                </a:cubicBezTo>
                <a:cubicBezTo>
                  <a:pt x="2918490" y="196596"/>
                  <a:pt x="2916387" y="199065"/>
                  <a:pt x="2913736" y="201077"/>
                </a:cubicBezTo>
                <a:cubicBezTo>
                  <a:pt x="2911175" y="203088"/>
                  <a:pt x="2908249" y="204551"/>
                  <a:pt x="2905049" y="205466"/>
                </a:cubicBezTo>
                <a:cubicBezTo>
                  <a:pt x="2901940" y="206380"/>
                  <a:pt x="2898648" y="206654"/>
                  <a:pt x="2895356" y="206197"/>
                </a:cubicBezTo>
                <a:cubicBezTo>
                  <a:pt x="2892064" y="205831"/>
                  <a:pt x="2889047" y="204826"/>
                  <a:pt x="2886121" y="203271"/>
                </a:cubicBezTo>
                <a:lnTo>
                  <a:pt x="2881732" y="200802"/>
                </a:lnTo>
                <a:cubicBezTo>
                  <a:pt x="2878897" y="199156"/>
                  <a:pt x="2876428" y="197053"/>
                  <a:pt x="2874416" y="194493"/>
                </a:cubicBezTo>
                <a:cubicBezTo>
                  <a:pt x="2872313" y="191933"/>
                  <a:pt x="2870850" y="189006"/>
                  <a:pt x="2869936" y="185806"/>
                </a:cubicBezTo>
                <a:cubicBezTo>
                  <a:pt x="2869021" y="182697"/>
                  <a:pt x="2868839" y="179405"/>
                  <a:pt x="2869204" y="176113"/>
                </a:cubicBezTo>
                <a:cubicBezTo>
                  <a:pt x="2869570" y="172822"/>
                  <a:pt x="2870576" y="169804"/>
                  <a:pt x="2872222" y="166878"/>
                </a:cubicBezTo>
                <a:cubicBezTo>
                  <a:pt x="2873776" y="164043"/>
                  <a:pt x="2875879" y="161574"/>
                  <a:pt x="2878531" y="159471"/>
                </a:cubicBezTo>
                <a:cubicBezTo>
                  <a:pt x="2881092" y="157460"/>
                  <a:pt x="2884018" y="155997"/>
                  <a:pt x="2887218" y="155082"/>
                </a:cubicBezTo>
                <a:cubicBezTo>
                  <a:pt x="2890327" y="154168"/>
                  <a:pt x="2893619" y="153985"/>
                  <a:pt x="2896911" y="154351"/>
                </a:cubicBezTo>
                <a:cubicBezTo>
                  <a:pt x="2900202" y="154716"/>
                  <a:pt x="2903220" y="155722"/>
                  <a:pt x="2906146" y="157368"/>
                </a:cubicBezTo>
              </a:path>
              <a:path w="3889492" h="1195852">
                <a:moveTo>
                  <a:pt x="2914833" y="162215"/>
                </a:moveTo>
                <a:lnTo>
                  <a:pt x="2919222" y="164683"/>
                </a:lnTo>
                <a:cubicBezTo>
                  <a:pt x="2922057" y="166238"/>
                  <a:pt x="2924526" y="168341"/>
                  <a:pt x="2926629" y="170993"/>
                </a:cubicBezTo>
                <a:cubicBezTo>
                  <a:pt x="2928640" y="173553"/>
                  <a:pt x="2930103" y="176479"/>
                  <a:pt x="2931018" y="179588"/>
                </a:cubicBezTo>
                <a:cubicBezTo>
                  <a:pt x="2931932" y="182789"/>
                  <a:pt x="2932206" y="185989"/>
                  <a:pt x="2931749" y="189281"/>
                </a:cubicBezTo>
                <a:cubicBezTo>
                  <a:pt x="2931384" y="192573"/>
                  <a:pt x="2930378" y="195682"/>
                  <a:pt x="2928732" y="198516"/>
                </a:cubicBezTo>
                <a:cubicBezTo>
                  <a:pt x="2927177" y="201442"/>
                  <a:pt x="2925074" y="203911"/>
                  <a:pt x="2922422" y="205923"/>
                </a:cubicBezTo>
                <a:cubicBezTo>
                  <a:pt x="2919862" y="207935"/>
                  <a:pt x="2916936" y="209489"/>
                  <a:pt x="2913827" y="210312"/>
                </a:cubicBezTo>
                <a:cubicBezTo>
                  <a:pt x="2910627" y="211226"/>
                  <a:pt x="2907335" y="211501"/>
                  <a:pt x="2904043" y="211135"/>
                </a:cubicBezTo>
                <a:cubicBezTo>
                  <a:pt x="2900843" y="210678"/>
                  <a:pt x="2897734" y="209763"/>
                  <a:pt x="2894808" y="208117"/>
                </a:cubicBezTo>
                <a:lnTo>
                  <a:pt x="2890510" y="205649"/>
                </a:lnTo>
                <a:cubicBezTo>
                  <a:pt x="2887584" y="204094"/>
                  <a:pt x="2885115" y="201991"/>
                  <a:pt x="2883103" y="199339"/>
                </a:cubicBezTo>
                <a:cubicBezTo>
                  <a:pt x="2881000" y="196779"/>
                  <a:pt x="2879537" y="193853"/>
                  <a:pt x="2878623" y="190744"/>
                </a:cubicBezTo>
                <a:cubicBezTo>
                  <a:pt x="2877800" y="187543"/>
                  <a:pt x="2877525" y="184252"/>
                  <a:pt x="2877891" y="181051"/>
                </a:cubicBezTo>
                <a:cubicBezTo>
                  <a:pt x="2878257" y="177759"/>
                  <a:pt x="2879263" y="174650"/>
                  <a:pt x="2880909" y="171816"/>
                </a:cubicBezTo>
                <a:cubicBezTo>
                  <a:pt x="2882555" y="168890"/>
                  <a:pt x="2884658" y="166421"/>
                  <a:pt x="2887218" y="164409"/>
                </a:cubicBezTo>
                <a:cubicBezTo>
                  <a:pt x="2889778" y="162306"/>
                  <a:pt x="2892704" y="160843"/>
                  <a:pt x="2895905" y="159929"/>
                </a:cubicBezTo>
                <a:cubicBezTo>
                  <a:pt x="2899105" y="159106"/>
                  <a:pt x="2902306" y="158831"/>
                  <a:pt x="2905597" y="159197"/>
                </a:cubicBezTo>
                <a:cubicBezTo>
                  <a:pt x="2908889" y="159563"/>
                  <a:pt x="2911998" y="160569"/>
                  <a:pt x="2914833" y="162215"/>
                </a:cubicBezTo>
              </a:path>
              <a:path w="3889492" h="1195852">
                <a:moveTo>
                  <a:pt x="2923520" y="167061"/>
                </a:moveTo>
                <a:lnTo>
                  <a:pt x="2927909" y="169530"/>
                </a:lnTo>
                <a:cubicBezTo>
                  <a:pt x="2930743" y="171084"/>
                  <a:pt x="2933212" y="173187"/>
                  <a:pt x="2935315" y="175839"/>
                </a:cubicBezTo>
                <a:cubicBezTo>
                  <a:pt x="2937327" y="178399"/>
                  <a:pt x="2938790" y="181326"/>
                  <a:pt x="2939705" y="184526"/>
                </a:cubicBezTo>
                <a:cubicBezTo>
                  <a:pt x="2940619" y="187635"/>
                  <a:pt x="2940893" y="190927"/>
                  <a:pt x="2940436" y="194127"/>
                </a:cubicBezTo>
                <a:cubicBezTo>
                  <a:pt x="2940070" y="197419"/>
                  <a:pt x="2939064" y="200528"/>
                  <a:pt x="2937510" y="203454"/>
                </a:cubicBezTo>
                <a:cubicBezTo>
                  <a:pt x="2935864" y="206289"/>
                  <a:pt x="2933761" y="208758"/>
                  <a:pt x="2931201" y="210769"/>
                </a:cubicBezTo>
                <a:cubicBezTo>
                  <a:pt x="2928549" y="212872"/>
                  <a:pt x="2925623" y="214335"/>
                  <a:pt x="2922514" y="215250"/>
                </a:cubicBezTo>
                <a:cubicBezTo>
                  <a:pt x="2919313" y="216073"/>
                  <a:pt x="2916113" y="216347"/>
                  <a:pt x="2912821" y="215981"/>
                </a:cubicBezTo>
                <a:cubicBezTo>
                  <a:pt x="2909529" y="215616"/>
                  <a:pt x="2906420" y="214610"/>
                  <a:pt x="2903494" y="212964"/>
                </a:cubicBezTo>
                <a:lnTo>
                  <a:pt x="2899197" y="210495"/>
                </a:lnTo>
                <a:cubicBezTo>
                  <a:pt x="2896271" y="208940"/>
                  <a:pt x="2893802" y="206837"/>
                  <a:pt x="2891790" y="204186"/>
                </a:cubicBezTo>
                <a:cubicBezTo>
                  <a:pt x="2889778" y="201625"/>
                  <a:pt x="2888224" y="198791"/>
                  <a:pt x="2887401" y="195590"/>
                </a:cubicBezTo>
                <a:cubicBezTo>
                  <a:pt x="2886486" y="192390"/>
                  <a:pt x="2886212" y="189189"/>
                  <a:pt x="2886578" y="185898"/>
                </a:cubicBezTo>
                <a:cubicBezTo>
                  <a:pt x="2887035" y="182606"/>
                  <a:pt x="2887950" y="179497"/>
                  <a:pt x="2889595" y="176662"/>
                </a:cubicBezTo>
                <a:cubicBezTo>
                  <a:pt x="2891241" y="173736"/>
                  <a:pt x="2893344" y="171267"/>
                  <a:pt x="2895905" y="169255"/>
                </a:cubicBezTo>
                <a:cubicBezTo>
                  <a:pt x="2898557" y="167244"/>
                  <a:pt x="2901391" y="165689"/>
                  <a:pt x="2904592" y="164866"/>
                </a:cubicBezTo>
                <a:cubicBezTo>
                  <a:pt x="2907792" y="163952"/>
                  <a:pt x="2910992" y="163678"/>
                  <a:pt x="2914284" y="164043"/>
                </a:cubicBezTo>
                <a:cubicBezTo>
                  <a:pt x="2917576" y="164501"/>
                  <a:pt x="2920685" y="165506"/>
                  <a:pt x="2923520" y="167061"/>
                </a:cubicBezTo>
              </a:path>
              <a:path w="3889492" h="1195852">
                <a:moveTo>
                  <a:pt x="2932298" y="171907"/>
                </a:moveTo>
                <a:lnTo>
                  <a:pt x="2936596" y="174376"/>
                </a:lnTo>
                <a:cubicBezTo>
                  <a:pt x="2939522" y="176022"/>
                  <a:pt x="2941991" y="178125"/>
                  <a:pt x="2944002" y="180685"/>
                </a:cubicBezTo>
                <a:cubicBezTo>
                  <a:pt x="2946014" y="183246"/>
                  <a:pt x="2947477" y="186172"/>
                  <a:pt x="2948391" y="189372"/>
                </a:cubicBezTo>
                <a:cubicBezTo>
                  <a:pt x="2949306" y="192573"/>
                  <a:pt x="2949580" y="195773"/>
                  <a:pt x="2949214" y="199065"/>
                </a:cubicBezTo>
                <a:cubicBezTo>
                  <a:pt x="2948757" y="202357"/>
                  <a:pt x="2947751" y="205374"/>
                  <a:pt x="2946197" y="208300"/>
                </a:cubicBezTo>
                <a:cubicBezTo>
                  <a:pt x="2944551" y="211135"/>
                  <a:pt x="2942448" y="213604"/>
                  <a:pt x="2939887" y="215707"/>
                </a:cubicBezTo>
                <a:cubicBezTo>
                  <a:pt x="2937236" y="217719"/>
                  <a:pt x="2934401" y="219182"/>
                  <a:pt x="2931201" y="220096"/>
                </a:cubicBezTo>
                <a:cubicBezTo>
                  <a:pt x="2928000" y="221010"/>
                  <a:pt x="2924800" y="221193"/>
                  <a:pt x="2921508" y="220828"/>
                </a:cubicBezTo>
                <a:cubicBezTo>
                  <a:pt x="2918216" y="220462"/>
                  <a:pt x="2915107" y="219456"/>
                  <a:pt x="2912273" y="217810"/>
                </a:cubicBezTo>
                <a:lnTo>
                  <a:pt x="2907883" y="215433"/>
                </a:lnTo>
                <a:cubicBezTo>
                  <a:pt x="2904957" y="213787"/>
                  <a:pt x="2902488" y="211684"/>
                  <a:pt x="2900477" y="209123"/>
                </a:cubicBezTo>
                <a:cubicBezTo>
                  <a:pt x="2898465" y="206472"/>
                  <a:pt x="2897002" y="203637"/>
                  <a:pt x="2896088" y="200436"/>
                </a:cubicBezTo>
                <a:cubicBezTo>
                  <a:pt x="2895173" y="197236"/>
                  <a:pt x="2894899" y="194036"/>
                  <a:pt x="2895265" y="190744"/>
                </a:cubicBezTo>
                <a:cubicBezTo>
                  <a:pt x="2895722" y="187452"/>
                  <a:pt x="2896728" y="184434"/>
                  <a:pt x="2898282" y="181508"/>
                </a:cubicBezTo>
                <a:cubicBezTo>
                  <a:pt x="2899928" y="178582"/>
                  <a:pt x="2902031" y="176205"/>
                  <a:pt x="2904592" y="174102"/>
                </a:cubicBezTo>
                <a:cubicBezTo>
                  <a:pt x="2907243" y="172090"/>
                  <a:pt x="2910078" y="170627"/>
                  <a:pt x="2913278" y="169713"/>
                </a:cubicBezTo>
                <a:cubicBezTo>
                  <a:pt x="2916479" y="168798"/>
                  <a:pt x="2919679" y="168524"/>
                  <a:pt x="2922971" y="168981"/>
                </a:cubicBezTo>
                <a:cubicBezTo>
                  <a:pt x="2926263" y="169347"/>
                  <a:pt x="2929372" y="170353"/>
                  <a:pt x="2932298" y="171907"/>
                </a:cubicBezTo>
              </a:path>
              <a:path w="3889492" h="1195852">
                <a:moveTo>
                  <a:pt x="2940985" y="176845"/>
                </a:moveTo>
                <a:lnTo>
                  <a:pt x="2945282" y="179222"/>
                </a:lnTo>
                <a:cubicBezTo>
                  <a:pt x="2948208" y="180868"/>
                  <a:pt x="2950677" y="182971"/>
                  <a:pt x="2952689" y="185532"/>
                </a:cubicBezTo>
                <a:cubicBezTo>
                  <a:pt x="2954792" y="188184"/>
                  <a:pt x="2956255" y="191018"/>
                  <a:pt x="2957078" y="194219"/>
                </a:cubicBezTo>
                <a:cubicBezTo>
                  <a:pt x="2957993" y="197419"/>
                  <a:pt x="2958267" y="200619"/>
                  <a:pt x="2957901" y="203911"/>
                </a:cubicBezTo>
                <a:cubicBezTo>
                  <a:pt x="2957535" y="207203"/>
                  <a:pt x="2956530" y="210221"/>
                  <a:pt x="2954884" y="213147"/>
                </a:cubicBezTo>
                <a:cubicBezTo>
                  <a:pt x="2953238" y="216073"/>
                  <a:pt x="2951135" y="218450"/>
                  <a:pt x="2948574" y="220553"/>
                </a:cubicBezTo>
                <a:cubicBezTo>
                  <a:pt x="2945922" y="222565"/>
                  <a:pt x="2943088" y="224028"/>
                  <a:pt x="2939887" y="224942"/>
                </a:cubicBezTo>
                <a:cubicBezTo>
                  <a:pt x="2936687" y="225857"/>
                  <a:pt x="2933487" y="226131"/>
                  <a:pt x="2930195" y="225674"/>
                </a:cubicBezTo>
                <a:cubicBezTo>
                  <a:pt x="2926903" y="225308"/>
                  <a:pt x="2923794" y="224302"/>
                  <a:pt x="2920959" y="222748"/>
                </a:cubicBezTo>
                <a:lnTo>
                  <a:pt x="2916570" y="220279"/>
                </a:lnTo>
                <a:cubicBezTo>
                  <a:pt x="2913736" y="218633"/>
                  <a:pt x="2911267" y="216530"/>
                  <a:pt x="2909164" y="213970"/>
                </a:cubicBezTo>
                <a:cubicBezTo>
                  <a:pt x="2907152" y="211409"/>
                  <a:pt x="2905689" y="208483"/>
                  <a:pt x="2904774" y="205283"/>
                </a:cubicBezTo>
                <a:cubicBezTo>
                  <a:pt x="2903860" y="202082"/>
                  <a:pt x="2903586" y="198882"/>
                  <a:pt x="2904043" y="195590"/>
                </a:cubicBezTo>
                <a:cubicBezTo>
                  <a:pt x="2904409" y="192298"/>
                  <a:pt x="2905415" y="189281"/>
                  <a:pt x="2906969" y="186355"/>
                </a:cubicBezTo>
                <a:cubicBezTo>
                  <a:pt x="2908615" y="183520"/>
                  <a:pt x="2910718" y="181051"/>
                  <a:pt x="2913370" y="178948"/>
                </a:cubicBezTo>
                <a:cubicBezTo>
                  <a:pt x="2915930" y="176936"/>
                  <a:pt x="2918856" y="175473"/>
                  <a:pt x="2921965" y="174559"/>
                </a:cubicBezTo>
                <a:cubicBezTo>
                  <a:pt x="2925166" y="173645"/>
                  <a:pt x="2928457" y="173462"/>
                  <a:pt x="2931658" y="173827"/>
                </a:cubicBezTo>
                <a:cubicBezTo>
                  <a:pt x="2934950" y="174193"/>
                  <a:pt x="2938059" y="175199"/>
                  <a:pt x="2940985" y="176845"/>
                </a:cubicBezTo>
              </a:path>
              <a:path w="3889492" h="1195852">
                <a:moveTo>
                  <a:pt x="2949672" y="181691"/>
                </a:moveTo>
                <a:lnTo>
                  <a:pt x="2953969" y="184160"/>
                </a:lnTo>
                <a:cubicBezTo>
                  <a:pt x="2956895" y="185715"/>
                  <a:pt x="2959364" y="187818"/>
                  <a:pt x="2961376" y="190470"/>
                </a:cubicBezTo>
                <a:cubicBezTo>
                  <a:pt x="2963479" y="193030"/>
                  <a:pt x="2964942" y="195864"/>
                  <a:pt x="2965856" y="199065"/>
                </a:cubicBezTo>
                <a:cubicBezTo>
                  <a:pt x="2966679" y="202265"/>
                  <a:pt x="2966954" y="205466"/>
                  <a:pt x="2966588" y="208758"/>
                </a:cubicBezTo>
                <a:cubicBezTo>
                  <a:pt x="2966222" y="212049"/>
                  <a:pt x="2965216" y="215158"/>
                  <a:pt x="2963570" y="217993"/>
                </a:cubicBezTo>
                <a:cubicBezTo>
                  <a:pt x="2961924" y="220919"/>
                  <a:pt x="2959821" y="223388"/>
                  <a:pt x="2957261" y="225400"/>
                </a:cubicBezTo>
                <a:cubicBezTo>
                  <a:pt x="2954701" y="227411"/>
                  <a:pt x="2951775" y="228966"/>
                  <a:pt x="2948574" y="229789"/>
                </a:cubicBezTo>
                <a:cubicBezTo>
                  <a:pt x="2945374" y="230703"/>
                  <a:pt x="2942173" y="230977"/>
                  <a:pt x="2938882" y="230612"/>
                </a:cubicBezTo>
                <a:cubicBezTo>
                  <a:pt x="2935590" y="230154"/>
                  <a:pt x="2932481" y="229149"/>
                  <a:pt x="2929646" y="227594"/>
                </a:cubicBezTo>
                <a:lnTo>
                  <a:pt x="2925257" y="225125"/>
                </a:lnTo>
                <a:cubicBezTo>
                  <a:pt x="2922422" y="223571"/>
                  <a:pt x="2919954" y="221468"/>
                  <a:pt x="2917850" y="218816"/>
                </a:cubicBezTo>
                <a:cubicBezTo>
                  <a:pt x="2915839" y="216256"/>
                  <a:pt x="2914376" y="213330"/>
                  <a:pt x="2913461" y="210129"/>
                </a:cubicBezTo>
                <a:cubicBezTo>
                  <a:pt x="2912547" y="207020"/>
                  <a:pt x="2912364" y="203728"/>
                  <a:pt x="2912730" y="200528"/>
                </a:cubicBezTo>
                <a:cubicBezTo>
                  <a:pt x="2913096" y="197236"/>
                  <a:pt x="2914101" y="194127"/>
                  <a:pt x="2915747" y="191201"/>
                </a:cubicBezTo>
                <a:cubicBezTo>
                  <a:pt x="2917302" y="188366"/>
                  <a:pt x="2919405" y="185898"/>
                  <a:pt x="2922057" y="183886"/>
                </a:cubicBezTo>
                <a:cubicBezTo>
                  <a:pt x="2924617" y="181783"/>
                  <a:pt x="2927543" y="180320"/>
                  <a:pt x="2930743" y="179405"/>
                </a:cubicBezTo>
                <a:cubicBezTo>
                  <a:pt x="2933852" y="178582"/>
                  <a:pt x="2937144" y="178308"/>
                  <a:pt x="2940436" y="178674"/>
                </a:cubicBezTo>
                <a:cubicBezTo>
                  <a:pt x="2943728" y="179040"/>
                  <a:pt x="2946745" y="180045"/>
                  <a:pt x="2949672" y="181691"/>
                </a:cubicBezTo>
              </a:path>
              <a:path w="3889492" h="1195852">
                <a:moveTo>
                  <a:pt x="2958358" y="186538"/>
                </a:moveTo>
                <a:lnTo>
                  <a:pt x="2962747" y="189006"/>
                </a:lnTo>
                <a:cubicBezTo>
                  <a:pt x="2965582" y="190561"/>
                  <a:pt x="2968051" y="192664"/>
                  <a:pt x="2970154" y="195316"/>
                </a:cubicBezTo>
                <a:cubicBezTo>
                  <a:pt x="2972166" y="197876"/>
                  <a:pt x="2973629" y="200802"/>
                  <a:pt x="2974543" y="203911"/>
                </a:cubicBezTo>
                <a:cubicBezTo>
                  <a:pt x="2975458" y="207112"/>
                  <a:pt x="2975640" y="210403"/>
                  <a:pt x="2975275" y="213604"/>
                </a:cubicBezTo>
                <a:cubicBezTo>
                  <a:pt x="2974909" y="216896"/>
                  <a:pt x="2973903" y="220005"/>
                  <a:pt x="2972257" y="222839"/>
                </a:cubicBezTo>
                <a:cubicBezTo>
                  <a:pt x="2970703" y="225765"/>
                  <a:pt x="2968600" y="228234"/>
                  <a:pt x="2965948" y="230246"/>
                </a:cubicBezTo>
                <a:cubicBezTo>
                  <a:pt x="2963388" y="232349"/>
                  <a:pt x="2960461" y="233812"/>
                  <a:pt x="2957261" y="234726"/>
                </a:cubicBezTo>
                <a:cubicBezTo>
                  <a:pt x="2954152" y="235549"/>
                  <a:pt x="2950860" y="235824"/>
                  <a:pt x="2947568" y="235458"/>
                </a:cubicBezTo>
                <a:cubicBezTo>
                  <a:pt x="2944277" y="235092"/>
                  <a:pt x="2941259" y="234086"/>
                  <a:pt x="2938333" y="232440"/>
                </a:cubicBezTo>
                <a:lnTo>
                  <a:pt x="2934035" y="229972"/>
                </a:lnTo>
                <a:cubicBezTo>
                  <a:pt x="2931109" y="228417"/>
                  <a:pt x="2928640" y="226314"/>
                  <a:pt x="2926629" y="223662"/>
                </a:cubicBezTo>
                <a:cubicBezTo>
                  <a:pt x="2924526" y="221102"/>
                  <a:pt x="2923062" y="218176"/>
                  <a:pt x="2922148" y="215067"/>
                </a:cubicBezTo>
                <a:cubicBezTo>
                  <a:pt x="2921234" y="211866"/>
                  <a:pt x="2921051" y="208666"/>
                  <a:pt x="2921417" y="205374"/>
                </a:cubicBezTo>
                <a:cubicBezTo>
                  <a:pt x="2921782" y="202082"/>
                  <a:pt x="2922788" y="198973"/>
                  <a:pt x="2924434" y="196139"/>
                </a:cubicBezTo>
                <a:cubicBezTo>
                  <a:pt x="2926080" y="193213"/>
                  <a:pt x="2928183" y="190744"/>
                  <a:pt x="2930743" y="188732"/>
                </a:cubicBezTo>
                <a:cubicBezTo>
                  <a:pt x="2933304" y="186720"/>
                  <a:pt x="2936230" y="185166"/>
                  <a:pt x="2939430" y="184343"/>
                </a:cubicBezTo>
                <a:cubicBezTo>
                  <a:pt x="2942631" y="183429"/>
                  <a:pt x="2945831" y="183154"/>
                  <a:pt x="2949123" y="183520"/>
                </a:cubicBezTo>
                <a:cubicBezTo>
                  <a:pt x="2952415" y="183977"/>
                  <a:pt x="2955432" y="184892"/>
                  <a:pt x="2958358" y="186538"/>
                </a:cubicBezTo>
              </a:path>
              <a:path w="3889492" h="1195852">
                <a:moveTo>
                  <a:pt x="2967045" y="191384"/>
                </a:moveTo>
                <a:lnTo>
                  <a:pt x="2971434" y="193853"/>
                </a:lnTo>
                <a:cubicBezTo>
                  <a:pt x="2974269" y="195499"/>
                  <a:pt x="2976738" y="197602"/>
                  <a:pt x="2978841" y="200162"/>
                </a:cubicBezTo>
                <a:cubicBezTo>
                  <a:pt x="2980853" y="202722"/>
                  <a:pt x="2982316" y="205649"/>
                  <a:pt x="2983230" y="208849"/>
                </a:cubicBezTo>
                <a:cubicBezTo>
                  <a:pt x="2984144" y="211958"/>
                  <a:pt x="2984419" y="215250"/>
                  <a:pt x="2983962" y="218542"/>
                </a:cubicBezTo>
                <a:cubicBezTo>
                  <a:pt x="2983596" y="221833"/>
                  <a:pt x="2982590" y="224851"/>
                  <a:pt x="2980944" y="227777"/>
                </a:cubicBezTo>
                <a:cubicBezTo>
                  <a:pt x="2979390" y="230612"/>
                  <a:pt x="2977286" y="233081"/>
                  <a:pt x="2974635" y="235184"/>
                </a:cubicBezTo>
                <a:cubicBezTo>
                  <a:pt x="2972074" y="237195"/>
                  <a:pt x="2969148" y="238658"/>
                  <a:pt x="2966039" y="239573"/>
                </a:cubicBezTo>
                <a:cubicBezTo>
                  <a:pt x="2962839" y="240487"/>
                  <a:pt x="2959547" y="240670"/>
                  <a:pt x="2956255" y="240304"/>
                </a:cubicBezTo>
                <a:cubicBezTo>
                  <a:pt x="2953055" y="239939"/>
                  <a:pt x="2949946" y="238933"/>
                  <a:pt x="2947020" y="237287"/>
                </a:cubicBezTo>
                <a:lnTo>
                  <a:pt x="2942722" y="234909"/>
                </a:lnTo>
                <a:cubicBezTo>
                  <a:pt x="2939796" y="233263"/>
                  <a:pt x="2937327" y="231160"/>
                  <a:pt x="2935315" y="228600"/>
                </a:cubicBezTo>
                <a:cubicBezTo>
                  <a:pt x="2933212" y="225948"/>
                  <a:pt x="2931749" y="223114"/>
                  <a:pt x="2930835" y="219913"/>
                </a:cubicBezTo>
                <a:cubicBezTo>
                  <a:pt x="2930012" y="216713"/>
                  <a:pt x="2929738" y="213512"/>
                  <a:pt x="2930103" y="210221"/>
                </a:cubicBezTo>
                <a:cubicBezTo>
                  <a:pt x="2930469" y="206929"/>
                  <a:pt x="2931475" y="203820"/>
                  <a:pt x="2933121" y="200985"/>
                </a:cubicBezTo>
                <a:cubicBezTo>
                  <a:pt x="2934767" y="198059"/>
                  <a:pt x="2936870" y="195590"/>
                  <a:pt x="2939430" y="193578"/>
                </a:cubicBezTo>
                <a:cubicBezTo>
                  <a:pt x="2942082" y="191567"/>
                  <a:pt x="2944917" y="190104"/>
                  <a:pt x="2948117" y="189189"/>
                </a:cubicBezTo>
                <a:cubicBezTo>
                  <a:pt x="2951317" y="188275"/>
                  <a:pt x="2954518" y="188001"/>
                  <a:pt x="2957810" y="188458"/>
                </a:cubicBezTo>
                <a:cubicBezTo>
                  <a:pt x="2961102" y="188824"/>
                  <a:pt x="2964210" y="189829"/>
                  <a:pt x="2967045" y="191384"/>
                </a:cubicBezTo>
              </a:path>
              <a:path w="3889492" h="1195852">
                <a:moveTo>
                  <a:pt x="2975732" y="196322"/>
                </a:moveTo>
                <a:lnTo>
                  <a:pt x="2980121" y="198699"/>
                </a:lnTo>
                <a:cubicBezTo>
                  <a:pt x="2983047" y="200345"/>
                  <a:pt x="2985425" y="202448"/>
                  <a:pt x="2987528" y="205008"/>
                </a:cubicBezTo>
                <a:cubicBezTo>
                  <a:pt x="2989539" y="207660"/>
                  <a:pt x="2991002" y="210495"/>
                  <a:pt x="2991917" y="213695"/>
                </a:cubicBezTo>
                <a:cubicBezTo>
                  <a:pt x="2992831" y="216896"/>
                  <a:pt x="2993106" y="220096"/>
                  <a:pt x="2992740" y="223388"/>
                </a:cubicBezTo>
                <a:cubicBezTo>
                  <a:pt x="2992283" y="226680"/>
                  <a:pt x="2991277" y="229697"/>
                  <a:pt x="2989722" y="232623"/>
                </a:cubicBezTo>
                <a:cubicBezTo>
                  <a:pt x="2988076" y="235458"/>
                  <a:pt x="2985973" y="237927"/>
                  <a:pt x="2983413" y="240030"/>
                </a:cubicBezTo>
                <a:cubicBezTo>
                  <a:pt x="2980761" y="242042"/>
                  <a:pt x="2977926" y="243505"/>
                  <a:pt x="2974726" y="244419"/>
                </a:cubicBezTo>
                <a:cubicBezTo>
                  <a:pt x="2971526" y="245334"/>
                  <a:pt x="2968325" y="245608"/>
                  <a:pt x="2965033" y="245151"/>
                </a:cubicBezTo>
                <a:cubicBezTo>
                  <a:pt x="2961742" y="244785"/>
                  <a:pt x="2958633" y="243779"/>
                  <a:pt x="2955707" y="242225"/>
                </a:cubicBezTo>
                <a:lnTo>
                  <a:pt x="2951409" y="239756"/>
                </a:lnTo>
                <a:cubicBezTo>
                  <a:pt x="2948483" y="238110"/>
                  <a:pt x="2946014" y="236007"/>
                  <a:pt x="2944002" y="233446"/>
                </a:cubicBezTo>
                <a:cubicBezTo>
                  <a:pt x="2941991" y="230886"/>
                  <a:pt x="2940436" y="227960"/>
                  <a:pt x="2939613" y="224760"/>
                </a:cubicBezTo>
                <a:cubicBezTo>
                  <a:pt x="2938699" y="221559"/>
                  <a:pt x="2938424" y="218359"/>
                  <a:pt x="2938790" y="215067"/>
                </a:cubicBezTo>
                <a:cubicBezTo>
                  <a:pt x="2939247" y="211775"/>
                  <a:pt x="2940253" y="208758"/>
                  <a:pt x="2941808" y="205831"/>
                </a:cubicBezTo>
                <a:cubicBezTo>
                  <a:pt x="2943454" y="202997"/>
                  <a:pt x="2945557" y="200528"/>
                  <a:pt x="2948117" y="198425"/>
                </a:cubicBezTo>
                <a:cubicBezTo>
                  <a:pt x="2950769" y="196413"/>
                  <a:pt x="2953603" y="194950"/>
                  <a:pt x="2956804" y="194036"/>
                </a:cubicBezTo>
                <a:cubicBezTo>
                  <a:pt x="2960004" y="193121"/>
                  <a:pt x="2963205" y="192938"/>
                  <a:pt x="2966496" y="193304"/>
                </a:cubicBezTo>
                <a:cubicBezTo>
                  <a:pt x="2969788" y="193670"/>
                  <a:pt x="2972897" y="194676"/>
                  <a:pt x="2975732" y="196322"/>
                </a:cubicBezTo>
              </a:path>
              <a:path w="3889492" h="1195852">
                <a:moveTo>
                  <a:pt x="2984510" y="201168"/>
                </a:moveTo>
                <a:lnTo>
                  <a:pt x="2988808" y="203545"/>
                </a:lnTo>
                <a:cubicBezTo>
                  <a:pt x="2991734" y="205191"/>
                  <a:pt x="2994203" y="207294"/>
                  <a:pt x="2996214" y="209855"/>
                </a:cubicBezTo>
                <a:cubicBezTo>
                  <a:pt x="2998226" y="212507"/>
                  <a:pt x="2999781" y="215341"/>
                  <a:pt x="3000604" y="218542"/>
                </a:cubicBezTo>
                <a:cubicBezTo>
                  <a:pt x="3001518" y="221742"/>
                  <a:pt x="3001792" y="224942"/>
                  <a:pt x="3001427" y="228234"/>
                </a:cubicBezTo>
                <a:cubicBezTo>
                  <a:pt x="3000969" y="231526"/>
                  <a:pt x="2999964" y="234635"/>
                  <a:pt x="2998409" y="237470"/>
                </a:cubicBezTo>
                <a:cubicBezTo>
                  <a:pt x="2996763" y="240396"/>
                  <a:pt x="2994660" y="242865"/>
                  <a:pt x="2992100" y="244876"/>
                </a:cubicBezTo>
                <a:cubicBezTo>
                  <a:pt x="2989448" y="246888"/>
                  <a:pt x="2986613" y="248351"/>
                  <a:pt x="2983413" y="249265"/>
                </a:cubicBezTo>
                <a:cubicBezTo>
                  <a:pt x="2980212" y="250180"/>
                  <a:pt x="2977012" y="250454"/>
                  <a:pt x="2973720" y="250088"/>
                </a:cubicBezTo>
                <a:cubicBezTo>
                  <a:pt x="2970428" y="249631"/>
                  <a:pt x="2967319" y="248625"/>
                  <a:pt x="2964485" y="247071"/>
                </a:cubicBezTo>
                <a:lnTo>
                  <a:pt x="2960096" y="244602"/>
                </a:lnTo>
                <a:cubicBezTo>
                  <a:pt x="2957261" y="242956"/>
                  <a:pt x="2954792" y="240853"/>
                  <a:pt x="2952689" y="238293"/>
                </a:cubicBezTo>
                <a:cubicBezTo>
                  <a:pt x="2950677" y="235732"/>
                  <a:pt x="2949214" y="232806"/>
                  <a:pt x="2948300" y="229606"/>
                </a:cubicBezTo>
                <a:cubicBezTo>
                  <a:pt x="2947386" y="226497"/>
                  <a:pt x="2947111" y="223205"/>
                  <a:pt x="2947477" y="219913"/>
                </a:cubicBezTo>
                <a:cubicBezTo>
                  <a:pt x="2947934" y="216713"/>
                  <a:pt x="2948940" y="213604"/>
                  <a:pt x="2950494" y="210678"/>
                </a:cubicBezTo>
                <a:cubicBezTo>
                  <a:pt x="2952140" y="207843"/>
                  <a:pt x="2954244" y="205374"/>
                  <a:pt x="2956804" y="203363"/>
                </a:cubicBezTo>
                <a:cubicBezTo>
                  <a:pt x="2959456" y="201259"/>
                  <a:pt x="2962290" y="199796"/>
                  <a:pt x="2965491" y="198882"/>
                </a:cubicBezTo>
                <a:cubicBezTo>
                  <a:pt x="2968691" y="198059"/>
                  <a:pt x="2971891" y="197785"/>
                  <a:pt x="2975183" y="198150"/>
                </a:cubicBezTo>
                <a:cubicBezTo>
                  <a:pt x="2978475" y="198516"/>
                  <a:pt x="2981584" y="199522"/>
                  <a:pt x="2984510" y="201168"/>
                </a:cubicBezTo>
              </a:path>
              <a:path w="3889492" h="1195852">
                <a:moveTo>
                  <a:pt x="2993197" y="206014"/>
                </a:moveTo>
                <a:lnTo>
                  <a:pt x="2997495" y="208483"/>
                </a:lnTo>
                <a:cubicBezTo>
                  <a:pt x="3000421" y="210038"/>
                  <a:pt x="3002890" y="212141"/>
                  <a:pt x="3004901" y="214793"/>
                </a:cubicBezTo>
                <a:cubicBezTo>
                  <a:pt x="3007004" y="217353"/>
                  <a:pt x="3008467" y="220279"/>
                  <a:pt x="3009382" y="223388"/>
                </a:cubicBezTo>
                <a:cubicBezTo>
                  <a:pt x="3010205" y="226588"/>
                  <a:pt x="3010479" y="229789"/>
                  <a:pt x="3010113" y="233081"/>
                </a:cubicBezTo>
                <a:cubicBezTo>
                  <a:pt x="3009748" y="236372"/>
                  <a:pt x="3008742" y="239481"/>
                  <a:pt x="3007096" y="242316"/>
                </a:cubicBezTo>
                <a:cubicBezTo>
                  <a:pt x="3005450" y="245242"/>
                  <a:pt x="3003347" y="247711"/>
                  <a:pt x="3000786" y="249723"/>
                </a:cubicBezTo>
                <a:cubicBezTo>
                  <a:pt x="2998226" y="251826"/>
                  <a:pt x="2995300" y="253289"/>
                  <a:pt x="2992100" y="254112"/>
                </a:cubicBezTo>
                <a:cubicBezTo>
                  <a:pt x="2988899" y="255026"/>
                  <a:pt x="2985699" y="255300"/>
                  <a:pt x="2982407" y="254935"/>
                </a:cubicBezTo>
                <a:cubicBezTo>
                  <a:pt x="2979115" y="254569"/>
                  <a:pt x="2976006" y="253563"/>
                  <a:pt x="2973172" y="251917"/>
                </a:cubicBezTo>
                <a:lnTo>
                  <a:pt x="2968782" y="249448"/>
                </a:lnTo>
                <a:cubicBezTo>
                  <a:pt x="2965948" y="247894"/>
                  <a:pt x="2963479" y="245791"/>
                  <a:pt x="2961376" y="243139"/>
                </a:cubicBezTo>
                <a:cubicBezTo>
                  <a:pt x="2959364" y="240579"/>
                  <a:pt x="2957901" y="237653"/>
                  <a:pt x="2956987" y="234544"/>
                </a:cubicBezTo>
                <a:cubicBezTo>
                  <a:pt x="2956072" y="231343"/>
                  <a:pt x="2955798" y="228143"/>
                  <a:pt x="2956255" y="224851"/>
                </a:cubicBezTo>
                <a:cubicBezTo>
                  <a:pt x="2956621" y="221559"/>
                  <a:pt x="2957627" y="218450"/>
                  <a:pt x="2959273" y="215616"/>
                </a:cubicBezTo>
                <a:cubicBezTo>
                  <a:pt x="2960827" y="212689"/>
                  <a:pt x="2962930" y="210221"/>
                  <a:pt x="2965582" y="208209"/>
                </a:cubicBezTo>
                <a:cubicBezTo>
                  <a:pt x="2968142" y="206106"/>
                  <a:pt x="2971068" y="204643"/>
                  <a:pt x="2974177" y="203820"/>
                </a:cubicBezTo>
                <a:cubicBezTo>
                  <a:pt x="2977378" y="202905"/>
                  <a:pt x="2980670" y="202631"/>
                  <a:pt x="2983962" y="202997"/>
                </a:cubicBezTo>
                <a:cubicBezTo>
                  <a:pt x="2987162" y="203363"/>
                  <a:pt x="2990271" y="204368"/>
                  <a:pt x="2993197" y="206014"/>
                </a:cubicBezTo>
              </a:path>
              <a:path w="3889492" h="1195852">
                <a:moveTo>
                  <a:pt x="3001884" y="210861"/>
                </a:moveTo>
                <a:lnTo>
                  <a:pt x="3006181" y="213330"/>
                </a:lnTo>
                <a:cubicBezTo>
                  <a:pt x="3009108" y="214975"/>
                  <a:pt x="3011576" y="217079"/>
                  <a:pt x="3013588" y="219639"/>
                </a:cubicBezTo>
                <a:cubicBezTo>
                  <a:pt x="3015691" y="222199"/>
                  <a:pt x="3017154" y="225125"/>
                  <a:pt x="3018069" y="228326"/>
                </a:cubicBezTo>
                <a:cubicBezTo>
                  <a:pt x="3018983" y="231435"/>
                  <a:pt x="3019166" y="234726"/>
                  <a:pt x="3018800" y="238018"/>
                </a:cubicBezTo>
                <a:cubicBezTo>
                  <a:pt x="3018434" y="241219"/>
                  <a:pt x="3017429" y="244328"/>
                  <a:pt x="3015783" y="247254"/>
                </a:cubicBezTo>
                <a:cubicBezTo>
                  <a:pt x="3014228" y="250088"/>
                  <a:pt x="3012034" y="252557"/>
                  <a:pt x="3009473" y="254569"/>
                </a:cubicBezTo>
                <a:cubicBezTo>
                  <a:pt x="3006913" y="256672"/>
                  <a:pt x="3003987" y="258135"/>
                  <a:pt x="3000786" y="259050"/>
                </a:cubicBezTo>
                <a:cubicBezTo>
                  <a:pt x="2997586" y="259964"/>
                  <a:pt x="2994386" y="260147"/>
                  <a:pt x="2991094" y="259781"/>
                </a:cubicBezTo>
                <a:cubicBezTo>
                  <a:pt x="2987802" y="259415"/>
                  <a:pt x="2984784" y="258409"/>
                  <a:pt x="2981858" y="256764"/>
                </a:cubicBezTo>
                <a:lnTo>
                  <a:pt x="2977469" y="254386"/>
                </a:lnTo>
                <a:cubicBezTo>
                  <a:pt x="2974635" y="252740"/>
                  <a:pt x="2972166" y="250637"/>
                  <a:pt x="2970154" y="248077"/>
                </a:cubicBezTo>
                <a:cubicBezTo>
                  <a:pt x="2968051" y="245425"/>
                  <a:pt x="2966588" y="242590"/>
                  <a:pt x="2965674" y="239390"/>
                </a:cubicBezTo>
                <a:cubicBezTo>
                  <a:pt x="2964759" y="236190"/>
                  <a:pt x="2964576" y="232989"/>
                  <a:pt x="2964942" y="229697"/>
                </a:cubicBezTo>
                <a:cubicBezTo>
                  <a:pt x="2965308" y="226405"/>
                  <a:pt x="2966314" y="223296"/>
                  <a:pt x="2967960" y="220462"/>
                </a:cubicBezTo>
                <a:cubicBezTo>
                  <a:pt x="2969514" y="217536"/>
                  <a:pt x="2971617" y="215067"/>
                  <a:pt x="2974269" y="213055"/>
                </a:cubicBezTo>
                <a:cubicBezTo>
                  <a:pt x="2976829" y="211044"/>
                  <a:pt x="2979755" y="209580"/>
                  <a:pt x="2982956" y="208666"/>
                </a:cubicBezTo>
                <a:cubicBezTo>
                  <a:pt x="2986065" y="207752"/>
                  <a:pt x="2989356" y="207477"/>
                  <a:pt x="2992648" y="207843"/>
                </a:cubicBezTo>
                <a:cubicBezTo>
                  <a:pt x="2995940" y="208300"/>
                  <a:pt x="2998958" y="209306"/>
                  <a:pt x="3001884" y="210861"/>
                </a:cubicBezTo>
              </a:path>
              <a:path w="3889492" h="1195852">
                <a:moveTo>
                  <a:pt x="3010571" y="215798"/>
                </a:moveTo>
                <a:lnTo>
                  <a:pt x="3014960" y="218176"/>
                </a:lnTo>
                <a:cubicBezTo>
                  <a:pt x="3017794" y="219822"/>
                  <a:pt x="3020263" y="221925"/>
                  <a:pt x="3022366" y="224485"/>
                </a:cubicBezTo>
                <a:cubicBezTo>
                  <a:pt x="3024378" y="227137"/>
                  <a:pt x="3025841" y="229972"/>
                  <a:pt x="3026755" y="233172"/>
                </a:cubicBezTo>
                <a:cubicBezTo>
                  <a:pt x="3027670" y="236372"/>
                  <a:pt x="3027853" y="239573"/>
                  <a:pt x="3027487" y="242865"/>
                </a:cubicBezTo>
                <a:cubicBezTo>
                  <a:pt x="3027121" y="246156"/>
                  <a:pt x="3026115" y="249174"/>
                  <a:pt x="3024469" y="252100"/>
                </a:cubicBezTo>
                <a:cubicBezTo>
                  <a:pt x="3022915" y="254935"/>
                  <a:pt x="3020812" y="257404"/>
                  <a:pt x="3018160" y="259507"/>
                </a:cubicBezTo>
                <a:cubicBezTo>
                  <a:pt x="3015600" y="261518"/>
                  <a:pt x="3012674" y="262981"/>
                  <a:pt x="3009473" y="263896"/>
                </a:cubicBezTo>
                <a:cubicBezTo>
                  <a:pt x="3006364" y="264810"/>
                  <a:pt x="3003072" y="265085"/>
                  <a:pt x="2999781" y="264627"/>
                </a:cubicBezTo>
                <a:cubicBezTo>
                  <a:pt x="2996489" y="264262"/>
                  <a:pt x="2993471" y="263256"/>
                  <a:pt x="2990545" y="261610"/>
                </a:cubicBezTo>
                <a:lnTo>
                  <a:pt x="2986248" y="259232"/>
                </a:lnTo>
                <a:cubicBezTo>
                  <a:pt x="2983321" y="257586"/>
                  <a:pt x="2980853" y="255483"/>
                  <a:pt x="2978841" y="252923"/>
                </a:cubicBezTo>
                <a:cubicBezTo>
                  <a:pt x="2976738" y="250271"/>
                  <a:pt x="2975275" y="247437"/>
                  <a:pt x="2974360" y="244236"/>
                </a:cubicBezTo>
                <a:cubicBezTo>
                  <a:pt x="2973537" y="241036"/>
                  <a:pt x="2973263" y="237835"/>
                  <a:pt x="2973629" y="234544"/>
                </a:cubicBezTo>
                <a:cubicBezTo>
                  <a:pt x="2973995" y="231252"/>
                  <a:pt x="2975000" y="228234"/>
                  <a:pt x="2976646" y="225308"/>
                </a:cubicBezTo>
                <a:cubicBezTo>
                  <a:pt x="2978292" y="222474"/>
                  <a:pt x="2980395" y="220005"/>
                  <a:pt x="2982956" y="217902"/>
                </a:cubicBezTo>
                <a:cubicBezTo>
                  <a:pt x="2985516" y="215890"/>
                  <a:pt x="2988442" y="214427"/>
                  <a:pt x="2991642" y="213512"/>
                </a:cubicBezTo>
                <a:cubicBezTo>
                  <a:pt x="2994843" y="212598"/>
                  <a:pt x="2998043" y="212324"/>
                  <a:pt x="3001335" y="212781"/>
                </a:cubicBezTo>
                <a:cubicBezTo>
                  <a:pt x="3004627" y="213147"/>
                  <a:pt x="3007736" y="214152"/>
                  <a:pt x="3010571" y="215798"/>
                </a:cubicBezTo>
              </a:path>
              <a:path w="3889492" h="1195852">
                <a:moveTo>
                  <a:pt x="3019257" y="220645"/>
                </a:moveTo>
                <a:lnTo>
                  <a:pt x="3023646" y="223022"/>
                </a:lnTo>
                <a:cubicBezTo>
                  <a:pt x="3026481" y="224668"/>
                  <a:pt x="3028950" y="226771"/>
                  <a:pt x="3031053" y="229332"/>
                </a:cubicBezTo>
                <a:cubicBezTo>
                  <a:pt x="3033065" y="231983"/>
                  <a:pt x="3034528" y="234818"/>
                  <a:pt x="3035442" y="238018"/>
                </a:cubicBezTo>
                <a:cubicBezTo>
                  <a:pt x="3036357" y="241219"/>
                  <a:pt x="3036631" y="244419"/>
                  <a:pt x="3036174" y="247711"/>
                </a:cubicBezTo>
                <a:cubicBezTo>
                  <a:pt x="3035808" y="251003"/>
                  <a:pt x="3034802" y="254112"/>
                  <a:pt x="3033248" y="256946"/>
                </a:cubicBezTo>
                <a:cubicBezTo>
                  <a:pt x="3031602" y="259872"/>
                  <a:pt x="3029499" y="262341"/>
                  <a:pt x="3026847" y="264353"/>
                </a:cubicBezTo>
                <a:cubicBezTo>
                  <a:pt x="3024287" y="266365"/>
                  <a:pt x="3021360" y="267828"/>
                  <a:pt x="3018252" y="268742"/>
                </a:cubicBezTo>
                <a:cubicBezTo>
                  <a:pt x="3015051" y="269657"/>
                  <a:pt x="3011759" y="269931"/>
                  <a:pt x="3008559" y="269565"/>
                </a:cubicBezTo>
                <a:cubicBezTo>
                  <a:pt x="3005267" y="269108"/>
                  <a:pt x="3002158" y="268102"/>
                  <a:pt x="2999232" y="266548"/>
                </a:cubicBezTo>
                <a:lnTo>
                  <a:pt x="2994934" y="264079"/>
                </a:lnTo>
                <a:cubicBezTo>
                  <a:pt x="2992008" y="262433"/>
                  <a:pt x="2989539" y="260330"/>
                  <a:pt x="2987528" y="257769"/>
                </a:cubicBezTo>
                <a:cubicBezTo>
                  <a:pt x="2985425" y="255209"/>
                  <a:pt x="2983962" y="252283"/>
                  <a:pt x="2983139" y="249083"/>
                </a:cubicBezTo>
                <a:cubicBezTo>
                  <a:pt x="2982224" y="245974"/>
                  <a:pt x="2981950" y="242682"/>
                  <a:pt x="2982316" y="239390"/>
                </a:cubicBezTo>
                <a:cubicBezTo>
                  <a:pt x="2982681" y="236190"/>
                  <a:pt x="2983687" y="233081"/>
                  <a:pt x="2985333" y="230154"/>
                </a:cubicBezTo>
                <a:cubicBezTo>
                  <a:pt x="2986979" y="227320"/>
                  <a:pt x="2989082" y="224851"/>
                  <a:pt x="2991642" y="222839"/>
                </a:cubicBezTo>
                <a:cubicBezTo>
                  <a:pt x="2994294" y="220736"/>
                  <a:pt x="2997129" y="219273"/>
                  <a:pt x="3000329" y="218359"/>
                </a:cubicBezTo>
                <a:cubicBezTo>
                  <a:pt x="3003530" y="217444"/>
                  <a:pt x="3006730" y="217261"/>
                  <a:pt x="3010022" y="217627"/>
                </a:cubicBezTo>
                <a:cubicBezTo>
                  <a:pt x="3013314" y="217993"/>
                  <a:pt x="3016423" y="218999"/>
                  <a:pt x="3019257" y="220645"/>
                </a:cubicBezTo>
              </a:path>
              <a:path w="3889492" h="1195852">
                <a:moveTo>
                  <a:pt x="3027944" y="225491"/>
                </a:moveTo>
                <a:lnTo>
                  <a:pt x="3032333" y="227960"/>
                </a:lnTo>
                <a:cubicBezTo>
                  <a:pt x="3035259" y="229514"/>
                  <a:pt x="3037728" y="231618"/>
                  <a:pt x="3039740" y="234269"/>
                </a:cubicBezTo>
                <a:cubicBezTo>
                  <a:pt x="3041752" y="236830"/>
                  <a:pt x="3043215" y="239756"/>
                  <a:pt x="3044129" y="242865"/>
                </a:cubicBezTo>
                <a:cubicBezTo>
                  <a:pt x="3045043" y="246065"/>
                  <a:pt x="3045318" y="249265"/>
                  <a:pt x="3044952" y="252557"/>
                </a:cubicBezTo>
                <a:cubicBezTo>
                  <a:pt x="3044495" y="255849"/>
                  <a:pt x="3043489" y="258958"/>
                  <a:pt x="3041934" y="261793"/>
                </a:cubicBezTo>
                <a:cubicBezTo>
                  <a:pt x="3040289" y="264719"/>
                  <a:pt x="3038185" y="267188"/>
                  <a:pt x="3035625" y="269199"/>
                </a:cubicBezTo>
                <a:cubicBezTo>
                  <a:pt x="3032973" y="271302"/>
                  <a:pt x="3030139" y="272766"/>
                  <a:pt x="3026938" y="273588"/>
                </a:cubicBezTo>
                <a:cubicBezTo>
                  <a:pt x="3023738" y="274503"/>
                  <a:pt x="3020538" y="274777"/>
                  <a:pt x="3017246" y="274411"/>
                </a:cubicBezTo>
                <a:cubicBezTo>
                  <a:pt x="3013954" y="274046"/>
                  <a:pt x="3010845" y="273040"/>
                  <a:pt x="3008010" y="271394"/>
                </a:cubicBezTo>
                <a:lnTo>
                  <a:pt x="3003621" y="268925"/>
                </a:lnTo>
                <a:cubicBezTo>
                  <a:pt x="3000695" y="267371"/>
                  <a:pt x="2998226" y="265267"/>
                  <a:pt x="2996214" y="262616"/>
                </a:cubicBezTo>
                <a:cubicBezTo>
                  <a:pt x="2994203" y="260055"/>
                  <a:pt x="2992740" y="257129"/>
                  <a:pt x="2991825" y="254020"/>
                </a:cubicBezTo>
                <a:cubicBezTo>
                  <a:pt x="2990911" y="250820"/>
                  <a:pt x="2990637" y="247620"/>
                  <a:pt x="2991002" y="244328"/>
                </a:cubicBezTo>
                <a:cubicBezTo>
                  <a:pt x="2991460" y="241036"/>
                  <a:pt x="2992465" y="237927"/>
                  <a:pt x="2994020" y="235092"/>
                </a:cubicBezTo>
                <a:cubicBezTo>
                  <a:pt x="2995666" y="232166"/>
                  <a:pt x="2997769" y="229697"/>
                  <a:pt x="3000329" y="227686"/>
                </a:cubicBezTo>
                <a:cubicBezTo>
                  <a:pt x="3002981" y="225582"/>
                  <a:pt x="3005816" y="224119"/>
                  <a:pt x="3009016" y="223296"/>
                </a:cubicBezTo>
                <a:cubicBezTo>
                  <a:pt x="3012216" y="222382"/>
                  <a:pt x="3015417" y="222108"/>
                  <a:pt x="3018709" y="222474"/>
                </a:cubicBezTo>
                <a:cubicBezTo>
                  <a:pt x="3022001" y="222839"/>
                  <a:pt x="3025110" y="223845"/>
                  <a:pt x="3027944" y="225491"/>
                </a:cubicBezTo>
              </a:path>
              <a:path w="3889492" h="1195852">
                <a:moveTo>
                  <a:pt x="3036722" y="230337"/>
                </a:moveTo>
                <a:lnTo>
                  <a:pt x="3041020" y="232806"/>
                </a:lnTo>
                <a:cubicBezTo>
                  <a:pt x="3043946" y="234452"/>
                  <a:pt x="3046415" y="236555"/>
                  <a:pt x="3048427" y="239116"/>
                </a:cubicBezTo>
                <a:cubicBezTo>
                  <a:pt x="3050438" y="241676"/>
                  <a:pt x="3051993" y="244602"/>
                  <a:pt x="3052816" y="247802"/>
                </a:cubicBezTo>
                <a:cubicBezTo>
                  <a:pt x="3053730" y="250911"/>
                  <a:pt x="3054005" y="254203"/>
                  <a:pt x="3053639" y="257495"/>
                </a:cubicBezTo>
                <a:cubicBezTo>
                  <a:pt x="3053273" y="260695"/>
                  <a:pt x="3052267" y="263804"/>
                  <a:pt x="3050621" y="266730"/>
                </a:cubicBezTo>
                <a:cubicBezTo>
                  <a:pt x="3048975" y="269565"/>
                  <a:pt x="3046872" y="272034"/>
                  <a:pt x="3044312" y="274046"/>
                </a:cubicBezTo>
                <a:cubicBezTo>
                  <a:pt x="3041660" y="276149"/>
                  <a:pt x="3038826" y="277612"/>
                  <a:pt x="3035625" y="278526"/>
                </a:cubicBezTo>
                <a:cubicBezTo>
                  <a:pt x="3032425" y="279349"/>
                  <a:pt x="3029224" y="279624"/>
                  <a:pt x="3025932" y="279258"/>
                </a:cubicBezTo>
                <a:cubicBezTo>
                  <a:pt x="3022641" y="278892"/>
                  <a:pt x="3019532" y="277886"/>
                  <a:pt x="3016697" y="276240"/>
                </a:cubicBezTo>
                <a:lnTo>
                  <a:pt x="3012308" y="273863"/>
                </a:lnTo>
                <a:cubicBezTo>
                  <a:pt x="3009473" y="272217"/>
                  <a:pt x="3007004" y="270114"/>
                  <a:pt x="3004901" y="267553"/>
                </a:cubicBezTo>
                <a:cubicBezTo>
                  <a:pt x="3002890" y="264902"/>
                  <a:pt x="3001427" y="262067"/>
                  <a:pt x="3000512" y="258867"/>
                </a:cubicBezTo>
                <a:cubicBezTo>
                  <a:pt x="2999598" y="255666"/>
                  <a:pt x="2999323" y="252466"/>
                  <a:pt x="2999781" y="249174"/>
                </a:cubicBezTo>
                <a:cubicBezTo>
                  <a:pt x="3000146" y="245882"/>
                  <a:pt x="3001152" y="242773"/>
                  <a:pt x="3002707" y="239939"/>
                </a:cubicBezTo>
                <a:cubicBezTo>
                  <a:pt x="3004353" y="237012"/>
                  <a:pt x="3006456" y="234544"/>
                  <a:pt x="3009108" y="232532"/>
                </a:cubicBezTo>
                <a:cubicBezTo>
                  <a:pt x="3011668" y="230520"/>
                  <a:pt x="3014594" y="229057"/>
                  <a:pt x="3017703" y="228143"/>
                </a:cubicBezTo>
                <a:cubicBezTo>
                  <a:pt x="3020903" y="227228"/>
                  <a:pt x="3024104" y="226954"/>
                  <a:pt x="3027396" y="227320"/>
                </a:cubicBezTo>
                <a:cubicBezTo>
                  <a:pt x="3030687" y="227777"/>
                  <a:pt x="3033796" y="228783"/>
                  <a:pt x="3036722" y="230337"/>
                </a:cubicBezTo>
              </a:path>
              <a:path w="3889492" h="1195852">
                <a:moveTo>
                  <a:pt x="3045409" y="235184"/>
                </a:moveTo>
                <a:lnTo>
                  <a:pt x="3049707" y="237653"/>
                </a:lnTo>
                <a:cubicBezTo>
                  <a:pt x="3052633" y="239298"/>
                  <a:pt x="3055102" y="241402"/>
                  <a:pt x="3057114" y="243962"/>
                </a:cubicBezTo>
                <a:cubicBezTo>
                  <a:pt x="3059217" y="246522"/>
                  <a:pt x="3060680" y="249448"/>
                  <a:pt x="3061594" y="252649"/>
                </a:cubicBezTo>
                <a:cubicBezTo>
                  <a:pt x="3062417" y="255849"/>
                  <a:pt x="3062691" y="259050"/>
                  <a:pt x="3062326" y="262341"/>
                </a:cubicBezTo>
                <a:cubicBezTo>
                  <a:pt x="3061960" y="265633"/>
                  <a:pt x="3060954" y="268651"/>
                  <a:pt x="3059308" y="271577"/>
                </a:cubicBezTo>
                <a:cubicBezTo>
                  <a:pt x="3057662" y="274411"/>
                  <a:pt x="3055559" y="276880"/>
                  <a:pt x="3052999" y="278983"/>
                </a:cubicBezTo>
                <a:cubicBezTo>
                  <a:pt x="3050438" y="280995"/>
                  <a:pt x="3047512" y="282458"/>
                  <a:pt x="3044312" y="283373"/>
                </a:cubicBezTo>
                <a:cubicBezTo>
                  <a:pt x="3041112" y="284287"/>
                  <a:pt x="3037911" y="284470"/>
                  <a:pt x="3034619" y="284104"/>
                </a:cubicBezTo>
                <a:cubicBezTo>
                  <a:pt x="3031327" y="283738"/>
                  <a:pt x="3028218" y="282732"/>
                  <a:pt x="3025384" y="281087"/>
                </a:cubicBezTo>
                <a:lnTo>
                  <a:pt x="3020995" y="278709"/>
                </a:lnTo>
                <a:cubicBezTo>
                  <a:pt x="3018160" y="277063"/>
                  <a:pt x="3015691" y="274960"/>
                  <a:pt x="3013588" y="272400"/>
                </a:cubicBezTo>
                <a:cubicBezTo>
                  <a:pt x="3011576" y="269748"/>
                  <a:pt x="3010113" y="266913"/>
                  <a:pt x="3009199" y="263713"/>
                </a:cubicBezTo>
                <a:cubicBezTo>
                  <a:pt x="3008285" y="260513"/>
                  <a:pt x="3008010" y="257312"/>
                  <a:pt x="3008467" y="254020"/>
                </a:cubicBezTo>
                <a:cubicBezTo>
                  <a:pt x="3008833" y="250728"/>
                  <a:pt x="3009839" y="247711"/>
                  <a:pt x="3011485" y="244785"/>
                </a:cubicBezTo>
                <a:cubicBezTo>
                  <a:pt x="3013039" y="241950"/>
                  <a:pt x="3015143" y="239481"/>
                  <a:pt x="3017794" y="237378"/>
                </a:cubicBezTo>
                <a:cubicBezTo>
                  <a:pt x="3020355" y="235367"/>
                  <a:pt x="3023281" y="233904"/>
                  <a:pt x="3026481" y="232989"/>
                </a:cubicBezTo>
                <a:cubicBezTo>
                  <a:pt x="3029590" y="232075"/>
                  <a:pt x="3032882" y="231800"/>
                  <a:pt x="3036174" y="232258"/>
                </a:cubicBezTo>
                <a:cubicBezTo>
                  <a:pt x="3039466" y="232623"/>
                  <a:pt x="3042483" y="233629"/>
                  <a:pt x="3045409" y="235184"/>
                </a:cubicBezTo>
              </a:path>
              <a:path w="3889492" h="1195852">
                <a:moveTo>
                  <a:pt x="3054096" y="240121"/>
                </a:moveTo>
                <a:lnTo>
                  <a:pt x="3058485" y="242499"/>
                </a:lnTo>
                <a:cubicBezTo>
                  <a:pt x="3061320" y="244145"/>
                  <a:pt x="3063789" y="246248"/>
                  <a:pt x="3065800" y="248808"/>
                </a:cubicBezTo>
                <a:cubicBezTo>
                  <a:pt x="3067903" y="251460"/>
                  <a:pt x="3069366" y="254295"/>
                  <a:pt x="3070281" y="257495"/>
                </a:cubicBezTo>
                <a:cubicBezTo>
                  <a:pt x="3071195" y="260695"/>
                  <a:pt x="3071378" y="263896"/>
                  <a:pt x="3071012" y="267188"/>
                </a:cubicBezTo>
                <a:cubicBezTo>
                  <a:pt x="3070647" y="270480"/>
                  <a:pt x="3069641" y="273588"/>
                  <a:pt x="3067995" y="276423"/>
                </a:cubicBezTo>
                <a:cubicBezTo>
                  <a:pt x="3066440" y="279349"/>
                  <a:pt x="3064337" y="281818"/>
                  <a:pt x="3061686" y="283830"/>
                </a:cubicBezTo>
                <a:cubicBezTo>
                  <a:pt x="3059125" y="285841"/>
                  <a:pt x="3056199" y="287304"/>
                  <a:pt x="3052999" y="288219"/>
                </a:cubicBezTo>
                <a:cubicBezTo>
                  <a:pt x="3049890" y="289133"/>
                  <a:pt x="3046598" y="289408"/>
                  <a:pt x="3043306" y="288950"/>
                </a:cubicBezTo>
                <a:cubicBezTo>
                  <a:pt x="3040014" y="288585"/>
                  <a:pt x="3036997" y="287579"/>
                  <a:pt x="3034071" y="286024"/>
                </a:cubicBezTo>
                <a:lnTo>
                  <a:pt x="3029682" y="283555"/>
                </a:lnTo>
                <a:cubicBezTo>
                  <a:pt x="3026847" y="281910"/>
                  <a:pt x="3024378" y="279806"/>
                  <a:pt x="3022366" y="277246"/>
                </a:cubicBezTo>
                <a:cubicBezTo>
                  <a:pt x="3020263" y="274686"/>
                  <a:pt x="3018800" y="271760"/>
                  <a:pt x="3017886" y="268559"/>
                </a:cubicBezTo>
                <a:cubicBezTo>
                  <a:pt x="3016971" y="265450"/>
                  <a:pt x="3016788" y="262158"/>
                  <a:pt x="3017154" y="258867"/>
                </a:cubicBezTo>
                <a:cubicBezTo>
                  <a:pt x="3017520" y="255575"/>
                  <a:pt x="3018526" y="252557"/>
                  <a:pt x="3020172" y="249631"/>
                </a:cubicBezTo>
                <a:cubicBezTo>
                  <a:pt x="3021726" y="246797"/>
                  <a:pt x="3023829" y="244328"/>
                  <a:pt x="3026481" y="242225"/>
                </a:cubicBezTo>
                <a:cubicBezTo>
                  <a:pt x="3029041" y="240213"/>
                  <a:pt x="3031968" y="238750"/>
                  <a:pt x="3035168" y="237835"/>
                </a:cubicBezTo>
                <a:cubicBezTo>
                  <a:pt x="3038277" y="236921"/>
                  <a:pt x="3041569" y="236738"/>
                  <a:pt x="3044861" y="237104"/>
                </a:cubicBezTo>
                <a:cubicBezTo>
                  <a:pt x="3048152" y="237470"/>
                  <a:pt x="3051170" y="238476"/>
                  <a:pt x="3054096" y="240121"/>
                </a:cubicBezTo>
              </a:path>
              <a:path w="3889492" h="1195852">
                <a:moveTo>
                  <a:pt x="3062783" y="244968"/>
                </a:moveTo>
                <a:lnTo>
                  <a:pt x="3067172" y="247437"/>
                </a:lnTo>
                <a:cubicBezTo>
                  <a:pt x="3070007" y="248991"/>
                  <a:pt x="3072475" y="251094"/>
                  <a:pt x="3074579" y="253746"/>
                </a:cubicBezTo>
                <a:cubicBezTo>
                  <a:pt x="3076590" y="256306"/>
                  <a:pt x="3078053" y="259232"/>
                  <a:pt x="3078968" y="262341"/>
                </a:cubicBezTo>
                <a:cubicBezTo>
                  <a:pt x="3079882" y="265542"/>
                  <a:pt x="3080156" y="268742"/>
                  <a:pt x="3079699" y="272034"/>
                </a:cubicBezTo>
                <a:cubicBezTo>
                  <a:pt x="3079333" y="275326"/>
                  <a:pt x="3078328" y="278435"/>
                  <a:pt x="3076682" y="281269"/>
                </a:cubicBezTo>
                <a:cubicBezTo>
                  <a:pt x="3075127" y="284196"/>
                  <a:pt x="3073024" y="286664"/>
                  <a:pt x="3070372" y="288676"/>
                </a:cubicBezTo>
                <a:cubicBezTo>
                  <a:pt x="3067812" y="290688"/>
                  <a:pt x="3064886" y="292242"/>
                  <a:pt x="3061777" y="293065"/>
                </a:cubicBezTo>
                <a:cubicBezTo>
                  <a:pt x="3058577" y="293980"/>
                  <a:pt x="3055285" y="294254"/>
                  <a:pt x="3051993" y="293888"/>
                </a:cubicBezTo>
                <a:cubicBezTo>
                  <a:pt x="3048792" y="293431"/>
                  <a:pt x="3045684" y="292517"/>
                  <a:pt x="3042757" y="290871"/>
                </a:cubicBezTo>
                <a:lnTo>
                  <a:pt x="3038460" y="288402"/>
                </a:lnTo>
                <a:cubicBezTo>
                  <a:pt x="3035534" y="286847"/>
                  <a:pt x="3033065" y="284744"/>
                  <a:pt x="3031053" y="282092"/>
                </a:cubicBezTo>
                <a:cubicBezTo>
                  <a:pt x="3028950" y="279532"/>
                  <a:pt x="3027487" y="276606"/>
                  <a:pt x="3026573" y="273497"/>
                </a:cubicBezTo>
                <a:cubicBezTo>
                  <a:pt x="3025750" y="270297"/>
                  <a:pt x="3025475" y="267005"/>
                  <a:pt x="3025841" y="263804"/>
                </a:cubicBezTo>
                <a:cubicBezTo>
                  <a:pt x="3026207" y="260513"/>
                  <a:pt x="3027213" y="257404"/>
                  <a:pt x="3028859" y="254569"/>
                </a:cubicBezTo>
                <a:cubicBezTo>
                  <a:pt x="3030504" y="251643"/>
                  <a:pt x="3032608" y="249174"/>
                  <a:pt x="3035168" y="247162"/>
                </a:cubicBezTo>
                <a:cubicBezTo>
                  <a:pt x="3037728" y="245059"/>
                  <a:pt x="3040654" y="243596"/>
                  <a:pt x="3043855" y="242682"/>
                </a:cubicBezTo>
                <a:cubicBezTo>
                  <a:pt x="3047055" y="241859"/>
                  <a:pt x="3050256" y="241584"/>
                  <a:pt x="3053547" y="241950"/>
                </a:cubicBezTo>
                <a:cubicBezTo>
                  <a:pt x="3056839" y="242316"/>
                  <a:pt x="3059948" y="243322"/>
                  <a:pt x="3062783" y="244968"/>
                </a:cubicBezTo>
              </a:path>
              <a:path w="3889492" h="1195852">
                <a:moveTo>
                  <a:pt x="3071470" y="249814"/>
                </a:moveTo>
                <a:lnTo>
                  <a:pt x="3075859" y="252283"/>
                </a:lnTo>
                <a:cubicBezTo>
                  <a:pt x="3078693" y="253837"/>
                  <a:pt x="3081162" y="255941"/>
                  <a:pt x="3083265" y="258592"/>
                </a:cubicBezTo>
                <a:cubicBezTo>
                  <a:pt x="3085277" y="261153"/>
                  <a:pt x="3086740" y="264079"/>
                  <a:pt x="3087654" y="267279"/>
                </a:cubicBezTo>
                <a:cubicBezTo>
                  <a:pt x="3088569" y="270388"/>
                  <a:pt x="3088843" y="273680"/>
                  <a:pt x="3088386" y="276880"/>
                </a:cubicBezTo>
                <a:cubicBezTo>
                  <a:pt x="3088020" y="280172"/>
                  <a:pt x="3087014" y="283281"/>
                  <a:pt x="3085460" y="286207"/>
                </a:cubicBezTo>
                <a:cubicBezTo>
                  <a:pt x="3083814" y="289042"/>
                  <a:pt x="3081711" y="291511"/>
                  <a:pt x="3079059" y="293522"/>
                </a:cubicBezTo>
                <a:cubicBezTo>
                  <a:pt x="3076499" y="295626"/>
                  <a:pt x="3073573" y="297089"/>
                  <a:pt x="3070464" y="298003"/>
                </a:cubicBezTo>
                <a:cubicBezTo>
                  <a:pt x="3067263" y="298826"/>
                  <a:pt x="3064063" y="299100"/>
                  <a:pt x="3060771" y="298734"/>
                </a:cubicBezTo>
                <a:cubicBezTo>
                  <a:pt x="3057479" y="298369"/>
                  <a:pt x="3054370" y="297363"/>
                  <a:pt x="3051444" y="295717"/>
                </a:cubicBezTo>
                <a:lnTo>
                  <a:pt x="3047147" y="293248"/>
                </a:lnTo>
                <a:cubicBezTo>
                  <a:pt x="3044220" y="291694"/>
                  <a:pt x="3041752" y="289590"/>
                  <a:pt x="3039740" y="286939"/>
                </a:cubicBezTo>
                <a:cubicBezTo>
                  <a:pt x="3037728" y="284378"/>
                  <a:pt x="3036174" y="281544"/>
                  <a:pt x="3035351" y="278343"/>
                </a:cubicBezTo>
                <a:cubicBezTo>
                  <a:pt x="3034436" y="275143"/>
                  <a:pt x="3034162" y="271943"/>
                  <a:pt x="3034528" y="268651"/>
                </a:cubicBezTo>
                <a:cubicBezTo>
                  <a:pt x="3034894" y="265359"/>
                  <a:pt x="3035899" y="262250"/>
                  <a:pt x="3037545" y="259415"/>
                </a:cubicBezTo>
                <a:cubicBezTo>
                  <a:pt x="3039191" y="256489"/>
                  <a:pt x="3041294" y="254020"/>
                  <a:pt x="3043855" y="252009"/>
                </a:cubicBezTo>
                <a:cubicBezTo>
                  <a:pt x="3046506" y="249997"/>
                  <a:pt x="3049341" y="248442"/>
                  <a:pt x="3052542" y="247620"/>
                </a:cubicBezTo>
                <a:cubicBezTo>
                  <a:pt x="3055742" y="246705"/>
                  <a:pt x="3058942" y="246431"/>
                  <a:pt x="3062234" y="246797"/>
                </a:cubicBezTo>
                <a:cubicBezTo>
                  <a:pt x="3065526" y="247254"/>
                  <a:pt x="3068635" y="248260"/>
                  <a:pt x="3071470" y="249814"/>
                </a:cubicBezTo>
              </a:path>
              <a:path w="3889492" h="1195852">
                <a:moveTo>
                  <a:pt x="3080156" y="254660"/>
                </a:moveTo>
                <a:lnTo>
                  <a:pt x="3084546" y="257129"/>
                </a:lnTo>
                <a:cubicBezTo>
                  <a:pt x="3087472" y="258775"/>
                  <a:pt x="3089940" y="260878"/>
                  <a:pt x="3091952" y="263439"/>
                </a:cubicBezTo>
                <a:cubicBezTo>
                  <a:pt x="3093964" y="265999"/>
                  <a:pt x="3095427" y="268925"/>
                  <a:pt x="3096341" y="272125"/>
                </a:cubicBezTo>
                <a:cubicBezTo>
                  <a:pt x="3097256" y="275326"/>
                  <a:pt x="3097530" y="278526"/>
                  <a:pt x="3097164" y="281818"/>
                </a:cubicBezTo>
                <a:cubicBezTo>
                  <a:pt x="3096707" y="285110"/>
                  <a:pt x="3095701" y="288127"/>
                  <a:pt x="3094147" y="291054"/>
                </a:cubicBezTo>
                <a:cubicBezTo>
                  <a:pt x="3092501" y="293888"/>
                  <a:pt x="3090398" y="296357"/>
                  <a:pt x="3087837" y="298460"/>
                </a:cubicBezTo>
                <a:cubicBezTo>
                  <a:pt x="3085186" y="300472"/>
                  <a:pt x="3082351" y="301935"/>
                  <a:pt x="3079151" y="302849"/>
                </a:cubicBezTo>
                <a:cubicBezTo>
                  <a:pt x="3075950" y="303764"/>
                  <a:pt x="3072750" y="303947"/>
                  <a:pt x="3069458" y="303581"/>
                </a:cubicBezTo>
                <a:cubicBezTo>
                  <a:pt x="3066166" y="303215"/>
                  <a:pt x="3063057" y="302209"/>
                  <a:pt x="3060222" y="300563"/>
                </a:cubicBezTo>
                <a:lnTo>
                  <a:pt x="3055833" y="298186"/>
                </a:lnTo>
                <a:cubicBezTo>
                  <a:pt x="3052907" y="296540"/>
                  <a:pt x="3050438" y="294437"/>
                  <a:pt x="3048427" y="291876"/>
                </a:cubicBezTo>
                <a:cubicBezTo>
                  <a:pt x="3046415" y="289225"/>
                  <a:pt x="3044952" y="286390"/>
                  <a:pt x="3044038" y="283190"/>
                </a:cubicBezTo>
                <a:cubicBezTo>
                  <a:pt x="3043123" y="279989"/>
                  <a:pt x="3042849" y="276789"/>
                  <a:pt x="3043215" y="273497"/>
                </a:cubicBezTo>
                <a:cubicBezTo>
                  <a:pt x="3043672" y="270205"/>
                  <a:pt x="3044678" y="267096"/>
                  <a:pt x="3046232" y="264262"/>
                </a:cubicBezTo>
                <a:cubicBezTo>
                  <a:pt x="3047878" y="261336"/>
                  <a:pt x="3049981" y="258958"/>
                  <a:pt x="3052542" y="256855"/>
                </a:cubicBezTo>
                <a:cubicBezTo>
                  <a:pt x="3055193" y="254843"/>
                  <a:pt x="3058028" y="253380"/>
                  <a:pt x="3061228" y="252466"/>
                </a:cubicBezTo>
                <a:cubicBezTo>
                  <a:pt x="3064429" y="251551"/>
                  <a:pt x="3067629" y="251277"/>
                  <a:pt x="3070921" y="251734"/>
                </a:cubicBezTo>
                <a:cubicBezTo>
                  <a:pt x="3074213" y="252100"/>
                  <a:pt x="3077322" y="253106"/>
                  <a:pt x="3080156" y="254660"/>
                </a:cubicBezTo>
              </a:path>
              <a:path w="3889492" h="1195852">
                <a:moveTo>
                  <a:pt x="3088935" y="259598"/>
                </a:moveTo>
                <a:lnTo>
                  <a:pt x="3093232" y="261976"/>
                </a:lnTo>
                <a:cubicBezTo>
                  <a:pt x="3096158" y="263622"/>
                  <a:pt x="3098627" y="265725"/>
                  <a:pt x="3100639" y="268285"/>
                </a:cubicBezTo>
                <a:cubicBezTo>
                  <a:pt x="3102742" y="270937"/>
                  <a:pt x="3104205" y="273771"/>
                  <a:pt x="3105028" y="276972"/>
                </a:cubicBezTo>
                <a:cubicBezTo>
                  <a:pt x="3105942" y="280172"/>
                  <a:pt x="3106217" y="283373"/>
                  <a:pt x="3105851" y="286664"/>
                </a:cubicBezTo>
                <a:cubicBezTo>
                  <a:pt x="3105485" y="289956"/>
                  <a:pt x="3104479" y="292974"/>
                  <a:pt x="3102834" y="295900"/>
                </a:cubicBezTo>
                <a:cubicBezTo>
                  <a:pt x="3101188" y="298826"/>
                  <a:pt x="3099084" y="301203"/>
                  <a:pt x="3096524" y="303306"/>
                </a:cubicBezTo>
                <a:cubicBezTo>
                  <a:pt x="3093872" y="305318"/>
                  <a:pt x="3091038" y="306781"/>
                  <a:pt x="3087837" y="307696"/>
                </a:cubicBezTo>
                <a:cubicBezTo>
                  <a:pt x="3084637" y="308610"/>
                  <a:pt x="3081437" y="308884"/>
                  <a:pt x="3078145" y="308427"/>
                </a:cubicBezTo>
                <a:cubicBezTo>
                  <a:pt x="3074853" y="308061"/>
                  <a:pt x="3071744" y="307056"/>
                  <a:pt x="3068909" y="305501"/>
                </a:cubicBezTo>
                <a:lnTo>
                  <a:pt x="3064520" y="303032"/>
                </a:lnTo>
                <a:cubicBezTo>
                  <a:pt x="3061686" y="301386"/>
                  <a:pt x="3059217" y="299283"/>
                  <a:pt x="3057114" y="296723"/>
                </a:cubicBezTo>
                <a:cubicBezTo>
                  <a:pt x="3055102" y="294162"/>
                  <a:pt x="3053639" y="291236"/>
                  <a:pt x="3052724" y="288036"/>
                </a:cubicBezTo>
                <a:cubicBezTo>
                  <a:pt x="3051810" y="284836"/>
                  <a:pt x="3051536" y="281635"/>
                  <a:pt x="3051993" y="278343"/>
                </a:cubicBezTo>
                <a:cubicBezTo>
                  <a:pt x="3052359" y="275052"/>
                  <a:pt x="3053364" y="272034"/>
                  <a:pt x="3054919" y="269108"/>
                </a:cubicBezTo>
                <a:cubicBezTo>
                  <a:pt x="3056565" y="266273"/>
                  <a:pt x="3058668" y="263804"/>
                  <a:pt x="3061320" y="261701"/>
                </a:cubicBezTo>
                <a:cubicBezTo>
                  <a:pt x="3063880" y="259690"/>
                  <a:pt x="3066806" y="258227"/>
                  <a:pt x="3069915" y="257312"/>
                </a:cubicBezTo>
                <a:cubicBezTo>
                  <a:pt x="3073116" y="256398"/>
                  <a:pt x="3076407" y="256215"/>
                  <a:pt x="3079608" y="256581"/>
                </a:cubicBezTo>
                <a:cubicBezTo>
                  <a:pt x="3082900" y="256946"/>
                  <a:pt x="3086009" y="257952"/>
                  <a:pt x="3088935" y="259598"/>
                </a:cubicBezTo>
              </a:path>
              <a:path w="3889492" h="1195852">
                <a:moveTo>
                  <a:pt x="3097621" y="264444"/>
                </a:moveTo>
                <a:lnTo>
                  <a:pt x="3101919" y="266913"/>
                </a:lnTo>
                <a:cubicBezTo>
                  <a:pt x="3104845" y="268468"/>
                  <a:pt x="3107314" y="270571"/>
                  <a:pt x="3109326" y="273223"/>
                </a:cubicBezTo>
                <a:cubicBezTo>
                  <a:pt x="3111429" y="275783"/>
                  <a:pt x="3112892" y="278618"/>
                  <a:pt x="3113806" y="281818"/>
                </a:cubicBezTo>
                <a:cubicBezTo>
                  <a:pt x="3114629" y="285018"/>
                  <a:pt x="3114904" y="288219"/>
                  <a:pt x="3114538" y="291511"/>
                </a:cubicBezTo>
                <a:cubicBezTo>
                  <a:pt x="3114172" y="294803"/>
                  <a:pt x="3113166" y="297912"/>
                  <a:pt x="3111520" y="300746"/>
                </a:cubicBezTo>
                <a:cubicBezTo>
                  <a:pt x="3109874" y="303672"/>
                  <a:pt x="3107771" y="306141"/>
                  <a:pt x="3105211" y="308153"/>
                </a:cubicBezTo>
                <a:cubicBezTo>
                  <a:pt x="3102651" y="310164"/>
                  <a:pt x="3099725" y="311719"/>
                  <a:pt x="3096524" y="312542"/>
                </a:cubicBezTo>
                <a:cubicBezTo>
                  <a:pt x="3093324" y="313456"/>
                  <a:pt x="3090123" y="313731"/>
                  <a:pt x="3086832" y="313365"/>
                </a:cubicBezTo>
                <a:cubicBezTo>
                  <a:pt x="3083540" y="312908"/>
                  <a:pt x="3080431" y="311902"/>
                  <a:pt x="3077596" y="310347"/>
                </a:cubicBezTo>
                <a:lnTo>
                  <a:pt x="3073207" y="307878"/>
                </a:lnTo>
                <a:cubicBezTo>
                  <a:pt x="3070372" y="306324"/>
                  <a:pt x="3067903" y="304221"/>
                  <a:pt x="3065800" y="301569"/>
                </a:cubicBezTo>
                <a:cubicBezTo>
                  <a:pt x="3063789" y="299009"/>
                  <a:pt x="3062326" y="296083"/>
                  <a:pt x="3061411" y="292882"/>
                </a:cubicBezTo>
                <a:cubicBezTo>
                  <a:pt x="3060497" y="289773"/>
                  <a:pt x="3060314" y="286482"/>
                  <a:pt x="3060680" y="283281"/>
                </a:cubicBezTo>
                <a:cubicBezTo>
                  <a:pt x="3061045" y="279989"/>
                  <a:pt x="3062051" y="276880"/>
                  <a:pt x="3063697" y="273954"/>
                </a:cubicBezTo>
                <a:cubicBezTo>
                  <a:pt x="3065252" y="271120"/>
                  <a:pt x="3067355" y="268651"/>
                  <a:pt x="3070007" y="266639"/>
                </a:cubicBezTo>
                <a:cubicBezTo>
                  <a:pt x="3072567" y="264536"/>
                  <a:pt x="3075493" y="263073"/>
                  <a:pt x="3078693" y="262158"/>
                </a:cubicBezTo>
                <a:cubicBezTo>
                  <a:pt x="3081802" y="261336"/>
                  <a:pt x="3085094" y="261061"/>
                  <a:pt x="3088386" y="261427"/>
                </a:cubicBezTo>
                <a:cubicBezTo>
                  <a:pt x="3091678" y="261793"/>
                  <a:pt x="3094695" y="262799"/>
                  <a:pt x="3097621" y="264444"/>
                </a:cubicBezTo>
              </a:path>
              <a:path w="3889492" h="1195852">
                <a:moveTo>
                  <a:pt x="3106308" y="269291"/>
                </a:moveTo>
                <a:lnTo>
                  <a:pt x="3110697" y="271760"/>
                </a:lnTo>
                <a:cubicBezTo>
                  <a:pt x="3113532" y="273314"/>
                  <a:pt x="3116001" y="275417"/>
                  <a:pt x="3118104" y="278069"/>
                </a:cubicBezTo>
                <a:cubicBezTo>
                  <a:pt x="3120116" y="280629"/>
                  <a:pt x="3121579" y="283555"/>
                  <a:pt x="3122493" y="286664"/>
                </a:cubicBezTo>
                <a:cubicBezTo>
                  <a:pt x="3123408" y="289865"/>
                  <a:pt x="3123590" y="293157"/>
                  <a:pt x="3123225" y="296357"/>
                </a:cubicBezTo>
                <a:cubicBezTo>
                  <a:pt x="3122859" y="299649"/>
                  <a:pt x="3121853" y="302758"/>
                  <a:pt x="3120207" y="305592"/>
                </a:cubicBezTo>
                <a:cubicBezTo>
                  <a:pt x="3118653" y="308519"/>
                  <a:pt x="3116550" y="310987"/>
                  <a:pt x="3113898" y="312999"/>
                </a:cubicBezTo>
                <a:cubicBezTo>
                  <a:pt x="3111337" y="315102"/>
                  <a:pt x="3108411" y="316565"/>
                  <a:pt x="3105211" y="317480"/>
                </a:cubicBezTo>
                <a:cubicBezTo>
                  <a:pt x="3102102" y="318303"/>
                  <a:pt x="3098810" y="318577"/>
                  <a:pt x="3095518" y="318211"/>
                </a:cubicBezTo>
                <a:cubicBezTo>
                  <a:pt x="3092226" y="317845"/>
                  <a:pt x="3089209" y="316840"/>
                  <a:pt x="3086283" y="315194"/>
                </a:cubicBezTo>
                <a:lnTo>
                  <a:pt x="3081985" y="312725"/>
                </a:lnTo>
                <a:cubicBezTo>
                  <a:pt x="3079059" y="311170"/>
                  <a:pt x="3076590" y="309067"/>
                  <a:pt x="3074579" y="306415"/>
                </a:cubicBezTo>
                <a:cubicBezTo>
                  <a:pt x="3072475" y="303855"/>
                  <a:pt x="3071012" y="300929"/>
                  <a:pt x="3070098" y="297820"/>
                </a:cubicBezTo>
                <a:cubicBezTo>
                  <a:pt x="3069184" y="294620"/>
                  <a:pt x="3069001" y="291419"/>
                  <a:pt x="3069366" y="288127"/>
                </a:cubicBezTo>
                <a:cubicBezTo>
                  <a:pt x="3069732" y="284836"/>
                  <a:pt x="3070738" y="281727"/>
                  <a:pt x="3072384" y="278892"/>
                </a:cubicBezTo>
                <a:cubicBezTo>
                  <a:pt x="3074030" y="275966"/>
                  <a:pt x="3076133" y="273497"/>
                  <a:pt x="3078693" y="271485"/>
                </a:cubicBezTo>
                <a:cubicBezTo>
                  <a:pt x="3081254" y="269474"/>
                  <a:pt x="3084180" y="267919"/>
                  <a:pt x="3087380" y="267096"/>
                </a:cubicBezTo>
                <a:cubicBezTo>
                  <a:pt x="3090581" y="266182"/>
                  <a:pt x="3093781" y="265908"/>
                  <a:pt x="3097073" y="266273"/>
                </a:cubicBezTo>
                <a:cubicBezTo>
                  <a:pt x="3100365" y="266730"/>
                  <a:pt x="3103382" y="267645"/>
                  <a:pt x="3106308" y="269291"/>
                </a:cubicBezTo>
              </a:path>
              <a:path w="3889492" h="1195852">
                <a:moveTo>
                  <a:pt x="3114995" y="274137"/>
                </a:moveTo>
                <a:lnTo>
                  <a:pt x="3119384" y="276606"/>
                </a:lnTo>
                <a:cubicBezTo>
                  <a:pt x="3122219" y="278252"/>
                  <a:pt x="3124688" y="280355"/>
                  <a:pt x="3126791" y="282915"/>
                </a:cubicBezTo>
                <a:cubicBezTo>
                  <a:pt x="3128802" y="285476"/>
                  <a:pt x="3130266" y="288402"/>
                  <a:pt x="3131180" y="291602"/>
                </a:cubicBezTo>
                <a:cubicBezTo>
                  <a:pt x="3132094" y="294711"/>
                  <a:pt x="3132369" y="298003"/>
                  <a:pt x="3131911" y="301295"/>
                </a:cubicBezTo>
                <a:cubicBezTo>
                  <a:pt x="3131546" y="304587"/>
                  <a:pt x="3130540" y="307604"/>
                  <a:pt x="3128894" y="310530"/>
                </a:cubicBezTo>
                <a:cubicBezTo>
                  <a:pt x="3127339" y="313365"/>
                  <a:pt x="3125236" y="315834"/>
                  <a:pt x="3122585" y="317937"/>
                </a:cubicBezTo>
                <a:cubicBezTo>
                  <a:pt x="3120024" y="319949"/>
                  <a:pt x="3117098" y="321412"/>
                  <a:pt x="3113989" y="322326"/>
                </a:cubicBezTo>
                <a:cubicBezTo>
                  <a:pt x="3110789" y="323240"/>
                  <a:pt x="3107497" y="323423"/>
                  <a:pt x="3104205" y="323058"/>
                </a:cubicBezTo>
                <a:cubicBezTo>
                  <a:pt x="3101005" y="322692"/>
                  <a:pt x="3097896" y="321686"/>
                  <a:pt x="3094970" y="320040"/>
                </a:cubicBezTo>
                <a:lnTo>
                  <a:pt x="3090672" y="317663"/>
                </a:lnTo>
                <a:cubicBezTo>
                  <a:pt x="3087746" y="316017"/>
                  <a:pt x="3085277" y="313914"/>
                  <a:pt x="3083265" y="311353"/>
                </a:cubicBezTo>
                <a:cubicBezTo>
                  <a:pt x="3081162" y="308701"/>
                  <a:pt x="3079699" y="305867"/>
                  <a:pt x="3078785" y="302666"/>
                </a:cubicBezTo>
                <a:cubicBezTo>
                  <a:pt x="3077962" y="299466"/>
                  <a:pt x="3077688" y="296266"/>
                  <a:pt x="3078053" y="292974"/>
                </a:cubicBezTo>
                <a:cubicBezTo>
                  <a:pt x="3078419" y="289682"/>
                  <a:pt x="3079425" y="286573"/>
                  <a:pt x="3081071" y="283738"/>
                </a:cubicBezTo>
                <a:cubicBezTo>
                  <a:pt x="3082717" y="280812"/>
                  <a:pt x="3084820" y="278343"/>
                  <a:pt x="3087380" y="276332"/>
                </a:cubicBezTo>
                <a:cubicBezTo>
                  <a:pt x="3090032" y="274320"/>
                  <a:pt x="3092867" y="272857"/>
                  <a:pt x="3096067" y="271943"/>
                </a:cubicBezTo>
                <a:cubicBezTo>
                  <a:pt x="3099267" y="271028"/>
                  <a:pt x="3102468" y="270754"/>
                  <a:pt x="3105760" y="271211"/>
                </a:cubicBezTo>
                <a:cubicBezTo>
                  <a:pt x="3109051" y="271577"/>
                  <a:pt x="3112160" y="272583"/>
                  <a:pt x="3114995" y="274137"/>
                </a:cubicBezTo>
              </a:path>
              <a:path w="3889492" h="1195852">
                <a:moveTo>
                  <a:pt x="3123682" y="279075"/>
                </a:moveTo>
                <a:lnTo>
                  <a:pt x="3128071" y="281452"/>
                </a:lnTo>
                <a:cubicBezTo>
                  <a:pt x="3130997" y="283098"/>
                  <a:pt x="3133374" y="285201"/>
                  <a:pt x="3135478" y="287762"/>
                </a:cubicBezTo>
                <a:cubicBezTo>
                  <a:pt x="3137489" y="290413"/>
                  <a:pt x="3138952" y="293248"/>
                  <a:pt x="3139867" y="296448"/>
                </a:cubicBezTo>
                <a:cubicBezTo>
                  <a:pt x="3140781" y="299649"/>
                  <a:pt x="3141055" y="302849"/>
                  <a:pt x="3140690" y="306141"/>
                </a:cubicBezTo>
                <a:cubicBezTo>
                  <a:pt x="3140232" y="309433"/>
                  <a:pt x="3139227" y="312450"/>
                  <a:pt x="3137672" y="315377"/>
                </a:cubicBezTo>
                <a:cubicBezTo>
                  <a:pt x="3136026" y="318211"/>
                  <a:pt x="3133923" y="320680"/>
                  <a:pt x="3131363" y="322783"/>
                </a:cubicBezTo>
                <a:cubicBezTo>
                  <a:pt x="3128711" y="324795"/>
                  <a:pt x="3125876" y="326258"/>
                  <a:pt x="3122676" y="327172"/>
                </a:cubicBezTo>
                <a:cubicBezTo>
                  <a:pt x="3119476" y="328087"/>
                  <a:pt x="3116275" y="328361"/>
                  <a:pt x="3112983" y="327904"/>
                </a:cubicBezTo>
                <a:cubicBezTo>
                  <a:pt x="3109692" y="327538"/>
                  <a:pt x="3106583" y="326532"/>
                  <a:pt x="3103656" y="324978"/>
                </a:cubicBezTo>
                <a:lnTo>
                  <a:pt x="3099359" y="322509"/>
                </a:lnTo>
                <a:cubicBezTo>
                  <a:pt x="3096433" y="320863"/>
                  <a:pt x="3093964" y="318760"/>
                  <a:pt x="3091952" y="316200"/>
                </a:cubicBezTo>
                <a:cubicBezTo>
                  <a:pt x="3089940" y="313639"/>
                  <a:pt x="3088386" y="310713"/>
                  <a:pt x="3087563" y="307513"/>
                </a:cubicBezTo>
                <a:cubicBezTo>
                  <a:pt x="3086649" y="304312"/>
                  <a:pt x="3086374" y="301112"/>
                  <a:pt x="3086740" y="297820"/>
                </a:cubicBezTo>
                <a:cubicBezTo>
                  <a:pt x="3087197" y="294528"/>
                  <a:pt x="3088203" y="291511"/>
                  <a:pt x="3089758" y="288585"/>
                </a:cubicBezTo>
                <a:cubicBezTo>
                  <a:pt x="3091404" y="285750"/>
                  <a:pt x="3093507" y="283281"/>
                  <a:pt x="3096067" y="281178"/>
                </a:cubicBezTo>
                <a:cubicBezTo>
                  <a:pt x="3098719" y="279166"/>
                  <a:pt x="3101553" y="277703"/>
                  <a:pt x="3104754" y="276789"/>
                </a:cubicBezTo>
                <a:cubicBezTo>
                  <a:pt x="3107954" y="275874"/>
                  <a:pt x="3111155" y="275692"/>
                  <a:pt x="3114446" y="276057"/>
                </a:cubicBezTo>
                <a:cubicBezTo>
                  <a:pt x="3117738" y="276423"/>
                  <a:pt x="3120847" y="277429"/>
                  <a:pt x="3123682" y="279075"/>
                </a:cubicBezTo>
              </a:path>
              <a:path w="3889492" h="1195852">
                <a:moveTo>
                  <a:pt x="3132460" y="283921"/>
                </a:moveTo>
                <a:lnTo>
                  <a:pt x="3136758" y="286299"/>
                </a:lnTo>
                <a:cubicBezTo>
                  <a:pt x="3139684" y="287945"/>
                  <a:pt x="3142153" y="290048"/>
                  <a:pt x="3144164" y="292608"/>
                </a:cubicBezTo>
                <a:cubicBezTo>
                  <a:pt x="3146176" y="295260"/>
                  <a:pt x="3147731" y="298094"/>
                  <a:pt x="3148554" y="301295"/>
                </a:cubicBezTo>
                <a:cubicBezTo>
                  <a:pt x="3149468" y="304495"/>
                  <a:pt x="3149742" y="307696"/>
                  <a:pt x="3149376" y="310987"/>
                </a:cubicBezTo>
                <a:cubicBezTo>
                  <a:pt x="3148919" y="314279"/>
                  <a:pt x="3147913" y="317388"/>
                  <a:pt x="3146359" y="320223"/>
                </a:cubicBezTo>
                <a:cubicBezTo>
                  <a:pt x="3144713" y="323149"/>
                  <a:pt x="3142610" y="325618"/>
                  <a:pt x="3140050" y="327630"/>
                </a:cubicBezTo>
                <a:cubicBezTo>
                  <a:pt x="3137398" y="329641"/>
                  <a:pt x="3134563" y="331104"/>
                  <a:pt x="3131363" y="332019"/>
                </a:cubicBezTo>
                <a:cubicBezTo>
                  <a:pt x="3128162" y="332933"/>
                  <a:pt x="3124962" y="333207"/>
                  <a:pt x="3121670" y="332842"/>
                </a:cubicBezTo>
                <a:cubicBezTo>
                  <a:pt x="3118378" y="332384"/>
                  <a:pt x="3115269" y="331379"/>
                  <a:pt x="3112435" y="329824"/>
                </a:cubicBezTo>
                <a:lnTo>
                  <a:pt x="3108046" y="327355"/>
                </a:lnTo>
                <a:cubicBezTo>
                  <a:pt x="3105120" y="325709"/>
                  <a:pt x="3102742" y="323606"/>
                  <a:pt x="3100639" y="321046"/>
                </a:cubicBezTo>
                <a:cubicBezTo>
                  <a:pt x="3098627" y="318486"/>
                  <a:pt x="3097164" y="315559"/>
                  <a:pt x="3096250" y="312359"/>
                </a:cubicBezTo>
                <a:cubicBezTo>
                  <a:pt x="3095335" y="309250"/>
                  <a:pt x="3095061" y="305958"/>
                  <a:pt x="3095427" y="302666"/>
                </a:cubicBezTo>
                <a:cubicBezTo>
                  <a:pt x="3095884" y="299466"/>
                  <a:pt x="3096890" y="296357"/>
                  <a:pt x="3098444" y="293431"/>
                </a:cubicBezTo>
                <a:cubicBezTo>
                  <a:pt x="3100090" y="290596"/>
                  <a:pt x="3102193" y="288127"/>
                  <a:pt x="3104754" y="286116"/>
                </a:cubicBezTo>
                <a:cubicBezTo>
                  <a:pt x="3107406" y="284013"/>
                  <a:pt x="3110240" y="282550"/>
                  <a:pt x="3113441" y="281635"/>
                </a:cubicBezTo>
                <a:cubicBezTo>
                  <a:pt x="3116641" y="280812"/>
                  <a:pt x="3119841" y="280538"/>
                  <a:pt x="3123133" y="280904"/>
                </a:cubicBezTo>
                <a:cubicBezTo>
                  <a:pt x="3126425" y="281269"/>
                  <a:pt x="3129534" y="282275"/>
                  <a:pt x="3132460" y="283921"/>
                </a:cubicBezTo>
              </a:path>
              <a:path w="3889492" h="1195852">
                <a:moveTo>
                  <a:pt x="3141147" y="288768"/>
                </a:moveTo>
                <a:lnTo>
                  <a:pt x="3145445" y="291236"/>
                </a:lnTo>
                <a:cubicBezTo>
                  <a:pt x="3148371" y="292791"/>
                  <a:pt x="3150840" y="294894"/>
                  <a:pt x="3152851" y="297546"/>
                </a:cubicBezTo>
                <a:cubicBezTo>
                  <a:pt x="3154954" y="300106"/>
                  <a:pt x="3156417" y="303032"/>
                  <a:pt x="3157332" y="306141"/>
                </a:cubicBezTo>
                <a:cubicBezTo>
                  <a:pt x="3158155" y="309342"/>
                  <a:pt x="3158429" y="312542"/>
                  <a:pt x="3158063" y="315834"/>
                </a:cubicBezTo>
                <a:cubicBezTo>
                  <a:pt x="3157698" y="319126"/>
                  <a:pt x="3156692" y="322235"/>
                  <a:pt x="3155046" y="325069"/>
                </a:cubicBezTo>
                <a:cubicBezTo>
                  <a:pt x="3153400" y="327995"/>
                  <a:pt x="3151297" y="330464"/>
                  <a:pt x="3148736" y="332476"/>
                </a:cubicBezTo>
                <a:cubicBezTo>
                  <a:pt x="3146085" y="334579"/>
                  <a:pt x="3143250" y="336042"/>
                  <a:pt x="3140050" y="336865"/>
                </a:cubicBezTo>
                <a:cubicBezTo>
                  <a:pt x="3136849" y="337779"/>
                  <a:pt x="3133649" y="338054"/>
                  <a:pt x="3130357" y="337688"/>
                </a:cubicBezTo>
                <a:cubicBezTo>
                  <a:pt x="3127065" y="337322"/>
                  <a:pt x="3123956" y="336316"/>
                  <a:pt x="3121122" y="334670"/>
                </a:cubicBezTo>
                <a:lnTo>
                  <a:pt x="3116732" y="332202"/>
                </a:lnTo>
                <a:cubicBezTo>
                  <a:pt x="3113898" y="330647"/>
                  <a:pt x="3111429" y="328544"/>
                  <a:pt x="3109326" y="325892"/>
                </a:cubicBezTo>
                <a:cubicBezTo>
                  <a:pt x="3107314" y="323332"/>
                  <a:pt x="3105851" y="320406"/>
                  <a:pt x="3104937" y="317297"/>
                </a:cubicBezTo>
                <a:cubicBezTo>
                  <a:pt x="3104022" y="314096"/>
                  <a:pt x="3103748" y="310896"/>
                  <a:pt x="3104205" y="307604"/>
                </a:cubicBezTo>
                <a:cubicBezTo>
                  <a:pt x="3104571" y="304312"/>
                  <a:pt x="3105577" y="301203"/>
                  <a:pt x="3107223" y="298369"/>
                </a:cubicBezTo>
                <a:cubicBezTo>
                  <a:pt x="3108777" y="295443"/>
                  <a:pt x="3110880" y="292974"/>
                  <a:pt x="3113532" y="290962"/>
                </a:cubicBezTo>
                <a:cubicBezTo>
                  <a:pt x="3116092" y="288859"/>
                  <a:pt x="3119018" y="287396"/>
                  <a:pt x="3122127" y="286573"/>
                </a:cubicBezTo>
                <a:cubicBezTo>
                  <a:pt x="3125328" y="285659"/>
                  <a:pt x="3128620" y="285384"/>
                  <a:pt x="3131911" y="285750"/>
                </a:cubicBezTo>
                <a:cubicBezTo>
                  <a:pt x="3135112" y="286116"/>
                  <a:pt x="3138221" y="287122"/>
                  <a:pt x="3141147" y="288768"/>
                </a:cubicBezTo>
              </a:path>
              <a:path w="3889492" h="1195852">
                <a:moveTo>
                  <a:pt x="3149834" y="293614"/>
                </a:moveTo>
                <a:lnTo>
                  <a:pt x="3154131" y="296083"/>
                </a:lnTo>
                <a:cubicBezTo>
                  <a:pt x="3157057" y="297729"/>
                  <a:pt x="3159526" y="299832"/>
                  <a:pt x="3161538" y="302392"/>
                </a:cubicBezTo>
                <a:cubicBezTo>
                  <a:pt x="3163641" y="304952"/>
                  <a:pt x="3165104" y="307878"/>
                  <a:pt x="3166019" y="311079"/>
                </a:cubicBezTo>
                <a:cubicBezTo>
                  <a:pt x="3166933" y="314188"/>
                  <a:pt x="3167116" y="317480"/>
                  <a:pt x="3166750" y="320772"/>
                </a:cubicBezTo>
                <a:cubicBezTo>
                  <a:pt x="3166384" y="323972"/>
                  <a:pt x="3165378" y="327081"/>
                  <a:pt x="3163733" y="330007"/>
                </a:cubicBezTo>
                <a:cubicBezTo>
                  <a:pt x="3162178" y="332842"/>
                  <a:pt x="3159984" y="335310"/>
                  <a:pt x="3157423" y="337322"/>
                </a:cubicBezTo>
                <a:cubicBezTo>
                  <a:pt x="3154863" y="339425"/>
                  <a:pt x="3151937" y="340888"/>
                  <a:pt x="3148736" y="341803"/>
                </a:cubicBezTo>
                <a:cubicBezTo>
                  <a:pt x="3145536" y="342717"/>
                  <a:pt x="3142336" y="342900"/>
                  <a:pt x="3139044" y="342534"/>
                </a:cubicBezTo>
                <a:cubicBezTo>
                  <a:pt x="3135752" y="342168"/>
                  <a:pt x="3132734" y="341163"/>
                  <a:pt x="3129808" y="339517"/>
                </a:cubicBezTo>
                <a:lnTo>
                  <a:pt x="3125419" y="337139"/>
                </a:lnTo>
                <a:cubicBezTo>
                  <a:pt x="3122585" y="335493"/>
                  <a:pt x="3120116" y="333390"/>
                  <a:pt x="3118013" y="330830"/>
                </a:cubicBezTo>
                <a:cubicBezTo>
                  <a:pt x="3116001" y="328178"/>
                  <a:pt x="3114538" y="325344"/>
                  <a:pt x="3113623" y="322143"/>
                </a:cubicBezTo>
                <a:cubicBezTo>
                  <a:pt x="3112709" y="318943"/>
                  <a:pt x="3112526" y="315742"/>
                  <a:pt x="3112892" y="312450"/>
                </a:cubicBezTo>
                <a:cubicBezTo>
                  <a:pt x="3113258" y="309159"/>
                  <a:pt x="3114264" y="306050"/>
                  <a:pt x="3115909" y="303215"/>
                </a:cubicBezTo>
                <a:cubicBezTo>
                  <a:pt x="3117464" y="300289"/>
                  <a:pt x="3119567" y="297820"/>
                  <a:pt x="3122219" y="295808"/>
                </a:cubicBezTo>
                <a:cubicBezTo>
                  <a:pt x="3124779" y="293797"/>
                  <a:pt x="3127705" y="292334"/>
                  <a:pt x="3130906" y="291419"/>
                </a:cubicBezTo>
                <a:cubicBezTo>
                  <a:pt x="3134015" y="290505"/>
                  <a:pt x="3137306" y="290231"/>
                  <a:pt x="3140598" y="290596"/>
                </a:cubicBezTo>
                <a:cubicBezTo>
                  <a:pt x="3143890" y="291054"/>
                  <a:pt x="3146908" y="292059"/>
                  <a:pt x="3149834" y="293614"/>
                </a:cubicBezTo>
              </a:path>
              <a:path w="3889492" h="1195852">
                <a:moveTo>
                  <a:pt x="3158520" y="298552"/>
                </a:moveTo>
                <a:lnTo>
                  <a:pt x="3162910" y="300929"/>
                </a:lnTo>
                <a:cubicBezTo>
                  <a:pt x="3165744" y="302575"/>
                  <a:pt x="3168213" y="304678"/>
                  <a:pt x="3170316" y="307238"/>
                </a:cubicBezTo>
                <a:cubicBezTo>
                  <a:pt x="3172328" y="309890"/>
                  <a:pt x="3173791" y="312725"/>
                  <a:pt x="3174705" y="315925"/>
                </a:cubicBezTo>
                <a:cubicBezTo>
                  <a:pt x="3175620" y="319126"/>
                  <a:pt x="3175803" y="322326"/>
                  <a:pt x="3175437" y="325618"/>
                </a:cubicBezTo>
                <a:cubicBezTo>
                  <a:pt x="3175071" y="328910"/>
                  <a:pt x="3174065" y="331927"/>
                  <a:pt x="3172419" y="334853"/>
                </a:cubicBezTo>
                <a:cubicBezTo>
                  <a:pt x="3170865" y="337688"/>
                  <a:pt x="3168762" y="340157"/>
                  <a:pt x="3166110" y="342260"/>
                </a:cubicBezTo>
                <a:cubicBezTo>
                  <a:pt x="3163550" y="344272"/>
                  <a:pt x="3160624" y="345735"/>
                  <a:pt x="3157423" y="346649"/>
                </a:cubicBezTo>
                <a:cubicBezTo>
                  <a:pt x="3154314" y="347563"/>
                  <a:pt x="3151022" y="347838"/>
                  <a:pt x="3147731" y="347381"/>
                </a:cubicBezTo>
                <a:cubicBezTo>
                  <a:pt x="3144439" y="347015"/>
                  <a:pt x="3141421" y="346009"/>
                  <a:pt x="3138495" y="344363"/>
                </a:cubicBezTo>
                <a:lnTo>
                  <a:pt x="3134197" y="341986"/>
                </a:lnTo>
                <a:cubicBezTo>
                  <a:pt x="3131271" y="340340"/>
                  <a:pt x="3128802" y="338237"/>
                  <a:pt x="3126791" y="335676"/>
                </a:cubicBezTo>
                <a:cubicBezTo>
                  <a:pt x="3124688" y="333024"/>
                  <a:pt x="3123225" y="330190"/>
                  <a:pt x="3122310" y="326989"/>
                </a:cubicBezTo>
                <a:cubicBezTo>
                  <a:pt x="3121487" y="323789"/>
                  <a:pt x="3121213" y="320589"/>
                  <a:pt x="3121579" y="317297"/>
                </a:cubicBezTo>
                <a:cubicBezTo>
                  <a:pt x="3121944" y="314005"/>
                  <a:pt x="3122950" y="310987"/>
                  <a:pt x="3124596" y="308061"/>
                </a:cubicBezTo>
                <a:cubicBezTo>
                  <a:pt x="3126242" y="305227"/>
                  <a:pt x="3128345" y="302758"/>
                  <a:pt x="3130906" y="300655"/>
                </a:cubicBezTo>
                <a:cubicBezTo>
                  <a:pt x="3133466" y="298643"/>
                  <a:pt x="3136392" y="297180"/>
                  <a:pt x="3139592" y="296266"/>
                </a:cubicBezTo>
                <a:cubicBezTo>
                  <a:pt x="3142793" y="295351"/>
                  <a:pt x="3145993" y="295077"/>
                  <a:pt x="3149285" y="295534"/>
                </a:cubicBezTo>
                <a:cubicBezTo>
                  <a:pt x="3152577" y="295900"/>
                  <a:pt x="3155686" y="296906"/>
                  <a:pt x="3158520" y="298552"/>
                </a:cubicBezTo>
              </a:path>
              <a:path w="3889492" h="1195852">
                <a:moveTo>
                  <a:pt x="3167207" y="303398"/>
                </a:moveTo>
                <a:lnTo>
                  <a:pt x="3171596" y="305775"/>
                </a:lnTo>
                <a:cubicBezTo>
                  <a:pt x="3174431" y="307421"/>
                  <a:pt x="3176900" y="309524"/>
                  <a:pt x="3179003" y="312085"/>
                </a:cubicBezTo>
                <a:cubicBezTo>
                  <a:pt x="3181015" y="314736"/>
                  <a:pt x="3182478" y="317571"/>
                  <a:pt x="3183392" y="320772"/>
                </a:cubicBezTo>
                <a:cubicBezTo>
                  <a:pt x="3184307" y="323972"/>
                  <a:pt x="3184581" y="327172"/>
                  <a:pt x="3184124" y="330464"/>
                </a:cubicBezTo>
                <a:cubicBezTo>
                  <a:pt x="3183758" y="333756"/>
                  <a:pt x="3182752" y="336865"/>
                  <a:pt x="3181198" y="339700"/>
                </a:cubicBezTo>
                <a:cubicBezTo>
                  <a:pt x="3179552" y="342626"/>
                  <a:pt x="3177449" y="345095"/>
                  <a:pt x="3174797" y="347106"/>
                </a:cubicBezTo>
                <a:cubicBezTo>
                  <a:pt x="3172236" y="349118"/>
                  <a:pt x="3169310" y="350581"/>
                  <a:pt x="3166201" y="351495"/>
                </a:cubicBezTo>
                <a:cubicBezTo>
                  <a:pt x="3163001" y="352410"/>
                  <a:pt x="3159709" y="352684"/>
                  <a:pt x="3156509" y="352318"/>
                </a:cubicBezTo>
                <a:cubicBezTo>
                  <a:pt x="3153217" y="351861"/>
                  <a:pt x="3150108" y="350855"/>
                  <a:pt x="3147182" y="349301"/>
                </a:cubicBezTo>
                <a:lnTo>
                  <a:pt x="3142884" y="346832"/>
                </a:lnTo>
                <a:cubicBezTo>
                  <a:pt x="3139958" y="345186"/>
                  <a:pt x="3137489" y="343083"/>
                  <a:pt x="3135478" y="340523"/>
                </a:cubicBezTo>
                <a:cubicBezTo>
                  <a:pt x="3133374" y="337962"/>
                  <a:pt x="3131911" y="335036"/>
                  <a:pt x="3131088" y="331836"/>
                </a:cubicBezTo>
                <a:cubicBezTo>
                  <a:pt x="3130174" y="328727"/>
                  <a:pt x="3129900" y="325435"/>
                  <a:pt x="3130266" y="322143"/>
                </a:cubicBezTo>
                <a:cubicBezTo>
                  <a:pt x="3130631" y="318943"/>
                  <a:pt x="3131637" y="315834"/>
                  <a:pt x="3133283" y="312908"/>
                </a:cubicBezTo>
                <a:cubicBezTo>
                  <a:pt x="3134929" y="310073"/>
                  <a:pt x="3137032" y="307604"/>
                  <a:pt x="3139592" y="305592"/>
                </a:cubicBezTo>
                <a:cubicBezTo>
                  <a:pt x="3142244" y="303489"/>
                  <a:pt x="3145079" y="302026"/>
                  <a:pt x="3148279" y="301112"/>
                </a:cubicBezTo>
                <a:cubicBezTo>
                  <a:pt x="3151480" y="300198"/>
                  <a:pt x="3154680" y="300015"/>
                  <a:pt x="3157972" y="300380"/>
                </a:cubicBezTo>
                <a:cubicBezTo>
                  <a:pt x="3161264" y="300746"/>
                  <a:pt x="3164373" y="301752"/>
                  <a:pt x="3167207" y="303398"/>
                </a:cubicBezTo>
              </a:path>
              <a:path w="3889492" h="1195852">
                <a:moveTo>
                  <a:pt x="3175894" y="308244"/>
                </a:moveTo>
                <a:lnTo>
                  <a:pt x="3180283" y="310713"/>
                </a:lnTo>
                <a:cubicBezTo>
                  <a:pt x="3183209" y="312268"/>
                  <a:pt x="3185678" y="314371"/>
                  <a:pt x="3187690" y="317022"/>
                </a:cubicBezTo>
                <a:cubicBezTo>
                  <a:pt x="3189702" y="319583"/>
                  <a:pt x="3191165" y="322509"/>
                  <a:pt x="3192079" y="325618"/>
                </a:cubicBezTo>
                <a:cubicBezTo>
                  <a:pt x="3192993" y="328818"/>
                  <a:pt x="3193268" y="332019"/>
                  <a:pt x="3192902" y="335310"/>
                </a:cubicBezTo>
                <a:cubicBezTo>
                  <a:pt x="3192445" y="338602"/>
                  <a:pt x="3191439" y="341711"/>
                  <a:pt x="3189884" y="344546"/>
                </a:cubicBezTo>
                <a:cubicBezTo>
                  <a:pt x="3188238" y="347472"/>
                  <a:pt x="3186135" y="349941"/>
                  <a:pt x="3183575" y="351953"/>
                </a:cubicBezTo>
                <a:cubicBezTo>
                  <a:pt x="3180923" y="354056"/>
                  <a:pt x="3178089" y="355519"/>
                  <a:pt x="3174888" y="356342"/>
                </a:cubicBezTo>
                <a:cubicBezTo>
                  <a:pt x="3171688" y="357256"/>
                  <a:pt x="3168487" y="357530"/>
                  <a:pt x="3165196" y="357165"/>
                </a:cubicBezTo>
                <a:cubicBezTo>
                  <a:pt x="3161904" y="356799"/>
                  <a:pt x="3158795" y="355793"/>
                  <a:pt x="3155960" y="354147"/>
                </a:cubicBezTo>
                <a:lnTo>
                  <a:pt x="3151571" y="351678"/>
                </a:lnTo>
                <a:cubicBezTo>
                  <a:pt x="3148645" y="350124"/>
                  <a:pt x="3146176" y="348021"/>
                  <a:pt x="3144164" y="345369"/>
                </a:cubicBezTo>
                <a:cubicBezTo>
                  <a:pt x="3142153" y="342809"/>
                  <a:pt x="3140690" y="339882"/>
                  <a:pt x="3139775" y="336774"/>
                </a:cubicBezTo>
                <a:cubicBezTo>
                  <a:pt x="3138861" y="333573"/>
                  <a:pt x="3138587" y="330373"/>
                  <a:pt x="3138952" y="327081"/>
                </a:cubicBezTo>
                <a:cubicBezTo>
                  <a:pt x="3139410" y="323789"/>
                  <a:pt x="3140415" y="320680"/>
                  <a:pt x="3141970" y="317845"/>
                </a:cubicBezTo>
                <a:cubicBezTo>
                  <a:pt x="3143616" y="314919"/>
                  <a:pt x="3145719" y="312450"/>
                  <a:pt x="3148279" y="310439"/>
                </a:cubicBezTo>
                <a:cubicBezTo>
                  <a:pt x="3150931" y="308336"/>
                  <a:pt x="3153766" y="306873"/>
                  <a:pt x="3156966" y="305958"/>
                </a:cubicBezTo>
                <a:cubicBezTo>
                  <a:pt x="3160166" y="305135"/>
                  <a:pt x="3163367" y="304861"/>
                  <a:pt x="3166659" y="305227"/>
                </a:cubicBezTo>
                <a:cubicBezTo>
                  <a:pt x="3169950" y="305592"/>
                  <a:pt x="3173059" y="306598"/>
                  <a:pt x="3175894" y="308244"/>
                </a:cubicBezTo>
              </a:path>
              <a:path w="3889492" h="1195852">
                <a:moveTo>
                  <a:pt x="3184672" y="313091"/>
                </a:moveTo>
                <a:lnTo>
                  <a:pt x="3188970" y="315559"/>
                </a:lnTo>
                <a:cubicBezTo>
                  <a:pt x="3191896" y="317114"/>
                  <a:pt x="3194365" y="319217"/>
                  <a:pt x="3196377" y="321869"/>
                </a:cubicBezTo>
                <a:cubicBezTo>
                  <a:pt x="3198388" y="324429"/>
                  <a:pt x="3199943" y="327355"/>
                  <a:pt x="3200766" y="330556"/>
                </a:cubicBezTo>
                <a:cubicBezTo>
                  <a:pt x="3201680" y="333665"/>
                  <a:pt x="3201954" y="336956"/>
                  <a:pt x="3201589" y="340248"/>
                </a:cubicBezTo>
                <a:cubicBezTo>
                  <a:pt x="3201223" y="343449"/>
                  <a:pt x="3200217" y="346558"/>
                  <a:pt x="3198571" y="349484"/>
                </a:cubicBezTo>
                <a:cubicBezTo>
                  <a:pt x="3196925" y="352318"/>
                  <a:pt x="3194822" y="354787"/>
                  <a:pt x="3192262" y="356799"/>
                </a:cubicBezTo>
                <a:cubicBezTo>
                  <a:pt x="3189610" y="358902"/>
                  <a:pt x="3186775" y="360365"/>
                  <a:pt x="3183575" y="361279"/>
                </a:cubicBezTo>
                <a:cubicBezTo>
                  <a:pt x="3180375" y="362102"/>
                  <a:pt x="3177174" y="362377"/>
                  <a:pt x="3173882" y="362011"/>
                </a:cubicBezTo>
                <a:cubicBezTo>
                  <a:pt x="3170591" y="361645"/>
                  <a:pt x="3167482" y="360639"/>
                  <a:pt x="3164647" y="358993"/>
                </a:cubicBezTo>
                <a:lnTo>
                  <a:pt x="3160258" y="356616"/>
                </a:lnTo>
                <a:cubicBezTo>
                  <a:pt x="3157423" y="354970"/>
                  <a:pt x="3154954" y="352867"/>
                  <a:pt x="3152851" y="350307"/>
                </a:cubicBezTo>
                <a:cubicBezTo>
                  <a:pt x="3150840" y="347655"/>
                  <a:pt x="3149376" y="344820"/>
                  <a:pt x="3148462" y="341620"/>
                </a:cubicBezTo>
                <a:cubicBezTo>
                  <a:pt x="3147548" y="338419"/>
                  <a:pt x="3147273" y="335219"/>
                  <a:pt x="3147731" y="331927"/>
                </a:cubicBezTo>
                <a:cubicBezTo>
                  <a:pt x="3148096" y="328635"/>
                  <a:pt x="3149102" y="325526"/>
                  <a:pt x="3150657" y="322692"/>
                </a:cubicBezTo>
                <a:cubicBezTo>
                  <a:pt x="3152303" y="319766"/>
                  <a:pt x="3154406" y="317297"/>
                  <a:pt x="3157057" y="315285"/>
                </a:cubicBezTo>
                <a:cubicBezTo>
                  <a:pt x="3159618" y="313273"/>
                  <a:pt x="3162544" y="311810"/>
                  <a:pt x="3165653" y="310896"/>
                </a:cubicBezTo>
                <a:cubicBezTo>
                  <a:pt x="3168853" y="309982"/>
                  <a:pt x="3172054" y="309707"/>
                  <a:pt x="3175345" y="310073"/>
                </a:cubicBezTo>
                <a:cubicBezTo>
                  <a:pt x="3178637" y="310530"/>
                  <a:pt x="3181746" y="311536"/>
                  <a:pt x="3184672" y="313091"/>
                </a:cubicBezTo>
              </a:path>
              <a:path w="3889492" h="1195852">
                <a:moveTo>
                  <a:pt x="3193359" y="317937"/>
                </a:moveTo>
                <a:lnTo>
                  <a:pt x="3197657" y="320406"/>
                </a:lnTo>
                <a:cubicBezTo>
                  <a:pt x="3200583" y="322052"/>
                  <a:pt x="3203052" y="324155"/>
                  <a:pt x="3205063" y="326715"/>
                </a:cubicBezTo>
                <a:cubicBezTo>
                  <a:pt x="3207167" y="329275"/>
                  <a:pt x="3208630" y="332202"/>
                  <a:pt x="3209544" y="335402"/>
                </a:cubicBezTo>
                <a:cubicBezTo>
                  <a:pt x="3210367" y="338602"/>
                  <a:pt x="3210641" y="341803"/>
                  <a:pt x="3210276" y="345095"/>
                </a:cubicBezTo>
                <a:cubicBezTo>
                  <a:pt x="3209910" y="348386"/>
                  <a:pt x="3208904" y="351404"/>
                  <a:pt x="3207258" y="354330"/>
                </a:cubicBezTo>
                <a:cubicBezTo>
                  <a:pt x="3205612" y="357165"/>
                  <a:pt x="3203509" y="359634"/>
                  <a:pt x="3200949" y="361737"/>
                </a:cubicBezTo>
                <a:cubicBezTo>
                  <a:pt x="3198388" y="363748"/>
                  <a:pt x="3195462" y="365211"/>
                  <a:pt x="3192262" y="366126"/>
                </a:cubicBezTo>
                <a:cubicBezTo>
                  <a:pt x="3189061" y="367040"/>
                  <a:pt x="3185861" y="367223"/>
                  <a:pt x="3182569" y="366857"/>
                </a:cubicBezTo>
                <a:cubicBezTo>
                  <a:pt x="3179277" y="366492"/>
                  <a:pt x="3176168" y="365486"/>
                  <a:pt x="3173334" y="363840"/>
                </a:cubicBezTo>
                <a:lnTo>
                  <a:pt x="3168945" y="361462"/>
                </a:lnTo>
                <a:cubicBezTo>
                  <a:pt x="3166110" y="359816"/>
                  <a:pt x="3163641" y="357713"/>
                  <a:pt x="3161538" y="355153"/>
                </a:cubicBezTo>
                <a:cubicBezTo>
                  <a:pt x="3159526" y="352501"/>
                  <a:pt x="3158063" y="349667"/>
                  <a:pt x="3157149" y="346466"/>
                </a:cubicBezTo>
                <a:cubicBezTo>
                  <a:pt x="3156234" y="343266"/>
                  <a:pt x="3155960" y="340065"/>
                  <a:pt x="3156417" y="336774"/>
                </a:cubicBezTo>
                <a:cubicBezTo>
                  <a:pt x="3156783" y="333482"/>
                  <a:pt x="3157789" y="330464"/>
                  <a:pt x="3159435" y="327538"/>
                </a:cubicBezTo>
                <a:cubicBezTo>
                  <a:pt x="3160989" y="324703"/>
                  <a:pt x="3163092" y="322235"/>
                  <a:pt x="3165744" y="320131"/>
                </a:cubicBezTo>
                <a:cubicBezTo>
                  <a:pt x="3168305" y="318120"/>
                  <a:pt x="3171231" y="316657"/>
                  <a:pt x="3174431" y="315742"/>
                </a:cubicBezTo>
                <a:cubicBezTo>
                  <a:pt x="3177540" y="314828"/>
                  <a:pt x="3180832" y="314554"/>
                  <a:pt x="3184124" y="315011"/>
                </a:cubicBezTo>
                <a:cubicBezTo>
                  <a:pt x="3187324" y="315377"/>
                  <a:pt x="3190433" y="316382"/>
                  <a:pt x="3193359" y="317937"/>
                </a:cubicBezTo>
              </a:path>
              <a:path w="3889492" h="1195852">
                <a:moveTo>
                  <a:pt x="3202046" y="322875"/>
                </a:moveTo>
                <a:lnTo>
                  <a:pt x="3206435" y="325252"/>
                </a:lnTo>
                <a:cubicBezTo>
                  <a:pt x="3209270" y="326898"/>
                  <a:pt x="3211739" y="329001"/>
                  <a:pt x="3213750" y="331561"/>
                </a:cubicBezTo>
                <a:cubicBezTo>
                  <a:pt x="3215853" y="334213"/>
                  <a:pt x="3217316" y="337048"/>
                  <a:pt x="3218231" y="340248"/>
                </a:cubicBezTo>
                <a:cubicBezTo>
                  <a:pt x="3219145" y="343449"/>
                  <a:pt x="3219328" y="346649"/>
                  <a:pt x="3218962" y="349941"/>
                </a:cubicBezTo>
                <a:cubicBezTo>
                  <a:pt x="3218597" y="353233"/>
                  <a:pt x="3217591" y="356342"/>
                  <a:pt x="3215945" y="359176"/>
                </a:cubicBezTo>
                <a:cubicBezTo>
                  <a:pt x="3214390" y="362102"/>
                  <a:pt x="3212287" y="364571"/>
                  <a:pt x="3209635" y="366583"/>
                </a:cubicBezTo>
                <a:cubicBezTo>
                  <a:pt x="3207075" y="368595"/>
                  <a:pt x="3204149" y="370058"/>
                  <a:pt x="3200949" y="370972"/>
                </a:cubicBezTo>
                <a:cubicBezTo>
                  <a:pt x="3197840" y="371886"/>
                  <a:pt x="3194548" y="372161"/>
                  <a:pt x="3191256" y="371704"/>
                </a:cubicBezTo>
                <a:cubicBezTo>
                  <a:pt x="3187964" y="371338"/>
                  <a:pt x="3184947" y="370332"/>
                  <a:pt x="3182021" y="368778"/>
                </a:cubicBezTo>
                <a:lnTo>
                  <a:pt x="3177631" y="366309"/>
                </a:lnTo>
                <a:cubicBezTo>
                  <a:pt x="3174797" y="364663"/>
                  <a:pt x="3172328" y="362560"/>
                  <a:pt x="3170316" y="359999"/>
                </a:cubicBezTo>
                <a:cubicBezTo>
                  <a:pt x="3168213" y="357439"/>
                  <a:pt x="3166750" y="354513"/>
                  <a:pt x="3165836" y="351312"/>
                </a:cubicBezTo>
                <a:cubicBezTo>
                  <a:pt x="3164921" y="348204"/>
                  <a:pt x="3164738" y="344912"/>
                  <a:pt x="3165104" y="341620"/>
                </a:cubicBezTo>
                <a:cubicBezTo>
                  <a:pt x="3165470" y="338328"/>
                  <a:pt x="3166476" y="335310"/>
                  <a:pt x="3168122" y="332384"/>
                </a:cubicBezTo>
                <a:cubicBezTo>
                  <a:pt x="3169676" y="329550"/>
                  <a:pt x="3171779" y="327081"/>
                  <a:pt x="3174431" y="324978"/>
                </a:cubicBezTo>
                <a:cubicBezTo>
                  <a:pt x="3176991" y="322966"/>
                  <a:pt x="3179917" y="321503"/>
                  <a:pt x="3183118" y="320589"/>
                </a:cubicBezTo>
                <a:cubicBezTo>
                  <a:pt x="3186227" y="319674"/>
                  <a:pt x="3189519" y="319491"/>
                  <a:pt x="3192810" y="319857"/>
                </a:cubicBezTo>
                <a:cubicBezTo>
                  <a:pt x="3196102" y="320223"/>
                  <a:pt x="3199120" y="321229"/>
                  <a:pt x="3202046" y="322875"/>
                </a:cubicBezTo>
              </a:path>
              <a:path w="3889492" h="1195852">
                <a:moveTo>
                  <a:pt x="3210733" y="327721"/>
                </a:moveTo>
                <a:lnTo>
                  <a:pt x="3215122" y="330190"/>
                </a:lnTo>
                <a:cubicBezTo>
                  <a:pt x="3217956" y="331744"/>
                  <a:pt x="3220425" y="333847"/>
                  <a:pt x="3222528" y="336499"/>
                </a:cubicBezTo>
                <a:cubicBezTo>
                  <a:pt x="3224540" y="339060"/>
                  <a:pt x="3226003" y="341986"/>
                  <a:pt x="3226918" y="345095"/>
                </a:cubicBezTo>
                <a:cubicBezTo>
                  <a:pt x="3227832" y="348295"/>
                  <a:pt x="3228106" y="351495"/>
                  <a:pt x="3227649" y="354787"/>
                </a:cubicBezTo>
                <a:cubicBezTo>
                  <a:pt x="3227283" y="358079"/>
                  <a:pt x="3226278" y="361188"/>
                  <a:pt x="3224632" y="364023"/>
                </a:cubicBezTo>
                <a:cubicBezTo>
                  <a:pt x="3223077" y="366949"/>
                  <a:pt x="3220974" y="369418"/>
                  <a:pt x="3218322" y="371429"/>
                </a:cubicBezTo>
                <a:cubicBezTo>
                  <a:pt x="3215762" y="373441"/>
                  <a:pt x="3212836" y="374995"/>
                  <a:pt x="3209727" y="375818"/>
                </a:cubicBezTo>
                <a:cubicBezTo>
                  <a:pt x="3206526" y="376733"/>
                  <a:pt x="3203235" y="377007"/>
                  <a:pt x="3199943" y="376641"/>
                </a:cubicBezTo>
                <a:cubicBezTo>
                  <a:pt x="3196742" y="376184"/>
                  <a:pt x="3193633" y="375270"/>
                  <a:pt x="3190707" y="373624"/>
                </a:cubicBezTo>
                <a:lnTo>
                  <a:pt x="3186410" y="371155"/>
                </a:lnTo>
                <a:cubicBezTo>
                  <a:pt x="3183484" y="369600"/>
                  <a:pt x="3181015" y="367497"/>
                  <a:pt x="3179003" y="364846"/>
                </a:cubicBezTo>
                <a:cubicBezTo>
                  <a:pt x="3176900" y="362285"/>
                  <a:pt x="3175437" y="359359"/>
                  <a:pt x="3174522" y="356250"/>
                </a:cubicBezTo>
                <a:cubicBezTo>
                  <a:pt x="3173700" y="353050"/>
                  <a:pt x="3173425" y="349758"/>
                  <a:pt x="3173791" y="346558"/>
                </a:cubicBezTo>
                <a:cubicBezTo>
                  <a:pt x="3174157" y="343266"/>
                  <a:pt x="3175163" y="340157"/>
                  <a:pt x="3176808" y="337322"/>
                </a:cubicBezTo>
                <a:cubicBezTo>
                  <a:pt x="3178454" y="334396"/>
                  <a:pt x="3180558" y="331927"/>
                  <a:pt x="3183118" y="329916"/>
                </a:cubicBezTo>
                <a:cubicBezTo>
                  <a:pt x="3185678" y="327812"/>
                  <a:pt x="3188604" y="326349"/>
                  <a:pt x="3191805" y="325435"/>
                </a:cubicBezTo>
                <a:cubicBezTo>
                  <a:pt x="3195005" y="324612"/>
                  <a:pt x="3198205" y="324338"/>
                  <a:pt x="3201497" y="324703"/>
                </a:cubicBezTo>
                <a:cubicBezTo>
                  <a:pt x="3204789" y="325069"/>
                  <a:pt x="3207898" y="326075"/>
                  <a:pt x="3210733" y="327721"/>
                </a:cubicBezTo>
              </a:path>
              <a:path w="3889492" h="1195852">
                <a:moveTo>
                  <a:pt x="3219420" y="332567"/>
                </a:moveTo>
                <a:lnTo>
                  <a:pt x="3223809" y="335036"/>
                </a:lnTo>
                <a:cubicBezTo>
                  <a:pt x="3226643" y="336591"/>
                  <a:pt x="3229112" y="338694"/>
                  <a:pt x="3231215" y="341346"/>
                </a:cubicBezTo>
                <a:cubicBezTo>
                  <a:pt x="3233227" y="343906"/>
                  <a:pt x="3234690" y="346832"/>
                  <a:pt x="3235604" y="350032"/>
                </a:cubicBezTo>
                <a:cubicBezTo>
                  <a:pt x="3236519" y="353141"/>
                  <a:pt x="3236793" y="356433"/>
                  <a:pt x="3236336" y="359634"/>
                </a:cubicBezTo>
                <a:cubicBezTo>
                  <a:pt x="3235970" y="362925"/>
                  <a:pt x="3234964" y="366034"/>
                  <a:pt x="3233410" y="368960"/>
                </a:cubicBezTo>
                <a:cubicBezTo>
                  <a:pt x="3231764" y="371795"/>
                  <a:pt x="3229661" y="374264"/>
                  <a:pt x="3227009" y="376276"/>
                </a:cubicBezTo>
                <a:cubicBezTo>
                  <a:pt x="3224449" y="378379"/>
                  <a:pt x="3221523" y="379842"/>
                  <a:pt x="3218414" y="380756"/>
                </a:cubicBezTo>
                <a:cubicBezTo>
                  <a:pt x="3215213" y="381579"/>
                  <a:pt x="3212013" y="381853"/>
                  <a:pt x="3208721" y="381488"/>
                </a:cubicBezTo>
                <a:cubicBezTo>
                  <a:pt x="3205429" y="381122"/>
                  <a:pt x="3202320" y="380116"/>
                  <a:pt x="3199394" y="378470"/>
                </a:cubicBezTo>
                <a:lnTo>
                  <a:pt x="3195096" y="376001"/>
                </a:lnTo>
                <a:cubicBezTo>
                  <a:pt x="3192170" y="374447"/>
                  <a:pt x="3189702" y="372344"/>
                  <a:pt x="3187690" y="369692"/>
                </a:cubicBezTo>
                <a:cubicBezTo>
                  <a:pt x="3185678" y="367132"/>
                  <a:pt x="3184124" y="364297"/>
                  <a:pt x="3183301" y="361097"/>
                </a:cubicBezTo>
                <a:cubicBezTo>
                  <a:pt x="3182386" y="357896"/>
                  <a:pt x="3182112" y="354696"/>
                  <a:pt x="3182478" y="351404"/>
                </a:cubicBezTo>
                <a:cubicBezTo>
                  <a:pt x="3182844" y="348112"/>
                  <a:pt x="3183849" y="345003"/>
                  <a:pt x="3185495" y="342168"/>
                </a:cubicBezTo>
                <a:cubicBezTo>
                  <a:pt x="3187141" y="339242"/>
                  <a:pt x="3189244" y="336774"/>
                  <a:pt x="3191805" y="334762"/>
                </a:cubicBezTo>
                <a:cubicBezTo>
                  <a:pt x="3194456" y="332750"/>
                  <a:pt x="3197291" y="331196"/>
                  <a:pt x="3200491" y="330373"/>
                </a:cubicBezTo>
                <a:cubicBezTo>
                  <a:pt x="3203692" y="329458"/>
                  <a:pt x="3206892" y="329184"/>
                  <a:pt x="3210184" y="329550"/>
                </a:cubicBezTo>
                <a:cubicBezTo>
                  <a:pt x="3213476" y="330007"/>
                  <a:pt x="3216585" y="331013"/>
                  <a:pt x="3219420" y="332567"/>
                </a:cubicBezTo>
              </a:path>
              <a:path w="3889492" h="1195852">
                <a:moveTo>
                  <a:pt x="3228106" y="337414"/>
                </a:moveTo>
                <a:lnTo>
                  <a:pt x="3232495" y="339882"/>
                </a:lnTo>
                <a:cubicBezTo>
                  <a:pt x="3235422" y="341528"/>
                  <a:pt x="3237890" y="343632"/>
                  <a:pt x="3239902" y="346192"/>
                </a:cubicBezTo>
                <a:cubicBezTo>
                  <a:pt x="3241914" y="348752"/>
                  <a:pt x="3243377" y="351678"/>
                  <a:pt x="3244291" y="354879"/>
                </a:cubicBezTo>
                <a:cubicBezTo>
                  <a:pt x="3245206" y="357988"/>
                  <a:pt x="3245480" y="361279"/>
                  <a:pt x="3245114" y="364571"/>
                </a:cubicBezTo>
                <a:cubicBezTo>
                  <a:pt x="3244657" y="367863"/>
                  <a:pt x="3243651" y="370881"/>
                  <a:pt x="3242097" y="373807"/>
                </a:cubicBezTo>
                <a:cubicBezTo>
                  <a:pt x="3240451" y="376641"/>
                  <a:pt x="3238348" y="379110"/>
                  <a:pt x="3235787" y="381213"/>
                </a:cubicBezTo>
                <a:cubicBezTo>
                  <a:pt x="3233136" y="383225"/>
                  <a:pt x="3230301" y="384688"/>
                  <a:pt x="3227100" y="385602"/>
                </a:cubicBezTo>
                <a:cubicBezTo>
                  <a:pt x="3223900" y="386517"/>
                  <a:pt x="3220700" y="386700"/>
                  <a:pt x="3217408" y="386334"/>
                </a:cubicBezTo>
                <a:cubicBezTo>
                  <a:pt x="3214116" y="385968"/>
                  <a:pt x="3211007" y="384962"/>
                  <a:pt x="3208172" y="383316"/>
                </a:cubicBezTo>
                <a:lnTo>
                  <a:pt x="3203783" y="380939"/>
                </a:lnTo>
                <a:cubicBezTo>
                  <a:pt x="3200857" y="379293"/>
                  <a:pt x="3198388" y="377190"/>
                  <a:pt x="3196377" y="374630"/>
                </a:cubicBezTo>
                <a:cubicBezTo>
                  <a:pt x="3194365" y="371978"/>
                  <a:pt x="3192902" y="369143"/>
                  <a:pt x="3191988" y="365943"/>
                </a:cubicBezTo>
                <a:cubicBezTo>
                  <a:pt x="3191073" y="362742"/>
                  <a:pt x="3190799" y="359542"/>
                  <a:pt x="3191165" y="356250"/>
                </a:cubicBezTo>
                <a:cubicBezTo>
                  <a:pt x="3191622" y="352958"/>
                  <a:pt x="3192628" y="349849"/>
                  <a:pt x="3194182" y="347015"/>
                </a:cubicBezTo>
                <a:cubicBezTo>
                  <a:pt x="3195828" y="344089"/>
                  <a:pt x="3197931" y="341711"/>
                  <a:pt x="3200491" y="339608"/>
                </a:cubicBezTo>
                <a:cubicBezTo>
                  <a:pt x="3203143" y="337596"/>
                  <a:pt x="3205978" y="336133"/>
                  <a:pt x="3209178" y="335219"/>
                </a:cubicBezTo>
                <a:cubicBezTo>
                  <a:pt x="3212379" y="334305"/>
                  <a:pt x="3215579" y="334030"/>
                  <a:pt x="3218871" y="334488"/>
                </a:cubicBezTo>
                <a:cubicBezTo>
                  <a:pt x="3222163" y="334853"/>
                  <a:pt x="3225272" y="335859"/>
                  <a:pt x="3228106" y="337414"/>
                </a:cubicBezTo>
              </a:path>
              <a:path w="3889492" h="1195852">
                <a:moveTo>
                  <a:pt x="3236885" y="342351"/>
                </a:moveTo>
                <a:lnTo>
                  <a:pt x="3241182" y="344729"/>
                </a:lnTo>
                <a:cubicBezTo>
                  <a:pt x="3244108" y="346375"/>
                  <a:pt x="3246577" y="348478"/>
                  <a:pt x="3248589" y="351038"/>
                </a:cubicBezTo>
                <a:cubicBezTo>
                  <a:pt x="3250692" y="353690"/>
                  <a:pt x="3252155" y="356525"/>
                  <a:pt x="3252978" y="359725"/>
                </a:cubicBezTo>
                <a:cubicBezTo>
                  <a:pt x="3253892" y="362925"/>
                  <a:pt x="3254167" y="366126"/>
                  <a:pt x="3253801" y="369418"/>
                </a:cubicBezTo>
                <a:cubicBezTo>
                  <a:pt x="3253435" y="372709"/>
                  <a:pt x="3252429" y="375727"/>
                  <a:pt x="3250783" y="378653"/>
                </a:cubicBezTo>
                <a:cubicBezTo>
                  <a:pt x="3249138" y="381579"/>
                  <a:pt x="3247034" y="383957"/>
                  <a:pt x="3244474" y="386060"/>
                </a:cubicBezTo>
                <a:cubicBezTo>
                  <a:pt x="3241822" y="388071"/>
                  <a:pt x="3238988" y="389534"/>
                  <a:pt x="3235787" y="390449"/>
                </a:cubicBezTo>
                <a:cubicBezTo>
                  <a:pt x="3232587" y="391363"/>
                  <a:pt x="3229386" y="391638"/>
                  <a:pt x="3226095" y="391180"/>
                </a:cubicBezTo>
                <a:cubicBezTo>
                  <a:pt x="3222803" y="390815"/>
                  <a:pt x="3219694" y="389809"/>
                  <a:pt x="3216859" y="388254"/>
                </a:cubicBezTo>
                <a:lnTo>
                  <a:pt x="3212470" y="385785"/>
                </a:lnTo>
                <a:cubicBezTo>
                  <a:pt x="3209635" y="384139"/>
                  <a:pt x="3207167" y="382036"/>
                  <a:pt x="3205063" y="379476"/>
                </a:cubicBezTo>
                <a:cubicBezTo>
                  <a:pt x="3203052" y="376916"/>
                  <a:pt x="3201589" y="373990"/>
                  <a:pt x="3200674" y="370789"/>
                </a:cubicBezTo>
                <a:cubicBezTo>
                  <a:pt x="3199760" y="367589"/>
                  <a:pt x="3199486" y="364388"/>
                  <a:pt x="3199943" y="361097"/>
                </a:cubicBezTo>
                <a:cubicBezTo>
                  <a:pt x="3200309" y="357805"/>
                  <a:pt x="3201314" y="354787"/>
                  <a:pt x="3202869" y="351861"/>
                </a:cubicBezTo>
                <a:cubicBezTo>
                  <a:pt x="3204515" y="349026"/>
                  <a:pt x="3206618" y="346558"/>
                  <a:pt x="3209270" y="344454"/>
                </a:cubicBezTo>
                <a:cubicBezTo>
                  <a:pt x="3211830" y="342443"/>
                  <a:pt x="3214756" y="340980"/>
                  <a:pt x="3217865" y="340065"/>
                </a:cubicBezTo>
                <a:cubicBezTo>
                  <a:pt x="3221065" y="339151"/>
                  <a:pt x="3224357" y="338968"/>
                  <a:pt x="3227558" y="339334"/>
                </a:cubicBezTo>
                <a:cubicBezTo>
                  <a:pt x="3230850" y="339700"/>
                  <a:pt x="3233958" y="340705"/>
                  <a:pt x="3236885" y="342351"/>
                </a:cubicBezTo>
              </a:path>
              <a:path w="3889492" h="1195852">
                <a:moveTo>
                  <a:pt x="3245571" y="347198"/>
                </a:moveTo>
                <a:lnTo>
                  <a:pt x="3249869" y="349575"/>
                </a:lnTo>
                <a:cubicBezTo>
                  <a:pt x="3252795" y="351221"/>
                  <a:pt x="3255264" y="353324"/>
                  <a:pt x="3257276" y="355976"/>
                </a:cubicBezTo>
                <a:cubicBezTo>
                  <a:pt x="3259379" y="358536"/>
                  <a:pt x="3260842" y="361371"/>
                  <a:pt x="3261756" y="364571"/>
                </a:cubicBezTo>
                <a:cubicBezTo>
                  <a:pt x="3262579" y="367772"/>
                  <a:pt x="3262854" y="370972"/>
                  <a:pt x="3262488" y="374264"/>
                </a:cubicBezTo>
                <a:cubicBezTo>
                  <a:pt x="3262122" y="377556"/>
                  <a:pt x="3261116" y="380665"/>
                  <a:pt x="3259470" y="383499"/>
                </a:cubicBezTo>
                <a:cubicBezTo>
                  <a:pt x="3257824" y="386425"/>
                  <a:pt x="3255721" y="388894"/>
                  <a:pt x="3253161" y="390906"/>
                </a:cubicBezTo>
                <a:cubicBezTo>
                  <a:pt x="3250601" y="392918"/>
                  <a:pt x="3247674" y="394381"/>
                  <a:pt x="3244474" y="395295"/>
                </a:cubicBezTo>
                <a:cubicBezTo>
                  <a:pt x="3241274" y="396210"/>
                  <a:pt x="3238073" y="396484"/>
                  <a:pt x="3234781" y="396118"/>
                </a:cubicBezTo>
                <a:cubicBezTo>
                  <a:pt x="3231490" y="395661"/>
                  <a:pt x="3228381" y="394655"/>
                  <a:pt x="3225546" y="393101"/>
                </a:cubicBezTo>
                <a:lnTo>
                  <a:pt x="3221157" y="390632"/>
                </a:lnTo>
                <a:cubicBezTo>
                  <a:pt x="3218322" y="389077"/>
                  <a:pt x="3215853" y="386974"/>
                  <a:pt x="3213750" y="384322"/>
                </a:cubicBezTo>
                <a:cubicBezTo>
                  <a:pt x="3211739" y="381762"/>
                  <a:pt x="3210276" y="378836"/>
                  <a:pt x="3209361" y="375636"/>
                </a:cubicBezTo>
                <a:cubicBezTo>
                  <a:pt x="3208447" y="372527"/>
                  <a:pt x="3208264" y="369235"/>
                  <a:pt x="3208630" y="366034"/>
                </a:cubicBezTo>
                <a:cubicBezTo>
                  <a:pt x="3208995" y="362742"/>
                  <a:pt x="3210001" y="359634"/>
                  <a:pt x="3211647" y="356707"/>
                </a:cubicBezTo>
                <a:cubicBezTo>
                  <a:pt x="3213202" y="353873"/>
                  <a:pt x="3215305" y="351404"/>
                  <a:pt x="3217956" y="349392"/>
                </a:cubicBezTo>
                <a:cubicBezTo>
                  <a:pt x="3220517" y="347289"/>
                  <a:pt x="3223443" y="345826"/>
                  <a:pt x="3226643" y="344912"/>
                </a:cubicBezTo>
                <a:cubicBezTo>
                  <a:pt x="3229752" y="344089"/>
                  <a:pt x="3233044" y="343814"/>
                  <a:pt x="3236336" y="344180"/>
                </a:cubicBezTo>
                <a:cubicBezTo>
                  <a:pt x="3239628" y="344546"/>
                  <a:pt x="3242645" y="345552"/>
                  <a:pt x="3245571" y="347198"/>
                </a:cubicBezTo>
              </a:path>
              <a:path w="3889492" h="1195852">
                <a:moveTo>
                  <a:pt x="3254258" y="352044"/>
                </a:moveTo>
                <a:lnTo>
                  <a:pt x="3258647" y="354513"/>
                </a:lnTo>
                <a:cubicBezTo>
                  <a:pt x="3261482" y="356067"/>
                  <a:pt x="3263951" y="358170"/>
                  <a:pt x="3266054" y="360822"/>
                </a:cubicBezTo>
                <a:cubicBezTo>
                  <a:pt x="3268066" y="363383"/>
                  <a:pt x="3269529" y="366309"/>
                  <a:pt x="3270443" y="369418"/>
                </a:cubicBezTo>
                <a:cubicBezTo>
                  <a:pt x="3271357" y="372618"/>
                  <a:pt x="3271540" y="375910"/>
                  <a:pt x="3271175" y="379110"/>
                </a:cubicBezTo>
                <a:cubicBezTo>
                  <a:pt x="3270809" y="382402"/>
                  <a:pt x="3269803" y="385511"/>
                  <a:pt x="3268157" y="388346"/>
                </a:cubicBezTo>
                <a:cubicBezTo>
                  <a:pt x="3266603" y="391272"/>
                  <a:pt x="3264499" y="393741"/>
                  <a:pt x="3261848" y="395752"/>
                </a:cubicBezTo>
                <a:cubicBezTo>
                  <a:pt x="3259287" y="397855"/>
                  <a:pt x="3256361" y="399318"/>
                  <a:pt x="3253161" y="400233"/>
                </a:cubicBezTo>
                <a:cubicBezTo>
                  <a:pt x="3250052" y="401056"/>
                  <a:pt x="3246760" y="401330"/>
                  <a:pt x="3243468" y="400964"/>
                </a:cubicBezTo>
                <a:cubicBezTo>
                  <a:pt x="3240176" y="400599"/>
                  <a:pt x="3237159" y="399593"/>
                  <a:pt x="3234233" y="397947"/>
                </a:cubicBezTo>
                <a:lnTo>
                  <a:pt x="3229935" y="395478"/>
                </a:lnTo>
                <a:cubicBezTo>
                  <a:pt x="3227009" y="393924"/>
                  <a:pt x="3224540" y="391820"/>
                  <a:pt x="3222528" y="389169"/>
                </a:cubicBezTo>
                <a:cubicBezTo>
                  <a:pt x="3220425" y="386608"/>
                  <a:pt x="3218962" y="383682"/>
                  <a:pt x="3218048" y="380573"/>
                </a:cubicBezTo>
                <a:cubicBezTo>
                  <a:pt x="3217134" y="377373"/>
                  <a:pt x="3216951" y="374172"/>
                  <a:pt x="3217316" y="370881"/>
                </a:cubicBezTo>
                <a:cubicBezTo>
                  <a:pt x="3217682" y="367589"/>
                  <a:pt x="3218688" y="364480"/>
                  <a:pt x="3220334" y="361645"/>
                </a:cubicBezTo>
                <a:cubicBezTo>
                  <a:pt x="3221888" y="358719"/>
                  <a:pt x="3224083" y="356250"/>
                  <a:pt x="3226643" y="354239"/>
                </a:cubicBezTo>
                <a:cubicBezTo>
                  <a:pt x="3229204" y="352135"/>
                  <a:pt x="3232130" y="350672"/>
                  <a:pt x="3235330" y="349849"/>
                </a:cubicBezTo>
                <a:cubicBezTo>
                  <a:pt x="3238530" y="348935"/>
                  <a:pt x="3241731" y="348661"/>
                  <a:pt x="3245023" y="349026"/>
                </a:cubicBezTo>
                <a:cubicBezTo>
                  <a:pt x="3248315" y="349484"/>
                  <a:pt x="3251332" y="350398"/>
                  <a:pt x="3254258" y="352044"/>
                </a:cubicBezTo>
              </a:path>
              <a:path w="3889492" h="1195852">
                <a:moveTo>
                  <a:pt x="3262945" y="356890"/>
                </a:moveTo>
                <a:lnTo>
                  <a:pt x="3267334" y="359359"/>
                </a:lnTo>
                <a:cubicBezTo>
                  <a:pt x="3270169" y="361005"/>
                  <a:pt x="3272638" y="363108"/>
                  <a:pt x="3274741" y="365669"/>
                </a:cubicBezTo>
                <a:cubicBezTo>
                  <a:pt x="3276752" y="368229"/>
                  <a:pt x="3278215" y="371155"/>
                  <a:pt x="3279130" y="374355"/>
                </a:cubicBezTo>
                <a:cubicBezTo>
                  <a:pt x="3280044" y="377464"/>
                  <a:pt x="3280319" y="380756"/>
                  <a:pt x="3279861" y="384048"/>
                </a:cubicBezTo>
                <a:cubicBezTo>
                  <a:pt x="3279496" y="387248"/>
                  <a:pt x="3278490" y="390357"/>
                  <a:pt x="3276844" y="393283"/>
                </a:cubicBezTo>
                <a:cubicBezTo>
                  <a:pt x="3275289" y="396118"/>
                  <a:pt x="3273186" y="398587"/>
                  <a:pt x="3270534" y="400690"/>
                </a:cubicBezTo>
                <a:cubicBezTo>
                  <a:pt x="3267974" y="402702"/>
                  <a:pt x="3265048" y="404165"/>
                  <a:pt x="3261939" y="405079"/>
                </a:cubicBezTo>
                <a:cubicBezTo>
                  <a:pt x="3258739" y="405994"/>
                  <a:pt x="3255447" y="406176"/>
                  <a:pt x="3252155" y="405811"/>
                </a:cubicBezTo>
                <a:cubicBezTo>
                  <a:pt x="3248955" y="405445"/>
                  <a:pt x="3245846" y="404439"/>
                  <a:pt x="3242920" y="402793"/>
                </a:cubicBezTo>
                <a:lnTo>
                  <a:pt x="3238622" y="400416"/>
                </a:lnTo>
                <a:cubicBezTo>
                  <a:pt x="3235696" y="398770"/>
                  <a:pt x="3233227" y="396667"/>
                  <a:pt x="3231215" y="394106"/>
                </a:cubicBezTo>
                <a:cubicBezTo>
                  <a:pt x="3229112" y="391455"/>
                  <a:pt x="3227649" y="388620"/>
                  <a:pt x="3226735" y="385420"/>
                </a:cubicBezTo>
                <a:cubicBezTo>
                  <a:pt x="3225912" y="382219"/>
                  <a:pt x="3225637" y="379019"/>
                  <a:pt x="3226003" y="375727"/>
                </a:cubicBezTo>
                <a:cubicBezTo>
                  <a:pt x="3226369" y="372435"/>
                  <a:pt x="3227375" y="369326"/>
                  <a:pt x="3229021" y="366492"/>
                </a:cubicBezTo>
                <a:cubicBezTo>
                  <a:pt x="3230667" y="363565"/>
                  <a:pt x="3232770" y="361097"/>
                  <a:pt x="3235330" y="359085"/>
                </a:cubicBezTo>
                <a:cubicBezTo>
                  <a:pt x="3237982" y="357073"/>
                  <a:pt x="3240816" y="355610"/>
                  <a:pt x="3244017" y="354696"/>
                </a:cubicBezTo>
                <a:cubicBezTo>
                  <a:pt x="3247217" y="353781"/>
                  <a:pt x="3250418" y="353507"/>
                  <a:pt x="3253710" y="353964"/>
                </a:cubicBezTo>
                <a:cubicBezTo>
                  <a:pt x="3257001" y="354330"/>
                  <a:pt x="3260110" y="355336"/>
                  <a:pt x="3262945" y="356890"/>
                </a:cubicBezTo>
              </a:path>
              <a:path w="3889492" h="1195852">
                <a:moveTo>
                  <a:pt x="3271632" y="361828"/>
                </a:moveTo>
                <a:lnTo>
                  <a:pt x="3276021" y="364206"/>
                </a:lnTo>
                <a:cubicBezTo>
                  <a:pt x="3278856" y="365851"/>
                  <a:pt x="3281324" y="367955"/>
                  <a:pt x="3283428" y="370515"/>
                </a:cubicBezTo>
                <a:cubicBezTo>
                  <a:pt x="3285439" y="373167"/>
                  <a:pt x="3286902" y="376001"/>
                  <a:pt x="3287817" y="379202"/>
                </a:cubicBezTo>
                <a:cubicBezTo>
                  <a:pt x="3288731" y="382402"/>
                  <a:pt x="3289005" y="385602"/>
                  <a:pt x="3288640" y="388894"/>
                </a:cubicBezTo>
                <a:cubicBezTo>
                  <a:pt x="3288182" y="392186"/>
                  <a:pt x="3287177" y="395204"/>
                  <a:pt x="3285622" y="398130"/>
                </a:cubicBezTo>
                <a:cubicBezTo>
                  <a:pt x="3283976" y="400964"/>
                  <a:pt x="3281873" y="403433"/>
                  <a:pt x="3279313" y="405536"/>
                </a:cubicBezTo>
                <a:cubicBezTo>
                  <a:pt x="3276661" y="407548"/>
                  <a:pt x="3273826" y="409011"/>
                  <a:pt x="3270626" y="409926"/>
                </a:cubicBezTo>
                <a:cubicBezTo>
                  <a:pt x="3267426" y="410840"/>
                  <a:pt x="3264225" y="411114"/>
                  <a:pt x="3260933" y="410657"/>
                </a:cubicBezTo>
                <a:cubicBezTo>
                  <a:pt x="3257641" y="410291"/>
                  <a:pt x="3254532" y="409285"/>
                  <a:pt x="3251606" y="407731"/>
                </a:cubicBezTo>
                <a:lnTo>
                  <a:pt x="3247309" y="405262"/>
                </a:lnTo>
                <a:cubicBezTo>
                  <a:pt x="3244383" y="403616"/>
                  <a:pt x="3241914" y="401513"/>
                  <a:pt x="3239902" y="398953"/>
                </a:cubicBezTo>
                <a:cubicBezTo>
                  <a:pt x="3237890" y="396301"/>
                  <a:pt x="3236336" y="393466"/>
                  <a:pt x="3235513" y="390266"/>
                </a:cubicBezTo>
                <a:cubicBezTo>
                  <a:pt x="3234599" y="387066"/>
                  <a:pt x="3234324" y="383865"/>
                  <a:pt x="3234690" y="380573"/>
                </a:cubicBezTo>
                <a:cubicBezTo>
                  <a:pt x="3235147" y="377281"/>
                  <a:pt x="3236153" y="374264"/>
                  <a:pt x="3237708" y="371338"/>
                </a:cubicBezTo>
                <a:cubicBezTo>
                  <a:pt x="3239353" y="368503"/>
                  <a:pt x="3241457" y="366034"/>
                  <a:pt x="3244017" y="363931"/>
                </a:cubicBezTo>
                <a:cubicBezTo>
                  <a:pt x="3246669" y="361920"/>
                  <a:pt x="3249503" y="360456"/>
                  <a:pt x="3252704" y="359542"/>
                </a:cubicBezTo>
                <a:cubicBezTo>
                  <a:pt x="3255904" y="358628"/>
                  <a:pt x="3259104" y="358353"/>
                  <a:pt x="3262396" y="358811"/>
                </a:cubicBezTo>
                <a:cubicBezTo>
                  <a:pt x="3265688" y="359176"/>
                  <a:pt x="3268797" y="360182"/>
                  <a:pt x="3271632" y="361828"/>
                </a:cubicBezTo>
              </a:path>
              <a:path w="3889492" h="1195852">
                <a:moveTo>
                  <a:pt x="3280410" y="366674"/>
                </a:moveTo>
                <a:lnTo>
                  <a:pt x="3284708" y="369052"/>
                </a:lnTo>
                <a:cubicBezTo>
                  <a:pt x="3287634" y="370698"/>
                  <a:pt x="3290103" y="372801"/>
                  <a:pt x="3292114" y="375361"/>
                </a:cubicBezTo>
                <a:cubicBezTo>
                  <a:pt x="3294126" y="378013"/>
                  <a:pt x="3295680" y="380848"/>
                  <a:pt x="3296503" y="384048"/>
                </a:cubicBezTo>
                <a:cubicBezTo>
                  <a:pt x="3297418" y="387248"/>
                  <a:pt x="3297692" y="390449"/>
                  <a:pt x="3297326" y="393741"/>
                </a:cubicBezTo>
                <a:cubicBezTo>
                  <a:pt x="3296869" y="397032"/>
                  <a:pt x="3295863" y="400141"/>
                  <a:pt x="3294309" y="402976"/>
                </a:cubicBezTo>
                <a:cubicBezTo>
                  <a:pt x="3292663" y="405902"/>
                  <a:pt x="3290560" y="408371"/>
                  <a:pt x="3288000" y="410383"/>
                </a:cubicBezTo>
                <a:cubicBezTo>
                  <a:pt x="3285348" y="412394"/>
                  <a:pt x="3282513" y="413857"/>
                  <a:pt x="3279313" y="414772"/>
                </a:cubicBezTo>
                <a:cubicBezTo>
                  <a:pt x="3276112" y="415686"/>
                  <a:pt x="3272912" y="415961"/>
                  <a:pt x="3269620" y="415595"/>
                </a:cubicBezTo>
                <a:cubicBezTo>
                  <a:pt x="3266328" y="415138"/>
                  <a:pt x="3263219" y="414132"/>
                  <a:pt x="3260385" y="412577"/>
                </a:cubicBezTo>
                <a:lnTo>
                  <a:pt x="3255996" y="410108"/>
                </a:lnTo>
                <a:cubicBezTo>
                  <a:pt x="3253069" y="408462"/>
                  <a:pt x="3250692" y="406359"/>
                  <a:pt x="3248589" y="403799"/>
                </a:cubicBezTo>
                <a:cubicBezTo>
                  <a:pt x="3246577" y="401239"/>
                  <a:pt x="3245114" y="398313"/>
                  <a:pt x="3244200" y="395112"/>
                </a:cubicBezTo>
                <a:cubicBezTo>
                  <a:pt x="3243285" y="392003"/>
                  <a:pt x="3243011" y="388711"/>
                  <a:pt x="3243377" y="385420"/>
                </a:cubicBezTo>
                <a:cubicBezTo>
                  <a:pt x="3243834" y="382219"/>
                  <a:pt x="3244840" y="379110"/>
                  <a:pt x="3246394" y="376184"/>
                </a:cubicBezTo>
                <a:cubicBezTo>
                  <a:pt x="3248040" y="373350"/>
                  <a:pt x="3250143" y="370881"/>
                  <a:pt x="3252704" y="368869"/>
                </a:cubicBezTo>
                <a:cubicBezTo>
                  <a:pt x="3255355" y="366766"/>
                  <a:pt x="3258190" y="365303"/>
                  <a:pt x="3261390" y="364388"/>
                </a:cubicBezTo>
                <a:cubicBezTo>
                  <a:pt x="3264591" y="363565"/>
                  <a:pt x="3267791" y="363291"/>
                  <a:pt x="3271083" y="363657"/>
                </a:cubicBezTo>
                <a:cubicBezTo>
                  <a:pt x="3274375" y="364023"/>
                  <a:pt x="3277484" y="365028"/>
                  <a:pt x="3280410" y="366674"/>
                </a:cubicBezTo>
              </a:path>
              <a:path w="3889492" h="1195852">
                <a:moveTo>
                  <a:pt x="3289097" y="371521"/>
                </a:moveTo>
                <a:lnTo>
                  <a:pt x="3293394" y="373990"/>
                </a:lnTo>
                <a:cubicBezTo>
                  <a:pt x="3296321" y="375544"/>
                  <a:pt x="3298789" y="377647"/>
                  <a:pt x="3300801" y="380299"/>
                </a:cubicBezTo>
                <a:cubicBezTo>
                  <a:pt x="3302904" y="382859"/>
                  <a:pt x="3304367" y="385785"/>
                  <a:pt x="3305282" y="388894"/>
                </a:cubicBezTo>
                <a:cubicBezTo>
                  <a:pt x="3306105" y="392095"/>
                  <a:pt x="3306379" y="395295"/>
                  <a:pt x="3306013" y="398587"/>
                </a:cubicBezTo>
                <a:cubicBezTo>
                  <a:pt x="3305647" y="401879"/>
                  <a:pt x="3304642" y="404988"/>
                  <a:pt x="3302996" y="407822"/>
                </a:cubicBezTo>
                <a:cubicBezTo>
                  <a:pt x="3301350" y="410748"/>
                  <a:pt x="3299247" y="413217"/>
                  <a:pt x="3296686" y="415229"/>
                </a:cubicBezTo>
                <a:cubicBezTo>
                  <a:pt x="3294035" y="417332"/>
                  <a:pt x="3291200" y="418795"/>
                  <a:pt x="3288000" y="419618"/>
                </a:cubicBezTo>
                <a:cubicBezTo>
                  <a:pt x="3284799" y="420533"/>
                  <a:pt x="3281599" y="420807"/>
                  <a:pt x="3278307" y="420441"/>
                </a:cubicBezTo>
                <a:cubicBezTo>
                  <a:pt x="3275015" y="420075"/>
                  <a:pt x="3271906" y="419070"/>
                  <a:pt x="3269071" y="417424"/>
                </a:cubicBezTo>
                <a:lnTo>
                  <a:pt x="3264682" y="414955"/>
                </a:lnTo>
                <a:cubicBezTo>
                  <a:pt x="3261848" y="413400"/>
                  <a:pt x="3259379" y="411297"/>
                  <a:pt x="3257276" y="408645"/>
                </a:cubicBezTo>
                <a:cubicBezTo>
                  <a:pt x="3255264" y="406085"/>
                  <a:pt x="3253801" y="403159"/>
                  <a:pt x="3252887" y="400050"/>
                </a:cubicBezTo>
                <a:cubicBezTo>
                  <a:pt x="3251972" y="396850"/>
                  <a:pt x="3251698" y="393649"/>
                  <a:pt x="3252155" y="390357"/>
                </a:cubicBezTo>
                <a:cubicBezTo>
                  <a:pt x="3252521" y="387066"/>
                  <a:pt x="3253527" y="383957"/>
                  <a:pt x="3255173" y="381122"/>
                </a:cubicBezTo>
                <a:cubicBezTo>
                  <a:pt x="3256727" y="378196"/>
                  <a:pt x="3258830" y="375727"/>
                  <a:pt x="3261482" y="373715"/>
                </a:cubicBezTo>
                <a:cubicBezTo>
                  <a:pt x="3264042" y="371612"/>
                  <a:pt x="3266968" y="370149"/>
                  <a:pt x="3270077" y="369326"/>
                </a:cubicBezTo>
                <a:cubicBezTo>
                  <a:pt x="3273278" y="368412"/>
                  <a:pt x="3276570" y="368137"/>
                  <a:pt x="3279861" y="368503"/>
                </a:cubicBezTo>
                <a:cubicBezTo>
                  <a:pt x="3283062" y="368869"/>
                  <a:pt x="3286171" y="369875"/>
                  <a:pt x="3289097" y="371521"/>
                </a:cubicBezTo>
              </a:path>
              <a:path w="3889492" h="1195852">
                <a:moveTo>
                  <a:pt x="3297784" y="376367"/>
                </a:moveTo>
                <a:lnTo>
                  <a:pt x="3302081" y="378836"/>
                </a:lnTo>
                <a:cubicBezTo>
                  <a:pt x="3305007" y="380482"/>
                  <a:pt x="3307476" y="382585"/>
                  <a:pt x="3309488" y="385145"/>
                </a:cubicBezTo>
                <a:cubicBezTo>
                  <a:pt x="3311591" y="387706"/>
                  <a:pt x="3313054" y="390632"/>
                  <a:pt x="3313968" y="393832"/>
                </a:cubicBezTo>
                <a:cubicBezTo>
                  <a:pt x="3314883" y="396941"/>
                  <a:pt x="3315066" y="400233"/>
                  <a:pt x="3314700" y="403525"/>
                </a:cubicBezTo>
                <a:cubicBezTo>
                  <a:pt x="3314334" y="406725"/>
                  <a:pt x="3313328" y="409834"/>
                  <a:pt x="3311682" y="412760"/>
                </a:cubicBezTo>
                <a:cubicBezTo>
                  <a:pt x="3310037" y="415595"/>
                  <a:pt x="3307933" y="418064"/>
                  <a:pt x="3305373" y="420075"/>
                </a:cubicBezTo>
                <a:cubicBezTo>
                  <a:pt x="3302813" y="422178"/>
                  <a:pt x="3299887" y="423642"/>
                  <a:pt x="3296686" y="424556"/>
                </a:cubicBezTo>
                <a:cubicBezTo>
                  <a:pt x="3293486" y="425470"/>
                  <a:pt x="3290286" y="425653"/>
                  <a:pt x="3286994" y="425287"/>
                </a:cubicBezTo>
                <a:cubicBezTo>
                  <a:pt x="3283702" y="424922"/>
                  <a:pt x="3280684" y="423916"/>
                  <a:pt x="3277758" y="422270"/>
                </a:cubicBezTo>
                <a:lnTo>
                  <a:pt x="3273369" y="419892"/>
                </a:lnTo>
                <a:cubicBezTo>
                  <a:pt x="3270534" y="418247"/>
                  <a:pt x="3268066" y="416143"/>
                  <a:pt x="3265962" y="413583"/>
                </a:cubicBezTo>
                <a:cubicBezTo>
                  <a:pt x="3263951" y="410931"/>
                  <a:pt x="3262488" y="408097"/>
                  <a:pt x="3261573" y="404896"/>
                </a:cubicBezTo>
                <a:cubicBezTo>
                  <a:pt x="3260659" y="401696"/>
                  <a:pt x="3260476" y="398496"/>
                  <a:pt x="3260842" y="395204"/>
                </a:cubicBezTo>
                <a:cubicBezTo>
                  <a:pt x="3261208" y="391912"/>
                  <a:pt x="3262213" y="388803"/>
                  <a:pt x="3263859" y="385968"/>
                </a:cubicBezTo>
                <a:cubicBezTo>
                  <a:pt x="3265414" y="383042"/>
                  <a:pt x="3267517" y="380573"/>
                  <a:pt x="3270169" y="378562"/>
                </a:cubicBezTo>
                <a:cubicBezTo>
                  <a:pt x="3272729" y="376550"/>
                  <a:pt x="3275655" y="375087"/>
                  <a:pt x="3278856" y="374172"/>
                </a:cubicBezTo>
                <a:cubicBezTo>
                  <a:pt x="3281964" y="373258"/>
                  <a:pt x="3285256" y="372984"/>
                  <a:pt x="3288548" y="373350"/>
                </a:cubicBezTo>
                <a:cubicBezTo>
                  <a:pt x="3291840" y="373807"/>
                  <a:pt x="3294858" y="374813"/>
                  <a:pt x="3297784" y="376367"/>
                </a:cubicBezTo>
              </a:path>
              <a:path w="3889492" h="1195852">
                <a:moveTo>
                  <a:pt x="3306470" y="381305"/>
                </a:moveTo>
                <a:lnTo>
                  <a:pt x="3310860" y="383682"/>
                </a:lnTo>
                <a:cubicBezTo>
                  <a:pt x="3313694" y="385328"/>
                  <a:pt x="3316163" y="387431"/>
                  <a:pt x="3318266" y="389992"/>
                </a:cubicBezTo>
                <a:cubicBezTo>
                  <a:pt x="3320278" y="392643"/>
                  <a:pt x="3321741" y="395478"/>
                  <a:pt x="3322655" y="398678"/>
                </a:cubicBezTo>
                <a:cubicBezTo>
                  <a:pt x="3323570" y="401879"/>
                  <a:pt x="3323753" y="405079"/>
                  <a:pt x="3323387" y="408371"/>
                </a:cubicBezTo>
                <a:cubicBezTo>
                  <a:pt x="3323021" y="411663"/>
                  <a:pt x="3322015" y="414680"/>
                  <a:pt x="3320369" y="417606"/>
                </a:cubicBezTo>
                <a:cubicBezTo>
                  <a:pt x="3318815" y="420441"/>
                  <a:pt x="3316712" y="422910"/>
                  <a:pt x="3314060" y="425013"/>
                </a:cubicBezTo>
                <a:cubicBezTo>
                  <a:pt x="3311500" y="427025"/>
                  <a:pt x="3308574" y="428488"/>
                  <a:pt x="3305373" y="429402"/>
                </a:cubicBezTo>
                <a:cubicBezTo>
                  <a:pt x="3302264" y="430317"/>
                  <a:pt x="3298972" y="430591"/>
                  <a:pt x="3295680" y="430134"/>
                </a:cubicBezTo>
                <a:cubicBezTo>
                  <a:pt x="3292389" y="429768"/>
                  <a:pt x="3289371" y="428762"/>
                  <a:pt x="3286445" y="427116"/>
                </a:cubicBezTo>
                <a:lnTo>
                  <a:pt x="3282147" y="424739"/>
                </a:lnTo>
                <a:cubicBezTo>
                  <a:pt x="3279221" y="423093"/>
                  <a:pt x="3276752" y="420990"/>
                  <a:pt x="3274741" y="418429"/>
                </a:cubicBezTo>
                <a:cubicBezTo>
                  <a:pt x="3272638" y="415778"/>
                  <a:pt x="3271175" y="412943"/>
                  <a:pt x="3270260" y="409743"/>
                </a:cubicBezTo>
                <a:cubicBezTo>
                  <a:pt x="3269437" y="406542"/>
                  <a:pt x="3269163" y="403342"/>
                  <a:pt x="3269529" y="400050"/>
                </a:cubicBezTo>
                <a:cubicBezTo>
                  <a:pt x="3269894" y="396758"/>
                  <a:pt x="3270900" y="393741"/>
                  <a:pt x="3272546" y="390815"/>
                </a:cubicBezTo>
                <a:cubicBezTo>
                  <a:pt x="3274192" y="387980"/>
                  <a:pt x="3276295" y="385511"/>
                  <a:pt x="3278856" y="383408"/>
                </a:cubicBezTo>
                <a:cubicBezTo>
                  <a:pt x="3281416" y="381396"/>
                  <a:pt x="3284342" y="379933"/>
                  <a:pt x="3287542" y="379019"/>
                </a:cubicBezTo>
                <a:cubicBezTo>
                  <a:pt x="3290743" y="378104"/>
                  <a:pt x="3293943" y="377830"/>
                  <a:pt x="3297235" y="378287"/>
                </a:cubicBezTo>
                <a:cubicBezTo>
                  <a:pt x="3300527" y="378653"/>
                  <a:pt x="3303636" y="379659"/>
                  <a:pt x="3306470" y="381305"/>
                </a:cubicBezTo>
              </a:path>
              <a:path w="3889492" h="1195852">
                <a:moveTo>
                  <a:pt x="3315157" y="386151"/>
                </a:moveTo>
                <a:lnTo>
                  <a:pt x="3319546" y="388529"/>
                </a:lnTo>
                <a:cubicBezTo>
                  <a:pt x="3322381" y="390174"/>
                  <a:pt x="3324850" y="392278"/>
                  <a:pt x="3326953" y="394838"/>
                </a:cubicBezTo>
                <a:cubicBezTo>
                  <a:pt x="3328965" y="397490"/>
                  <a:pt x="3330428" y="400324"/>
                  <a:pt x="3331342" y="403525"/>
                </a:cubicBezTo>
                <a:cubicBezTo>
                  <a:pt x="3332256" y="406725"/>
                  <a:pt x="3332531" y="409926"/>
                  <a:pt x="3332074" y="413217"/>
                </a:cubicBezTo>
                <a:cubicBezTo>
                  <a:pt x="3331708" y="416509"/>
                  <a:pt x="3330702" y="419618"/>
                  <a:pt x="3329148" y="422453"/>
                </a:cubicBezTo>
                <a:cubicBezTo>
                  <a:pt x="3327502" y="425379"/>
                  <a:pt x="3325398" y="427848"/>
                  <a:pt x="3322747" y="429859"/>
                </a:cubicBezTo>
                <a:cubicBezTo>
                  <a:pt x="3320186" y="431871"/>
                  <a:pt x="3317260" y="433334"/>
                  <a:pt x="3314151" y="434249"/>
                </a:cubicBezTo>
                <a:cubicBezTo>
                  <a:pt x="3310951" y="435163"/>
                  <a:pt x="3307659" y="435437"/>
                  <a:pt x="3304459" y="435072"/>
                </a:cubicBezTo>
                <a:cubicBezTo>
                  <a:pt x="3301167" y="434614"/>
                  <a:pt x="3298058" y="433608"/>
                  <a:pt x="3295132" y="432054"/>
                </a:cubicBezTo>
                <a:lnTo>
                  <a:pt x="3290834" y="429585"/>
                </a:lnTo>
                <a:cubicBezTo>
                  <a:pt x="3287908" y="427939"/>
                  <a:pt x="3285439" y="425836"/>
                  <a:pt x="3283428" y="423276"/>
                </a:cubicBezTo>
                <a:cubicBezTo>
                  <a:pt x="3281324" y="420715"/>
                  <a:pt x="3279861" y="417789"/>
                  <a:pt x="3279038" y="414589"/>
                </a:cubicBezTo>
                <a:cubicBezTo>
                  <a:pt x="3278124" y="411480"/>
                  <a:pt x="3277850" y="408188"/>
                  <a:pt x="3278215" y="404896"/>
                </a:cubicBezTo>
                <a:cubicBezTo>
                  <a:pt x="3278581" y="401696"/>
                  <a:pt x="3279587" y="398587"/>
                  <a:pt x="3281233" y="395661"/>
                </a:cubicBezTo>
                <a:cubicBezTo>
                  <a:pt x="3282879" y="392826"/>
                  <a:pt x="3284982" y="390357"/>
                  <a:pt x="3287542" y="388346"/>
                </a:cubicBezTo>
                <a:cubicBezTo>
                  <a:pt x="3290194" y="386243"/>
                  <a:pt x="3293029" y="384780"/>
                  <a:pt x="3296229" y="383865"/>
                </a:cubicBezTo>
                <a:cubicBezTo>
                  <a:pt x="3299430" y="382951"/>
                  <a:pt x="3302630" y="382768"/>
                  <a:pt x="3305922" y="383134"/>
                </a:cubicBezTo>
                <a:cubicBezTo>
                  <a:pt x="3309214" y="383499"/>
                  <a:pt x="3312323" y="384505"/>
                  <a:pt x="3315157" y="386151"/>
                </a:cubicBezTo>
              </a:path>
              <a:path w="3889492" h="1195852">
                <a:moveTo>
                  <a:pt x="3323844" y="390997"/>
                </a:moveTo>
                <a:lnTo>
                  <a:pt x="3328233" y="393466"/>
                </a:lnTo>
                <a:cubicBezTo>
                  <a:pt x="3331159" y="395021"/>
                  <a:pt x="3333628" y="397124"/>
                  <a:pt x="3335640" y="399776"/>
                </a:cubicBezTo>
                <a:cubicBezTo>
                  <a:pt x="3337651" y="402336"/>
                  <a:pt x="3339114" y="405262"/>
                  <a:pt x="3340029" y="408371"/>
                </a:cubicBezTo>
                <a:cubicBezTo>
                  <a:pt x="3340943" y="411571"/>
                  <a:pt x="3341218" y="414772"/>
                  <a:pt x="3340852" y="418064"/>
                </a:cubicBezTo>
                <a:cubicBezTo>
                  <a:pt x="3340395" y="421356"/>
                  <a:pt x="3339389" y="424464"/>
                  <a:pt x="3337834" y="427299"/>
                </a:cubicBezTo>
                <a:cubicBezTo>
                  <a:pt x="3336188" y="430225"/>
                  <a:pt x="3334085" y="432694"/>
                  <a:pt x="3331525" y="434706"/>
                </a:cubicBezTo>
                <a:cubicBezTo>
                  <a:pt x="3328873" y="436809"/>
                  <a:pt x="3326039" y="438272"/>
                  <a:pt x="3322838" y="439095"/>
                </a:cubicBezTo>
                <a:cubicBezTo>
                  <a:pt x="3319638" y="440009"/>
                  <a:pt x="3316437" y="440284"/>
                  <a:pt x="3313146" y="439918"/>
                </a:cubicBezTo>
                <a:cubicBezTo>
                  <a:pt x="3309854" y="439552"/>
                  <a:pt x="3306745" y="438546"/>
                  <a:pt x="3303910" y="436900"/>
                </a:cubicBezTo>
                <a:lnTo>
                  <a:pt x="3299521" y="434431"/>
                </a:lnTo>
                <a:cubicBezTo>
                  <a:pt x="3296595" y="432877"/>
                  <a:pt x="3294126" y="430774"/>
                  <a:pt x="3292114" y="428122"/>
                </a:cubicBezTo>
                <a:cubicBezTo>
                  <a:pt x="3290103" y="425562"/>
                  <a:pt x="3288640" y="422636"/>
                  <a:pt x="3287725" y="419527"/>
                </a:cubicBezTo>
                <a:cubicBezTo>
                  <a:pt x="3286811" y="416326"/>
                  <a:pt x="3286536" y="413034"/>
                  <a:pt x="3286902" y="409834"/>
                </a:cubicBezTo>
                <a:cubicBezTo>
                  <a:pt x="3287359" y="406542"/>
                  <a:pt x="3288365" y="403433"/>
                  <a:pt x="3289920" y="400599"/>
                </a:cubicBezTo>
                <a:cubicBezTo>
                  <a:pt x="3291566" y="397673"/>
                  <a:pt x="3293669" y="395204"/>
                  <a:pt x="3296229" y="393192"/>
                </a:cubicBezTo>
                <a:cubicBezTo>
                  <a:pt x="3298881" y="391089"/>
                  <a:pt x="3301716" y="389626"/>
                  <a:pt x="3304916" y="388711"/>
                </a:cubicBezTo>
                <a:cubicBezTo>
                  <a:pt x="3308116" y="387888"/>
                  <a:pt x="3311317" y="387614"/>
                  <a:pt x="3314609" y="387980"/>
                </a:cubicBezTo>
                <a:cubicBezTo>
                  <a:pt x="3317900" y="388346"/>
                  <a:pt x="3321009" y="389352"/>
                  <a:pt x="3323844" y="390997"/>
                </a:cubicBezTo>
              </a:path>
              <a:path w="3889492" h="1195852">
                <a:moveTo>
                  <a:pt x="3332622" y="395844"/>
                </a:moveTo>
                <a:lnTo>
                  <a:pt x="3336920" y="398313"/>
                </a:lnTo>
                <a:cubicBezTo>
                  <a:pt x="3339846" y="399867"/>
                  <a:pt x="3342315" y="401970"/>
                  <a:pt x="3344327" y="404622"/>
                </a:cubicBezTo>
                <a:cubicBezTo>
                  <a:pt x="3346338" y="407182"/>
                  <a:pt x="3347893" y="410108"/>
                  <a:pt x="3348716" y="413309"/>
                </a:cubicBezTo>
                <a:cubicBezTo>
                  <a:pt x="3349630" y="416418"/>
                  <a:pt x="3349904" y="419710"/>
                  <a:pt x="3349539" y="423001"/>
                </a:cubicBezTo>
                <a:cubicBezTo>
                  <a:pt x="3349081" y="426202"/>
                  <a:pt x="3348167" y="429311"/>
                  <a:pt x="3346521" y="432237"/>
                </a:cubicBezTo>
                <a:cubicBezTo>
                  <a:pt x="3344875" y="435072"/>
                  <a:pt x="3342772" y="437540"/>
                  <a:pt x="3340212" y="439552"/>
                </a:cubicBezTo>
                <a:cubicBezTo>
                  <a:pt x="3337560" y="441655"/>
                  <a:pt x="3334725" y="443118"/>
                  <a:pt x="3331525" y="444033"/>
                </a:cubicBezTo>
                <a:cubicBezTo>
                  <a:pt x="3328325" y="444856"/>
                  <a:pt x="3325124" y="445130"/>
                  <a:pt x="3321832" y="444764"/>
                </a:cubicBezTo>
                <a:cubicBezTo>
                  <a:pt x="3318540" y="444398"/>
                  <a:pt x="3315432" y="443393"/>
                  <a:pt x="3312597" y="441747"/>
                </a:cubicBezTo>
                <a:lnTo>
                  <a:pt x="3308208" y="439369"/>
                </a:lnTo>
                <a:cubicBezTo>
                  <a:pt x="3305373" y="437723"/>
                  <a:pt x="3302904" y="435620"/>
                  <a:pt x="3300801" y="433060"/>
                </a:cubicBezTo>
                <a:cubicBezTo>
                  <a:pt x="3298789" y="430408"/>
                  <a:pt x="3297326" y="427573"/>
                  <a:pt x="3296412" y="424373"/>
                </a:cubicBezTo>
                <a:cubicBezTo>
                  <a:pt x="3295498" y="421173"/>
                  <a:pt x="3295223" y="417972"/>
                  <a:pt x="3295680" y="414680"/>
                </a:cubicBezTo>
                <a:cubicBezTo>
                  <a:pt x="3296046" y="411389"/>
                  <a:pt x="3297052" y="408280"/>
                  <a:pt x="3298607" y="405445"/>
                </a:cubicBezTo>
                <a:cubicBezTo>
                  <a:pt x="3300252" y="402519"/>
                  <a:pt x="3302356" y="400050"/>
                  <a:pt x="3305007" y="398038"/>
                </a:cubicBezTo>
                <a:cubicBezTo>
                  <a:pt x="3307568" y="396027"/>
                  <a:pt x="3310494" y="394564"/>
                  <a:pt x="3313603" y="393649"/>
                </a:cubicBezTo>
                <a:cubicBezTo>
                  <a:pt x="3316803" y="392735"/>
                  <a:pt x="3320004" y="392460"/>
                  <a:pt x="3323295" y="392826"/>
                </a:cubicBezTo>
                <a:cubicBezTo>
                  <a:pt x="3326587" y="393283"/>
                  <a:pt x="3329696" y="394289"/>
                  <a:pt x="3332622" y="395844"/>
                </a:cubicBezTo>
              </a:path>
              <a:path w="3889492" h="1195852">
                <a:moveTo>
                  <a:pt x="3341309" y="400690"/>
                </a:moveTo>
                <a:lnTo>
                  <a:pt x="3345607" y="403159"/>
                </a:lnTo>
                <a:cubicBezTo>
                  <a:pt x="3348533" y="404805"/>
                  <a:pt x="3351002" y="406908"/>
                  <a:pt x="3353013" y="409468"/>
                </a:cubicBezTo>
                <a:cubicBezTo>
                  <a:pt x="3355116" y="412029"/>
                  <a:pt x="3356580" y="414955"/>
                  <a:pt x="3357494" y="418155"/>
                </a:cubicBezTo>
                <a:cubicBezTo>
                  <a:pt x="3358317" y="421356"/>
                  <a:pt x="3358591" y="424556"/>
                  <a:pt x="3358225" y="427848"/>
                </a:cubicBezTo>
                <a:cubicBezTo>
                  <a:pt x="3357860" y="431140"/>
                  <a:pt x="3356854" y="434157"/>
                  <a:pt x="3355208" y="437083"/>
                </a:cubicBezTo>
                <a:cubicBezTo>
                  <a:pt x="3353562" y="439918"/>
                  <a:pt x="3351459" y="442387"/>
                  <a:pt x="3348899" y="444490"/>
                </a:cubicBezTo>
                <a:cubicBezTo>
                  <a:pt x="3346338" y="446502"/>
                  <a:pt x="3343412" y="447965"/>
                  <a:pt x="3340212" y="448879"/>
                </a:cubicBezTo>
                <a:cubicBezTo>
                  <a:pt x="3337011" y="449793"/>
                  <a:pt x="3333811" y="449976"/>
                  <a:pt x="3330519" y="449610"/>
                </a:cubicBezTo>
                <a:cubicBezTo>
                  <a:pt x="3327227" y="449245"/>
                  <a:pt x="3324118" y="448239"/>
                  <a:pt x="3321284" y="446593"/>
                </a:cubicBezTo>
                <a:lnTo>
                  <a:pt x="3316895" y="444216"/>
                </a:lnTo>
                <a:cubicBezTo>
                  <a:pt x="3314060" y="442570"/>
                  <a:pt x="3311591" y="440466"/>
                  <a:pt x="3309488" y="437906"/>
                </a:cubicBezTo>
                <a:cubicBezTo>
                  <a:pt x="3307476" y="435254"/>
                  <a:pt x="3306013" y="432420"/>
                  <a:pt x="3305099" y="429219"/>
                </a:cubicBezTo>
                <a:cubicBezTo>
                  <a:pt x="3304184" y="426019"/>
                  <a:pt x="3303910" y="422819"/>
                  <a:pt x="3304367" y="419527"/>
                </a:cubicBezTo>
                <a:cubicBezTo>
                  <a:pt x="3304733" y="416235"/>
                  <a:pt x="3305739" y="413217"/>
                  <a:pt x="3307385" y="410291"/>
                </a:cubicBezTo>
                <a:cubicBezTo>
                  <a:pt x="3308939" y="407457"/>
                  <a:pt x="3311042" y="404988"/>
                  <a:pt x="3313694" y="402885"/>
                </a:cubicBezTo>
                <a:cubicBezTo>
                  <a:pt x="3316254" y="400873"/>
                  <a:pt x="3319181" y="399410"/>
                  <a:pt x="3322381" y="398496"/>
                </a:cubicBezTo>
                <a:cubicBezTo>
                  <a:pt x="3325490" y="397581"/>
                  <a:pt x="3328782" y="397307"/>
                  <a:pt x="3332074" y="397764"/>
                </a:cubicBezTo>
                <a:cubicBezTo>
                  <a:pt x="3335274" y="398130"/>
                  <a:pt x="3338383" y="399136"/>
                  <a:pt x="3341309" y="400690"/>
                </a:cubicBezTo>
              </a:path>
              <a:path w="3889492" h="1195852">
                <a:moveTo>
                  <a:pt x="3349996" y="405628"/>
                </a:moveTo>
                <a:lnTo>
                  <a:pt x="3354385" y="408005"/>
                </a:lnTo>
                <a:cubicBezTo>
                  <a:pt x="3357220" y="409651"/>
                  <a:pt x="3359688" y="411754"/>
                  <a:pt x="3361700" y="414315"/>
                </a:cubicBezTo>
                <a:cubicBezTo>
                  <a:pt x="3363803" y="416966"/>
                  <a:pt x="3365266" y="419801"/>
                  <a:pt x="3366181" y="423001"/>
                </a:cubicBezTo>
                <a:cubicBezTo>
                  <a:pt x="3367095" y="426202"/>
                  <a:pt x="3367278" y="429402"/>
                  <a:pt x="3366912" y="432694"/>
                </a:cubicBezTo>
                <a:cubicBezTo>
                  <a:pt x="3366546" y="435986"/>
                  <a:pt x="3365541" y="439095"/>
                  <a:pt x="3363895" y="441930"/>
                </a:cubicBezTo>
                <a:cubicBezTo>
                  <a:pt x="3362340" y="444856"/>
                  <a:pt x="3360237" y="447324"/>
                  <a:pt x="3357585" y="449336"/>
                </a:cubicBezTo>
                <a:cubicBezTo>
                  <a:pt x="3355025" y="451348"/>
                  <a:pt x="3352099" y="452811"/>
                  <a:pt x="3348899" y="453725"/>
                </a:cubicBezTo>
                <a:cubicBezTo>
                  <a:pt x="3345790" y="454640"/>
                  <a:pt x="3342498" y="454914"/>
                  <a:pt x="3339206" y="454457"/>
                </a:cubicBezTo>
                <a:cubicBezTo>
                  <a:pt x="3335914" y="454091"/>
                  <a:pt x="3332897" y="453085"/>
                  <a:pt x="3329970" y="451531"/>
                </a:cubicBezTo>
                <a:lnTo>
                  <a:pt x="3325581" y="449062"/>
                </a:lnTo>
                <a:cubicBezTo>
                  <a:pt x="3322747" y="447416"/>
                  <a:pt x="3320278" y="445313"/>
                  <a:pt x="3318266" y="442752"/>
                </a:cubicBezTo>
                <a:cubicBezTo>
                  <a:pt x="3316163" y="440192"/>
                  <a:pt x="3314700" y="437266"/>
                  <a:pt x="3313786" y="434066"/>
                </a:cubicBezTo>
                <a:cubicBezTo>
                  <a:pt x="3312871" y="430957"/>
                  <a:pt x="3312688" y="427665"/>
                  <a:pt x="3313054" y="424373"/>
                </a:cubicBezTo>
                <a:cubicBezTo>
                  <a:pt x="3313420" y="421081"/>
                  <a:pt x="3314426" y="418064"/>
                  <a:pt x="3316072" y="415138"/>
                </a:cubicBezTo>
                <a:cubicBezTo>
                  <a:pt x="3317626" y="412303"/>
                  <a:pt x="3319729" y="409834"/>
                  <a:pt x="3322381" y="407731"/>
                </a:cubicBezTo>
                <a:cubicBezTo>
                  <a:pt x="3324941" y="405719"/>
                  <a:pt x="3327867" y="404256"/>
                  <a:pt x="3331068" y="403342"/>
                </a:cubicBezTo>
                <a:cubicBezTo>
                  <a:pt x="3334177" y="402427"/>
                  <a:pt x="3337469" y="402245"/>
                  <a:pt x="3340760" y="402610"/>
                </a:cubicBezTo>
                <a:cubicBezTo>
                  <a:pt x="3344052" y="402976"/>
                  <a:pt x="3347070" y="403982"/>
                  <a:pt x="3349996" y="405628"/>
                </a:cubicBezTo>
              </a:path>
              <a:path w="3889492" h="1195852">
                <a:moveTo>
                  <a:pt x="3358683" y="410474"/>
                </a:moveTo>
                <a:lnTo>
                  <a:pt x="3363072" y="412943"/>
                </a:lnTo>
                <a:cubicBezTo>
                  <a:pt x="3365906" y="414498"/>
                  <a:pt x="3368375" y="416601"/>
                  <a:pt x="3370478" y="419252"/>
                </a:cubicBezTo>
                <a:cubicBezTo>
                  <a:pt x="3372490" y="421813"/>
                  <a:pt x="3373953" y="424647"/>
                  <a:pt x="3374868" y="427848"/>
                </a:cubicBezTo>
                <a:cubicBezTo>
                  <a:pt x="3375782" y="431048"/>
                  <a:pt x="3376056" y="434249"/>
                  <a:pt x="3375599" y="437540"/>
                </a:cubicBezTo>
                <a:cubicBezTo>
                  <a:pt x="3375233" y="440832"/>
                  <a:pt x="3374227" y="443941"/>
                  <a:pt x="3372582" y="446776"/>
                </a:cubicBezTo>
                <a:cubicBezTo>
                  <a:pt x="3371027" y="449702"/>
                  <a:pt x="3368924" y="452171"/>
                  <a:pt x="3366272" y="454182"/>
                </a:cubicBezTo>
                <a:cubicBezTo>
                  <a:pt x="3363712" y="456194"/>
                  <a:pt x="3360786" y="457749"/>
                  <a:pt x="3357585" y="458572"/>
                </a:cubicBezTo>
                <a:cubicBezTo>
                  <a:pt x="3354476" y="459486"/>
                  <a:pt x="3351185" y="459760"/>
                  <a:pt x="3347893" y="459395"/>
                </a:cubicBezTo>
                <a:cubicBezTo>
                  <a:pt x="3344601" y="458937"/>
                  <a:pt x="3341583" y="458023"/>
                  <a:pt x="3338657" y="456377"/>
                </a:cubicBezTo>
                <a:lnTo>
                  <a:pt x="3334360" y="453908"/>
                </a:lnTo>
                <a:cubicBezTo>
                  <a:pt x="3331434" y="452354"/>
                  <a:pt x="3328965" y="450251"/>
                  <a:pt x="3326953" y="447599"/>
                </a:cubicBezTo>
                <a:cubicBezTo>
                  <a:pt x="3324850" y="445038"/>
                  <a:pt x="3323387" y="442112"/>
                  <a:pt x="3322472" y="439003"/>
                </a:cubicBezTo>
                <a:cubicBezTo>
                  <a:pt x="3321649" y="435803"/>
                  <a:pt x="3321375" y="432511"/>
                  <a:pt x="3321741" y="429311"/>
                </a:cubicBezTo>
                <a:cubicBezTo>
                  <a:pt x="3322107" y="426019"/>
                  <a:pt x="3323112" y="422910"/>
                  <a:pt x="3324758" y="419984"/>
                </a:cubicBezTo>
                <a:cubicBezTo>
                  <a:pt x="3326404" y="417149"/>
                  <a:pt x="3328507" y="414680"/>
                  <a:pt x="3331068" y="412669"/>
                </a:cubicBezTo>
                <a:cubicBezTo>
                  <a:pt x="3333628" y="410566"/>
                  <a:pt x="3336554" y="409103"/>
                  <a:pt x="3339755" y="408188"/>
                </a:cubicBezTo>
                <a:cubicBezTo>
                  <a:pt x="3342955" y="407365"/>
                  <a:pt x="3346155" y="407091"/>
                  <a:pt x="3349447" y="407457"/>
                </a:cubicBezTo>
                <a:cubicBezTo>
                  <a:pt x="3352739" y="407822"/>
                  <a:pt x="3355848" y="408828"/>
                  <a:pt x="3358683" y="410474"/>
                </a:cubicBezTo>
              </a:path>
              <a:path w="3889492" h="1195852">
                <a:moveTo>
                  <a:pt x="3367369" y="415320"/>
                </a:moveTo>
                <a:lnTo>
                  <a:pt x="3371759" y="417789"/>
                </a:lnTo>
                <a:cubicBezTo>
                  <a:pt x="3374593" y="419344"/>
                  <a:pt x="3377062" y="421447"/>
                  <a:pt x="3379165" y="424099"/>
                </a:cubicBezTo>
                <a:cubicBezTo>
                  <a:pt x="3381177" y="426659"/>
                  <a:pt x="3382640" y="429585"/>
                  <a:pt x="3383554" y="432694"/>
                </a:cubicBezTo>
                <a:cubicBezTo>
                  <a:pt x="3384469" y="435894"/>
                  <a:pt x="3384743" y="439186"/>
                  <a:pt x="3384286" y="442387"/>
                </a:cubicBezTo>
                <a:cubicBezTo>
                  <a:pt x="3383920" y="445679"/>
                  <a:pt x="3382914" y="448788"/>
                  <a:pt x="3381360" y="451714"/>
                </a:cubicBezTo>
                <a:cubicBezTo>
                  <a:pt x="3379714" y="454548"/>
                  <a:pt x="3377611" y="457017"/>
                  <a:pt x="3374959" y="459029"/>
                </a:cubicBezTo>
                <a:cubicBezTo>
                  <a:pt x="3372399" y="461132"/>
                  <a:pt x="3369473" y="462595"/>
                  <a:pt x="3366364" y="463509"/>
                </a:cubicBezTo>
                <a:cubicBezTo>
                  <a:pt x="3363163" y="464332"/>
                  <a:pt x="3359963" y="464607"/>
                  <a:pt x="3356671" y="464241"/>
                </a:cubicBezTo>
                <a:cubicBezTo>
                  <a:pt x="3353379" y="463875"/>
                  <a:pt x="3350270" y="462869"/>
                  <a:pt x="3347344" y="461223"/>
                </a:cubicBezTo>
                <a:lnTo>
                  <a:pt x="3343046" y="458754"/>
                </a:lnTo>
                <a:cubicBezTo>
                  <a:pt x="3340120" y="457200"/>
                  <a:pt x="3337651" y="455097"/>
                  <a:pt x="3335640" y="452445"/>
                </a:cubicBezTo>
                <a:cubicBezTo>
                  <a:pt x="3333628" y="449885"/>
                  <a:pt x="3332074" y="447050"/>
                  <a:pt x="3331251" y="443850"/>
                </a:cubicBezTo>
                <a:cubicBezTo>
                  <a:pt x="3330336" y="440649"/>
                  <a:pt x="3330062" y="437449"/>
                  <a:pt x="3330428" y="434157"/>
                </a:cubicBezTo>
                <a:cubicBezTo>
                  <a:pt x="3330793" y="430865"/>
                  <a:pt x="3331799" y="427756"/>
                  <a:pt x="3333445" y="424922"/>
                </a:cubicBezTo>
                <a:cubicBezTo>
                  <a:pt x="3335091" y="421996"/>
                  <a:pt x="3337194" y="419527"/>
                  <a:pt x="3339755" y="417515"/>
                </a:cubicBezTo>
                <a:cubicBezTo>
                  <a:pt x="3342406" y="415503"/>
                  <a:pt x="3345241" y="413949"/>
                  <a:pt x="3348441" y="413126"/>
                </a:cubicBezTo>
                <a:cubicBezTo>
                  <a:pt x="3351642" y="412212"/>
                  <a:pt x="3354842" y="411937"/>
                  <a:pt x="3358134" y="412303"/>
                </a:cubicBezTo>
                <a:cubicBezTo>
                  <a:pt x="3361426" y="412760"/>
                  <a:pt x="3364535" y="413766"/>
                  <a:pt x="3367369" y="415320"/>
                </a:cubicBezTo>
              </a:path>
              <a:path w="3889492" h="1195852">
                <a:moveTo>
                  <a:pt x="3376056" y="420167"/>
                </a:moveTo>
                <a:lnTo>
                  <a:pt x="3380445" y="422636"/>
                </a:lnTo>
                <a:cubicBezTo>
                  <a:pt x="3383371" y="424282"/>
                  <a:pt x="3385840" y="426385"/>
                  <a:pt x="3387852" y="428945"/>
                </a:cubicBezTo>
                <a:cubicBezTo>
                  <a:pt x="3389864" y="431505"/>
                  <a:pt x="3391327" y="434431"/>
                  <a:pt x="3392241" y="437632"/>
                </a:cubicBezTo>
                <a:cubicBezTo>
                  <a:pt x="3393156" y="440741"/>
                  <a:pt x="3393430" y="444033"/>
                  <a:pt x="3393064" y="447324"/>
                </a:cubicBezTo>
                <a:cubicBezTo>
                  <a:pt x="3392607" y="450616"/>
                  <a:pt x="3391601" y="453634"/>
                  <a:pt x="3390047" y="456560"/>
                </a:cubicBezTo>
                <a:cubicBezTo>
                  <a:pt x="3388401" y="459395"/>
                  <a:pt x="3386298" y="461863"/>
                  <a:pt x="3383737" y="463967"/>
                </a:cubicBezTo>
                <a:cubicBezTo>
                  <a:pt x="3381085" y="465978"/>
                  <a:pt x="3378251" y="467441"/>
                  <a:pt x="3375050" y="468356"/>
                </a:cubicBezTo>
                <a:cubicBezTo>
                  <a:pt x="3371850" y="469270"/>
                  <a:pt x="3368650" y="469453"/>
                  <a:pt x="3365358" y="469087"/>
                </a:cubicBezTo>
                <a:cubicBezTo>
                  <a:pt x="3362066" y="468721"/>
                  <a:pt x="3358957" y="467716"/>
                  <a:pt x="3356122" y="466070"/>
                </a:cubicBezTo>
                <a:lnTo>
                  <a:pt x="3351733" y="463692"/>
                </a:lnTo>
                <a:cubicBezTo>
                  <a:pt x="3348807" y="462046"/>
                  <a:pt x="3346338" y="459943"/>
                  <a:pt x="3344327" y="457383"/>
                </a:cubicBezTo>
                <a:cubicBezTo>
                  <a:pt x="3342315" y="454731"/>
                  <a:pt x="3340852" y="451896"/>
                  <a:pt x="3339937" y="448696"/>
                </a:cubicBezTo>
                <a:cubicBezTo>
                  <a:pt x="3339023" y="445496"/>
                  <a:pt x="3338749" y="442295"/>
                  <a:pt x="3339114" y="439003"/>
                </a:cubicBezTo>
                <a:cubicBezTo>
                  <a:pt x="3339572" y="435712"/>
                  <a:pt x="3340578" y="432603"/>
                  <a:pt x="3342132" y="429768"/>
                </a:cubicBezTo>
                <a:cubicBezTo>
                  <a:pt x="3343778" y="426842"/>
                  <a:pt x="3345881" y="424464"/>
                  <a:pt x="3348441" y="422361"/>
                </a:cubicBezTo>
                <a:cubicBezTo>
                  <a:pt x="3351093" y="420350"/>
                  <a:pt x="3353928" y="418887"/>
                  <a:pt x="3357128" y="417972"/>
                </a:cubicBezTo>
                <a:cubicBezTo>
                  <a:pt x="3360329" y="417058"/>
                  <a:pt x="3363529" y="416784"/>
                  <a:pt x="3366821" y="417241"/>
                </a:cubicBezTo>
                <a:cubicBezTo>
                  <a:pt x="3370113" y="417606"/>
                  <a:pt x="3373222" y="418612"/>
                  <a:pt x="3376056" y="420167"/>
                </a:cubicBezTo>
              </a:path>
              <a:path w="3889492" h="1195852">
                <a:moveTo>
                  <a:pt x="3384834" y="425105"/>
                </a:moveTo>
                <a:lnTo>
                  <a:pt x="3389132" y="427482"/>
                </a:lnTo>
                <a:cubicBezTo>
                  <a:pt x="3392058" y="429128"/>
                  <a:pt x="3394527" y="431231"/>
                  <a:pt x="3396539" y="433791"/>
                </a:cubicBezTo>
                <a:cubicBezTo>
                  <a:pt x="3398642" y="436443"/>
                  <a:pt x="3400105" y="439278"/>
                  <a:pt x="3400928" y="442478"/>
                </a:cubicBezTo>
                <a:cubicBezTo>
                  <a:pt x="3401842" y="445679"/>
                  <a:pt x="3402117" y="448879"/>
                  <a:pt x="3401751" y="452171"/>
                </a:cubicBezTo>
                <a:cubicBezTo>
                  <a:pt x="3401385" y="455463"/>
                  <a:pt x="3400379" y="458480"/>
                  <a:pt x="3398733" y="461406"/>
                </a:cubicBezTo>
                <a:cubicBezTo>
                  <a:pt x="3397087" y="464332"/>
                  <a:pt x="3394984" y="466710"/>
                  <a:pt x="3392424" y="468813"/>
                </a:cubicBezTo>
                <a:cubicBezTo>
                  <a:pt x="3389772" y="470825"/>
                  <a:pt x="3386938" y="472288"/>
                  <a:pt x="3383737" y="473202"/>
                </a:cubicBezTo>
                <a:cubicBezTo>
                  <a:pt x="3380537" y="474116"/>
                  <a:pt x="3377336" y="474391"/>
                  <a:pt x="3374045" y="473934"/>
                </a:cubicBezTo>
                <a:cubicBezTo>
                  <a:pt x="3370753" y="473568"/>
                  <a:pt x="3367644" y="472562"/>
                  <a:pt x="3364809" y="471007"/>
                </a:cubicBezTo>
                <a:lnTo>
                  <a:pt x="3360420" y="468539"/>
                </a:lnTo>
                <a:cubicBezTo>
                  <a:pt x="3357585" y="466893"/>
                  <a:pt x="3355116" y="464790"/>
                  <a:pt x="3353013" y="462229"/>
                </a:cubicBezTo>
                <a:cubicBezTo>
                  <a:pt x="3351002" y="459669"/>
                  <a:pt x="3349539" y="456743"/>
                  <a:pt x="3348624" y="453542"/>
                </a:cubicBezTo>
                <a:cubicBezTo>
                  <a:pt x="3347710" y="450342"/>
                  <a:pt x="3347436" y="447142"/>
                  <a:pt x="3347893" y="443850"/>
                </a:cubicBezTo>
                <a:cubicBezTo>
                  <a:pt x="3348258" y="440558"/>
                  <a:pt x="3349264" y="437540"/>
                  <a:pt x="3350819" y="434614"/>
                </a:cubicBezTo>
                <a:cubicBezTo>
                  <a:pt x="3352465" y="431780"/>
                  <a:pt x="3354568" y="429311"/>
                  <a:pt x="3357220" y="427208"/>
                </a:cubicBezTo>
                <a:cubicBezTo>
                  <a:pt x="3359780" y="425196"/>
                  <a:pt x="3362706" y="423733"/>
                  <a:pt x="3365815" y="422819"/>
                </a:cubicBezTo>
                <a:cubicBezTo>
                  <a:pt x="3369015" y="421904"/>
                  <a:pt x="3372307" y="421721"/>
                  <a:pt x="3375508" y="422087"/>
                </a:cubicBezTo>
                <a:cubicBezTo>
                  <a:pt x="3378799" y="422453"/>
                  <a:pt x="3381908" y="423459"/>
                  <a:pt x="3384834" y="425105"/>
                </a:cubicBezTo>
              </a:path>
              <a:path w="3889492" h="1195852">
                <a:moveTo>
                  <a:pt x="3393521" y="429951"/>
                </a:moveTo>
                <a:lnTo>
                  <a:pt x="3397819" y="432328"/>
                </a:lnTo>
                <a:cubicBezTo>
                  <a:pt x="3400745" y="433974"/>
                  <a:pt x="3403214" y="436077"/>
                  <a:pt x="3405226" y="438729"/>
                </a:cubicBezTo>
                <a:cubicBezTo>
                  <a:pt x="3407329" y="441289"/>
                  <a:pt x="3408792" y="444124"/>
                  <a:pt x="3409706" y="447324"/>
                </a:cubicBezTo>
                <a:cubicBezTo>
                  <a:pt x="3410529" y="450525"/>
                  <a:pt x="3410803" y="453725"/>
                  <a:pt x="3410438" y="457017"/>
                </a:cubicBezTo>
                <a:cubicBezTo>
                  <a:pt x="3410072" y="460309"/>
                  <a:pt x="3409066" y="463418"/>
                  <a:pt x="3407420" y="466253"/>
                </a:cubicBezTo>
                <a:cubicBezTo>
                  <a:pt x="3405774" y="469179"/>
                  <a:pt x="3403671" y="471648"/>
                  <a:pt x="3401111" y="473659"/>
                </a:cubicBezTo>
                <a:cubicBezTo>
                  <a:pt x="3398550" y="475671"/>
                  <a:pt x="3395624" y="477134"/>
                  <a:pt x="3392424" y="478048"/>
                </a:cubicBezTo>
                <a:cubicBezTo>
                  <a:pt x="3389224" y="478963"/>
                  <a:pt x="3386023" y="479237"/>
                  <a:pt x="3382731" y="478871"/>
                </a:cubicBezTo>
                <a:cubicBezTo>
                  <a:pt x="3379440" y="478414"/>
                  <a:pt x="3376331" y="477408"/>
                  <a:pt x="3373496" y="475854"/>
                </a:cubicBezTo>
                <a:lnTo>
                  <a:pt x="3369107" y="473385"/>
                </a:lnTo>
                <a:cubicBezTo>
                  <a:pt x="3366272" y="471830"/>
                  <a:pt x="3363803" y="469727"/>
                  <a:pt x="3361700" y="467076"/>
                </a:cubicBezTo>
                <a:cubicBezTo>
                  <a:pt x="3359688" y="464515"/>
                  <a:pt x="3358225" y="461589"/>
                  <a:pt x="3357311" y="458389"/>
                </a:cubicBezTo>
                <a:cubicBezTo>
                  <a:pt x="3356397" y="455280"/>
                  <a:pt x="3356122" y="451988"/>
                  <a:pt x="3356580" y="448788"/>
                </a:cubicBezTo>
                <a:cubicBezTo>
                  <a:pt x="3356945" y="445496"/>
                  <a:pt x="3357951" y="442387"/>
                  <a:pt x="3359597" y="439461"/>
                </a:cubicBezTo>
                <a:cubicBezTo>
                  <a:pt x="3361152" y="436626"/>
                  <a:pt x="3363255" y="434157"/>
                  <a:pt x="3365906" y="432145"/>
                </a:cubicBezTo>
                <a:cubicBezTo>
                  <a:pt x="3368467" y="430042"/>
                  <a:pt x="3371393" y="428579"/>
                  <a:pt x="3374593" y="427665"/>
                </a:cubicBezTo>
                <a:cubicBezTo>
                  <a:pt x="3377702" y="426842"/>
                  <a:pt x="3380994" y="426568"/>
                  <a:pt x="3384286" y="426933"/>
                </a:cubicBezTo>
                <a:cubicBezTo>
                  <a:pt x="3387578" y="427299"/>
                  <a:pt x="3390595" y="428305"/>
                  <a:pt x="3393521" y="429951"/>
                </a:cubicBezTo>
              </a:path>
              <a:path w="3889492" h="1195852">
                <a:moveTo>
                  <a:pt x="3402208" y="434797"/>
                </a:moveTo>
                <a:lnTo>
                  <a:pt x="3406597" y="437266"/>
                </a:lnTo>
                <a:cubicBezTo>
                  <a:pt x="3409432" y="438821"/>
                  <a:pt x="3411901" y="440924"/>
                  <a:pt x="3414004" y="443575"/>
                </a:cubicBezTo>
                <a:cubicBezTo>
                  <a:pt x="3416016" y="446136"/>
                  <a:pt x="3417479" y="449062"/>
                  <a:pt x="3418393" y="452171"/>
                </a:cubicBezTo>
                <a:cubicBezTo>
                  <a:pt x="3419307" y="455371"/>
                  <a:pt x="3419490" y="458663"/>
                  <a:pt x="3419124" y="461863"/>
                </a:cubicBezTo>
                <a:cubicBezTo>
                  <a:pt x="3418759" y="465155"/>
                  <a:pt x="3417753" y="468264"/>
                  <a:pt x="3416107" y="471099"/>
                </a:cubicBezTo>
                <a:cubicBezTo>
                  <a:pt x="3414552" y="474025"/>
                  <a:pt x="3412449" y="476494"/>
                  <a:pt x="3409798" y="478506"/>
                </a:cubicBezTo>
                <a:cubicBezTo>
                  <a:pt x="3407237" y="480609"/>
                  <a:pt x="3404311" y="482072"/>
                  <a:pt x="3401111" y="482986"/>
                </a:cubicBezTo>
                <a:cubicBezTo>
                  <a:pt x="3398002" y="483809"/>
                  <a:pt x="3394710" y="484083"/>
                  <a:pt x="3391418" y="483718"/>
                </a:cubicBezTo>
                <a:cubicBezTo>
                  <a:pt x="3388126" y="483352"/>
                  <a:pt x="3385109" y="482346"/>
                  <a:pt x="3382183" y="480700"/>
                </a:cubicBezTo>
                <a:lnTo>
                  <a:pt x="3377885" y="478231"/>
                </a:lnTo>
                <a:cubicBezTo>
                  <a:pt x="3374959" y="476677"/>
                  <a:pt x="3372490" y="474574"/>
                  <a:pt x="3370478" y="471922"/>
                </a:cubicBezTo>
                <a:cubicBezTo>
                  <a:pt x="3368375" y="469362"/>
                  <a:pt x="3366912" y="466435"/>
                  <a:pt x="3365998" y="463326"/>
                </a:cubicBezTo>
                <a:cubicBezTo>
                  <a:pt x="3365083" y="460126"/>
                  <a:pt x="3364901" y="456926"/>
                  <a:pt x="3365266" y="453634"/>
                </a:cubicBezTo>
                <a:cubicBezTo>
                  <a:pt x="3365632" y="450342"/>
                  <a:pt x="3366638" y="447233"/>
                  <a:pt x="3368284" y="444398"/>
                </a:cubicBezTo>
                <a:cubicBezTo>
                  <a:pt x="3369838" y="441472"/>
                  <a:pt x="3372033" y="439003"/>
                  <a:pt x="3374593" y="436992"/>
                </a:cubicBezTo>
                <a:cubicBezTo>
                  <a:pt x="3377154" y="434889"/>
                  <a:pt x="3380080" y="433426"/>
                  <a:pt x="3383280" y="432603"/>
                </a:cubicBezTo>
                <a:cubicBezTo>
                  <a:pt x="3386480" y="431688"/>
                  <a:pt x="3389681" y="431414"/>
                  <a:pt x="3392973" y="431780"/>
                </a:cubicBezTo>
                <a:cubicBezTo>
                  <a:pt x="3396264" y="432237"/>
                  <a:pt x="3399282" y="433151"/>
                  <a:pt x="3402208" y="434797"/>
                </a:cubicBezTo>
              </a:path>
              <a:path w="3889492" h="1195852">
                <a:moveTo>
                  <a:pt x="3410895" y="439644"/>
                </a:moveTo>
                <a:lnTo>
                  <a:pt x="3415284" y="442112"/>
                </a:lnTo>
                <a:cubicBezTo>
                  <a:pt x="3418119" y="443758"/>
                  <a:pt x="3420588" y="445861"/>
                  <a:pt x="3422691" y="448422"/>
                </a:cubicBezTo>
                <a:cubicBezTo>
                  <a:pt x="3424702" y="450982"/>
                  <a:pt x="3426165" y="453908"/>
                  <a:pt x="3427080" y="457109"/>
                </a:cubicBezTo>
                <a:cubicBezTo>
                  <a:pt x="3427994" y="460218"/>
                  <a:pt x="3428268" y="463509"/>
                  <a:pt x="3427811" y="466801"/>
                </a:cubicBezTo>
                <a:cubicBezTo>
                  <a:pt x="3427446" y="470002"/>
                  <a:pt x="3426440" y="473111"/>
                  <a:pt x="3424794" y="476037"/>
                </a:cubicBezTo>
                <a:cubicBezTo>
                  <a:pt x="3423239" y="478871"/>
                  <a:pt x="3421136" y="481340"/>
                  <a:pt x="3418484" y="483443"/>
                </a:cubicBezTo>
                <a:cubicBezTo>
                  <a:pt x="3415924" y="485455"/>
                  <a:pt x="3412998" y="486918"/>
                  <a:pt x="3409889" y="487832"/>
                </a:cubicBezTo>
                <a:cubicBezTo>
                  <a:pt x="3406689" y="488747"/>
                  <a:pt x="3403397" y="488930"/>
                  <a:pt x="3400105" y="488564"/>
                </a:cubicBezTo>
                <a:cubicBezTo>
                  <a:pt x="3396905" y="488198"/>
                  <a:pt x="3393796" y="487192"/>
                  <a:pt x="3390870" y="485546"/>
                </a:cubicBezTo>
                <a:lnTo>
                  <a:pt x="3386572" y="483169"/>
                </a:lnTo>
                <a:cubicBezTo>
                  <a:pt x="3383646" y="481523"/>
                  <a:pt x="3381177" y="479420"/>
                  <a:pt x="3379165" y="476860"/>
                </a:cubicBezTo>
                <a:cubicBezTo>
                  <a:pt x="3377062" y="474208"/>
                  <a:pt x="3375599" y="471373"/>
                  <a:pt x="3374685" y="468173"/>
                </a:cubicBezTo>
                <a:cubicBezTo>
                  <a:pt x="3373862" y="464972"/>
                  <a:pt x="3373587" y="461772"/>
                  <a:pt x="3373953" y="458480"/>
                </a:cubicBezTo>
                <a:cubicBezTo>
                  <a:pt x="3374319" y="455188"/>
                  <a:pt x="3375325" y="452079"/>
                  <a:pt x="3376971" y="449245"/>
                </a:cubicBezTo>
                <a:cubicBezTo>
                  <a:pt x="3378617" y="446319"/>
                  <a:pt x="3380720" y="443850"/>
                  <a:pt x="3383280" y="441838"/>
                </a:cubicBezTo>
                <a:cubicBezTo>
                  <a:pt x="3385932" y="439826"/>
                  <a:pt x="3388766" y="438363"/>
                  <a:pt x="3391967" y="437449"/>
                </a:cubicBezTo>
                <a:cubicBezTo>
                  <a:pt x="3395167" y="436535"/>
                  <a:pt x="3398368" y="436260"/>
                  <a:pt x="3401659" y="436626"/>
                </a:cubicBezTo>
                <a:cubicBezTo>
                  <a:pt x="3404951" y="437083"/>
                  <a:pt x="3408060" y="438089"/>
                  <a:pt x="3410895" y="439644"/>
                </a:cubicBezTo>
              </a:path>
              <a:path w="3889492" h="1195852">
                <a:moveTo>
                  <a:pt x="3419582" y="444581"/>
                </a:moveTo>
                <a:lnTo>
                  <a:pt x="3423971" y="446959"/>
                </a:lnTo>
                <a:cubicBezTo>
                  <a:pt x="3426805" y="448605"/>
                  <a:pt x="3429274" y="450708"/>
                  <a:pt x="3431377" y="453268"/>
                </a:cubicBezTo>
                <a:cubicBezTo>
                  <a:pt x="3433389" y="455920"/>
                  <a:pt x="3434852" y="458754"/>
                  <a:pt x="3435767" y="461955"/>
                </a:cubicBezTo>
                <a:cubicBezTo>
                  <a:pt x="3436681" y="465155"/>
                  <a:pt x="3436955" y="468356"/>
                  <a:pt x="3436590" y="471648"/>
                </a:cubicBezTo>
                <a:cubicBezTo>
                  <a:pt x="3436132" y="474939"/>
                  <a:pt x="3435126" y="477957"/>
                  <a:pt x="3433572" y="480883"/>
                </a:cubicBezTo>
                <a:cubicBezTo>
                  <a:pt x="3431926" y="483718"/>
                  <a:pt x="3429823" y="486186"/>
                  <a:pt x="3427263" y="488290"/>
                </a:cubicBezTo>
                <a:cubicBezTo>
                  <a:pt x="3424611" y="490301"/>
                  <a:pt x="3421776" y="491764"/>
                  <a:pt x="3418576" y="492679"/>
                </a:cubicBezTo>
                <a:cubicBezTo>
                  <a:pt x="3415375" y="493593"/>
                  <a:pt x="3412175" y="493867"/>
                  <a:pt x="3408883" y="493410"/>
                </a:cubicBezTo>
                <a:cubicBezTo>
                  <a:pt x="3405591" y="493044"/>
                  <a:pt x="3402482" y="492039"/>
                  <a:pt x="3399556" y="490393"/>
                </a:cubicBezTo>
                <a:lnTo>
                  <a:pt x="3395259" y="488015"/>
                </a:lnTo>
                <a:cubicBezTo>
                  <a:pt x="3392333" y="486369"/>
                  <a:pt x="3389864" y="484266"/>
                  <a:pt x="3387852" y="481706"/>
                </a:cubicBezTo>
                <a:cubicBezTo>
                  <a:pt x="3385840" y="479054"/>
                  <a:pt x="3384286" y="476220"/>
                  <a:pt x="3383463" y="473019"/>
                </a:cubicBezTo>
                <a:cubicBezTo>
                  <a:pt x="3382548" y="469819"/>
                  <a:pt x="3382274" y="466618"/>
                  <a:pt x="3382640" y="463326"/>
                </a:cubicBezTo>
                <a:cubicBezTo>
                  <a:pt x="3383097" y="460035"/>
                  <a:pt x="3384012" y="457017"/>
                  <a:pt x="3385657" y="454091"/>
                </a:cubicBezTo>
                <a:cubicBezTo>
                  <a:pt x="3387303" y="451256"/>
                  <a:pt x="3389406" y="448788"/>
                  <a:pt x="3391967" y="446684"/>
                </a:cubicBezTo>
                <a:cubicBezTo>
                  <a:pt x="3394619" y="444673"/>
                  <a:pt x="3397453" y="443210"/>
                  <a:pt x="3400654" y="442295"/>
                </a:cubicBezTo>
                <a:cubicBezTo>
                  <a:pt x="3403854" y="441381"/>
                  <a:pt x="3407054" y="441107"/>
                  <a:pt x="3410346" y="441564"/>
                </a:cubicBezTo>
                <a:cubicBezTo>
                  <a:pt x="3413638" y="441930"/>
                  <a:pt x="3416747" y="442935"/>
                  <a:pt x="3419582" y="444581"/>
                </a:cubicBezTo>
              </a:path>
              <a:path w="3889492" h="1195852">
                <a:moveTo>
                  <a:pt x="3428360" y="449428"/>
                </a:moveTo>
                <a:lnTo>
                  <a:pt x="3432658" y="451805"/>
                </a:lnTo>
                <a:cubicBezTo>
                  <a:pt x="3435584" y="453451"/>
                  <a:pt x="3438053" y="455554"/>
                  <a:pt x="3440064" y="458114"/>
                </a:cubicBezTo>
                <a:cubicBezTo>
                  <a:pt x="3442076" y="460766"/>
                  <a:pt x="3443630" y="463601"/>
                  <a:pt x="3444453" y="466801"/>
                </a:cubicBezTo>
                <a:cubicBezTo>
                  <a:pt x="3445368" y="470002"/>
                  <a:pt x="3445642" y="473202"/>
                  <a:pt x="3445276" y="476494"/>
                </a:cubicBezTo>
                <a:cubicBezTo>
                  <a:pt x="3444819" y="479786"/>
                  <a:pt x="3443813" y="482895"/>
                  <a:pt x="3442259" y="485729"/>
                </a:cubicBezTo>
                <a:cubicBezTo>
                  <a:pt x="3440613" y="488655"/>
                  <a:pt x="3438510" y="491124"/>
                  <a:pt x="3435949" y="493136"/>
                </a:cubicBezTo>
                <a:cubicBezTo>
                  <a:pt x="3433298" y="495148"/>
                  <a:pt x="3430463" y="496611"/>
                  <a:pt x="3427263" y="497525"/>
                </a:cubicBezTo>
                <a:cubicBezTo>
                  <a:pt x="3424062" y="498439"/>
                  <a:pt x="3420862" y="498714"/>
                  <a:pt x="3417570" y="498348"/>
                </a:cubicBezTo>
                <a:cubicBezTo>
                  <a:pt x="3414278" y="497891"/>
                  <a:pt x="3411169" y="496885"/>
                  <a:pt x="3408335" y="495330"/>
                </a:cubicBezTo>
                <a:lnTo>
                  <a:pt x="3403945" y="492862"/>
                </a:lnTo>
                <a:cubicBezTo>
                  <a:pt x="3401019" y="491216"/>
                  <a:pt x="3398642" y="489113"/>
                  <a:pt x="3396539" y="486552"/>
                </a:cubicBezTo>
                <a:cubicBezTo>
                  <a:pt x="3394527" y="483992"/>
                  <a:pt x="3393064" y="481066"/>
                  <a:pt x="3392150" y="477865"/>
                </a:cubicBezTo>
                <a:cubicBezTo>
                  <a:pt x="3391235" y="474756"/>
                  <a:pt x="3390961" y="471465"/>
                  <a:pt x="3391327" y="468173"/>
                </a:cubicBezTo>
                <a:cubicBezTo>
                  <a:pt x="3391784" y="464972"/>
                  <a:pt x="3392790" y="461863"/>
                  <a:pt x="3394344" y="458937"/>
                </a:cubicBezTo>
                <a:cubicBezTo>
                  <a:pt x="3395990" y="456103"/>
                  <a:pt x="3398093" y="453634"/>
                  <a:pt x="3400654" y="451622"/>
                </a:cubicBezTo>
                <a:cubicBezTo>
                  <a:pt x="3403305" y="449519"/>
                  <a:pt x="3406140" y="448056"/>
                  <a:pt x="3409340" y="447142"/>
                </a:cubicBezTo>
                <a:cubicBezTo>
                  <a:pt x="3412541" y="446227"/>
                  <a:pt x="3415741" y="446044"/>
                  <a:pt x="3419033" y="446410"/>
                </a:cubicBezTo>
                <a:cubicBezTo>
                  <a:pt x="3422325" y="446776"/>
                  <a:pt x="3425434" y="447782"/>
                  <a:pt x="3428360" y="449428"/>
                </a:cubicBezTo>
              </a:path>
              <a:path w="3889492" h="1195852">
                <a:moveTo>
                  <a:pt x="3437047" y="454274"/>
                </a:moveTo>
                <a:lnTo>
                  <a:pt x="3441344" y="456743"/>
                </a:lnTo>
                <a:cubicBezTo>
                  <a:pt x="3444270" y="458297"/>
                  <a:pt x="3446739" y="460400"/>
                  <a:pt x="3448751" y="463052"/>
                </a:cubicBezTo>
                <a:cubicBezTo>
                  <a:pt x="3450854" y="465612"/>
                  <a:pt x="3452317" y="468539"/>
                  <a:pt x="3453232" y="471648"/>
                </a:cubicBezTo>
                <a:cubicBezTo>
                  <a:pt x="3454055" y="474848"/>
                  <a:pt x="3454329" y="478048"/>
                  <a:pt x="3453963" y="481340"/>
                </a:cubicBezTo>
                <a:cubicBezTo>
                  <a:pt x="3453597" y="484632"/>
                  <a:pt x="3452592" y="487741"/>
                  <a:pt x="3450946" y="490576"/>
                </a:cubicBezTo>
                <a:cubicBezTo>
                  <a:pt x="3449300" y="493502"/>
                  <a:pt x="3447197" y="495971"/>
                  <a:pt x="3444636" y="497982"/>
                </a:cubicBezTo>
                <a:cubicBezTo>
                  <a:pt x="3441984" y="500085"/>
                  <a:pt x="3439150" y="501548"/>
                  <a:pt x="3435949" y="502371"/>
                </a:cubicBezTo>
                <a:cubicBezTo>
                  <a:pt x="3432749" y="503286"/>
                  <a:pt x="3429549" y="503560"/>
                  <a:pt x="3426257" y="503194"/>
                </a:cubicBezTo>
                <a:cubicBezTo>
                  <a:pt x="3422965" y="502829"/>
                  <a:pt x="3419856" y="501823"/>
                  <a:pt x="3417021" y="500177"/>
                </a:cubicBezTo>
                <a:lnTo>
                  <a:pt x="3412632" y="497708"/>
                </a:lnTo>
                <a:cubicBezTo>
                  <a:pt x="3409798" y="496153"/>
                  <a:pt x="3407329" y="494050"/>
                  <a:pt x="3405226" y="491399"/>
                </a:cubicBezTo>
                <a:cubicBezTo>
                  <a:pt x="3403214" y="488838"/>
                  <a:pt x="3401751" y="485912"/>
                  <a:pt x="3400836" y="482803"/>
                </a:cubicBezTo>
                <a:cubicBezTo>
                  <a:pt x="3399922" y="479603"/>
                  <a:pt x="3399648" y="476402"/>
                  <a:pt x="3400105" y="473111"/>
                </a:cubicBezTo>
                <a:cubicBezTo>
                  <a:pt x="3400471" y="469819"/>
                  <a:pt x="3401477" y="466710"/>
                  <a:pt x="3403122" y="463875"/>
                </a:cubicBezTo>
                <a:cubicBezTo>
                  <a:pt x="3404677" y="460949"/>
                  <a:pt x="3406780" y="458480"/>
                  <a:pt x="3409432" y="456468"/>
                </a:cubicBezTo>
                <a:cubicBezTo>
                  <a:pt x="3411992" y="454365"/>
                  <a:pt x="3414918" y="452902"/>
                  <a:pt x="3418027" y="452079"/>
                </a:cubicBezTo>
                <a:cubicBezTo>
                  <a:pt x="3421228" y="451165"/>
                  <a:pt x="3424519" y="450891"/>
                  <a:pt x="3427720" y="451256"/>
                </a:cubicBezTo>
                <a:cubicBezTo>
                  <a:pt x="3431012" y="451622"/>
                  <a:pt x="3434121" y="452628"/>
                  <a:pt x="3437047" y="454274"/>
                </a:cubicBezTo>
              </a:path>
              <a:path w="3889492" h="1195852">
                <a:moveTo>
                  <a:pt x="3445734" y="459120"/>
                </a:moveTo>
                <a:lnTo>
                  <a:pt x="3450031" y="461589"/>
                </a:lnTo>
                <a:cubicBezTo>
                  <a:pt x="3452957" y="463235"/>
                  <a:pt x="3455426" y="465338"/>
                  <a:pt x="3457438" y="467898"/>
                </a:cubicBezTo>
                <a:cubicBezTo>
                  <a:pt x="3459541" y="470459"/>
                  <a:pt x="3461004" y="473385"/>
                  <a:pt x="3461918" y="476585"/>
                </a:cubicBezTo>
                <a:cubicBezTo>
                  <a:pt x="3462833" y="479694"/>
                  <a:pt x="3463016" y="482986"/>
                  <a:pt x="3462650" y="486278"/>
                </a:cubicBezTo>
                <a:cubicBezTo>
                  <a:pt x="3462284" y="489478"/>
                  <a:pt x="3461278" y="492587"/>
                  <a:pt x="3459632" y="495513"/>
                </a:cubicBezTo>
                <a:cubicBezTo>
                  <a:pt x="3457986" y="498348"/>
                  <a:pt x="3455883" y="500817"/>
                  <a:pt x="3453323" y="502829"/>
                </a:cubicBezTo>
                <a:cubicBezTo>
                  <a:pt x="3450763" y="504932"/>
                  <a:pt x="3447837" y="506395"/>
                  <a:pt x="3444636" y="507309"/>
                </a:cubicBezTo>
                <a:cubicBezTo>
                  <a:pt x="3441436" y="508224"/>
                  <a:pt x="3438235" y="508406"/>
                  <a:pt x="3434944" y="508041"/>
                </a:cubicBezTo>
                <a:cubicBezTo>
                  <a:pt x="3431652" y="507675"/>
                  <a:pt x="3428634" y="506669"/>
                  <a:pt x="3425708" y="505023"/>
                </a:cubicBezTo>
                <a:lnTo>
                  <a:pt x="3421319" y="502646"/>
                </a:lnTo>
                <a:cubicBezTo>
                  <a:pt x="3418484" y="501000"/>
                  <a:pt x="3416016" y="498897"/>
                  <a:pt x="3413912" y="496336"/>
                </a:cubicBezTo>
                <a:cubicBezTo>
                  <a:pt x="3411901" y="493685"/>
                  <a:pt x="3410438" y="490850"/>
                  <a:pt x="3409523" y="487650"/>
                </a:cubicBezTo>
                <a:cubicBezTo>
                  <a:pt x="3408609" y="484449"/>
                  <a:pt x="3408426" y="481249"/>
                  <a:pt x="3408792" y="477957"/>
                </a:cubicBezTo>
                <a:cubicBezTo>
                  <a:pt x="3409158" y="474665"/>
                  <a:pt x="3410163" y="471556"/>
                  <a:pt x="3411809" y="468721"/>
                </a:cubicBezTo>
                <a:cubicBezTo>
                  <a:pt x="3413364" y="465795"/>
                  <a:pt x="3415467" y="463326"/>
                  <a:pt x="3418119" y="461315"/>
                </a:cubicBezTo>
                <a:cubicBezTo>
                  <a:pt x="3420679" y="459303"/>
                  <a:pt x="3423605" y="457840"/>
                  <a:pt x="3426805" y="456926"/>
                </a:cubicBezTo>
                <a:cubicBezTo>
                  <a:pt x="3429914" y="456011"/>
                  <a:pt x="3433206" y="455737"/>
                  <a:pt x="3436498" y="456103"/>
                </a:cubicBezTo>
                <a:cubicBezTo>
                  <a:pt x="3439790" y="456560"/>
                  <a:pt x="3442807" y="457566"/>
                  <a:pt x="3445734" y="459120"/>
                </a:cubicBezTo>
              </a:path>
              <a:path w="3889492" h="1195852">
                <a:moveTo>
                  <a:pt x="3454420" y="464058"/>
                </a:moveTo>
                <a:lnTo>
                  <a:pt x="3458809" y="466435"/>
                </a:lnTo>
                <a:cubicBezTo>
                  <a:pt x="3461644" y="468081"/>
                  <a:pt x="3464113" y="470184"/>
                  <a:pt x="3466216" y="472745"/>
                </a:cubicBezTo>
                <a:cubicBezTo>
                  <a:pt x="3468228" y="475397"/>
                  <a:pt x="3469691" y="478231"/>
                  <a:pt x="3470605" y="481432"/>
                </a:cubicBezTo>
                <a:cubicBezTo>
                  <a:pt x="3471520" y="484632"/>
                  <a:pt x="3471702" y="487832"/>
                  <a:pt x="3471337" y="491124"/>
                </a:cubicBezTo>
                <a:cubicBezTo>
                  <a:pt x="3470971" y="494416"/>
                  <a:pt x="3469965" y="497434"/>
                  <a:pt x="3468319" y="500360"/>
                </a:cubicBezTo>
                <a:cubicBezTo>
                  <a:pt x="3466765" y="503194"/>
                  <a:pt x="3464662" y="505663"/>
                  <a:pt x="3462010" y="507766"/>
                </a:cubicBezTo>
                <a:cubicBezTo>
                  <a:pt x="3459450" y="509778"/>
                  <a:pt x="3456523" y="511241"/>
                  <a:pt x="3453323" y="512155"/>
                </a:cubicBezTo>
                <a:cubicBezTo>
                  <a:pt x="3450214" y="513070"/>
                  <a:pt x="3446922" y="513344"/>
                  <a:pt x="3443630" y="512887"/>
                </a:cubicBezTo>
                <a:cubicBezTo>
                  <a:pt x="3440339" y="512521"/>
                  <a:pt x="3437321" y="511515"/>
                  <a:pt x="3434395" y="509869"/>
                </a:cubicBezTo>
                <a:lnTo>
                  <a:pt x="3430097" y="507492"/>
                </a:lnTo>
                <a:cubicBezTo>
                  <a:pt x="3427171" y="505846"/>
                  <a:pt x="3424702" y="503743"/>
                  <a:pt x="3422691" y="501183"/>
                </a:cubicBezTo>
                <a:cubicBezTo>
                  <a:pt x="3420588" y="498531"/>
                  <a:pt x="3419124" y="495696"/>
                  <a:pt x="3418210" y="492496"/>
                </a:cubicBezTo>
                <a:cubicBezTo>
                  <a:pt x="3417387" y="489295"/>
                  <a:pt x="3417113" y="486095"/>
                  <a:pt x="3417479" y="482803"/>
                </a:cubicBezTo>
                <a:cubicBezTo>
                  <a:pt x="3417844" y="479511"/>
                  <a:pt x="3418850" y="476494"/>
                  <a:pt x="3420496" y="473568"/>
                </a:cubicBezTo>
                <a:cubicBezTo>
                  <a:pt x="3422142" y="470733"/>
                  <a:pt x="3424245" y="468264"/>
                  <a:pt x="3426805" y="466161"/>
                </a:cubicBezTo>
                <a:cubicBezTo>
                  <a:pt x="3429366" y="464149"/>
                  <a:pt x="3432292" y="462686"/>
                  <a:pt x="3435492" y="461772"/>
                </a:cubicBezTo>
                <a:cubicBezTo>
                  <a:pt x="3438693" y="460858"/>
                  <a:pt x="3441893" y="460583"/>
                  <a:pt x="3445185" y="461040"/>
                </a:cubicBezTo>
                <a:cubicBezTo>
                  <a:pt x="3448477" y="461406"/>
                  <a:pt x="3451586" y="462412"/>
                  <a:pt x="3454420" y="464058"/>
                </a:cubicBezTo>
              </a:path>
              <a:path w="3889492" h="1195852">
                <a:moveTo>
                  <a:pt x="3463107" y="468904"/>
                </a:moveTo>
                <a:lnTo>
                  <a:pt x="3467496" y="471282"/>
                </a:lnTo>
                <a:cubicBezTo>
                  <a:pt x="3470331" y="472928"/>
                  <a:pt x="3472800" y="475031"/>
                  <a:pt x="3474903" y="477591"/>
                </a:cubicBezTo>
                <a:cubicBezTo>
                  <a:pt x="3476915" y="480243"/>
                  <a:pt x="3478378" y="483078"/>
                  <a:pt x="3479292" y="486278"/>
                </a:cubicBezTo>
                <a:cubicBezTo>
                  <a:pt x="3480206" y="489478"/>
                  <a:pt x="3480481" y="492679"/>
                  <a:pt x="3480024" y="495971"/>
                </a:cubicBezTo>
                <a:cubicBezTo>
                  <a:pt x="3479658" y="499262"/>
                  <a:pt x="3478652" y="502371"/>
                  <a:pt x="3477097" y="505206"/>
                </a:cubicBezTo>
                <a:cubicBezTo>
                  <a:pt x="3475452" y="508132"/>
                  <a:pt x="3473348" y="510601"/>
                  <a:pt x="3470697" y="512613"/>
                </a:cubicBezTo>
                <a:cubicBezTo>
                  <a:pt x="3468136" y="514624"/>
                  <a:pt x="3465210" y="516087"/>
                  <a:pt x="3462101" y="517002"/>
                </a:cubicBezTo>
                <a:cubicBezTo>
                  <a:pt x="3458901" y="517916"/>
                  <a:pt x="3455609" y="518190"/>
                  <a:pt x="3452409" y="517825"/>
                </a:cubicBezTo>
                <a:cubicBezTo>
                  <a:pt x="3449117" y="517368"/>
                  <a:pt x="3446008" y="516362"/>
                  <a:pt x="3443082" y="514807"/>
                </a:cubicBezTo>
                <a:lnTo>
                  <a:pt x="3438784" y="512338"/>
                </a:lnTo>
                <a:cubicBezTo>
                  <a:pt x="3435858" y="510692"/>
                  <a:pt x="3433389" y="508589"/>
                  <a:pt x="3431377" y="506029"/>
                </a:cubicBezTo>
                <a:cubicBezTo>
                  <a:pt x="3429274" y="503469"/>
                  <a:pt x="3427811" y="500543"/>
                  <a:pt x="3426988" y="497342"/>
                </a:cubicBezTo>
                <a:cubicBezTo>
                  <a:pt x="3426074" y="494233"/>
                  <a:pt x="3425800" y="490941"/>
                  <a:pt x="3426165" y="487650"/>
                </a:cubicBezTo>
                <a:cubicBezTo>
                  <a:pt x="3426531" y="484449"/>
                  <a:pt x="3427537" y="481340"/>
                  <a:pt x="3429183" y="478414"/>
                </a:cubicBezTo>
                <a:cubicBezTo>
                  <a:pt x="3430829" y="475579"/>
                  <a:pt x="3432932" y="473111"/>
                  <a:pt x="3435492" y="471007"/>
                </a:cubicBezTo>
                <a:cubicBezTo>
                  <a:pt x="3438144" y="468996"/>
                  <a:pt x="3440979" y="467533"/>
                  <a:pt x="3444179" y="466618"/>
                </a:cubicBezTo>
                <a:cubicBezTo>
                  <a:pt x="3447379" y="465704"/>
                  <a:pt x="3450580" y="465521"/>
                  <a:pt x="3453872" y="465887"/>
                </a:cubicBezTo>
                <a:cubicBezTo>
                  <a:pt x="3457164" y="466253"/>
                  <a:pt x="3460272" y="467258"/>
                  <a:pt x="3463107" y="468904"/>
                </a:cubicBezTo>
              </a:path>
              <a:path w="3889492" h="1195852">
                <a:moveTo>
                  <a:pt x="3471794" y="473751"/>
                </a:moveTo>
                <a:lnTo>
                  <a:pt x="3476183" y="476220"/>
                </a:lnTo>
                <a:cubicBezTo>
                  <a:pt x="3479109" y="477774"/>
                  <a:pt x="3481578" y="479877"/>
                  <a:pt x="3483590" y="482529"/>
                </a:cubicBezTo>
                <a:cubicBezTo>
                  <a:pt x="3485601" y="485089"/>
                  <a:pt x="3487064" y="488015"/>
                  <a:pt x="3487979" y="491124"/>
                </a:cubicBezTo>
                <a:cubicBezTo>
                  <a:pt x="3488893" y="494325"/>
                  <a:pt x="3489168" y="497525"/>
                  <a:pt x="3488802" y="500817"/>
                </a:cubicBezTo>
                <a:cubicBezTo>
                  <a:pt x="3488345" y="504109"/>
                  <a:pt x="3487339" y="507218"/>
                  <a:pt x="3485784" y="510052"/>
                </a:cubicBezTo>
                <a:cubicBezTo>
                  <a:pt x="3484138" y="512978"/>
                  <a:pt x="3482035" y="515447"/>
                  <a:pt x="3479475" y="517459"/>
                </a:cubicBezTo>
                <a:cubicBezTo>
                  <a:pt x="3476823" y="519562"/>
                  <a:pt x="3473988" y="521025"/>
                  <a:pt x="3470788" y="521848"/>
                </a:cubicBezTo>
                <a:cubicBezTo>
                  <a:pt x="3467588" y="522762"/>
                  <a:pt x="3464387" y="523037"/>
                  <a:pt x="3461095" y="522671"/>
                </a:cubicBezTo>
                <a:cubicBezTo>
                  <a:pt x="3457804" y="522214"/>
                  <a:pt x="3454695" y="521299"/>
                  <a:pt x="3451860" y="519654"/>
                </a:cubicBezTo>
                <a:lnTo>
                  <a:pt x="3447471" y="517185"/>
                </a:lnTo>
                <a:cubicBezTo>
                  <a:pt x="3444545" y="515630"/>
                  <a:pt x="3442076" y="513527"/>
                  <a:pt x="3440064" y="510875"/>
                </a:cubicBezTo>
                <a:cubicBezTo>
                  <a:pt x="3438053" y="508315"/>
                  <a:pt x="3436590" y="505389"/>
                  <a:pt x="3435675" y="502280"/>
                </a:cubicBezTo>
                <a:cubicBezTo>
                  <a:pt x="3434761" y="499080"/>
                  <a:pt x="3434486" y="495788"/>
                  <a:pt x="3434852" y="492587"/>
                </a:cubicBezTo>
                <a:cubicBezTo>
                  <a:pt x="3435309" y="489295"/>
                  <a:pt x="3436315" y="486186"/>
                  <a:pt x="3437870" y="483352"/>
                </a:cubicBezTo>
                <a:cubicBezTo>
                  <a:pt x="3439516" y="480426"/>
                  <a:pt x="3441619" y="477957"/>
                  <a:pt x="3444179" y="475945"/>
                </a:cubicBezTo>
                <a:cubicBezTo>
                  <a:pt x="3446831" y="473842"/>
                  <a:pt x="3449665" y="472379"/>
                  <a:pt x="3452866" y="471465"/>
                </a:cubicBezTo>
                <a:cubicBezTo>
                  <a:pt x="3456066" y="470642"/>
                  <a:pt x="3459267" y="470367"/>
                  <a:pt x="3462558" y="470733"/>
                </a:cubicBezTo>
                <a:cubicBezTo>
                  <a:pt x="3465850" y="471099"/>
                  <a:pt x="3468959" y="472105"/>
                  <a:pt x="3471794" y="473751"/>
                </a:cubicBezTo>
              </a:path>
              <a:path w="3889492" h="1195852">
                <a:moveTo>
                  <a:pt x="3480572" y="478597"/>
                </a:moveTo>
                <a:lnTo>
                  <a:pt x="3484870" y="481066"/>
                </a:lnTo>
                <a:cubicBezTo>
                  <a:pt x="3487796" y="482620"/>
                  <a:pt x="3490265" y="484723"/>
                  <a:pt x="3492276" y="487375"/>
                </a:cubicBezTo>
                <a:cubicBezTo>
                  <a:pt x="3494288" y="489936"/>
                  <a:pt x="3495843" y="492862"/>
                  <a:pt x="3496666" y="496062"/>
                </a:cubicBezTo>
                <a:cubicBezTo>
                  <a:pt x="3497580" y="499171"/>
                  <a:pt x="3497854" y="502463"/>
                  <a:pt x="3497489" y="505663"/>
                </a:cubicBezTo>
                <a:cubicBezTo>
                  <a:pt x="3497031" y="508955"/>
                  <a:pt x="3496117" y="512064"/>
                  <a:pt x="3494471" y="514990"/>
                </a:cubicBezTo>
                <a:cubicBezTo>
                  <a:pt x="3492825" y="517825"/>
                  <a:pt x="3490722" y="520294"/>
                  <a:pt x="3488162" y="522305"/>
                </a:cubicBezTo>
                <a:cubicBezTo>
                  <a:pt x="3485510" y="524408"/>
                  <a:pt x="3482675" y="525871"/>
                  <a:pt x="3479475" y="526786"/>
                </a:cubicBezTo>
                <a:cubicBezTo>
                  <a:pt x="3476274" y="527609"/>
                  <a:pt x="3473074" y="527883"/>
                  <a:pt x="3469782" y="527517"/>
                </a:cubicBezTo>
                <a:cubicBezTo>
                  <a:pt x="3466490" y="527152"/>
                  <a:pt x="3463381" y="526146"/>
                  <a:pt x="3460547" y="524500"/>
                </a:cubicBezTo>
                <a:lnTo>
                  <a:pt x="3456158" y="522122"/>
                </a:lnTo>
                <a:cubicBezTo>
                  <a:pt x="3453323" y="520476"/>
                  <a:pt x="3450854" y="518373"/>
                  <a:pt x="3448751" y="515722"/>
                </a:cubicBezTo>
                <a:cubicBezTo>
                  <a:pt x="3446739" y="513161"/>
                  <a:pt x="3445276" y="510327"/>
                  <a:pt x="3444362" y="507126"/>
                </a:cubicBezTo>
                <a:cubicBezTo>
                  <a:pt x="3443448" y="503926"/>
                  <a:pt x="3443173" y="500725"/>
                  <a:pt x="3443630" y="497434"/>
                </a:cubicBezTo>
                <a:cubicBezTo>
                  <a:pt x="3443996" y="494142"/>
                  <a:pt x="3445002" y="491033"/>
                  <a:pt x="3446556" y="488198"/>
                </a:cubicBezTo>
                <a:cubicBezTo>
                  <a:pt x="3448202" y="485272"/>
                  <a:pt x="3450306" y="482803"/>
                  <a:pt x="3452957" y="480792"/>
                </a:cubicBezTo>
                <a:cubicBezTo>
                  <a:pt x="3455518" y="478780"/>
                  <a:pt x="3458444" y="477317"/>
                  <a:pt x="3461553" y="476402"/>
                </a:cubicBezTo>
                <a:cubicBezTo>
                  <a:pt x="3464753" y="475488"/>
                  <a:pt x="3467953" y="475214"/>
                  <a:pt x="3471245" y="475579"/>
                </a:cubicBezTo>
                <a:cubicBezTo>
                  <a:pt x="3474537" y="476037"/>
                  <a:pt x="3477646" y="477042"/>
                  <a:pt x="3480572" y="478597"/>
                </a:cubicBezTo>
              </a:path>
              <a:path w="3889492" h="1195852">
                <a:moveTo>
                  <a:pt x="3489259" y="483443"/>
                </a:moveTo>
                <a:lnTo>
                  <a:pt x="3493557" y="485912"/>
                </a:lnTo>
                <a:cubicBezTo>
                  <a:pt x="3496483" y="487558"/>
                  <a:pt x="3498952" y="489661"/>
                  <a:pt x="3500963" y="492222"/>
                </a:cubicBezTo>
                <a:cubicBezTo>
                  <a:pt x="3503066" y="494782"/>
                  <a:pt x="3504529" y="497708"/>
                  <a:pt x="3505444" y="500908"/>
                </a:cubicBezTo>
                <a:cubicBezTo>
                  <a:pt x="3506267" y="504109"/>
                  <a:pt x="3506541" y="507309"/>
                  <a:pt x="3506175" y="510601"/>
                </a:cubicBezTo>
                <a:cubicBezTo>
                  <a:pt x="3505810" y="513893"/>
                  <a:pt x="3504804" y="516910"/>
                  <a:pt x="3503158" y="519836"/>
                </a:cubicBezTo>
                <a:cubicBezTo>
                  <a:pt x="3501512" y="522671"/>
                  <a:pt x="3499409" y="525140"/>
                  <a:pt x="3496848" y="527243"/>
                </a:cubicBezTo>
                <a:cubicBezTo>
                  <a:pt x="3494288" y="529255"/>
                  <a:pt x="3491362" y="530718"/>
                  <a:pt x="3488162" y="531632"/>
                </a:cubicBezTo>
                <a:cubicBezTo>
                  <a:pt x="3484961" y="532547"/>
                  <a:pt x="3481761" y="532729"/>
                  <a:pt x="3478469" y="532364"/>
                </a:cubicBezTo>
                <a:cubicBezTo>
                  <a:pt x="3475177" y="531998"/>
                  <a:pt x="3472068" y="530992"/>
                  <a:pt x="3469234" y="529346"/>
                </a:cubicBezTo>
                <a:lnTo>
                  <a:pt x="3464844" y="526969"/>
                </a:lnTo>
                <a:cubicBezTo>
                  <a:pt x="3462010" y="525323"/>
                  <a:pt x="3459541" y="523220"/>
                  <a:pt x="3457438" y="520659"/>
                </a:cubicBezTo>
                <a:cubicBezTo>
                  <a:pt x="3455426" y="518008"/>
                  <a:pt x="3453963" y="515173"/>
                  <a:pt x="3453049" y="511973"/>
                </a:cubicBezTo>
                <a:cubicBezTo>
                  <a:pt x="3452134" y="508772"/>
                  <a:pt x="3451860" y="505572"/>
                  <a:pt x="3452317" y="502280"/>
                </a:cubicBezTo>
                <a:cubicBezTo>
                  <a:pt x="3452683" y="498988"/>
                  <a:pt x="3453689" y="495971"/>
                  <a:pt x="3455335" y="493044"/>
                </a:cubicBezTo>
                <a:cubicBezTo>
                  <a:pt x="3456889" y="490118"/>
                  <a:pt x="3458992" y="487741"/>
                  <a:pt x="3461644" y="485638"/>
                </a:cubicBezTo>
                <a:cubicBezTo>
                  <a:pt x="3464204" y="483626"/>
                  <a:pt x="3467130" y="482163"/>
                  <a:pt x="3470239" y="481249"/>
                </a:cubicBezTo>
                <a:cubicBezTo>
                  <a:pt x="3473440" y="480334"/>
                  <a:pt x="3476732" y="480060"/>
                  <a:pt x="3480024" y="480517"/>
                </a:cubicBezTo>
                <a:cubicBezTo>
                  <a:pt x="3483224" y="480883"/>
                  <a:pt x="3486333" y="481889"/>
                  <a:pt x="3489259" y="483443"/>
                </a:cubicBezTo>
              </a:path>
              <a:path w="3889492" h="1195852">
                <a:moveTo>
                  <a:pt x="3497946" y="488381"/>
                </a:moveTo>
                <a:lnTo>
                  <a:pt x="3502335" y="490758"/>
                </a:lnTo>
                <a:cubicBezTo>
                  <a:pt x="3505170" y="492404"/>
                  <a:pt x="3507638" y="494508"/>
                  <a:pt x="3509650" y="497068"/>
                </a:cubicBezTo>
                <a:cubicBezTo>
                  <a:pt x="3511753" y="499720"/>
                  <a:pt x="3513216" y="502554"/>
                  <a:pt x="3514131" y="505755"/>
                </a:cubicBezTo>
                <a:cubicBezTo>
                  <a:pt x="3515045" y="508955"/>
                  <a:pt x="3515228" y="512155"/>
                  <a:pt x="3514862" y="515447"/>
                </a:cubicBezTo>
                <a:cubicBezTo>
                  <a:pt x="3514496" y="518739"/>
                  <a:pt x="3513491" y="521848"/>
                  <a:pt x="3511845" y="524683"/>
                </a:cubicBezTo>
                <a:cubicBezTo>
                  <a:pt x="3510290" y="527609"/>
                  <a:pt x="3508187" y="529986"/>
                  <a:pt x="3505535" y="532089"/>
                </a:cubicBezTo>
                <a:cubicBezTo>
                  <a:pt x="3502975" y="534101"/>
                  <a:pt x="3500049" y="535564"/>
                  <a:pt x="3496848" y="536478"/>
                </a:cubicBezTo>
                <a:cubicBezTo>
                  <a:pt x="3493740" y="537393"/>
                  <a:pt x="3490448" y="537667"/>
                  <a:pt x="3487156" y="537210"/>
                </a:cubicBezTo>
                <a:cubicBezTo>
                  <a:pt x="3483864" y="536844"/>
                  <a:pt x="3480846" y="535838"/>
                  <a:pt x="3477920" y="534284"/>
                </a:cubicBezTo>
                <a:lnTo>
                  <a:pt x="3473531" y="531815"/>
                </a:lnTo>
                <a:cubicBezTo>
                  <a:pt x="3470697" y="530169"/>
                  <a:pt x="3468228" y="528066"/>
                  <a:pt x="3466216" y="525506"/>
                </a:cubicBezTo>
                <a:cubicBezTo>
                  <a:pt x="3464113" y="522945"/>
                  <a:pt x="3462650" y="520019"/>
                  <a:pt x="3461736" y="516819"/>
                </a:cubicBezTo>
                <a:cubicBezTo>
                  <a:pt x="3460821" y="513710"/>
                  <a:pt x="3460638" y="510418"/>
                  <a:pt x="3461004" y="507126"/>
                </a:cubicBezTo>
                <a:cubicBezTo>
                  <a:pt x="3461370" y="503834"/>
                  <a:pt x="3462376" y="500817"/>
                  <a:pt x="3464022" y="497891"/>
                </a:cubicBezTo>
                <a:cubicBezTo>
                  <a:pt x="3465576" y="495056"/>
                  <a:pt x="3467679" y="492587"/>
                  <a:pt x="3470331" y="490484"/>
                </a:cubicBezTo>
                <a:cubicBezTo>
                  <a:pt x="3472891" y="488472"/>
                  <a:pt x="3475817" y="487009"/>
                  <a:pt x="3479018" y="486095"/>
                </a:cubicBezTo>
                <a:cubicBezTo>
                  <a:pt x="3482127" y="485181"/>
                  <a:pt x="3485418" y="484998"/>
                  <a:pt x="3488710" y="485364"/>
                </a:cubicBezTo>
                <a:cubicBezTo>
                  <a:pt x="3492002" y="485729"/>
                  <a:pt x="3495020" y="486735"/>
                  <a:pt x="3497946" y="488381"/>
                </a:cubicBezTo>
              </a:path>
              <a:path w="3889492" h="1195852">
                <a:moveTo>
                  <a:pt x="3506633" y="493227"/>
                </a:moveTo>
                <a:lnTo>
                  <a:pt x="3511022" y="495696"/>
                </a:lnTo>
                <a:cubicBezTo>
                  <a:pt x="3513856" y="497251"/>
                  <a:pt x="3516325" y="499354"/>
                  <a:pt x="3518428" y="502006"/>
                </a:cubicBezTo>
                <a:cubicBezTo>
                  <a:pt x="3520440" y="504566"/>
                  <a:pt x="3521903" y="507401"/>
                  <a:pt x="3522817" y="510601"/>
                </a:cubicBezTo>
                <a:cubicBezTo>
                  <a:pt x="3523732" y="513801"/>
                  <a:pt x="3524006" y="517002"/>
                  <a:pt x="3523549" y="520294"/>
                </a:cubicBezTo>
                <a:cubicBezTo>
                  <a:pt x="3523183" y="523585"/>
                  <a:pt x="3522177" y="526694"/>
                  <a:pt x="3520531" y="529529"/>
                </a:cubicBezTo>
                <a:cubicBezTo>
                  <a:pt x="3518977" y="532455"/>
                  <a:pt x="3516874" y="534924"/>
                  <a:pt x="3514222" y="536936"/>
                </a:cubicBezTo>
                <a:cubicBezTo>
                  <a:pt x="3511662" y="538947"/>
                  <a:pt x="3508736" y="540502"/>
                  <a:pt x="3505535" y="541325"/>
                </a:cubicBezTo>
                <a:cubicBezTo>
                  <a:pt x="3502426" y="542239"/>
                  <a:pt x="3499134" y="542514"/>
                  <a:pt x="3495843" y="542148"/>
                </a:cubicBezTo>
                <a:cubicBezTo>
                  <a:pt x="3492551" y="541691"/>
                  <a:pt x="3489533" y="540685"/>
                  <a:pt x="3486607" y="539130"/>
                </a:cubicBezTo>
                <a:lnTo>
                  <a:pt x="3482310" y="536661"/>
                </a:lnTo>
                <a:cubicBezTo>
                  <a:pt x="3479383" y="535107"/>
                  <a:pt x="3476915" y="533004"/>
                  <a:pt x="3474903" y="530352"/>
                </a:cubicBezTo>
                <a:cubicBezTo>
                  <a:pt x="3472800" y="527792"/>
                  <a:pt x="3471337" y="524866"/>
                  <a:pt x="3470422" y="521757"/>
                </a:cubicBezTo>
                <a:cubicBezTo>
                  <a:pt x="3469599" y="518556"/>
                  <a:pt x="3469325" y="515264"/>
                  <a:pt x="3469691" y="512064"/>
                </a:cubicBezTo>
                <a:cubicBezTo>
                  <a:pt x="3470057" y="508772"/>
                  <a:pt x="3471062" y="505663"/>
                  <a:pt x="3472708" y="502737"/>
                </a:cubicBezTo>
                <a:cubicBezTo>
                  <a:pt x="3474354" y="499902"/>
                  <a:pt x="3476457" y="497434"/>
                  <a:pt x="3479018" y="495422"/>
                </a:cubicBezTo>
                <a:cubicBezTo>
                  <a:pt x="3481578" y="493319"/>
                  <a:pt x="3484504" y="491856"/>
                  <a:pt x="3487704" y="490941"/>
                </a:cubicBezTo>
                <a:cubicBezTo>
                  <a:pt x="3490905" y="490118"/>
                  <a:pt x="3494105" y="489844"/>
                  <a:pt x="3497397" y="490210"/>
                </a:cubicBezTo>
                <a:cubicBezTo>
                  <a:pt x="3500689" y="490576"/>
                  <a:pt x="3503798" y="491581"/>
                  <a:pt x="3506633" y="493227"/>
                </a:cubicBezTo>
              </a:path>
              <a:path w="3889492" h="1195852">
                <a:moveTo>
                  <a:pt x="3515319" y="498074"/>
                </a:moveTo>
                <a:lnTo>
                  <a:pt x="3519708" y="500543"/>
                </a:lnTo>
                <a:cubicBezTo>
                  <a:pt x="3522543" y="502097"/>
                  <a:pt x="3525012" y="504200"/>
                  <a:pt x="3527115" y="506852"/>
                </a:cubicBezTo>
                <a:cubicBezTo>
                  <a:pt x="3529127" y="509412"/>
                  <a:pt x="3530590" y="512338"/>
                  <a:pt x="3531504" y="515447"/>
                </a:cubicBezTo>
                <a:cubicBezTo>
                  <a:pt x="3532419" y="518648"/>
                  <a:pt x="3532693" y="521940"/>
                  <a:pt x="3532236" y="525140"/>
                </a:cubicBezTo>
                <a:cubicBezTo>
                  <a:pt x="3531870" y="528432"/>
                  <a:pt x="3530864" y="531541"/>
                  <a:pt x="3529310" y="534467"/>
                </a:cubicBezTo>
                <a:cubicBezTo>
                  <a:pt x="3527664" y="537301"/>
                  <a:pt x="3525561" y="539770"/>
                  <a:pt x="3522909" y="541782"/>
                </a:cubicBezTo>
                <a:cubicBezTo>
                  <a:pt x="3520349" y="543885"/>
                  <a:pt x="3517422" y="545348"/>
                  <a:pt x="3514314" y="546263"/>
                </a:cubicBezTo>
                <a:cubicBezTo>
                  <a:pt x="3511113" y="547086"/>
                  <a:pt x="3507821" y="547360"/>
                  <a:pt x="3504621" y="546994"/>
                </a:cubicBezTo>
                <a:cubicBezTo>
                  <a:pt x="3501329" y="546628"/>
                  <a:pt x="3498220" y="545622"/>
                  <a:pt x="3495294" y="543977"/>
                </a:cubicBezTo>
                <a:lnTo>
                  <a:pt x="3490996" y="541508"/>
                </a:lnTo>
                <a:cubicBezTo>
                  <a:pt x="3488070" y="539953"/>
                  <a:pt x="3485601" y="537850"/>
                  <a:pt x="3483590" y="535198"/>
                </a:cubicBezTo>
                <a:cubicBezTo>
                  <a:pt x="3481487" y="532638"/>
                  <a:pt x="3480024" y="529803"/>
                  <a:pt x="3479201" y="526603"/>
                </a:cubicBezTo>
                <a:cubicBezTo>
                  <a:pt x="3478286" y="523403"/>
                  <a:pt x="3478012" y="520202"/>
                  <a:pt x="3478378" y="516910"/>
                </a:cubicBezTo>
                <a:cubicBezTo>
                  <a:pt x="3478743" y="513618"/>
                  <a:pt x="3479749" y="510510"/>
                  <a:pt x="3481395" y="507675"/>
                </a:cubicBezTo>
                <a:cubicBezTo>
                  <a:pt x="3483041" y="504749"/>
                  <a:pt x="3485144" y="502280"/>
                  <a:pt x="3487704" y="500268"/>
                </a:cubicBezTo>
                <a:cubicBezTo>
                  <a:pt x="3490356" y="498257"/>
                  <a:pt x="3493191" y="496702"/>
                  <a:pt x="3496391" y="495879"/>
                </a:cubicBezTo>
                <a:cubicBezTo>
                  <a:pt x="3499592" y="494965"/>
                  <a:pt x="3502792" y="494690"/>
                  <a:pt x="3506084" y="495056"/>
                </a:cubicBezTo>
                <a:cubicBezTo>
                  <a:pt x="3509376" y="495513"/>
                  <a:pt x="3512485" y="496519"/>
                  <a:pt x="3515319" y="498074"/>
                </a:cubicBezTo>
              </a:path>
              <a:path w="3889492" h="1195852">
                <a:moveTo>
                  <a:pt x="3524006" y="502920"/>
                </a:moveTo>
                <a:lnTo>
                  <a:pt x="3528395" y="505389"/>
                </a:lnTo>
                <a:cubicBezTo>
                  <a:pt x="3531321" y="507035"/>
                  <a:pt x="3533790" y="509138"/>
                  <a:pt x="3535802" y="511698"/>
                </a:cubicBezTo>
                <a:cubicBezTo>
                  <a:pt x="3537814" y="514259"/>
                  <a:pt x="3539277" y="517185"/>
                  <a:pt x="3540191" y="520385"/>
                </a:cubicBezTo>
                <a:cubicBezTo>
                  <a:pt x="3541105" y="523494"/>
                  <a:pt x="3541380" y="526786"/>
                  <a:pt x="3541014" y="530078"/>
                </a:cubicBezTo>
                <a:cubicBezTo>
                  <a:pt x="3540557" y="533370"/>
                  <a:pt x="3539551" y="536387"/>
                  <a:pt x="3537996" y="539313"/>
                </a:cubicBezTo>
                <a:cubicBezTo>
                  <a:pt x="3536351" y="542148"/>
                  <a:pt x="3534247" y="544617"/>
                  <a:pt x="3531687" y="546720"/>
                </a:cubicBezTo>
                <a:cubicBezTo>
                  <a:pt x="3529035" y="548731"/>
                  <a:pt x="3526201" y="550194"/>
                  <a:pt x="3523000" y="551109"/>
                </a:cubicBezTo>
                <a:cubicBezTo>
                  <a:pt x="3519800" y="552023"/>
                  <a:pt x="3516600" y="552206"/>
                  <a:pt x="3513308" y="551840"/>
                </a:cubicBezTo>
                <a:cubicBezTo>
                  <a:pt x="3510016" y="551475"/>
                  <a:pt x="3506907" y="550469"/>
                  <a:pt x="3504072" y="548823"/>
                </a:cubicBezTo>
                <a:lnTo>
                  <a:pt x="3499683" y="546445"/>
                </a:lnTo>
                <a:cubicBezTo>
                  <a:pt x="3496757" y="544800"/>
                  <a:pt x="3494288" y="542696"/>
                  <a:pt x="3492276" y="540136"/>
                </a:cubicBezTo>
                <a:cubicBezTo>
                  <a:pt x="3490265" y="537484"/>
                  <a:pt x="3488802" y="534650"/>
                  <a:pt x="3487887" y="531449"/>
                </a:cubicBezTo>
                <a:cubicBezTo>
                  <a:pt x="3486973" y="528249"/>
                  <a:pt x="3486699" y="525048"/>
                  <a:pt x="3487064" y="521757"/>
                </a:cubicBezTo>
                <a:cubicBezTo>
                  <a:pt x="3487522" y="518465"/>
                  <a:pt x="3488527" y="515356"/>
                  <a:pt x="3490082" y="512521"/>
                </a:cubicBezTo>
                <a:cubicBezTo>
                  <a:pt x="3491728" y="509595"/>
                  <a:pt x="3493831" y="507218"/>
                  <a:pt x="3496391" y="505115"/>
                </a:cubicBezTo>
                <a:cubicBezTo>
                  <a:pt x="3499043" y="503103"/>
                  <a:pt x="3501878" y="501640"/>
                  <a:pt x="3505078" y="500725"/>
                </a:cubicBezTo>
                <a:cubicBezTo>
                  <a:pt x="3508278" y="499811"/>
                  <a:pt x="3511479" y="499537"/>
                  <a:pt x="3514771" y="499994"/>
                </a:cubicBezTo>
                <a:cubicBezTo>
                  <a:pt x="3518063" y="500360"/>
                  <a:pt x="3521172" y="501366"/>
                  <a:pt x="3524006" y="502920"/>
                </a:cubicBezTo>
              </a:path>
              <a:path w="3889492" h="1195852">
                <a:moveTo>
                  <a:pt x="3532784" y="507858"/>
                </a:moveTo>
                <a:lnTo>
                  <a:pt x="3537082" y="510235"/>
                </a:lnTo>
                <a:cubicBezTo>
                  <a:pt x="3540008" y="511881"/>
                  <a:pt x="3542477" y="513984"/>
                  <a:pt x="3544489" y="516545"/>
                </a:cubicBezTo>
                <a:cubicBezTo>
                  <a:pt x="3546592" y="519196"/>
                  <a:pt x="3548055" y="522031"/>
                  <a:pt x="3548878" y="525231"/>
                </a:cubicBezTo>
                <a:cubicBezTo>
                  <a:pt x="3549792" y="528432"/>
                  <a:pt x="3550067" y="531632"/>
                  <a:pt x="3549701" y="534924"/>
                </a:cubicBezTo>
                <a:cubicBezTo>
                  <a:pt x="3549335" y="538216"/>
                  <a:pt x="3548329" y="541233"/>
                  <a:pt x="3546683" y="544159"/>
                </a:cubicBezTo>
                <a:cubicBezTo>
                  <a:pt x="3545037" y="546994"/>
                  <a:pt x="3542934" y="549463"/>
                  <a:pt x="3540374" y="551566"/>
                </a:cubicBezTo>
                <a:cubicBezTo>
                  <a:pt x="3537722" y="553578"/>
                  <a:pt x="3534888" y="555041"/>
                  <a:pt x="3531687" y="555955"/>
                </a:cubicBezTo>
                <a:cubicBezTo>
                  <a:pt x="3528487" y="556870"/>
                  <a:pt x="3525286" y="557144"/>
                  <a:pt x="3521994" y="556687"/>
                </a:cubicBezTo>
                <a:cubicBezTo>
                  <a:pt x="3518703" y="556321"/>
                  <a:pt x="3515594" y="555315"/>
                  <a:pt x="3512759" y="553761"/>
                </a:cubicBezTo>
                <a:lnTo>
                  <a:pt x="3508370" y="551292"/>
                </a:lnTo>
                <a:cubicBezTo>
                  <a:pt x="3505535" y="549646"/>
                  <a:pt x="3503066" y="547543"/>
                  <a:pt x="3500963" y="544982"/>
                </a:cubicBezTo>
                <a:cubicBezTo>
                  <a:pt x="3498952" y="542422"/>
                  <a:pt x="3497489" y="539496"/>
                  <a:pt x="3496574" y="536296"/>
                </a:cubicBezTo>
                <a:cubicBezTo>
                  <a:pt x="3495660" y="533095"/>
                  <a:pt x="3495385" y="529895"/>
                  <a:pt x="3495843" y="526603"/>
                </a:cubicBezTo>
                <a:cubicBezTo>
                  <a:pt x="3496208" y="523311"/>
                  <a:pt x="3497214" y="520294"/>
                  <a:pt x="3498769" y="517368"/>
                </a:cubicBezTo>
                <a:cubicBezTo>
                  <a:pt x="3500415" y="514533"/>
                  <a:pt x="3502518" y="512064"/>
                  <a:pt x="3505170" y="509961"/>
                </a:cubicBezTo>
                <a:cubicBezTo>
                  <a:pt x="3507730" y="507949"/>
                  <a:pt x="3510656" y="506486"/>
                  <a:pt x="3513765" y="505572"/>
                </a:cubicBezTo>
                <a:cubicBezTo>
                  <a:pt x="3516965" y="504657"/>
                  <a:pt x="3520257" y="504474"/>
                  <a:pt x="3523458" y="504840"/>
                </a:cubicBezTo>
                <a:cubicBezTo>
                  <a:pt x="3526749" y="505206"/>
                  <a:pt x="3529858" y="506212"/>
                  <a:pt x="3532784" y="507858"/>
                </a:cubicBezTo>
              </a:path>
              <a:path w="3889492" h="1195852">
                <a:moveTo>
                  <a:pt x="3541471" y="512704"/>
                </a:moveTo>
                <a:lnTo>
                  <a:pt x="3545769" y="515082"/>
                </a:lnTo>
                <a:cubicBezTo>
                  <a:pt x="3548695" y="516727"/>
                  <a:pt x="3551164" y="518831"/>
                  <a:pt x="3553176" y="521391"/>
                </a:cubicBezTo>
                <a:cubicBezTo>
                  <a:pt x="3555279" y="524043"/>
                  <a:pt x="3556742" y="526877"/>
                  <a:pt x="3557656" y="530078"/>
                </a:cubicBezTo>
                <a:cubicBezTo>
                  <a:pt x="3558479" y="533278"/>
                  <a:pt x="3558753" y="536478"/>
                  <a:pt x="3558388" y="539770"/>
                </a:cubicBezTo>
                <a:cubicBezTo>
                  <a:pt x="3558022" y="543062"/>
                  <a:pt x="3557016" y="546171"/>
                  <a:pt x="3555370" y="549006"/>
                </a:cubicBezTo>
                <a:cubicBezTo>
                  <a:pt x="3553724" y="551932"/>
                  <a:pt x="3551621" y="554401"/>
                  <a:pt x="3549061" y="556412"/>
                </a:cubicBezTo>
                <a:cubicBezTo>
                  <a:pt x="3546500" y="558424"/>
                  <a:pt x="3543574" y="559887"/>
                  <a:pt x="3540374" y="560802"/>
                </a:cubicBezTo>
                <a:cubicBezTo>
                  <a:pt x="3537174" y="561716"/>
                  <a:pt x="3533973" y="561990"/>
                  <a:pt x="3530681" y="561624"/>
                </a:cubicBezTo>
                <a:cubicBezTo>
                  <a:pt x="3527389" y="561167"/>
                  <a:pt x="3524280" y="560161"/>
                  <a:pt x="3521446" y="558607"/>
                </a:cubicBezTo>
                <a:lnTo>
                  <a:pt x="3517057" y="556138"/>
                </a:lnTo>
                <a:cubicBezTo>
                  <a:pt x="3514222" y="554584"/>
                  <a:pt x="3511753" y="552480"/>
                  <a:pt x="3509650" y="549829"/>
                </a:cubicBezTo>
                <a:cubicBezTo>
                  <a:pt x="3507638" y="547268"/>
                  <a:pt x="3506175" y="544342"/>
                  <a:pt x="3505261" y="541142"/>
                </a:cubicBezTo>
                <a:cubicBezTo>
                  <a:pt x="3504347" y="538033"/>
                  <a:pt x="3504072" y="534741"/>
                  <a:pt x="3504529" y="531449"/>
                </a:cubicBezTo>
                <a:cubicBezTo>
                  <a:pt x="3504895" y="528249"/>
                  <a:pt x="3505901" y="525140"/>
                  <a:pt x="3507547" y="522214"/>
                </a:cubicBezTo>
                <a:cubicBezTo>
                  <a:pt x="3509101" y="519379"/>
                  <a:pt x="3511205" y="516910"/>
                  <a:pt x="3513856" y="514899"/>
                </a:cubicBezTo>
                <a:cubicBezTo>
                  <a:pt x="3516417" y="512796"/>
                  <a:pt x="3519343" y="511332"/>
                  <a:pt x="3522543" y="510418"/>
                </a:cubicBezTo>
                <a:cubicBezTo>
                  <a:pt x="3525652" y="509595"/>
                  <a:pt x="3528944" y="509321"/>
                  <a:pt x="3532236" y="509687"/>
                </a:cubicBezTo>
                <a:cubicBezTo>
                  <a:pt x="3535528" y="510052"/>
                  <a:pt x="3538545" y="511058"/>
                  <a:pt x="3541471" y="512704"/>
                </a:cubicBezTo>
              </a:path>
              <a:path w="3889492" h="1195852">
                <a:moveTo>
                  <a:pt x="3550158" y="517550"/>
                </a:moveTo>
                <a:lnTo>
                  <a:pt x="3554547" y="520019"/>
                </a:lnTo>
                <a:cubicBezTo>
                  <a:pt x="3557382" y="521574"/>
                  <a:pt x="3559851" y="523677"/>
                  <a:pt x="3561862" y="526329"/>
                </a:cubicBezTo>
                <a:cubicBezTo>
                  <a:pt x="3563965" y="528889"/>
                  <a:pt x="3565428" y="531815"/>
                  <a:pt x="3566343" y="534924"/>
                </a:cubicBezTo>
                <a:cubicBezTo>
                  <a:pt x="3567257" y="538124"/>
                  <a:pt x="3567440" y="541416"/>
                  <a:pt x="3567074" y="544617"/>
                </a:cubicBezTo>
                <a:cubicBezTo>
                  <a:pt x="3566709" y="547908"/>
                  <a:pt x="3565703" y="551017"/>
                  <a:pt x="3564057" y="553852"/>
                </a:cubicBezTo>
                <a:cubicBezTo>
                  <a:pt x="3562502" y="556778"/>
                  <a:pt x="3560399" y="559247"/>
                  <a:pt x="3557748" y="561259"/>
                </a:cubicBezTo>
                <a:cubicBezTo>
                  <a:pt x="3555187" y="563362"/>
                  <a:pt x="3552261" y="564825"/>
                  <a:pt x="3549061" y="565739"/>
                </a:cubicBezTo>
                <a:cubicBezTo>
                  <a:pt x="3545952" y="566562"/>
                  <a:pt x="3542660" y="566837"/>
                  <a:pt x="3539368" y="566471"/>
                </a:cubicBezTo>
                <a:cubicBezTo>
                  <a:pt x="3536076" y="566105"/>
                  <a:pt x="3533059" y="565099"/>
                  <a:pt x="3530133" y="563453"/>
                </a:cubicBezTo>
                <a:lnTo>
                  <a:pt x="3525744" y="560984"/>
                </a:lnTo>
                <a:cubicBezTo>
                  <a:pt x="3522909" y="559430"/>
                  <a:pt x="3520440" y="557327"/>
                  <a:pt x="3518428" y="554675"/>
                </a:cubicBezTo>
                <a:cubicBezTo>
                  <a:pt x="3516325" y="552115"/>
                  <a:pt x="3514862" y="549189"/>
                  <a:pt x="3513948" y="546080"/>
                </a:cubicBezTo>
                <a:cubicBezTo>
                  <a:pt x="3513033" y="542879"/>
                  <a:pt x="3512850" y="539679"/>
                  <a:pt x="3513216" y="536387"/>
                </a:cubicBezTo>
                <a:cubicBezTo>
                  <a:pt x="3513582" y="533095"/>
                  <a:pt x="3514588" y="529986"/>
                  <a:pt x="3516234" y="527152"/>
                </a:cubicBezTo>
                <a:cubicBezTo>
                  <a:pt x="3517788" y="524226"/>
                  <a:pt x="3519983" y="521757"/>
                  <a:pt x="3522543" y="519745"/>
                </a:cubicBezTo>
                <a:cubicBezTo>
                  <a:pt x="3525103" y="517642"/>
                  <a:pt x="3528030" y="516179"/>
                  <a:pt x="3531230" y="515356"/>
                </a:cubicBezTo>
                <a:cubicBezTo>
                  <a:pt x="3534430" y="514441"/>
                  <a:pt x="3537631" y="514167"/>
                  <a:pt x="3540923" y="514533"/>
                </a:cubicBezTo>
                <a:cubicBezTo>
                  <a:pt x="3544214" y="514899"/>
                  <a:pt x="3547232" y="515904"/>
                  <a:pt x="3550158" y="517550"/>
                </a:cubicBezTo>
              </a:path>
              <a:path w="3889492" h="1195852">
                <a:moveTo>
                  <a:pt x="3558845" y="522397"/>
                </a:moveTo>
                <a:lnTo>
                  <a:pt x="3563234" y="524866"/>
                </a:lnTo>
                <a:cubicBezTo>
                  <a:pt x="3566069" y="526512"/>
                  <a:pt x="3568537" y="528615"/>
                  <a:pt x="3570641" y="531175"/>
                </a:cubicBezTo>
                <a:cubicBezTo>
                  <a:pt x="3572652" y="533735"/>
                  <a:pt x="3574115" y="536661"/>
                  <a:pt x="3575030" y="539862"/>
                </a:cubicBezTo>
                <a:cubicBezTo>
                  <a:pt x="3575944" y="542971"/>
                  <a:pt x="3576218" y="546263"/>
                  <a:pt x="3575761" y="549554"/>
                </a:cubicBezTo>
                <a:cubicBezTo>
                  <a:pt x="3575395" y="552755"/>
                  <a:pt x="3574390" y="555864"/>
                  <a:pt x="3572744" y="558790"/>
                </a:cubicBezTo>
                <a:cubicBezTo>
                  <a:pt x="3571189" y="561624"/>
                  <a:pt x="3569086" y="564093"/>
                  <a:pt x="3566434" y="566105"/>
                </a:cubicBezTo>
                <a:cubicBezTo>
                  <a:pt x="3563874" y="568208"/>
                  <a:pt x="3560948" y="569671"/>
                  <a:pt x="3557839" y="570586"/>
                </a:cubicBezTo>
                <a:cubicBezTo>
                  <a:pt x="3554639" y="571500"/>
                  <a:pt x="3551347" y="571683"/>
                  <a:pt x="3548055" y="571317"/>
                </a:cubicBezTo>
                <a:cubicBezTo>
                  <a:pt x="3544854" y="570951"/>
                  <a:pt x="3541746" y="569946"/>
                  <a:pt x="3538819" y="568300"/>
                </a:cubicBezTo>
                <a:lnTo>
                  <a:pt x="3534522" y="565922"/>
                </a:lnTo>
                <a:cubicBezTo>
                  <a:pt x="3531596" y="564276"/>
                  <a:pt x="3529127" y="562173"/>
                  <a:pt x="3527115" y="559613"/>
                </a:cubicBezTo>
                <a:cubicBezTo>
                  <a:pt x="3525012" y="556961"/>
                  <a:pt x="3523549" y="554126"/>
                  <a:pt x="3522635" y="550926"/>
                </a:cubicBezTo>
                <a:cubicBezTo>
                  <a:pt x="3521812" y="547726"/>
                  <a:pt x="3521537" y="544525"/>
                  <a:pt x="3521903" y="541233"/>
                </a:cubicBezTo>
                <a:cubicBezTo>
                  <a:pt x="3522269" y="537942"/>
                  <a:pt x="3523275" y="534833"/>
                  <a:pt x="3524921" y="531998"/>
                </a:cubicBezTo>
                <a:cubicBezTo>
                  <a:pt x="3526566" y="529072"/>
                  <a:pt x="3528670" y="526603"/>
                  <a:pt x="3531230" y="524591"/>
                </a:cubicBezTo>
                <a:cubicBezTo>
                  <a:pt x="3533790" y="522580"/>
                  <a:pt x="3536716" y="521117"/>
                  <a:pt x="3539917" y="520202"/>
                </a:cubicBezTo>
                <a:cubicBezTo>
                  <a:pt x="3543117" y="519288"/>
                  <a:pt x="3546318" y="519013"/>
                  <a:pt x="3549609" y="519379"/>
                </a:cubicBezTo>
                <a:cubicBezTo>
                  <a:pt x="3552901" y="519836"/>
                  <a:pt x="3556010" y="520842"/>
                  <a:pt x="3558845" y="522397"/>
                </a:cubicBezTo>
              </a:path>
              <a:path w="3889492" h="1195852">
                <a:moveTo>
                  <a:pt x="3567532" y="527334"/>
                </a:moveTo>
                <a:lnTo>
                  <a:pt x="3571921" y="529712"/>
                </a:lnTo>
                <a:cubicBezTo>
                  <a:pt x="3574755" y="531358"/>
                  <a:pt x="3577224" y="533461"/>
                  <a:pt x="3579327" y="536021"/>
                </a:cubicBezTo>
                <a:cubicBezTo>
                  <a:pt x="3581339" y="538673"/>
                  <a:pt x="3582802" y="541508"/>
                  <a:pt x="3583716" y="544708"/>
                </a:cubicBezTo>
                <a:cubicBezTo>
                  <a:pt x="3584631" y="547908"/>
                  <a:pt x="3584905" y="551109"/>
                  <a:pt x="3584448" y="554401"/>
                </a:cubicBezTo>
                <a:cubicBezTo>
                  <a:pt x="3584082" y="557693"/>
                  <a:pt x="3583076" y="560710"/>
                  <a:pt x="3581522" y="563636"/>
                </a:cubicBezTo>
                <a:cubicBezTo>
                  <a:pt x="3579876" y="566471"/>
                  <a:pt x="3577773" y="568940"/>
                  <a:pt x="3575213" y="571043"/>
                </a:cubicBezTo>
                <a:cubicBezTo>
                  <a:pt x="3572561" y="573054"/>
                  <a:pt x="3569726" y="574518"/>
                  <a:pt x="3566526" y="575432"/>
                </a:cubicBezTo>
                <a:cubicBezTo>
                  <a:pt x="3563325" y="576346"/>
                  <a:pt x="3560125" y="576621"/>
                  <a:pt x="3556833" y="576163"/>
                </a:cubicBezTo>
                <a:cubicBezTo>
                  <a:pt x="3553541" y="575798"/>
                  <a:pt x="3550432" y="574792"/>
                  <a:pt x="3547506" y="573146"/>
                </a:cubicBezTo>
                <a:lnTo>
                  <a:pt x="3543209" y="570768"/>
                </a:lnTo>
                <a:cubicBezTo>
                  <a:pt x="3540282" y="569123"/>
                  <a:pt x="3537814" y="567019"/>
                  <a:pt x="3535802" y="564459"/>
                </a:cubicBezTo>
                <a:cubicBezTo>
                  <a:pt x="3533790" y="561807"/>
                  <a:pt x="3532236" y="558973"/>
                  <a:pt x="3531413" y="555772"/>
                </a:cubicBezTo>
                <a:cubicBezTo>
                  <a:pt x="3530498" y="552572"/>
                  <a:pt x="3530224" y="549372"/>
                  <a:pt x="3530590" y="546080"/>
                </a:cubicBezTo>
                <a:cubicBezTo>
                  <a:pt x="3531047" y="542788"/>
                  <a:pt x="3531961" y="539770"/>
                  <a:pt x="3533607" y="536844"/>
                </a:cubicBezTo>
                <a:cubicBezTo>
                  <a:pt x="3535253" y="534010"/>
                  <a:pt x="3537356" y="531541"/>
                  <a:pt x="3539917" y="529438"/>
                </a:cubicBezTo>
                <a:cubicBezTo>
                  <a:pt x="3542568" y="527426"/>
                  <a:pt x="3545403" y="525963"/>
                  <a:pt x="3548604" y="525048"/>
                </a:cubicBezTo>
                <a:cubicBezTo>
                  <a:pt x="3551804" y="524134"/>
                  <a:pt x="3555004" y="523860"/>
                  <a:pt x="3558296" y="524317"/>
                </a:cubicBezTo>
                <a:cubicBezTo>
                  <a:pt x="3561588" y="524683"/>
                  <a:pt x="3564697" y="525689"/>
                  <a:pt x="3567532" y="527334"/>
                </a:cubicBezTo>
              </a:path>
              <a:path w="3889492" h="1195852">
                <a:moveTo>
                  <a:pt x="3576310" y="532181"/>
                </a:moveTo>
                <a:lnTo>
                  <a:pt x="3580608" y="534558"/>
                </a:lnTo>
                <a:cubicBezTo>
                  <a:pt x="3583534" y="536204"/>
                  <a:pt x="3586002" y="538307"/>
                  <a:pt x="3588014" y="540868"/>
                </a:cubicBezTo>
                <a:cubicBezTo>
                  <a:pt x="3590026" y="543519"/>
                  <a:pt x="3591489" y="546354"/>
                  <a:pt x="3592403" y="549554"/>
                </a:cubicBezTo>
                <a:cubicBezTo>
                  <a:pt x="3593318" y="552755"/>
                  <a:pt x="3593592" y="555955"/>
                  <a:pt x="3593226" y="559247"/>
                </a:cubicBezTo>
                <a:cubicBezTo>
                  <a:pt x="3592769" y="562539"/>
                  <a:pt x="3591763" y="565648"/>
                  <a:pt x="3590209" y="568482"/>
                </a:cubicBezTo>
                <a:cubicBezTo>
                  <a:pt x="3588563" y="571409"/>
                  <a:pt x="3586460" y="573877"/>
                  <a:pt x="3583899" y="575889"/>
                </a:cubicBezTo>
                <a:cubicBezTo>
                  <a:pt x="3581248" y="577901"/>
                  <a:pt x="3578413" y="579364"/>
                  <a:pt x="3575213" y="580278"/>
                </a:cubicBezTo>
                <a:cubicBezTo>
                  <a:pt x="3572012" y="581193"/>
                  <a:pt x="3568812" y="581467"/>
                  <a:pt x="3565520" y="581101"/>
                </a:cubicBezTo>
                <a:cubicBezTo>
                  <a:pt x="3562228" y="580644"/>
                  <a:pt x="3559119" y="579638"/>
                  <a:pt x="3556284" y="578084"/>
                </a:cubicBezTo>
                <a:lnTo>
                  <a:pt x="3551895" y="575615"/>
                </a:lnTo>
                <a:cubicBezTo>
                  <a:pt x="3548969" y="573969"/>
                  <a:pt x="3546500" y="571866"/>
                  <a:pt x="3544489" y="569305"/>
                </a:cubicBezTo>
                <a:cubicBezTo>
                  <a:pt x="3542477" y="566745"/>
                  <a:pt x="3541014" y="563819"/>
                  <a:pt x="3540100" y="560619"/>
                </a:cubicBezTo>
                <a:cubicBezTo>
                  <a:pt x="3539185" y="557510"/>
                  <a:pt x="3538911" y="554218"/>
                  <a:pt x="3539277" y="550926"/>
                </a:cubicBezTo>
                <a:cubicBezTo>
                  <a:pt x="3539734" y="547726"/>
                  <a:pt x="3540740" y="544617"/>
                  <a:pt x="3542294" y="541691"/>
                </a:cubicBezTo>
                <a:cubicBezTo>
                  <a:pt x="3543940" y="538856"/>
                  <a:pt x="3546043" y="536387"/>
                  <a:pt x="3548604" y="534375"/>
                </a:cubicBezTo>
                <a:cubicBezTo>
                  <a:pt x="3551255" y="532272"/>
                  <a:pt x="3554090" y="530809"/>
                  <a:pt x="3557290" y="529895"/>
                </a:cubicBezTo>
                <a:cubicBezTo>
                  <a:pt x="3560491" y="528980"/>
                  <a:pt x="3563691" y="528798"/>
                  <a:pt x="3566983" y="529163"/>
                </a:cubicBezTo>
                <a:cubicBezTo>
                  <a:pt x="3570275" y="529529"/>
                  <a:pt x="3573384" y="530535"/>
                  <a:pt x="3576310" y="532181"/>
                </a:cubicBezTo>
              </a:path>
              <a:path w="3889492" h="1195852">
                <a:moveTo>
                  <a:pt x="3584997" y="537027"/>
                </a:moveTo>
                <a:lnTo>
                  <a:pt x="3589294" y="539496"/>
                </a:lnTo>
                <a:cubicBezTo>
                  <a:pt x="3592220" y="541050"/>
                  <a:pt x="3594689" y="543154"/>
                  <a:pt x="3596701" y="545805"/>
                </a:cubicBezTo>
                <a:cubicBezTo>
                  <a:pt x="3598804" y="548366"/>
                  <a:pt x="3600267" y="551292"/>
                  <a:pt x="3601090" y="554401"/>
                </a:cubicBezTo>
                <a:cubicBezTo>
                  <a:pt x="3602004" y="557601"/>
                  <a:pt x="3602279" y="560802"/>
                  <a:pt x="3601913" y="564093"/>
                </a:cubicBezTo>
                <a:cubicBezTo>
                  <a:pt x="3601547" y="567385"/>
                  <a:pt x="3600541" y="570494"/>
                  <a:pt x="3598896" y="573329"/>
                </a:cubicBezTo>
                <a:cubicBezTo>
                  <a:pt x="3597250" y="576255"/>
                  <a:pt x="3595146" y="578724"/>
                  <a:pt x="3592586" y="580735"/>
                </a:cubicBezTo>
                <a:cubicBezTo>
                  <a:pt x="3589934" y="582839"/>
                  <a:pt x="3587100" y="584302"/>
                  <a:pt x="3583899" y="585125"/>
                </a:cubicBezTo>
                <a:cubicBezTo>
                  <a:pt x="3580699" y="586039"/>
                  <a:pt x="3577499" y="586313"/>
                  <a:pt x="3574207" y="585948"/>
                </a:cubicBezTo>
                <a:cubicBezTo>
                  <a:pt x="3570915" y="585582"/>
                  <a:pt x="3567806" y="584576"/>
                  <a:pt x="3564971" y="582930"/>
                </a:cubicBezTo>
                <a:lnTo>
                  <a:pt x="3560582" y="580461"/>
                </a:lnTo>
                <a:cubicBezTo>
                  <a:pt x="3557748" y="578907"/>
                  <a:pt x="3555279" y="576804"/>
                  <a:pt x="3553176" y="574152"/>
                </a:cubicBezTo>
                <a:cubicBezTo>
                  <a:pt x="3551164" y="571591"/>
                  <a:pt x="3549701" y="568665"/>
                  <a:pt x="3548786" y="565556"/>
                </a:cubicBezTo>
                <a:cubicBezTo>
                  <a:pt x="3547872" y="562356"/>
                  <a:pt x="3547598" y="559156"/>
                  <a:pt x="3548055" y="555864"/>
                </a:cubicBezTo>
                <a:cubicBezTo>
                  <a:pt x="3548421" y="552572"/>
                  <a:pt x="3549426" y="549463"/>
                  <a:pt x="3551072" y="546628"/>
                </a:cubicBezTo>
                <a:cubicBezTo>
                  <a:pt x="3552627" y="543702"/>
                  <a:pt x="3554730" y="541233"/>
                  <a:pt x="3557382" y="539222"/>
                </a:cubicBezTo>
                <a:cubicBezTo>
                  <a:pt x="3559942" y="537119"/>
                  <a:pt x="3562868" y="535656"/>
                  <a:pt x="3565977" y="534833"/>
                </a:cubicBezTo>
                <a:cubicBezTo>
                  <a:pt x="3569178" y="533918"/>
                  <a:pt x="3572469" y="533644"/>
                  <a:pt x="3575670" y="534010"/>
                </a:cubicBezTo>
                <a:cubicBezTo>
                  <a:pt x="3578962" y="534375"/>
                  <a:pt x="3582071" y="535381"/>
                  <a:pt x="3584997" y="537027"/>
                </a:cubicBezTo>
              </a:path>
              <a:path w="3889492" h="1195852">
                <a:moveTo>
                  <a:pt x="3593683" y="541873"/>
                </a:moveTo>
                <a:lnTo>
                  <a:pt x="3597981" y="544342"/>
                </a:lnTo>
                <a:cubicBezTo>
                  <a:pt x="3600907" y="545988"/>
                  <a:pt x="3603376" y="548091"/>
                  <a:pt x="3605388" y="550652"/>
                </a:cubicBezTo>
                <a:cubicBezTo>
                  <a:pt x="3607491" y="553212"/>
                  <a:pt x="3608954" y="556138"/>
                  <a:pt x="3609868" y="559338"/>
                </a:cubicBezTo>
                <a:cubicBezTo>
                  <a:pt x="3610691" y="562447"/>
                  <a:pt x="3610966" y="565739"/>
                  <a:pt x="3610600" y="569031"/>
                </a:cubicBezTo>
                <a:cubicBezTo>
                  <a:pt x="3610234" y="572232"/>
                  <a:pt x="3609228" y="575340"/>
                  <a:pt x="3607582" y="578267"/>
                </a:cubicBezTo>
                <a:cubicBezTo>
                  <a:pt x="3605936" y="581101"/>
                  <a:pt x="3603833" y="583570"/>
                  <a:pt x="3601273" y="585582"/>
                </a:cubicBezTo>
                <a:cubicBezTo>
                  <a:pt x="3598713" y="587685"/>
                  <a:pt x="3595787" y="589148"/>
                  <a:pt x="3592586" y="590062"/>
                </a:cubicBezTo>
                <a:cubicBezTo>
                  <a:pt x="3589386" y="590885"/>
                  <a:pt x="3586185" y="591160"/>
                  <a:pt x="3582894" y="590794"/>
                </a:cubicBezTo>
                <a:cubicBezTo>
                  <a:pt x="3579602" y="590428"/>
                  <a:pt x="3576584" y="589422"/>
                  <a:pt x="3573658" y="587776"/>
                </a:cubicBezTo>
                <a:lnTo>
                  <a:pt x="3569269" y="585399"/>
                </a:lnTo>
                <a:cubicBezTo>
                  <a:pt x="3566434" y="583753"/>
                  <a:pt x="3563965" y="581650"/>
                  <a:pt x="3561862" y="579090"/>
                </a:cubicBezTo>
                <a:cubicBezTo>
                  <a:pt x="3559851" y="576438"/>
                  <a:pt x="3558388" y="573603"/>
                  <a:pt x="3557473" y="570403"/>
                </a:cubicBezTo>
                <a:cubicBezTo>
                  <a:pt x="3556559" y="567202"/>
                  <a:pt x="3556376" y="564002"/>
                  <a:pt x="3556742" y="560710"/>
                </a:cubicBezTo>
                <a:cubicBezTo>
                  <a:pt x="3557107" y="557418"/>
                  <a:pt x="3558113" y="554309"/>
                  <a:pt x="3559759" y="551475"/>
                </a:cubicBezTo>
                <a:cubicBezTo>
                  <a:pt x="3561314" y="548549"/>
                  <a:pt x="3563417" y="546080"/>
                  <a:pt x="3566069" y="544068"/>
                </a:cubicBezTo>
                <a:cubicBezTo>
                  <a:pt x="3568629" y="542056"/>
                  <a:pt x="3571555" y="540593"/>
                  <a:pt x="3574755" y="539679"/>
                </a:cubicBezTo>
                <a:cubicBezTo>
                  <a:pt x="3577864" y="538764"/>
                  <a:pt x="3581156" y="538490"/>
                  <a:pt x="3584448" y="538856"/>
                </a:cubicBezTo>
                <a:cubicBezTo>
                  <a:pt x="3587740" y="539313"/>
                  <a:pt x="3590757" y="540319"/>
                  <a:pt x="3593683" y="541873"/>
                </a:cubicBezTo>
              </a:path>
              <a:path w="3889492" h="1195852">
                <a:moveTo>
                  <a:pt x="3602370" y="546720"/>
                </a:moveTo>
                <a:lnTo>
                  <a:pt x="3606759" y="549189"/>
                </a:lnTo>
                <a:cubicBezTo>
                  <a:pt x="3609594" y="550835"/>
                  <a:pt x="3612063" y="552938"/>
                  <a:pt x="3614166" y="555498"/>
                </a:cubicBezTo>
                <a:cubicBezTo>
                  <a:pt x="3616178" y="558058"/>
                  <a:pt x="3617641" y="560984"/>
                  <a:pt x="3618555" y="564185"/>
                </a:cubicBezTo>
                <a:cubicBezTo>
                  <a:pt x="3619470" y="567385"/>
                  <a:pt x="3619652" y="570586"/>
                  <a:pt x="3619287" y="573877"/>
                </a:cubicBezTo>
                <a:cubicBezTo>
                  <a:pt x="3618921" y="577169"/>
                  <a:pt x="3617915" y="580187"/>
                  <a:pt x="3616269" y="583113"/>
                </a:cubicBezTo>
                <a:cubicBezTo>
                  <a:pt x="3614715" y="585948"/>
                  <a:pt x="3612612" y="588416"/>
                  <a:pt x="3609960" y="590520"/>
                </a:cubicBezTo>
                <a:cubicBezTo>
                  <a:pt x="3607399" y="592531"/>
                  <a:pt x="3604473" y="593994"/>
                  <a:pt x="3601273" y="594909"/>
                </a:cubicBezTo>
                <a:cubicBezTo>
                  <a:pt x="3598164" y="595823"/>
                  <a:pt x="3594872" y="596097"/>
                  <a:pt x="3591580" y="595640"/>
                </a:cubicBezTo>
                <a:cubicBezTo>
                  <a:pt x="3588288" y="595274"/>
                  <a:pt x="3585271" y="594269"/>
                  <a:pt x="3582345" y="592623"/>
                </a:cubicBezTo>
                <a:lnTo>
                  <a:pt x="3578047" y="590245"/>
                </a:lnTo>
                <a:cubicBezTo>
                  <a:pt x="3575121" y="588599"/>
                  <a:pt x="3572652" y="586496"/>
                  <a:pt x="3570641" y="583936"/>
                </a:cubicBezTo>
                <a:cubicBezTo>
                  <a:pt x="3568537" y="581284"/>
                  <a:pt x="3567074" y="578449"/>
                  <a:pt x="3566160" y="575249"/>
                </a:cubicBezTo>
                <a:cubicBezTo>
                  <a:pt x="3565337" y="572049"/>
                  <a:pt x="3565063" y="568848"/>
                  <a:pt x="3565428" y="565556"/>
                </a:cubicBezTo>
                <a:cubicBezTo>
                  <a:pt x="3565794" y="562265"/>
                  <a:pt x="3566800" y="559247"/>
                  <a:pt x="3568446" y="556321"/>
                </a:cubicBezTo>
                <a:cubicBezTo>
                  <a:pt x="3570092" y="553486"/>
                  <a:pt x="3572195" y="551017"/>
                  <a:pt x="3574755" y="548914"/>
                </a:cubicBezTo>
                <a:cubicBezTo>
                  <a:pt x="3577316" y="546903"/>
                  <a:pt x="3580242" y="545440"/>
                  <a:pt x="3583442" y="544525"/>
                </a:cubicBezTo>
                <a:cubicBezTo>
                  <a:pt x="3586643" y="543611"/>
                  <a:pt x="3589843" y="543336"/>
                  <a:pt x="3593135" y="543794"/>
                </a:cubicBezTo>
                <a:cubicBezTo>
                  <a:pt x="3596427" y="544159"/>
                  <a:pt x="3599444" y="545165"/>
                  <a:pt x="3602370" y="546720"/>
                </a:cubicBezTo>
              </a:path>
              <a:path w="3889492" h="1195852">
                <a:moveTo>
                  <a:pt x="3611057" y="551658"/>
                </a:moveTo>
                <a:lnTo>
                  <a:pt x="3615446" y="554035"/>
                </a:lnTo>
                <a:cubicBezTo>
                  <a:pt x="3618281" y="555681"/>
                  <a:pt x="3620750" y="557784"/>
                  <a:pt x="3622853" y="560344"/>
                </a:cubicBezTo>
                <a:cubicBezTo>
                  <a:pt x="3624864" y="562996"/>
                  <a:pt x="3626328" y="565831"/>
                  <a:pt x="3627242" y="569031"/>
                </a:cubicBezTo>
                <a:cubicBezTo>
                  <a:pt x="3628156" y="572232"/>
                  <a:pt x="3628431" y="575432"/>
                  <a:pt x="3627973" y="578724"/>
                </a:cubicBezTo>
                <a:cubicBezTo>
                  <a:pt x="3627608" y="582016"/>
                  <a:pt x="3626602" y="585125"/>
                  <a:pt x="3625047" y="587959"/>
                </a:cubicBezTo>
                <a:cubicBezTo>
                  <a:pt x="3623401" y="590885"/>
                  <a:pt x="3621298" y="593354"/>
                  <a:pt x="3618647" y="595366"/>
                </a:cubicBezTo>
                <a:cubicBezTo>
                  <a:pt x="3616086" y="597378"/>
                  <a:pt x="3613160" y="598841"/>
                  <a:pt x="3610051" y="599755"/>
                </a:cubicBezTo>
                <a:cubicBezTo>
                  <a:pt x="3606851" y="600669"/>
                  <a:pt x="3603559" y="600944"/>
                  <a:pt x="3600359" y="600486"/>
                </a:cubicBezTo>
                <a:cubicBezTo>
                  <a:pt x="3597067" y="600121"/>
                  <a:pt x="3593958" y="599115"/>
                  <a:pt x="3591032" y="597560"/>
                </a:cubicBezTo>
                <a:lnTo>
                  <a:pt x="3586734" y="595092"/>
                </a:lnTo>
                <a:cubicBezTo>
                  <a:pt x="3583808" y="593446"/>
                  <a:pt x="3581339" y="591342"/>
                  <a:pt x="3579327" y="588782"/>
                </a:cubicBezTo>
                <a:cubicBezTo>
                  <a:pt x="3577224" y="586222"/>
                  <a:pt x="3575761" y="583296"/>
                  <a:pt x="3574938" y="580095"/>
                </a:cubicBezTo>
                <a:cubicBezTo>
                  <a:pt x="3574024" y="576986"/>
                  <a:pt x="3573750" y="573695"/>
                  <a:pt x="3574115" y="570403"/>
                </a:cubicBezTo>
                <a:cubicBezTo>
                  <a:pt x="3574481" y="567202"/>
                  <a:pt x="3575487" y="564093"/>
                  <a:pt x="3577133" y="561167"/>
                </a:cubicBezTo>
                <a:cubicBezTo>
                  <a:pt x="3578779" y="558333"/>
                  <a:pt x="3580882" y="555864"/>
                  <a:pt x="3583442" y="553761"/>
                </a:cubicBezTo>
                <a:cubicBezTo>
                  <a:pt x="3586094" y="551749"/>
                  <a:pt x="3588929" y="550286"/>
                  <a:pt x="3592129" y="549372"/>
                </a:cubicBezTo>
                <a:cubicBezTo>
                  <a:pt x="3595329" y="548457"/>
                  <a:pt x="3598530" y="548274"/>
                  <a:pt x="3601822" y="548640"/>
                </a:cubicBezTo>
                <a:cubicBezTo>
                  <a:pt x="3605113" y="549006"/>
                  <a:pt x="3608222" y="550012"/>
                  <a:pt x="3611057" y="551658"/>
                </a:cubicBezTo>
              </a:path>
              <a:path w="3889492" h="1195852">
                <a:moveTo>
                  <a:pt x="3619744" y="556504"/>
                </a:moveTo>
                <a:lnTo>
                  <a:pt x="3624133" y="558973"/>
                </a:lnTo>
                <a:cubicBezTo>
                  <a:pt x="3627059" y="560527"/>
                  <a:pt x="3629528" y="562630"/>
                  <a:pt x="3631540" y="565282"/>
                </a:cubicBezTo>
                <a:cubicBezTo>
                  <a:pt x="3633551" y="567842"/>
                  <a:pt x="3635014" y="570768"/>
                  <a:pt x="3635929" y="573877"/>
                </a:cubicBezTo>
                <a:cubicBezTo>
                  <a:pt x="3636843" y="577078"/>
                  <a:pt x="3637117" y="580278"/>
                  <a:pt x="3636752" y="583570"/>
                </a:cubicBezTo>
                <a:cubicBezTo>
                  <a:pt x="3636294" y="586862"/>
                  <a:pt x="3635289" y="589971"/>
                  <a:pt x="3633734" y="592806"/>
                </a:cubicBezTo>
                <a:cubicBezTo>
                  <a:pt x="3632088" y="595732"/>
                  <a:pt x="3629985" y="598200"/>
                  <a:pt x="3627425" y="600212"/>
                </a:cubicBezTo>
                <a:cubicBezTo>
                  <a:pt x="3624773" y="602315"/>
                  <a:pt x="3621938" y="603778"/>
                  <a:pt x="3618738" y="604601"/>
                </a:cubicBezTo>
                <a:cubicBezTo>
                  <a:pt x="3615538" y="605516"/>
                  <a:pt x="3612337" y="605790"/>
                  <a:pt x="3609045" y="605424"/>
                </a:cubicBezTo>
                <a:cubicBezTo>
                  <a:pt x="3605754" y="604967"/>
                  <a:pt x="3602645" y="604053"/>
                  <a:pt x="3599810" y="602407"/>
                </a:cubicBezTo>
                <a:lnTo>
                  <a:pt x="3595421" y="599938"/>
                </a:lnTo>
                <a:cubicBezTo>
                  <a:pt x="3592495" y="598383"/>
                  <a:pt x="3590026" y="596280"/>
                  <a:pt x="3588014" y="593628"/>
                </a:cubicBezTo>
                <a:cubicBezTo>
                  <a:pt x="3586002" y="591068"/>
                  <a:pt x="3584448" y="588142"/>
                  <a:pt x="3583625" y="585033"/>
                </a:cubicBezTo>
                <a:cubicBezTo>
                  <a:pt x="3582711" y="581833"/>
                  <a:pt x="3582436" y="578541"/>
                  <a:pt x="3582802" y="575340"/>
                </a:cubicBezTo>
                <a:cubicBezTo>
                  <a:pt x="3583259" y="572049"/>
                  <a:pt x="3584265" y="568940"/>
                  <a:pt x="3585820" y="566105"/>
                </a:cubicBezTo>
                <a:cubicBezTo>
                  <a:pt x="3587466" y="563179"/>
                  <a:pt x="3589569" y="560710"/>
                  <a:pt x="3592129" y="558698"/>
                </a:cubicBezTo>
                <a:cubicBezTo>
                  <a:pt x="3594781" y="556595"/>
                  <a:pt x="3597615" y="555132"/>
                  <a:pt x="3600816" y="554218"/>
                </a:cubicBezTo>
                <a:cubicBezTo>
                  <a:pt x="3604016" y="553395"/>
                  <a:pt x="3607217" y="553121"/>
                  <a:pt x="3610508" y="553486"/>
                </a:cubicBezTo>
                <a:cubicBezTo>
                  <a:pt x="3613800" y="553852"/>
                  <a:pt x="3616909" y="554858"/>
                  <a:pt x="3619744" y="556504"/>
                </a:cubicBezTo>
              </a:path>
              <a:path w="3889492" h="1195852">
                <a:moveTo>
                  <a:pt x="3628522" y="561350"/>
                </a:moveTo>
                <a:lnTo>
                  <a:pt x="3632820" y="563819"/>
                </a:lnTo>
                <a:cubicBezTo>
                  <a:pt x="3635746" y="565374"/>
                  <a:pt x="3638215" y="567477"/>
                  <a:pt x="3640226" y="570128"/>
                </a:cubicBezTo>
                <a:cubicBezTo>
                  <a:pt x="3642238" y="572689"/>
                  <a:pt x="3643793" y="575615"/>
                  <a:pt x="3644616" y="578815"/>
                </a:cubicBezTo>
                <a:cubicBezTo>
                  <a:pt x="3645530" y="581924"/>
                  <a:pt x="3645804" y="585216"/>
                  <a:pt x="3645438" y="588416"/>
                </a:cubicBezTo>
                <a:cubicBezTo>
                  <a:pt x="3644981" y="591708"/>
                  <a:pt x="3644067" y="594817"/>
                  <a:pt x="3642421" y="597743"/>
                </a:cubicBezTo>
                <a:cubicBezTo>
                  <a:pt x="3640775" y="600578"/>
                  <a:pt x="3638672" y="603047"/>
                  <a:pt x="3636112" y="605058"/>
                </a:cubicBezTo>
                <a:cubicBezTo>
                  <a:pt x="3633460" y="607162"/>
                  <a:pt x="3630625" y="608625"/>
                  <a:pt x="3627425" y="609539"/>
                </a:cubicBezTo>
                <a:cubicBezTo>
                  <a:pt x="3624224" y="610362"/>
                  <a:pt x="3621024" y="610636"/>
                  <a:pt x="3617732" y="610271"/>
                </a:cubicBezTo>
                <a:cubicBezTo>
                  <a:pt x="3614440" y="609905"/>
                  <a:pt x="3611331" y="608899"/>
                  <a:pt x="3608497" y="607253"/>
                </a:cubicBezTo>
                <a:lnTo>
                  <a:pt x="3604108" y="604876"/>
                </a:lnTo>
                <a:cubicBezTo>
                  <a:pt x="3601273" y="603230"/>
                  <a:pt x="3598804" y="601127"/>
                  <a:pt x="3596701" y="598475"/>
                </a:cubicBezTo>
                <a:cubicBezTo>
                  <a:pt x="3594689" y="595914"/>
                  <a:pt x="3593226" y="593080"/>
                  <a:pt x="3592312" y="589879"/>
                </a:cubicBezTo>
                <a:cubicBezTo>
                  <a:pt x="3591397" y="586679"/>
                  <a:pt x="3591123" y="583479"/>
                  <a:pt x="3591489" y="580187"/>
                </a:cubicBezTo>
                <a:cubicBezTo>
                  <a:pt x="3591946" y="576895"/>
                  <a:pt x="3592952" y="573786"/>
                  <a:pt x="3594506" y="570951"/>
                </a:cubicBezTo>
                <a:cubicBezTo>
                  <a:pt x="3596152" y="568025"/>
                  <a:pt x="3598255" y="565556"/>
                  <a:pt x="3600816" y="563545"/>
                </a:cubicBezTo>
                <a:cubicBezTo>
                  <a:pt x="3603468" y="561533"/>
                  <a:pt x="3606302" y="560070"/>
                  <a:pt x="3609503" y="559156"/>
                </a:cubicBezTo>
                <a:cubicBezTo>
                  <a:pt x="3612703" y="558241"/>
                  <a:pt x="3615903" y="557967"/>
                  <a:pt x="3619195" y="558333"/>
                </a:cubicBezTo>
                <a:cubicBezTo>
                  <a:pt x="3622487" y="558790"/>
                  <a:pt x="3625596" y="559796"/>
                  <a:pt x="3628522" y="561350"/>
                </a:cubicBezTo>
              </a:path>
              <a:path w="3889492" h="1195852">
                <a:moveTo>
                  <a:pt x="3637209" y="566196"/>
                </a:moveTo>
                <a:lnTo>
                  <a:pt x="3641507" y="568665"/>
                </a:lnTo>
                <a:cubicBezTo>
                  <a:pt x="3644433" y="570311"/>
                  <a:pt x="3646902" y="572414"/>
                  <a:pt x="3648913" y="574975"/>
                </a:cubicBezTo>
                <a:cubicBezTo>
                  <a:pt x="3651016" y="577535"/>
                  <a:pt x="3652479" y="580461"/>
                  <a:pt x="3653394" y="583662"/>
                </a:cubicBezTo>
                <a:cubicBezTo>
                  <a:pt x="3654217" y="586862"/>
                  <a:pt x="3654491" y="590062"/>
                  <a:pt x="3654125" y="593354"/>
                </a:cubicBezTo>
                <a:cubicBezTo>
                  <a:pt x="3653760" y="596646"/>
                  <a:pt x="3652754" y="599664"/>
                  <a:pt x="3651108" y="602590"/>
                </a:cubicBezTo>
                <a:cubicBezTo>
                  <a:pt x="3649462" y="605424"/>
                  <a:pt x="3647359" y="607893"/>
                  <a:pt x="3644798" y="609996"/>
                </a:cubicBezTo>
                <a:cubicBezTo>
                  <a:pt x="3642238" y="612008"/>
                  <a:pt x="3639312" y="613471"/>
                  <a:pt x="3636112" y="614385"/>
                </a:cubicBezTo>
                <a:cubicBezTo>
                  <a:pt x="3632911" y="615300"/>
                  <a:pt x="3629711" y="615483"/>
                  <a:pt x="3626419" y="615117"/>
                </a:cubicBezTo>
                <a:cubicBezTo>
                  <a:pt x="3623127" y="614751"/>
                  <a:pt x="3620018" y="613745"/>
                  <a:pt x="3617184" y="612099"/>
                </a:cubicBezTo>
                <a:lnTo>
                  <a:pt x="3612794" y="609722"/>
                </a:lnTo>
                <a:cubicBezTo>
                  <a:pt x="3609960" y="608076"/>
                  <a:pt x="3607491" y="605973"/>
                  <a:pt x="3605388" y="603413"/>
                </a:cubicBezTo>
                <a:cubicBezTo>
                  <a:pt x="3603376" y="600761"/>
                  <a:pt x="3601913" y="597926"/>
                  <a:pt x="3600999" y="594726"/>
                </a:cubicBezTo>
                <a:cubicBezTo>
                  <a:pt x="3600084" y="591525"/>
                  <a:pt x="3599810" y="588325"/>
                  <a:pt x="3600267" y="585033"/>
                </a:cubicBezTo>
                <a:cubicBezTo>
                  <a:pt x="3600633" y="581741"/>
                  <a:pt x="3601639" y="578724"/>
                  <a:pt x="3603285" y="575798"/>
                </a:cubicBezTo>
                <a:cubicBezTo>
                  <a:pt x="3604839" y="572872"/>
                  <a:pt x="3606942" y="570494"/>
                  <a:pt x="3609594" y="568391"/>
                </a:cubicBezTo>
                <a:cubicBezTo>
                  <a:pt x="3612154" y="566379"/>
                  <a:pt x="3615080" y="564916"/>
                  <a:pt x="3618189" y="564002"/>
                </a:cubicBezTo>
                <a:cubicBezTo>
                  <a:pt x="3621390" y="563088"/>
                  <a:pt x="3624682" y="562813"/>
                  <a:pt x="3627973" y="563270"/>
                </a:cubicBezTo>
                <a:cubicBezTo>
                  <a:pt x="3631174" y="563636"/>
                  <a:pt x="3634283" y="564642"/>
                  <a:pt x="3637209" y="566196"/>
                </a:cubicBezTo>
              </a:path>
              <a:path w="3889492" h="1195852">
                <a:moveTo>
                  <a:pt x="3645896" y="571134"/>
                </a:moveTo>
                <a:lnTo>
                  <a:pt x="3650285" y="573512"/>
                </a:lnTo>
                <a:cubicBezTo>
                  <a:pt x="3653119" y="575158"/>
                  <a:pt x="3655588" y="577261"/>
                  <a:pt x="3657600" y="579821"/>
                </a:cubicBezTo>
                <a:cubicBezTo>
                  <a:pt x="3659703" y="582473"/>
                  <a:pt x="3661166" y="585307"/>
                  <a:pt x="3662081" y="588508"/>
                </a:cubicBezTo>
                <a:cubicBezTo>
                  <a:pt x="3662995" y="591708"/>
                  <a:pt x="3663178" y="594909"/>
                  <a:pt x="3662812" y="598200"/>
                </a:cubicBezTo>
                <a:cubicBezTo>
                  <a:pt x="3662446" y="601492"/>
                  <a:pt x="3661440" y="604601"/>
                  <a:pt x="3659795" y="607436"/>
                </a:cubicBezTo>
                <a:cubicBezTo>
                  <a:pt x="3658240" y="610362"/>
                  <a:pt x="3656046" y="612739"/>
                  <a:pt x="3653485" y="614843"/>
                </a:cubicBezTo>
                <a:cubicBezTo>
                  <a:pt x="3650925" y="616854"/>
                  <a:pt x="3647999" y="618317"/>
                  <a:pt x="3644798" y="619232"/>
                </a:cubicBezTo>
                <a:cubicBezTo>
                  <a:pt x="3641598" y="620146"/>
                  <a:pt x="3638398" y="620420"/>
                  <a:pt x="3635106" y="619963"/>
                </a:cubicBezTo>
                <a:cubicBezTo>
                  <a:pt x="3631814" y="619597"/>
                  <a:pt x="3628796" y="618592"/>
                  <a:pt x="3625870" y="617037"/>
                </a:cubicBezTo>
                <a:lnTo>
                  <a:pt x="3621481" y="614568"/>
                </a:lnTo>
                <a:cubicBezTo>
                  <a:pt x="3618647" y="612922"/>
                  <a:pt x="3616178" y="610819"/>
                  <a:pt x="3614166" y="608259"/>
                </a:cubicBezTo>
                <a:cubicBezTo>
                  <a:pt x="3612063" y="605699"/>
                  <a:pt x="3610600" y="602772"/>
                  <a:pt x="3609685" y="599572"/>
                </a:cubicBezTo>
                <a:cubicBezTo>
                  <a:pt x="3608771" y="596372"/>
                  <a:pt x="3608588" y="593171"/>
                  <a:pt x="3608954" y="589879"/>
                </a:cubicBezTo>
                <a:cubicBezTo>
                  <a:pt x="3609320" y="586588"/>
                  <a:pt x="3610326" y="583570"/>
                  <a:pt x="3611971" y="580644"/>
                </a:cubicBezTo>
                <a:cubicBezTo>
                  <a:pt x="3613526" y="577809"/>
                  <a:pt x="3615629" y="575340"/>
                  <a:pt x="3618281" y="573237"/>
                </a:cubicBezTo>
                <a:cubicBezTo>
                  <a:pt x="3620841" y="571226"/>
                  <a:pt x="3623767" y="569763"/>
                  <a:pt x="3626968" y="568848"/>
                </a:cubicBezTo>
                <a:cubicBezTo>
                  <a:pt x="3630077" y="567934"/>
                  <a:pt x="3633368" y="567751"/>
                  <a:pt x="3636660" y="568117"/>
                </a:cubicBezTo>
                <a:cubicBezTo>
                  <a:pt x="3639952" y="568482"/>
                  <a:pt x="3642970" y="569488"/>
                  <a:pt x="3645896" y="571134"/>
                </a:cubicBezTo>
              </a:path>
              <a:path w="3889492" h="1195852">
                <a:moveTo>
                  <a:pt x="3654582" y="575981"/>
                </a:moveTo>
                <a:lnTo>
                  <a:pt x="3658972" y="578449"/>
                </a:lnTo>
                <a:cubicBezTo>
                  <a:pt x="3661806" y="580004"/>
                  <a:pt x="3664275" y="582107"/>
                  <a:pt x="3666378" y="584759"/>
                </a:cubicBezTo>
                <a:cubicBezTo>
                  <a:pt x="3668390" y="587319"/>
                  <a:pt x="3669853" y="590154"/>
                  <a:pt x="3670767" y="593354"/>
                </a:cubicBezTo>
                <a:cubicBezTo>
                  <a:pt x="3671682" y="596555"/>
                  <a:pt x="3671956" y="599755"/>
                  <a:pt x="3671499" y="603047"/>
                </a:cubicBezTo>
                <a:cubicBezTo>
                  <a:pt x="3671133" y="606339"/>
                  <a:pt x="3670127" y="609448"/>
                  <a:pt x="3668481" y="612282"/>
                </a:cubicBezTo>
                <a:cubicBezTo>
                  <a:pt x="3666927" y="615208"/>
                  <a:pt x="3664824" y="617677"/>
                  <a:pt x="3662172" y="619689"/>
                </a:cubicBezTo>
                <a:cubicBezTo>
                  <a:pt x="3659612" y="621701"/>
                  <a:pt x="3656686" y="623255"/>
                  <a:pt x="3653485" y="624078"/>
                </a:cubicBezTo>
                <a:cubicBezTo>
                  <a:pt x="3650376" y="624992"/>
                  <a:pt x="3647084" y="625267"/>
                  <a:pt x="3643793" y="624901"/>
                </a:cubicBezTo>
                <a:cubicBezTo>
                  <a:pt x="3640501" y="624444"/>
                  <a:pt x="3637483" y="623438"/>
                  <a:pt x="3634557" y="621883"/>
                </a:cubicBezTo>
                <a:lnTo>
                  <a:pt x="3630259" y="619415"/>
                </a:lnTo>
                <a:cubicBezTo>
                  <a:pt x="3627333" y="617860"/>
                  <a:pt x="3624864" y="615757"/>
                  <a:pt x="3622853" y="613105"/>
                </a:cubicBezTo>
                <a:cubicBezTo>
                  <a:pt x="3620750" y="610545"/>
                  <a:pt x="3619287" y="607619"/>
                  <a:pt x="3618372" y="604510"/>
                </a:cubicBezTo>
                <a:cubicBezTo>
                  <a:pt x="3617549" y="601309"/>
                  <a:pt x="3617275" y="598018"/>
                  <a:pt x="3617641" y="594817"/>
                </a:cubicBezTo>
                <a:cubicBezTo>
                  <a:pt x="3618006" y="591525"/>
                  <a:pt x="3619012" y="588416"/>
                  <a:pt x="3620658" y="585490"/>
                </a:cubicBezTo>
                <a:cubicBezTo>
                  <a:pt x="3622304" y="582656"/>
                  <a:pt x="3624407" y="580187"/>
                  <a:pt x="3626968" y="578175"/>
                </a:cubicBezTo>
                <a:cubicBezTo>
                  <a:pt x="3629528" y="576072"/>
                  <a:pt x="3632454" y="574609"/>
                  <a:pt x="3635654" y="573695"/>
                </a:cubicBezTo>
                <a:cubicBezTo>
                  <a:pt x="3638855" y="572872"/>
                  <a:pt x="3642055" y="572597"/>
                  <a:pt x="3645347" y="572963"/>
                </a:cubicBezTo>
                <a:cubicBezTo>
                  <a:pt x="3648639" y="573329"/>
                  <a:pt x="3651748" y="574335"/>
                  <a:pt x="3654582" y="575981"/>
                </a:cubicBezTo>
              </a:path>
              <a:path w="3889492" h="1195852">
                <a:moveTo>
                  <a:pt x="3663269" y="580827"/>
                </a:moveTo>
                <a:lnTo>
                  <a:pt x="3667658" y="583296"/>
                </a:lnTo>
                <a:cubicBezTo>
                  <a:pt x="3670493" y="584850"/>
                  <a:pt x="3672962" y="586953"/>
                  <a:pt x="3675065" y="589605"/>
                </a:cubicBezTo>
                <a:cubicBezTo>
                  <a:pt x="3677077" y="592165"/>
                  <a:pt x="3678540" y="595092"/>
                  <a:pt x="3679454" y="598200"/>
                </a:cubicBezTo>
                <a:cubicBezTo>
                  <a:pt x="3680369" y="601401"/>
                  <a:pt x="3680643" y="604693"/>
                  <a:pt x="3680186" y="607893"/>
                </a:cubicBezTo>
                <a:cubicBezTo>
                  <a:pt x="3679820" y="611185"/>
                  <a:pt x="3678814" y="614294"/>
                  <a:pt x="3677260" y="617129"/>
                </a:cubicBezTo>
                <a:cubicBezTo>
                  <a:pt x="3675614" y="620055"/>
                  <a:pt x="3673511" y="622524"/>
                  <a:pt x="3670859" y="624535"/>
                </a:cubicBezTo>
                <a:cubicBezTo>
                  <a:pt x="3668298" y="626638"/>
                  <a:pt x="3665372" y="628101"/>
                  <a:pt x="3662263" y="629016"/>
                </a:cubicBezTo>
                <a:cubicBezTo>
                  <a:pt x="3659063" y="629839"/>
                  <a:pt x="3655771" y="630113"/>
                  <a:pt x="3652571" y="629747"/>
                </a:cubicBezTo>
                <a:cubicBezTo>
                  <a:pt x="3649279" y="629382"/>
                  <a:pt x="3646170" y="628376"/>
                  <a:pt x="3643244" y="626730"/>
                </a:cubicBezTo>
                <a:lnTo>
                  <a:pt x="3638946" y="624261"/>
                </a:lnTo>
                <a:cubicBezTo>
                  <a:pt x="3636020" y="622706"/>
                  <a:pt x="3633551" y="620603"/>
                  <a:pt x="3631540" y="617952"/>
                </a:cubicBezTo>
                <a:cubicBezTo>
                  <a:pt x="3629436" y="615391"/>
                  <a:pt x="3627973" y="612557"/>
                  <a:pt x="3627150" y="609356"/>
                </a:cubicBezTo>
                <a:cubicBezTo>
                  <a:pt x="3626236" y="606156"/>
                  <a:pt x="3625962" y="602955"/>
                  <a:pt x="3626328" y="599664"/>
                </a:cubicBezTo>
                <a:cubicBezTo>
                  <a:pt x="3626693" y="596372"/>
                  <a:pt x="3627699" y="593263"/>
                  <a:pt x="3629345" y="590428"/>
                </a:cubicBezTo>
                <a:cubicBezTo>
                  <a:pt x="3630991" y="587502"/>
                  <a:pt x="3633094" y="585033"/>
                  <a:pt x="3635654" y="583021"/>
                </a:cubicBezTo>
                <a:cubicBezTo>
                  <a:pt x="3638306" y="581010"/>
                  <a:pt x="3641141" y="579455"/>
                  <a:pt x="3644341" y="578632"/>
                </a:cubicBezTo>
                <a:cubicBezTo>
                  <a:pt x="3647542" y="577718"/>
                  <a:pt x="3650742" y="577444"/>
                  <a:pt x="3654034" y="577809"/>
                </a:cubicBezTo>
                <a:cubicBezTo>
                  <a:pt x="3657326" y="578267"/>
                  <a:pt x="3660435" y="579181"/>
                  <a:pt x="3663269" y="580827"/>
                </a:cubicBezTo>
              </a:path>
              <a:path w="3889492" h="1195852">
                <a:moveTo>
                  <a:pt x="3671956" y="585673"/>
                </a:moveTo>
                <a:lnTo>
                  <a:pt x="3676345" y="588142"/>
                </a:lnTo>
                <a:cubicBezTo>
                  <a:pt x="3679271" y="589788"/>
                  <a:pt x="3681740" y="591891"/>
                  <a:pt x="3683752" y="594451"/>
                </a:cubicBezTo>
                <a:cubicBezTo>
                  <a:pt x="3685764" y="597012"/>
                  <a:pt x="3687227" y="599938"/>
                  <a:pt x="3688141" y="603138"/>
                </a:cubicBezTo>
                <a:cubicBezTo>
                  <a:pt x="3689055" y="606247"/>
                  <a:pt x="3689330" y="609539"/>
                  <a:pt x="3688964" y="612831"/>
                </a:cubicBezTo>
                <a:cubicBezTo>
                  <a:pt x="3688507" y="616123"/>
                  <a:pt x="3687501" y="619140"/>
                  <a:pt x="3685946" y="622066"/>
                </a:cubicBezTo>
                <a:cubicBezTo>
                  <a:pt x="3684300" y="624901"/>
                  <a:pt x="3682197" y="627370"/>
                  <a:pt x="3679637" y="629473"/>
                </a:cubicBezTo>
                <a:cubicBezTo>
                  <a:pt x="3676985" y="631485"/>
                  <a:pt x="3674151" y="632948"/>
                  <a:pt x="3670950" y="633862"/>
                </a:cubicBezTo>
                <a:cubicBezTo>
                  <a:pt x="3667750" y="634776"/>
                  <a:pt x="3664549" y="634959"/>
                  <a:pt x="3661258" y="634594"/>
                </a:cubicBezTo>
                <a:cubicBezTo>
                  <a:pt x="3657966" y="634228"/>
                  <a:pt x="3654857" y="633222"/>
                  <a:pt x="3652022" y="631576"/>
                </a:cubicBezTo>
                <a:lnTo>
                  <a:pt x="3647633" y="629199"/>
                </a:lnTo>
                <a:cubicBezTo>
                  <a:pt x="3644707" y="627553"/>
                  <a:pt x="3642238" y="625450"/>
                  <a:pt x="3640226" y="622889"/>
                </a:cubicBezTo>
                <a:cubicBezTo>
                  <a:pt x="3638215" y="620238"/>
                  <a:pt x="3636752" y="617403"/>
                  <a:pt x="3635837" y="614202"/>
                </a:cubicBezTo>
                <a:cubicBezTo>
                  <a:pt x="3634923" y="611002"/>
                  <a:pt x="3634649" y="607802"/>
                  <a:pt x="3635014" y="604510"/>
                </a:cubicBezTo>
                <a:cubicBezTo>
                  <a:pt x="3635472" y="601218"/>
                  <a:pt x="3636477" y="598109"/>
                  <a:pt x="3638032" y="595274"/>
                </a:cubicBezTo>
                <a:cubicBezTo>
                  <a:pt x="3639678" y="592348"/>
                  <a:pt x="3641781" y="589879"/>
                  <a:pt x="3644341" y="587868"/>
                </a:cubicBezTo>
                <a:cubicBezTo>
                  <a:pt x="3646993" y="585856"/>
                  <a:pt x="3649828" y="584393"/>
                  <a:pt x="3653028" y="583479"/>
                </a:cubicBezTo>
                <a:cubicBezTo>
                  <a:pt x="3656228" y="582564"/>
                  <a:pt x="3659429" y="582290"/>
                  <a:pt x="3662721" y="582747"/>
                </a:cubicBezTo>
                <a:cubicBezTo>
                  <a:pt x="3666012" y="583113"/>
                  <a:pt x="3669121" y="584119"/>
                  <a:pt x="3671956" y="585673"/>
                </a:cubicBezTo>
              </a:path>
              <a:path w="3889492" h="1195852">
                <a:moveTo>
                  <a:pt x="3680734" y="590611"/>
                </a:moveTo>
                <a:lnTo>
                  <a:pt x="3685032" y="592988"/>
                </a:lnTo>
                <a:cubicBezTo>
                  <a:pt x="3687958" y="594634"/>
                  <a:pt x="3690427" y="596737"/>
                  <a:pt x="3692439" y="599298"/>
                </a:cubicBezTo>
                <a:cubicBezTo>
                  <a:pt x="3694542" y="601950"/>
                  <a:pt x="3696005" y="604784"/>
                  <a:pt x="3696828" y="607985"/>
                </a:cubicBezTo>
                <a:cubicBezTo>
                  <a:pt x="3697742" y="611185"/>
                  <a:pt x="3698016" y="614385"/>
                  <a:pt x="3697651" y="617677"/>
                </a:cubicBezTo>
                <a:cubicBezTo>
                  <a:pt x="3697285" y="620969"/>
                  <a:pt x="3696279" y="623987"/>
                  <a:pt x="3694633" y="626913"/>
                </a:cubicBezTo>
                <a:cubicBezTo>
                  <a:pt x="3692987" y="629747"/>
                  <a:pt x="3690884" y="632216"/>
                  <a:pt x="3688324" y="634319"/>
                </a:cubicBezTo>
                <a:cubicBezTo>
                  <a:pt x="3685672" y="636331"/>
                  <a:pt x="3682837" y="637794"/>
                  <a:pt x="3679637" y="638708"/>
                </a:cubicBezTo>
                <a:cubicBezTo>
                  <a:pt x="3676437" y="639623"/>
                  <a:pt x="3673236" y="639897"/>
                  <a:pt x="3669944" y="639440"/>
                </a:cubicBezTo>
                <a:cubicBezTo>
                  <a:pt x="3666653" y="639074"/>
                  <a:pt x="3663544" y="638068"/>
                  <a:pt x="3660709" y="636514"/>
                </a:cubicBezTo>
                <a:lnTo>
                  <a:pt x="3656320" y="634045"/>
                </a:lnTo>
                <a:cubicBezTo>
                  <a:pt x="3653485" y="632399"/>
                  <a:pt x="3651016" y="630296"/>
                  <a:pt x="3648913" y="627736"/>
                </a:cubicBezTo>
                <a:cubicBezTo>
                  <a:pt x="3646902" y="625175"/>
                  <a:pt x="3645438" y="622249"/>
                  <a:pt x="3644524" y="619049"/>
                </a:cubicBezTo>
                <a:cubicBezTo>
                  <a:pt x="3643610" y="615848"/>
                  <a:pt x="3643335" y="612648"/>
                  <a:pt x="3643793" y="609356"/>
                </a:cubicBezTo>
                <a:cubicBezTo>
                  <a:pt x="3644158" y="606064"/>
                  <a:pt x="3645164" y="603047"/>
                  <a:pt x="3646719" y="600121"/>
                </a:cubicBezTo>
                <a:cubicBezTo>
                  <a:pt x="3648365" y="597286"/>
                  <a:pt x="3650468" y="594817"/>
                  <a:pt x="3653119" y="592714"/>
                </a:cubicBezTo>
                <a:cubicBezTo>
                  <a:pt x="3655680" y="590702"/>
                  <a:pt x="3658606" y="589239"/>
                  <a:pt x="3661715" y="588325"/>
                </a:cubicBezTo>
                <a:cubicBezTo>
                  <a:pt x="3664915" y="587411"/>
                  <a:pt x="3668116" y="587228"/>
                  <a:pt x="3671407" y="587593"/>
                </a:cubicBezTo>
                <a:cubicBezTo>
                  <a:pt x="3674699" y="587959"/>
                  <a:pt x="3677808" y="588965"/>
                  <a:pt x="3680734" y="590611"/>
                </a:cubicBezTo>
              </a:path>
              <a:path w="3889492" h="1195852">
                <a:moveTo>
                  <a:pt x="3689421" y="595457"/>
                </a:moveTo>
                <a:lnTo>
                  <a:pt x="3693719" y="597835"/>
                </a:lnTo>
                <a:cubicBezTo>
                  <a:pt x="3696645" y="599481"/>
                  <a:pt x="3699114" y="601584"/>
                  <a:pt x="3701125" y="604144"/>
                </a:cubicBezTo>
                <a:cubicBezTo>
                  <a:pt x="3703229" y="606796"/>
                  <a:pt x="3704692" y="609630"/>
                  <a:pt x="3705606" y="612831"/>
                </a:cubicBezTo>
                <a:cubicBezTo>
                  <a:pt x="3706429" y="616031"/>
                  <a:pt x="3706703" y="619232"/>
                  <a:pt x="3706338" y="622524"/>
                </a:cubicBezTo>
                <a:cubicBezTo>
                  <a:pt x="3705972" y="625815"/>
                  <a:pt x="3704966" y="628924"/>
                  <a:pt x="3703320" y="631759"/>
                </a:cubicBezTo>
                <a:cubicBezTo>
                  <a:pt x="3701674" y="634685"/>
                  <a:pt x="3699571" y="637154"/>
                  <a:pt x="3697011" y="639166"/>
                </a:cubicBezTo>
                <a:cubicBezTo>
                  <a:pt x="3694450" y="641177"/>
                  <a:pt x="3691524" y="642640"/>
                  <a:pt x="3688324" y="643555"/>
                </a:cubicBezTo>
                <a:cubicBezTo>
                  <a:pt x="3685123" y="644469"/>
                  <a:pt x="3681923" y="644743"/>
                  <a:pt x="3678631" y="644378"/>
                </a:cubicBezTo>
                <a:cubicBezTo>
                  <a:pt x="3675339" y="643920"/>
                  <a:pt x="3672230" y="642915"/>
                  <a:pt x="3669396" y="641360"/>
                </a:cubicBezTo>
                <a:lnTo>
                  <a:pt x="3665007" y="638891"/>
                </a:lnTo>
                <a:cubicBezTo>
                  <a:pt x="3662172" y="637337"/>
                  <a:pt x="3659703" y="635234"/>
                  <a:pt x="3657600" y="632582"/>
                </a:cubicBezTo>
                <a:cubicBezTo>
                  <a:pt x="3655588" y="630022"/>
                  <a:pt x="3654125" y="627096"/>
                  <a:pt x="3653211" y="623895"/>
                </a:cubicBezTo>
                <a:cubicBezTo>
                  <a:pt x="3652296" y="620786"/>
                  <a:pt x="3652022" y="617494"/>
                  <a:pt x="3652479" y="614202"/>
                </a:cubicBezTo>
                <a:cubicBezTo>
                  <a:pt x="3652845" y="611002"/>
                  <a:pt x="3653851" y="607893"/>
                  <a:pt x="3655497" y="604967"/>
                </a:cubicBezTo>
                <a:cubicBezTo>
                  <a:pt x="3657051" y="602132"/>
                  <a:pt x="3659154" y="599664"/>
                  <a:pt x="3661806" y="597652"/>
                </a:cubicBezTo>
                <a:cubicBezTo>
                  <a:pt x="3664367" y="595549"/>
                  <a:pt x="3667293" y="594086"/>
                  <a:pt x="3670493" y="593171"/>
                </a:cubicBezTo>
                <a:cubicBezTo>
                  <a:pt x="3673602" y="592348"/>
                  <a:pt x="3676894" y="592074"/>
                  <a:pt x="3680186" y="592440"/>
                </a:cubicBezTo>
                <a:cubicBezTo>
                  <a:pt x="3683478" y="592806"/>
                  <a:pt x="3686495" y="593811"/>
                  <a:pt x="3689421" y="595457"/>
                </a:cubicBezTo>
              </a:path>
              <a:path w="3889492" h="1195852">
                <a:moveTo>
                  <a:pt x="3698108" y="600304"/>
                </a:moveTo>
                <a:lnTo>
                  <a:pt x="3702497" y="602772"/>
                </a:lnTo>
                <a:cubicBezTo>
                  <a:pt x="3705332" y="604327"/>
                  <a:pt x="3707801" y="606430"/>
                  <a:pt x="3709812" y="609082"/>
                </a:cubicBezTo>
                <a:cubicBezTo>
                  <a:pt x="3711915" y="611642"/>
                  <a:pt x="3713378" y="614568"/>
                  <a:pt x="3714293" y="617677"/>
                </a:cubicBezTo>
                <a:cubicBezTo>
                  <a:pt x="3715207" y="620878"/>
                  <a:pt x="3715390" y="624078"/>
                  <a:pt x="3715024" y="627370"/>
                </a:cubicBezTo>
                <a:cubicBezTo>
                  <a:pt x="3714659" y="630662"/>
                  <a:pt x="3713653" y="633771"/>
                  <a:pt x="3712007" y="636605"/>
                </a:cubicBezTo>
                <a:cubicBezTo>
                  <a:pt x="3710452" y="639531"/>
                  <a:pt x="3708349" y="642000"/>
                  <a:pt x="3705697" y="644012"/>
                </a:cubicBezTo>
                <a:cubicBezTo>
                  <a:pt x="3703137" y="646115"/>
                  <a:pt x="3700211" y="647578"/>
                  <a:pt x="3697011" y="648492"/>
                </a:cubicBezTo>
                <a:cubicBezTo>
                  <a:pt x="3693902" y="649315"/>
                  <a:pt x="3690610" y="649590"/>
                  <a:pt x="3687318" y="649224"/>
                </a:cubicBezTo>
                <a:cubicBezTo>
                  <a:pt x="3684026" y="648858"/>
                  <a:pt x="3681009" y="647852"/>
                  <a:pt x="3678083" y="646206"/>
                </a:cubicBezTo>
                <a:lnTo>
                  <a:pt x="3673693" y="643738"/>
                </a:lnTo>
                <a:cubicBezTo>
                  <a:pt x="3670859" y="642183"/>
                  <a:pt x="3668390" y="640080"/>
                  <a:pt x="3666378" y="637428"/>
                </a:cubicBezTo>
                <a:cubicBezTo>
                  <a:pt x="3664275" y="634868"/>
                  <a:pt x="3662812" y="631942"/>
                  <a:pt x="3661898" y="628833"/>
                </a:cubicBezTo>
                <a:cubicBezTo>
                  <a:pt x="3660983" y="625632"/>
                  <a:pt x="3660800" y="622432"/>
                  <a:pt x="3661166" y="619140"/>
                </a:cubicBezTo>
                <a:cubicBezTo>
                  <a:pt x="3661532" y="615848"/>
                  <a:pt x="3662538" y="612739"/>
                  <a:pt x="3664184" y="609905"/>
                </a:cubicBezTo>
                <a:cubicBezTo>
                  <a:pt x="3665738" y="606979"/>
                  <a:pt x="3667933" y="604510"/>
                  <a:pt x="3670493" y="602498"/>
                </a:cubicBezTo>
                <a:cubicBezTo>
                  <a:pt x="3673053" y="600395"/>
                  <a:pt x="3675979" y="598932"/>
                  <a:pt x="3679180" y="598109"/>
                </a:cubicBezTo>
                <a:cubicBezTo>
                  <a:pt x="3682380" y="597195"/>
                  <a:pt x="3685581" y="596920"/>
                  <a:pt x="3688872" y="597286"/>
                </a:cubicBezTo>
                <a:cubicBezTo>
                  <a:pt x="3692164" y="597652"/>
                  <a:pt x="3695182" y="598658"/>
                  <a:pt x="3698108" y="600304"/>
                </a:cubicBezTo>
              </a:path>
              <a:path w="3889492" h="1195852">
                <a:moveTo>
                  <a:pt x="3706795" y="605150"/>
                </a:moveTo>
                <a:lnTo>
                  <a:pt x="3711184" y="607619"/>
                </a:lnTo>
                <a:cubicBezTo>
                  <a:pt x="3714018" y="609265"/>
                  <a:pt x="3716487" y="611368"/>
                  <a:pt x="3718590" y="613928"/>
                </a:cubicBezTo>
                <a:cubicBezTo>
                  <a:pt x="3720602" y="616488"/>
                  <a:pt x="3722065" y="619415"/>
                  <a:pt x="3722980" y="622615"/>
                </a:cubicBezTo>
                <a:cubicBezTo>
                  <a:pt x="3723894" y="625724"/>
                  <a:pt x="3724168" y="629016"/>
                  <a:pt x="3723711" y="632308"/>
                </a:cubicBezTo>
                <a:cubicBezTo>
                  <a:pt x="3723345" y="635508"/>
                  <a:pt x="3722340" y="638617"/>
                  <a:pt x="3720694" y="641543"/>
                </a:cubicBezTo>
                <a:cubicBezTo>
                  <a:pt x="3719139" y="644378"/>
                  <a:pt x="3717036" y="646847"/>
                  <a:pt x="3714384" y="648858"/>
                </a:cubicBezTo>
                <a:cubicBezTo>
                  <a:pt x="3711824" y="650961"/>
                  <a:pt x="3708898" y="652424"/>
                  <a:pt x="3705789" y="653339"/>
                </a:cubicBezTo>
                <a:cubicBezTo>
                  <a:pt x="3702588" y="654253"/>
                  <a:pt x="3699297" y="654436"/>
                  <a:pt x="3696005" y="654070"/>
                </a:cubicBezTo>
                <a:cubicBezTo>
                  <a:pt x="3692804" y="653705"/>
                  <a:pt x="3689695" y="652699"/>
                  <a:pt x="3686769" y="651053"/>
                </a:cubicBezTo>
                <a:lnTo>
                  <a:pt x="3682472" y="648675"/>
                </a:lnTo>
                <a:cubicBezTo>
                  <a:pt x="3679546" y="647029"/>
                  <a:pt x="3677077" y="644926"/>
                  <a:pt x="3675065" y="642366"/>
                </a:cubicBezTo>
                <a:cubicBezTo>
                  <a:pt x="3672962" y="639714"/>
                  <a:pt x="3671499" y="636880"/>
                  <a:pt x="3670584" y="633679"/>
                </a:cubicBezTo>
                <a:cubicBezTo>
                  <a:pt x="3669762" y="630479"/>
                  <a:pt x="3669487" y="627278"/>
                  <a:pt x="3669853" y="623987"/>
                </a:cubicBezTo>
                <a:cubicBezTo>
                  <a:pt x="3670219" y="620695"/>
                  <a:pt x="3671225" y="617586"/>
                  <a:pt x="3672870" y="614751"/>
                </a:cubicBezTo>
                <a:cubicBezTo>
                  <a:pt x="3674516" y="611825"/>
                  <a:pt x="3676620" y="609356"/>
                  <a:pt x="3679180" y="607344"/>
                </a:cubicBezTo>
                <a:cubicBezTo>
                  <a:pt x="3681740" y="605333"/>
                  <a:pt x="3684666" y="603870"/>
                  <a:pt x="3687867" y="602955"/>
                </a:cubicBezTo>
                <a:cubicBezTo>
                  <a:pt x="3691067" y="602041"/>
                  <a:pt x="3694267" y="601767"/>
                  <a:pt x="3697559" y="602132"/>
                </a:cubicBezTo>
                <a:cubicBezTo>
                  <a:pt x="3700851" y="602590"/>
                  <a:pt x="3703960" y="603595"/>
                  <a:pt x="3706795" y="605150"/>
                </a:cubicBezTo>
              </a:path>
              <a:path w="3889492" h="1195852">
                <a:moveTo>
                  <a:pt x="3715482" y="610088"/>
                </a:moveTo>
                <a:lnTo>
                  <a:pt x="3719871" y="612465"/>
                </a:lnTo>
                <a:cubicBezTo>
                  <a:pt x="3722705" y="614111"/>
                  <a:pt x="3725174" y="616214"/>
                  <a:pt x="3727277" y="618774"/>
                </a:cubicBezTo>
                <a:cubicBezTo>
                  <a:pt x="3729289" y="621426"/>
                  <a:pt x="3730752" y="624261"/>
                  <a:pt x="3731666" y="627461"/>
                </a:cubicBezTo>
                <a:cubicBezTo>
                  <a:pt x="3732581" y="630662"/>
                  <a:pt x="3732855" y="633862"/>
                  <a:pt x="3732398" y="637154"/>
                </a:cubicBezTo>
                <a:cubicBezTo>
                  <a:pt x="3732032" y="640446"/>
                  <a:pt x="3731026" y="643463"/>
                  <a:pt x="3729472" y="646389"/>
                </a:cubicBezTo>
                <a:cubicBezTo>
                  <a:pt x="3727826" y="649224"/>
                  <a:pt x="3725723" y="651693"/>
                  <a:pt x="3723071" y="653796"/>
                </a:cubicBezTo>
                <a:cubicBezTo>
                  <a:pt x="3720511" y="655808"/>
                  <a:pt x="3717676" y="657271"/>
                  <a:pt x="3714476" y="658185"/>
                </a:cubicBezTo>
                <a:cubicBezTo>
                  <a:pt x="3711275" y="659100"/>
                  <a:pt x="3708075" y="659374"/>
                  <a:pt x="3704783" y="658917"/>
                </a:cubicBezTo>
                <a:cubicBezTo>
                  <a:pt x="3701491" y="658551"/>
                  <a:pt x="3698382" y="657545"/>
                  <a:pt x="3695456" y="655899"/>
                </a:cubicBezTo>
                <a:lnTo>
                  <a:pt x="3691158" y="653522"/>
                </a:lnTo>
                <a:cubicBezTo>
                  <a:pt x="3688232" y="651876"/>
                  <a:pt x="3685764" y="649773"/>
                  <a:pt x="3683752" y="647212"/>
                </a:cubicBezTo>
                <a:cubicBezTo>
                  <a:pt x="3681740" y="644561"/>
                  <a:pt x="3680186" y="641726"/>
                  <a:pt x="3679363" y="638526"/>
                </a:cubicBezTo>
                <a:cubicBezTo>
                  <a:pt x="3678448" y="635325"/>
                  <a:pt x="3678174" y="632125"/>
                  <a:pt x="3678540" y="628833"/>
                </a:cubicBezTo>
                <a:cubicBezTo>
                  <a:pt x="3678997" y="625541"/>
                  <a:pt x="3679911" y="622524"/>
                  <a:pt x="3681557" y="619597"/>
                </a:cubicBezTo>
                <a:cubicBezTo>
                  <a:pt x="3683203" y="616763"/>
                  <a:pt x="3685306" y="614294"/>
                  <a:pt x="3687867" y="612191"/>
                </a:cubicBezTo>
                <a:cubicBezTo>
                  <a:pt x="3690518" y="610179"/>
                  <a:pt x="3693353" y="608716"/>
                  <a:pt x="3696553" y="607802"/>
                </a:cubicBezTo>
                <a:cubicBezTo>
                  <a:pt x="3699754" y="606887"/>
                  <a:pt x="3702954" y="606613"/>
                  <a:pt x="3706246" y="607070"/>
                </a:cubicBezTo>
                <a:cubicBezTo>
                  <a:pt x="3709538" y="607436"/>
                  <a:pt x="3712647" y="608442"/>
                  <a:pt x="3715482" y="610088"/>
                </a:cubicBezTo>
              </a:path>
              <a:path w="3889492" h="1195852">
                <a:moveTo>
                  <a:pt x="3724260" y="614934"/>
                </a:moveTo>
                <a:lnTo>
                  <a:pt x="3728557" y="617311"/>
                </a:lnTo>
                <a:cubicBezTo>
                  <a:pt x="3731484" y="618957"/>
                  <a:pt x="3733952" y="621060"/>
                  <a:pt x="3735964" y="623621"/>
                </a:cubicBezTo>
                <a:cubicBezTo>
                  <a:pt x="3737976" y="626273"/>
                  <a:pt x="3739530" y="629107"/>
                  <a:pt x="3740353" y="632308"/>
                </a:cubicBezTo>
                <a:cubicBezTo>
                  <a:pt x="3741268" y="635508"/>
                  <a:pt x="3741542" y="638708"/>
                  <a:pt x="3741176" y="642000"/>
                </a:cubicBezTo>
                <a:cubicBezTo>
                  <a:pt x="3740719" y="645292"/>
                  <a:pt x="3739713" y="648401"/>
                  <a:pt x="3738159" y="651236"/>
                </a:cubicBezTo>
                <a:cubicBezTo>
                  <a:pt x="3736513" y="654162"/>
                  <a:pt x="3734410" y="656631"/>
                  <a:pt x="3731849" y="658642"/>
                </a:cubicBezTo>
                <a:cubicBezTo>
                  <a:pt x="3729198" y="660654"/>
                  <a:pt x="3726363" y="662117"/>
                  <a:pt x="3723162" y="663031"/>
                </a:cubicBezTo>
                <a:cubicBezTo>
                  <a:pt x="3719962" y="663946"/>
                  <a:pt x="3716762" y="664220"/>
                  <a:pt x="3713470" y="663854"/>
                </a:cubicBezTo>
                <a:cubicBezTo>
                  <a:pt x="3710178" y="663397"/>
                  <a:pt x="3707069" y="662391"/>
                  <a:pt x="3704234" y="660837"/>
                </a:cubicBezTo>
                <a:lnTo>
                  <a:pt x="3699845" y="658368"/>
                </a:lnTo>
                <a:cubicBezTo>
                  <a:pt x="3696919" y="656722"/>
                  <a:pt x="3694450" y="654619"/>
                  <a:pt x="3692439" y="652059"/>
                </a:cubicBezTo>
                <a:cubicBezTo>
                  <a:pt x="3690427" y="649498"/>
                  <a:pt x="3688964" y="646572"/>
                  <a:pt x="3688050" y="643372"/>
                </a:cubicBezTo>
                <a:cubicBezTo>
                  <a:pt x="3687135" y="640263"/>
                  <a:pt x="3686861" y="636971"/>
                  <a:pt x="3687227" y="633679"/>
                </a:cubicBezTo>
                <a:cubicBezTo>
                  <a:pt x="3687684" y="630479"/>
                  <a:pt x="3688690" y="627370"/>
                  <a:pt x="3690244" y="624444"/>
                </a:cubicBezTo>
                <a:cubicBezTo>
                  <a:pt x="3691890" y="621609"/>
                  <a:pt x="3693993" y="619140"/>
                  <a:pt x="3696553" y="617129"/>
                </a:cubicBezTo>
                <a:cubicBezTo>
                  <a:pt x="3699205" y="615025"/>
                  <a:pt x="3702040" y="613562"/>
                  <a:pt x="3705240" y="612648"/>
                </a:cubicBezTo>
                <a:cubicBezTo>
                  <a:pt x="3708441" y="611734"/>
                  <a:pt x="3711641" y="611551"/>
                  <a:pt x="3714933" y="611916"/>
                </a:cubicBezTo>
                <a:cubicBezTo>
                  <a:pt x="3718225" y="612282"/>
                  <a:pt x="3721334" y="613288"/>
                  <a:pt x="3724260" y="614934"/>
                </a:cubicBezTo>
              </a:path>
              <a:path w="3889492" h="1195852">
                <a:moveTo>
                  <a:pt x="3732947" y="619780"/>
                </a:moveTo>
                <a:lnTo>
                  <a:pt x="3737244" y="622249"/>
                </a:lnTo>
                <a:cubicBezTo>
                  <a:pt x="3740170" y="623804"/>
                  <a:pt x="3742639" y="625907"/>
                  <a:pt x="3744651" y="628559"/>
                </a:cubicBezTo>
                <a:cubicBezTo>
                  <a:pt x="3746754" y="631119"/>
                  <a:pt x="3748217" y="634045"/>
                  <a:pt x="3749040" y="637154"/>
                </a:cubicBezTo>
                <a:cubicBezTo>
                  <a:pt x="3749954" y="640354"/>
                  <a:pt x="3750229" y="643555"/>
                  <a:pt x="3749863" y="646847"/>
                </a:cubicBezTo>
                <a:cubicBezTo>
                  <a:pt x="3749497" y="650138"/>
                  <a:pt x="3748491" y="653247"/>
                  <a:pt x="3746845" y="656082"/>
                </a:cubicBezTo>
                <a:cubicBezTo>
                  <a:pt x="3745200" y="659008"/>
                  <a:pt x="3743096" y="661477"/>
                  <a:pt x="3740536" y="663489"/>
                </a:cubicBezTo>
                <a:cubicBezTo>
                  <a:pt x="3737884" y="665592"/>
                  <a:pt x="3735050" y="667055"/>
                  <a:pt x="3731849" y="667878"/>
                </a:cubicBezTo>
                <a:cubicBezTo>
                  <a:pt x="3728649" y="668792"/>
                  <a:pt x="3725448" y="669066"/>
                  <a:pt x="3722157" y="668701"/>
                </a:cubicBezTo>
                <a:cubicBezTo>
                  <a:pt x="3718865" y="668335"/>
                  <a:pt x="3715756" y="667329"/>
                  <a:pt x="3712921" y="665683"/>
                </a:cubicBezTo>
                <a:lnTo>
                  <a:pt x="3708532" y="663214"/>
                </a:lnTo>
                <a:cubicBezTo>
                  <a:pt x="3705697" y="661660"/>
                  <a:pt x="3703229" y="659557"/>
                  <a:pt x="3701125" y="656905"/>
                </a:cubicBezTo>
                <a:cubicBezTo>
                  <a:pt x="3699114" y="654345"/>
                  <a:pt x="3697651" y="651419"/>
                  <a:pt x="3696736" y="648310"/>
                </a:cubicBezTo>
                <a:cubicBezTo>
                  <a:pt x="3695822" y="645109"/>
                  <a:pt x="3695548" y="641909"/>
                  <a:pt x="3696005" y="638617"/>
                </a:cubicBezTo>
                <a:cubicBezTo>
                  <a:pt x="3696371" y="635325"/>
                  <a:pt x="3697376" y="632216"/>
                  <a:pt x="3698931" y="629382"/>
                </a:cubicBezTo>
                <a:cubicBezTo>
                  <a:pt x="3700577" y="626455"/>
                  <a:pt x="3702680" y="623987"/>
                  <a:pt x="3705332" y="621975"/>
                </a:cubicBezTo>
                <a:cubicBezTo>
                  <a:pt x="3707892" y="619872"/>
                  <a:pt x="3710818" y="618409"/>
                  <a:pt x="3713927" y="617586"/>
                </a:cubicBezTo>
                <a:cubicBezTo>
                  <a:pt x="3717127" y="616671"/>
                  <a:pt x="3720419" y="616397"/>
                  <a:pt x="3723620" y="616763"/>
                </a:cubicBezTo>
                <a:cubicBezTo>
                  <a:pt x="3726912" y="617129"/>
                  <a:pt x="3730020" y="618134"/>
                  <a:pt x="3732947" y="619780"/>
                </a:cubicBezTo>
              </a:path>
              <a:path w="3889492" h="1195852">
                <a:moveTo>
                  <a:pt x="3741633" y="624627"/>
                </a:moveTo>
                <a:lnTo>
                  <a:pt x="3745931" y="627096"/>
                </a:lnTo>
                <a:cubicBezTo>
                  <a:pt x="3748857" y="628741"/>
                  <a:pt x="3751326" y="630845"/>
                  <a:pt x="3753338" y="633405"/>
                </a:cubicBezTo>
                <a:cubicBezTo>
                  <a:pt x="3755441" y="635965"/>
                  <a:pt x="3756904" y="638891"/>
                  <a:pt x="3757818" y="642092"/>
                </a:cubicBezTo>
                <a:cubicBezTo>
                  <a:pt x="3758641" y="645201"/>
                  <a:pt x="3758916" y="648492"/>
                  <a:pt x="3758550" y="651784"/>
                </a:cubicBezTo>
                <a:cubicBezTo>
                  <a:pt x="3758184" y="654985"/>
                  <a:pt x="3757178" y="658094"/>
                  <a:pt x="3755532" y="661020"/>
                </a:cubicBezTo>
                <a:cubicBezTo>
                  <a:pt x="3753886" y="663854"/>
                  <a:pt x="3751783" y="666323"/>
                  <a:pt x="3749223" y="668335"/>
                </a:cubicBezTo>
                <a:cubicBezTo>
                  <a:pt x="3746663" y="670438"/>
                  <a:pt x="3743736" y="671901"/>
                  <a:pt x="3740536" y="672816"/>
                </a:cubicBezTo>
                <a:cubicBezTo>
                  <a:pt x="3737336" y="673638"/>
                  <a:pt x="3734135" y="673913"/>
                  <a:pt x="3730843" y="673547"/>
                </a:cubicBezTo>
                <a:cubicBezTo>
                  <a:pt x="3727552" y="673181"/>
                  <a:pt x="3724534" y="672175"/>
                  <a:pt x="3721608" y="670530"/>
                </a:cubicBezTo>
                <a:lnTo>
                  <a:pt x="3717219" y="668152"/>
                </a:lnTo>
                <a:cubicBezTo>
                  <a:pt x="3714384" y="666506"/>
                  <a:pt x="3711915" y="664403"/>
                  <a:pt x="3709812" y="661843"/>
                </a:cubicBezTo>
                <a:cubicBezTo>
                  <a:pt x="3707801" y="659191"/>
                  <a:pt x="3706338" y="656356"/>
                  <a:pt x="3705423" y="653156"/>
                </a:cubicBezTo>
                <a:cubicBezTo>
                  <a:pt x="3704509" y="649956"/>
                  <a:pt x="3704326" y="646755"/>
                  <a:pt x="3704692" y="643463"/>
                </a:cubicBezTo>
                <a:cubicBezTo>
                  <a:pt x="3705057" y="640171"/>
                  <a:pt x="3706063" y="637062"/>
                  <a:pt x="3707709" y="634228"/>
                </a:cubicBezTo>
                <a:cubicBezTo>
                  <a:pt x="3709264" y="631302"/>
                  <a:pt x="3711367" y="628833"/>
                  <a:pt x="3714018" y="626821"/>
                </a:cubicBezTo>
                <a:cubicBezTo>
                  <a:pt x="3716579" y="624810"/>
                  <a:pt x="3719505" y="623346"/>
                  <a:pt x="3722705" y="622432"/>
                </a:cubicBezTo>
                <a:cubicBezTo>
                  <a:pt x="3725814" y="621518"/>
                  <a:pt x="3729106" y="621243"/>
                  <a:pt x="3732398" y="621609"/>
                </a:cubicBezTo>
                <a:cubicBezTo>
                  <a:pt x="3735690" y="622066"/>
                  <a:pt x="3738707" y="623072"/>
                  <a:pt x="3741633" y="624627"/>
                </a:cubicBezTo>
              </a:path>
              <a:path w="3889492" h="1195852">
                <a:moveTo>
                  <a:pt x="3750320" y="629473"/>
                </a:moveTo>
                <a:lnTo>
                  <a:pt x="3754709" y="631942"/>
                </a:lnTo>
                <a:cubicBezTo>
                  <a:pt x="3757544" y="633588"/>
                  <a:pt x="3760013" y="635691"/>
                  <a:pt x="3762116" y="638251"/>
                </a:cubicBezTo>
                <a:cubicBezTo>
                  <a:pt x="3764128" y="640812"/>
                  <a:pt x="3765591" y="643738"/>
                  <a:pt x="3766505" y="646938"/>
                </a:cubicBezTo>
                <a:cubicBezTo>
                  <a:pt x="3767419" y="650138"/>
                  <a:pt x="3767602" y="653339"/>
                  <a:pt x="3767237" y="656631"/>
                </a:cubicBezTo>
                <a:cubicBezTo>
                  <a:pt x="3766871" y="659922"/>
                  <a:pt x="3765865" y="662940"/>
                  <a:pt x="3764219" y="665866"/>
                </a:cubicBezTo>
                <a:cubicBezTo>
                  <a:pt x="3762665" y="668701"/>
                  <a:pt x="3760561" y="671170"/>
                  <a:pt x="3757910" y="673273"/>
                </a:cubicBezTo>
                <a:cubicBezTo>
                  <a:pt x="3755349" y="675284"/>
                  <a:pt x="3752423" y="676747"/>
                  <a:pt x="3749223" y="677662"/>
                </a:cubicBezTo>
                <a:cubicBezTo>
                  <a:pt x="3746114" y="678576"/>
                  <a:pt x="3742822" y="678851"/>
                  <a:pt x="3739530" y="678393"/>
                </a:cubicBezTo>
                <a:cubicBezTo>
                  <a:pt x="3736238" y="678028"/>
                  <a:pt x="3733221" y="677022"/>
                  <a:pt x="3730295" y="675376"/>
                </a:cubicBezTo>
                <a:lnTo>
                  <a:pt x="3725997" y="672998"/>
                </a:lnTo>
                <a:cubicBezTo>
                  <a:pt x="3723071" y="671352"/>
                  <a:pt x="3720602" y="669249"/>
                  <a:pt x="3718590" y="666689"/>
                </a:cubicBezTo>
                <a:cubicBezTo>
                  <a:pt x="3716487" y="664037"/>
                  <a:pt x="3715024" y="661203"/>
                  <a:pt x="3714110" y="658002"/>
                </a:cubicBezTo>
                <a:cubicBezTo>
                  <a:pt x="3713287" y="654802"/>
                  <a:pt x="3713013" y="651601"/>
                  <a:pt x="3713378" y="648310"/>
                </a:cubicBezTo>
                <a:cubicBezTo>
                  <a:pt x="3713744" y="645018"/>
                  <a:pt x="3714750" y="642000"/>
                  <a:pt x="3716396" y="639074"/>
                </a:cubicBezTo>
                <a:cubicBezTo>
                  <a:pt x="3718042" y="636240"/>
                  <a:pt x="3720145" y="633771"/>
                  <a:pt x="3722705" y="631668"/>
                </a:cubicBezTo>
                <a:cubicBezTo>
                  <a:pt x="3725266" y="629656"/>
                  <a:pt x="3728192" y="628193"/>
                  <a:pt x="3731392" y="627278"/>
                </a:cubicBezTo>
                <a:cubicBezTo>
                  <a:pt x="3734592" y="626364"/>
                  <a:pt x="3737793" y="626090"/>
                  <a:pt x="3741085" y="626547"/>
                </a:cubicBezTo>
                <a:cubicBezTo>
                  <a:pt x="3744377" y="626913"/>
                  <a:pt x="3747394" y="627918"/>
                  <a:pt x="3750320" y="629473"/>
                </a:cubicBezTo>
              </a:path>
              <a:path w="3889492" h="1195852">
                <a:moveTo>
                  <a:pt x="3759007" y="634411"/>
                </a:moveTo>
                <a:lnTo>
                  <a:pt x="3763396" y="636788"/>
                </a:lnTo>
                <a:cubicBezTo>
                  <a:pt x="3766231" y="638434"/>
                  <a:pt x="3768700" y="640537"/>
                  <a:pt x="3770803" y="643098"/>
                </a:cubicBezTo>
                <a:cubicBezTo>
                  <a:pt x="3772814" y="645749"/>
                  <a:pt x="3774277" y="648584"/>
                  <a:pt x="3775192" y="651784"/>
                </a:cubicBezTo>
                <a:cubicBezTo>
                  <a:pt x="3776106" y="654985"/>
                  <a:pt x="3776381" y="658185"/>
                  <a:pt x="3775923" y="661477"/>
                </a:cubicBezTo>
                <a:cubicBezTo>
                  <a:pt x="3775558" y="664769"/>
                  <a:pt x="3774552" y="667878"/>
                  <a:pt x="3772906" y="670712"/>
                </a:cubicBezTo>
                <a:cubicBezTo>
                  <a:pt x="3771351" y="673638"/>
                  <a:pt x="3769248" y="676107"/>
                  <a:pt x="3766596" y="678119"/>
                </a:cubicBezTo>
                <a:cubicBezTo>
                  <a:pt x="3764036" y="680131"/>
                  <a:pt x="3761110" y="681594"/>
                  <a:pt x="3758001" y="682508"/>
                </a:cubicBezTo>
                <a:cubicBezTo>
                  <a:pt x="3754801" y="683423"/>
                  <a:pt x="3751509" y="683697"/>
                  <a:pt x="3748308" y="683240"/>
                </a:cubicBezTo>
                <a:cubicBezTo>
                  <a:pt x="3745017" y="682874"/>
                  <a:pt x="3741908" y="681868"/>
                  <a:pt x="3738982" y="680314"/>
                </a:cubicBezTo>
                <a:lnTo>
                  <a:pt x="3734684" y="677845"/>
                </a:lnTo>
                <a:cubicBezTo>
                  <a:pt x="3731758" y="676199"/>
                  <a:pt x="3729289" y="674096"/>
                  <a:pt x="3727277" y="671535"/>
                </a:cubicBezTo>
                <a:cubicBezTo>
                  <a:pt x="3725174" y="668975"/>
                  <a:pt x="3723711" y="666049"/>
                  <a:pt x="3722797" y="662849"/>
                </a:cubicBezTo>
                <a:cubicBezTo>
                  <a:pt x="3721974" y="659740"/>
                  <a:pt x="3721699" y="656448"/>
                  <a:pt x="3722065" y="653156"/>
                </a:cubicBezTo>
                <a:cubicBezTo>
                  <a:pt x="3722431" y="649956"/>
                  <a:pt x="3723437" y="646847"/>
                  <a:pt x="3725083" y="643920"/>
                </a:cubicBezTo>
                <a:cubicBezTo>
                  <a:pt x="3726729" y="641086"/>
                  <a:pt x="3728832" y="638617"/>
                  <a:pt x="3731392" y="636514"/>
                </a:cubicBezTo>
                <a:cubicBezTo>
                  <a:pt x="3734044" y="634502"/>
                  <a:pt x="3736878" y="633039"/>
                  <a:pt x="3740079" y="632125"/>
                </a:cubicBezTo>
                <a:cubicBezTo>
                  <a:pt x="3743279" y="631210"/>
                  <a:pt x="3746480" y="631027"/>
                  <a:pt x="3749772" y="631393"/>
                </a:cubicBezTo>
                <a:cubicBezTo>
                  <a:pt x="3753063" y="631759"/>
                  <a:pt x="3756172" y="632765"/>
                  <a:pt x="3759007" y="634411"/>
                </a:cubicBezTo>
              </a:path>
              <a:path w="3889492" h="1195852">
                <a:moveTo>
                  <a:pt x="3767694" y="639257"/>
                </a:moveTo>
                <a:lnTo>
                  <a:pt x="3772083" y="641726"/>
                </a:lnTo>
                <a:cubicBezTo>
                  <a:pt x="3775009" y="643280"/>
                  <a:pt x="3777478" y="645384"/>
                  <a:pt x="3779490" y="648035"/>
                </a:cubicBezTo>
                <a:cubicBezTo>
                  <a:pt x="3781501" y="650596"/>
                  <a:pt x="3782964" y="653522"/>
                  <a:pt x="3783879" y="656631"/>
                </a:cubicBezTo>
                <a:cubicBezTo>
                  <a:pt x="3784793" y="659831"/>
                  <a:pt x="3785067" y="663031"/>
                  <a:pt x="3784702" y="666323"/>
                </a:cubicBezTo>
                <a:cubicBezTo>
                  <a:pt x="3784244" y="669615"/>
                  <a:pt x="3783239" y="672724"/>
                  <a:pt x="3781684" y="675559"/>
                </a:cubicBezTo>
                <a:cubicBezTo>
                  <a:pt x="3780038" y="678485"/>
                  <a:pt x="3777935" y="680954"/>
                  <a:pt x="3775375" y="682965"/>
                </a:cubicBezTo>
                <a:cubicBezTo>
                  <a:pt x="3772723" y="684977"/>
                  <a:pt x="3769888" y="686532"/>
                  <a:pt x="3766688" y="687354"/>
                </a:cubicBezTo>
                <a:cubicBezTo>
                  <a:pt x="3763488" y="688269"/>
                  <a:pt x="3760287" y="688543"/>
                  <a:pt x="3756995" y="688177"/>
                </a:cubicBezTo>
                <a:cubicBezTo>
                  <a:pt x="3753703" y="687720"/>
                  <a:pt x="3750594" y="686806"/>
                  <a:pt x="3747668" y="685160"/>
                </a:cubicBezTo>
                <a:lnTo>
                  <a:pt x="3743371" y="682691"/>
                </a:lnTo>
                <a:cubicBezTo>
                  <a:pt x="3740445" y="681137"/>
                  <a:pt x="3737976" y="679033"/>
                  <a:pt x="3735964" y="676382"/>
                </a:cubicBezTo>
                <a:cubicBezTo>
                  <a:pt x="3733952" y="673821"/>
                  <a:pt x="3732398" y="670895"/>
                  <a:pt x="3731575" y="667786"/>
                </a:cubicBezTo>
                <a:cubicBezTo>
                  <a:pt x="3730661" y="664586"/>
                  <a:pt x="3730386" y="661294"/>
                  <a:pt x="3730752" y="658094"/>
                </a:cubicBezTo>
                <a:cubicBezTo>
                  <a:pt x="3731209" y="654802"/>
                  <a:pt x="3732215" y="651693"/>
                  <a:pt x="3733770" y="648858"/>
                </a:cubicBezTo>
                <a:cubicBezTo>
                  <a:pt x="3735415" y="645932"/>
                  <a:pt x="3737519" y="643463"/>
                  <a:pt x="3740079" y="641452"/>
                </a:cubicBezTo>
                <a:cubicBezTo>
                  <a:pt x="3742731" y="639348"/>
                  <a:pt x="3745565" y="637885"/>
                  <a:pt x="3748766" y="636971"/>
                </a:cubicBezTo>
                <a:cubicBezTo>
                  <a:pt x="3751966" y="636148"/>
                  <a:pt x="3755166" y="635874"/>
                  <a:pt x="3758458" y="636240"/>
                </a:cubicBezTo>
                <a:cubicBezTo>
                  <a:pt x="3761750" y="636605"/>
                  <a:pt x="3764859" y="637611"/>
                  <a:pt x="3767694" y="639257"/>
                </a:cubicBezTo>
              </a:path>
              <a:path w="3889492" h="1195852">
                <a:moveTo>
                  <a:pt x="3776472" y="644103"/>
                </a:moveTo>
                <a:lnTo>
                  <a:pt x="3780770" y="646572"/>
                </a:lnTo>
                <a:cubicBezTo>
                  <a:pt x="3783696" y="648127"/>
                  <a:pt x="3786165" y="650230"/>
                  <a:pt x="3788176" y="652882"/>
                </a:cubicBezTo>
                <a:cubicBezTo>
                  <a:pt x="3790188" y="655442"/>
                  <a:pt x="3791742" y="658368"/>
                  <a:pt x="3792565" y="661568"/>
                </a:cubicBezTo>
                <a:cubicBezTo>
                  <a:pt x="3793480" y="664677"/>
                  <a:pt x="3793754" y="667969"/>
                  <a:pt x="3793388" y="671170"/>
                </a:cubicBezTo>
                <a:cubicBezTo>
                  <a:pt x="3792931" y="674461"/>
                  <a:pt x="3792017" y="677570"/>
                  <a:pt x="3790371" y="680496"/>
                </a:cubicBezTo>
                <a:cubicBezTo>
                  <a:pt x="3788725" y="683331"/>
                  <a:pt x="3786622" y="685800"/>
                  <a:pt x="3784062" y="687812"/>
                </a:cubicBezTo>
                <a:cubicBezTo>
                  <a:pt x="3781410" y="689915"/>
                  <a:pt x="3778575" y="691378"/>
                  <a:pt x="3775375" y="692292"/>
                </a:cubicBezTo>
                <a:cubicBezTo>
                  <a:pt x="3772174" y="693115"/>
                  <a:pt x="3768974" y="693390"/>
                  <a:pt x="3765682" y="693024"/>
                </a:cubicBezTo>
                <a:cubicBezTo>
                  <a:pt x="3762390" y="692658"/>
                  <a:pt x="3759281" y="691652"/>
                  <a:pt x="3756447" y="690006"/>
                </a:cubicBezTo>
                <a:lnTo>
                  <a:pt x="3752058" y="687629"/>
                </a:lnTo>
                <a:cubicBezTo>
                  <a:pt x="3749223" y="685983"/>
                  <a:pt x="3746754" y="683880"/>
                  <a:pt x="3744651" y="681228"/>
                </a:cubicBezTo>
                <a:cubicBezTo>
                  <a:pt x="3742639" y="678668"/>
                  <a:pt x="3741176" y="675833"/>
                  <a:pt x="3740262" y="672633"/>
                </a:cubicBezTo>
                <a:cubicBezTo>
                  <a:pt x="3739347" y="669432"/>
                  <a:pt x="3739073" y="666232"/>
                  <a:pt x="3739439" y="662940"/>
                </a:cubicBezTo>
                <a:cubicBezTo>
                  <a:pt x="3739896" y="659648"/>
                  <a:pt x="3740902" y="656539"/>
                  <a:pt x="3742456" y="653705"/>
                </a:cubicBezTo>
                <a:cubicBezTo>
                  <a:pt x="3744102" y="650778"/>
                  <a:pt x="3746205" y="648310"/>
                  <a:pt x="3748766" y="646298"/>
                </a:cubicBezTo>
                <a:cubicBezTo>
                  <a:pt x="3751417" y="644286"/>
                  <a:pt x="3754252" y="642732"/>
                  <a:pt x="3757452" y="641909"/>
                </a:cubicBezTo>
                <a:cubicBezTo>
                  <a:pt x="3760653" y="640994"/>
                  <a:pt x="3763853" y="640720"/>
                  <a:pt x="3767145" y="641086"/>
                </a:cubicBezTo>
                <a:cubicBezTo>
                  <a:pt x="3770437" y="641543"/>
                  <a:pt x="3773546" y="642549"/>
                  <a:pt x="3776472" y="644103"/>
                </a:cubicBezTo>
              </a:path>
              <a:path w="3889492" h="1195852">
                <a:moveTo>
                  <a:pt x="3785159" y="648950"/>
                </a:moveTo>
                <a:lnTo>
                  <a:pt x="3789456" y="651419"/>
                </a:lnTo>
                <a:cubicBezTo>
                  <a:pt x="3792383" y="653064"/>
                  <a:pt x="3794851" y="655168"/>
                  <a:pt x="3796863" y="657728"/>
                </a:cubicBezTo>
                <a:cubicBezTo>
                  <a:pt x="3798966" y="660288"/>
                  <a:pt x="3800429" y="663214"/>
                  <a:pt x="3801344" y="666415"/>
                </a:cubicBezTo>
                <a:cubicBezTo>
                  <a:pt x="3802167" y="669615"/>
                  <a:pt x="3802441" y="672816"/>
                  <a:pt x="3802075" y="676107"/>
                </a:cubicBezTo>
                <a:cubicBezTo>
                  <a:pt x="3801709" y="679399"/>
                  <a:pt x="3800704" y="682417"/>
                  <a:pt x="3799058" y="685343"/>
                </a:cubicBezTo>
                <a:cubicBezTo>
                  <a:pt x="3797412" y="688177"/>
                  <a:pt x="3795309" y="690646"/>
                  <a:pt x="3792748" y="692749"/>
                </a:cubicBezTo>
                <a:cubicBezTo>
                  <a:pt x="3790188" y="694761"/>
                  <a:pt x="3787262" y="696224"/>
                  <a:pt x="3784062" y="697139"/>
                </a:cubicBezTo>
                <a:cubicBezTo>
                  <a:pt x="3780861" y="698053"/>
                  <a:pt x="3777661" y="698236"/>
                  <a:pt x="3774369" y="697870"/>
                </a:cubicBezTo>
                <a:cubicBezTo>
                  <a:pt x="3771077" y="697504"/>
                  <a:pt x="3767968" y="696498"/>
                  <a:pt x="3765133" y="694853"/>
                </a:cubicBezTo>
                <a:lnTo>
                  <a:pt x="3760744" y="692475"/>
                </a:lnTo>
                <a:cubicBezTo>
                  <a:pt x="3757910" y="690829"/>
                  <a:pt x="3755441" y="688726"/>
                  <a:pt x="3753338" y="686166"/>
                </a:cubicBezTo>
                <a:cubicBezTo>
                  <a:pt x="3751326" y="683514"/>
                  <a:pt x="3749863" y="680679"/>
                  <a:pt x="3748949" y="677479"/>
                </a:cubicBezTo>
                <a:cubicBezTo>
                  <a:pt x="3748034" y="674279"/>
                  <a:pt x="3747760" y="671078"/>
                  <a:pt x="3748217" y="667786"/>
                </a:cubicBezTo>
                <a:cubicBezTo>
                  <a:pt x="3748583" y="664494"/>
                  <a:pt x="3749589" y="661477"/>
                  <a:pt x="3751235" y="658551"/>
                </a:cubicBezTo>
                <a:cubicBezTo>
                  <a:pt x="3752789" y="655625"/>
                  <a:pt x="3754892" y="653247"/>
                  <a:pt x="3757544" y="651144"/>
                </a:cubicBezTo>
                <a:cubicBezTo>
                  <a:pt x="3760104" y="649133"/>
                  <a:pt x="3763030" y="647670"/>
                  <a:pt x="3766139" y="646755"/>
                </a:cubicBezTo>
                <a:cubicBezTo>
                  <a:pt x="3769340" y="645841"/>
                  <a:pt x="3772632" y="645566"/>
                  <a:pt x="3775923" y="646024"/>
                </a:cubicBezTo>
                <a:cubicBezTo>
                  <a:pt x="3779124" y="646389"/>
                  <a:pt x="3782233" y="647395"/>
                  <a:pt x="3785159" y="648950"/>
                </a:cubicBezTo>
              </a:path>
              <a:path w="3889492" h="1195852">
                <a:moveTo>
                  <a:pt x="3793846" y="653887"/>
                </a:moveTo>
                <a:lnTo>
                  <a:pt x="3798235" y="656265"/>
                </a:lnTo>
                <a:cubicBezTo>
                  <a:pt x="3801069" y="657911"/>
                  <a:pt x="3803538" y="660014"/>
                  <a:pt x="3805550" y="662574"/>
                </a:cubicBezTo>
                <a:cubicBezTo>
                  <a:pt x="3807653" y="665226"/>
                  <a:pt x="3809116" y="668061"/>
                  <a:pt x="3810030" y="671261"/>
                </a:cubicBezTo>
                <a:cubicBezTo>
                  <a:pt x="3810945" y="674461"/>
                  <a:pt x="3811128" y="677662"/>
                  <a:pt x="3810762" y="680954"/>
                </a:cubicBezTo>
                <a:cubicBezTo>
                  <a:pt x="3810396" y="684246"/>
                  <a:pt x="3809390" y="687354"/>
                  <a:pt x="3807744" y="690189"/>
                </a:cubicBezTo>
                <a:cubicBezTo>
                  <a:pt x="3806190" y="693115"/>
                  <a:pt x="3803995" y="695493"/>
                  <a:pt x="3801435" y="697596"/>
                </a:cubicBezTo>
                <a:cubicBezTo>
                  <a:pt x="3798875" y="699607"/>
                  <a:pt x="3795949" y="701070"/>
                  <a:pt x="3792748" y="701985"/>
                </a:cubicBezTo>
                <a:cubicBezTo>
                  <a:pt x="3789548" y="702899"/>
                  <a:pt x="3786348" y="703174"/>
                  <a:pt x="3783056" y="702716"/>
                </a:cubicBezTo>
                <a:cubicBezTo>
                  <a:pt x="3779764" y="702351"/>
                  <a:pt x="3776746" y="701345"/>
                  <a:pt x="3773820" y="699790"/>
                </a:cubicBezTo>
                <a:lnTo>
                  <a:pt x="3769431" y="697321"/>
                </a:lnTo>
                <a:cubicBezTo>
                  <a:pt x="3766596" y="695676"/>
                  <a:pt x="3764128" y="693572"/>
                  <a:pt x="3762024" y="691012"/>
                </a:cubicBezTo>
                <a:cubicBezTo>
                  <a:pt x="3760013" y="688452"/>
                  <a:pt x="3758550" y="685526"/>
                  <a:pt x="3757635" y="682325"/>
                </a:cubicBezTo>
                <a:cubicBezTo>
                  <a:pt x="3756721" y="679125"/>
                  <a:pt x="3756538" y="675924"/>
                  <a:pt x="3756904" y="672633"/>
                </a:cubicBezTo>
                <a:cubicBezTo>
                  <a:pt x="3757270" y="669341"/>
                  <a:pt x="3758275" y="666323"/>
                  <a:pt x="3759921" y="663397"/>
                </a:cubicBezTo>
                <a:cubicBezTo>
                  <a:pt x="3761476" y="660563"/>
                  <a:pt x="3763579" y="658094"/>
                  <a:pt x="3766231" y="655991"/>
                </a:cubicBezTo>
                <a:cubicBezTo>
                  <a:pt x="3768791" y="653979"/>
                  <a:pt x="3771717" y="652516"/>
                  <a:pt x="3774918" y="651601"/>
                </a:cubicBezTo>
                <a:cubicBezTo>
                  <a:pt x="3778026" y="650687"/>
                  <a:pt x="3781318" y="650504"/>
                  <a:pt x="3784610" y="650870"/>
                </a:cubicBezTo>
                <a:cubicBezTo>
                  <a:pt x="3787902" y="651236"/>
                  <a:pt x="3790920" y="652242"/>
                  <a:pt x="3793846" y="653887"/>
                </a:cubicBezTo>
              </a:path>
              <a:path w="3889492" h="1195852">
                <a:moveTo>
                  <a:pt x="3802532" y="658734"/>
                </a:moveTo>
                <a:lnTo>
                  <a:pt x="3806922" y="661203"/>
                </a:lnTo>
                <a:cubicBezTo>
                  <a:pt x="3809756" y="662757"/>
                  <a:pt x="3812225" y="664860"/>
                  <a:pt x="3814328" y="667512"/>
                </a:cubicBezTo>
                <a:cubicBezTo>
                  <a:pt x="3816340" y="670072"/>
                  <a:pt x="3817803" y="672907"/>
                  <a:pt x="3818717" y="676107"/>
                </a:cubicBezTo>
                <a:cubicBezTo>
                  <a:pt x="3819632" y="679308"/>
                  <a:pt x="3819906" y="682508"/>
                  <a:pt x="3819449" y="685800"/>
                </a:cubicBezTo>
                <a:cubicBezTo>
                  <a:pt x="3819083" y="689092"/>
                  <a:pt x="3818077" y="692201"/>
                  <a:pt x="3816431" y="695035"/>
                </a:cubicBezTo>
                <a:cubicBezTo>
                  <a:pt x="3814877" y="697962"/>
                  <a:pt x="3812774" y="700430"/>
                  <a:pt x="3810122" y="702442"/>
                </a:cubicBezTo>
                <a:cubicBezTo>
                  <a:pt x="3807562" y="704454"/>
                  <a:pt x="3804636" y="706008"/>
                  <a:pt x="3801435" y="706831"/>
                </a:cubicBezTo>
                <a:cubicBezTo>
                  <a:pt x="3798326" y="707746"/>
                  <a:pt x="3795034" y="708020"/>
                  <a:pt x="3791742" y="707654"/>
                </a:cubicBezTo>
                <a:cubicBezTo>
                  <a:pt x="3788451" y="707197"/>
                  <a:pt x="3785433" y="706191"/>
                  <a:pt x="3782507" y="704637"/>
                </a:cubicBezTo>
                <a:lnTo>
                  <a:pt x="3778209" y="702168"/>
                </a:lnTo>
                <a:cubicBezTo>
                  <a:pt x="3775283" y="700613"/>
                  <a:pt x="3772814" y="698510"/>
                  <a:pt x="3770803" y="695858"/>
                </a:cubicBezTo>
                <a:cubicBezTo>
                  <a:pt x="3768700" y="693298"/>
                  <a:pt x="3767237" y="690372"/>
                  <a:pt x="3766322" y="687172"/>
                </a:cubicBezTo>
                <a:cubicBezTo>
                  <a:pt x="3765499" y="684063"/>
                  <a:pt x="3765225" y="680771"/>
                  <a:pt x="3765591" y="677570"/>
                </a:cubicBezTo>
                <a:cubicBezTo>
                  <a:pt x="3765956" y="674279"/>
                  <a:pt x="3766962" y="671170"/>
                  <a:pt x="3768608" y="668244"/>
                </a:cubicBezTo>
                <a:cubicBezTo>
                  <a:pt x="3770254" y="665409"/>
                  <a:pt x="3772357" y="662940"/>
                  <a:pt x="3774918" y="660928"/>
                </a:cubicBezTo>
                <a:cubicBezTo>
                  <a:pt x="3777478" y="658825"/>
                  <a:pt x="3780404" y="657362"/>
                  <a:pt x="3783604" y="656448"/>
                </a:cubicBezTo>
                <a:cubicBezTo>
                  <a:pt x="3786805" y="655625"/>
                  <a:pt x="3790005" y="655350"/>
                  <a:pt x="3793297" y="655716"/>
                </a:cubicBezTo>
                <a:cubicBezTo>
                  <a:pt x="3796589" y="656082"/>
                  <a:pt x="3799698" y="657088"/>
                  <a:pt x="3802532" y="658734"/>
                </a:cubicBezTo>
              </a:path>
              <a:path w="3889492" h="1195852">
                <a:moveTo>
                  <a:pt x="3811219" y="663580"/>
                </a:moveTo>
                <a:lnTo>
                  <a:pt x="3815608" y="666049"/>
                </a:lnTo>
                <a:cubicBezTo>
                  <a:pt x="3818443" y="667603"/>
                  <a:pt x="3820912" y="669707"/>
                  <a:pt x="3823015" y="672358"/>
                </a:cubicBezTo>
                <a:cubicBezTo>
                  <a:pt x="3825027" y="674919"/>
                  <a:pt x="3826490" y="677845"/>
                  <a:pt x="3827404" y="680954"/>
                </a:cubicBezTo>
                <a:cubicBezTo>
                  <a:pt x="3828318" y="684154"/>
                  <a:pt x="3828593" y="687446"/>
                  <a:pt x="3828136" y="690646"/>
                </a:cubicBezTo>
                <a:cubicBezTo>
                  <a:pt x="3827770" y="693938"/>
                  <a:pt x="3826764" y="697047"/>
                  <a:pt x="3825210" y="699882"/>
                </a:cubicBezTo>
                <a:cubicBezTo>
                  <a:pt x="3823564" y="702808"/>
                  <a:pt x="3821460" y="705277"/>
                  <a:pt x="3818809" y="707288"/>
                </a:cubicBezTo>
                <a:cubicBezTo>
                  <a:pt x="3816248" y="709392"/>
                  <a:pt x="3813322" y="710855"/>
                  <a:pt x="3810213" y="711769"/>
                </a:cubicBezTo>
                <a:cubicBezTo>
                  <a:pt x="3807013" y="712592"/>
                  <a:pt x="3803721" y="712866"/>
                  <a:pt x="3800521" y="712500"/>
                </a:cubicBezTo>
                <a:cubicBezTo>
                  <a:pt x="3797229" y="712135"/>
                  <a:pt x="3794120" y="711129"/>
                  <a:pt x="3791194" y="709483"/>
                </a:cubicBezTo>
                <a:lnTo>
                  <a:pt x="3786896" y="707014"/>
                </a:lnTo>
                <a:cubicBezTo>
                  <a:pt x="3783970" y="705460"/>
                  <a:pt x="3781501" y="703356"/>
                  <a:pt x="3779490" y="700705"/>
                </a:cubicBezTo>
                <a:cubicBezTo>
                  <a:pt x="3777386" y="698144"/>
                  <a:pt x="3775923" y="695310"/>
                  <a:pt x="3775100" y="692109"/>
                </a:cubicBezTo>
                <a:cubicBezTo>
                  <a:pt x="3774186" y="688909"/>
                  <a:pt x="3773912" y="685709"/>
                  <a:pt x="3774277" y="682417"/>
                </a:cubicBezTo>
                <a:cubicBezTo>
                  <a:pt x="3774643" y="679125"/>
                  <a:pt x="3775649" y="676016"/>
                  <a:pt x="3777295" y="673181"/>
                </a:cubicBezTo>
                <a:cubicBezTo>
                  <a:pt x="3778941" y="670255"/>
                  <a:pt x="3781044" y="667786"/>
                  <a:pt x="3783604" y="665775"/>
                </a:cubicBezTo>
                <a:cubicBezTo>
                  <a:pt x="3786256" y="663763"/>
                  <a:pt x="3789091" y="662208"/>
                  <a:pt x="3792291" y="661386"/>
                </a:cubicBezTo>
                <a:cubicBezTo>
                  <a:pt x="3795492" y="660471"/>
                  <a:pt x="3798692" y="660197"/>
                  <a:pt x="3801984" y="660563"/>
                </a:cubicBezTo>
                <a:cubicBezTo>
                  <a:pt x="3805276" y="661020"/>
                  <a:pt x="3808385" y="661934"/>
                  <a:pt x="3811219" y="663580"/>
                </a:cubicBezTo>
              </a:path>
              <a:path w="3889492" h="1195852">
                <a:moveTo>
                  <a:pt x="3819906" y="668426"/>
                </a:moveTo>
                <a:lnTo>
                  <a:pt x="3824295" y="670895"/>
                </a:lnTo>
                <a:cubicBezTo>
                  <a:pt x="3827221" y="672541"/>
                  <a:pt x="3829690" y="674644"/>
                  <a:pt x="3831702" y="677205"/>
                </a:cubicBezTo>
                <a:cubicBezTo>
                  <a:pt x="3833713" y="679765"/>
                  <a:pt x="3835176" y="682691"/>
                  <a:pt x="3836091" y="685891"/>
                </a:cubicBezTo>
                <a:cubicBezTo>
                  <a:pt x="3837005" y="689000"/>
                  <a:pt x="3837280" y="692292"/>
                  <a:pt x="3836914" y="695584"/>
                </a:cubicBezTo>
                <a:cubicBezTo>
                  <a:pt x="3836457" y="698876"/>
                  <a:pt x="3835451" y="701893"/>
                  <a:pt x="3833896" y="704820"/>
                </a:cubicBezTo>
                <a:cubicBezTo>
                  <a:pt x="3832250" y="707654"/>
                  <a:pt x="3830147" y="710123"/>
                  <a:pt x="3827587" y="712226"/>
                </a:cubicBezTo>
                <a:cubicBezTo>
                  <a:pt x="3824935" y="714238"/>
                  <a:pt x="3822101" y="715701"/>
                  <a:pt x="3818900" y="716615"/>
                </a:cubicBezTo>
                <a:cubicBezTo>
                  <a:pt x="3815700" y="717530"/>
                  <a:pt x="3812499" y="717713"/>
                  <a:pt x="3809208" y="717347"/>
                </a:cubicBezTo>
                <a:cubicBezTo>
                  <a:pt x="3805916" y="716981"/>
                  <a:pt x="3802807" y="715975"/>
                  <a:pt x="3799972" y="714329"/>
                </a:cubicBezTo>
                <a:lnTo>
                  <a:pt x="3795583" y="711952"/>
                </a:lnTo>
                <a:cubicBezTo>
                  <a:pt x="3792657" y="710306"/>
                  <a:pt x="3790188" y="708203"/>
                  <a:pt x="3788176" y="705642"/>
                </a:cubicBezTo>
                <a:cubicBezTo>
                  <a:pt x="3786165" y="702991"/>
                  <a:pt x="3784702" y="700156"/>
                  <a:pt x="3783787" y="696956"/>
                </a:cubicBezTo>
                <a:cubicBezTo>
                  <a:pt x="3782873" y="693755"/>
                  <a:pt x="3782598" y="690555"/>
                  <a:pt x="3782964" y="687263"/>
                </a:cubicBezTo>
                <a:cubicBezTo>
                  <a:pt x="3783421" y="683971"/>
                  <a:pt x="3784427" y="680862"/>
                  <a:pt x="3785982" y="678028"/>
                </a:cubicBezTo>
                <a:cubicBezTo>
                  <a:pt x="3787628" y="675102"/>
                  <a:pt x="3789731" y="672633"/>
                  <a:pt x="3792291" y="670621"/>
                </a:cubicBezTo>
                <a:cubicBezTo>
                  <a:pt x="3794943" y="668609"/>
                  <a:pt x="3797778" y="667146"/>
                  <a:pt x="3800978" y="666232"/>
                </a:cubicBezTo>
                <a:cubicBezTo>
                  <a:pt x="3804178" y="665317"/>
                  <a:pt x="3807379" y="665043"/>
                  <a:pt x="3810671" y="665500"/>
                </a:cubicBezTo>
                <a:cubicBezTo>
                  <a:pt x="3813962" y="665866"/>
                  <a:pt x="3817071" y="666872"/>
                  <a:pt x="3819906" y="668426"/>
                </a:cubicBezTo>
              </a:path>
              <a:path w="3889492" h="1195852">
                <a:moveTo>
                  <a:pt x="3828684" y="673364"/>
                </a:moveTo>
                <a:lnTo>
                  <a:pt x="3832982" y="675742"/>
                </a:lnTo>
                <a:cubicBezTo>
                  <a:pt x="3835908" y="677388"/>
                  <a:pt x="3838377" y="679491"/>
                  <a:pt x="3840389" y="682051"/>
                </a:cubicBezTo>
                <a:cubicBezTo>
                  <a:pt x="3842492" y="684703"/>
                  <a:pt x="3843955" y="687537"/>
                  <a:pt x="3844778" y="690738"/>
                </a:cubicBezTo>
                <a:cubicBezTo>
                  <a:pt x="3845692" y="693938"/>
                  <a:pt x="3845966" y="697139"/>
                  <a:pt x="3845601" y="700430"/>
                </a:cubicBezTo>
                <a:cubicBezTo>
                  <a:pt x="3845235" y="703722"/>
                  <a:pt x="3844229" y="706740"/>
                  <a:pt x="3842583" y="709666"/>
                </a:cubicBezTo>
                <a:cubicBezTo>
                  <a:pt x="3840937" y="712500"/>
                  <a:pt x="3838834" y="714969"/>
                  <a:pt x="3836274" y="717072"/>
                </a:cubicBezTo>
                <a:cubicBezTo>
                  <a:pt x="3833622" y="719084"/>
                  <a:pt x="3830787" y="720547"/>
                  <a:pt x="3827587" y="721462"/>
                </a:cubicBezTo>
                <a:cubicBezTo>
                  <a:pt x="3824387" y="722376"/>
                  <a:pt x="3821186" y="722650"/>
                  <a:pt x="3817894" y="722193"/>
                </a:cubicBezTo>
                <a:cubicBezTo>
                  <a:pt x="3814602" y="721827"/>
                  <a:pt x="3811494" y="720822"/>
                  <a:pt x="3808659" y="719267"/>
                </a:cubicBezTo>
                <a:lnTo>
                  <a:pt x="3804270" y="716798"/>
                </a:lnTo>
                <a:cubicBezTo>
                  <a:pt x="3801435" y="715152"/>
                  <a:pt x="3798966" y="713049"/>
                  <a:pt x="3796863" y="710489"/>
                </a:cubicBezTo>
                <a:cubicBezTo>
                  <a:pt x="3794851" y="707928"/>
                  <a:pt x="3793388" y="705002"/>
                  <a:pt x="3792474" y="701802"/>
                </a:cubicBezTo>
                <a:cubicBezTo>
                  <a:pt x="3791560" y="698602"/>
                  <a:pt x="3791285" y="695401"/>
                  <a:pt x="3791742" y="692109"/>
                </a:cubicBezTo>
                <a:cubicBezTo>
                  <a:pt x="3792108" y="688818"/>
                  <a:pt x="3793114" y="685800"/>
                  <a:pt x="3794669" y="682874"/>
                </a:cubicBezTo>
                <a:cubicBezTo>
                  <a:pt x="3796314" y="680039"/>
                  <a:pt x="3798418" y="677570"/>
                  <a:pt x="3801069" y="675467"/>
                </a:cubicBezTo>
                <a:cubicBezTo>
                  <a:pt x="3803630" y="673456"/>
                  <a:pt x="3806556" y="671993"/>
                  <a:pt x="3809665" y="671078"/>
                </a:cubicBezTo>
                <a:cubicBezTo>
                  <a:pt x="3812865" y="670164"/>
                  <a:pt x="3816157" y="669981"/>
                  <a:pt x="3819357" y="670347"/>
                </a:cubicBezTo>
                <a:cubicBezTo>
                  <a:pt x="3822649" y="670712"/>
                  <a:pt x="3825758" y="671718"/>
                  <a:pt x="3828684" y="673364"/>
                </a:cubicBezTo>
              </a:path>
              <a:path w="3889492" h="1195852">
                <a:moveTo>
                  <a:pt x="3837371" y="678210"/>
                </a:moveTo>
                <a:lnTo>
                  <a:pt x="3841669" y="680588"/>
                </a:lnTo>
                <a:cubicBezTo>
                  <a:pt x="3844595" y="682234"/>
                  <a:pt x="3847064" y="684337"/>
                  <a:pt x="3849075" y="686897"/>
                </a:cubicBezTo>
                <a:cubicBezTo>
                  <a:pt x="3851178" y="689549"/>
                  <a:pt x="3852642" y="692384"/>
                  <a:pt x="3853556" y="695584"/>
                </a:cubicBezTo>
                <a:cubicBezTo>
                  <a:pt x="3854379" y="698784"/>
                  <a:pt x="3854653" y="701985"/>
                  <a:pt x="3854287" y="705277"/>
                </a:cubicBezTo>
                <a:cubicBezTo>
                  <a:pt x="3853922" y="708569"/>
                  <a:pt x="3852916" y="711678"/>
                  <a:pt x="3851270" y="714512"/>
                </a:cubicBezTo>
                <a:cubicBezTo>
                  <a:pt x="3849624" y="717438"/>
                  <a:pt x="3847521" y="719907"/>
                  <a:pt x="3844961" y="721919"/>
                </a:cubicBezTo>
                <a:cubicBezTo>
                  <a:pt x="3842400" y="723930"/>
                  <a:pt x="3839474" y="725394"/>
                  <a:pt x="3836274" y="726308"/>
                </a:cubicBezTo>
                <a:cubicBezTo>
                  <a:pt x="3833073" y="727222"/>
                  <a:pt x="3829873" y="727497"/>
                  <a:pt x="3826581" y="727131"/>
                </a:cubicBezTo>
                <a:cubicBezTo>
                  <a:pt x="3823289" y="726674"/>
                  <a:pt x="3820180" y="725668"/>
                  <a:pt x="3817346" y="724113"/>
                </a:cubicBezTo>
                <a:lnTo>
                  <a:pt x="3812957" y="721644"/>
                </a:lnTo>
                <a:cubicBezTo>
                  <a:pt x="3810122" y="719999"/>
                  <a:pt x="3807653" y="717895"/>
                  <a:pt x="3805550" y="715335"/>
                </a:cubicBezTo>
                <a:cubicBezTo>
                  <a:pt x="3803538" y="712775"/>
                  <a:pt x="3802075" y="709849"/>
                  <a:pt x="3801161" y="706648"/>
                </a:cubicBezTo>
                <a:cubicBezTo>
                  <a:pt x="3800246" y="703539"/>
                  <a:pt x="3799972" y="700248"/>
                  <a:pt x="3800429" y="696956"/>
                </a:cubicBezTo>
                <a:cubicBezTo>
                  <a:pt x="3800795" y="693755"/>
                  <a:pt x="3801801" y="690646"/>
                  <a:pt x="3803447" y="687720"/>
                </a:cubicBezTo>
                <a:cubicBezTo>
                  <a:pt x="3805001" y="684886"/>
                  <a:pt x="3807104" y="682417"/>
                  <a:pt x="3809756" y="680405"/>
                </a:cubicBezTo>
                <a:cubicBezTo>
                  <a:pt x="3812316" y="678302"/>
                  <a:pt x="3815243" y="676839"/>
                  <a:pt x="3818443" y="675924"/>
                </a:cubicBezTo>
                <a:cubicBezTo>
                  <a:pt x="3821552" y="675102"/>
                  <a:pt x="3824844" y="674827"/>
                  <a:pt x="3828136" y="675193"/>
                </a:cubicBezTo>
                <a:cubicBezTo>
                  <a:pt x="3831427" y="675559"/>
                  <a:pt x="3834445" y="676565"/>
                  <a:pt x="3837371" y="678210"/>
                </a:cubicBezTo>
              </a:path>
              <a:path w="3889492" h="1195852">
                <a:moveTo>
                  <a:pt x="3846058" y="683057"/>
                </a:moveTo>
                <a:lnTo>
                  <a:pt x="3850447" y="685526"/>
                </a:lnTo>
                <a:cubicBezTo>
                  <a:pt x="3853282" y="687080"/>
                  <a:pt x="3855750" y="689183"/>
                  <a:pt x="3857762" y="691835"/>
                </a:cubicBezTo>
                <a:cubicBezTo>
                  <a:pt x="3859865" y="694395"/>
                  <a:pt x="3861328" y="697321"/>
                  <a:pt x="3862243" y="700430"/>
                </a:cubicBezTo>
                <a:cubicBezTo>
                  <a:pt x="3863157" y="703631"/>
                  <a:pt x="3863340" y="706831"/>
                  <a:pt x="3862974" y="710123"/>
                </a:cubicBezTo>
                <a:cubicBezTo>
                  <a:pt x="3862608" y="713415"/>
                  <a:pt x="3861603" y="716524"/>
                  <a:pt x="3859957" y="719358"/>
                </a:cubicBezTo>
                <a:cubicBezTo>
                  <a:pt x="3858402" y="722285"/>
                  <a:pt x="3856299" y="724753"/>
                  <a:pt x="3853647" y="726765"/>
                </a:cubicBezTo>
                <a:cubicBezTo>
                  <a:pt x="3851087" y="728868"/>
                  <a:pt x="3848161" y="730331"/>
                  <a:pt x="3844961" y="731154"/>
                </a:cubicBezTo>
                <a:cubicBezTo>
                  <a:pt x="3841852" y="732069"/>
                  <a:pt x="3838560" y="732343"/>
                  <a:pt x="3835268" y="731977"/>
                </a:cubicBezTo>
                <a:cubicBezTo>
                  <a:pt x="3831976" y="731611"/>
                  <a:pt x="3828959" y="730606"/>
                  <a:pt x="3826032" y="728960"/>
                </a:cubicBezTo>
                <a:lnTo>
                  <a:pt x="3821643" y="726491"/>
                </a:lnTo>
                <a:cubicBezTo>
                  <a:pt x="3818809" y="724936"/>
                  <a:pt x="3816340" y="722833"/>
                  <a:pt x="3814328" y="720181"/>
                </a:cubicBezTo>
                <a:cubicBezTo>
                  <a:pt x="3812225" y="717621"/>
                  <a:pt x="3810762" y="714695"/>
                  <a:pt x="3809848" y="711586"/>
                </a:cubicBezTo>
                <a:cubicBezTo>
                  <a:pt x="3808933" y="708386"/>
                  <a:pt x="3808750" y="705185"/>
                  <a:pt x="3809116" y="701893"/>
                </a:cubicBezTo>
                <a:cubicBezTo>
                  <a:pt x="3809482" y="698602"/>
                  <a:pt x="3810488" y="695493"/>
                  <a:pt x="3812134" y="692658"/>
                </a:cubicBezTo>
                <a:cubicBezTo>
                  <a:pt x="3813688" y="689732"/>
                  <a:pt x="3815791" y="687263"/>
                  <a:pt x="3818443" y="685251"/>
                </a:cubicBezTo>
                <a:cubicBezTo>
                  <a:pt x="3821003" y="683148"/>
                  <a:pt x="3823929" y="681685"/>
                  <a:pt x="3827130" y="680862"/>
                </a:cubicBezTo>
                <a:cubicBezTo>
                  <a:pt x="3830239" y="679948"/>
                  <a:pt x="3833531" y="679674"/>
                  <a:pt x="3836822" y="680039"/>
                </a:cubicBezTo>
                <a:cubicBezTo>
                  <a:pt x="3840114" y="680405"/>
                  <a:pt x="3843132" y="681411"/>
                  <a:pt x="3846058" y="683057"/>
                </a:cubicBezTo>
              </a:path>
              <a:path w="3889492" h="1195852">
                <a:moveTo>
                  <a:pt x="3854745" y="687903"/>
                </a:moveTo>
                <a:lnTo>
                  <a:pt x="3859134" y="690372"/>
                </a:lnTo>
                <a:cubicBezTo>
                  <a:pt x="3861968" y="692018"/>
                  <a:pt x="3864437" y="694121"/>
                  <a:pt x="3866540" y="696681"/>
                </a:cubicBezTo>
                <a:cubicBezTo>
                  <a:pt x="3868552" y="699242"/>
                  <a:pt x="3870015" y="702168"/>
                  <a:pt x="3870930" y="705368"/>
                </a:cubicBezTo>
                <a:cubicBezTo>
                  <a:pt x="3871844" y="708477"/>
                  <a:pt x="3872118" y="711769"/>
                  <a:pt x="3871661" y="715061"/>
                </a:cubicBezTo>
                <a:cubicBezTo>
                  <a:pt x="3871295" y="718261"/>
                  <a:pt x="3870289" y="721370"/>
                  <a:pt x="3868644" y="724296"/>
                </a:cubicBezTo>
                <a:cubicBezTo>
                  <a:pt x="3867089" y="727131"/>
                  <a:pt x="3864986" y="729600"/>
                  <a:pt x="3862334" y="731611"/>
                </a:cubicBezTo>
                <a:cubicBezTo>
                  <a:pt x="3859774" y="733715"/>
                  <a:pt x="3856848" y="735178"/>
                  <a:pt x="3853739" y="736092"/>
                </a:cubicBezTo>
                <a:cubicBezTo>
                  <a:pt x="3850538" y="737006"/>
                  <a:pt x="3847247" y="737189"/>
                  <a:pt x="3843955" y="736824"/>
                </a:cubicBezTo>
                <a:cubicBezTo>
                  <a:pt x="3840754" y="736458"/>
                  <a:pt x="3837645" y="735452"/>
                  <a:pt x="3834719" y="733806"/>
                </a:cubicBezTo>
                <a:lnTo>
                  <a:pt x="3830422" y="731429"/>
                </a:lnTo>
                <a:cubicBezTo>
                  <a:pt x="3827496" y="729783"/>
                  <a:pt x="3825027" y="727680"/>
                  <a:pt x="3823015" y="725119"/>
                </a:cubicBezTo>
                <a:cubicBezTo>
                  <a:pt x="3820912" y="722467"/>
                  <a:pt x="3819449" y="719633"/>
                  <a:pt x="3818534" y="716432"/>
                </a:cubicBezTo>
                <a:cubicBezTo>
                  <a:pt x="3817711" y="713232"/>
                  <a:pt x="3817437" y="710032"/>
                  <a:pt x="3817803" y="706740"/>
                </a:cubicBezTo>
                <a:cubicBezTo>
                  <a:pt x="3818169" y="703448"/>
                  <a:pt x="3819174" y="700339"/>
                  <a:pt x="3820820" y="697504"/>
                </a:cubicBezTo>
                <a:cubicBezTo>
                  <a:pt x="3822466" y="694578"/>
                  <a:pt x="3824569" y="692109"/>
                  <a:pt x="3827130" y="690098"/>
                </a:cubicBezTo>
                <a:cubicBezTo>
                  <a:pt x="3829690" y="688086"/>
                  <a:pt x="3832616" y="686623"/>
                  <a:pt x="3835817" y="685709"/>
                </a:cubicBezTo>
                <a:cubicBezTo>
                  <a:pt x="3839017" y="684794"/>
                  <a:pt x="3842217" y="684520"/>
                  <a:pt x="3845509" y="684886"/>
                </a:cubicBezTo>
                <a:cubicBezTo>
                  <a:pt x="3848801" y="685343"/>
                  <a:pt x="3851910" y="686349"/>
                  <a:pt x="3854745" y="687903"/>
                </a:cubicBezTo>
              </a:path>
              <a:path w="3889492" h="1195852">
                <a:moveTo>
                  <a:pt x="3863431" y="692841"/>
                </a:moveTo>
                <a:lnTo>
                  <a:pt x="3867821" y="695218"/>
                </a:lnTo>
                <a:cubicBezTo>
                  <a:pt x="3870655" y="696864"/>
                  <a:pt x="3873124" y="698967"/>
                  <a:pt x="3875227" y="701528"/>
                </a:cubicBezTo>
                <a:cubicBezTo>
                  <a:pt x="3877239" y="704179"/>
                  <a:pt x="3878702" y="707014"/>
                  <a:pt x="3879616" y="710214"/>
                </a:cubicBezTo>
                <a:cubicBezTo>
                  <a:pt x="3880531" y="713415"/>
                  <a:pt x="3880805" y="716615"/>
                  <a:pt x="3880348" y="719907"/>
                </a:cubicBezTo>
                <a:cubicBezTo>
                  <a:pt x="3879982" y="723199"/>
                  <a:pt x="3878976" y="726216"/>
                  <a:pt x="3877422" y="729143"/>
                </a:cubicBezTo>
                <a:cubicBezTo>
                  <a:pt x="3875776" y="731977"/>
                  <a:pt x="3873673" y="734446"/>
                  <a:pt x="3871112" y="736549"/>
                </a:cubicBezTo>
                <a:cubicBezTo>
                  <a:pt x="3868461" y="738561"/>
                  <a:pt x="3865626" y="740024"/>
                  <a:pt x="3862426" y="740938"/>
                </a:cubicBezTo>
                <a:cubicBezTo>
                  <a:pt x="3859225" y="741853"/>
                  <a:pt x="3856025" y="742127"/>
                  <a:pt x="3852733" y="741670"/>
                </a:cubicBezTo>
                <a:cubicBezTo>
                  <a:pt x="3849441" y="741304"/>
                  <a:pt x="3846332" y="740298"/>
                  <a:pt x="3843406" y="738652"/>
                </a:cubicBezTo>
                <a:lnTo>
                  <a:pt x="3839108" y="736275"/>
                </a:lnTo>
                <a:cubicBezTo>
                  <a:pt x="3836182" y="734629"/>
                  <a:pt x="3833713" y="732526"/>
                  <a:pt x="3831702" y="729966"/>
                </a:cubicBezTo>
                <a:cubicBezTo>
                  <a:pt x="3829690" y="727314"/>
                  <a:pt x="3828136" y="724479"/>
                  <a:pt x="3827313" y="721279"/>
                </a:cubicBezTo>
                <a:cubicBezTo>
                  <a:pt x="3826398" y="718078"/>
                  <a:pt x="3826124" y="714878"/>
                  <a:pt x="3826490" y="711586"/>
                </a:cubicBezTo>
                <a:cubicBezTo>
                  <a:pt x="3826947" y="708294"/>
                  <a:pt x="3827861" y="705277"/>
                  <a:pt x="3829507" y="702351"/>
                </a:cubicBezTo>
                <a:cubicBezTo>
                  <a:pt x="3831153" y="699516"/>
                  <a:pt x="3833256" y="697047"/>
                  <a:pt x="3835817" y="694944"/>
                </a:cubicBezTo>
                <a:cubicBezTo>
                  <a:pt x="3838468" y="692932"/>
                  <a:pt x="3841303" y="691469"/>
                  <a:pt x="3844503" y="690555"/>
                </a:cubicBezTo>
                <a:cubicBezTo>
                  <a:pt x="3847704" y="689640"/>
                  <a:pt x="3850904" y="689366"/>
                  <a:pt x="3854196" y="689823"/>
                </a:cubicBezTo>
                <a:cubicBezTo>
                  <a:pt x="3857488" y="690189"/>
                  <a:pt x="3860597" y="691195"/>
                  <a:pt x="3863431" y="692841"/>
                </a:cubicBezTo>
              </a:path>
              <a:path w="3889492" h="1195852">
                <a:moveTo>
                  <a:pt x="3872118" y="697687"/>
                </a:moveTo>
                <a:lnTo>
                  <a:pt x="3876507" y="700065"/>
                </a:lnTo>
                <a:cubicBezTo>
                  <a:pt x="3879433" y="701711"/>
                  <a:pt x="3881902" y="703814"/>
                  <a:pt x="3883914" y="706374"/>
                </a:cubicBezTo>
                <a:cubicBezTo>
                  <a:pt x="3885926" y="709026"/>
                  <a:pt x="3887389" y="711860"/>
                  <a:pt x="3888303" y="715061"/>
                </a:cubicBezTo>
                <a:cubicBezTo>
                  <a:pt x="3889218" y="718261"/>
                  <a:pt x="3889492" y="721462"/>
                  <a:pt x="3889126" y="724753"/>
                </a:cubicBezTo>
                <a:cubicBezTo>
                  <a:pt x="3888669" y="728045"/>
                  <a:pt x="3887663" y="731154"/>
                  <a:pt x="3886109" y="733989"/>
                </a:cubicBezTo>
                <a:cubicBezTo>
                  <a:pt x="3884463" y="736915"/>
                  <a:pt x="3882360" y="739384"/>
                  <a:pt x="3879799" y="741396"/>
                </a:cubicBezTo>
                <a:cubicBezTo>
                  <a:pt x="3877147" y="743407"/>
                  <a:pt x="3874313" y="744870"/>
                  <a:pt x="3871112" y="745785"/>
                </a:cubicBezTo>
                <a:cubicBezTo>
                  <a:pt x="3867912" y="746699"/>
                  <a:pt x="3864712" y="746973"/>
                  <a:pt x="3861420" y="746608"/>
                </a:cubicBezTo>
                <a:cubicBezTo>
                  <a:pt x="3858128" y="746150"/>
                  <a:pt x="3855019" y="745145"/>
                  <a:pt x="3852184" y="743590"/>
                </a:cubicBezTo>
                <a:lnTo>
                  <a:pt x="3847795" y="741121"/>
                </a:lnTo>
                <a:cubicBezTo>
                  <a:pt x="3844869" y="739475"/>
                  <a:pt x="3842400" y="737372"/>
                  <a:pt x="3840389" y="734812"/>
                </a:cubicBezTo>
                <a:cubicBezTo>
                  <a:pt x="3838377" y="732252"/>
                  <a:pt x="3836914" y="729325"/>
                  <a:pt x="3835999" y="726125"/>
                </a:cubicBezTo>
                <a:cubicBezTo>
                  <a:pt x="3835085" y="723016"/>
                  <a:pt x="3834811" y="719724"/>
                  <a:pt x="3835176" y="716432"/>
                </a:cubicBezTo>
                <a:cubicBezTo>
                  <a:pt x="3835634" y="713232"/>
                  <a:pt x="3836640" y="710123"/>
                  <a:pt x="3838194" y="707197"/>
                </a:cubicBezTo>
                <a:cubicBezTo>
                  <a:pt x="3839840" y="704362"/>
                  <a:pt x="3841943" y="701893"/>
                  <a:pt x="3844503" y="699882"/>
                </a:cubicBezTo>
                <a:cubicBezTo>
                  <a:pt x="3847155" y="697779"/>
                  <a:pt x="3849990" y="696316"/>
                  <a:pt x="3853190" y="695401"/>
                </a:cubicBezTo>
                <a:cubicBezTo>
                  <a:pt x="3856391" y="694487"/>
                  <a:pt x="3859591" y="694304"/>
                  <a:pt x="3862883" y="694670"/>
                </a:cubicBezTo>
                <a:cubicBezTo>
                  <a:pt x="3866175" y="695035"/>
                  <a:pt x="3869284" y="696041"/>
                  <a:pt x="3872118" y="697687"/>
                </a:cubicBezTo>
              </a:path>
            </a:pathLst>
          </a:custGeom>
          <a:solidFill>
            <a:srgbClr val="2D6075"/>
          </a:solidFill>
          <a:ln/>
        </p:spPr>
      </p:sp>
      <p:sp>
        <p:nvSpPr>
          <p:cNvPr id="10" name="Forma 173"/>
          <p:cNvSpPr/>
          <p:nvPr/>
        </p:nvSpPr>
        <p:spPr>
          <a:xfrm>
            <a:off x="4260830" y="3360329"/>
            <a:ext cx="3887754" cy="1096183"/>
          </a:xfrm>
          <a:custGeom>
            <a:avLst/>
            <a:gdLst/>
            <a:ahLst/>
            <a:cxnLst/>
            <a:rect l="l" t="t" r="r" b="b"/>
            <a:pathLst>
              <a:path w="3887754" h="1096183">
                <a:moveTo>
                  <a:pt x="44623" y="9601"/>
                </a:moveTo>
                <a:lnTo>
                  <a:pt x="47732" y="13442"/>
                </a:lnTo>
                <a:cubicBezTo>
                  <a:pt x="49835" y="16002"/>
                  <a:pt x="51298" y="18928"/>
                  <a:pt x="52212" y="22037"/>
                </a:cubicBezTo>
                <a:cubicBezTo>
                  <a:pt x="53127" y="25237"/>
                  <a:pt x="53401" y="28438"/>
                  <a:pt x="53035" y="31730"/>
                </a:cubicBezTo>
                <a:cubicBezTo>
                  <a:pt x="52669" y="35022"/>
                  <a:pt x="51664" y="38130"/>
                  <a:pt x="50109" y="41057"/>
                </a:cubicBezTo>
                <a:cubicBezTo>
                  <a:pt x="48555" y="43891"/>
                  <a:pt x="46452" y="46360"/>
                  <a:pt x="43800" y="48463"/>
                </a:cubicBezTo>
                <a:cubicBezTo>
                  <a:pt x="41239" y="50566"/>
                  <a:pt x="38405" y="52029"/>
                  <a:pt x="35204" y="52944"/>
                </a:cubicBezTo>
                <a:cubicBezTo>
                  <a:pt x="32004" y="53858"/>
                  <a:pt x="28804" y="54132"/>
                  <a:pt x="25512" y="53767"/>
                </a:cubicBezTo>
                <a:cubicBezTo>
                  <a:pt x="22220" y="53401"/>
                  <a:pt x="19111" y="52395"/>
                  <a:pt x="16276" y="50841"/>
                </a:cubicBezTo>
                <a:cubicBezTo>
                  <a:pt x="13350" y="49195"/>
                  <a:pt x="10881" y="47183"/>
                  <a:pt x="8778" y="44531"/>
                </a:cubicBezTo>
                <a:lnTo>
                  <a:pt x="5669" y="40691"/>
                </a:lnTo>
                <a:cubicBezTo>
                  <a:pt x="3566" y="38130"/>
                  <a:pt x="2103" y="35204"/>
                  <a:pt x="1189" y="32095"/>
                </a:cubicBezTo>
                <a:cubicBezTo>
                  <a:pt x="274" y="28895"/>
                  <a:pt x="0" y="25695"/>
                  <a:pt x="366" y="22403"/>
                </a:cubicBezTo>
                <a:cubicBezTo>
                  <a:pt x="732" y="19111"/>
                  <a:pt x="1737" y="16002"/>
                  <a:pt x="3292" y="13076"/>
                </a:cubicBezTo>
                <a:cubicBezTo>
                  <a:pt x="4938" y="10241"/>
                  <a:pt x="6949" y="7772"/>
                  <a:pt x="9601" y="5669"/>
                </a:cubicBezTo>
                <a:cubicBezTo>
                  <a:pt x="12162" y="3566"/>
                  <a:pt x="14996" y="2103"/>
                  <a:pt x="18197" y="1189"/>
                </a:cubicBezTo>
                <a:cubicBezTo>
                  <a:pt x="21397" y="274"/>
                  <a:pt x="24597" y="0"/>
                  <a:pt x="27889" y="366"/>
                </a:cubicBezTo>
                <a:cubicBezTo>
                  <a:pt x="31181" y="732"/>
                  <a:pt x="34290" y="1737"/>
                  <a:pt x="37216" y="3292"/>
                </a:cubicBezTo>
                <a:cubicBezTo>
                  <a:pt x="40051" y="4938"/>
                  <a:pt x="42520" y="6949"/>
                  <a:pt x="44623" y="9601"/>
                </a:cubicBezTo>
              </a:path>
              <a:path w="3887754" h="1096183">
                <a:moveTo>
                  <a:pt x="50841" y="17374"/>
                </a:moveTo>
                <a:lnTo>
                  <a:pt x="53950" y="21214"/>
                </a:lnTo>
                <a:cubicBezTo>
                  <a:pt x="56053" y="23774"/>
                  <a:pt x="57516" y="26700"/>
                  <a:pt x="58430" y="29901"/>
                </a:cubicBezTo>
                <a:cubicBezTo>
                  <a:pt x="59345" y="33010"/>
                  <a:pt x="59619" y="36302"/>
                  <a:pt x="59253" y="39502"/>
                </a:cubicBezTo>
                <a:cubicBezTo>
                  <a:pt x="58887" y="42794"/>
                  <a:pt x="57973" y="45903"/>
                  <a:pt x="56327" y="48829"/>
                </a:cubicBezTo>
                <a:cubicBezTo>
                  <a:pt x="54773" y="51664"/>
                  <a:pt x="52669" y="54132"/>
                  <a:pt x="50109" y="56236"/>
                </a:cubicBezTo>
                <a:cubicBezTo>
                  <a:pt x="47457" y="58339"/>
                  <a:pt x="44623" y="59802"/>
                  <a:pt x="41422" y="60716"/>
                </a:cubicBezTo>
                <a:cubicBezTo>
                  <a:pt x="38222" y="61631"/>
                  <a:pt x="35022" y="61905"/>
                  <a:pt x="31730" y="61539"/>
                </a:cubicBezTo>
                <a:cubicBezTo>
                  <a:pt x="28438" y="61173"/>
                  <a:pt x="25329" y="60168"/>
                  <a:pt x="22494" y="58613"/>
                </a:cubicBezTo>
                <a:cubicBezTo>
                  <a:pt x="19568" y="56967"/>
                  <a:pt x="17099" y="54955"/>
                  <a:pt x="14996" y="52304"/>
                </a:cubicBezTo>
                <a:lnTo>
                  <a:pt x="11887" y="48463"/>
                </a:lnTo>
                <a:cubicBezTo>
                  <a:pt x="9876" y="45903"/>
                  <a:pt x="8321" y="42977"/>
                  <a:pt x="7407" y="39868"/>
                </a:cubicBezTo>
                <a:cubicBezTo>
                  <a:pt x="6492" y="36667"/>
                  <a:pt x="6218" y="33467"/>
                  <a:pt x="6584" y="30175"/>
                </a:cubicBezTo>
                <a:cubicBezTo>
                  <a:pt x="6949" y="26883"/>
                  <a:pt x="7955" y="23774"/>
                  <a:pt x="9510" y="20848"/>
                </a:cubicBezTo>
                <a:cubicBezTo>
                  <a:pt x="11156" y="18014"/>
                  <a:pt x="13259" y="15545"/>
                  <a:pt x="15819" y="13442"/>
                </a:cubicBezTo>
                <a:cubicBezTo>
                  <a:pt x="18379" y="11430"/>
                  <a:pt x="21306" y="9876"/>
                  <a:pt x="24414" y="8961"/>
                </a:cubicBezTo>
                <a:cubicBezTo>
                  <a:pt x="27615" y="8047"/>
                  <a:pt x="30815" y="7772"/>
                  <a:pt x="34107" y="8138"/>
                </a:cubicBezTo>
                <a:cubicBezTo>
                  <a:pt x="37399" y="8504"/>
                  <a:pt x="40508" y="9510"/>
                  <a:pt x="43434" y="11064"/>
                </a:cubicBezTo>
                <a:cubicBezTo>
                  <a:pt x="46269" y="12710"/>
                  <a:pt x="48829" y="14722"/>
                  <a:pt x="50841" y="17374"/>
                </a:cubicBezTo>
              </a:path>
              <a:path w="3887754" h="1096183">
                <a:moveTo>
                  <a:pt x="57059" y="25146"/>
                </a:moveTo>
                <a:lnTo>
                  <a:pt x="60168" y="28986"/>
                </a:lnTo>
                <a:cubicBezTo>
                  <a:pt x="62271" y="31547"/>
                  <a:pt x="63734" y="34473"/>
                  <a:pt x="64648" y="37673"/>
                </a:cubicBezTo>
                <a:cubicBezTo>
                  <a:pt x="65562" y="40782"/>
                  <a:pt x="65837" y="44074"/>
                  <a:pt x="65471" y="47274"/>
                </a:cubicBezTo>
                <a:cubicBezTo>
                  <a:pt x="65105" y="50566"/>
                  <a:pt x="64191" y="53675"/>
                  <a:pt x="62545" y="56601"/>
                </a:cubicBezTo>
                <a:cubicBezTo>
                  <a:pt x="60990" y="59436"/>
                  <a:pt x="58887" y="61996"/>
                  <a:pt x="56327" y="64008"/>
                </a:cubicBezTo>
                <a:cubicBezTo>
                  <a:pt x="53767" y="66111"/>
                  <a:pt x="50841" y="67574"/>
                  <a:pt x="47640" y="68489"/>
                </a:cubicBezTo>
                <a:cubicBezTo>
                  <a:pt x="44531" y="69403"/>
                  <a:pt x="41239" y="69677"/>
                  <a:pt x="37948" y="69312"/>
                </a:cubicBezTo>
                <a:cubicBezTo>
                  <a:pt x="34656" y="68946"/>
                  <a:pt x="31638" y="67940"/>
                  <a:pt x="28712" y="66385"/>
                </a:cubicBezTo>
                <a:cubicBezTo>
                  <a:pt x="25786" y="64831"/>
                  <a:pt x="23317" y="62728"/>
                  <a:pt x="21214" y="60168"/>
                </a:cubicBezTo>
                <a:lnTo>
                  <a:pt x="18105" y="56236"/>
                </a:lnTo>
                <a:cubicBezTo>
                  <a:pt x="16093" y="53675"/>
                  <a:pt x="14539" y="50749"/>
                  <a:pt x="13625" y="47640"/>
                </a:cubicBezTo>
                <a:cubicBezTo>
                  <a:pt x="12710" y="44440"/>
                  <a:pt x="12436" y="41239"/>
                  <a:pt x="12802" y="37948"/>
                </a:cubicBezTo>
                <a:cubicBezTo>
                  <a:pt x="13167" y="34656"/>
                  <a:pt x="14173" y="31547"/>
                  <a:pt x="15728" y="28621"/>
                </a:cubicBezTo>
                <a:cubicBezTo>
                  <a:pt x="17374" y="25786"/>
                  <a:pt x="19477" y="23317"/>
                  <a:pt x="22037" y="21214"/>
                </a:cubicBezTo>
                <a:cubicBezTo>
                  <a:pt x="24597" y="19202"/>
                  <a:pt x="27523" y="17648"/>
                  <a:pt x="30632" y="16734"/>
                </a:cubicBezTo>
                <a:cubicBezTo>
                  <a:pt x="33833" y="15819"/>
                  <a:pt x="37033" y="15545"/>
                  <a:pt x="40325" y="15911"/>
                </a:cubicBezTo>
                <a:cubicBezTo>
                  <a:pt x="43617" y="16276"/>
                  <a:pt x="46726" y="17282"/>
                  <a:pt x="49652" y="18837"/>
                </a:cubicBezTo>
                <a:cubicBezTo>
                  <a:pt x="52578" y="20483"/>
                  <a:pt x="55047" y="22494"/>
                  <a:pt x="57059" y="25146"/>
                </a:cubicBezTo>
              </a:path>
              <a:path w="3887754" h="1096183">
                <a:moveTo>
                  <a:pt x="63276" y="32918"/>
                </a:moveTo>
                <a:lnTo>
                  <a:pt x="66385" y="36759"/>
                </a:lnTo>
                <a:cubicBezTo>
                  <a:pt x="68489" y="39411"/>
                  <a:pt x="69952" y="42245"/>
                  <a:pt x="70866" y="45446"/>
                </a:cubicBezTo>
                <a:cubicBezTo>
                  <a:pt x="71872" y="48555"/>
                  <a:pt x="72146" y="51846"/>
                  <a:pt x="71780" y="55138"/>
                </a:cubicBezTo>
                <a:cubicBezTo>
                  <a:pt x="71415" y="58339"/>
                  <a:pt x="70409" y="61448"/>
                  <a:pt x="68763" y="64374"/>
                </a:cubicBezTo>
                <a:cubicBezTo>
                  <a:pt x="67208" y="67300"/>
                  <a:pt x="65105" y="69769"/>
                  <a:pt x="62545" y="71780"/>
                </a:cubicBezTo>
                <a:cubicBezTo>
                  <a:pt x="59985" y="73884"/>
                  <a:pt x="57059" y="75347"/>
                  <a:pt x="53858" y="76261"/>
                </a:cubicBezTo>
                <a:cubicBezTo>
                  <a:pt x="50749" y="77175"/>
                  <a:pt x="47457" y="77450"/>
                  <a:pt x="44166" y="77084"/>
                </a:cubicBezTo>
                <a:cubicBezTo>
                  <a:pt x="40874" y="76718"/>
                  <a:pt x="37856" y="75712"/>
                  <a:pt x="34930" y="74158"/>
                </a:cubicBezTo>
                <a:cubicBezTo>
                  <a:pt x="32004" y="72603"/>
                  <a:pt x="29535" y="70500"/>
                  <a:pt x="27523" y="67940"/>
                </a:cubicBezTo>
                <a:lnTo>
                  <a:pt x="24414" y="64008"/>
                </a:lnTo>
                <a:cubicBezTo>
                  <a:pt x="22311" y="61448"/>
                  <a:pt x="20848" y="58522"/>
                  <a:pt x="19934" y="55413"/>
                </a:cubicBezTo>
                <a:cubicBezTo>
                  <a:pt x="18928" y="52212"/>
                  <a:pt x="18654" y="49012"/>
                  <a:pt x="19020" y="45720"/>
                </a:cubicBezTo>
                <a:cubicBezTo>
                  <a:pt x="19385" y="42428"/>
                  <a:pt x="20391" y="39319"/>
                  <a:pt x="22037" y="36485"/>
                </a:cubicBezTo>
                <a:cubicBezTo>
                  <a:pt x="23592" y="33558"/>
                  <a:pt x="25695" y="31090"/>
                  <a:pt x="28255" y="28986"/>
                </a:cubicBezTo>
                <a:cubicBezTo>
                  <a:pt x="30815" y="26975"/>
                  <a:pt x="33741" y="25420"/>
                  <a:pt x="36942" y="24506"/>
                </a:cubicBezTo>
                <a:cubicBezTo>
                  <a:pt x="40051" y="23592"/>
                  <a:pt x="43343" y="23317"/>
                  <a:pt x="46634" y="23683"/>
                </a:cubicBezTo>
                <a:cubicBezTo>
                  <a:pt x="49926" y="24049"/>
                  <a:pt x="52944" y="25055"/>
                  <a:pt x="55870" y="26609"/>
                </a:cubicBezTo>
                <a:cubicBezTo>
                  <a:pt x="58796" y="28255"/>
                  <a:pt x="61265" y="30358"/>
                  <a:pt x="63276" y="32918"/>
                </a:cubicBezTo>
              </a:path>
              <a:path w="3887754" h="1096183">
                <a:moveTo>
                  <a:pt x="69586" y="40691"/>
                </a:moveTo>
                <a:lnTo>
                  <a:pt x="72695" y="44531"/>
                </a:lnTo>
                <a:cubicBezTo>
                  <a:pt x="74706" y="47183"/>
                  <a:pt x="76261" y="50018"/>
                  <a:pt x="77175" y="53218"/>
                </a:cubicBezTo>
                <a:cubicBezTo>
                  <a:pt x="78090" y="56327"/>
                  <a:pt x="78364" y="59619"/>
                  <a:pt x="77998" y="62911"/>
                </a:cubicBezTo>
                <a:cubicBezTo>
                  <a:pt x="77633" y="66203"/>
                  <a:pt x="76627" y="69220"/>
                  <a:pt x="75072" y="72146"/>
                </a:cubicBezTo>
                <a:cubicBezTo>
                  <a:pt x="73426" y="75072"/>
                  <a:pt x="71323" y="77541"/>
                  <a:pt x="68763" y="79553"/>
                </a:cubicBezTo>
                <a:cubicBezTo>
                  <a:pt x="66203" y="81656"/>
                  <a:pt x="63276" y="83119"/>
                  <a:pt x="60168" y="84033"/>
                </a:cubicBezTo>
                <a:cubicBezTo>
                  <a:pt x="56967" y="84948"/>
                  <a:pt x="53767" y="85222"/>
                  <a:pt x="50475" y="84856"/>
                </a:cubicBezTo>
                <a:cubicBezTo>
                  <a:pt x="47183" y="84491"/>
                  <a:pt x="44074" y="83576"/>
                  <a:pt x="41148" y="81930"/>
                </a:cubicBezTo>
                <a:cubicBezTo>
                  <a:pt x="38222" y="80376"/>
                  <a:pt x="35753" y="78273"/>
                  <a:pt x="33741" y="75712"/>
                </a:cubicBezTo>
                <a:lnTo>
                  <a:pt x="30632" y="71780"/>
                </a:lnTo>
                <a:cubicBezTo>
                  <a:pt x="28529" y="69220"/>
                  <a:pt x="27066" y="66385"/>
                  <a:pt x="26152" y="63185"/>
                </a:cubicBezTo>
                <a:cubicBezTo>
                  <a:pt x="25237" y="59985"/>
                  <a:pt x="24963" y="56784"/>
                  <a:pt x="25329" y="53492"/>
                </a:cubicBezTo>
                <a:cubicBezTo>
                  <a:pt x="25695" y="50201"/>
                  <a:pt x="26609" y="47092"/>
                  <a:pt x="28255" y="44257"/>
                </a:cubicBezTo>
                <a:cubicBezTo>
                  <a:pt x="29809" y="41331"/>
                  <a:pt x="31913" y="38862"/>
                  <a:pt x="34473" y="36759"/>
                </a:cubicBezTo>
                <a:cubicBezTo>
                  <a:pt x="37033" y="34747"/>
                  <a:pt x="39959" y="33193"/>
                  <a:pt x="43160" y="32278"/>
                </a:cubicBezTo>
                <a:cubicBezTo>
                  <a:pt x="46269" y="31364"/>
                  <a:pt x="49560" y="31090"/>
                  <a:pt x="52852" y="31455"/>
                </a:cubicBezTo>
                <a:cubicBezTo>
                  <a:pt x="56144" y="31821"/>
                  <a:pt x="59162" y="32827"/>
                  <a:pt x="62088" y="34381"/>
                </a:cubicBezTo>
                <a:cubicBezTo>
                  <a:pt x="65014" y="36027"/>
                  <a:pt x="67483" y="38130"/>
                  <a:pt x="69586" y="40691"/>
                </a:cubicBezTo>
              </a:path>
              <a:path w="3887754" h="1096183">
                <a:moveTo>
                  <a:pt x="75804" y="48463"/>
                </a:moveTo>
                <a:lnTo>
                  <a:pt x="78913" y="52304"/>
                </a:lnTo>
                <a:cubicBezTo>
                  <a:pt x="80924" y="54955"/>
                  <a:pt x="82479" y="57790"/>
                  <a:pt x="83393" y="60990"/>
                </a:cubicBezTo>
                <a:cubicBezTo>
                  <a:pt x="84308" y="64191"/>
                  <a:pt x="84582" y="67391"/>
                  <a:pt x="84216" y="70683"/>
                </a:cubicBezTo>
                <a:cubicBezTo>
                  <a:pt x="83850" y="73975"/>
                  <a:pt x="82845" y="76992"/>
                  <a:pt x="81290" y="79919"/>
                </a:cubicBezTo>
                <a:cubicBezTo>
                  <a:pt x="79644" y="82845"/>
                  <a:pt x="77541" y="85314"/>
                  <a:pt x="74981" y="87325"/>
                </a:cubicBezTo>
                <a:cubicBezTo>
                  <a:pt x="72420" y="89428"/>
                  <a:pt x="69494" y="90891"/>
                  <a:pt x="66385" y="91806"/>
                </a:cubicBezTo>
                <a:cubicBezTo>
                  <a:pt x="63185" y="92720"/>
                  <a:pt x="59985" y="92994"/>
                  <a:pt x="56693" y="92629"/>
                </a:cubicBezTo>
                <a:cubicBezTo>
                  <a:pt x="53401" y="92263"/>
                  <a:pt x="50292" y="91349"/>
                  <a:pt x="47366" y="89703"/>
                </a:cubicBezTo>
                <a:cubicBezTo>
                  <a:pt x="44531" y="88148"/>
                  <a:pt x="41971" y="86045"/>
                  <a:pt x="39959" y="83485"/>
                </a:cubicBezTo>
                <a:lnTo>
                  <a:pt x="36850" y="79553"/>
                </a:lnTo>
                <a:cubicBezTo>
                  <a:pt x="34747" y="76992"/>
                  <a:pt x="33284" y="74158"/>
                  <a:pt x="32370" y="70957"/>
                </a:cubicBezTo>
                <a:cubicBezTo>
                  <a:pt x="31455" y="67757"/>
                  <a:pt x="31181" y="64557"/>
                  <a:pt x="31547" y="61265"/>
                </a:cubicBezTo>
                <a:cubicBezTo>
                  <a:pt x="31913" y="57973"/>
                  <a:pt x="32827" y="54864"/>
                  <a:pt x="34473" y="52029"/>
                </a:cubicBezTo>
                <a:cubicBezTo>
                  <a:pt x="36027" y="49103"/>
                  <a:pt x="38130" y="46634"/>
                  <a:pt x="40691" y="44531"/>
                </a:cubicBezTo>
                <a:cubicBezTo>
                  <a:pt x="43343" y="42520"/>
                  <a:pt x="46177" y="41057"/>
                  <a:pt x="49378" y="40051"/>
                </a:cubicBezTo>
                <a:cubicBezTo>
                  <a:pt x="52578" y="39136"/>
                  <a:pt x="55778" y="38862"/>
                  <a:pt x="59070" y="39228"/>
                </a:cubicBezTo>
                <a:cubicBezTo>
                  <a:pt x="62362" y="39594"/>
                  <a:pt x="65471" y="40599"/>
                  <a:pt x="68306" y="42154"/>
                </a:cubicBezTo>
                <a:cubicBezTo>
                  <a:pt x="71232" y="43800"/>
                  <a:pt x="73701" y="45903"/>
                  <a:pt x="75804" y="48463"/>
                </a:cubicBezTo>
              </a:path>
              <a:path w="3887754" h="1096183">
                <a:moveTo>
                  <a:pt x="82022" y="56236"/>
                </a:moveTo>
                <a:lnTo>
                  <a:pt x="85131" y="60168"/>
                </a:lnTo>
                <a:cubicBezTo>
                  <a:pt x="87234" y="62728"/>
                  <a:pt x="88697" y="65562"/>
                  <a:pt x="89611" y="68763"/>
                </a:cubicBezTo>
                <a:cubicBezTo>
                  <a:pt x="90526" y="71963"/>
                  <a:pt x="90800" y="75164"/>
                  <a:pt x="90434" y="78456"/>
                </a:cubicBezTo>
                <a:cubicBezTo>
                  <a:pt x="90068" y="81747"/>
                  <a:pt x="89063" y="84765"/>
                  <a:pt x="87508" y="87691"/>
                </a:cubicBezTo>
                <a:cubicBezTo>
                  <a:pt x="85862" y="90617"/>
                  <a:pt x="83850" y="93086"/>
                  <a:pt x="81199" y="95098"/>
                </a:cubicBezTo>
                <a:cubicBezTo>
                  <a:pt x="78638" y="97201"/>
                  <a:pt x="75804" y="98664"/>
                  <a:pt x="72603" y="99578"/>
                </a:cubicBezTo>
                <a:cubicBezTo>
                  <a:pt x="69403" y="100493"/>
                  <a:pt x="66203" y="100767"/>
                  <a:pt x="62911" y="100401"/>
                </a:cubicBezTo>
                <a:cubicBezTo>
                  <a:pt x="59619" y="100035"/>
                  <a:pt x="56510" y="99121"/>
                  <a:pt x="53584" y="97475"/>
                </a:cubicBezTo>
                <a:cubicBezTo>
                  <a:pt x="50749" y="95921"/>
                  <a:pt x="48280" y="93817"/>
                  <a:pt x="46177" y="91257"/>
                </a:cubicBezTo>
                <a:lnTo>
                  <a:pt x="43068" y="87325"/>
                </a:lnTo>
                <a:cubicBezTo>
                  <a:pt x="40965" y="84765"/>
                  <a:pt x="39502" y="81930"/>
                  <a:pt x="38588" y="78730"/>
                </a:cubicBezTo>
                <a:cubicBezTo>
                  <a:pt x="37673" y="75529"/>
                  <a:pt x="37399" y="72329"/>
                  <a:pt x="37765" y="69037"/>
                </a:cubicBezTo>
                <a:cubicBezTo>
                  <a:pt x="38130" y="65745"/>
                  <a:pt x="39136" y="62636"/>
                  <a:pt x="40691" y="59802"/>
                </a:cubicBezTo>
                <a:cubicBezTo>
                  <a:pt x="42245" y="56876"/>
                  <a:pt x="44348" y="54407"/>
                  <a:pt x="47000" y="52304"/>
                </a:cubicBezTo>
                <a:cubicBezTo>
                  <a:pt x="49560" y="50292"/>
                  <a:pt x="52395" y="48829"/>
                  <a:pt x="55596" y="47915"/>
                </a:cubicBezTo>
                <a:cubicBezTo>
                  <a:pt x="58796" y="46909"/>
                  <a:pt x="61996" y="46634"/>
                  <a:pt x="65288" y="47000"/>
                </a:cubicBezTo>
                <a:cubicBezTo>
                  <a:pt x="68580" y="47366"/>
                  <a:pt x="71689" y="48372"/>
                  <a:pt x="74524" y="50018"/>
                </a:cubicBezTo>
                <a:cubicBezTo>
                  <a:pt x="77450" y="51572"/>
                  <a:pt x="79919" y="53675"/>
                  <a:pt x="82022" y="56236"/>
                </a:cubicBezTo>
              </a:path>
              <a:path w="3887754" h="1096183">
                <a:moveTo>
                  <a:pt x="88240" y="64008"/>
                </a:moveTo>
                <a:lnTo>
                  <a:pt x="91349" y="67940"/>
                </a:lnTo>
                <a:cubicBezTo>
                  <a:pt x="93452" y="70500"/>
                  <a:pt x="94915" y="73335"/>
                  <a:pt x="95829" y="76535"/>
                </a:cubicBezTo>
                <a:cubicBezTo>
                  <a:pt x="96744" y="79736"/>
                  <a:pt x="97018" y="82936"/>
                  <a:pt x="96652" y="86228"/>
                </a:cubicBezTo>
                <a:cubicBezTo>
                  <a:pt x="96286" y="89520"/>
                  <a:pt x="95280" y="92629"/>
                  <a:pt x="93726" y="95463"/>
                </a:cubicBezTo>
                <a:cubicBezTo>
                  <a:pt x="92172" y="98389"/>
                  <a:pt x="90068" y="100858"/>
                  <a:pt x="87417" y="102870"/>
                </a:cubicBezTo>
                <a:cubicBezTo>
                  <a:pt x="84856" y="104973"/>
                  <a:pt x="82022" y="106436"/>
                  <a:pt x="78821" y="107351"/>
                </a:cubicBezTo>
                <a:cubicBezTo>
                  <a:pt x="75621" y="108265"/>
                  <a:pt x="72420" y="108539"/>
                  <a:pt x="69129" y="108265"/>
                </a:cubicBezTo>
                <a:cubicBezTo>
                  <a:pt x="65837" y="107899"/>
                  <a:pt x="62728" y="106893"/>
                  <a:pt x="59893" y="105247"/>
                </a:cubicBezTo>
                <a:cubicBezTo>
                  <a:pt x="56967" y="103693"/>
                  <a:pt x="54498" y="101590"/>
                  <a:pt x="52395" y="99030"/>
                </a:cubicBezTo>
                <a:lnTo>
                  <a:pt x="49286" y="95098"/>
                </a:lnTo>
                <a:cubicBezTo>
                  <a:pt x="47274" y="92537"/>
                  <a:pt x="45720" y="89703"/>
                  <a:pt x="44806" y="86502"/>
                </a:cubicBezTo>
                <a:cubicBezTo>
                  <a:pt x="43891" y="83302"/>
                  <a:pt x="43617" y="80101"/>
                  <a:pt x="43983" y="76810"/>
                </a:cubicBezTo>
                <a:cubicBezTo>
                  <a:pt x="44348" y="73518"/>
                  <a:pt x="45354" y="70409"/>
                  <a:pt x="46909" y="67574"/>
                </a:cubicBezTo>
                <a:cubicBezTo>
                  <a:pt x="48555" y="64648"/>
                  <a:pt x="50566" y="62179"/>
                  <a:pt x="53218" y="60168"/>
                </a:cubicBezTo>
                <a:cubicBezTo>
                  <a:pt x="55778" y="58064"/>
                  <a:pt x="58613" y="56601"/>
                  <a:pt x="61813" y="55687"/>
                </a:cubicBezTo>
                <a:cubicBezTo>
                  <a:pt x="65014" y="54773"/>
                  <a:pt x="68214" y="54498"/>
                  <a:pt x="71506" y="54864"/>
                </a:cubicBezTo>
                <a:cubicBezTo>
                  <a:pt x="74798" y="55230"/>
                  <a:pt x="77907" y="56144"/>
                  <a:pt x="80833" y="57790"/>
                </a:cubicBezTo>
                <a:cubicBezTo>
                  <a:pt x="83668" y="59345"/>
                  <a:pt x="86136" y="61448"/>
                  <a:pt x="88240" y="64008"/>
                </a:cubicBezTo>
              </a:path>
              <a:path w="3887754" h="1096183">
                <a:moveTo>
                  <a:pt x="94458" y="71780"/>
                </a:moveTo>
                <a:lnTo>
                  <a:pt x="97566" y="75712"/>
                </a:lnTo>
                <a:cubicBezTo>
                  <a:pt x="99670" y="78273"/>
                  <a:pt x="101133" y="81107"/>
                  <a:pt x="102047" y="84308"/>
                </a:cubicBezTo>
                <a:cubicBezTo>
                  <a:pt x="102961" y="87508"/>
                  <a:pt x="103236" y="90708"/>
                  <a:pt x="102870" y="94000"/>
                </a:cubicBezTo>
                <a:cubicBezTo>
                  <a:pt x="102504" y="97292"/>
                  <a:pt x="101590" y="100401"/>
                  <a:pt x="99944" y="103236"/>
                </a:cubicBezTo>
                <a:cubicBezTo>
                  <a:pt x="98389" y="106162"/>
                  <a:pt x="96286" y="108631"/>
                  <a:pt x="93726" y="110734"/>
                </a:cubicBezTo>
                <a:cubicBezTo>
                  <a:pt x="91074" y="112746"/>
                  <a:pt x="88240" y="114209"/>
                  <a:pt x="85039" y="115123"/>
                </a:cubicBezTo>
                <a:cubicBezTo>
                  <a:pt x="81839" y="116129"/>
                  <a:pt x="78638" y="116403"/>
                  <a:pt x="75347" y="116037"/>
                </a:cubicBezTo>
                <a:cubicBezTo>
                  <a:pt x="72055" y="115672"/>
                  <a:pt x="68946" y="114666"/>
                  <a:pt x="66111" y="113020"/>
                </a:cubicBezTo>
                <a:cubicBezTo>
                  <a:pt x="63185" y="111465"/>
                  <a:pt x="60716" y="109362"/>
                  <a:pt x="58613" y="106802"/>
                </a:cubicBezTo>
                <a:lnTo>
                  <a:pt x="55504" y="102870"/>
                </a:lnTo>
                <a:cubicBezTo>
                  <a:pt x="53492" y="100310"/>
                  <a:pt x="51938" y="97475"/>
                  <a:pt x="51024" y="94275"/>
                </a:cubicBezTo>
                <a:cubicBezTo>
                  <a:pt x="50109" y="91074"/>
                  <a:pt x="49835" y="87874"/>
                  <a:pt x="50201" y="84582"/>
                </a:cubicBezTo>
                <a:cubicBezTo>
                  <a:pt x="50566" y="81290"/>
                  <a:pt x="51572" y="78273"/>
                  <a:pt x="53127" y="75347"/>
                </a:cubicBezTo>
                <a:cubicBezTo>
                  <a:pt x="54773" y="72420"/>
                  <a:pt x="56876" y="69952"/>
                  <a:pt x="59436" y="67940"/>
                </a:cubicBezTo>
                <a:cubicBezTo>
                  <a:pt x="61996" y="65837"/>
                  <a:pt x="64922" y="64374"/>
                  <a:pt x="68031" y="63459"/>
                </a:cubicBezTo>
                <a:cubicBezTo>
                  <a:pt x="71232" y="62545"/>
                  <a:pt x="74432" y="62271"/>
                  <a:pt x="77724" y="62636"/>
                </a:cubicBezTo>
                <a:cubicBezTo>
                  <a:pt x="81016" y="63002"/>
                  <a:pt x="84125" y="63917"/>
                  <a:pt x="87051" y="65562"/>
                </a:cubicBezTo>
                <a:cubicBezTo>
                  <a:pt x="89886" y="67117"/>
                  <a:pt x="92446" y="69220"/>
                  <a:pt x="94458" y="71780"/>
                </a:cubicBezTo>
              </a:path>
              <a:path w="3887754" h="1096183">
                <a:moveTo>
                  <a:pt x="100675" y="79553"/>
                </a:moveTo>
                <a:lnTo>
                  <a:pt x="103784" y="83485"/>
                </a:lnTo>
                <a:cubicBezTo>
                  <a:pt x="105888" y="86045"/>
                  <a:pt x="107351" y="88880"/>
                  <a:pt x="108265" y="92080"/>
                </a:cubicBezTo>
                <a:cubicBezTo>
                  <a:pt x="109179" y="95280"/>
                  <a:pt x="109454" y="98481"/>
                  <a:pt x="109088" y="101773"/>
                </a:cubicBezTo>
                <a:cubicBezTo>
                  <a:pt x="108722" y="105065"/>
                  <a:pt x="107808" y="108174"/>
                  <a:pt x="106162" y="111008"/>
                </a:cubicBezTo>
                <a:cubicBezTo>
                  <a:pt x="104607" y="113934"/>
                  <a:pt x="102504" y="116403"/>
                  <a:pt x="99944" y="118506"/>
                </a:cubicBezTo>
                <a:cubicBezTo>
                  <a:pt x="97384" y="120518"/>
                  <a:pt x="94458" y="122072"/>
                  <a:pt x="91257" y="122987"/>
                </a:cubicBezTo>
                <a:cubicBezTo>
                  <a:pt x="88148" y="123901"/>
                  <a:pt x="84856" y="124176"/>
                  <a:pt x="81564" y="123810"/>
                </a:cubicBezTo>
                <a:cubicBezTo>
                  <a:pt x="78273" y="123444"/>
                  <a:pt x="75255" y="122438"/>
                  <a:pt x="72329" y="120884"/>
                </a:cubicBezTo>
                <a:cubicBezTo>
                  <a:pt x="69403" y="119238"/>
                  <a:pt x="66934" y="117135"/>
                  <a:pt x="64831" y="114574"/>
                </a:cubicBezTo>
                <a:lnTo>
                  <a:pt x="61722" y="110734"/>
                </a:lnTo>
                <a:cubicBezTo>
                  <a:pt x="59710" y="108082"/>
                  <a:pt x="58156" y="105247"/>
                  <a:pt x="57241" y="102047"/>
                </a:cubicBezTo>
                <a:cubicBezTo>
                  <a:pt x="56327" y="98938"/>
                  <a:pt x="56053" y="95646"/>
                  <a:pt x="56418" y="92354"/>
                </a:cubicBezTo>
                <a:cubicBezTo>
                  <a:pt x="56784" y="89063"/>
                  <a:pt x="57790" y="86045"/>
                  <a:pt x="59345" y="83119"/>
                </a:cubicBezTo>
                <a:cubicBezTo>
                  <a:pt x="60990" y="80193"/>
                  <a:pt x="63094" y="77724"/>
                  <a:pt x="65654" y="75712"/>
                </a:cubicBezTo>
                <a:cubicBezTo>
                  <a:pt x="68214" y="73609"/>
                  <a:pt x="71140" y="72146"/>
                  <a:pt x="74249" y="71232"/>
                </a:cubicBezTo>
                <a:cubicBezTo>
                  <a:pt x="77450" y="70317"/>
                  <a:pt x="80742" y="70043"/>
                  <a:pt x="83942" y="70409"/>
                </a:cubicBezTo>
                <a:cubicBezTo>
                  <a:pt x="87234" y="70775"/>
                  <a:pt x="90343" y="71689"/>
                  <a:pt x="93269" y="73335"/>
                </a:cubicBezTo>
                <a:cubicBezTo>
                  <a:pt x="96195" y="74889"/>
                  <a:pt x="98664" y="76992"/>
                  <a:pt x="100675" y="79553"/>
                </a:cubicBezTo>
              </a:path>
              <a:path w="3887754" h="1096183">
                <a:moveTo>
                  <a:pt x="106893" y="87325"/>
                </a:moveTo>
                <a:lnTo>
                  <a:pt x="110002" y="91257"/>
                </a:lnTo>
                <a:cubicBezTo>
                  <a:pt x="112105" y="93817"/>
                  <a:pt x="113568" y="96744"/>
                  <a:pt x="114483" y="99852"/>
                </a:cubicBezTo>
                <a:cubicBezTo>
                  <a:pt x="115489" y="103053"/>
                  <a:pt x="115763" y="106253"/>
                  <a:pt x="115397" y="109545"/>
                </a:cubicBezTo>
                <a:cubicBezTo>
                  <a:pt x="115032" y="112837"/>
                  <a:pt x="114026" y="115946"/>
                  <a:pt x="112380" y="118781"/>
                </a:cubicBezTo>
                <a:cubicBezTo>
                  <a:pt x="110825" y="121707"/>
                  <a:pt x="108722" y="124176"/>
                  <a:pt x="106162" y="126279"/>
                </a:cubicBezTo>
                <a:cubicBezTo>
                  <a:pt x="103602" y="128290"/>
                  <a:pt x="100675" y="129845"/>
                  <a:pt x="97475" y="130759"/>
                </a:cubicBezTo>
                <a:cubicBezTo>
                  <a:pt x="94366" y="131674"/>
                  <a:pt x="91074" y="131948"/>
                  <a:pt x="87782" y="131582"/>
                </a:cubicBezTo>
                <a:cubicBezTo>
                  <a:pt x="84491" y="131216"/>
                  <a:pt x="81473" y="130211"/>
                  <a:pt x="78547" y="128656"/>
                </a:cubicBezTo>
                <a:cubicBezTo>
                  <a:pt x="75621" y="127010"/>
                  <a:pt x="73152" y="124907"/>
                  <a:pt x="71140" y="122347"/>
                </a:cubicBezTo>
                <a:lnTo>
                  <a:pt x="68031" y="118506"/>
                </a:lnTo>
                <a:cubicBezTo>
                  <a:pt x="65928" y="115854"/>
                  <a:pt x="64465" y="113020"/>
                  <a:pt x="63551" y="109819"/>
                </a:cubicBezTo>
                <a:cubicBezTo>
                  <a:pt x="62545" y="106710"/>
                  <a:pt x="62271" y="103419"/>
                  <a:pt x="62636" y="100127"/>
                </a:cubicBezTo>
                <a:cubicBezTo>
                  <a:pt x="63002" y="96835"/>
                  <a:pt x="64008" y="93817"/>
                  <a:pt x="65654" y="90891"/>
                </a:cubicBezTo>
                <a:cubicBezTo>
                  <a:pt x="67208" y="87965"/>
                  <a:pt x="69312" y="85496"/>
                  <a:pt x="71872" y="83485"/>
                </a:cubicBezTo>
                <a:cubicBezTo>
                  <a:pt x="74432" y="81382"/>
                  <a:pt x="77358" y="79919"/>
                  <a:pt x="80559" y="79004"/>
                </a:cubicBezTo>
                <a:cubicBezTo>
                  <a:pt x="83668" y="78090"/>
                  <a:pt x="86959" y="77815"/>
                  <a:pt x="90251" y="78181"/>
                </a:cubicBezTo>
                <a:cubicBezTo>
                  <a:pt x="93543" y="78547"/>
                  <a:pt x="96561" y="79461"/>
                  <a:pt x="99487" y="81107"/>
                </a:cubicBezTo>
                <a:cubicBezTo>
                  <a:pt x="102413" y="82662"/>
                  <a:pt x="104882" y="84765"/>
                  <a:pt x="106893" y="87325"/>
                </a:cubicBezTo>
              </a:path>
              <a:path w="3887754" h="1096183">
                <a:moveTo>
                  <a:pt x="113203" y="95098"/>
                </a:moveTo>
                <a:lnTo>
                  <a:pt x="116312" y="99030"/>
                </a:lnTo>
                <a:cubicBezTo>
                  <a:pt x="118323" y="101590"/>
                  <a:pt x="119878" y="104516"/>
                  <a:pt x="120792" y="107625"/>
                </a:cubicBezTo>
                <a:cubicBezTo>
                  <a:pt x="121707" y="110825"/>
                  <a:pt x="121981" y="114026"/>
                  <a:pt x="121615" y="117318"/>
                </a:cubicBezTo>
                <a:cubicBezTo>
                  <a:pt x="121249" y="120609"/>
                  <a:pt x="120244" y="123718"/>
                  <a:pt x="118689" y="126553"/>
                </a:cubicBezTo>
                <a:cubicBezTo>
                  <a:pt x="117043" y="129479"/>
                  <a:pt x="114940" y="131948"/>
                  <a:pt x="112380" y="134051"/>
                </a:cubicBezTo>
                <a:cubicBezTo>
                  <a:pt x="109819" y="136063"/>
                  <a:pt x="106893" y="137617"/>
                  <a:pt x="103784" y="138532"/>
                </a:cubicBezTo>
                <a:cubicBezTo>
                  <a:pt x="100584" y="139446"/>
                  <a:pt x="97384" y="139720"/>
                  <a:pt x="94092" y="139355"/>
                </a:cubicBezTo>
                <a:cubicBezTo>
                  <a:pt x="90800" y="138989"/>
                  <a:pt x="87691" y="137983"/>
                  <a:pt x="84765" y="136428"/>
                </a:cubicBezTo>
                <a:cubicBezTo>
                  <a:pt x="81839" y="134783"/>
                  <a:pt x="79370" y="132679"/>
                  <a:pt x="77358" y="130119"/>
                </a:cubicBezTo>
                <a:lnTo>
                  <a:pt x="74249" y="126279"/>
                </a:lnTo>
                <a:cubicBezTo>
                  <a:pt x="72146" y="123718"/>
                  <a:pt x="70683" y="120792"/>
                  <a:pt x="69769" y="117592"/>
                </a:cubicBezTo>
                <a:cubicBezTo>
                  <a:pt x="68854" y="114483"/>
                  <a:pt x="68580" y="111191"/>
                  <a:pt x="68946" y="107899"/>
                </a:cubicBezTo>
                <a:cubicBezTo>
                  <a:pt x="69312" y="104699"/>
                  <a:pt x="70226" y="101590"/>
                  <a:pt x="71872" y="98664"/>
                </a:cubicBezTo>
                <a:cubicBezTo>
                  <a:pt x="73426" y="95829"/>
                  <a:pt x="75529" y="93269"/>
                  <a:pt x="78090" y="91257"/>
                </a:cubicBezTo>
                <a:cubicBezTo>
                  <a:pt x="80650" y="89154"/>
                  <a:pt x="83576" y="87691"/>
                  <a:pt x="86777" y="86777"/>
                </a:cubicBezTo>
                <a:cubicBezTo>
                  <a:pt x="89886" y="85862"/>
                  <a:pt x="93177" y="85588"/>
                  <a:pt x="96469" y="85954"/>
                </a:cubicBezTo>
                <a:cubicBezTo>
                  <a:pt x="99761" y="86319"/>
                  <a:pt x="102779" y="87325"/>
                  <a:pt x="105705" y="88880"/>
                </a:cubicBezTo>
                <a:cubicBezTo>
                  <a:pt x="108631" y="90434"/>
                  <a:pt x="111100" y="92537"/>
                  <a:pt x="113203" y="95098"/>
                </a:cubicBezTo>
              </a:path>
              <a:path w="3887754" h="1096183">
                <a:moveTo>
                  <a:pt x="119421" y="102870"/>
                </a:moveTo>
                <a:lnTo>
                  <a:pt x="122530" y="106802"/>
                </a:lnTo>
                <a:cubicBezTo>
                  <a:pt x="124541" y="109362"/>
                  <a:pt x="126096" y="112288"/>
                  <a:pt x="127010" y="115397"/>
                </a:cubicBezTo>
                <a:cubicBezTo>
                  <a:pt x="127925" y="118598"/>
                  <a:pt x="128199" y="121798"/>
                  <a:pt x="127833" y="125090"/>
                </a:cubicBezTo>
                <a:cubicBezTo>
                  <a:pt x="127467" y="128382"/>
                  <a:pt x="126462" y="131491"/>
                  <a:pt x="124907" y="134417"/>
                </a:cubicBezTo>
                <a:cubicBezTo>
                  <a:pt x="123261" y="137251"/>
                  <a:pt x="121158" y="139720"/>
                  <a:pt x="118598" y="141823"/>
                </a:cubicBezTo>
                <a:cubicBezTo>
                  <a:pt x="116037" y="143835"/>
                  <a:pt x="113111" y="145390"/>
                  <a:pt x="110002" y="146304"/>
                </a:cubicBezTo>
                <a:cubicBezTo>
                  <a:pt x="106802" y="147218"/>
                  <a:pt x="103602" y="147493"/>
                  <a:pt x="100310" y="147127"/>
                </a:cubicBezTo>
                <a:cubicBezTo>
                  <a:pt x="97018" y="146761"/>
                  <a:pt x="93909" y="145755"/>
                  <a:pt x="90983" y="144201"/>
                </a:cubicBezTo>
                <a:cubicBezTo>
                  <a:pt x="88148" y="142555"/>
                  <a:pt x="85588" y="140543"/>
                  <a:pt x="83576" y="137892"/>
                </a:cubicBezTo>
                <a:lnTo>
                  <a:pt x="80467" y="134051"/>
                </a:lnTo>
                <a:cubicBezTo>
                  <a:pt x="78364" y="131491"/>
                  <a:pt x="76901" y="128565"/>
                  <a:pt x="75987" y="125364"/>
                </a:cubicBezTo>
                <a:cubicBezTo>
                  <a:pt x="75072" y="122255"/>
                  <a:pt x="74798" y="118963"/>
                  <a:pt x="75164" y="115763"/>
                </a:cubicBezTo>
                <a:cubicBezTo>
                  <a:pt x="75529" y="112471"/>
                  <a:pt x="76444" y="109362"/>
                  <a:pt x="78090" y="106436"/>
                </a:cubicBezTo>
                <a:cubicBezTo>
                  <a:pt x="79644" y="103602"/>
                  <a:pt x="81747" y="101133"/>
                  <a:pt x="84308" y="99030"/>
                </a:cubicBezTo>
                <a:cubicBezTo>
                  <a:pt x="86959" y="96926"/>
                  <a:pt x="89794" y="95463"/>
                  <a:pt x="92994" y="94549"/>
                </a:cubicBezTo>
                <a:cubicBezTo>
                  <a:pt x="96195" y="93635"/>
                  <a:pt x="99395" y="93360"/>
                  <a:pt x="102687" y="93726"/>
                </a:cubicBezTo>
                <a:cubicBezTo>
                  <a:pt x="105979" y="94092"/>
                  <a:pt x="109088" y="95098"/>
                  <a:pt x="111923" y="96652"/>
                </a:cubicBezTo>
                <a:cubicBezTo>
                  <a:pt x="114849" y="98207"/>
                  <a:pt x="117318" y="100310"/>
                  <a:pt x="119421" y="102870"/>
                </a:cubicBezTo>
              </a:path>
              <a:path w="3887754" h="1096183">
                <a:moveTo>
                  <a:pt x="125639" y="110734"/>
                </a:moveTo>
                <a:lnTo>
                  <a:pt x="128748" y="114574"/>
                </a:lnTo>
                <a:cubicBezTo>
                  <a:pt x="130851" y="117135"/>
                  <a:pt x="132314" y="120061"/>
                  <a:pt x="133228" y="123170"/>
                </a:cubicBezTo>
                <a:cubicBezTo>
                  <a:pt x="134142" y="126370"/>
                  <a:pt x="134417" y="129570"/>
                  <a:pt x="134051" y="132862"/>
                </a:cubicBezTo>
                <a:cubicBezTo>
                  <a:pt x="133685" y="136154"/>
                  <a:pt x="132679" y="139263"/>
                  <a:pt x="131125" y="142189"/>
                </a:cubicBezTo>
                <a:cubicBezTo>
                  <a:pt x="129479" y="145024"/>
                  <a:pt x="127467" y="147493"/>
                  <a:pt x="124816" y="149596"/>
                </a:cubicBezTo>
                <a:cubicBezTo>
                  <a:pt x="122255" y="151699"/>
                  <a:pt x="119421" y="153162"/>
                  <a:pt x="116220" y="154076"/>
                </a:cubicBezTo>
                <a:cubicBezTo>
                  <a:pt x="113020" y="154991"/>
                  <a:pt x="109819" y="155265"/>
                  <a:pt x="106528" y="154899"/>
                </a:cubicBezTo>
                <a:cubicBezTo>
                  <a:pt x="103236" y="154534"/>
                  <a:pt x="100127" y="153528"/>
                  <a:pt x="97201" y="151973"/>
                </a:cubicBezTo>
                <a:cubicBezTo>
                  <a:pt x="94366" y="150327"/>
                  <a:pt x="91897" y="148316"/>
                  <a:pt x="89794" y="145664"/>
                </a:cubicBezTo>
                <a:lnTo>
                  <a:pt x="86685" y="141823"/>
                </a:lnTo>
                <a:cubicBezTo>
                  <a:pt x="84582" y="139263"/>
                  <a:pt x="83119" y="136337"/>
                  <a:pt x="82205" y="133228"/>
                </a:cubicBezTo>
                <a:cubicBezTo>
                  <a:pt x="81290" y="130028"/>
                  <a:pt x="81016" y="126827"/>
                  <a:pt x="81382" y="123535"/>
                </a:cubicBezTo>
                <a:cubicBezTo>
                  <a:pt x="81747" y="120244"/>
                  <a:pt x="82753" y="117135"/>
                  <a:pt x="84308" y="114209"/>
                </a:cubicBezTo>
                <a:cubicBezTo>
                  <a:pt x="85862" y="111374"/>
                  <a:pt x="87965" y="108905"/>
                  <a:pt x="90617" y="106802"/>
                </a:cubicBezTo>
                <a:cubicBezTo>
                  <a:pt x="93177" y="104699"/>
                  <a:pt x="96012" y="103236"/>
                  <a:pt x="99212" y="102321"/>
                </a:cubicBezTo>
                <a:cubicBezTo>
                  <a:pt x="102413" y="101407"/>
                  <a:pt x="105613" y="101133"/>
                  <a:pt x="108905" y="101498"/>
                </a:cubicBezTo>
                <a:cubicBezTo>
                  <a:pt x="112197" y="101864"/>
                  <a:pt x="115306" y="102870"/>
                  <a:pt x="118140" y="104424"/>
                </a:cubicBezTo>
                <a:cubicBezTo>
                  <a:pt x="121067" y="106070"/>
                  <a:pt x="123535" y="108082"/>
                  <a:pt x="125639" y="110734"/>
                </a:cubicBezTo>
              </a:path>
              <a:path w="3887754" h="1096183">
                <a:moveTo>
                  <a:pt x="131856" y="118506"/>
                </a:moveTo>
                <a:lnTo>
                  <a:pt x="134965" y="122347"/>
                </a:lnTo>
                <a:cubicBezTo>
                  <a:pt x="137069" y="124907"/>
                  <a:pt x="138532" y="127833"/>
                  <a:pt x="139446" y="131034"/>
                </a:cubicBezTo>
                <a:cubicBezTo>
                  <a:pt x="140360" y="134142"/>
                  <a:pt x="140635" y="137434"/>
                  <a:pt x="140269" y="140635"/>
                </a:cubicBezTo>
                <a:cubicBezTo>
                  <a:pt x="139903" y="143927"/>
                  <a:pt x="138897" y="147036"/>
                  <a:pt x="137343" y="149962"/>
                </a:cubicBezTo>
                <a:cubicBezTo>
                  <a:pt x="135788" y="152796"/>
                  <a:pt x="133685" y="155265"/>
                  <a:pt x="131034" y="157368"/>
                </a:cubicBezTo>
                <a:cubicBezTo>
                  <a:pt x="128473" y="159471"/>
                  <a:pt x="125639" y="160934"/>
                  <a:pt x="122438" y="161849"/>
                </a:cubicBezTo>
                <a:cubicBezTo>
                  <a:pt x="119238" y="162763"/>
                  <a:pt x="116037" y="163038"/>
                  <a:pt x="112746" y="162672"/>
                </a:cubicBezTo>
                <a:cubicBezTo>
                  <a:pt x="109454" y="162306"/>
                  <a:pt x="106345" y="161300"/>
                  <a:pt x="103510" y="159746"/>
                </a:cubicBezTo>
                <a:cubicBezTo>
                  <a:pt x="100584" y="158191"/>
                  <a:pt x="98115" y="156088"/>
                  <a:pt x="96012" y="153436"/>
                </a:cubicBezTo>
                <a:lnTo>
                  <a:pt x="92903" y="149596"/>
                </a:lnTo>
                <a:cubicBezTo>
                  <a:pt x="90891" y="147036"/>
                  <a:pt x="89337" y="144109"/>
                  <a:pt x="88422" y="141000"/>
                </a:cubicBezTo>
                <a:cubicBezTo>
                  <a:pt x="87508" y="137800"/>
                  <a:pt x="87234" y="134600"/>
                  <a:pt x="87600" y="131308"/>
                </a:cubicBezTo>
                <a:cubicBezTo>
                  <a:pt x="87965" y="128016"/>
                  <a:pt x="88971" y="124907"/>
                  <a:pt x="90526" y="121981"/>
                </a:cubicBezTo>
                <a:cubicBezTo>
                  <a:pt x="92172" y="119146"/>
                  <a:pt x="94183" y="116677"/>
                  <a:pt x="96835" y="114574"/>
                </a:cubicBezTo>
                <a:cubicBezTo>
                  <a:pt x="99395" y="112563"/>
                  <a:pt x="102230" y="111008"/>
                  <a:pt x="105430" y="110094"/>
                </a:cubicBezTo>
                <a:cubicBezTo>
                  <a:pt x="108631" y="109179"/>
                  <a:pt x="111831" y="108905"/>
                  <a:pt x="115123" y="109271"/>
                </a:cubicBezTo>
                <a:cubicBezTo>
                  <a:pt x="118415" y="109637"/>
                  <a:pt x="121524" y="110642"/>
                  <a:pt x="124450" y="112197"/>
                </a:cubicBezTo>
                <a:cubicBezTo>
                  <a:pt x="127284" y="113843"/>
                  <a:pt x="129753" y="115854"/>
                  <a:pt x="131856" y="118506"/>
                </a:cubicBezTo>
              </a:path>
              <a:path w="3887754" h="1096183">
                <a:moveTo>
                  <a:pt x="138074" y="126279"/>
                </a:moveTo>
                <a:lnTo>
                  <a:pt x="141183" y="130119"/>
                </a:lnTo>
                <a:cubicBezTo>
                  <a:pt x="143286" y="132679"/>
                  <a:pt x="144750" y="135606"/>
                  <a:pt x="145664" y="138806"/>
                </a:cubicBezTo>
                <a:cubicBezTo>
                  <a:pt x="146578" y="141915"/>
                  <a:pt x="146853" y="145207"/>
                  <a:pt x="146487" y="148407"/>
                </a:cubicBezTo>
                <a:cubicBezTo>
                  <a:pt x="146121" y="151699"/>
                  <a:pt x="145207" y="154808"/>
                  <a:pt x="143561" y="157734"/>
                </a:cubicBezTo>
                <a:cubicBezTo>
                  <a:pt x="142006" y="160569"/>
                  <a:pt x="139903" y="163129"/>
                  <a:pt x="137343" y="165141"/>
                </a:cubicBezTo>
                <a:cubicBezTo>
                  <a:pt x="134691" y="167244"/>
                  <a:pt x="131856" y="168707"/>
                  <a:pt x="128656" y="169621"/>
                </a:cubicBezTo>
                <a:cubicBezTo>
                  <a:pt x="125456" y="170536"/>
                  <a:pt x="122255" y="170810"/>
                  <a:pt x="118963" y="170444"/>
                </a:cubicBezTo>
                <a:cubicBezTo>
                  <a:pt x="115672" y="170078"/>
                  <a:pt x="112563" y="169073"/>
                  <a:pt x="109728" y="167518"/>
                </a:cubicBezTo>
                <a:cubicBezTo>
                  <a:pt x="106802" y="165964"/>
                  <a:pt x="104333" y="163860"/>
                  <a:pt x="102230" y="161300"/>
                </a:cubicBezTo>
                <a:lnTo>
                  <a:pt x="99121" y="157368"/>
                </a:lnTo>
                <a:cubicBezTo>
                  <a:pt x="97109" y="154808"/>
                  <a:pt x="95555" y="151882"/>
                  <a:pt x="94640" y="148773"/>
                </a:cubicBezTo>
                <a:cubicBezTo>
                  <a:pt x="93726" y="145572"/>
                  <a:pt x="93452" y="142372"/>
                  <a:pt x="93817" y="139080"/>
                </a:cubicBezTo>
                <a:cubicBezTo>
                  <a:pt x="94183" y="135788"/>
                  <a:pt x="95189" y="132679"/>
                  <a:pt x="96744" y="129753"/>
                </a:cubicBezTo>
                <a:cubicBezTo>
                  <a:pt x="98389" y="126919"/>
                  <a:pt x="100493" y="124450"/>
                  <a:pt x="103053" y="122347"/>
                </a:cubicBezTo>
                <a:cubicBezTo>
                  <a:pt x="105613" y="120335"/>
                  <a:pt x="108539" y="118781"/>
                  <a:pt x="111648" y="117866"/>
                </a:cubicBezTo>
                <a:cubicBezTo>
                  <a:pt x="114849" y="116952"/>
                  <a:pt x="118049" y="116677"/>
                  <a:pt x="121341" y="117043"/>
                </a:cubicBezTo>
                <a:cubicBezTo>
                  <a:pt x="124633" y="117409"/>
                  <a:pt x="127742" y="118415"/>
                  <a:pt x="130668" y="119969"/>
                </a:cubicBezTo>
                <a:cubicBezTo>
                  <a:pt x="133502" y="121615"/>
                  <a:pt x="136063" y="123718"/>
                  <a:pt x="138074" y="126279"/>
                </a:cubicBezTo>
              </a:path>
              <a:path w="3887754" h="1096183">
                <a:moveTo>
                  <a:pt x="144292" y="134051"/>
                </a:moveTo>
                <a:lnTo>
                  <a:pt x="147401" y="137892"/>
                </a:lnTo>
                <a:cubicBezTo>
                  <a:pt x="149504" y="140543"/>
                  <a:pt x="150967" y="143378"/>
                  <a:pt x="151882" y="146578"/>
                </a:cubicBezTo>
                <a:cubicBezTo>
                  <a:pt x="152796" y="149687"/>
                  <a:pt x="153071" y="152979"/>
                  <a:pt x="152705" y="156271"/>
                </a:cubicBezTo>
                <a:cubicBezTo>
                  <a:pt x="152339" y="159471"/>
                  <a:pt x="151425" y="162580"/>
                  <a:pt x="149779" y="165506"/>
                </a:cubicBezTo>
                <a:cubicBezTo>
                  <a:pt x="148224" y="168432"/>
                  <a:pt x="146121" y="170901"/>
                  <a:pt x="143561" y="172913"/>
                </a:cubicBezTo>
                <a:cubicBezTo>
                  <a:pt x="141000" y="175016"/>
                  <a:pt x="138074" y="176479"/>
                  <a:pt x="134874" y="177394"/>
                </a:cubicBezTo>
                <a:cubicBezTo>
                  <a:pt x="131765" y="178308"/>
                  <a:pt x="128473" y="178582"/>
                  <a:pt x="125181" y="178217"/>
                </a:cubicBezTo>
                <a:cubicBezTo>
                  <a:pt x="121890" y="177851"/>
                  <a:pt x="118872" y="176936"/>
                  <a:pt x="115946" y="175290"/>
                </a:cubicBezTo>
                <a:cubicBezTo>
                  <a:pt x="113020" y="173736"/>
                  <a:pt x="110551" y="171633"/>
                  <a:pt x="108448" y="169073"/>
                </a:cubicBezTo>
                <a:lnTo>
                  <a:pt x="105339" y="165141"/>
                </a:lnTo>
                <a:cubicBezTo>
                  <a:pt x="103327" y="162580"/>
                  <a:pt x="101773" y="159654"/>
                  <a:pt x="100858" y="156545"/>
                </a:cubicBezTo>
                <a:cubicBezTo>
                  <a:pt x="99944" y="153345"/>
                  <a:pt x="99670" y="150144"/>
                  <a:pt x="100035" y="146853"/>
                </a:cubicBezTo>
                <a:cubicBezTo>
                  <a:pt x="100401" y="143561"/>
                  <a:pt x="101407" y="140452"/>
                  <a:pt x="102961" y="137617"/>
                </a:cubicBezTo>
                <a:cubicBezTo>
                  <a:pt x="104607" y="134691"/>
                  <a:pt x="106710" y="132222"/>
                  <a:pt x="109271" y="130119"/>
                </a:cubicBezTo>
                <a:cubicBezTo>
                  <a:pt x="111831" y="128107"/>
                  <a:pt x="114757" y="126553"/>
                  <a:pt x="117866" y="125639"/>
                </a:cubicBezTo>
                <a:cubicBezTo>
                  <a:pt x="121067" y="124724"/>
                  <a:pt x="124358" y="124450"/>
                  <a:pt x="127559" y="124816"/>
                </a:cubicBezTo>
                <a:cubicBezTo>
                  <a:pt x="130851" y="125181"/>
                  <a:pt x="133960" y="126187"/>
                  <a:pt x="136886" y="127742"/>
                </a:cubicBezTo>
                <a:cubicBezTo>
                  <a:pt x="139812" y="129388"/>
                  <a:pt x="142281" y="131491"/>
                  <a:pt x="144292" y="134051"/>
                </a:cubicBezTo>
              </a:path>
              <a:path w="3887754" h="1096183">
                <a:moveTo>
                  <a:pt x="150510" y="141823"/>
                </a:moveTo>
                <a:lnTo>
                  <a:pt x="153711" y="145664"/>
                </a:lnTo>
                <a:cubicBezTo>
                  <a:pt x="155722" y="148316"/>
                  <a:pt x="157185" y="151150"/>
                  <a:pt x="158100" y="154351"/>
                </a:cubicBezTo>
                <a:cubicBezTo>
                  <a:pt x="159106" y="157460"/>
                  <a:pt x="159380" y="160752"/>
                  <a:pt x="159014" y="164043"/>
                </a:cubicBezTo>
                <a:cubicBezTo>
                  <a:pt x="158648" y="167335"/>
                  <a:pt x="157643" y="170353"/>
                  <a:pt x="155997" y="173279"/>
                </a:cubicBezTo>
                <a:cubicBezTo>
                  <a:pt x="154442" y="176205"/>
                  <a:pt x="152339" y="178674"/>
                  <a:pt x="149779" y="180685"/>
                </a:cubicBezTo>
                <a:cubicBezTo>
                  <a:pt x="147218" y="182789"/>
                  <a:pt x="144292" y="184252"/>
                  <a:pt x="141092" y="185166"/>
                </a:cubicBezTo>
                <a:cubicBezTo>
                  <a:pt x="137983" y="186080"/>
                  <a:pt x="134691" y="186355"/>
                  <a:pt x="131399" y="185989"/>
                </a:cubicBezTo>
                <a:cubicBezTo>
                  <a:pt x="128107" y="185623"/>
                  <a:pt x="125090" y="184709"/>
                  <a:pt x="122164" y="183063"/>
                </a:cubicBezTo>
                <a:cubicBezTo>
                  <a:pt x="119238" y="181508"/>
                  <a:pt x="116769" y="179405"/>
                  <a:pt x="114757" y="176845"/>
                </a:cubicBezTo>
                <a:lnTo>
                  <a:pt x="111648" y="172913"/>
                </a:lnTo>
                <a:cubicBezTo>
                  <a:pt x="109545" y="170353"/>
                  <a:pt x="108082" y="167518"/>
                  <a:pt x="107168" y="164318"/>
                </a:cubicBezTo>
                <a:cubicBezTo>
                  <a:pt x="106162" y="161117"/>
                  <a:pt x="105888" y="157917"/>
                  <a:pt x="106253" y="154625"/>
                </a:cubicBezTo>
                <a:cubicBezTo>
                  <a:pt x="106619" y="151333"/>
                  <a:pt x="107625" y="148224"/>
                  <a:pt x="109271" y="145390"/>
                </a:cubicBezTo>
                <a:cubicBezTo>
                  <a:pt x="110825" y="142464"/>
                  <a:pt x="112928" y="139995"/>
                  <a:pt x="115489" y="137892"/>
                </a:cubicBezTo>
                <a:cubicBezTo>
                  <a:pt x="118049" y="135880"/>
                  <a:pt x="120975" y="134325"/>
                  <a:pt x="124176" y="133411"/>
                </a:cubicBezTo>
                <a:cubicBezTo>
                  <a:pt x="127284" y="132497"/>
                  <a:pt x="130576" y="132222"/>
                  <a:pt x="133868" y="132588"/>
                </a:cubicBezTo>
                <a:cubicBezTo>
                  <a:pt x="137160" y="132954"/>
                  <a:pt x="140178" y="133960"/>
                  <a:pt x="143104" y="135514"/>
                </a:cubicBezTo>
                <a:cubicBezTo>
                  <a:pt x="146030" y="137160"/>
                  <a:pt x="148499" y="139263"/>
                  <a:pt x="150510" y="141823"/>
                </a:cubicBezTo>
              </a:path>
              <a:path w="3887754" h="1096183">
                <a:moveTo>
                  <a:pt x="156820" y="149596"/>
                </a:moveTo>
                <a:lnTo>
                  <a:pt x="159929" y="153436"/>
                </a:lnTo>
                <a:cubicBezTo>
                  <a:pt x="161940" y="156088"/>
                  <a:pt x="163495" y="158923"/>
                  <a:pt x="164409" y="162123"/>
                </a:cubicBezTo>
                <a:cubicBezTo>
                  <a:pt x="165324" y="165324"/>
                  <a:pt x="165598" y="168524"/>
                  <a:pt x="165232" y="171816"/>
                </a:cubicBezTo>
                <a:cubicBezTo>
                  <a:pt x="164866" y="175108"/>
                  <a:pt x="163860" y="178125"/>
                  <a:pt x="162306" y="181051"/>
                </a:cubicBezTo>
                <a:cubicBezTo>
                  <a:pt x="160660" y="183977"/>
                  <a:pt x="158557" y="186446"/>
                  <a:pt x="155997" y="188458"/>
                </a:cubicBezTo>
                <a:cubicBezTo>
                  <a:pt x="153436" y="190561"/>
                  <a:pt x="150510" y="192024"/>
                  <a:pt x="147401" y="192938"/>
                </a:cubicBezTo>
                <a:cubicBezTo>
                  <a:pt x="144201" y="193853"/>
                  <a:pt x="141000" y="194127"/>
                  <a:pt x="137709" y="193761"/>
                </a:cubicBezTo>
                <a:cubicBezTo>
                  <a:pt x="134417" y="193396"/>
                  <a:pt x="131308" y="192481"/>
                  <a:pt x="128382" y="190835"/>
                </a:cubicBezTo>
                <a:cubicBezTo>
                  <a:pt x="125456" y="189281"/>
                  <a:pt x="122987" y="187178"/>
                  <a:pt x="120975" y="184617"/>
                </a:cubicBezTo>
                <a:lnTo>
                  <a:pt x="117866" y="180685"/>
                </a:lnTo>
                <a:cubicBezTo>
                  <a:pt x="115763" y="178125"/>
                  <a:pt x="114300" y="175290"/>
                  <a:pt x="113386" y="172090"/>
                </a:cubicBezTo>
                <a:cubicBezTo>
                  <a:pt x="112471" y="168890"/>
                  <a:pt x="112197" y="165689"/>
                  <a:pt x="112563" y="162397"/>
                </a:cubicBezTo>
                <a:cubicBezTo>
                  <a:pt x="112928" y="159106"/>
                  <a:pt x="113843" y="155997"/>
                  <a:pt x="115489" y="153162"/>
                </a:cubicBezTo>
                <a:cubicBezTo>
                  <a:pt x="117043" y="150236"/>
                  <a:pt x="119146" y="147767"/>
                  <a:pt x="121707" y="145664"/>
                </a:cubicBezTo>
                <a:cubicBezTo>
                  <a:pt x="124358" y="143652"/>
                  <a:pt x="127193" y="142189"/>
                  <a:pt x="130393" y="141183"/>
                </a:cubicBezTo>
                <a:cubicBezTo>
                  <a:pt x="133502" y="140269"/>
                  <a:pt x="136794" y="139995"/>
                  <a:pt x="140086" y="140360"/>
                </a:cubicBezTo>
                <a:cubicBezTo>
                  <a:pt x="143378" y="140726"/>
                  <a:pt x="146395" y="141732"/>
                  <a:pt x="149322" y="143378"/>
                </a:cubicBezTo>
                <a:cubicBezTo>
                  <a:pt x="152248" y="144932"/>
                  <a:pt x="154716" y="147036"/>
                  <a:pt x="156820" y="149596"/>
                </a:cubicBezTo>
              </a:path>
              <a:path w="3887754" h="1096183">
                <a:moveTo>
                  <a:pt x="163038" y="157368"/>
                </a:moveTo>
                <a:lnTo>
                  <a:pt x="166146" y="161300"/>
                </a:lnTo>
                <a:cubicBezTo>
                  <a:pt x="168158" y="163860"/>
                  <a:pt x="169713" y="166695"/>
                  <a:pt x="170627" y="169896"/>
                </a:cubicBezTo>
                <a:cubicBezTo>
                  <a:pt x="171541" y="173096"/>
                  <a:pt x="171816" y="176296"/>
                  <a:pt x="171450" y="179588"/>
                </a:cubicBezTo>
                <a:cubicBezTo>
                  <a:pt x="171084" y="182880"/>
                  <a:pt x="170078" y="185898"/>
                  <a:pt x="168524" y="188824"/>
                </a:cubicBezTo>
                <a:cubicBezTo>
                  <a:pt x="166878" y="191750"/>
                  <a:pt x="164775" y="194219"/>
                  <a:pt x="162215" y="196230"/>
                </a:cubicBezTo>
                <a:cubicBezTo>
                  <a:pt x="159654" y="198333"/>
                  <a:pt x="156728" y="199796"/>
                  <a:pt x="153619" y="200711"/>
                </a:cubicBezTo>
                <a:cubicBezTo>
                  <a:pt x="150419" y="201625"/>
                  <a:pt x="147218" y="201900"/>
                  <a:pt x="143927" y="201534"/>
                </a:cubicBezTo>
                <a:cubicBezTo>
                  <a:pt x="140635" y="201168"/>
                  <a:pt x="137526" y="200254"/>
                  <a:pt x="134600" y="198608"/>
                </a:cubicBezTo>
                <a:cubicBezTo>
                  <a:pt x="131765" y="197053"/>
                  <a:pt x="129205" y="194950"/>
                  <a:pt x="127193" y="192390"/>
                </a:cubicBezTo>
                <a:lnTo>
                  <a:pt x="124084" y="188458"/>
                </a:lnTo>
                <a:cubicBezTo>
                  <a:pt x="121981" y="185898"/>
                  <a:pt x="120518" y="183063"/>
                  <a:pt x="119604" y="179862"/>
                </a:cubicBezTo>
                <a:cubicBezTo>
                  <a:pt x="118689" y="176662"/>
                  <a:pt x="118415" y="173462"/>
                  <a:pt x="118781" y="170170"/>
                </a:cubicBezTo>
                <a:cubicBezTo>
                  <a:pt x="119146" y="166878"/>
                  <a:pt x="120061" y="163769"/>
                  <a:pt x="121707" y="160934"/>
                </a:cubicBezTo>
                <a:cubicBezTo>
                  <a:pt x="123261" y="158008"/>
                  <a:pt x="125364" y="155539"/>
                  <a:pt x="127925" y="153436"/>
                </a:cubicBezTo>
                <a:cubicBezTo>
                  <a:pt x="130576" y="151425"/>
                  <a:pt x="133411" y="149962"/>
                  <a:pt x="136611" y="149047"/>
                </a:cubicBezTo>
                <a:cubicBezTo>
                  <a:pt x="139812" y="148133"/>
                  <a:pt x="143012" y="147767"/>
                  <a:pt x="146304" y="148133"/>
                </a:cubicBezTo>
                <a:cubicBezTo>
                  <a:pt x="149596" y="148499"/>
                  <a:pt x="152705" y="149504"/>
                  <a:pt x="155539" y="151150"/>
                </a:cubicBezTo>
                <a:cubicBezTo>
                  <a:pt x="158466" y="152705"/>
                  <a:pt x="160934" y="154808"/>
                  <a:pt x="163038" y="157368"/>
                </a:cubicBezTo>
              </a:path>
              <a:path w="3887754" h="1096183">
                <a:moveTo>
                  <a:pt x="169255" y="165141"/>
                </a:moveTo>
                <a:lnTo>
                  <a:pt x="172364" y="169073"/>
                </a:lnTo>
                <a:cubicBezTo>
                  <a:pt x="174468" y="171633"/>
                  <a:pt x="175931" y="174468"/>
                  <a:pt x="176845" y="177668"/>
                </a:cubicBezTo>
                <a:cubicBezTo>
                  <a:pt x="177759" y="180868"/>
                  <a:pt x="178034" y="184069"/>
                  <a:pt x="177668" y="187361"/>
                </a:cubicBezTo>
                <a:cubicBezTo>
                  <a:pt x="177302" y="190652"/>
                  <a:pt x="176296" y="193761"/>
                  <a:pt x="174742" y="196596"/>
                </a:cubicBezTo>
                <a:cubicBezTo>
                  <a:pt x="173096" y="199522"/>
                  <a:pt x="171084" y="201991"/>
                  <a:pt x="168432" y="204094"/>
                </a:cubicBezTo>
                <a:cubicBezTo>
                  <a:pt x="165872" y="206106"/>
                  <a:pt x="163038" y="207569"/>
                  <a:pt x="159837" y="208483"/>
                </a:cubicBezTo>
                <a:cubicBezTo>
                  <a:pt x="156637" y="209398"/>
                  <a:pt x="153436" y="209763"/>
                  <a:pt x="150144" y="209398"/>
                </a:cubicBezTo>
                <a:cubicBezTo>
                  <a:pt x="146853" y="209032"/>
                  <a:pt x="143744" y="208026"/>
                  <a:pt x="140818" y="206380"/>
                </a:cubicBezTo>
                <a:cubicBezTo>
                  <a:pt x="137983" y="204826"/>
                  <a:pt x="135514" y="202722"/>
                  <a:pt x="133411" y="200162"/>
                </a:cubicBezTo>
                <a:lnTo>
                  <a:pt x="130302" y="196230"/>
                </a:lnTo>
                <a:cubicBezTo>
                  <a:pt x="128199" y="193670"/>
                  <a:pt x="126736" y="190835"/>
                  <a:pt x="125821" y="187635"/>
                </a:cubicBezTo>
                <a:cubicBezTo>
                  <a:pt x="124907" y="184434"/>
                  <a:pt x="124633" y="181234"/>
                  <a:pt x="124998" y="177942"/>
                </a:cubicBezTo>
                <a:cubicBezTo>
                  <a:pt x="125364" y="174650"/>
                  <a:pt x="126370" y="171633"/>
                  <a:pt x="127925" y="168707"/>
                </a:cubicBezTo>
                <a:cubicBezTo>
                  <a:pt x="129479" y="165781"/>
                  <a:pt x="131582" y="163312"/>
                  <a:pt x="134234" y="161300"/>
                </a:cubicBezTo>
                <a:cubicBezTo>
                  <a:pt x="136794" y="159197"/>
                  <a:pt x="139629" y="157734"/>
                  <a:pt x="142829" y="156820"/>
                </a:cubicBezTo>
                <a:cubicBezTo>
                  <a:pt x="146030" y="155905"/>
                  <a:pt x="149230" y="155631"/>
                  <a:pt x="152522" y="155997"/>
                </a:cubicBezTo>
                <a:cubicBezTo>
                  <a:pt x="155814" y="156362"/>
                  <a:pt x="158923" y="157277"/>
                  <a:pt x="161757" y="158923"/>
                </a:cubicBezTo>
                <a:cubicBezTo>
                  <a:pt x="164683" y="160477"/>
                  <a:pt x="167152" y="162580"/>
                  <a:pt x="169255" y="165141"/>
                </a:cubicBezTo>
              </a:path>
              <a:path w="3887754" h="1096183">
                <a:moveTo>
                  <a:pt x="175473" y="172913"/>
                </a:moveTo>
                <a:lnTo>
                  <a:pt x="178582" y="176845"/>
                </a:lnTo>
                <a:cubicBezTo>
                  <a:pt x="180685" y="179405"/>
                  <a:pt x="182148" y="182240"/>
                  <a:pt x="183063" y="185440"/>
                </a:cubicBezTo>
                <a:cubicBezTo>
                  <a:pt x="183977" y="188641"/>
                  <a:pt x="184252" y="191841"/>
                  <a:pt x="183886" y="195133"/>
                </a:cubicBezTo>
                <a:cubicBezTo>
                  <a:pt x="183520" y="198425"/>
                  <a:pt x="182514" y="201534"/>
                  <a:pt x="180960" y="204368"/>
                </a:cubicBezTo>
                <a:cubicBezTo>
                  <a:pt x="179405" y="207294"/>
                  <a:pt x="177302" y="209763"/>
                  <a:pt x="174650" y="211866"/>
                </a:cubicBezTo>
                <a:cubicBezTo>
                  <a:pt x="172090" y="213878"/>
                  <a:pt x="169255" y="215341"/>
                  <a:pt x="166055" y="216347"/>
                </a:cubicBezTo>
                <a:cubicBezTo>
                  <a:pt x="162855" y="217261"/>
                  <a:pt x="159654" y="217536"/>
                  <a:pt x="156362" y="217170"/>
                </a:cubicBezTo>
                <a:cubicBezTo>
                  <a:pt x="153071" y="216804"/>
                  <a:pt x="149962" y="215798"/>
                  <a:pt x="147127" y="214152"/>
                </a:cubicBezTo>
                <a:cubicBezTo>
                  <a:pt x="144201" y="212598"/>
                  <a:pt x="141732" y="210495"/>
                  <a:pt x="139629" y="207935"/>
                </a:cubicBezTo>
                <a:lnTo>
                  <a:pt x="136520" y="204003"/>
                </a:lnTo>
                <a:cubicBezTo>
                  <a:pt x="134508" y="201442"/>
                  <a:pt x="132954" y="198608"/>
                  <a:pt x="132039" y="195407"/>
                </a:cubicBezTo>
                <a:cubicBezTo>
                  <a:pt x="131125" y="192207"/>
                  <a:pt x="130851" y="189006"/>
                  <a:pt x="131216" y="185715"/>
                </a:cubicBezTo>
                <a:cubicBezTo>
                  <a:pt x="131582" y="182423"/>
                  <a:pt x="132588" y="179405"/>
                  <a:pt x="134142" y="176479"/>
                </a:cubicBezTo>
                <a:cubicBezTo>
                  <a:pt x="135788" y="173553"/>
                  <a:pt x="137800" y="171084"/>
                  <a:pt x="140452" y="169073"/>
                </a:cubicBezTo>
                <a:cubicBezTo>
                  <a:pt x="143012" y="166969"/>
                  <a:pt x="145847" y="165506"/>
                  <a:pt x="149047" y="164592"/>
                </a:cubicBezTo>
                <a:cubicBezTo>
                  <a:pt x="152248" y="163678"/>
                  <a:pt x="155448" y="163403"/>
                  <a:pt x="158740" y="163769"/>
                </a:cubicBezTo>
                <a:cubicBezTo>
                  <a:pt x="162032" y="164135"/>
                  <a:pt x="165141" y="165049"/>
                  <a:pt x="168067" y="166695"/>
                </a:cubicBezTo>
                <a:cubicBezTo>
                  <a:pt x="170901" y="168250"/>
                  <a:pt x="173370" y="170353"/>
                  <a:pt x="175473" y="172913"/>
                </a:cubicBezTo>
              </a:path>
              <a:path w="3887754" h="1096183">
                <a:moveTo>
                  <a:pt x="181691" y="180685"/>
                </a:moveTo>
                <a:lnTo>
                  <a:pt x="184800" y="184617"/>
                </a:lnTo>
                <a:cubicBezTo>
                  <a:pt x="186903" y="187178"/>
                  <a:pt x="188366" y="190012"/>
                  <a:pt x="189281" y="193213"/>
                </a:cubicBezTo>
                <a:cubicBezTo>
                  <a:pt x="190195" y="196413"/>
                  <a:pt x="190470" y="199614"/>
                  <a:pt x="190104" y="202905"/>
                </a:cubicBezTo>
                <a:cubicBezTo>
                  <a:pt x="189738" y="206197"/>
                  <a:pt x="188824" y="209306"/>
                  <a:pt x="187178" y="212141"/>
                </a:cubicBezTo>
                <a:cubicBezTo>
                  <a:pt x="185623" y="215067"/>
                  <a:pt x="183520" y="217536"/>
                  <a:pt x="180960" y="219639"/>
                </a:cubicBezTo>
                <a:cubicBezTo>
                  <a:pt x="178308" y="221651"/>
                  <a:pt x="175473" y="223205"/>
                  <a:pt x="172273" y="224119"/>
                </a:cubicBezTo>
                <a:cubicBezTo>
                  <a:pt x="169073" y="225034"/>
                  <a:pt x="165872" y="225308"/>
                  <a:pt x="162580" y="224942"/>
                </a:cubicBezTo>
                <a:cubicBezTo>
                  <a:pt x="159288" y="224577"/>
                  <a:pt x="156180" y="223571"/>
                  <a:pt x="153345" y="222016"/>
                </a:cubicBezTo>
                <a:cubicBezTo>
                  <a:pt x="150419" y="220370"/>
                  <a:pt x="147950" y="218267"/>
                  <a:pt x="145847" y="215707"/>
                </a:cubicBezTo>
                <a:lnTo>
                  <a:pt x="142738" y="211866"/>
                </a:lnTo>
                <a:cubicBezTo>
                  <a:pt x="140726" y="209215"/>
                  <a:pt x="139172" y="206380"/>
                  <a:pt x="138257" y="203180"/>
                </a:cubicBezTo>
                <a:cubicBezTo>
                  <a:pt x="137343" y="200071"/>
                  <a:pt x="137069" y="196779"/>
                  <a:pt x="137434" y="193487"/>
                </a:cubicBezTo>
                <a:cubicBezTo>
                  <a:pt x="137800" y="190195"/>
                  <a:pt x="138806" y="187178"/>
                  <a:pt x="140360" y="184252"/>
                </a:cubicBezTo>
                <a:cubicBezTo>
                  <a:pt x="142006" y="181326"/>
                  <a:pt x="144109" y="178857"/>
                  <a:pt x="146670" y="176845"/>
                </a:cubicBezTo>
                <a:cubicBezTo>
                  <a:pt x="149230" y="174742"/>
                  <a:pt x="152156" y="173279"/>
                  <a:pt x="155265" y="172364"/>
                </a:cubicBezTo>
                <a:cubicBezTo>
                  <a:pt x="158466" y="171450"/>
                  <a:pt x="161666" y="171176"/>
                  <a:pt x="164958" y="171541"/>
                </a:cubicBezTo>
                <a:cubicBezTo>
                  <a:pt x="168250" y="171907"/>
                  <a:pt x="171359" y="172822"/>
                  <a:pt x="174285" y="174468"/>
                </a:cubicBezTo>
                <a:cubicBezTo>
                  <a:pt x="177119" y="176022"/>
                  <a:pt x="179680" y="178125"/>
                  <a:pt x="181691" y="180685"/>
                </a:cubicBezTo>
              </a:path>
              <a:path w="3887754" h="1096183">
                <a:moveTo>
                  <a:pt x="187909" y="188458"/>
                </a:moveTo>
                <a:lnTo>
                  <a:pt x="191018" y="192390"/>
                </a:lnTo>
                <a:cubicBezTo>
                  <a:pt x="193121" y="194950"/>
                  <a:pt x="194584" y="197876"/>
                  <a:pt x="195499" y="200985"/>
                </a:cubicBezTo>
                <a:cubicBezTo>
                  <a:pt x="196413" y="204186"/>
                  <a:pt x="196687" y="207386"/>
                  <a:pt x="196322" y="210678"/>
                </a:cubicBezTo>
                <a:cubicBezTo>
                  <a:pt x="195956" y="213970"/>
                  <a:pt x="195042" y="217079"/>
                  <a:pt x="193396" y="219913"/>
                </a:cubicBezTo>
                <a:cubicBezTo>
                  <a:pt x="191841" y="222839"/>
                  <a:pt x="189738" y="225308"/>
                  <a:pt x="187178" y="227411"/>
                </a:cubicBezTo>
                <a:cubicBezTo>
                  <a:pt x="184617" y="229423"/>
                  <a:pt x="181691" y="230977"/>
                  <a:pt x="178491" y="231892"/>
                </a:cubicBezTo>
                <a:cubicBezTo>
                  <a:pt x="175382" y="232806"/>
                  <a:pt x="172090" y="233081"/>
                  <a:pt x="168798" y="232715"/>
                </a:cubicBezTo>
                <a:cubicBezTo>
                  <a:pt x="165506" y="232349"/>
                  <a:pt x="162489" y="231343"/>
                  <a:pt x="159563" y="229789"/>
                </a:cubicBezTo>
                <a:cubicBezTo>
                  <a:pt x="156637" y="228143"/>
                  <a:pt x="154168" y="226040"/>
                  <a:pt x="152065" y="223479"/>
                </a:cubicBezTo>
                <a:lnTo>
                  <a:pt x="148956" y="219639"/>
                </a:lnTo>
                <a:cubicBezTo>
                  <a:pt x="146944" y="216987"/>
                  <a:pt x="145390" y="214152"/>
                  <a:pt x="144475" y="210952"/>
                </a:cubicBezTo>
                <a:cubicBezTo>
                  <a:pt x="143561" y="207843"/>
                  <a:pt x="143286" y="204551"/>
                  <a:pt x="143652" y="201259"/>
                </a:cubicBezTo>
                <a:cubicBezTo>
                  <a:pt x="144018" y="198059"/>
                  <a:pt x="145024" y="194950"/>
                  <a:pt x="146578" y="192024"/>
                </a:cubicBezTo>
                <a:cubicBezTo>
                  <a:pt x="148224" y="189098"/>
                  <a:pt x="150327" y="186629"/>
                  <a:pt x="152888" y="184617"/>
                </a:cubicBezTo>
                <a:cubicBezTo>
                  <a:pt x="155448" y="182514"/>
                  <a:pt x="158374" y="181051"/>
                  <a:pt x="161483" y="180137"/>
                </a:cubicBezTo>
                <a:cubicBezTo>
                  <a:pt x="164683" y="179222"/>
                  <a:pt x="167975" y="178948"/>
                  <a:pt x="171176" y="179314"/>
                </a:cubicBezTo>
                <a:cubicBezTo>
                  <a:pt x="174468" y="179680"/>
                  <a:pt x="177576" y="180594"/>
                  <a:pt x="180503" y="182240"/>
                </a:cubicBezTo>
                <a:cubicBezTo>
                  <a:pt x="183429" y="183794"/>
                  <a:pt x="185898" y="185898"/>
                  <a:pt x="187909" y="188458"/>
                </a:cubicBezTo>
              </a:path>
              <a:path w="3887754" h="1096183">
                <a:moveTo>
                  <a:pt x="194127" y="196230"/>
                </a:moveTo>
                <a:lnTo>
                  <a:pt x="197328" y="200162"/>
                </a:lnTo>
                <a:cubicBezTo>
                  <a:pt x="199339" y="202722"/>
                  <a:pt x="200802" y="205649"/>
                  <a:pt x="201717" y="208758"/>
                </a:cubicBezTo>
                <a:cubicBezTo>
                  <a:pt x="202722" y="211958"/>
                  <a:pt x="202997" y="215158"/>
                  <a:pt x="202631" y="218450"/>
                </a:cubicBezTo>
                <a:cubicBezTo>
                  <a:pt x="202265" y="221742"/>
                  <a:pt x="201259" y="224851"/>
                  <a:pt x="199614" y="227777"/>
                </a:cubicBezTo>
                <a:cubicBezTo>
                  <a:pt x="198059" y="230612"/>
                  <a:pt x="195956" y="233081"/>
                  <a:pt x="193396" y="235184"/>
                </a:cubicBezTo>
                <a:cubicBezTo>
                  <a:pt x="190835" y="237195"/>
                  <a:pt x="187909" y="238750"/>
                  <a:pt x="184709" y="239664"/>
                </a:cubicBezTo>
                <a:cubicBezTo>
                  <a:pt x="181600" y="240579"/>
                  <a:pt x="178308" y="240853"/>
                  <a:pt x="175016" y="240487"/>
                </a:cubicBezTo>
                <a:cubicBezTo>
                  <a:pt x="171816" y="240121"/>
                  <a:pt x="168707" y="239116"/>
                  <a:pt x="165781" y="237561"/>
                </a:cubicBezTo>
                <a:cubicBezTo>
                  <a:pt x="162855" y="235915"/>
                  <a:pt x="160386" y="233812"/>
                  <a:pt x="158374" y="231252"/>
                </a:cubicBezTo>
                <a:lnTo>
                  <a:pt x="155265" y="227411"/>
                </a:lnTo>
                <a:cubicBezTo>
                  <a:pt x="153162" y="224851"/>
                  <a:pt x="151699" y="221925"/>
                  <a:pt x="150785" y="218724"/>
                </a:cubicBezTo>
                <a:cubicBezTo>
                  <a:pt x="149779" y="215616"/>
                  <a:pt x="149504" y="212324"/>
                  <a:pt x="149870" y="209032"/>
                </a:cubicBezTo>
                <a:cubicBezTo>
                  <a:pt x="150236" y="205831"/>
                  <a:pt x="151242" y="202722"/>
                  <a:pt x="152888" y="199796"/>
                </a:cubicBezTo>
                <a:cubicBezTo>
                  <a:pt x="154442" y="196962"/>
                  <a:pt x="156545" y="194401"/>
                  <a:pt x="159106" y="192390"/>
                </a:cubicBezTo>
                <a:cubicBezTo>
                  <a:pt x="161666" y="190287"/>
                  <a:pt x="164592" y="188824"/>
                  <a:pt x="167792" y="187909"/>
                </a:cubicBezTo>
                <a:cubicBezTo>
                  <a:pt x="170901" y="186995"/>
                  <a:pt x="174193" y="186720"/>
                  <a:pt x="177485" y="187086"/>
                </a:cubicBezTo>
                <a:cubicBezTo>
                  <a:pt x="180777" y="187452"/>
                  <a:pt x="183794" y="188458"/>
                  <a:pt x="186720" y="190012"/>
                </a:cubicBezTo>
                <a:cubicBezTo>
                  <a:pt x="189647" y="191567"/>
                  <a:pt x="192115" y="193670"/>
                  <a:pt x="194127" y="196230"/>
                </a:cubicBezTo>
              </a:path>
              <a:path w="3887754" h="1096183">
                <a:moveTo>
                  <a:pt x="200436" y="204003"/>
                </a:moveTo>
                <a:lnTo>
                  <a:pt x="203545" y="207935"/>
                </a:lnTo>
                <a:cubicBezTo>
                  <a:pt x="205557" y="210495"/>
                  <a:pt x="207112" y="213421"/>
                  <a:pt x="208026" y="216530"/>
                </a:cubicBezTo>
                <a:cubicBezTo>
                  <a:pt x="208940" y="219730"/>
                  <a:pt x="209215" y="222931"/>
                  <a:pt x="208849" y="226223"/>
                </a:cubicBezTo>
                <a:cubicBezTo>
                  <a:pt x="208483" y="229514"/>
                  <a:pt x="207477" y="232623"/>
                  <a:pt x="205923" y="235549"/>
                </a:cubicBezTo>
                <a:cubicBezTo>
                  <a:pt x="204277" y="238384"/>
                  <a:pt x="202174" y="240853"/>
                  <a:pt x="199614" y="242956"/>
                </a:cubicBezTo>
                <a:cubicBezTo>
                  <a:pt x="197053" y="244968"/>
                  <a:pt x="194127" y="246522"/>
                  <a:pt x="191018" y="247437"/>
                </a:cubicBezTo>
                <a:cubicBezTo>
                  <a:pt x="187818" y="248351"/>
                  <a:pt x="184617" y="248625"/>
                  <a:pt x="181326" y="248260"/>
                </a:cubicBezTo>
                <a:cubicBezTo>
                  <a:pt x="178034" y="247894"/>
                  <a:pt x="174925" y="246888"/>
                  <a:pt x="171999" y="245334"/>
                </a:cubicBezTo>
                <a:cubicBezTo>
                  <a:pt x="169073" y="243688"/>
                  <a:pt x="166604" y="241676"/>
                  <a:pt x="164592" y="239024"/>
                </a:cubicBezTo>
                <a:lnTo>
                  <a:pt x="161483" y="235184"/>
                </a:lnTo>
                <a:cubicBezTo>
                  <a:pt x="159380" y="232623"/>
                  <a:pt x="157917" y="229697"/>
                  <a:pt x="157002" y="226497"/>
                </a:cubicBezTo>
                <a:cubicBezTo>
                  <a:pt x="156088" y="223388"/>
                  <a:pt x="155814" y="220096"/>
                  <a:pt x="156180" y="216896"/>
                </a:cubicBezTo>
                <a:cubicBezTo>
                  <a:pt x="156545" y="213604"/>
                  <a:pt x="157460" y="210495"/>
                  <a:pt x="159106" y="207569"/>
                </a:cubicBezTo>
                <a:cubicBezTo>
                  <a:pt x="160660" y="204734"/>
                  <a:pt x="162763" y="202265"/>
                  <a:pt x="165324" y="200162"/>
                </a:cubicBezTo>
                <a:cubicBezTo>
                  <a:pt x="167975" y="198059"/>
                  <a:pt x="170810" y="196596"/>
                  <a:pt x="174010" y="195682"/>
                </a:cubicBezTo>
                <a:cubicBezTo>
                  <a:pt x="177119" y="194767"/>
                  <a:pt x="180411" y="194493"/>
                  <a:pt x="183703" y="194859"/>
                </a:cubicBezTo>
                <a:cubicBezTo>
                  <a:pt x="186995" y="195224"/>
                  <a:pt x="190012" y="196230"/>
                  <a:pt x="192938" y="197785"/>
                </a:cubicBezTo>
                <a:cubicBezTo>
                  <a:pt x="195864" y="199339"/>
                  <a:pt x="198333" y="201442"/>
                  <a:pt x="200436" y="204003"/>
                </a:cubicBezTo>
              </a:path>
              <a:path w="3887754" h="1096183">
                <a:moveTo>
                  <a:pt x="206654" y="211866"/>
                </a:moveTo>
                <a:lnTo>
                  <a:pt x="209763" y="215707"/>
                </a:lnTo>
                <a:cubicBezTo>
                  <a:pt x="211775" y="218267"/>
                  <a:pt x="213330" y="221193"/>
                  <a:pt x="214244" y="224302"/>
                </a:cubicBezTo>
                <a:cubicBezTo>
                  <a:pt x="215158" y="227503"/>
                  <a:pt x="215433" y="230703"/>
                  <a:pt x="215067" y="233995"/>
                </a:cubicBezTo>
                <a:cubicBezTo>
                  <a:pt x="214701" y="237287"/>
                  <a:pt x="213695" y="240396"/>
                  <a:pt x="212141" y="243322"/>
                </a:cubicBezTo>
                <a:cubicBezTo>
                  <a:pt x="210495" y="246156"/>
                  <a:pt x="208392" y="248625"/>
                  <a:pt x="205831" y="250728"/>
                </a:cubicBezTo>
                <a:cubicBezTo>
                  <a:pt x="203271" y="252832"/>
                  <a:pt x="200345" y="254295"/>
                  <a:pt x="197236" y="255209"/>
                </a:cubicBezTo>
                <a:cubicBezTo>
                  <a:pt x="194036" y="256123"/>
                  <a:pt x="190835" y="256398"/>
                  <a:pt x="187543" y="256032"/>
                </a:cubicBezTo>
                <a:cubicBezTo>
                  <a:pt x="184252" y="255666"/>
                  <a:pt x="181143" y="254660"/>
                  <a:pt x="178217" y="253106"/>
                </a:cubicBezTo>
                <a:cubicBezTo>
                  <a:pt x="175382" y="251460"/>
                  <a:pt x="172822" y="249448"/>
                  <a:pt x="170810" y="246797"/>
                </a:cubicBezTo>
                <a:lnTo>
                  <a:pt x="167701" y="242956"/>
                </a:lnTo>
                <a:cubicBezTo>
                  <a:pt x="165598" y="240396"/>
                  <a:pt x="164135" y="237470"/>
                  <a:pt x="163220" y="234361"/>
                </a:cubicBezTo>
                <a:cubicBezTo>
                  <a:pt x="162306" y="231160"/>
                  <a:pt x="162032" y="227960"/>
                  <a:pt x="162397" y="224668"/>
                </a:cubicBezTo>
                <a:cubicBezTo>
                  <a:pt x="162763" y="221376"/>
                  <a:pt x="163678" y="218267"/>
                  <a:pt x="165324" y="215341"/>
                </a:cubicBezTo>
                <a:cubicBezTo>
                  <a:pt x="166878" y="212507"/>
                  <a:pt x="168981" y="210038"/>
                  <a:pt x="171541" y="207935"/>
                </a:cubicBezTo>
                <a:cubicBezTo>
                  <a:pt x="174193" y="205831"/>
                  <a:pt x="177028" y="204368"/>
                  <a:pt x="180228" y="203454"/>
                </a:cubicBezTo>
                <a:cubicBezTo>
                  <a:pt x="183429" y="202540"/>
                  <a:pt x="186629" y="202265"/>
                  <a:pt x="189921" y="202631"/>
                </a:cubicBezTo>
                <a:cubicBezTo>
                  <a:pt x="193213" y="202997"/>
                  <a:pt x="196322" y="204003"/>
                  <a:pt x="199156" y="205557"/>
                </a:cubicBezTo>
                <a:cubicBezTo>
                  <a:pt x="202082" y="207203"/>
                  <a:pt x="204551" y="209215"/>
                  <a:pt x="206654" y="211866"/>
                </a:cubicBezTo>
              </a:path>
              <a:path w="3887754" h="1096183">
                <a:moveTo>
                  <a:pt x="212872" y="219639"/>
                </a:moveTo>
                <a:lnTo>
                  <a:pt x="215981" y="223479"/>
                </a:lnTo>
                <a:cubicBezTo>
                  <a:pt x="218084" y="226040"/>
                  <a:pt x="219547" y="228966"/>
                  <a:pt x="220462" y="232166"/>
                </a:cubicBezTo>
                <a:cubicBezTo>
                  <a:pt x="221376" y="235275"/>
                  <a:pt x="221651" y="238567"/>
                  <a:pt x="221285" y="241767"/>
                </a:cubicBezTo>
                <a:cubicBezTo>
                  <a:pt x="220919" y="245059"/>
                  <a:pt x="219913" y="248168"/>
                  <a:pt x="218359" y="251094"/>
                </a:cubicBezTo>
                <a:cubicBezTo>
                  <a:pt x="216713" y="253929"/>
                  <a:pt x="214701" y="256398"/>
                  <a:pt x="212049" y="258501"/>
                </a:cubicBezTo>
                <a:cubicBezTo>
                  <a:pt x="209489" y="260604"/>
                  <a:pt x="206654" y="262067"/>
                  <a:pt x="203454" y="262981"/>
                </a:cubicBezTo>
                <a:cubicBezTo>
                  <a:pt x="200254" y="263896"/>
                  <a:pt x="197053" y="264170"/>
                  <a:pt x="193761" y="263804"/>
                </a:cubicBezTo>
                <a:cubicBezTo>
                  <a:pt x="190470" y="263439"/>
                  <a:pt x="187361" y="262433"/>
                  <a:pt x="184434" y="260878"/>
                </a:cubicBezTo>
                <a:cubicBezTo>
                  <a:pt x="181600" y="259324"/>
                  <a:pt x="179131" y="257221"/>
                  <a:pt x="177028" y="254660"/>
                </a:cubicBezTo>
                <a:lnTo>
                  <a:pt x="173919" y="250728"/>
                </a:lnTo>
                <a:cubicBezTo>
                  <a:pt x="171816" y="248168"/>
                  <a:pt x="170353" y="245242"/>
                  <a:pt x="169438" y="242133"/>
                </a:cubicBezTo>
                <a:cubicBezTo>
                  <a:pt x="168524" y="238933"/>
                  <a:pt x="168250" y="235732"/>
                  <a:pt x="168615" y="232440"/>
                </a:cubicBezTo>
                <a:cubicBezTo>
                  <a:pt x="168981" y="229149"/>
                  <a:pt x="169987" y="226040"/>
                  <a:pt x="171541" y="223114"/>
                </a:cubicBezTo>
                <a:cubicBezTo>
                  <a:pt x="173096" y="220279"/>
                  <a:pt x="175199" y="217810"/>
                  <a:pt x="177851" y="215707"/>
                </a:cubicBezTo>
                <a:cubicBezTo>
                  <a:pt x="180411" y="213695"/>
                  <a:pt x="183246" y="212141"/>
                  <a:pt x="186446" y="211226"/>
                </a:cubicBezTo>
                <a:cubicBezTo>
                  <a:pt x="189647" y="210312"/>
                  <a:pt x="192847" y="210038"/>
                  <a:pt x="196139" y="210403"/>
                </a:cubicBezTo>
                <a:cubicBezTo>
                  <a:pt x="199431" y="210769"/>
                  <a:pt x="202540" y="211775"/>
                  <a:pt x="205374" y="213330"/>
                </a:cubicBezTo>
                <a:cubicBezTo>
                  <a:pt x="208300" y="214975"/>
                  <a:pt x="210769" y="216987"/>
                  <a:pt x="212872" y="219639"/>
                </a:cubicBezTo>
              </a:path>
              <a:path w="3887754" h="1096183">
                <a:moveTo>
                  <a:pt x="219090" y="227411"/>
                </a:moveTo>
                <a:lnTo>
                  <a:pt x="222199" y="231252"/>
                </a:lnTo>
                <a:cubicBezTo>
                  <a:pt x="224302" y="233812"/>
                  <a:pt x="225765" y="236738"/>
                  <a:pt x="226680" y="239939"/>
                </a:cubicBezTo>
                <a:cubicBezTo>
                  <a:pt x="227594" y="243048"/>
                  <a:pt x="227868" y="246339"/>
                  <a:pt x="227503" y="249631"/>
                </a:cubicBezTo>
                <a:cubicBezTo>
                  <a:pt x="227137" y="252832"/>
                  <a:pt x="226131" y="255941"/>
                  <a:pt x="224577" y="258867"/>
                </a:cubicBezTo>
                <a:cubicBezTo>
                  <a:pt x="223022" y="261701"/>
                  <a:pt x="220919" y="264262"/>
                  <a:pt x="218267" y="266273"/>
                </a:cubicBezTo>
                <a:cubicBezTo>
                  <a:pt x="215707" y="268376"/>
                  <a:pt x="212872" y="269839"/>
                  <a:pt x="209672" y="270754"/>
                </a:cubicBezTo>
                <a:cubicBezTo>
                  <a:pt x="206472" y="271668"/>
                  <a:pt x="203271" y="271943"/>
                  <a:pt x="199979" y="271577"/>
                </a:cubicBezTo>
                <a:cubicBezTo>
                  <a:pt x="196687" y="271211"/>
                  <a:pt x="193578" y="270205"/>
                  <a:pt x="190744" y="268651"/>
                </a:cubicBezTo>
                <a:cubicBezTo>
                  <a:pt x="187818" y="267096"/>
                  <a:pt x="185349" y="264993"/>
                  <a:pt x="183246" y="262433"/>
                </a:cubicBezTo>
                <a:lnTo>
                  <a:pt x="180137" y="258501"/>
                </a:lnTo>
                <a:cubicBezTo>
                  <a:pt x="178125" y="255941"/>
                  <a:pt x="176571" y="253014"/>
                  <a:pt x="175656" y="249906"/>
                </a:cubicBezTo>
                <a:cubicBezTo>
                  <a:pt x="174742" y="246705"/>
                  <a:pt x="174468" y="243505"/>
                  <a:pt x="174833" y="240213"/>
                </a:cubicBezTo>
                <a:cubicBezTo>
                  <a:pt x="175199" y="236921"/>
                  <a:pt x="176205" y="233812"/>
                  <a:pt x="177759" y="230886"/>
                </a:cubicBezTo>
                <a:cubicBezTo>
                  <a:pt x="179405" y="228051"/>
                  <a:pt x="181417" y="225582"/>
                  <a:pt x="184069" y="223479"/>
                </a:cubicBezTo>
                <a:cubicBezTo>
                  <a:pt x="186629" y="221468"/>
                  <a:pt x="189464" y="219913"/>
                  <a:pt x="192664" y="218999"/>
                </a:cubicBezTo>
                <a:cubicBezTo>
                  <a:pt x="195864" y="218084"/>
                  <a:pt x="199065" y="217810"/>
                  <a:pt x="202357" y="218176"/>
                </a:cubicBezTo>
                <a:cubicBezTo>
                  <a:pt x="205649" y="218542"/>
                  <a:pt x="208758" y="219547"/>
                  <a:pt x="211684" y="221102"/>
                </a:cubicBezTo>
                <a:cubicBezTo>
                  <a:pt x="214518" y="222748"/>
                  <a:pt x="216987" y="224851"/>
                  <a:pt x="219090" y="227411"/>
                </a:cubicBezTo>
              </a:path>
              <a:path w="3887754" h="1096183">
                <a:moveTo>
                  <a:pt x="225308" y="235184"/>
                </a:moveTo>
                <a:lnTo>
                  <a:pt x="228417" y="239024"/>
                </a:lnTo>
                <a:cubicBezTo>
                  <a:pt x="230520" y="241676"/>
                  <a:pt x="231983" y="244511"/>
                  <a:pt x="232898" y="247711"/>
                </a:cubicBezTo>
                <a:cubicBezTo>
                  <a:pt x="233812" y="250820"/>
                  <a:pt x="234086" y="254112"/>
                  <a:pt x="233721" y="257404"/>
                </a:cubicBezTo>
                <a:cubicBezTo>
                  <a:pt x="233355" y="260604"/>
                  <a:pt x="232440" y="263713"/>
                  <a:pt x="230795" y="266639"/>
                </a:cubicBezTo>
                <a:cubicBezTo>
                  <a:pt x="229240" y="269565"/>
                  <a:pt x="227137" y="272034"/>
                  <a:pt x="224577" y="274046"/>
                </a:cubicBezTo>
                <a:cubicBezTo>
                  <a:pt x="221925" y="276149"/>
                  <a:pt x="219090" y="277612"/>
                  <a:pt x="215890" y="278526"/>
                </a:cubicBezTo>
                <a:cubicBezTo>
                  <a:pt x="212689" y="279441"/>
                  <a:pt x="209489" y="279715"/>
                  <a:pt x="206197" y="279349"/>
                </a:cubicBezTo>
                <a:cubicBezTo>
                  <a:pt x="202905" y="278983"/>
                  <a:pt x="199796" y="278069"/>
                  <a:pt x="196962" y="276423"/>
                </a:cubicBezTo>
                <a:cubicBezTo>
                  <a:pt x="194036" y="274869"/>
                  <a:pt x="191567" y="272766"/>
                  <a:pt x="189464" y="270205"/>
                </a:cubicBezTo>
                <a:lnTo>
                  <a:pt x="186355" y="266273"/>
                </a:lnTo>
                <a:cubicBezTo>
                  <a:pt x="184343" y="263713"/>
                  <a:pt x="182789" y="260787"/>
                  <a:pt x="181874" y="257678"/>
                </a:cubicBezTo>
                <a:cubicBezTo>
                  <a:pt x="180960" y="254478"/>
                  <a:pt x="180685" y="251277"/>
                  <a:pt x="181051" y="247985"/>
                </a:cubicBezTo>
                <a:cubicBezTo>
                  <a:pt x="181417" y="244693"/>
                  <a:pt x="182423" y="241584"/>
                  <a:pt x="183977" y="238750"/>
                </a:cubicBezTo>
                <a:cubicBezTo>
                  <a:pt x="185623" y="235824"/>
                  <a:pt x="187726" y="233355"/>
                  <a:pt x="190287" y="231252"/>
                </a:cubicBezTo>
                <a:cubicBezTo>
                  <a:pt x="192847" y="229240"/>
                  <a:pt x="195773" y="227686"/>
                  <a:pt x="198882" y="226771"/>
                </a:cubicBezTo>
                <a:cubicBezTo>
                  <a:pt x="202082" y="225857"/>
                  <a:pt x="205283" y="225582"/>
                  <a:pt x="208575" y="225948"/>
                </a:cubicBezTo>
                <a:cubicBezTo>
                  <a:pt x="211866" y="226314"/>
                  <a:pt x="214975" y="227320"/>
                  <a:pt x="217902" y="228874"/>
                </a:cubicBezTo>
                <a:cubicBezTo>
                  <a:pt x="220736" y="230520"/>
                  <a:pt x="223296" y="232623"/>
                  <a:pt x="225308" y="235184"/>
                </a:cubicBezTo>
              </a:path>
              <a:path w="3887754" h="1096183">
                <a:moveTo>
                  <a:pt x="231526" y="242956"/>
                </a:moveTo>
                <a:lnTo>
                  <a:pt x="234635" y="246797"/>
                </a:lnTo>
                <a:cubicBezTo>
                  <a:pt x="236738" y="249448"/>
                  <a:pt x="238201" y="252283"/>
                  <a:pt x="239116" y="255483"/>
                </a:cubicBezTo>
                <a:cubicBezTo>
                  <a:pt x="240030" y="258592"/>
                  <a:pt x="240304" y="261884"/>
                  <a:pt x="239939" y="265176"/>
                </a:cubicBezTo>
                <a:cubicBezTo>
                  <a:pt x="239573" y="268468"/>
                  <a:pt x="238658" y="271485"/>
                  <a:pt x="237012" y="274411"/>
                </a:cubicBezTo>
                <a:cubicBezTo>
                  <a:pt x="235458" y="277338"/>
                  <a:pt x="233355" y="279806"/>
                  <a:pt x="230795" y="281818"/>
                </a:cubicBezTo>
                <a:cubicBezTo>
                  <a:pt x="228234" y="283921"/>
                  <a:pt x="225308" y="285384"/>
                  <a:pt x="222108" y="286299"/>
                </a:cubicBezTo>
                <a:cubicBezTo>
                  <a:pt x="218999" y="287213"/>
                  <a:pt x="215707" y="287487"/>
                  <a:pt x="212415" y="287122"/>
                </a:cubicBezTo>
                <a:cubicBezTo>
                  <a:pt x="209123" y="286756"/>
                  <a:pt x="206106" y="285841"/>
                  <a:pt x="203180" y="284196"/>
                </a:cubicBezTo>
                <a:cubicBezTo>
                  <a:pt x="200254" y="282641"/>
                  <a:pt x="197785" y="280538"/>
                  <a:pt x="195682" y="277978"/>
                </a:cubicBezTo>
                <a:lnTo>
                  <a:pt x="192573" y="274046"/>
                </a:lnTo>
                <a:cubicBezTo>
                  <a:pt x="190561" y="271485"/>
                  <a:pt x="189006" y="268651"/>
                  <a:pt x="188092" y="265450"/>
                </a:cubicBezTo>
                <a:cubicBezTo>
                  <a:pt x="187178" y="262250"/>
                  <a:pt x="186903" y="259050"/>
                  <a:pt x="187269" y="255758"/>
                </a:cubicBezTo>
                <a:cubicBezTo>
                  <a:pt x="187635" y="252466"/>
                  <a:pt x="188641" y="249357"/>
                  <a:pt x="190195" y="246522"/>
                </a:cubicBezTo>
                <a:cubicBezTo>
                  <a:pt x="191841" y="243596"/>
                  <a:pt x="193944" y="241127"/>
                  <a:pt x="196505" y="239024"/>
                </a:cubicBezTo>
                <a:cubicBezTo>
                  <a:pt x="199065" y="237012"/>
                  <a:pt x="201991" y="235458"/>
                  <a:pt x="205100" y="234544"/>
                </a:cubicBezTo>
                <a:cubicBezTo>
                  <a:pt x="208300" y="233629"/>
                  <a:pt x="211592" y="233355"/>
                  <a:pt x="214793" y="233721"/>
                </a:cubicBezTo>
                <a:cubicBezTo>
                  <a:pt x="218084" y="234086"/>
                  <a:pt x="221193" y="235092"/>
                  <a:pt x="224119" y="236647"/>
                </a:cubicBezTo>
                <a:cubicBezTo>
                  <a:pt x="227046" y="238293"/>
                  <a:pt x="229514" y="240396"/>
                  <a:pt x="231526" y="242956"/>
                </a:cubicBezTo>
              </a:path>
              <a:path w="3887754" h="1096183">
                <a:moveTo>
                  <a:pt x="237744" y="250728"/>
                </a:moveTo>
                <a:lnTo>
                  <a:pt x="240944" y="254660"/>
                </a:lnTo>
                <a:cubicBezTo>
                  <a:pt x="242956" y="257221"/>
                  <a:pt x="244419" y="260055"/>
                  <a:pt x="245334" y="263256"/>
                </a:cubicBezTo>
                <a:cubicBezTo>
                  <a:pt x="246339" y="266456"/>
                  <a:pt x="246614" y="269657"/>
                  <a:pt x="246248" y="272948"/>
                </a:cubicBezTo>
                <a:cubicBezTo>
                  <a:pt x="245882" y="276240"/>
                  <a:pt x="244876" y="279258"/>
                  <a:pt x="243230" y="282184"/>
                </a:cubicBezTo>
                <a:cubicBezTo>
                  <a:pt x="241676" y="285110"/>
                  <a:pt x="239573" y="287579"/>
                  <a:pt x="237012" y="289590"/>
                </a:cubicBezTo>
                <a:cubicBezTo>
                  <a:pt x="234452" y="291694"/>
                  <a:pt x="231526" y="293157"/>
                  <a:pt x="228326" y="294071"/>
                </a:cubicBezTo>
                <a:cubicBezTo>
                  <a:pt x="225217" y="294985"/>
                  <a:pt x="221925" y="295260"/>
                  <a:pt x="218633" y="294894"/>
                </a:cubicBezTo>
                <a:cubicBezTo>
                  <a:pt x="215433" y="294528"/>
                  <a:pt x="212324" y="293614"/>
                  <a:pt x="209398" y="291968"/>
                </a:cubicBezTo>
                <a:cubicBezTo>
                  <a:pt x="206472" y="290413"/>
                  <a:pt x="204003" y="288310"/>
                  <a:pt x="201991" y="285750"/>
                </a:cubicBezTo>
                <a:lnTo>
                  <a:pt x="198882" y="281818"/>
                </a:lnTo>
                <a:cubicBezTo>
                  <a:pt x="196779" y="279258"/>
                  <a:pt x="195316" y="276423"/>
                  <a:pt x="194401" y="273223"/>
                </a:cubicBezTo>
                <a:cubicBezTo>
                  <a:pt x="193396" y="270022"/>
                  <a:pt x="193121" y="266822"/>
                  <a:pt x="193487" y="263530"/>
                </a:cubicBezTo>
                <a:cubicBezTo>
                  <a:pt x="193853" y="260238"/>
                  <a:pt x="194859" y="257129"/>
                  <a:pt x="196505" y="254295"/>
                </a:cubicBezTo>
                <a:cubicBezTo>
                  <a:pt x="198059" y="251369"/>
                  <a:pt x="200162" y="248900"/>
                  <a:pt x="202722" y="246797"/>
                </a:cubicBezTo>
                <a:cubicBezTo>
                  <a:pt x="205283" y="244785"/>
                  <a:pt x="208209" y="243322"/>
                  <a:pt x="211409" y="242407"/>
                </a:cubicBezTo>
                <a:cubicBezTo>
                  <a:pt x="214518" y="241402"/>
                  <a:pt x="217810" y="241127"/>
                  <a:pt x="221102" y="241493"/>
                </a:cubicBezTo>
                <a:cubicBezTo>
                  <a:pt x="224394" y="241859"/>
                  <a:pt x="227411" y="242865"/>
                  <a:pt x="230337" y="244511"/>
                </a:cubicBezTo>
                <a:cubicBezTo>
                  <a:pt x="233263" y="246065"/>
                  <a:pt x="235732" y="248168"/>
                  <a:pt x="237744" y="250728"/>
                </a:cubicBezTo>
              </a:path>
              <a:path w="3887754" h="1096183">
                <a:moveTo>
                  <a:pt x="244053" y="258501"/>
                </a:moveTo>
                <a:lnTo>
                  <a:pt x="247162" y="262433"/>
                </a:lnTo>
                <a:cubicBezTo>
                  <a:pt x="249174" y="264993"/>
                  <a:pt x="250728" y="267828"/>
                  <a:pt x="251643" y="271028"/>
                </a:cubicBezTo>
                <a:cubicBezTo>
                  <a:pt x="252557" y="274229"/>
                  <a:pt x="252832" y="277429"/>
                  <a:pt x="252466" y="280721"/>
                </a:cubicBezTo>
                <a:cubicBezTo>
                  <a:pt x="252100" y="284013"/>
                  <a:pt x="251094" y="287030"/>
                  <a:pt x="249540" y="289956"/>
                </a:cubicBezTo>
                <a:cubicBezTo>
                  <a:pt x="247894" y="292882"/>
                  <a:pt x="245791" y="295351"/>
                  <a:pt x="243230" y="297363"/>
                </a:cubicBezTo>
                <a:cubicBezTo>
                  <a:pt x="240670" y="299466"/>
                  <a:pt x="237744" y="300929"/>
                  <a:pt x="234635" y="301843"/>
                </a:cubicBezTo>
                <a:cubicBezTo>
                  <a:pt x="231435" y="302758"/>
                  <a:pt x="228234" y="303032"/>
                  <a:pt x="224942" y="302666"/>
                </a:cubicBezTo>
                <a:cubicBezTo>
                  <a:pt x="221651" y="302301"/>
                  <a:pt x="218542" y="301386"/>
                  <a:pt x="215616" y="299740"/>
                </a:cubicBezTo>
                <a:cubicBezTo>
                  <a:pt x="212689" y="298186"/>
                  <a:pt x="210221" y="296083"/>
                  <a:pt x="208209" y="293522"/>
                </a:cubicBezTo>
                <a:lnTo>
                  <a:pt x="205100" y="289590"/>
                </a:lnTo>
                <a:cubicBezTo>
                  <a:pt x="202997" y="287030"/>
                  <a:pt x="201534" y="284196"/>
                  <a:pt x="200619" y="280995"/>
                </a:cubicBezTo>
                <a:cubicBezTo>
                  <a:pt x="199705" y="277795"/>
                  <a:pt x="199431" y="274594"/>
                  <a:pt x="199796" y="271302"/>
                </a:cubicBezTo>
                <a:cubicBezTo>
                  <a:pt x="200162" y="268011"/>
                  <a:pt x="201077" y="264902"/>
                  <a:pt x="202722" y="262067"/>
                </a:cubicBezTo>
                <a:cubicBezTo>
                  <a:pt x="204277" y="259141"/>
                  <a:pt x="206380" y="256672"/>
                  <a:pt x="208940" y="254660"/>
                </a:cubicBezTo>
                <a:cubicBezTo>
                  <a:pt x="211592" y="252557"/>
                  <a:pt x="214427" y="251094"/>
                  <a:pt x="217627" y="250180"/>
                </a:cubicBezTo>
                <a:cubicBezTo>
                  <a:pt x="220736" y="249265"/>
                  <a:pt x="224028" y="248900"/>
                  <a:pt x="227320" y="249265"/>
                </a:cubicBezTo>
                <a:cubicBezTo>
                  <a:pt x="230612" y="249631"/>
                  <a:pt x="233721" y="250637"/>
                  <a:pt x="236555" y="252283"/>
                </a:cubicBezTo>
                <a:cubicBezTo>
                  <a:pt x="239481" y="253837"/>
                  <a:pt x="241950" y="255941"/>
                  <a:pt x="244053" y="258501"/>
                </a:cubicBezTo>
              </a:path>
              <a:path w="3887754" h="1096183">
                <a:moveTo>
                  <a:pt x="250271" y="266273"/>
                </a:moveTo>
                <a:lnTo>
                  <a:pt x="253380" y="270205"/>
                </a:lnTo>
                <a:cubicBezTo>
                  <a:pt x="255392" y="272766"/>
                  <a:pt x="256946" y="275600"/>
                  <a:pt x="257861" y="278801"/>
                </a:cubicBezTo>
                <a:cubicBezTo>
                  <a:pt x="258775" y="282001"/>
                  <a:pt x="259050" y="285201"/>
                  <a:pt x="258684" y="288493"/>
                </a:cubicBezTo>
                <a:cubicBezTo>
                  <a:pt x="258318" y="291785"/>
                  <a:pt x="257312" y="294894"/>
                  <a:pt x="255758" y="297729"/>
                </a:cubicBezTo>
                <a:cubicBezTo>
                  <a:pt x="254112" y="300655"/>
                  <a:pt x="252009" y="303124"/>
                  <a:pt x="249448" y="305227"/>
                </a:cubicBezTo>
                <a:cubicBezTo>
                  <a:pt x="246888" y="307238"/>
                  <a:pt x="243962" y="308701"/>
                  <a:pt x="240853" y="309616"/>
                </a:cubicBezTo>
                <a:cubicBezTo>
                  <a:pt x="237653" y="310530"/>
                  <a:pt x="234452" y="310896"/>
                  <a:pt x="231160" y="310530"/>
                </a:cubicBezTo>
                <a:cubicBezTo>
                  <a:pt x="227868" y="310164"/>
                  <a:pt x="224760" y="309159"/>
                  <a:pt x="221833" y="307513"/>
                </a:cubicBezTo>
                <a:cubicBezTo>
                  <a:pt x="218999" y="305958"/>
                  <a:pt x="216438" y="303855"/>
                  <a:pt x="214427" y="301295"/>
                </a:cubicBezTo>
                <a:lnTo>
                  <a:pt x="211318" y="297363"/>
                </a:lnTo>
                <a:cubicBezTo>
                  <a:pt x="209215" y="294803"/>
                  <a:pt x="207752" y="291968"/>
                  <a:pt x="206837" y="288768"/>
                </a:cubicBezTo>
                <a:cubicBezTo>
                  <a:pt x="205923" y="285567"/>
                  <a:pt x="205649" y="282367"/>
                  <a:pt x="206014" y="279075"/>
                </a:cubicBezTo>
                <a:cubicBezTo>
                  <a:pt x="206380" y="275783"/>
                  <a:pt x="207294" y="272766"/>
                  <a:pt x="208940" y="269839"/>
                </a:cubicBezTo>
                <a:cubicBezTo>
                  <a:pt x="210495" y="266913"/>
                  <a:pt x="212598" y="264444"/>
                  <a:pt x="215158" y="262433"/>
                </a:cubicBezTo>
                <a:cubicBezTo>
                  <a:pt x="217810" y="260330"/>
                  <a:pt x="220645" y="258867"/>
                  <a:pt x="223845" y="257952"/>
                </a:cubicBezTo>
                <a:cubicBezTo>
                  <a:pt x="227046" y="257038"/>
                  <a:pt x="230246" y="256764"/>
                  <a:pt x="233538" y="257129"/>
                </a:cubicBezTo>
                <a:cubicBezTo>
                  <a:pt x="236830" y="257495"/>
                  <a:pt x="239939" y="258409"/>
                  <a:pt x="242773" y="260055"/>
                </a:cubicBezTo>
                <a:cubicBezTo>
                  <a:pt x="245699" y="261610"/>
                  <a:pt x="248168" y="263713"/>
                  <a:pt x="250271" y="266273"/>
                </a:cubicBezTo>
              </a:path>
              <a:path w="3887754" h="1096183">
                <a:moveTo>
                  <a:pt x="256489" y="274046"/>
                </a:moveTo>
                <a:lnTo>
                  <a:pt x="259598" y="277978"/>
                </a:lnTo>
                <a:cubicBezTo>
                  <a:pt x="261701" y="280538"/>
                  <a:pt x="263164" y="283373"/>
                  <a:pt x="264079" y="286573"/>
                </a:cubicBezTo>
                <a:cubicBezTo>
                  <a:pt x="264993" y="289773"/>
                  <a:pt x="265267" y="292974"/>
                  <a:pt x="264902" y="296266"/>
                </a:cubicBezTo>
                <a:cubicBezTo>
                  <a:pt x="264536" y="299557"/>
                  <a:pt x="263530" y="302666"/>
                  <a:pt x="261976" y="305501"/>
                </a:cubicBezTo>
                <a:cubicBezTo>
                  <a:pt x="260330" y="308427"/>
                  <a:pt x="258318" y="310896"/>
                  <a:pt x="255666" y="312999"/>
                </a:cubicBezTo>
                <a:cubicBezTo>
                  <a:pt x="253106" y="315011"/>
                  <a:pt x="250271" y="316474"/>
                  <a:pt x="247071" y="317480"/>
                </a:cubicBezTo>
                <a:cubicBezTo>
                  <a:pt x="243870" y="318394"/>
                  <a:pt x="240670" y="318668"/>
                  <a:pt x="237378" y="318303"/>
                </a:cubicBezTo>
                <a:cubicBezTo>
                  <a:pt x="234086" y="317937"/>
                  <a:pt x="230977" y="316931"/>
                  <a:pt x="228051" y="315285"/>
                </a:cubicBezTo>
                <a:cubicBezTo>
                  <a:pt x="225217" y="313731"/>
                  <a:pt x="222748" y="311628"/>
                  <a:pt x="220645" y="309067"/>
                </a:cubicBezTo>
                <a:lnTo>
                  <a:pt x="217536" y="305227"/>
                </a:lnTo>
                <a:cubicBezTo>
                  <a:pt x="215433" y="302575"/>
                  <a:pt x="213970" y="299740"/>
                  <a:pt x="213055" y="296540"/>
                </a:cubicBezTo>
                <a:cubicBezTo>
                  <a:pt x="212141" y="293340"/>
                  <a:pt x="211866" y="290139"/>
                  <a:pt x="212232" y="286847"/>
                </a:cubicBezTo>
                <a:cubicBezTo>
                  <a:pt x="212598" y="283555"/>
                  <a:pt x="213604" y="280538"/>
                  <a:pt x="215158" y="277612"/>
                </a:cubicBezTo>
                <a:cubicBezTo>
                  <a:pt x="216713" y="274686"/>
                  <a:pt x="218816" y="272217"/>
                  <a:pt x="221468" y="270205"/>
                </a:cubicBezTo>
                <a:cubicBezTo>
                  <a:pt x="224028" y="268102"/>
                  <a:pt x="226863" y="266639"/>
                  <a:pt x="230063" y="265725"/>
                </a:cubicBezTo>
                <a:cubicBezTo>
                  <a:pt x="233263" y="264810"/>
                  <a:pt x="236464" y="264536"/>
                  <a:pt x="239756" y="264902"/>
                </a:cubicBezTo>
                <a:cubicBezTo>
                  <a:pt x="243048" y="265267"/>
                  <a:pt x="246156" y="266182"/>
                  <a:pt x="248991" y="267828"/>
                </a:cubicBezTo>
                <a:cubicBezTo>
                  <a:pt x="251917" y="269382"/>
                  <a:pt x="254386" y="271485"/>
                  <a:pt x="256489" y="274046"/>
                </a:cubicBezTo>
              </a:path>
              <a:path w="3887754" h="1096183">
                <a:moveTo>
                  <a:pt x="262707" y="281818"/>
                </a:moveTo>
                <a:lnTo>
                  <a:pt x="265816" y="285750"/>
                </a:lnTo>
                <a:cubicBezTo>
                  <a:pt x="267919" y="288310"/>
                  <a:pt x="269382" y="291145"/>
                  <a:pt x="270297" y="294345"/>
                </a:cubicBezTo>
                <a:cubicBezTo>
                  <a:pt x="271211" y="297546"/>
                  <a:pt x="271485" y="300746"/>
                  <a:pt x="271120" y="304038"/>
                </a:cubicBezTo>
                <a:cubicBezTo>
                  <a:pt x="270754" y="307330"/>
                  <a:pt x="269748" y="310439"/>
                  <a:pt x="268194" y="313273"/>
                </a:cubicBezTo>
                <a:cubicBezTo>
                  <a:pt x="266639" y="316200"/>
                  <a:pt x="264536" y="318668"/>
                  <a:pt x="261976" y="320772"/>
                </a:cubicBezTo>
                <a:cubicBezTo>
                  <a:pt x="259324" y="322783"/>
                  <a:pt x="256489" y="324338"/>
                  <a:pt x="253289" y="325252"/>
                </a:cubicBezTo>
                <a:cubicBezTo>
                  <a:pt x="250088" y="326166"/>
                  <a:pt x="246888" y="326441"/>
                  <a:pt x="243596" y="326075"/>
                </a:cubicBezTo>
                <a:cubicBezTo>
                  <a:pt x="240304" y="325709"/>
                  <a:pt x="237195" y="324703"/>
                  <a:pt x="234361" y="323149"/>
                </a:cubicBezTo>
                <a:cubicBezTo>
                  <a:pt x="231435" y="321503"/>
                  <a:pt x="228966" y="319400"/>
                  <a:pt x="226863" y="316840"/>
                </a:cubicBezTo>
                <a:lnTo>
                  <a:pt x="223754" y="312999"/>
                </a:lnTo>
                <a:cubicBezTo>
                  <a:pt x="221742" y="310347"/>
                  <a:pt x="220188" y="307513"/>
                  <a:pt x="219273" y="304312"/>
                </a:cubicBezTo>
                <a:cubicBezTo>
                  <a:pt x="218359" y="301203"/>
                  <a:pt x="218084" y="297912"/>
                  <a:pt x="218450" y="294620"/>
                </a:cubicBezTo>
                <a:cubicBezTo>
                  <a:pt x="218816" y="291328"/>
                  <a:pt x="219822" y="288310"/>
                  <a:pt x="221376" y="285384"/>
                </a:cubicBezTo>
                <a:cubicBezTo>
                  <a:pt x="223022" y="282458"/>
                  <a:pt x="225034" y="279989"/>
                  <a:pt x="227686" y="277978"/>
                </a:cubicBezTo>
                <a:cubicBezTo>
                  <a:pt x="230246" y="275874"/>
                  <a:pt x="233081" y="274411"/>
                  <a:pt x="236281" y="273497"/>
                </a:cubicBezTo>
                <a:cubicBezTo>
                  <a:pt x="239481" y="272583"/>
                  <a:pt x="242682" y="272308"/>
                  <a:pt x="245974" y="272674"/>
                </a:cubicBezTo>
                <a:cubicBezTo>
                  <a:pt x="249265" y="273040"/>
                  <a:pt x="252374" y="273954"/>
                  <a:pt x="255300" y="275600"/>
                </a:cubicBezTo>
                <a:cubicBezTo>
                  <a:pt x="258135" y="277155"/>
                  <a:pt x="260604" y="279258"/>
                  <a:pt x="262707" y="281818"/>
                </a:cubicBezTo>
              </a:path>
              <a:path w="3887754" h="1096183">
                <a:moveTo>
                  <a:pt x="268925" y="289590"/>
                </a:moveTo>
                <a:lnTo>
                  <a:pt x="272034" y="293522"/>
                </a:lnTo>
                <a:cubicBezTo>
                  <a:pt x="274137" y="296083"/>
                  <a:pt x="275600" y="299009"/>
                  <a:pt x="276515" y="302118"/>
                </a:cubicBezTo>
                <a:cubicBezTo>
                  <a:pt x="277429" y="305318"/>
                  <a:pt x="277703" y="308519"/>
                  <a:pt x="277338" y="311810"/>
                </a:cubicBezTo>
                <a:cubicBezTo>
                  <a:pt x="276972" y="315102"/>
                  <a:pt x="276057" y="318211"/>
                  <a:pt x="274411" y="321046"/>
                </a:cubicBezTo>
                <a:cubicBezTo>
                  <a:pt x="272857" y="323972"/>
                  <a:pt x="270754" y="326441"/>
                  <a:pt x="268194" y="328544"/>
                </a:cubicBezTo>
                <a:cubicBezTo>
                  <a:pt x="265542" y="330556"/>
                  <a:pt x="262707" y="332110"/>
                  <a:pt x="259507" y="333024"/>
                </a:cubicBezTo>
                <a:cubicBezTo>
                  <a:pt x="256306" y="333939"/>
                  <a:pt x="253106" y="334213"/>
                  <a:pt x="249814" y="333847"/>
                </a:cubicBezTo>
                <a:cubicBezTo>
                  <a:pt x="246522" y="333482"/>
                  <a:pt x="243413" y="332476"/>
                  <a:pt x="240579" y="330921"/>
                </a:cubicBezTo>
                <a:cubicBezTo>
                  <a:pt x="237653" y="329275"/>
                  <a:pt x="235184" y="327172"/>
                  <a:pt x="233081" y="324612"/>
                </a:cubicBezTo>
                <a:lnTo>
                  <a:pt x="229972" y="320772"/>
                </a:lnTo>
                <a:cubicBezTo>
                  <a:pt x="227960" y="318120"/>
                  <a:pt x="226405" y="315285"/>
                  <a:pt x="225491" y="312085"/>
                </a:cubicBezTo>
                <a:cubicBezTo>
                  <a:pt x="224577" y="308976"/>
                  <a:pt x="224302" y="305684"/>
                  <a:pt x="224668" y="302392"/>
                </a:cubicBezTo>
                <a:cubicBezTo>
                  <a:pt x="225034" y="299192"/>
                  <a:pt x="226040" y="296083"/>
                  <a:pt x="227594" y="293157"/>
                </a:cubicBezTo>
                <a:cubicBezTo>
                  <a:pt x="229240" y="290231"/>
                  <a:pt x="231343" y="287762"/>
                  <a:pt x="233904" y="285750"/>
                </a:cubicBezTo>
                <a:cubicBezTo>
                  <a:pt x="236464" y="283647"/>
                  <a:pt x="239390" y="282184"/>
                  <a:pt x="242499" y="281269"/>
                </a:cubicBezTo>
                <a:cubicBezTo>
                  <a:pt x="245699" y="280355"/>
                  <a:pt x="248900" y="280081"/>
                  <a:pt x="252192" y="280446"/>
                </a:cubicBezTo>
                <a:cubicBezTo>
                  <a:pt x="255483" y="280812"/>
                  <a:pt x="258592" y="281727"/>
                  <a:pt x="261518" y="283373"/>
                </a:cubicBezTo>
                <a:cubicBezTo>
                  <a:pt x="264353" y="284927"/>
                  <a:pt x="266913" y="287030"/>
                  <a:pt x="268925" y="289590"/>
                </a:cubicBezTo>
              </a:path>
              <a:path w="3887754" h="1096183">
                <a:moveTo>
                  <a:pt x="275143" y="297363"/>
                </a:moveTo>
                <a:lnTo>
                  <a:pt x="278252" y="301295"/>
                </a:lnTo>
                <a:cubicBezTo>
                  <a:pt x="280355" y="303855"/>
                  <a:pt x="281818" y="306781"/>
                  <a:pt x="282732" y="309890"/>
                </a:cubicBezTo>
                <a:cubicBezTo>
                  <a:pt x="283647" y="313091"/>
                  <a:pt x="283921" y="316291"/>
                  <a:pt x="283555" y="319583"/>
                </a:cubicBezTo>
                <a:cubicBezTo>
                  <a:pt x="283190" y="322875"/>
                  <a:pt x="282275" y="325984"/>
                  <a:pt x="280629" y="328910"/>
                </a:cubicBezTo>
                <a:cubicBezTo>
                  <a:pt x="279075" y="331744"/>
                  <a:pt x="276972" y="334213"/>
                  <a:pt x="274411" y="336316"/>
                </a:cubicBezTo>
                <a:cubicBezTo>
                  <a:pt x="271851" y="338328"/>
                  <a:pt x="268925" y="339882"/>
                  <a:pt x="265725" y="340797"/>
                </a:cubicBezTo>
                <a:cubicBezTo>
                  <a:pt x="262616" y="341711"/>
                  <a:pt x="259324" y="341986"/>
                  <a:pt x="256032" y="341620"/>
                </a:cubicBezTo>
                <a:cubicBezTo>
                  <a:pt x="252740" y="341254"/>
                  <a:pt x="249723" y="340248"/>
                  <a:pt x="246797" y="338694"/>
                </a:cubicBezTo>
                <a:cubicBezTo>
                  <a:pt x="243870" y="337048"/>
                  <a:pt x="241402" y="334945"/>
                  <a:pt x="239298" y="332384"/>
                </a:cubicBezTo>
                <a:lnTo>
                  <a:pt x="236190" y="328544"/>
                </a:lnTo>
                <a:cubicBezTo>
                  <a:pt x="234178" y="325984"/>
                  <a:pt x="232623" y="323058"/>
                  <a:pt x="231709" y="319857"/>
                </a:cubicBezTo>
                <a:cubicBezTo>
                  <a:pt x="230795" y="316748"/>
                  <a:pt x="230520" y="313456"/>
                  <a:pt x="230886" y="310256"/>
                </a:cubicBezTo>
                <a:cubicBezTo>
                  <a:pt x="231252" y="306964"/>
                  <a:pt x="232258" y="303855"/>
                  <a:pt x="233812" y="300929"/>
                </a:cubicBezTo>
                <a:cubicBezTo>
                  <a:pt x="235458" y="298094"/>
                  <a:pt x="237561" y="295534"/>
                  <a:pt x="240121" y="293522"/>
                </a:cubicBezTo>
                <a:cubicBezTo>
                  <a:pt x="242682" y="291419"/>
                  <a:pt x="245608" y="289956"/>
                  <a:pt x="248717" y="289042"/>
                </a:cubicBezTo>
                <a:cubicBezTo>
                  <a:pt x="251917" y="288127"/>
                  <a:pt x="255209" y="287853"/>
                  <a:pt x="258409" y="288219"/>
                </a:cubicBezTo>
                <a:cubicBezTo>
                  <a:pt x="261701" y="288585"/>
                  <a:pt x="264810" y="289590"/>
                  <a:pt x="267736" y="291145"/>
                </a:cubicBezTo>
                <a:cubicBezTo>
                  <a:pt x="270662" y="292699"/>
                  <a:pt x="273131" y="294803"/>
                  <a:pt x="275143" y="297363"/>
                </a:cubicBezTo>
              </a:path>
              <a:path w="3887754" h="1096183">
                <a:moveTo>
                  <a:pt x="281361" y="305227"/>
                </a:moveTo>
                <a:lnTo>
                  <a:pt x="284561" y="309067"/>
                </a:lnTo>
                <a:cubicBezTo>
                  <a:pt x="286573" y="311628"/>
                  <a:pt x="288036" y="314554"/>
                  <a:pt x="289042" y="317663"/>
                </a:cubicBezTo>
                <a:cubicBezTo>
                  <a:pt x="289956" y="320863"/>
                  <a:pt x="290231" y="324063"/>
                  <a:pt x="289865" y="327355"/>
                </a:cubicBezTo>
                <a:cubicBezTo>
                  <a:pt x="289499" y="330647"/>
                  <a:pt x="288493" y="333756"/>
                  <a:pt x="286847" y="336682"/>
                </a:cubicBezTo>
                <a:cubicBezTo>
                  <a:pt x="285293" y="339517"/>
                  <a:pt x="283190" y="341986"/>
                  <a:pt x="280629" y="344089"/>
                </a:cubicBezTo>
                <a:cubicBezTo>
                  <a:pt x="278069" y="346100"/>
                  <a:pt x="275143" y="347655"/>
                  <a:pt x="271943" y="348569"/>
                </a:cubicBezTo>
                <a:cubicBezTo>
                  <a:pt x="268834" y="349484"/>
                  <a:pt x="265542" y="349758"/>
                  <a:pt x="262250" y="349392"/>
                </a:cubicBezTo>
                <a:cubicBezTo>
                  <a:pt x="259050" y="349026"/>
                  <a:pt x="255941" y="348021"/>
                  <a:pt x="253014" y="346466"/>
                </a:cubicBezTo>
                <a:cubicBezTo>
                  <a:pt x="250088" y="344820"/>
                  <a:pt x="247620" y="342809"/>
                  <a:pt x="245608" y="340157"/>
                </a:cubicBezTo>
                <a:lnTo>
                  <a:pt x="242499" y="336316"/>
                </a:lnTo>
                <a:cubicBezTo>
                  <a:pt x="240396" y="333756"/>
                  <a:pt x="238933" y="330830"/>
                  <a:pt x="238018" y="327630"/>
                </a:cubicBezTo>
                <a:cubicBezTo>
                  <a:pt x="237104" y="324521"/>
                  <a:pt x="236738" y="321229"/>
                  <a:pt x="237104" y="318028"/>
                </a:cubicBezTo>
                <a:cubicBezTo>
                  <a:pt x="237470" y="314736"/>
                  <a:pt x="238476" y="311628"/>
                  <a:pt x="240121" y="308701"/>
                </a:cubicBezTo>
                <a:cubicBezTo>
                  <a:pt x="241676" y="305867"/>
                  <a:pt x="243779" y="303398"/>
                  <a:pt x="246339" y="301295"/>
                </a:cubicBezTo>
                <a:cubicBezTo>
                  <a:pt x="248900" y="299192"/>
                  <a:pt x="251826" y="297729"/>
                  <a:pt x="255026" y="296814"/>
                </a:cubicBezTo>
                <a:cubicBezTo>
                  <a:pt x="258135" y="295900"/>
                  <a:pt x="261427" y="295626"/>
                  <a:pt x="264719" y="295991"/>
                </a:cubicBezTo>
                <a:cubicBezTo>
                  <a:pt x="268011" y="296357"/>
                  <a:pt x="271028" y="297363"/>
                  <a:pt x="273954" y="298917"/>
                </a:cubicBezTo>
                <a:cubicBezTo>
                  <a:pt x="276880" y="300472"/>
                  <a:pt x="279349" y="302575"/>
                  <a:pt x="281361" y="305227"/>
                </a:cubicBezTo>
              </a:path>
              <a:path w="3887754" h="1096183">
                <a:moveTo>
                  <a:pt x="287670" y="312999"/>
                </a:moveTo>
                <a:lnTo>
                  <a:pt x="290779" y="316840"/>
                </a:lnTo>
                <a:cubicBezTo>
                  <a:pt x="292791" y="319400"/>
                  <a:pt x="294345" y="322326"/>
                  <a:pt x="295260" y="325435"/>
                </a:cubicBezTo>
                <a:cubicBezTo>
                  <a:pt x="296174" y="328635"/>
                  <a:pt x="296448" y="331836"/>
                  <a:pt x="296083" y="335128"/>
                </a:cubicBezTo>
                <a:cubicBezTo>
                  <a:pt x="295717" y="338419"/>
                  <a:pt x="294711" y="341528"/>
                  <a:pt x="293157" y="344454"/>
                </a:cubicBezTo>
                <a:cubicBezTo>
                  <a:pt x="291511" y="347289"/>
                  <a:pt x="289408" y="349758"/>
                  <a:pt x="286847" y="351861"/>
                </a:cubicBezTo>
                <a:cubicBezTo>
                  <a:pt x="284287" y="353964"/>
                  <a:pt x="281361" y="355427"/>
                  <a:pt x="278252" y="356342"/>
                </a:cubicBezTo>
                <a:cubicBezTo>
                  <a:pt x="275052" y="357256"/>
                  <a:pt x="271851" y="357530"/>
                  <a:pt x="268559" y="357165"/>
                </a:cubicBezTo>
                <a:cubicBezTo>
                  <a:pt x="265267" y="356799"/>
                  <a:pt x="262158" y="355793"/>
                  <a:pt x="259232" y="354239"/>
                </a:cubicBezTo>
                <a:cubicBezTo>
                  <a:pt x="256306" y="352593"/>
                  <a:pt x="253837" y="350581"/>
                  <a:pt x="251826" y="347929"/>
                </a:cubicBezTo>
                <a:lnTo>
                  <a:pt x="248717" y="344089"/>
                </a:lnTo>
                <a:cubicBezTo>
                  <a:pt x="246614" y="341528"/>
                  <a:pt x="245151" y="338602"/>
                  <a:pt x="244236" y="335493"/>
                </a:cubicBezTo>
                <a:cubicBezTo>
                  <a:pt x="243322" y="332293"/>
                  <a:pt x="243048" y="329093"/>
                  <a:pt x="243413" y="325801"/>
                </a:cubicBezTo>
                <a:cubicBezTo>
                  <a:pt x="243779" y="322509"/>
                  <a:pt x="244693" y="319400"/>
                  <a:pt x="246339" y="316474"/>
                </a:cubicBezTo>
                <a:cubicBezTo>
                  <a:pt x="247894" y="313639"/>
                  <a:pt x="249997" y="311170"/>
                  <a:pt x="252557" y="309067"/>
                </a:cubicBezTo>
                <a:cubicBezTo>
                  <a:pt x="255209" y="306964"/>
                  <a:pt x="258044" y="305501"/>
                  <a:pt x="261244" y="304587"/>
                </a:cubicBezTo>
                <a:cubicBezTo>
                  <a:pt x="264353" y="303672"/>
                  <a:pt x="267645" y="303398"/>
                  <a:pt x="270937" y="303764"/>
                </a:cubicBezTo>
                <a:cubicBezTo>
                  <a:pt x="274229" y="304129"/>
                  <a:pt x="277338" y="305135"/>
                  <a:pt x="280172" y="306690"/>
                </a:cubicBezTo>
                <a:cubicBezTo>
                  <a:pt x="283098" y="308336"/>
                  <a:pt x="285567" y="310347"/>
                  <a:pt x="287670" y="312999"/>
                </a:cubicBezTo>
              </a:path>
              <a:path w="3887754" h="1096183">
                <a:moveTo>
                  <a:pt x="293888" y="320772"/>
                </a:moveTo>
                <a:lnTo>
                  <a:pt x="296997" y="324612"/>
                </a:lnTo>
                <a:cubicBezTo>
                  <a:pt x="299009" y="327172"/>
                  <a:pt x="300563" y="330098"/>
                  <a:pt x="301478" y="333299"/>
                </a:cubicBezTo>
                <a:cubicBezTo>
                  <a:pt x="302392" y="336408"/>
                  <a:pt x="302666" y="339700"/>
                  <a:pt x="302301" y="342900"/>
                </a:cubicBezTo>
                <a:cubicBezTo>
                  <a:pt x="301935" y="346192"/>
                  <a:pt x="300929" y="349301"/>
                  <a:pt x="299375" y="352227"/>
                </a:cubicBezTo>
                <a:cubicBezTo>
                  <a:pt x="297729" y="355062"/>
                  <a:pt x="295626" y="357530"/>
                  <a:pt x="293065" y="359634"/>
                </a:cubicBezTo>
                <a:cubicBezTo>
                  <a:pt x="290505" y="361737"/>
                  <a:pt x="287579" y="363200"/>
                  <a:pt x="284470" y="364114"/>
                </a:cubicBezTo>
                <a:cubicBezTo>
                  <a:pt x="281269" y="365028"/>
                  <a:pt x="278069" y="365303"/>
                  <a:pt x="274777" y="364937"/>
                </a:cubicBezTo>
                <a:cubicBezTo>
                  <a:pt x="271485" y="364571"/>
                  <a:pt x="268376" y="363565"/>
                  <a:pt x="265450" y="362011"/>
                </a:cubicBezTo>
                <a:cubicBezTo>
                  <a:pt x="262616" y="360456"/>
                  <a:pt x="260147" y="358353"/>
                  <a:pt x="258044" y="355793"/>
                </a:cubicBezTo>
                <a:lnTo>
                  <a:pt x="254935" y="351861"/>
                </a:lnTo>
                <a:cubicBezTo>
                  <a:pt x="252832" y="349301"/>
                  <a:pt x="251369" y="346375"/>
                  <a:pt x="250454" y="343266"/>
                </a:cubicBezTo>
                <a:cubicBezTo>
                  <a:pt x="249540" y="340065"/>
                  <a:pt x="249265" y="336865"/>
                  <a:pt x="249631" y="333573"/>
                </a:cubicBezTo>
                <a:cubicBezTo>
                  <a:pt x="249997" y="330281"/>
                  <a:pt x="250911" y="327172"/>
                  <a:pt x="252557" y="324246"/>
                </a:cubicBezTo>
                <a:cubicBezTo>
                  <a:pt x="254112" y="321412"/>
                  <a:pt x="256215" y="318943"/>
                  <a:pt x="258775" y="316840"/>
                </a:cubicBezTo>
                <a:cubicBezTo>
                  <a:pt x="261427" y="314828"/>
                  <a:pt x="264262" y="313273"/>
                  <a:pt x="267462" y="312359"/>
                </a:cubicBezTo>
                <a:cubicBezTo>
                  <a:pt x="270662" y="311445"/>
                  <a:pt x="273863" y="311170"/>
                  <a:pt x="277155" y="311536"/>
                </a:cubicBezTo>
                <a:cubicBezTo>
                  <a:pt x="280446" y="311902"/>
                  <a:pt x="283555" y="312908"/>
                  <a:pt x="286390" y="314462"/>
                </a:cubicBezTo>
                <a:cubicBezTo>
                  <a:pt x="289316" y="316108"/>
                  <a:pt x="291785" y="318120"/>
                  <a:pt x="293888" y="320772"/>
                </a:cubicBezTo>
              </a:path>
              <a:path w="3887754" h="1096183">
                <a:moveTo>
                  <a:pt x="300106" y="328544"/>
                </a:moveTo>
                <a:lnTo>
                  <a:pt x="303215" y="332384"/>
                </a:lnTo>
                <a:cubicBezTo>
                  <a:pt x="305318" y="334945"/>
                  <a:pt x="306781" y="337871"/>
                  <a:pt x="307696" y="341071"/>
                </a:cubicBezTo>
                <a:cubicBezTo>
                  <a:pt x="308610" y="344180"/>
                  <a:pt x="308884" y="347472"/>
                  <a:pt x="308519" y="350764"/>
                </a:cubicBezTo>
                <a:cubicBezTo>
                  <a:pt x="308153" y="353964"/>
                  <a:pt x="307147" y="357073"/>
                  <a:pt x="305592" y="359999"/>
                </a:cubicBezTo>
                <a:cubicBezTo>
                  <a:pt x="303947" y="362834"/>
                  <a:pt x="301935" y="365394"/>
                  <a:pt x="299283" y="367406"/>
                </a:cubicBezTo>
                <a:cubicBezTo>
                  <a:pt x="296723" y="369509"/>
                  <a:pt x="293888" y="370972"/>
                  <a:pt x="290688" y="371886"/>
                </a:cubicBezTo>
                <a:cubicBezTo>
                  <a:pt x="287487" y="372801"/>
                  <a:pt x="284287" y="373075"/>
                  <a:pt x="280995" y="372709"/>
                </a:cubicBezTo>
                <a:cubicBezTo>
                  <a:pt x="277703" y="372344"/>
                  <a:pt x="274594" y="371338"/>
                  <a:pt x="271668" y="369783"/>
                </a:cubicBezTo>
                <a:cubicBezTo>
                  <a:pt x="268834" y="368229"/>
                  <a:pt x="266365" y="366126"/>
                  <a:pt x="264262" y="363565"/>
                </a:cubicBezTo>
                <a:lnTo>
                  <a:pt x="261153" y="359634"/>
                </a:lnTo>
                <a:cubicBezTo>
                  <a:pt x="259050" y="357073"/>
                  <a:pt x="257586" y="354147"/>
                  <a:pt x="256672" y="351038"/>
                </a:cubicBezTo>
                <a:cubicBezTo>
                  <a:pt x="255758" y="347838"/>
                  <a:pt x="255483" y="344637"/>
                  <a:pt x="255849" y="341346"/>
                </a:cubicBezTo>
                <a:cubicBezTo>
                  <a:pt x="256215" y="338054"/>
                  <a:pt x="257221" y="334945"/>
                  <a:pt x="258775" y="332110"/>
                </a:cubicBezTo>
                <a:cubicBezTo>
                  <a:pt x="260330" y="329184"/>
                  <a:pt x="262433" y="326715"/>
                  <a:pt x="265085" y="324612"/>
                </a:cubicBezTo>
                <a:cubicBezTo>
                  <a:pt x="267645" y="322600"/>
                  <a:pt x="270480" y="321046"/>
                  <a:pt x="273680" y="320131"/>
                </a:cubicBezTo>
                <a:cubicBezTo>
                  <a:pt x="276880" y="319217"/>
                  <a:pt x="280081" y="318943"/>
                  <a:pt x="283373" y="319308"/>
                </a:cubicBezTo>
                <a:cubicBezTo>
                  <a:pt x="286664" y="319674"/>
                  <a:pt x="289773" y="320680"/>
                  <a:pt x="292608" y="322235"/>
                </a:cubicBezTo>
                <a:cubicBezTo>
                  <a:pt x="295534" y="323880"/>
                  <a:pt x="298003" y="325984"/>
                  <a:pt x="300106" y="328544"/>
                </a:cubicBezTo>
              </a:path>
              <a:path w="3887754" h="1096183">
                <a:moveTo>
                  <a:pt x="306324" y="336316"/>
                </a:moveTo>
                <a:lnTo>
                  <a:pt x="309433" y="340157"/>
                </a:lnTo>
                <a:cubicBezTo>
                  <a:pt x="311536" y="342809"/>
                  <a:pt x="312999" y="345643"/>
                  <a:pt x="313914" y="348844"/>
                </a:cubicBezTo>
                <a:cubicBezTo>
                  <a:pt x="314828" y="351953"/>
                  <a:pt x="315102" y="355244"/>
                  <a:pt x="314736" y="358536"/>
                </a:cubicBezTo>
                <a:cubicBezTo>
                  <a:pt x="314371" y="361737"/>
                  <a:pt x="313365" y="364846"/>
                  <a:pt x="311810" y="367772"/>
                </a:cubicBezTo>
                <a:cubicBezTo>
                  <a:pt x="310256" y="370698"/>
                  <a:pt x="308153" y="373167"/>
                  <a:pt x="305592" y="375178"/>
                </a:cubicBezTo>
                <a:cubicBezTo>
                  <a:pt x="302941" y="377281"/>
                  <a:pt x="300106" y="378744"/>
                  <a:pt x="296906" y="379659"/>
                </a:cubicBezTo>
                <a:cubicBezTo>
                  <a:pt x="293705" y="380573"/>
                  <a:pt x="290505" y="380848"/>
                  <a:pt x="287213" y="380482"/>
                </a:cubicBezTo>
                <a:cubicBezTo>
                  <a:pt x="283921" y="380116"/>
                  <a:pt x="280812" y="379202"/>
                  <a:pt x="277978" y="377556"/>
                </a:cubicBezTo>
                <a:cubicBezTo>
                  <a:pt x="275052" y="376001"/>
                  <a:pt x="272583" y="373898"/>
                  <a:pt x="270480" y="371338"/>
                </a:cubicBezTo>
                <a:lnTo>
                  <a:pt x="267371" y="367406"/>
                </a:lnTo>
                <a:cubicBezTo>
                  <a:pt x="265359" y="364846"/>
                  <a:pt x="263804" y="361920"/>
                  <a:pt x="262890" y="358811"/>
                </a:cubicBezTo>
                <a:cubicBezTo>
                  <a:pt x="261976" y="355610"/>
                  <a:pt x="261701" y="352410"/>
                  <a:pt x="262067" y="349118"/>
                </a:cubicBezTo>
                <a:cubicBezTo>
                  <a:pt x="262433" y="345826"/>
                  <a:pt x="263439" y="342717"/>
                  <a:pt x="264993" y="339882"/>
                </a:cubicBezTo>
                <a:cubicBezTo>
                  <a:pt x="266639" y="336956"/>
                  <a:pt x="268651" y="334488"/>
                  <a:pt x="271302" y="332384"/>
                </a:cubicBezTo>
                <a:cubicBezTo>
                  <a:pt x="273863" y="330373"/>
                  <a:pt x="276697" y="328818"/>
                  <a:pt x="279898" y="327904"/>
                </a:cubicBezTo>
                <a:cubicBezTo>
                  <a:pt x="283098" y="326989"/>
                  <a:pt x="286299" y="326715"/>
                  <a:pt x="289590" y="327081"/>
                </a:cubicBezTo>
                <a:cubicBezTo>
                  <a:pt x="292882" y="327447"/>
                  <a:pt x="295991" y="328452"/>
                  <a:pt x="298917" y="330007"/>
                </a:cubicBezTo>
                <a:cubicBezTo>
                  <a:pt x="301752" y="331653"/>
                  <a:pt x="304221" y="333756"/>
                  <a:pt x="306324" y="336316"/>
                </a:cubicBezTo>
              </a:path>
              <a:path w="3887754" h="1096183">
                <a:moveTo>
                  <a:pt x="312542" y="344089"/>
                </a:moveTo>
                <a:lnTo>
                  <a:pt x="315651" y="347929"/>
                </a:lnTo>
                <a:cubicBezTo>
                  <a:pt x="317754" y="350581"/>
                  <a:pt x="319217" y="353416"/>
                  <a:pt x="320131" y="356616"/>
                </a:cubicBezTo>
                <a:cubicBezTo>
                  <a:pt x="321046" y="359725"/>
                  <a:pt x="321320" y="363017"/>
                  <a:pt x="320954" y="366309"/>
                </a:cubicBezTo>
                <a:cubicBezTo>
                  <a:pt x="320589" y="369600"/>
                  <a:pt x="319674" y="372618"/>
                  <a:pt x="318028" y="375544"/>
                </a:cubicBezTo>
                <a:cubicBezTo>
                  <a:pt x="316474" y="378470"/>
                  <a:pt x="314371" y="380939"/>
                  <a:pt x="311810" y="382951"/>
                </a:cubicBezTo>
                <a:cubicBezTo>
                  <a:pt x="309159" y="385054"/>
                  <a:pt x="306324" y="386517"/>
                  <a:pt x="303124" y="387431"/>
                </a:cubicBezTo>
                <a:cubicBezTo>
                  <a:pt x="299923" y="388346"/>
                  <a:pt x="296723" y="388620"/>
                  <a:pt x="293431" y="388254"/>
                </a:cubicBezTo>
                <a:cubicBezTo>
                  <a:pt x="290139" y="387888"/>
                  <a:pt x="287030" y="386974"/>
                  <a:pt x="284196" y="385328"/>
                </a:cubicBezTo>
                <a:cubicBezTo>
                  <a:pt x="281269" y="383774"/>
                  <a:pt x="278801" y="381671"/>
                  <a:pt x="276697" y="379110"/>
                </a:cubicBezTo>
                <a:lnTo>
                  <a:pt x="273588" y="375178"/>
                </a:lnTo>
                <a:cubicBezTo>
                  <a:pt x="271577" y="372618"/>
                  <a:pt x="270022" y="369783"/>
                  <a:pt x="269108" y="366583"/>
                </a:cubicBezTo>
                <a:cubicBezTo>
                  <a:pt x="268194" y="363383"/>
                  <a:pt x="267919" y="360182"/>
                  <a:pt x="268285" y="356890"/>
                </a:cubicBezTo>
                <a:cubicBezTo>
                  <a:pt x="268651" y="353598"/>
                  <a:pt x="269657" y="350490"/>
                  <a:pt x="271211" y="347655"/>
                </a:cubicBezTo>
                <a:cubicBezTo>
                  <a:pt x="272857" y="344729"/>
                  <a:pt x="274960" y="342260"/>
                  <a:pt x="277520" y="340157"/>
                </a:cubicBezTo>
                <a:cubicBezTo>
                  <a:pt x="280081" y="338145"/>
                  <a:pt x="283007" y="336591"/>
                  <a:pt x="286116" y="335676"/>
                </a:cubicBezTo>
                <a:cubicBezTo>
                  <a:pt x="289316" y="334762"/>
                  <a:pt x="292517" y="334488"/>
                  <a:pt x="295808" y="334853"/>
                </a:cubicBezTo>
                <a:cubicBezTo>
                  <a:pt x="299100" y="335219"/>
                  <a:pt x="302209" y="336225"/>
                  <a:pt x="305135" y="337779"/>
                </a:cubicBezTo>
                <a:cubicBezTo>
                  <a:pt x="307970" y="339425"/>
                  <a:pt x="310530" y="341528"/>
                  <a:pt x="312542" y="344089"/>
                </a:cubicBezTo>
              </a:path>
              <a:path w="3887754" h="1096183">
                <a:moveTo>
                  <a:pt x="318760" y="351861"/>
                </a:moveTo>
                <a:lnTo>
                  <a:pt x="321869" y="355793"/>
                </a:lnTo>
                <a:cubicBezTo>
                  <a:pt x="323972" y="358353"/>
                  <a:pt x="325435" y="361188"/>
                  <a:pt x="326349" y="364388"/>
                </a:cubicBezTo>
                <a:cubicBezTo>
                  <a:pt x="327264" y="367589"/>
                  <a:pt x="327538" y="370789"/>
                  <a:pt x="327172" y="374081"/>
                </a:cubicBezTo>
                <a:cubicBezTo>
                  <a:pt x="326807" y="377373"/>
                  <a:pt x="325892" y="380390"/>
                  <a:pt x="324246" y="383316"/>
                </a:cubicBezTo>
                <a:cubicBezTo>
                  <a:pt x="322692" y="386243"/>
                  <a:pt x="320589" y="388711"/>
                  <a:pt x="318028" y="390723"/>
                </a:cubicBezTo>
                <a:cubicBezTo>
                  <a:pt x="315468" y="392826"/>
                  <a:pt x="312542" y="394289"/>
                  <a:pt x="309342" y="395204"/>
                </a:cubicBezTo>
                <a:cubicBezTo>
                  <a:pt x="306233" y="396118"/>
                  <a:pt x="302941" y="396392"/>
                  <a:pt x="299649" y="396027"/>
                </a:cubicBezTo>
                <a:cubicBezTo>
                  <a:pt x="296357" y="395661"/>
                  <a:pt x="293340" y="394746"/>
                  <a:pt x="290413" y="393101"/>
                </a:cubicBezTo>
                <a:cubicBezTo>
                  <a:pt x="287487" y="391546"/>
                  <a:pt x="285018" y="389443"/>
                  <a:pt x="282915" y="386883"/>
                </a:cubicBezTo>
                <a:lnTo>
                  <a:pt x="279806" y="382951"/>
                </a:lnTo>
                <a:cubicBezTo>
                  <a:pt x="277795" y="380390"/>
                  <a:pt x="276240" y="377556"/>
                  <a:pt x="275326" y="374355"/>
                </a:cubicBezTo>
                <a:cubicBezTo>
                  <a:pt x="274411" y="371155"/>
                  <a:pt x="274137" y="367955"/>
                  <a:pt x="274503" y="364663"/>
                </a:cubicBezTo>
                <a:cubicBezTo>
                  <a:pt x="274869" y="361371"/>
                  <a:pt x="275874" y="358262"/>
                  <a:pt x="277429" y="355427"/>
                </a:cubicBezTo>
                <a:cubicBezTo>
                  <a:pt x="279075" y="352501"/>
                  <a:pt x="281178" y="350032"/>
                  <a:pt x="283738" y="347929"/>
                </a:cubicBezTo>
                <a:cubicBezTo>
                  <a:pt x="286299" y="345918"/>
                  <a:pt x="289225" y="344454"/>
                  <a:pt x="292334" y="343540"/>
                </a:cubicBezTo>
                <a:cubicBezTo>
                  <a:pt x="295534" y="342534"/>
                  <a:pt x="298826" y="342260"/>
                  <a:pt x="302026" y="342626"/>
                </a:cubicBezTo>
                <a:cubicBezTo>
                  <a:pt x="305318" y="342991"/>
                  <a:pt x="308427" y="343997"/>
                  <a:pt x="311353" y="345643"/>
                </a:cubicBezTo>
                <a:cubicBezTo>
                  <a:pt x="314279" y="347198"/>
                  <a:pt x="316748" y="349301"/>
                  <a:pt x="318760" y="351861"/>
                </a:cubicBezTo>
              </a:path>
              <a:path w="3887754" h="1096183">
                <a:moveTo>
                  <a:pt x="324978" y="359634"/>
                </a:moveTo>
                <a:lnTo>
                  <a:pt x="328178" y="363565"/>
                </a:lnTo>
                <a:cubicBezTo>
                  <a:pt x="330190" y="366126"/>
                  <a:pt x="331653" y="368960"/>
                  <a:pt x="332659" y="372161"/>
                </a:cubicBezTo>
                <a:cubicBezTo>
                  <a:pt x="333573" y="375361"/>
                  <a:pt x="333847" y="378562"/>
                  <a:pt x="333482" y="381853"/>
                </a:cubicBezTo>
                <a:cubicBezTo>
                  <a:pt x="333116" y="385145"/>
                  <a:pt x="332110" y="388163"/>
                  <a:pt x="330464" y="391089"/>
                </a:cubicBezTo>
                <a:cubicBezTo>
                  <a:pt x="328910" y="394015"/>
                  <a:pt x="326807" y="396484"/>
                  <a:pt x="324246" y="398496"/>
                </a:cubicBezTo>
                <a:cubicBezTo>
                  <a:pt x="321686" y="400599"/>
                  <a:pt x="318760" y="402062"/>
                  <a:pt x="315559" y="402976"/>
                </a:cubicBezTo>
                <a:cubicBezTo>
                  <a:pt x="312450" y="403890"/>
                  <a:pt x="309159" y="404165"/>
                  <a:pt x="305867" y="403799"/>
                </a:cubicBezTo>
                <a:cubicBezTo>
                  <a:pt x="302666" y="403433"/>
                  <a:pt x="299557" y="402519"/>
                  <a:pt x="296631" y="400873"/>
                </a:cubicBezTo>
                <a:cubicBezTo>
                  <a:pt x="293705" y="399318"/>
                  <a:pt x="291236" y="397215"/>
                  <a:pt x="289225" y="394655"/>
                </a:cubicBezTo>
                <a:lnTo>
                  <a:pt x="286116" y="390723"/>
                </a:lnTo>
                <a:cubicBezTo>
                  <a:pt x="284013" y="388163"/>
                  <a:pt x="282550" y="385328"/>
                  <a:pt x="281635" y="382128"/>
                </a:cubicBezTo>
                <a:cubicBezTo>
                  <a:pt x="280721" y="378927"/>
                  <a:pt x="280355" y="375727"/>
                  <a:pt x="280721" y="372435"/>
                </a:cubicBezTo>
                <a:cubicBezTo>
                  <a:pt x="281087" y="369143"/>
                  <a:pt x="282092" y="366034"/>
                  <a:pt x="283738" y="363200"/>
                </a:cubicBezTo>
                <a:cubicBezTo>
                  <a:pt x="285293" y="360274"/>
                  <a:pt x="287396" y="357805"/>
                  <a:pt x="289956" y="355793"/>
                </a:cubicBezTo>
                <a:cubicBezTo>
                  <a:pt x="292517" y="353690"/>
                  <a:pt x="295443" y="352227"/>
                  <a:pt x="298643" y="351312"/>
                </a:cubicBezTo>
                <a:cubicBezTo>
                  <a:pt x="301752" y="350398"/>
                  <a:pt x="305044" y="350124"/>
                  <a:pt x="308336" y="350398"/>
                </a:cubicBezTo>
                <a:cubicBezTo>
                  <a:pt x="311628" y="350764"/>
                  <a:pt x="314645" y="351770"/>
                  <a:pt x="317571" y="353416"/>
                </a:cubicBezTo>
                <a:cubicBezTo>
                  <a:pt x="320497" y="354970"/>
                  <a:pt x="322966" y="357073"/>
                  <a:pt x="324978" y="359634"/>
                </a:cubicBezTo>
              </a:path>
              <a:path w="3887754" h="1096183">
                <a:moveTo>
                  <a:pt x="331287" y="367406"/>
                </a:moveTo>
                <a:lnTo>
                  <a:pt x="334396" y="371338"/>
                </a:lnTo>
                <a:cubicBezTo>
                  <a:pt x="336408" y="373898"/>
                  <a:pt x="337962" y="376733"/>
                  <a:pt x="338877" y="379933"/>
                </a:cubicBezTo>
                <a:cubicBezTo>
                  <a:pt x="339791" y="383134"/>
                  <a:pt x="340065" y="386334"/>
                  <a:pt x="339700" y="389626"/>
                </a:cubicBezTo>
                <a:cubicBezTo>
                  <a:pt x="339334" y="392918"/>
                  <a:pt x="338328" y="396027"/>
                  <a:pt x="336774" y="398861"/>
                </a:cubicBezTo>
                <a:cubicBezTo>
                  <a:pt x="335128" y="401787"/>
                  <a:pt x="333024" y="404256"/>
                  <a:pt x="330464" y="406359"/>
                </a:cubicBezTo>
                <a:cubicBezTo>
                  <a:pt x="327904" y="408371"/>
                  <a:pt x="324978" y="409834"/>
                  <a:pt x="321869" y="410748"/>
                </a:cubicBezTo>
                <a:cubicBezTo>
                  <a:pt x="318668" y="411663"/>
                  <a:pt x="315468" y="412029"/>
                  <a:pt x="312176" y="411663"/>
                </a:cubicBezTo>
                <a:cubicBezTo>
                  <a:pt x="308884" y="411297"/>
                  <a:pt x="305775" y="410291"/>
                  <a:pt x="302849" y="408645"/>
                </a:cubicBezTo>
                <a:cubicBezTo>
                  <a:pt x="300015" y="407091"/>
                  <a:pt x="297454" y="404988"/>
                  <a:pt x="295443" y="402427"/>
                </a:cubicBezTo>
                <a:lnTo>
                  <a:pt x="292334" y="398496"/>
                </a:lnTo>
                <a:cubicBezTo>
                  <a:pt x="290231" y="395935"/>
                  <a:pt x="288768" y="393101"/>
                  <a:pt x="287853" y="389900"/>
                </a:cubicBezTo>
                <a:cubicBezTo>
                  <a:pt x="286939" y="386700"/>
                  <a:pt x="286664" y="383499"/>
                  <a:pt x="287030" y="380208"/>
                </a:cubicBezTo>
                <a:cubicBezTo>
                  <a:pt x="287396" y="376916"/>
                  <a:pt x="288310" y="373898"/>
                  <a:pt x="289956" y="370972"/>
                </a:cubicBezTo>
                <a:cubicBezTo>
                  <a:pt x="291511" y="368046"/>
                  <a:pt x="293614" y="365577"/>
                  <a:pt x="296174" y="363565"/>
                </a:cubicBezTo>
                <a:cubicBezTo>
                  <a:pt x="298826" y="361462"/>
                  <a:pt x="301661" y="359999"/>
                  <a:pt x="304861" y="359085"/>
                </a:cubicBezTo>
                <a:cubicBezTo>
                  <a:pt x="307970" y="358170"/>
                  <a:pt x="311262" y="357896"/>
                  <a:pt x="314554" y="358262"/>
                </a:cubicBezTo>
                <a:cubicBezTo>
                  <a:pt x="317845" y="358628"/>
                  <a:pt x="320954" y="359542"/>
                  <a:pt x="323789" y="361188"/>
                </a:cubicBezTo>
                <a:cubicBezTo>
                  <a:pt x="326715" y="362742"/>
                  <a:pt x="329184" y="364846"/>
                  <a:pt x="331287" y="367406"/>
                </a:cubicBezTo>
              </a:path>
              <a:path w="3887754" h="1096183">
                <a:moveTo>
                  <a:pt x="337505" y="375178"/>
                </a:moveTo>
                <a:lnTo>
                  <a:pt x="340614" y="379110"/>
                </a:lnTo>
                <a:cubicBezTo>
                  <a:pt x="342626" y="381671"/>
                  <a:pt x="344180" y="384505"/>
                  <a:pt x="345095" y="387706"/>
                </a:cubicBezTo>
                <a:cubicBezTo>
                  <a:pt x="346009" y="390906"/>
                  <a:pt x="346283" y="394106"/>
                  <a:pt x="345918" y="397398"/>
                </a:cubicBezTo>
                <a:cubicBezTo>
                  <a:pt x="345552" y="400690"/>
                  <a:pt x="344546" y="403799"/>
                  <a:pt x="342991" y="406634"/>
                </a:cubicBezTo>
                <a:cubicBezTo>
                  <a:pt x="341346" y="409560"/>
                  <a:pt x="339242" y="412029"/>
                  <a:pt x="336682" y="414132"/>
                </a:cubicBezTo>
                <a:cubicBezTo>
                  <a:pt x="334122" y="416143"/>
                  <a:pt x="331287" y="417606"/>
                  <a:pt x="328087" y="418612"/>
                </a:cubicBezTo>
                <a:cubicBezTo>
                  <a:pt x="324886" y="419527"/>
                  <a:pt x="321686" y="419801"/>
                  <a:pt x="318394" y="419435"/>
                </a:cubicBezTo>
                <a:cubicBezTo>
                  <a:pt x="315102" y="419070"/>
                  <a:pt x="311993" y="418064"/>
                  <a:pt x="309067" y="416509"/>
                </a:cubicBezTo>
                <a:cubicBezTo>
                  <a:pt x="306233" y="414863"/>
                  <a:pt x="303764" y="412760"/>
                  <a:pt x="301661" y="410200"/>
                </a:cubicBezTo>
                <a:lnTo>
                  <a:pt x="298552" y="406359"/>
                </a:lnTo>
                <a:cubicBezTo>
                  <a:pt x="296448" y="403708"/>
                  <a:pt x="294985" y="400873"/>
                  <a:pt x="294071" y="397673"/>
                </a:cubicBezTo>
                <a:cubicBezTo>
                  <a:pt x="293157" y="394472"/>
                  <a:pt x="292882" y="391272"/>
                  <a:pt x="293248" y="387980"/>
                </a:cubicBezTo>
                <a:cubicBezTo>
                  <a:pt x="293614" y="384688"/>
                  <a:pt x="294528" y="381671"/>
                  <a:pt x="296174" y="378744"/>
                </a:cubicBezTo>
                <a:cubicBezTo>
                  <a:pt x="297729" y="375818"/>
                  <a:pt x="299832" y="373350"/>
                  <a:pt x="302392" y="371338"/>
                </a:cubicBezTo>
                <a:cubicBezTo>
                  <a:pt x="305044" y="369235"/>
                  <a:pt x="307878" y="367772"/>
                  <a:pt x="311079" y="366857"/>
                </a:cubicBezTo>
                <a:cubicBezTo>
                  <a:pt x="314279" y="365943"/>
                  <a:pt x="317480" y="365669"/>
                  <a:pt x="320772" y="366034"/>
                </a:cubicBezTo>
                <a:cubicBezTo>
                  <a:pt x="324063" y="366400"/>
                  <a:pt x="327172" y="367314"/>
                  <a:pt x="330007" y="368960"/>
                </a:cubicBezTo>
                <a:cubicBezTo>
                  <a:pt x="332933" y="370515"/>
                  <a:pt x="335402" y="372618"/>
                  <a:pt x="337505" y="375178"/>
                </a:cubicBezTo>
              </a:path>
              <a:path w="3887754" h="1096183">
                <a:moveTo>
                  <a:pt x="343723" y="382951"/>
                </a:moveTo>
                <a:lnTo>
                  <a:pt x="346832" y="386883"/>
                </a:lnTo>
                <a:cubicBezTo>
                  <a:pt x="348935" y="389443"/>
                  <a:pt x="350398" y="392278"/>
                  <a:pt x="351312" y="395478"/>
                </a:cubicBezTo>
                <a:cubicBezTo>
                  <a:pt x="352227" y="398678"/>
                  <a:pt x="352501" y="401879"/>
                  <a:pt x="352135" y="405171"/>
                </a:cubicBezTo>
                <a:cubicBezTo>
                  <a:pt x="351770" y="408462"/>
                  <a:pt x="350764" y="411571"/>
                  <a:pt x="349209" y="414406"/>
                </a:cubicBezTo>
                <a:cubicBezTo>
                  <a:pt x="347563" y="417332"/>
                  <a:pt x="345552" y="419801"/>
                  <a:pt x="342900" y="421904"/>
                </a:cubicBezTo>
                <a:cubicBezTo>
                  <a:pt x="340340" y="423916"/>
                  <a:pt x="337505" y="425470"/>
                  <a:pt x="334305" y="426385"/>
                </a:cubicBezTo>
                <a:cubicBezTo>
                  <a:pt x="331104" y="427299"/>
                  <a:pt x="327904" y="427573"/>
                  <a:pt x="324612" y="427208"/>
                </a:cubicBezTo>
                <a:cubicBezTo>
                  <a:pt x="321320" y="426842"/>
                  <a:pt x="318211" y="425836"/>
                  <a:pt x="315285" y="424282"/>
                </a:cubicBezTo>
                <a:cubicBezTo>
                  <a:pt x="312450" y="422636"/>
                  <a:pt x="309982" y="420533"/>
                  <a:pt x="307878" y="417972"/>
                </a:cubicBezTo>
                <a:lnTo>
                  <a:pt x="304770" y="414132"/>
                </a:lnTo>
                <a:cubicBezTo>
                  <a:pt x="302666" y="411480"/>
                  <a:pt x="301203" y="408645"/>
                  <a:pt x="300289" y="405445"/>
                </a:cubicBezTo>
                <a:cubicBezTo>
                  <a:pt x="299375" y="402336"/>
                  <a:pt x="299100" y="399044"/>
                  <a:pt x="299466" y="395752"/>
                </a:cubicBezTo>
                <a:cubicBezTo>
                  <a:pt x="299832" y="392460"/>
                  <a:pt x="300838" y="389443"/>
                  <a:pt x="302392" y="386517"/>
                </a:cubicBezTo>
                <a:cubicBezTo>
                  <a:pt x="303947" y="383591"/>
                  <a:pt x="306050" y="381122"/>
                  <a:pt x="308701" y="379110"/>
                </a:cubicBezTo>
                <a:cubicBezTo>
                  <a:pt x="311262" y="377007"/>
                  <a:pt x="314096" y="375544"/>
                  <a:pt x="317297" y="374630"/>
                </a:cubicBezTo>
                <a:cubicBezTo>
                  <a:pt x="320497" y="373715"/>
                  <a:pt x="323698" y="373441"/>
                  <a:pt x="326989" y="373807"/>
                </a:cubicBezTo>
                <a:cubicBezTo>
                  <a:pt x="330281" y="374172"/>
                  <a:pt x="333390" y="375087"/>
                  <a:pt x="336225" y="376733"/>
                </a:cubicBezTo>
                <a:cubicBezTo>
                  <a:pt x="339151" y="378287"/>
                  <a:pt x="341620" y="380390"/>
                  <a:pt x="343723" y="382951"/>
                </a:cubicBezTo>
              </a:path>
              <a:path w="3887754" h="1096183">
                <a:moveTo>
                  <a:pt x="349941" y="390723"/>
                </a:moveTo>
                <a:lnTo>
                  <a:pt x="353050" y="394655"/>
                </a:lnTo>
                <a:cubicBezTo>
                  <a:pt x="355153" y="397215"/>
                  <a:pt x="356616" y="400141"/>
                  <a:pt x="357530" y="403250"/>
                </a:cubicBezTo>
                <a:cubicBezTo>
                  <a:pt x="358445" y="406451"/>
                  <a:pt x="358719" y="409651"/>
                  <a:pt x="358353" y="412943"/>
                </a:cubicBezTo>
                <a:cubicBezTo>
                  <a:pt x="357988" y="416235"/>
                  <a:pt x="356982" y="419344"/>
                  <a:pt x="355427" y="422178"/>
                </a:cubicBezTo>
                <a:cubicBezTo>
                  <a:pt x="353873" y="425105"/>
                  <a:pt x="351770" y="427573"/>
                  <a:pt x="349209" y="429677"/>
                </a:cubicBezTo>
                <a:cubicBezTo>
                  <a:pt x="346558" y="431688"/>
                  <a:pt x="343723" y="433243"/>
                  <a:pt x="340523" y="434157"/>
                </a:cubicBezTo>
                <a:cubicBezTo>
                  <a:pt x="337322" y="435072"/>
                  <a:pt x="334122" y="435346"/>
                  <a:pt x="330830" y="434980"/>
                </a:cubicBezTo>
                <a:cubicBezTo>
                  <a:pt x="327538" y="434614"/>
                  <a:pt x="324429" y="433608"/>
                  <a:pt x="321594" y="432054"/>
                </a:cubicBezTo>
                <a:cubicBezTo>
                  <a:pt x="318668" y="430408"/>
                  <a:pt x="316200" y="428305"/>
                  <a:pt x="314096" y="425745"/>
                </a:cubicBezTo>
                <a:lnTo>
                  <a:pt x="310987" y="421904"/>
                </a:lnTo>
                <a:cubicBezTo>
                  <a:pt x="308976" y="419252"/>
                  <a:pt x="307421" y="416418"/>
                  <a:pt x="306507" y="413217"/>
                </a:cubicBezTo>
                <a:cubicBezTo>
                  <a:pt x="305592" y="410108"/>
                  <a:pt x="305318" y="406817"/>
                  <a:pt x="305684" y="403525"/>
                </a:cubicBezTo>
                <a:cubicBezTo>
                  <a:pt x="306050" y="400324"/>
                  <a:pt x="307056" y="397215"/>
                  <a:pt x="308610" y="394289"/>
                </a:cubicBezTo>
                <a:cubicBezTo>
                  <a:pt x="310256" y="391363"/>
                  <a:pt x="312268" y="388894"/>
                  <a:pt x="314919" y="386883"/>
                </a:cubicBezTo>
                <a:cubicBezTo>
                  <a:pt x="317480" y="384780"/>
                  <a:pt x="320314" y="383316"/>
                  <a:pt x="323515" y="382402"/>
                </a:cubicBezTo>
                <a:cubicBezTo>
                  <a:pt x="326715" y="381488"/>
                  <a:pt x="329916" y="381213"/>
                  <a:pt x="333207" y="381579"/>
                </a:cubicBezTo>
                <a:cubicBezTo>
                  <a:pt x="336499" y="381945"/>
                  <a:pt x="339608" y="382951"/>
                  <a:pt x="342534" y="384505"/>
                </a:cubicBezTo>
                <a:cubicBezTo>
                  <a:pt x="345369" y="386060"/>
                  <a:pt x="347838" y="388163"/>
                  <a:pt x="349941" y="390723"/>
                </a:cubicBezTo>
              </a:path>
              <a:path w="3887754" h="1096183">
                <a:moveTo>
                  <a:pt x="356159" y="398496"/>
                </a:moveTo>
                <a:lnTo>
                  <a:pt x="359268" y="402427"/>
                </a:lnTo>
                <a:cubicBezTo>
                  <a:pt x="361371" y="404988"/>
                  <a:pt x="362834" y="407914"/>
                  <a:pt x="363748" y="411023"/>
                </a:cubicBezTo>
                <a:cubicBezTo>
                  <a:pt x="364663" y="414223"/>
                  <a:pt x="364937" y="417424"/>
                  <a:pt x="364571" y="420715"/>
                </a:cubicBezTo>
                <a:cubicBezTo>
                  <a:pt x="364206" y="424007"/>
                  <a:pt x="363291" y="427116"/>
                  <a:pt x="361645" y="430042"/>
                </a:cubicBezTo>
                <a:cubicBezTo>
                  <a:pt x="360091" y="432877"/>
                  <a:pt x="357988" y="435346"/>
                  <a:pt x="355427" y="437449"/>
                </a:cubicBezTo>
                <a:cubicBezTo>
                  <a:pt x="352776" y="439461"/>
                  <a:pt x="349941" y="441015"/>
                  <a:pt x="346740" y="441930"/>
                </a:cubicBezTo>
                <a:cubicBezTo>
                  <a:pt x="343540" y="442844"/>
                  <a:pt x="340340" y="443118"/>
                  <a:pt x="337048" y="442752"/>
                </a:cubicBezTo>
                <a:cubicBezTo>
                  <a:pt x="333756" y="442387"/>
                  <a:pt x="330647" y="441381"/>
                  <a:pt x="327812" y="439826"/>
                </a:cubicBezTo>
                <a:cubicBezTo>
                  <a:pt x="324886" y="438180"/>
                  <a:pt x="322417" y="436169"/>
                  <a:pt x="320314" y="433517"/>
                </a:cubicBezTo>
                <a:lnTo>
                  <a:pt x="317205" y="429677"/>
                </a:lnTo>
                <a:cubicBezTo>
                  <a:pt x="315194" y="427116"/>
                  <a:pt x="313639" y="424190"/>
                  <a:pt x="312725" y="420990"/>
                </a:cubicBezTo>
                <a:cubicBezTo>
                  <a:pt x="311810" y="417881"/>
                  <a:pt x="311536" y="414589"/>
                  <a:pt x="311902" y="411389"/>
                </a:cubicBezTo>
                <a:cubicBezTo>
                  <a:pt x="312268" y="408097"/>
                  <a:pt x="313273" y="404988"/>
                  <a:pt x="314828" y="402062"/>
                </a:cubicBezTo>
                <a:cubicBezTo>
                  <a:pt x="316474" y="399227"/>
                  <a:pt x="318577" y="396667"/>
                  <a:pt x="321137" y="394655"/>
                </a:cubicBezTo>
                <a:cubicBezTo>
                  <a:pt x="323698" y="392552"/>
                  <a:pt x="326624" y="391089"/>
                  <a:pt x="329733" y="390174"/>
                </a:cubicBezTo>
                <a:cubicBezTo>
                  <a:pt x="332933" y="389260"/>
                  <a:pt x="336133" y="388986"/>
                  <a:pt x="339425" y="389352"/>
                </a:cubicBezTo>
                <a:cubicBezTo>
                  <a:pt x="342717" y="389717"/>
                  <a:pt x="345826" y="390723"/>
                  <a:pt x="348752" y="392278"/>
                </a:cubicBezTo>
                <a:cubicBezTo>
                  <a:pt x="351587" y="393832"/>
                  <a:pt x="354147" y="395935"/>
                  <a:pt x="356159" y="398496"/>
                </a:cubicBezTo>
              </a:path>
              <a:path w="3887754" h="1096183">
                <a:moveTo>
                  <a:pt x="362377" y="406359"/>
                </a:moveTo>
                <a:lnTo>
                  <a:pt x="365486" y="410200"/>
                </a:lnTo>
                <a:cubicBezTo>
                  <a:pt x="367589" y="412760"/>
                  <a:pt x="369052" y="415686"/>
                  <a:pt x="369966" y="418795"/>
                </a:cubicBezTo>
                <a:cubicBezTo>
                  <a:pt x="370881" y="421996"/>
                  <a:pt x="371155" y="425196"/>
                  <a:pt x="370789" y="428488"/>
                </a:cubicBezTo>
                <a:cubicBezTo>
                  <a:pt x="370423" y="431780"/>
                  <a:pt x="369509" y="434889"/>
                  <a:pt x="367863" y="437815"/>
                </a:cubicBezTo>
                <a:cubicBezTo>
                  <a:pt x="366309" y="440649"/>
                  <a:pt x="364206" y="443118"/>
                  <a:pt x="361645" y="445221"/>
                </a:cubicBezTo>
                <a:cubicBezTo>
                  <a:pt x="359085" y="447233"/>
                  <a:pt x="356159" y="448788"/>
                  <a:pt x="352958" y="449702"/>
                </a:cubicBezTo>
                <a:cubicBezTo>
                  <a:pt x="349849" y="450616"/>
                  <a:pt x="346558" y="450891"/>
                  <a:pt x="343266" y="450525"/>
                </a:cubicBezTo>
                <a:cubicBezTo>
                  <a:pt x="339974" y="450159"/>
                  <a:pt x="336956" y="449153"/>
                  <a:pt x="334030" y="447599"/>
                </a:cubicBezTo>
                <a:cubicBezTo>
                  <a:pt x="331104" y="445953"/>
                  <a:pt x="328635" y="443941"/>
                  <a:pt x="326532" y="441289"/>
                </a:cubicBezTo>
                <a:lnTo>
                  <a:pt x="323423" y="437449"/>
                </a:lnTo>
                <a:cubicBezTo>
                  <a:pt x="321412" y="434889"/>
                  <a:pt x="319857" y="431963"/>
                  <a:pt x="318943" y="428762"/>
                </a:cubicBezTo>
                <a:cubicBezTo>
                  <a:pt x="318028" y="425653"/>
                  <a:pt x="317754" y="422361"/>
                  <a:pt x="318120" y="419161"/>
                </a:cubicBezTo>
                <a:cubicBezTo>
                  <a:pt x="318486" y="415869"/>
                  <a:pt x="319491" y="412760"/>
                  <a:pt x="321046" y="409834"/>
                </a:cubicBezTo>
                <a:cubicBezTo>
                  <a:pt x="322692" y="406999"/>
                  <a:pt x="324795" y="404531"/>
                  <a:pt x="327355" y="402427"/>
                </a:cubicBezTo>
                <a:cubicBezTo>
                  <a:pt x="329916" y="400324"/>
                  <a:pt x="332842" y="398861"/>
                  <a:pt x="335951" y="397947"/>
                </a:cubicBezTo>
                <a:cubicBezTo>
                  <a:pt x="339151" y="397032"/>
                  <a:pt x="342443" y="396758"/>
                  <a:pt x="345643" y="397124"/>
                </a:cubicBezTo>
                <a:cubicBezTo>
                  <a:pt x="348935" y="397490"/>
                  <a:pt x="352044" y="398496"/>
                  <a:pt x="354970" y="400050"/>
                </a:cubicBezTo>
                <a:cubicBezTo>
                  <a:pt x="357896" y="401696"/>
                  <a:pt x="360365" y="403708"/>
                  <a:pt x="362377" y="406359"/>
                </a:cubicBezTo>
              </a:path>
              <a:path w="3887754" h="1096183">
                <a:moveTo>
                  <a:pt x="368595" y="414132"/>
                </a:moveTo>
                <a:lnTo>
                  <a:pt x="371795" y="417972"/>
                </a:lnTo>
                <a:cubicBezTo>
                  <a:pt x="373807" y="420533"/>
                  <a:pt x="375270" y="423459"/>
                  <a:pt x="376276" y="426568"/>
                </a:cubicBezTo>
                <a:cubicBezTo>
                  <a:pt x="377190" y="429768"/>
                  <a:pt x="377464" y="432968"/>
                  <a:pt x="377099" y="436260"/>
                </a:cubicBezTo>
                <a:cubicBezTo>
                  <a:pt x="376733" y="439552"/>
                  <a:pt x="375727" y="442661"/>
                  <a:pt x="374081" y="445587"/>
                </a:cubicBezTo>
                <a:cubicBezTo>
                  <a:pt x="372527" y="448422"/>
                  <a:pt x="370423" y="450891"/>
                  <a:pt x="367863" y="452994"/>
                </a:cubicBezTo>
                <a:cubicBezTo>
                  <a:pt x="365303" y="455097"/>
                  <a:pt x="362377" y="456560"/>
                  <a:pt x="359176" y="457474"/>
                </a:cubicBezTo>
                <a:cubicBezTo>
                  <a:pt x="356067" y="458389"/>
                  <a:pt x="352776" y="458663"/>
                  <a:pt x="349484" y="458297"/>
                </a:cubicBezTo>
                <a:cubicBezTo>
                  <a:pt x="346283" y="457932"/>
                  <a:pt x="343174" y="456926"/>
                  <a:pt x="340248" y="455371"/>
                </a:cubicBezTo>
                <a:cubicBezTo>
                  <a:pt x="337322" y="453725"/>
                  <a:pt x="334853" y="451714"/>
                  <a:pt x="332842" y="449062"/>
                </a:cubicBezTo>
                <a:lnTo>
                  <a:pt x="329733" y="445221"/>
                </a:lnTo>
                <a:cubicBezTo>
                  <a:pt x="327630" y="442661"/>
                  <a:pt x="326166" y="439735"/>
                  <a:pt x="325252" y="436626"/>
                </a:cubicBezTo>
                <a:cubicBezTo>
                  <a:pt x="324338" y="433426"/>
                  <a:pt x="323972" y="430225"/>
                  <a:pt x="324338" y="426933"/>
                </a:cubicBezTo>
                <a:cubicBezTo>
                  <a:pt x="324703" y="423642"/>
                  <a:pt x="325709" y="420533"/>
                  <a:pt x="327355" y="417606"/>
                </a:cubicBezTo>
                <a:cubicBezTo>
                  <a:pt x="328910" y="414772"/>
                  <a:pt x="331013" y="412303"/>
                  <a:pt x="333573" y="410200"/>
                </a:cubicBezTo>
                <a:cubicBezTo>
                  <a:pt x="336133" y="408097"/>
                  <a:pt x="339060" y="406634"/>
                  <a:pt x="342260" y="405719"/>
                </a:cubicBezTo>
                <a:cubicBezTo>
                  <a:pt x="345369" y="404805"/>
                  <a:pt x="348661" y="404531"/>
                  <a:pt x="351953" y="404896"/>
                </a:cubicBezTo>
                <a:cubicBezTo>
                  <a:pt x="355244" y="405262"/>
                  <a:pt x="358262" y="406268"/>
                  <a:pt x="361188" y="407822"/>
                </a:cubicBezTo>
                <a:cubicBezTo>
                  <a:pt x="364114" y="409468"/>
                  <a:pt x="366583" y="411480"/>
                  <a:pt x="368595" y="414132"/>
                </a:cubicBezTo>
              </a:path>
              <a:path w="3887754" h="1096183">
                <a:moveTo>
                  <a:pt x="374904" y="421904"/>
                </a:moveTo>
                <a:lnTo>
                  <a:pt x="378013" y="425745"/>
                </a:lnTo>
                <a:cubicBezTo>
                  <a:pt x="380025" y="428305"/>
                  <a:pt x="381579" y="431231"/>
                  <a:pt x="382494" y="434431"/>
                </a:cubicBezTo>
                <a:cubicBezTo>
                  <a:pt x="383408" y="437540"/>
                  <a:pt x="383682" y="440832"/>
                  <a:pt x="383316" y="444033"/>
                </a:cubicBezTo>
                <a:cubicBezTo>
                  <a:pt x="382951" y="447324"/>
                  <a:pt x="381945" y="450433"/>
                  <a:pt x="380390" y="453360"/>
                </a:cubicBezTo>
                <a:cubicBezTo>
                  <a:pt x="378744" y="456194"/>
                  <a:pt x="376641" y="458754"/>
                  <a:pt x="374081" y="460766"/>
                </a:cubicBezTo>
                <a:cubicBezTo>
                  <a:pt x="371521" y="462869"/>
                  <a:pt x="368595" y="464332"/>
                  <a:pt x="365486" y="465247"/>
                </a:cubicBezTo>
                <a:cubicBezTo>
                  <a:pt x="362285" y="466161"/>
                  <a:pt x="359085" y="466435"/>
                  <a:pt x="355793" y="466070"/>
                </a:cubicBezTo>
                <a:cubicBezTo>
                  <a:pt x="352501" y="465704"/>
                  <a:pt x="349392" y="464698"/>
                  <a:pt x="346466" y="463144"/>
                </a:cubicBezTo>
                <a:cubicBezTo>
                  <a:pt x="343632" y="461589"/>
                  <a:pt x="341071" y="459486"/>
                  <a:pt x="339060" y="456926"/>
                </a:cubicBezTo>
                <a:lnTo>
                  <a:pt x="335951" y="452994"/>
                </a:lnTo>
                <a:cubicBezTo>
                  <a:pt x="333847" y="450433"/>
                  <a:pt x="332384" y="447507"/>
                  <a:pt x="331470" y="444398"/>
                </a:cubicBezTo>
                <a:cubicBezTo>
                  <a:pt x="330556" y="441198"/>
                  <a:pt x="330281" y="437998"/>
                  <a:pt x="330647" y="434706"/>
                </a:cubicBezTo>
                <a:cubicBezTo>
                  <a:pt x="331013" y="431414"/>
                  <a:pt x="331927" y="428305"/>
                  <a:pt x="333573" y="425379"/>
                </a:cubicBezTo>
                <a:cubicBezTo>
                  <a:pt x="335128" y="422544"/>
                  <a:pt x="337231" y="420075"/>
                  <a:pt x="339791" y="417972"/>
                </a:cubicBezTo>
                <a:cubicBezTo>
                  <a:pt x="342443" y="415961"/>
                  <a:pt x="345277" y="414406"/>
                  <a:pt x="348478" y="413492"/>
                </a:cubicBezTo>
                <a:cubicBezTo>
                  <a:pt x="351587" y="412577"/>
                  <a:pt x="354879" y="412303"/>
                  <a:pt x="358170" y="412669"/>
                </a:cubicBezTo>
                <a:cubicBezTo>
                  <a:pt x="361462" y="413034"/>
                  <a:pt x="364571" y="414040"/>
                  <a:pt x="367406" y="415595"/>
                </a:cubicBezTo>
                <a:cubicBezTo>
                  <a:pt x="370332" y="417241"/>
                  <a:pt x="372801" y="419252"/>
                  <a:pt x="374904" y="421904"/>
                </a:cubicBezTo>
              </a:path>
              <a:path w="3887754" h="1096183">
                <a:moveTo>
                  <a:pt x="381122" y="429677"/>
                </a:moveTo>
                <a:lnTo>
                  <a:pt x="384231" y="433517"/>
                </a:lnTo>
                <a:cubicBezTo>
                  <a:pt x="386243" y="436169"/>
                  <a:pt x="387797" y="439003"/>
                  <a:pt x="388711" y="442204"/>
                </a:cubicBezTo>
                <a:cubicBezTo>
                  <a:pt x="389626" y="445313"/>
                  <a:pt x="389900" y="448605"/>
                  <a:pt x="389534" y="451896"/>
                </a:cubicBezTo>
                <a:cubicBezTo>
                  <a:pt x="389169" y="455097"/>
                  <a:pt x="388163" y="458206"/>
                  <a:pt x="386608" y="461132"/>
                </a:cubicBezTo>
                <a:cubicBezTo>
                  <a:pt x="384962" y="463967"/>
                  <a:pt x="382859" y="466527"/>
                  <a:pt x="380299" y="468539"/>
                </a:cubicBezTo>
                <a:cubicBezTo>
                  <a:pt x="377739" y="470642"/>
                  <a:pt x="374904" y="472105"/>
                  <a:pt x="371704" y="473019"/>
                </a:cubicBezTo>
                <a:cubicBezTo>
                  <a:pt x="368503" y="473934"/>
                  <a:pt x="365303" y="474208"/>
                  <a:pt x="362011" y="473842"/>
                </a:cubicBezTo>
                <a:cubicBezTo>
                  <a:pt x="358719" y="473476"/>
                  <a:pt x="355610" y="472470"/>
                  <a:pt x="352684" y="470916"/>
                </a:cubicBezTo>
                <a:cubicBezTo>
                  <a:pt x="349849" y="469362"/>
                  <a:pt x="347381" y="467258"/>
                  <a:pt x="345277" y="464698"/>
                </a:cubicBezTo>
                <a:lnTo>
                  <a:pt x="342168" y="460766"/>
                </a:lnTo>
                <a:cubicBezTo>
                  <a:pt x="340065" y="458206"/>
                  <a:pt x="338602" y="455280"/>
                  <a:pt x="337688" y="452171"/>
                </a:cubicBezTo>
                <a:cubicBezTo>
                  <a:pt x="336774" y="448970"/>
                  <a:pt x="336499" y="445770"/>
                  <a:pt x="336865" y="442478"/>
                </a:cubicBezTo>
                <a:cubicBezTo>
                  <a:pt x="337231" y="439186"/>
                  <a:pt x="338145" y="436077"/>
                  <a:pt x="339791" y="433243"/>
                </a:cubicBezTo>
                <a:cubicBezTo>
                  <a:pt x="341346" y="430317"/>
                  <a:pt x="343449" y="427848"/>
                  <a:pt x="346009" y="425745"/>
                </a:cubicBezTo>
                <a:cubicBezTo>
                  <a:pt x="348661" y="423733"/>
                  <a:pt x="351495" y="422178"/>
                  <a:pt x="354696" y="421264"/>
                </a:cubicBezTo>
                <a:cubicBezTo>
                  <a:pt x="357896" y="420350"/>
                  <a:pt x="361097" y="420075"/>
                  <a:pt x="364388" y="420441"/>
                </a:cubicBezTo>
                <a:cubicBezTo>
                  <a:pt x="367680" y="420807"/>
                  <a:pt x="370789" y="421813"/>
                  <a:pt x="373624" y="423367"/>
                </a:cubicBezTo>
                <a:cubicBezTo>
                  <a:pt x="376550" y="425013"/>
                  <a:pt x="379019" y="427116"/>
                  <a:pt x="381122" y="429677"/>
                </a:cubicBezTo>
              </a:path>
              <a:path w="3887754" h="1096183">
                <a:moveTo>
                  <a:pt x="387340" y="437449"/>
                </a:moveTo>
                <a:lnTo>
                  <a:pt x="390449" y="441289"/>
                </a:lnTo>
                <a:cubicBezTo>
                  <a:pt x="392552" y="443941"/>
                  <a:pt x="394015" y="446776"/>
                  <a:pt x="394929" y="449976"/>
                </a:cubicBezTo>
                <a:cubicBezTo>
                  <a:pt x="395844" y="453085"/>
                  <a:pt x="396118" y="456377"/>
                  <a:pt x="395752" y="459669"/>
                </a:cubicBezTo>
                <a:cubicBezTo>
                  <a:pt x="395387" y="462961"/>
                  <a:pt x="394381" y="465978"/>
                  <a:pt x="392826" y="468904"/>
                </a:cubicBezTo>
                <a:cubicBezTo>
                  <a:pt x="391180" y="471830"/>
                  <a:pt x="389169" y="474299"/>
                  <a:pt x="386517" y="476311"/>
                </a:cubicBezTo>
                <a:cubicBezTo>
                  <a:pt x="383957" y="478414"/>
                  <a:pt x="381122" y="479877"/>
                  <a:pt x="377922" y="480792"/>
                </a:cubicBezTo>
                <a:cubicBezTo>
                  <a:pt x="374721" y="481706"/>
                  <a:pt x="371521" y="481980"/>
                  <a:pt x="368229" y="481614"/>
                </a:cubicBezTo>
                <a:cubicBezTo>
                  <a:pt x="364937" y="481249"/>
                  <a:pt x="361828" y="480334"/>
                  <a:pt x="358902" y="478688"/>
                </a:cubicBezTo>
                <a:cubicBezTo>
                  <a:pt x="356067" y="477134"/>
                  <a:pt x="353598" y="475031"/>
                  <a:pt x="351495" y="472470"/>
                </a:cubicBezTo>
                <a:lnTo>
                  <a:pt x="348386" y="468539"/>
                </a:lnTo>
                <a:cubicBezTo>
                  <a:pt x="346283" y="465978"/>
                  <a:pt x="344820" y="463052"/>
                  <a:pt x="343906" y="459943"/>
                </a:cubicBezTo>
                <a:cubicBezTo>
                  <a:pt x="342991" y="456743"/>
                  <a:pt x="342717" y="453542"/>
                  <a:pt x="343083" y="450251"/>
                </a:cubicBezTo>
                <a:cubicBezTo>
                  <a:pt x="343449" y="446959"/>
                  <a:pt x="344454" y="443850"/>
                  <a:pt x="346009" y="441015"/>
                </a:cubicBezTo>
                <a:cubicBezTo>
                  <a:pt x="347655" y="438089"/>
                  <a:pt x="349667" y="435620"/>
                  <a:pt x="352318" y="433517"/>
                </a:cubicBezTo>
                <a:cubicBezTo>
                  <a:pt x="354879" y="431505"/>
                  <a:pt x="357713" y="429951"/>
                  <a:pt x="360914" y="429036"/>
                </a:cubicBezTo>
                <a:cubicBezTo>
                  <a:pt x="364114" y="428122"/>
                  <a:pt x="367314" y="427848"/>
                  <a:pt x="370606" y="428214"/>
                </a:cubicBezTo>
                <a:cubicBezTo>
                  <a:pt x="373898" y="428579"/>
                  <a:pt x="377007" y="429585"/>
                  <a:pt x="379842" y="431140"/>
                </a:cubicBezTo>
                <a:cubicBezTo>
                  <a:pt x="382768" y="432786"/>
                  <a:pt x="385237" y="434889"/>
                  <a:pt x="387340" y="437449"/>
                </a:cubicBezTo>
              </a:path>
              <a:path w="3887754" h="1096183">
                <a:moveTo>
                  <a:pt x="393558" y="445221"/>
                </a:moveTo>
                <a:lnTo>
                  <a:pt x="396667" y="449062"/>
                </a:lnTo>
                <a:cubicBezTo>
                  <a:pt x="398770" y="451714"/>
                  <a:pt x="400233" y="454548"/>
                  <a:pt x="401147" y="457749"/>
                </a:cubicBezTo>
                <a:cubicBezTo>
                  <a:pt x="402062" y="460858"/>
                  <a:pt x="402336" y="464149"/>
                  <a:pt x="401970" y="467441"/>
                </a:cubicBezTo>
                <a:cubicBezTo>
                  <a:pt x="401604" y="470733"/>
                  <a:pt x="400599" y="473751"/>
                  <a:pt x="399044" y="476677"/>
                </a:cubicBezTo>
                <a:cubicBezTo>
                  <a:pt x="397490" y="479603"/>
                  <a:pt x="395387" y="482072"/>
                  <a:pt x="392826" y="484083"/>
                </a:cubicBezTo>
                <a:cubicBezTo>
                  <a:pt x="390174" y="486186"/>
                  <a:pt x="387340" y="487650"/>
                  <a:pt x="384139" y="488564"/>
                </a:cubicBezTo>
                <a:cubicBezTo>
                  <a:pt x="380939" y="489478"/>
                  <a:pt x="377739" y="489753"/>
                  <a:pt x="374447" y="489387"/>
                </a:cubicBezTo>
                <a:cubicBezTo>
                  <a:pt x="371155" y="489021"/>
                  <a:pt x="368046" y="488107"/>
                  <a:pt x="365211" y="486461"/>
                </a:cubicBezTo>
                <a:cubicBezTo>
                  <a:pt x="362285" y="484906"/>
                  <a:pt x="359816" y="482803"/>
                  <a:pt x="357713" y="480243"/>
                </a:cubicBezTo>
                <a:lnTo>
                  <a:pt x="354604" y="476311"/>
                </a:lnTo>
                <a:cubicBezTo>
                  <a:pt x="352593" y="473751"/>
                  <a:pt x="351038" y="470916"/>
                  <a:pt x="350124" y="467716"/>
                </a:cubicBezTo>
                <a:cubicBezTo>
                  <a:pt x="349209" y="464515"/>
                  <a:pt x="348935" y="461315"/>
                  <a:pt x="349301" y="458023"/>
                </a:cubicBezTo>
                <a:cubicBezTo>
                  <a:pt x="349667" y="454731"/>
                  <a:pt x="350672" y="451622"/>
                  <a:pt x="352227" y="448788"/>
                </a:cubicBezTo>
                <a:cubicBezTo>
                  <a:pt x="353873" y="445861"/>
                  <a:pt x="355884" y="443393"/>
                  <a:pt x="358536" y="441289"/>
                </a:cubicBezTo>
                <a:cubicBezTo>
                  <a:pt x="361097" y="439278"/>
                  <a:pt x="363931" y="437723"/>
                  <a:pt x="367132" y="436809"/>
                </a:cubicBezTo>
                <a:cubicBezTo>
                  <a:pt x="370332" y="435894"/>
                  <a:pt x="373532" y="435620"/>
                  <a:pt x="376824" y="435986"/>
                </a:cubicBezTo>
                <a:cubicBezTo>
                  <a:pt x="380116" y="436352"/>
                  <a:pt x="383225" y="437358"/>
                  <a:pt x="386151" y="438912"/>
                </a:cubicBezTo>
                <a:cubicBezTo>
                  <a:pt x="388986" y="440558"/>
                  <a:pt x="391455" y="442661"/>
                  <a:pt x="393558" y="445221"/>
                </a:cubicBezTo>
              </a:path>
              <a:path w="3887754" h="1096183">
                <a:moveTo>
                  <a:pt x="399776" y="452994"/>
                </a:moveTo>
                <a:lnTo>
                  <a:pt x="402885" y="456926"/>
                </a:lnTo>
                <a:cubicBezTo>
                  <a:pt x="404988" y="459486"/>
                  <a:pt x="406451" y="462321"/>
                  <a:pt x="407365" y="465521"/>
                </a:cubicBezTo>
                <a:cubicBezTo>
                  <a:pt x="408280" y="468721"/>
                  <a:pt x="408554" y="471922"/>
                  <a:pt x="408188" y="475214"/>
                </a:cubicBezTo>
                <a:cubicBezTo>
                  <a:pt x="407822" y="478506"/>
                  <a:pt x="406908" y="481523"/>
                  <a:pt x="405262" y="484449"/>
                </a:cubicBezTo>
                <a:cubicBezTo>
                  <a:pt x="403708" y="487375"/>
                  <a:pt x="401604" y="489844"/>
                  <a:pt x="399044" y="491856"/>
                </a:cubicBezTo>
                <a:cubicBezTo>
                  <a:pt x="396392" y="493959"/>
                  <a:pt x="393558" y="495422"/>
                  <a:pt x="390357" y="496336"/>
                </a:cubicBezTo>
                <a:cubicBezTo>
                  <a:pt x="387157" y="497251"/>
                  <a:pt x="383957" y="497525"/>
                  <a:pt x="380665" y="497159"/>
                </a:cubicBezTo>
                <a:cubicBezTo>
                  <a:pt x="377373" y="496794"/>
                  <a:pt x="374264" y="495879"/>
                  <a:pt x="371429" y="494233"/>
                </a:cubicBezTo>
                <a:cubicBezTo>
                  <a:pt x="368503" y="492679"/>
                  <a:pt x="366034" y="490576"/>
                  <a:pt x="363931" y="488015"/>
                </a:cubicBezTo>
                <a:lnTo>
                  <a:pt x="360822" y="484083"/>
                </a:lnTo>
                <a:cubicBezTo>
                  <a:pt x="358811" y="481523"/>
                  <a:pt x="357256" y="478688"/>
                  <a:pt x="356342" y="475488"/>
                </a:cubicBezTo>
                <a:cubicBezTo>
                  <a:pt x="355427" y="472288"/>
                  <a:pt x="355153" y="469087"/>
                  <a:pt x="355519" y="465795"/>
                </a:cubicBezTo>
                <a:cubicBezTo>
                  <a:pt x="355884" y="462504"/>
                  <a:pt x="356890" y="459395"/>
                  <a:pt x="358445" y="456560"/>
                </a:cubicBezTo>
                <a:cubicBezTo>
                  <a:pt x="360091" y="453634"/>
                  <a:pt x="362194" y="451165"/>
                  <a:pt x="364754" y="449062"/>
                </a:cubicBezTo>
                <a:cubicBezTo>
                  <a:pt x="367314" y="447050"/>
                  <a:pt x="370241" y="445587"/>
                  <a:pt x="373350" y="444673"/>
                </a:cubicBezTo>
                <a:cubicBezTo>
                  <a:pt x="376550" y="443667"/>
                  <a:pt x="379750" y="443393"/>
                  <a:pt x="383042" y="443758"/>
                </a:cubicBezTo>
                <a:cubicBezTo>
                  <a:pt x="386334" y="444124"/>
                  <a:pt x="389443" y="445130"/>
                  <a:pt x="392369" y="446776"/>
                </a:cubicBezTo>
                <a:cubicBezTo>
                  <a:pt x="395204" y="448330"/>
                  <a:pt x="397764" y="450433"/>
                  <a:pt x="399776" y="452994"/>
                </a:cubicBezTo>
              </a:path>
              <a:path w="3887754" h="1096183">
                <a:moveTo>
                  <a:pt x="405994" y="460766"/>
                </a:moveTo>
                <a:lnTo>
                  <a:pt x="409103" y="464698"/>
                </a:lnTo>
                <a:cubicBezTo>
                  <a:pt x="411206" y="467258"/>
                  <a:pt x="412669" y="470093"/>
                  <a:pt x="413583" y="473293"/>
                </a:cubicBezTo>
                <a:cubicBezTo>
                  <a:pt x="414498" y="476494"/>
                  <a:pt x="414772" y="479694"/>
                  <a:pt x="414406" y="482986"/>
                </a:cubicBezTo>
                <a:cubicBezTo>
                  <a:pt x="414040" y="486278"/>
                  <a:pt x="413126" y="489387"/>
                  <a:pt x="411480" y="492222"/>
                </a:cubicBezTo>
                <a:cubicBezTo>
                  <a:pt x="409926" y="495148"/>
                  <a:pt x="407822" y="497616"/>
                  <a:pt x="405262" y="499628"/>
                </a:cubicBezTo>
                <a:cubicBezTo>
                  <a:pt x="402702" y="501731"/>
                  <a:pt x="399776" y="503194"/>
                  <a:pt x="396575" y="504109"/>
                </a:cubicBezTo>
                <a:cubicBezTo>
                  <a:pt x="393466" y="505023"/>
                  <a:pt x="390174" y="505297"/>
                  <a:pt x="386883" y="504932"/>
                </a:cubicBezTo>
                <a:cubicBezTo>
                  <a:pt x="383591" y="504566"/>
                  <a:pt x="380573" y="503652"/>
                  <a:pt x="377647" y="502006"/>
                </a:cubicBezTo>
                <a:cubicBezTo>
                  <a:pt x="374721" y="500451"/>
                  <a:pt x="372252" y="498348"/>
                  <a:pt x="370241" y="495788"/>
                </a:cubicBezTo>
                <a:lnTo>
                  <a:pt x="367040" y="491856"/>
                </a:lnTo>
                <a:cubicBezTo>
                  <a:pt x="365028" y="489295"/>
                  <a:pt x="363565" y="486461"/>
                  <a:pt x="362560" y="483260"/>
                </a:cubicBezTo>
                <a:cubicBezTo>
                  <a:pt x="361645" y="480060"/>
                  <a:pt x="361371" y="476860"/>
                  <a:pt x="361737" y="473568"/>
                </a:cubicBezTo>
                <a:cubicBezTo>
                  <a:pt x="362102" y="470276"/>
                  <a:pt x="363108" y="467167"/>
                  <a:pt x="364663" y="464332"/>
                </a:cubicBezTo>
                <a:cubicBezTo>
                  <a:pt x="366309" y="461406"/>
                  <a:pt x="368412" y="458937"/>
                  <a:pt x="370972" y="456926"/>
                </a:cubicBezTo>
                <a:cubicBezTo>
                  <a:pt x="373532" y="454823"/>
                  <a:pt x="376458" y="453360"/>
                  <a:pt x="379567" y="452445"/>
                </a:cubicBezTo>
                <a:cubicBezTo>
                  <a:pt x="382768" y="451531"/>
                  <a:pt x="386060" y="451256"/>
                  <a:pt x="389260" y="451622"/>
                </a:cubicBezTo>
                <a:cubicBezTo>
                  <a:pt x="392552" y="451988"/>
                  <a:pt x="395661" y="452902"/>
                  <a:pt x="398587" y="454548"/>
                </a:cubicBezTo>
                <a:cubicBezTo>
                  <a:pt x="401513" y="456103"/>
                  <a:pt x="403982" y="458206"/>
                  <a:pt x="405994" y="460766"/>
                </a:cubicBezTo>
              </a:path>
              <a:path w="3887754" h="1096183">
                <a:moveTo>
                  <a:pt x="412212" y="468539"/>
                </a:moveTo>
                <a:lnTo>
                  <a:pt x="415412" y="472470"/>
                </a:lnTo>
                <a:cubicBezTo>
                  <a:pt x="417424" y="475031"/>
                  <a:pt x="418887" y="477865"/>
                  <a:pt x="419892" y="481066"/>
                </a:cubicBezTo>
                <a:cubicBezTo>
                  <a:pt x="420807" y="484266"/>
                  <a:pt x="421081" y="487467"/>
                  <a:pt x="420715" y="490758"/>
                </a:cubicBezTo>
                <a:cubicBezTo>
                  <a:pt x="420350" y="494050"/>
                  <a:pt x="419344" y="497159"/>
                  <a:pt x="417698" y="499994"/>
                </a:cubicBezTo>
                <a:cubicBezTo>
                  <a:pt x="416143" y="502920"/>
                  <a:pt x="414040" y="505389"/>
                  <a:pt x="411480" y="507492"/>
                </a:cubicBezTo>
                <a:cubicBezTo>
                  <a:pt x="408920" y="509504"/>
                  <a:pt x="405994" y="510967"/>
                  <a:pt x="402793" y="511881"/>
                </a:cubicBezTo>
                <a:cubicBezTo>
                  <a:pt x="399684" y="512887"/>
                  <a:pt x="396392" y="513161"/>
                  <a:pt x="393101" y="512796"/>
                </a:cubicBezTo>
                <a:cubicBezTo>
                  <a:pt x="389900" y="512430"/>
                  <a:pt x="386791" y="511424"/>
                  <a:pt x="383865" y="509778"/>
                </a:cubicBezTo>
                <a:cubicBezTo>
                  <a:pt x="380939" y="508224"/>
                  <a:pt x="378470" y="506120"/>
                  <a:pt x="376458" y="503560"/>
                </a:cubicBezTo>
                <a:lnTo>
                  <a:pt x="373350" y="499628"/>
                </a:lnTo>
                <a:cubicBezTo>
                  <a:pt x="371246" y="497068"/>
                  <a:pt x="369783" y="494233"/>
                  <a:pt x="368869" y="491033"/>
                </a:cubicBezTo>
                <a:cubicBezTo>
                  <a:pt x="367955" y="487832"/>
                  <a:pt x="367589" y="484632"/>
                  <a:pt x="367955" y="481340"/>
                </a:cubicBezTo>
                <a:cubicBezTo>
                  <a:pt x="368320" y="478048"/>
                  <a:pt x="369326" y="475031"/>
                  <a:pt x="370972" y="472105"/>
                </a:cubicBezTo>
                <a:cubicBezTo>
                  <a:pt x="372527" y="469179"/>
                  <a:pt x="374630" y="466710"/>
                  <a:pt x="377190" y="464698"/>
                </a:cubicBezTo>
                <a:cubicBezTo>
                  <a:pt x="379750" y="462595"/>
                  <a:pt x="382676" y="461132"/>
                  <a:pt x="385877" y="460218"/>
                </a:cubicBezTo>
                <a:cubicBezTo>
                  <a:pt x="388986" y="459303"/>
                  <a:pt x="392278" y="459029"/>
                  <a:pt x="395569" y="459395"/>
                </a:cubicBezTo>
                <a:cubicBezTo>
                  <a:pt x="398861" y="459760"/>
                  <a:pt x="401879" y="460675"/>
                  <a:pt x="404805" y="462321"/>
                </a:cubicBezTo>
                <a:cubicBezTo>
                  <a:pt x="407731" y="463875"/>
                  <a:pt x="410200" y="465978"/>
                  <a:pt x="412212" y="468539"/>
                </a:cubicBezTo>
              </a:path>
              <a:path w="3887754" h="1096183">
                <a:moveTo>
                  <a:pt x="418521" y="476311"/>
                </a:moveTo>
                <a:lnTo>
                  <a:pt x="421630" y="480243"/>
                </a:lnTo>
                <a:cubicBezTo>
                  <a:pt x="423642" y="482803"/>
                  <a:pt x="425196" y="485638"/>
                  <a:pt x="426110" y="488838"/>
                </a:cubicBezTo>
                <a:cubicBezTo>
                  <a:pt x="427025" y="492039"/>
                  <a:pt x="427299" y="495239"/>
                  <a:pt x="426933" y="498531"/>
                </a:cubicBezTo>
                <a:cubicBezTo>
                  <a:pt x="426568" y="501823"/>
                  <a:pt x="425562" y="504932"/>
                  <a:pt x="424007" y="507766"/>
                </a:cubicBezTo>
                <a:cubicBezTo>
                  <a:pt x="422361" y="510692"/>
                  <a:pt x="420258" y="513161"/>
                  <a:pt x="417698" y="515264"/>
                </a:cubicBezTo>
                <a:cubicBezTo>
                  <a:pt x="415138" y="517276"/>
                  <a:pt x="412212" y="518739"/>
                  <a:pt x="409103" y="519745"/>
                </a:cubicBezTo>
                <a:cubicBezTo>
                  <a:pt x="405902" y="520659"/>
                  <a:pt x="402702" y="520934"/>
                  <a:pt x="399410" y="520568"/>
                </a:cubicBezTo>
                <a:cubicBezTo>
                  <a:pt x="396118" y="520202"/>
                  <a:pt x="393009" y="519196"/>
                  <a:pt x="390083" y="517642"/>
                </a:cubicBezTo>
                <a:cubicBezTo>
                  <a:pt x="387248" y="515996"/>
                  <a:pt x="384688" y="513893"/>
                  <a:pt x="382676" y="511332"/>
                </a:cubicBezTo>
                <a:lnTo>
                  <a:pt x="379567" y="507492"/>
                </a:lnTo>
                <a:cubicBezTo>
                  <a:pt x="377464" y="504840"/>
                  <a:pt x="376001" y="502006"/>
                  <a:pt x="375087" y="498805"/>
                </a:cubicBezTo>
                <a:cubicBezTo>
                  <a:pt x="374172" y="495605"/>
                  <a:pt x="373898" y="492404"/>
                  <a:pt x="374264" y="489113"/>
                </a:cubicBezTo>
                <a:cubicBezTo>
                  <a:pt x="374630" y="485821"/>
                  <a:pt x="375544" y="482803"/>
                  <a:pt x="377190" y="479877"/>
                </a:cubicBezTo>
                <a:cubicBezTo>
                  <a:pt x="378744" y="476951"/>
                  <a:pt x="380848" y="474482"/>
                  <a:pt x="383408" y="472470"/>
                </a:cubicBezTo>
                <a:cubicBezTo>
                  <a:pt x="386060" y="470367"/>
                  <a:pt x="388894" y="468904"/>
                  <a:pt x="392095" y="467990"/>
                </a:cubicBezTo>
                <a:cubicBezTo>
                  <a:pt x="395295" y="467076"/>
                  <a:pt x="398496" y="466801"/>
                  <a:pt x="401787" y="467167"/>
                </a:cubicBezTo>
                <a:cubicBezTo>
                  <a:pt x="405079" y="467533"/>
                  <a:pt x="408188" y="468447"/>
                  <a:pt x="411023" y="470093"/>
                </a:cubicBezTo>
                <a:cubicBezTo>
                  <a:pt x="413949" y="471648"/>
                  <a:pt x="416418" y="473751"/>
                  <a:pt x="418521" y="476311"/>
                </a:cubicBezTo>
              </a:path>
              <a:path w="3887754" h="1096183">
                <a:moveTo>
                  <a:pt x="424739" y="484083"/>
                </a:moveTo>
                <a:lnTo>
                  <a:pt x="427848" y="488015"/>
                </a:lnTo>
                <a:cubicBezTo>
                  <a:pt x="429859" y="490576"/>
                  <a:pt x="431414" y="493410"/>
                  <a:pt x="432328" y="496611"/>
                </a:cubicBezTo>
                <a:cubicBezTo>
                  <a:pt x="433243" y="499811"/>
                  <a:pt x="433517" y="503011"/>
                  <a:pt x="433151" y="506303"/>
                </a:cubicBezTo>
                <a:cubicBezTo>
                  <a:pt x="432786" y="509595"/>
                  <a:pt x="431780" y="512704"/>
                  <a:pt x="430225" y="515539"/>
                </a:cubicBezTo>
                <a:cubicBezTo>
                  <a:pt x="428579" y="518465"/>
                  <a:pt x="426476" y="520934"/>
                  <a:pt x="423916" y="523037"/>
                </a:cubicBezTo>
                <a:cubicBezTo>
                  <a:pt x="421356" y="525048"/>
                  <a:pt x="418521" y="526603"/>
                  <a:pt x="415320" y="527517"/>
                </a:cubicBezTo>
                <a:cubicBezTo>
                  <a:pt x="412120" y="528432"/>
                  <a:pt x="408920" y="528706"/>
                  <a:pt x="405628" y="528340"/>
                </a:cubicBezTo>
                <a:cubicBezTo>
                  <a:pt x="402336" y="527975"/>
                  <a:pt x="399227" y="526969"/>
                  <a:pt x="396301" y="525414"/>
                </a:cubicBezTo>
                <a:cubicBezTo>
                  <a:pt x="393466" y="523768"/>
                  <a:pt x="390997" y="521665"/>
                  <a:pt x="388894" y="519105"/>
                </a:cubicBezTo>
                <a:lnTo>
                  <a:pt x="385785" y="515264"/>
                </a:lnTo>
                <a:cubicBezTo>
                  <a:pt x="383682" y="512613"/>
                  <a:pt x="382219" y="509778"/>
                  <a:pt x="381305" y="506578"/>
                </a:cubicBezTo>
                <a:cubicBezTo>
                  <a:pt x="380390" y="503469"/>
                  <a:pt x="380116" y="500177"/>
                  <a:pt x="380482" y="496885"/>
                </a:cubicBezTo>
                <a:cubicBezTo>
                  <a:pt x="380848" y="493593"/>
                  <a:pt x="381762" y="490576"/>
                  <a:pt x="383408" y="487650"/>
                </a:cubicBezTo>
                <a:cubicBezTo>
                  <a:pt x="384962" y="484723"/>
                  <a:pt x="387066" y="482255"/>
                  <a:pt x="389626" y="480243"/>
                </a:cubicBezTo>
                <a:cubicBezTo>
                  <a:pt x="392278" y="478140"/>
                  <a:pt x="395112" y="476677"/>
                  <a:pt x="398313" y="475762"/>
                </a:cubicBezTo>
                <a:cubicBezTo>
                  <a:pt x="401513" y="474848"/>
                  <a:pt x="404713" y="474574"/>
                  <a:pt x="408005" y="474939"/>
                </a:cubicBezTo>
                <a:cubicBezTo>
                  <a:pt x="411297" y="475305"/>
                  <a:pt x="414406" y="476220"/>
                  <a:pt x="417241" y="477865"/>
                </a:cubicBezTo>
                <a:cubicBezTo>
                  <a:pt x="420167" y="479420"/>
                  <a:pt x="422636" y="481523"/>
                  <a:pt x="424739" y="484083"/>
                </a:cubicBezTo>
              </a:path>
              <a:path w="3887754" h="1096183">
                <a:moveTo>
                  <a:pt x="430957" y="491856"/>
                </a:moveTo>
                <a:lnTo>
                  <a:pt x="434066" y="495788"/>
                </a:lnTo>
                <a:cubicBezTo>
                  <a:pt x="436169" y="498348"/>
                  <a:pt x="437632" y="501274"/>
                  <a:pt x="438546" y="504383"/>
                </a:cubicBezTo>
                <a:cubicBezTo>
                  <a:pt x="439461" y="507583"/>
                  <a:pt x="439735" y="510784"/>
                  <a:pt x="439369" y="514076"/>
                </a:cubicBezTo>
                <a:cubicBezTo>
                  <a:pt x="439003" y="517368"/>
                  <a:pt x="437998" y="520476"/>
                  <a:pt x="436443" y="523311"/>
                </a:cubicBezTo>
                <a:cubicBezTo>
                  <a:pt x="434797" y="526237"/>
                  <a:pt x="432786" y="528706"/>
                  <a:pt x="430134" y="530809"/>
                </a:cubicBezTo>
                <a:cubicBezTo>
                  <a:pt x="427573" y="532821"/>
                  <a:pt x="424739" y="534375"/>
                  <a:pt x="421538" y="535290"/>
                </a:cubicBezTo>
                <a:cubicBezTo>
                  <a:pt x="418338" y="536204"/>
                  <a:pt x="415138" y="536478"/>
                  <a:pt x="411846" y="536113"/>
                </a:cubicBezTo>
                <a:cubicBezTo>
                  <a:pt x="408554" y="535747"/>
                  <a:pt x="405445" y="534741"/>
                  <a:pt x="402519" y="533187"/>
                </a:cubicBezTo>
                <a:cubicBezTo>
                  <a:pt x="399684" y="531541"/>
                  <a:pt x="397215" y="529438"/>
                  <a:pt x="395112" y="526877"/>
                </a:cubicBezTo>
                <a:lnTo>
                  <a:pt x="392003" y="523037"/>
                </a:lnTo>
                <a:cubicBezTo>
                  <a:pt x="389900" y="520385"/>
                  <a:pt x="388437" y="517550"/>
                  <a:pt x="387523" y="514350"/>
                </a:cubicBezTo>
                <a:cubicBezTo>
                  <a:pt x="386608" y="511241"/>
                  <a:pt x="386334" y="507949"/>
                  <a:pt x="386700" y="504657"/>
                </a:cubicBezTo>
                <a:cubicBezTo>
                  <a:pt x="387066" y="501457"/>
                  <a:pt x="388071" y="498348"/>
                  <a:pt x="389626" y="495422"/>
                </a:cubicBezTo>
                <a:cubicBezTo>
                  <a:pt x="391272" y="492587"/>
                  <a:pt x="393283" y="490027"/>
                  <a:pt x="395935" y="488015"/>
                </a:cubicBezTo>
                <a:cubicBezTo>
                  <a:pt x="398496" y="485912"/>
                  <a:pt x="401330" y="484449"/>
                  <a:pt x="404531" y="483535"/>
                </a:cubicBezTo>
                <a:cubicBezTo>
                  <a:pt x="407731" y="482620"/>
                  <a:pt x="410931" y="482346"/>
                  <a:pt x="414223" y="482712"/>
                </a:cubicBezTo>
                <a:cubicBezTo>
                  <a:pt x="417515" y="483078"/>
                  <a:pt x="420624" y="484083"/>
                  <a:pt x="423550" y="485638"/>
                </a:cubicBezTo>
                <a:cubicBezTo>
                  <a:pt x="426385" y="487192"/>
                  <a:pt x="428854" y="489295"/>
                  <a:pt x="430957" y="491856"/>
                </a:cubicBezTo>
              </a:path>
              <a:path w="3887754" h="1096183">
                <a:moveTo>
                  <a:pt x="437175" y="499628"/>
                </a:moveTo>
                <a:lnTo>
                  <a:pt x="440284" y="503560"/>
                </a:lnTo>
                <a:cubicBezTo>
                  <a:pt x="442387" y="506120"/>
                  <a:pt x="443850" y="509046"/>
                  <a:pt x="444764" y="512155"/>
                </a:cubicBezTo>
                <a:cubicBezTo>
                  <a:pt x="445679" y="515356"/>
                  <a:pt x="445953" y="518556"/>
                  <a:pt x="445587" y="521848"/>
                </a:cubicBezTo>
                <a:cubicBezTo>
                  <a:pt x="445221" y="525140"/>
                  <a:pt x="444216" y="528249"/>
                  <a:pt x="442661" y="531175"/>
                </a:cubicBezTo>
                <a:cubicBezTo>
                  <a:pt x="441107" y="534010"/>
                  <a:pt x="439003" y="536478"/>
                  <a:pt x="436443" y="538582"/>
                </a:cubicBezTo>
                <a:cubicBezTo>
                  <a:pt x="433791" y="540593"/>
                  <a:pt x="430957" y="542148"/>
                  <a:pt x="427756" y="543062"/>
                </a:cubicBezTo>
                <a:cubicBezTo>
                  <a:pt x="424556" y="543977"/>
                  <a:pt x="421356" y="544251"/>
                  <a:pt x="418064" y="543885"/>
                </a:cubicBezTo>
                <a:cubicBezTo>
                  <a:pt x="414772" y="543519"/>
                  <a:pt x="411663" y="542514"/>
                  <a:pt x="408828" y="540959"/>
                </a:cubicBezTo>
                <a:cubicBezTo>
                  <a:pt x="405902" y="539313"/>
                  <a:pt x="403433" y="537301"/>
                  <a:pt x="401330" y="534650"/>
                </a:cubicBezTo>
                <a:lnTo>
                  <a:pt x="398221" y="530809"/>
                </a:lnTo>
                <a:cubicBezTo>
                  <a:pt x="396210" y="528249"/>
                  <a:pt x="394655" y="525323"/>
                  <a:pt x="393741" y="522122"/>
                </a:cubicBezTo>
                <a:cubicBezTo>
                  <a:pt x="392826" y="519013"/>
                  <a:pt x="392552" y="515722"/>
                  <a:pt x="392918" y="512521"/>
                </a:cubicBezTo>
                <a:cubicBezTo>
                  <a:pt x="393283" y="509229"/>
                  <a:pt x="394289" y="506120"/>
                  <a:pt x="395844" y="503194"/>
                </a:cubicBezTo>
                <a:cubicBezTo>
                  <a:pt x="397490" y="500360"/>
                  <a:pt x="399593" y="497799"/>
                  <a:pt x="402153" y="495788"/>
                </a:cubicBezTo>
                <a:cubicBezTo>
                  <a:pt x="404713" y="493685"/>
                  <a:pt x="407548" y="492222"/>
                  <a:pt x="410748" y="491307"/>
                </a:cubicBezTo>
                <a:cubicBezTo>
                  <a:pt x="413949" y="490393"/>
                  <a:pt x="417149" y="490118"/>
                  <a:pt x="420441" y="490484"/>
                </a:cubicBezTo>
                <a:cubicBezTo>
                  <a:pt x="423733" y="490850"/>
                  <a:pt x="426842" y="491856"/>
                  <a:pt x="429768" y="493410"/>
                </a:cubicBezTo>
                <a:cubicBezTo>
                  <a:pt x="432603" y="494965"/>
                  <a:pt x="435072" y="497068"/>
                  <a:pt x="437175" y="499628"/>
                </a:cubicBezTo>
              </a:path>
              <a:path w="3887754" h="1096183">
                <a:moveTo>
                  <a:pt x="443393" y="507492"/>
                </a:moveTo>
                <a:lnTo>
                  <a:pt x="446502" y="511332"/>
                </a:lnTo>
                <a:cubicBezTo>
                  <a:pt x="448605" y="513893"/>
                  <a:pt x="450068" y="516819"/>
                  <a:pt x="450982" y="519928"/>
                </a:cubicBezTo>
                <a:cubicBezTo>
                  <a:pt x="451896" y="523128"/>
                  <a:pt x="452171" y="526329"/>
                  <a:pt x="451805" y="529620"/>
                </a:cubicBezTo>
                <a:cubicBezTo>
                  <a:pt x="451439" y="532912"/>
                  <a:pt x="450525" y="536021"/>
                  <a:pt x="448879" y="538947"/>
                </a:cubicBezTo>
                <a:cubicBezTo>
                  <a:pt x="447324" y="541782"/>
                  <a:pt x="445221" y="544251"/>
                  <a:pt x="442661" y="546354"/>
                </a:cubicBezTo>
                <a:cubicBezTo>
                  <a:pt x="440009" y="548366"/>
                  <a:pt x="437175" y="549920"/>
                  <a:pt x="433974" y="550835"/>
                </a:cubicBezTo>
                <a:cubicBezTo>
                  <a:pt x="430774" y="551749"/>
                  <a:pt x="427573" y="552023"/>
                  <a:pt x="424282" y="551658"/>
                </a:cubicBezTo>
                <a:cubicBezTo>
                  <a:pt x="420990" y="551292"/>
                  <a:pt x="417881" y="550286"/>
                  <a:pt x="415046" y="548731"/>
                </a:cubicBezTo>
                <a:cubicBezTo>
                  <a:pt x="412120" y="547086"/>
                  <a:pt x="409651" y="545074"/>
                  <a:pt x="407548" y="542422"/>
                </a:cubicBezTo>
                <a:lnTo>
                  <a:pt x="404439" y="538582"/>
                </a:lnTo>
                <a:cubicBezTo>
                  <a:pt x="402427" y="536021"/>
                  <a:pt x="400873" y="533095"/>
                  <a:pt x="399959" y="529895"/>
                </a:cubicBezTo>
                <a:cubicBezTo>
                  <a:pt x="399044" y="526786"/>
                  <a:pt x="398770" y="523585"/>
                  <a:pt x="399136" y="520294"/>
                </a:cubicBezTo>
                <a:cubicBezTo>
                  <a:pt x="399501" y="517002"/>
                  <a:pt x="400507" y="513893"/>
                  <a:pt x="402062" y="510967"/>
                </a:cubicBezTo>
                <a:cubicBezTo>
                  <a:pt x="403708" y="508132"/>
                  <a:pt x="405811" y="505663"/>
                  <a:pt x="408371" y="503560"/>
                </a:cubicBezTo>
                <a:cubicBezTo>
                  <a:pt x="410931" y="501457"/>
                  <a:pt x="413857" y="499994"/>
                  <a:pt x="416966" y="499080"/>
                </a:cubicBezTo>
                <a:cubicBezTo>
                  <a:pt x="420167" y="498165"/>
                  <a:pt x="423367" y="497891"/>
                  <a:pt x="426659" y="498257"/>
                </a:cubicBezTo>
                <a:cubicBezTo>
                  <a:pt x="429951" y="498622"/>
                  <a:pt x="433060" y="499628"/>
                  <a:pt x="435986" y="501183"/>
                </a:cubicBezTo>
                <a:cubicBezTo>
                  <a:pt x="438821" y="502829"/>
                  <a:pt x="441381" y="504840"/>
                  <a:pt x="443393" y="507492"/>
                </a:cubicBezTo>
              </a:path>
              <a:path w="3887754" h="1096183">
                <a:moveTo>
                  <a:pt x="449610" y="515264"/>
                </a:moveTo>
                <a:lnTo>
                  <a:pt x="452719" y="519105"/>
                </a:lnTo>
                <a:cubicBezTo>
                  <a:pt x="454823" y="521665"/>
                  <a:pt x="456286" y="524591"/>
                  <a:pt x="457200" y="527792"/>
                </a:cubicBezTo>
                <a:cubicBezTo>
                  <a:pt x="458114" y="530901"/>
                  <a:pt x="458389" y="534101"/>
                  <a:pt x="458023" y="537393"/>
                </a:cubicBezTo>
                <a:cubicBezTo>
                  <a:pt x="457749" y="540685"/>
                  <a:pt x="456743" y="543794"/>
                  <a:pt x="455097" y="546720"/>
                </a:cubicBezTo>
                <a:cubicBezTo>
                  <a:pt x="453542" y="549554"/>
                  <a:pt x="451439" y="552023"/>
                  <a:pt x="448879" y="554126"/>
                </a:cubicBezTo>
                <a:cubicBezTo>
                  <a:pt x="446319" y="556230"/>
                  <a:pt x="443393" y="557693"/>
                  <a:pt x="440192" y="558607"/>
                </a:cubicBezTo>
                <a:cubicBezTo>
                  <a:pt x="437083" y="559521"/>
                  <a:pt x="433791" y="559796"/>
                  <a:pt x="430500" y="559430"/>
                </a:cubicBezTo>
                <a:cubicBezTo>
                  <a:pt x="427208" y="559064"/>
                  <a:pt x="424190" y="558058"/>
                  <a:pt x="421264" y="556504"/>
                </a:cubicBezTo>
                <a:cubicBezTo>
                  <a:pt x="418338" y="554858"/>
                  <a:pt x="415869" y="552846"/>
                  <a:pt x="413857" y="550194"/>
                </a:cubicBezTo>
                <a:lnTo>
                  <a:pt x="410657" y="546354"/>
                </a:lnTo>
                <a:cubicBezTo>
                  <a:pt x="408645" y="543794"/>
                  <a:pt x="407182" y="540868"/>
                  <a:pt x="406176" y="537759"/>
                </a:cubicBezTo>
                <a:cubicBezTo>
                  <a:pt x="405262" y="534558"/>
                  <a:pt x="404988" y="531358"/>
                  <a:pt x="405354" y="528066"/>
                </a:cubicBezTo>
                <a:cubicBezTo>
                  <a:pt x="405719" y="524774"/>
                  <a:pt x="406725" y="521665"/>
                  <a:pt x="408280" y="518739"/>
                </a:cubicBezTo>
                <a:cubicBezTo>
                  <a:pt x="409926" y="515904"/>
                  <a:pt x="412029" y="513436"/>
                  <a:pt x="414589" y="511332"/>
                </a:cubicBezTo>
                <a:cubicBezTo>
                  <a:pt x="417149" y="509321"/>
                  <a:pt x="420075" y="507766"/>
                  <a:pt x="423184" y="506852"/>
                </a:cubicBezTo>
                <a:cubicBezTo>
                  <a:pt x="426385" y="505938"/>
                  <a:pt x="429677" y="505663"/>
                  <a:pt x="432968" y="506029"/>
                </a:cubicBezTo>
                <a:cubicBezTo>
                  <a:pt x="436169" y="506395"/>
                  <a:pt x="439278" y="507401"/>
                  <a:pt x="442204" y="508955"/>
                </a:cubicBezTo>
                <a:cubicBezTo>
                  <a:pt x="445130" y="510601"/>
                  <a:pt x="447599" y="512613"/>
                  <a:pt x="449610" y="515264"/>
                </a:cubicBezTo>
              </a:path>
              <a:path w="3887754" h="1096183">
                <a:moveTo>
                  <a:pt x="455828" y="523037"/>
                </a:moveTo>
                <a:lnTo>
                  <a:pt x="459029" y="526877"/>
                </a:lnTo>
                <a:cubicBezTo>
                  <a:pt x="461040" y="529438"/>
                  <a:pt x="462504" y="532364"/>
                  <a:pt x="463509" y="535564"/>
                </a:cubicBezTo>
                <a:cubicBezTo>
                  <a:pt x="464424" y="538673"/>
                  <a:pt x="464698" y="541965"/>
                  <a:pt x="464332" y="545165"/>
                </a:cubicBezTo>
                <a:cubicBezTo>
                  <a:pt x="463967" y="548457"/>
                  <a:pt x="462961" y="551566"/>
                  <a:pt x="461315" y="554492"/>
                </a:cubicBezTo>
                <a:cubicBezTo>
                  <a:pt x="459760" y="557327"/>
                  <a:pt x="457657" y="559887"/>
                  <a:pt x="455097" y="561899"/>
                </a:cubicBezTo>
                <a:cubicBezTo>
                  <a:pt x="452537" y="564002"/>
                  <a:pt x="449610" y="565465"/>
                  <a:pt x="446410" y="566379"/>
                </a:cubicBezTo>
                <a:cubicBezTo>
                  <a:pt x="443301" y="567294"/>
                  <a:pt x="440009" y="567568"/>
                  <a:pt x="436717" y="567202"/>
                </a:cubicBezTo>
                <a:cubicBezTo>
                  <a:pt x="433517" y="566837"/>
                  <a:pt x="430408" y="565831"/>
                  <a:pt x="427482" y="564276"/>
                </a:cubicBezTo>
                <a:cubicBezTo>
                  <a:pt x="424556" y="562722"/>
                  <a:pt x="422087" y="560619"/>
                  <a:pt x="420075" y="558058"/>
                </a:cubicBezTo>
                <a:lnTo>
                  <a:pt x="416966" y="554126"/>
                </a:lnTo>
                <a:cubicBezTo>
                  <a:pt x="414863" y="551566"/>
                  <a:pt x="413400" y="548640"/>
                  <a:pt x="412486" y="545531"/>
                </a:cubicBezTo>
                <a:cubicBezTo>
                  <a:pt x="411571" y="542331"/>
                  <a:pt x="411206" y="539130"/>
                  <a:pt x="411571" y="535838"/>
                </a:cubicBezTo>
                <a:cubicBezTo>
                  <a:pt x="411937" y="532547"/>
                  <a:pt x="412943" y="529438"/>
                  <a:pt x="414589" y="526512"/>
                </a:cubicBezTo>
                <a:cubicBezTo>
                  <a:pt x="416143" y="523677"/>
                  <a:pt x="418247" y="521208"/>
                  <a:pt x="420807" y="519105"/>
                </a:cubicBezTo>
                <a:cubicBezTo>
                  <a:pt x="423367" y="517093"/>
                  <a:pt x="426293" y="515539"/>
                  <a:pt x="429494" y="514624"/>
                </a:cubicBezTo>
                <a:cubicBezTo>
                  <a:pt x="432603" y="513710"/>
                  <a:pt x="435894" y="513436"/>
                  <a:pt x="439186" y="513801"/>
                </a:cubicBezTo>
                <a:cubicBezTo>
                  <a:pt x="442478" y="514167"/>
                  <a:pt x="445496" y="515173"/>
                  <a:pt x="448422" y="516727"/>
                </a:cubicBezTo>
                <a:cubicBezTo>
                  <a:pt x="451348" y="518373"/>
                  <a:pt x="453817" y="520385"/>
                  <a:pt x="455828" y="523037"/>
                </a:cubicBezTo>
              </a:path>
              <a:path w="3887754" h="1096183">
                <a:moveTo>
                  <a:pt x="462138" y="530809"/>
                </a:moveTo>
                <a:lnTo>
                  <a:pt x="465247" y="534650"/>
                </a:lnTo>
                <a:cubicBezTo>
                  <a:pt x="467258" y="537301"/>
                  <a:pt x="468813" y="540136"/>
                  <a:pt x="469727" y="543336"/>
                </a:cubicBezTo>
                <a:cubicBezTo>
                  <a:pt x="470642" y="546445"/>
                  <a:pt x="470916" y="549737"/>
                  <a:pt x="470550" y="553029"/>
                </a:cubicBezTo>
                <a:cubicBezTo>
                  <a:pt x="470184" y="556230"/>
                  <a:pt x="469179" y="559338"/>
                  <a:pt x="467624" y="562265"/>
                </a:cubicBezTo>
                <a:cubicBezTo>
                  <a:pt x="465978" y="565099"/>
                  <a:pt x="463875" y="567660"/>
                  <a:pt x="461315" y="569671"/>
                </a:cubicBezTo>
                <a:cubicBezTo>
                  <a:pt x="458754" y="571774"/>
                  <a:pt x="455828" y="573237"/>
                  <a:pt x="452719" y="574152"/>
                </a:cubicBezTo>
                <a:cubicBezTo>
                  <a:pt x="449519" y="575066"/>
                  <a:pt x="446319" y="575340"/>
                  <a:pt x="443027" y="574975"/>
                </a:cubicBezTo>
                <a:cubicBezTo>
                  <a:pt x="439735" y="574609"/>
                  <a:pt x="436626" y="573603"/>
                  <a:pt x="433700" y="572049"/>
                </a:cubicBezTo>
                <a:cubicBezTo>
                  <a:pt x="430865" y="570494"/>
                  <a:pt x="428305" y="568391"/>
                  <a:pt x="426293" y="565831"/>
                </a:cubicBezTo>
                <a:lnTo>
                  <a:pt x="423184" y="561899"/>
                </a:lnTo>
                <a:cubicBezTo>
                  <a:pt x="421081" y="559338"/>
                  <a:pt x="419618" y="556412"/>
                  <a:pt x="418704" y="553303"/>
                </a:cubicBezTo>
                <a:cubicBezTo>
                  <a:pt x="417789" y="550103"/>
                  <a:pt x="417515" y="546903"/>
                  <a:pt x="417881" y="543611"/>
                </a:cubicBezTo>
                <a:cubicBezTo>
                  <a:pt x="418247" y="540319"/>
                  <a:pt x="419161" y="537210"/>
                  <a:pt x="420807" y="534375"/>
                </a:cubicBezTo>
                <a:cubicBezTo>
                  <a:pt x="422361" y="531449"/>
                  <a:pt x="424464" y="528980"/>
                  <a:pt x="427025" y="526877"/>
                </a:cubicBezTo>
                <a:cubicBezTo>
                  <a:pt x="429677" y="524866"/>
                  <a:pt x="432511" y="523311"/>
                  <a:pt x="435712" y="522397"/>
                </a:cubicBezTo>
                <a:cubicBezTo>
                  <a:pt x="438912" y="521482"/>
                  <a:pt x="442112" y="521208"/>
                  <a:pt x="445404" y="521574"/>
                </a:cubicBezTo>
                <a:cubicBezTo>
                  <a:pt x="448696" y="521940"/>
                  <a:pt x="451805" y="522945"/>
                  <a:pt x="454640" y="524500"/>
                </a:cubicBezTo>
                <a:cubicBezTo>
                  <a:pt x="457566" y="526146"/>
                  <a:pt x="460035" y="528249"/>
                  <a:pt x="462138" y="530809"/>
                </a:cubicBezTo>
              </a:path>
              <a:path w="3887754" h="1096183">
                <a:moveTo>
                  <a:pt x="468356" y="538582"/>
                </a:moveTo>
                <a:lnTo>
                  <a:pt x="471465" y="542422"/>
                </a:lnTo>
                <a:cubicBezTo>
                  <a:pt x="473476" y="545074"/>
                  <a:pt x="475031" y="547908"/>
                  <a:pt x="475945" y="551109"/>
                </a:cubicBezTo>
                <a:cubicBezTo>
                  <a:pt x="476860" y="554218"/>
                  <a:pt x="477134" y="557510"/>
                  <a:pt x="476768" y="560802"/>
                </a:cubicBezTo>
                <a:cubicBezTo>
                  <a:pt x="476402" y="564093"/>
                  <a:pt x="475397" y="567111"/>
                  <a:pt x="473842" y="570037"/>
                </a:cubicBezTo>
                <a:cubicBezTo>
                  <a:pt x="472196" y="572963"/>
                  <a:pt x="470093" y="575432"/>
                  <a:pt x="467533" y="577444"/>
                </a:cubicBezTo>
                <a:cubicBezTo>
                  <a:pt x="464972" y="579547"/>
                  <a:pt x="462138" y="581010"/>
                  <a:pt x="458937" y="581924"/>
                </a:cubicBezTo>
                <a:cubicBezTo>
                  <a:pt x="455737" y="582839"/>
                  <a:pt x="452537" y="583113"/>
                  <a:pt x="449245" y="582747"/>
                </a:cubicBezTo>
                <a:cubicBezTo>
                  <a:pt x="445953" y="582381"/>
                  <a:pt x="442844" y="581467"/>
                  <a:pt x="439918" y="579821"/>
                </a:cubicBezTo>
                <a:cubicBezTo>
                  <a:pt x="437083" y="578267"/>
                  <a:pt x="434614" y="576163"/>
                  <a:pt x="432511" y="573603"/>
                </a:cubicBezTo>
                <a:lnTo>
                  <a:pt x="429402" y="569671"/>
                </a:lnTo>
                <a:cubicBezTo>
                  <a:pt x="427299" y="567111"/>
                  <a:pt x="425836" y="564276"/>
                  <a:pt x="424922" y="561076"/>
                </a:cubicBezTo>
                <a:cubicBezTo>
                  <a:pt x="424007" y="557875"/>
                  <a:pt x="423733" y="554675"/>
                  <a:pt x="424099" y="551383"/>
                </a:cubicBezTo>
                <a:cubicBezTo>
                  <a:pt x="424464" y="548091"/>
                  <a:pt x="425379" y="544982"/>
                  <a:pt x="427025" y="542148"/>
                </a:cubicBezTo>
                <a:cubicBezTo>
                  <a:pt x="428579" y="539222"/>
                  <a:pt x="430682" y="536753"/>
                  <a:pt x="433243" y="534650"/>
                </a:cubicBezTo>
                <a:cubicBezTo>
                  <a:pt x="435894" y="532638"/>
                  <a:pt x="438729" y="531084"/>
                  <a:pt x="441930" y="530169"/>
                </a:cubicBezTo>
                <a:cubicBezTo>
                  <a:pt x="445130" y="529255"/>
                  <a:pt x="448330" y="528980"/>
                  <a:pt x="451622" y="529346"/>
                </a:cubicBezTo>
                <a:cubicBezTo>
                  <a:pt x="454914" y="529712"/>
                  <a:pt x="458023" y="530718"/>
                  <a:pt x="460858" y="532272"/>
                </a:cubicBezTo>
                <a:cubicBezTo>
                  <a:pt x="463784" y="533918"/>
                  <a:pt x="466253" y="536021"/>
                  <a:pt x="468356" y="538582"/>
                </a:cubicBezTo>
              </a:path>
              <a:path w="3887754" h="1096183">
                <a:moveTo>
                  <a:pt x="474574" y="546354"/>
                </a:moveTo>
                <a:lnTo>
                  <a:pt x="477683" y="550194"/>
                </a:lnTo>
                <a:cubicBezTo>
                  <a:pt x="479786" y="552846"/>
                  <a:pt x="481249" y="555681"/>
                  <a:pt x="482163" y="558881"/>
                </a:cubicBezTo>
                <a:cubicBezTo>
                  <a:pt x="483078" y="562082"/>
                  <a:pt x="483352" y="565282"/>
                  <a:pt x="482986" y="568574"/>
                </a:cubicBezTo>
                <a:cubicBezTo>
                  <a:pt x="482620" y="571866"/>
                  <a:pt x="481614" y="574883"/>
                  <a:pt x="480060" y="577809"/>
                </a:cubicBezTo>
                <a:cubicBezTo>
                  <a:pt x="478414" y="580735"/>
                  <a:pt x="476402" y="583204"/>
                  <a:pt x="473751" y="585216"/>
                </a:cubicBezTo>
                <a:cubicBezTo>
                  <a:pt x="471190" y="587319"/>
                  <a:pt x="468356" y="588782"/>
                  <a:pt x="465155" y="589697"/>
                </a:cubicBezTo>
                <a:cubicBezTo>
                  <a:pt x="461955" y="590611"/>
                  <a:pt x="458754" y="590885"/>
                  <a:pt x="455463" y="590520"/>
                </a:cubicBezTo>
                <a:cubicBezTo>
                  <a:pt x="452171" y="590154"/>
                  <a:pt x="449062" y="589239"/>
                  <a:pt x="446136" y="587593"/>
                </a:cubicBezTo>
                <a:cubicBezTo>
                  <a:pt x="443301" y="586039"/>
                  <a:pt x="440832" y="583936"/>
                  <a:pt x="438729" y="581376"/>
                </a:cubicBezTo>
                <a:lnTo>
                  <a:pt x="435620" y="577444"/>
                </a:lnTo>
                <a:cubicBezTo>
                  <a:pt x="433517" y="574883"/>
                  <a:pt x="432054" y="572049"/>
                  <a:pt x="431140" y="568848"/>
                </a:cubicBezTo>
                <a:cubicBezTo>
                  <a:pt x="430225" y="565648"/>
                  <a:pt x="429951" y="562447"/>
                  <a:pt x="430317" y="559156"/>
                </a:cubicBezTo>
                <a:cubicBezTo>
                  <a:pt x="430682" y="555864"/>
                  <a:pt x="431688" y="552755"/>
                  <a:pt x="433243" y="549920"/>
                </a:cubicBezTo>
                <a:cubicBezTo>
                  <a:pt x="434889" y="546994"/>
                  <a:pt x="436900" y="544525"/>
                  <a:pt x="439552" y="542422"/>
                </a:cubicBezTo>
                <a:cubicBezTo>
                  <a:pt x="442112" y="540410"/>
                  <a:pt x="444947" y="538947"/>
                  <a:pt x="448147" y="537942"/>
                </a:cubicBezTo>
                <a:cubicBezTo>
                  <a:pt x="451348" y="537027"/>
                  <a:pt x="454548" y="536753"/>
                  <a:pt x="457840" y="537119"/>
                </a:cubicBezTo>
                <a:cubicBezTo>
                  <a:pt x="461132" y="537484"/>
                  <a:pt x="464241" y="538490"/>
                  <a:pt x="467167" y="540045"/>
                </a:cubicBezTo>
                <a:cubicBezTo>
                  <a:pt x="470002" y="541691"/>
                  <a:pt x="472470" y="543794"/>
                  <a:pt x="474574" y="546354"/>
                </a:cubicBezTo>
              </a:path>
              <a:path w="3887754" h="1096183">
                <a:moveTo>
                  <a:pt x="480792" y="554126"/>
                </a:moveTo>
                <a:lnTo>
                  <a:pt x="483900" y="558058"/>
                </a:lnTo>
                <a:cubicBezTo>
                  <a:pt x="486004" y="560619"/>
                  <a:pt x="487467" y="563453"/>
                  <a:pt x="488381" y="566654"/>
                </a:cubicBezTo>
                <a:cubicBezTo>
                  <a:pt x="489295" y="569854"/>
                  <a:pt x="489570" y="573054"/>
                  <a:pt x="489204" y="576346"/>
                </a:cubicBezTo>
                <a:cubicBezTo>
                  <a:pt x="488838" y="579638"/>
                  <a:pt x="487924" y="582656"/>
                  <a:pt x="486278" y="585582"/>
                </a:cubicBezTo>
                <a:cubicBezTo>
                  <a:pt x="484723" y="588508"/>
                  <a:pt x="482620" y="590977"/>
                  <a:pt x="480060" y="592988"/>
                </a:cubicBezTo>
                <a:cubicBezTo>
                  <a:pt x="477408" y="595092"/>
                  <a:pt x="474574" y="596555"/>
                  <a:pt x="471373" y="597469"/>
                </a:cubicBezTo>
                <a:cubicBezTo>
                  <a:pt x="468173" y="598383"/>
                  <a:pt x="464972" y="598658"/>
                  <a:pt x="461681" y="598292"/>
                </a:cubicBezTo>
                <a:cubicBezTo>
                  <a:pt x="458389" y="597926"/>
                  <a:pt x="455280" y="597012"/>
                  <a:pt x="452445" y="595366"/>
                </a:cubicBezTo>
                <a:cubicBezTo>
                  <a:pt x="449519" y="593811"/>
                  <a:pt x="447050" y="591708"/>
                  <a:pt x="444947" y="589148"/>
                </a:cubicBezTo>
                <a:lnTo>
                  <a:pt x="441838" y="585216"/>
                </a:lnTo>
                <a:cubicBezTo>
                  <a:pt x="439826" y="582656"/>
                  <a:pt x="438272" y="579821"/>
                  <a:pt x="437358" y="576621"/>
                </a:cubicBezTo>
                <a:cubicBezTo>
                  <a:pt x="436443" y="573420"/>
                  <a:pt x="436169" y="570220"/>
                  <a:pt x="436535" y="566928"/>
                </a:cubicBezTo>
                <a:cubicBezTo>
                  <a:pt x="436900" y="563636"/>
                  <a:pt x="437906" y="560527"/>
                  <a:pt x="439461" y="557693"/>
                </a:cubicBezTo>
                <a:cubicBezTo>
                  <a:pt x="441107" y="554766"/>
                  <a:pt x="443210" y="552298"/>
                  <a:pt x="445770" y="550194"/>
                </a:cubicBezTo>
                <a:cubicBezTo>
                  <a:pt x="448330" y="548183"/>
                  <a:pt x="451165" y="546720"/>
                  <a:pt x="454365" y="545805"/>
                </a:cubicBezTo>
                <a:cubicBezTo>
                  <a:pt x="457566" y="544800"/>
                  <a:pt x="460766" y="544525"/>
                  <a:pt x="464058" y="544891"/>
                </a:cubicBezTo>
                <a:cubicBezTo>
                  <a:pt x="467350" y="545257"/>
                  <a:pt x="470459" y="546263"/>
                  <a:pt x="473385" y="547908"/>
                </a:cubicBezTo>
                <a:cubicBezTo>
                  <a:pt x="476220" y="549463"/>
                  <a:pt x="478688" y="551566"/>
                  <a:pt x="480792" y="554126"/>
                </a:cubicBezTo>
              </a:path>
              <a:path w="3887754" h="1096183">
                <a:moveTo>
                  <a:pt x="487009" y="561899"/>
                </a:moveTo>
                <a:lnTo>
                  <a:pt x="490118" y="565831"/>
                </a:lnTo>
                <a:cubicBezTo>
                  <a:pt x="492222" y="568391"/>
                  <a:pt x="493685" y="571226"/>
                  <a:pt x="494599" y="574426"/>
                </a:cubicBezTo>
                <a:cubicBezTo>
                  <a:pt x="495513" y="577626"/>
                  <a:pt x="495788" y="580827"/>
                  <a:pt x="495422" y="584119"/>
                </a:cubicBezTo>
                <a:cubicBezTo>
                  <a:pt x="495056" y="587411"/>
                  <a:pt x="494142" y="590520"/>
                  <a:pt x="492496" y="593354"/>
                </a:cubicBezTo>
                <a:cubicBezTo>
                  <a:pt x="490941" y="596280"/>
                  <a:pt x="488838" y="598749"/>
                  <a:pt x="486278" y="600761"/>
                </a:cubicBezTo>
                <a:cubicBezTo>
                  <a:pt x="483626" y="602864"/>
                  <a:pt x="480792" y="604327"/>
                  <a:pt x="477591" y="605241"/>
                </a:cubicBezTo>
                <a:cubicBezTo>
                  <a:pt x="474391" y="606156"/>
                  <a:pt x="471190" y="606430"/>
                  <a:pt x="467898" y="606064"/>
                </a:cubicBezTo>
                <a:cubicBezTo>
                  <a:pt x="464607" y="605790"/>
                  <a:pt x="461498" y="604784"/>
                  <a:pt x="458663" y="603138"/>
                </a:cubicBezTo>
                <a:cubicBezTo>
                  <a:pt x="455737" y="601584"/>
                  <a:pt x="453268" y="599481"/>
                  <a:pt x="451165" y="596920"/>
                </a:cubicBezTo>
                <a:lnTo>
                  <a:pt x="448056" y="592988"/>
                </a:lnTo>
                <a:cubicBezTo>
                  <a:pt x="446044" y="590428"/>
                  <a:pt x="444490" y="587593"/>
                  <a:pt x="443575" y="584393"/>
                </a:cubicBezTo>
                <a:cubicBezTo>
                  <a:pt x="442661" y="581193"/>
                  <a:pt x="442387" y="577992"/>
                  <a:pt x="442752" y="574700"/>
                </a:cubicBezTo>
                <a:cubicBezTo>
                  <a:pt x="443118" y="571409"/>
                  <a:pt x="444124" y="568300"/>
                  <a:pt x="445679" y="565465"/>
                </a:cubicBezTo>
                <a:cubicBezTo>
                  <a:pt x="447324" y="562539"/>
                  <a:pt x="449428" y="560070"/>
                  <a:pt x="451988" y="558058"/>
                </a:cubicBezTo>
                <a:cubicBezTo>
                  <a:pt x="454548" y="555955"/>
                  <a:pt x="457474" y="554492"/>
                  <a:pt x="460583" y="553578"/>
                </a:cubicBezTo>
                <a:cubicBezTo>
                  <a:pt x="463784" y="552663"/>
                  <a:pt x="466984" y="552389"/>
                  <a:pt x="470276" y="552755"/>
                </a:cubicBezTo>
                <a:cubicBezTo>
                  <a:pt x="473568" y="553121"/>
                  <a:pt x="476677" y="554035"/>
                  <a:pt x="479603" y="555681"/>
                </a:cubicBezTo>
                <a:cubicBezTo>
                  <a:pt x="482437" y="557235"/>
                  <a:pt x="484998" y="559338"/>
                  <a:pt x="487009" y="561899"/>
                </a:cubicBezTo>
              </a:path>
              <a:path w="3887754" h="1096183">
                <a:moveTo>
                  <a:pt x="493227" y="569671"/>
                </a:moveTo>
                <a:lnTo>
                  <a:pt x="496336" y="573603"/>
                </a:lnTo>
                <a:cubicBezTo>
                  <a:pt x="498439" y="576163"/>
                  <a:pt x="499902" y="578998"/>
                  <a:pt x="500817" y="582198"/>
                </a:cubicBezTo>
                <a:cubicBezTo>
                  <a:pt x="501731" y="585399"/>
                  <a:pt x="502006" y="588599"/>
                  <a:pt x="501731" y="591891"/>
                </a:cubicBezTo>
                <a:cubicBezTo>
                  <a:pt x="501366" y="595183"/>
                  <a:pt x="500360" y="598292"/>
                  <a:pt x="498714" y="601127"/>
                </a:cubicBezTo>
                <a:cubicBezTo>
                  <a:pt x="497159" y="604053"/>
                  <a:pt x="495056" y="606522"/>
                  <a:pt x="492496" y="608625"/>
                </a:cubicBezTo>
                <a:cubicBezTo>
                  <a:pt x="489936" y="610636"/>
                  <a:pt x="487009" y="612099"/>
                  <a:pt x="483809" y="613014"/>
                </a:cubicBezTo>
                <a:cubicBezTo>
                  <a:pt x="480700" y="614020"/>
                  <a:pt x="477408" y="614294"/>
                  <a:pt x="474116" y="613928"/>
                </a:cubicBezTo>
                <a:cubicBezTo>
                  <a:pt x="470825" y="613562"/>
                  <a:pt x="467807" y="612557"/>
                  <a:pt x="464881" y="610911"/>
                </a:cubicBezTo>
                <a:cubicBezTo>
                  <a:pt x="461955" y="609356"/>
                  <a:pt x="459486" y="607253"/>
                  <a:pt x="457474" y="604693"/>
                </a:cubicBezTo>
                <a:lnTo>
                  <a:pt x="454274" y="600761"/>
                </a:lnTo>
                <a:cubicBezTo>
                  <a:pt x="452262" y="598200"/>
                  <a:pt x="450799" y="595366"/>
                  <a:pt x="449793" y="592165"/>
                </a:cubicBezTo>
                <a:cubicBezTo>
                  <a:pt x="448879" y="588965"/>
                  <a:pt x="448605" y="585765"/>
                  <a:pt x="448970" y="582473"/>
                </a:cubicBezTo>
                <a:cubicBezTo>
                  <a:pt x="449336" y="579181"/>
                  <a:pt x="450342" y="576163"/>
                  <a:pt x="451988" y="573237"/>
                </a:cubicBezTo>
                <a:cubicBezTo>
                  <a:pt x="453542" y="570311"/>
                  <a:pt x="455646" y="567842"/>
                  <a:pt x="458206" y="565831"/>
                </a:cubicBezTo>
                <a:cubicBezTo>
                  <a:pt x="460766" y="563728"/>
                  <a:pt x="463692" y="562265"/>
                  <a:pt x="466801" y="561350"/>
                </a:cubicBezTo>
                <a:cubicBezTo>
                  <a:pt x="470002" y="560436"/>
                  <a:pt x="473293" y="560161"/>
                  <a:pt x="476585" y="560527"/>
                </a:cubicBezTo>
                <a:cubicBezTo>
                  <a:pt x="479786" y="560893"/>
                  <a:pt x="482895" y="561807"/>
                  <a:pt x="485821" y="563453"/>
                </a:cubicBezTo>
                <a:cubicBezTo>
                  <a:pt x="488747" y="565008"/>
                  <a:pt x="491216" y="567111"/>
                  <a:pt x="493227" y="569671"/>
                </a:cubicBezTo>
              </a:path>
              <a:path w="3887754" h="1096183">
                <a:moveTo>
                  <a:pt x="499445" y="577444"/>
                </a:moveTo>
                <a:lnTo>
                  <a:pt x="502646" y="581376"/>
                </a:lnTo>
                <a:cubicBezTo>
                  <a:pt x="504657" y="583936"/>
                  <a:pt x="506120" y="586770"/>
                  <a:pt x="507126" y="589971"/>
                </a:cubicBezTo>
                <a:cubicBezTo>
                  <a:pt x="508041" y="593171"/>
                  <a:pt x="508315" y="596372"/>
                  <a:pt x="507949" y="599664"/>
                </a:cubicBezTo>
                <a:cubicBezTo>
                  <a:pt x="507583" y="602955"/>
                  <a:pt x="506578" y="606064"/>
                  <a:pt x="504932" y="608899"/>
                </a:cubicBezTo>
                <a:cubicBezTo>
                  <a:pt x="503377" y="611825"/>
                  <a:pt x="501274" y="614294"/>
                  <a:pt x="498714" y="616397"/>
                </a:cubicBezTo>
                <a:cubicBezTo>
                  <a:pt x="496153" y="618409"/>
                  <a:pt x="493227" y="619963"/>
                  <a:pt x="490118" y="620878"/>
                </a:cubicBezTo>
                <a:cubicBezTo>
                  <a:pt x="486918" y="621792"/>
                  <a:pt x="483626" y="622066"/>
                  <a:pt x="480334" y="621701"/>
                </a:cubicBezTo>
                <a:cubicBezTo>
                  <a:pt x="477134" y="621335"/>
                  <a:pt x="474025" y="620329"/>
                  <a:pt x="471099" y="618774"/>
                </a:cubicBezTo>
                <a:cubicBezTo>
                  <a:pt x="468173" y="617129"/>
                  <a:pt x="465704" y="615025"/>
                  <a:pt x="463692" y="612465"/>
                </a:cubicBezTo>
                <a:lnTo>
                  <a:pt x="460583" y="608625"/>
                </a:lnTo>
                <a:cubicBezTo>
                  <a:pt x="458480" y="605973"/>
                  <a:pt x="457017" y="603138"/>
                  <a:pt x="456103" y="599938"/>
                </a:cubicBezTo>
                <a:cubicBezTo>
                  <a:pt x="455188" y="596829"/>
                  <a:pt x="454823" y="593537"/>
                  <a:pt x="455188" y="590245"/>
                </a:cubicBezTo>
                <a:cubicBezTo>
                  <a:pt x="455554" y="586953"/>
                  <a:pt x="456560" y="583936"/>
                  <a:pt x="458206" y="581010"/>
                </a:cubicBezTo>
                <a:cubicBezTo>
                  <a:pt x="459760" y="578084"/>
                  <a:pt x="461863" y="575615"/>
                  <a:pt x="464424" y="573603"/>
                </a:cubicBezTo>
                <a:cubicBezTo>
                  <a:pt x="466984" y="571500"/>
                  <a:pt x="469910" y="570037"/>
                  <a:pt x="473111" y="569123"/>
                </a:cubicBezTo>
                <a:cubicBezTo>
                  <a:pt x="476220" y="568208"/>
                  <a:pt x="479511" y="567934"/>
                  <a:pt x="482803" y="568300"/>
                </a:cubicBezTo>
                <a:cubicBezTo>
                  <a:pt x="486095" y="568665"/>
                  <a:pt x="489113" y="569580"/>
                  <a:pt x="492039" y="571226"/>
                </a:cubicBezTo>
                <a:cubicBezTo>
                  <a:pt x="494965" y="572780"/>
                  <a:pt x="497434" y="574883"/>
                  <a:pt x="499445" y="577444"/>
                </a:cubicBezTo>
              </a:path>
              <a:path w="3887754" h="1096183">
                <a:moveTo>
                  <a:pt x="505755" y="585216"/>
                </a:moveTo>
                <a:lnTo>
                  <a:pt x="508864" y="589148"/>
                </a:lnTo>
                <a:cubicBezTo>
                  <a:pt x="510875" y="591708"/>
                  <a:pt x="512430" y="594634"/>
                  <a:pt x="513344" y="597743"/>
                </a:cubicBezTo>
                <a:cubicBezTo>
                  <a:pt x="514259" y="600944"/>
                  <a:pt x="514533" y="604144"/>
                  <a:pt x="514167" y="607436"/>
                </a:cubicBezTo>
                <a:cubicBezTo>
                  <a:pt x="513801" y="610728"/>
                  <a:pt x="512796" y="613837"/>
                  <a:pt x="511241" y="616671"/>
                </a:cubicBezTo>
                <a:cubicBezTo>
                  <a:pt x="509595" y="619597"/>
                  <a:pt x="507492" y="622066"/>
                  <a:pt x="504932" y="624169"/>
                </a:cubicBezTo>
                <a:cubicBezTo>
                  <a:pt x="502371" y="626181"/>
                  <a:pt x="499445" y="627736"/>
                  <a:pt x="496336" y="628650"/>
                </a:cubicBezTo>
                <a:cubicBezTo>
                  <a:pt x="493136" y="629564"/>
                  <a:pt x="489936" y="629839"/>
                  <a:pt x="486644" y="629473"/>
                </a:cubicBezTo>
                <a:cubicBezTo>
                  <a:pt x="483352" y="629107"/>
                  <a:pt x="480243" y="628101"/>
                  <a:pt x="477317" y="626547"/>
                </a:cubicBezTo>
                <a:cubicBezTo>
                  <a:pt x="474482" y="624901"/>
                  <a:pt x="471922" y="622798"/>
                  <a:pt x="469910" y="620238"/>
                </a:cubicBezTo>
                <a:lnTo>
                  <a:pt x="466801" y="616397"/>
                </a:lnTo>
                <a:cubicBezTo>
                  <a:pt x="464698" y="613745"/>
                  <a:pt x="463235" y="610911"/>
                  <a:pt x="462321" y="607710"/>
                </a:cubicBezTo>
                <a:cubicBezTo>
                  <a:pt x="461406" y="604601"/>
                  <a:pt x="461132" y="601309"/>
                  <a:pt x="461498" y="598018"/>
                </a:cubicBezTo>
                <a:cubicBezTo>
                  <a:pt x="461863" y="594726"/>
                  <a:pt x="462778" y="591708"/>
                  <a:pt x="464424" y="588782"/>
                </a:cubicBezTo>
                <a:cubicBezTo>
                  <a:pt x="465978" y="585856"/>
                  <a:pt x="468081" y="583387"/>
                  <a:pt x="470642" y="581376"/>
                </a:cubicBezTo>
                <a:cubicBezTo>
                  <a:pt x="473293" y="579272"/>
                  <a:pt x="476128" y="577809"/>
                  <a:pt x="479328" y="576895"/>
                </a:cubicBezTo>
                <a:cubicBezTo>
                  <a:pt x="482529" y="575981"/>
                  <a:pt x="485729" y="575706"/>
                  <a:pt x="489021" y="576072"/>
                </a:cubicBezTo>
                <a:cubicBezTo>
                  <a:pt x="492313" y="576438"/>
                  <a:pt x="495422" y="577352"/>
                  <a:pt x="498257" y="578998"/>
                </a:cubicBezTo>
                <a:cubicBezTo>
                  <a:pt x="501183" y="580553"/>
                  <a:pt x="503652" y="582656"/>
                  <a:pt x="505755" y="585216"/>
                </a:cubicBezTo>
              </a:path>
              <a:path w="3887754" h="1096183">
                <a:moveTo>
                  <a:pt x="511973" y="592988"/>
                </a:moveTo>
                <a:lnTo>
                  <a:pt x="515082" y="596920"/>
                </a:lnTo>
                <a:cubicBezTo>
                  <a:pt x="517093" y="599481"/>
                  <a:pt x="518648" y="602407"/>
                  <a:pt x="519562" y="605516"/>
                </a:cubicBezTo>
                <a:cubicBezTo>
                  <a:pt x="520476" y="608716"/>
                  <a:pt x="520751" y="611916"/>
                  <a:pt x="520385" y="615208"/>
                </a:cubicBezTo>
                <a:cubicBezTo>
                  <a:pt x="520019" y="618500"/>
                  <a:pt x="519013" y="621609"/>
                  <a:pt x="517459" y="624444"/>
                </a:cubicBezTo>
                <a:cubicBezTo>
                  <a:pt x="515813" y="627370"/>
                  <a:pt x="513710" y="629839"/>
                  <a:pt x="511150" y="631942"/>
                </a:cubicBezTo>
                <a:cubicBezTo>
                  <a:pt x="508589" y="633954"/>
                  <a:pt x="505755" y="635508"/>
                  <a:pt x="502554" y="636422"/>
                </a:cubicBezTo>
                <a:cubicBezTo>
                  <a:pt x="499354" y="637337"/>
                  <a:pt x="496153" y="637611"/>
                  <a:pt x="492862" y="637245"/>
                </a:cubicBezTo>
                <a:cubicBezTo>
                  <a:pt x="489570" y="636880"/>
                  <a:pt x="486461" y="635874"/>
                  <a:pt x="483535" y="634319"/>
                </a:cubicBezTo>
                <a:cubicBezTo>
                  <a:pt x="480700" y="632673"/>
                  <a:pt x="478231" y="630570"/>
                  <a:pt x="476128" y="628010"/>
                </a:cubicBezTo>
                <a:lnTo>
                  <a:pt x="473019" y="624169"/>
                </a:lnTo>
                <a:cubicBezTo>
                  <a:pt x="470916" y="621609"/>
                  <a:pt x="469453" y="618683"/>
                  <a:pt x="468539" y="615483"/>
                </a:cubicBezTo>
                <a:cubicBezTo>
                  <a:pt x="467624" y="612374"/>
                  <a:pt x="467350" y="609082"/>
                  <a:pt x="467716" y="605790"/>
                </a:cubicBezTo>
                <a:cubicBezTo>
                  <a:pt x="468081" y="602590"/>
                  <a:pt x="468996" y="599481"/>
                  <a:pt x="470642" y="596555"/>
                </a:cubicBezTo>
                <a:cubicBezTo>
                  <a:pt x="472196" y="593720"/>
                  <a:pt x="474299" y="591160"/>
                  <a:pt x="476860" y="589148"/>
                </a:cubicBezTo>
                <a:cubicBezTo>
                  <a:pt x="479511" y="587045"/>
                  <a:pt x="482346" y="585582"/>
                  <a:pt x="485546" y="584667"/>
                </a:cubicBezTo>
                <a:cubicBezTo>
                  <a:pt x="488747" y="583753"/>
                  <a:pt x="491947" y="583479"/>
                  <a:pt x="495239" y="583844"/>
                </a:cubicBezTo>
                <a:cubicBezTo>
                  <a:pt x="498531" y="584210"/>
                  <a:pt x="501640" y="585216"/>
                  <a:pt x="504474" y="586770"/>
                </a:cubicBezTo>
                <a:cubicBezTo>
                  <a:pt x="507401" y="588325"/>
                  <a:pt x="509869" y="590428"/>
                  <a:pt x="511973" y="592988"/>
                </a:cubicBezTo>
              </a:path>
              <a:path w="3887754" h="1096183">
                <a:moveTo>
                  <a:pt x="518190" y="600761"/>
                </a:moveTo>
                <a:lnTo>
                  <a:pt x="521299" y="604693"/>
                </a:lnTo>
                <a:cubicBezTo>
                  <a:pt x="523403" y="607253"/>
                  <a:pt x="524866" y="610179"/>
                  <a:pt x="525780" y="613288"/>
                </a:cubicBezTo>
                <a:cubicBezTo>
                  <a:pt x="526694" y="616488"/>
                  <a:pt x="526969" y="619689"/>
                  <a:pt x="526603" y="622981"/>
                </a:cubicBezTo>
                <a:cubicBezTo>
                  <a:pt x="526237" y="626273"/>
                  <a:pt x="525231" y="629382"/>
                  <a:pt x="523677" y="632308"/>
                </a:cubicBezTo>
                <a:cubicBezTo>
                  <a:pt x="522031" y="635142"/>
                  <a:pt x="520019" y="637611"/>
                  <a:pt x="517368" y="639714"/>
                </a:cubicBezTo>
                <a:cubicBezTo>
                  <a:pt x="514807" y="641726"/>
                  <a:pt x="511973" y="643280"/>
                  <a:pt x="508772" y="644195"/>
                </a:cubicBezTo>
                <a:cubicBezTo>
                  <a:pt x="505572" y="645109"/>
                  <a:pt x="502371" y="645384"/>
                  <a:pt x="499080" y="645018"/>
                </a:cubicBezTo>
                <a:cubicBezTo>
                  <a:pt x="495788" y="644652"/>
                  <a:pt x="492679" y="643646"/>
                  <a:pt x="489753" y="642092"/>
                </a:cubicBezTo>
                <a:cubicBezTo>
                  <a:pt x="486918" y="640446"/>
                  <a:pt x="484449" y="638434"/>
                  <a:pt x="482346" y="635782"/>
                </a:cubicBezTo>
                <a:lnTo>
                  <a:pt x="479237" y="631942"/>
                </a:lnTo>
                <a:cubicBezTo>
                  <a:pt x="477134" y="629382"/>
                  <a:pt x="475671" y="626455"/>
                  <a:pt x="474756" y="623255"/>
                </a:cubicBezTo>
                <a:cubicBezTo>
                  <a:pt x="473842" y="620146"/>
                  <a:pt x="473568" y="616854"/>
                  <a:pt x="473934" y="613654"/>
                </a:cubicBezTo>
                <a:cubicBezTo>
                  <a:pt x="474299" y="610362"/>
                  <a:pt x="475305" y="607253"/>
                  <a:pt x="476860" y="604327"/>
                </a:cubicBezTo>
                <a:cubicBezTo>
                  <a:pt x="478506" y="601492"/>
                  <a:pt x="480517" y="599023"/>
                  <a:pt x="483169" y="596920"/>
                </a:cubicBezTo>
                <a:cubicBezTo>
                  <a:pt x="485729" y="594817"/>
                  <a:pt x="488564" y="593354"/>
                  <a:pt x="491764" y="592440"/>
                </a:cubicBezTo>
                <a:cubicBezTo>
                  <a:pt x="494965" y="591525"/>
                  <a:pt x="498165" y="591251"/>
                  <a:pt x="501457" y="591617"/>
                </a:cubicBezTo>
                <a:cubicBezTo>
                  <a:pt x="504749" y="591983"/>
                  <a:pt x="507858" y="592988"/>
                  <a:pt x="510784" y="594543"/>
                </a:cubicBezTo>
                <a:cubicBezTo>
                  <a:pt x="513618" y="596097"/>
                  <a:pt x="516087" y="598200"/>
                  <a:pt x="518190" y="600761"/>
                </a:cubicBezTo>
              </a:path>
              <a:path w="3887754" h="1096183">
                <a:moveTo>
                  <a:pt x="524408" y="608625"/>
                </a:moveTo>
                <a:lnTo>
                  <a:pt x="527517" y="612465"/>
                </a:lnTo>
                <a:cubicBezTo>
                  <a:pt x="529620" y="615025"/>
                  <a:pt x="531084" y="617952"/>
                  <a:pt x="531998" y="621060"/>
                </a:cubicBezTo>
                <a:cubicBezTo>
                  <a:pt x="532912" y="624261"/>
                  <a:pt x="533187" y="627461"/>
                  <a:pt x="532821" y="630753"/>
                </a:cubicBezTo>
                <a:cubicBezTo>
                  <a:pt x="532455" y="634045"/>
                  <a:pt x="531541" y="637154"/>
                  <a:pt x="529895" y="640080"/>
                </a:cubicBezTo>
                <a:cubicBezTo>
                  <a:pt x="528340" y="642915"/>
                  <a:pt x="526237" y="645384"/>
                  <a:pt x="523677" y="647487"/>
                </a:cubicBezTo>
                <a:cubicBezTo>
                  <a:pt x="521025" y="649590"/>
                  <a:pt x="518190" y="651053"/>
                  <a:pt x="514990" y="651967"/>
                </a:cubicBezTo>
                <a:cubicBezTo>
                  <a:pt x="511790" y="652882"/>
                  <a:pt x="508589" y="653156"/>
                  <a:pt x="505297" y="652790"/>
                </a:cubicBezTo>
                <a:cubicBezTo>
                  <a:pt x="502006" y="652424"/>
                  <a:pt x="498897" y="651419"/>
                  <a:pt x="496062" y="649864"/>
                </a:cubicBezTo>
                <a:cubicBezTo>
                  <a:pt x="493136" y="648218"/>
                  <a:pt x="490667" y="646206"/>
                  <a:pt x="488564" y="643555"/>
                </a:cubicBezTo>
                <a:lnTo>
                  <a:pt x="485455" y="639714"/>
                </a:lnTo>
                <a:cubicBezTo>
                  <a:pt x="483443" y="637154"/>
                  <a:pt x="481889" y="634228"/>
                  <a:pt x="480974" y="631119"/>
                </a:cubicBezTo>
                <a:cubicBezTo>
                  <a:pt x="480060" y="627918"/>
                  <a:pt x="479786" y="624718"/>
                  <a:pt x="480151" y="621426"/>
                </a:cubicBezTo>
                <a:cubicBezTo>
                  <a:pt x="480517" y="618134"/>
                  <a:pt x="481523" y="615025"/>
                  <a:pt x="483078" y="612099"/>
                </a:cubicBezTo>
                <a:cubicBezTo>
                  <a:pt x="484723" y="609265"/>
                  <a:pt x="486827" y="606796"/>
                  <a:pt x="489387" y="604693"/>
                </a:cubicBezTo>
                <a:cubicBezTo>
                  <a:pt x="491947" y="602590"/>
                  <a:pt x="494782" y="601127"/>
                  <a:pt x="497982" y="600212"/>
                </a:cubicBezTo>
                <a:cubicBezTo>
                  <a:pt x="501183" y="599298"/>
                  <a:pt x="504383" y="599023"/>
                  <a:pt x="507675" y="599389"/>
                </a:cubicBezTo>
                <a:cubicBezTo>
                  <a:pt x="510967" y="599755"/>
                  <a:pt x="514076" y="600761"/>
                  <a:pt x="517002" y="602315"/>
                </a:cubicBezTo>
                <a:cubicBezTo>
                  <a:pt x="519836" y="603961"/>
                  <a:pt x="522305" y="605973"/>
                  <a:pt x="524408" y="608625"/>
                </a:cubicBezTo>
              </a:path>
              <a:path w="3887754" h="1096183">
                <a:moveTo>
                  <a:pt x="530626" y="616397"/>
                </a:moveTo>
                <a:lnTo>
                  <a:pt x="533735" y="620238"/>
                </a:lnTo>
                <a:cubicBezTo>
                  <a:pt x="535838" y="622798"/>
                  <a:pt x="537301" y="625724"/>
                  <a:pt x="538216" y="628924"/>
                </a:cubicBezTo>
                <a:cubicBezTo>
                  <a:pt x="539130" y="632033"/>
                  <a:pt x="539405" y="635325"/>
                  <a:pt x="539039" y="638526"/>
                </a:cubicBezTo>
                <a:cubicBezTo>
                  <a:pt x="538673" y="641817"/>
                  <a:pt x="537759" y="644926"/>
                  <a:pt x="536113" y="647852"/>
                </a:cubicBezTo>
                <a:cubicBezTo>
                  <a:pt x="534558" y="650687"/>
                  <a:pt x="532455" y="653156"/>
                  <a:pt x="529895" y="655259"/>
                </a:cubicBezTo>
                <a:cubicBezTo>
                  <a:pt x="527243" y="657362"/>
                  <a:pt x="524408" y="658825"/>
                  <a:pt x="521208" y="659740"/>
                </a:cubicBezTo>
                <a:cubicBezTo>
                  <a:pt x="518008" y="660654"/>
                  <a:pt x="514807" y="660928"/>
                  <a:pt x="511515" y="660563"/>
                </a:cubicBezTo>
                <a:cubicBezTo>
                  <a:pt x="508224" y="660197"/>
                  <a:pt x="505115" y="659191"/>
                  <a:pt x="502280" y="657636"/>
                </a:cubicBezTo>
                <a:cubicBezTo>
                  <a:pt x="499354" y="656082"/>
                  <a:pt x="496885" y="653979"/>
                  <a:pt x="494782" y="651327"/>
                </a:cubicBezTo>
                <a:lnTo>
                  <a:pt x="491673" y="647487"/>
                </a:lnTo>
                <a:cubicBezTo>
                  <a:pt x="489661" y="644926"/>
                  <a:pt x="488107" y="642000"/>
                  <a:pt x="487192" y="638891"/>
                </a:cubicBezTo>
                <a:cubicBezTo>
                  <a:pt x="486278" y="635691"/>
                  <a:pt x="486004" y="632490"/>
                  <a:pt x="486369" y="629199"/>
                </a:cubicBezTo>
                <a:cubicBezTo>
                  <a:pt x="486735" y="625907"/>
                  <a:pt x="487741" y="622798"/>
                  <a:pt x="489295" y="619872"/>
                </a:cubicBezTo>
                <a:cubicBezTo>
                  <a:pt x="490941" y="617037"/>
                  <a:pt x="493044" y="614568"/>
                  <a:pt x="495605" y="612465"/>
                </a:cubicBezTo>
                <a:cubicBezTo>
                  <a:pt x="498165" y="610453"/>
                  <a:pt x="501091" y="608899"/>
                  <a:pt x="504200" y="607985"/>
                </a:cubicBezTo>
                <a:cubicBezTo>
                  <a:pt x="507401" y="607070"/>
                  <a:pt x="510601" y="606796"/>
                  <a:pt x="513893" y="607162"/>
                </a:cubicBezTo>
                <a:cubicBezTo>
                  <a:pt x="517185" y="607527"/>
                  <a:pt x="520294" y="608533"/>
                  <a:pt x="523220" y="610088"/>
                </a:cubicBezTo>
                <a:cubicBezTo>
                  <a:pt x="526054" y="611734"/>
                  <a:pt x="528615" y="613745"/>
                  <a:pt x="530626" y="616397"/>
                </a:cubicBezTo>
              </a:path>
              <a:path w="3887754" h="1096183">
                <a:moveTo>
                  <a:pt x="536844" y="624169"/>
                </a:moveTo>
                <a:lnTo>
                  <a:pt x="539953" y="628010"/>
                </a:lnTo>
                <a:cubicBezTo>
                  <a:pt x="542056" y="630570"/>
                  <a:pt x="543519" y="633496"/>
                  <a:pt x="544434" y="636697"/>
                </a:cubicBezTo>
                <a:cubicBezTo>
                  <a:pt x="545348" y="639806"/>
                  <a:pt x="545714" y="643098"/>
                  <a:pt x="545348" y="646298"/>
                </a:cubicBezTo>
                <a:cubicBezTo>
                  <a:pt x="544982" y="649590"/>
                  <a:pt x="543977" y="652699"/>
                  <a:pt x="542331" y="655625"/>
                </a:cubicBezTo>
                <a:cubicBezTo>
                  <a:pt x="540776" y="658459"/>
                  <a:pt x="538673" y="661020"/>
                  <a:pt x="536113" y="663031"/>
                </a:cubicBezTo>
                <a:cubicBezTo>
                  <a:pt x="533552" y="665135"/>
                  <a:pt x="530626" y="666598"/>
                  <a:pt x="527426" y="667512"/>
                </a:cubicBezTo>
                <a:cubicBezTo>
                  <a:pt x="524317" y="668426"/>
                  <a:pt x="521025" y="668701"/>
                  <a:pt x="517733" y="668335"/>
                </a:cubicBezTo>
                <a:cubicBezTo>
                  <a:pt x="514441" y="667969"/>
                  <a:pt x="511424" y="666963"/>
                  <a:pt x="508498" y="665409"/>
                </a:cubicBezTo>
                <a:cubicBezTo>
                  <a:pt x="505572" y="663854"/>
                  <a:pt x="503103" y="661751"/>
                  <a:pt x="501091" y="659191"/>
                </a:cubicBezTo>
                <a:lnTo>
                  <a:pt x="497891" y="655259"/>
                </a:lnTo>
                <a:cubicBezTo>
                  <a:pt x="495879" y="652699"/>
                  <a:pt x="494416" y="649773"/>
                  <a:pt x="493410" y="646664"/>
                </a:cubicBezTo>
                <a:cubicBezTo>
                  <a:pt x="492496" y="643463"/>
                  <a:pt x="492222" y="640263"/>
                  <a:pt x="492587" y="636971"/>
                </a:cubicBezTo>
                <a:cubicBezTo>
                  <a:pt x="492953" y="633679"/>
                  <a:pt x="493959" y="630570"/>
                  <a:pt x="495605" y="627644"/>
                </a:cubicBezTo>
                <a:cubicBezTo>
                  <a:pt x="497159" y="624810"/>
                  <a:pt x="499262" y="622341"/>
                  <a:pt x="501823" y="620238"/>
                </a:cubicBezTo>
                <a:cubicBezTo>
                  <a:pt x="504383" y="618226"/>
                  <a:pt x="507309" y="616671"/>
                  <a:pt x="510510" y="615757"/>
                </a:cubicBezTo>
                <a:cubicBezTo>
                  <a:pt x="513618" y="614843"/>
                  <a:pt x="516910" y="614568"/>
                  <a:pt x="520202" y="614934"/>
                </a:cubicBezTo>
                <a:cubicBezTo>
                  <a:pt x="523403" y="615300"/>
                  <a:pt x="526512" y="616306"/>
                  <a:pt x="529438" y="617860"/>
                </a:cubicBezTo>
                <a:cubicBezTo>
                  <a:pt x="532364" y="619506"/>
                  <a:pt x="534833" y="621609"/>
                  <a:pt x="536844" y="624169"/>
                </a:cubicBezTo>
              </a:path>
              <a:path w="3887754" h="1096183">
                <a:moveTo>
                  <a:pt x="543062" y="631942"/>
                </a:moveTo>
                <a:lnTo>
                  <a:pt x="546263" y="635782"/>
                </a:lnTo>
                <a:cubicBezTo>
                  <a:pt x="548274" y="638434"/>
                  <a:pt x="549737" y="641269"/>
                  <a:pt x="550743" y="644469"/>
                </a:cubicBezTo>
                <a:cubicBezTo>
                  <a:pt x="551658" y="647578"/>
                  <a:pt x="551932" y="650870"/>
                  <a:pt x="551566" y="654162"/>
                </a:cubicBezTo>
                <a:cubicBezTo>
                  <a:pt x="551200" y="657362"/>
                  <a:pt x="550194" y="660471"/>
                  <a:pt x="548549" y="663397"/>
                </a:cubicBezTo>
                <a:cubicBezTo>
                  <a:pt x="546994" y="666323"/>
                  <a:pt x="544891" y="668792"/>
                  <a:pt x="542331" y="670804"/>
                </a:cubicBezTo>
                <a:cubicBezTo>
                  <a:pt x="539770" y="672907"/>
                  <a:pt x="536844" y="674370"/>
                  <a:pt x="533735" y="675284"/>
                </a:cubicBezTo>
                <a:cubicBezTo>
                  <a:pt x="530535" y="676199"/>
                  <a:pt x="527243" y="676473"/>
                  <a:pt x="524043" y="676107"/>
                </a:cubicBezTo>
                <a:cubicBezTo>
                  <a:pt x="520751" y="675742"/>
                  <a:pt x="517642" y="674827"/>
                  <a:pt x="514716" y="673181"/>
                </a:cubicBezTo>
                <a:cubicBezTo>
                  <a:pt x="511790" y="671627"/>
                  <a:pt x="509321" y="669524"/>
                  <a:pt x="507309" y="666963"/>
                </a:cubicBezTo>
                <a:lnTo>
                  <a:pt x="504200" y="663031"/>
                </a:lnTo>
                <a:cubicBezTo>
                  <a:pt x="502097" y="660471"/>
                  <a:pt x="500634" y="657545"/>
                  <a:pt x="499720" y="654436"/>
                </a:cubicBezTo>
                <a:cubicBezTo>
                  <a:pt x="498805" y="651236"/>
                  <a:pt x="498531" y="648035"/>
                  <a:pt x="498897" y="644743"/>
                </a:cubicBezTo>
                <a:cubicBezTo>
                  <a:pt x="499171" y="641452"/>
                  <a:pt x="500177" y="638343"/>
                  <a:pt x="501823" y="635508"/>
                </a:cubicBezTo>
                <a:cubicBezTo>
                  <a:pt x="503377" y="632582"/>
                  <a:pt x="505480" y="630113"/>
                  <a:pt x="508041" y="628010"/>
                </a:cubicBezTo>
                <a:cubicBezTo>
                  <a:pt x="510601" y="625998"/>
                  <a:pt x="513527" y="624444"/>
                  <a:pt x="516727" y="623529"/>
                </a:cubicBezTo>
                <a:cubicBezTo>
                  <a:pt x="519836" y="622615"/>
                  <a:pt x="523128" y="622341"/>
                  <a:pt x="526420" y="622706"/>
                </a:cubicBezTo>
                <a:cubicBezTo>
                  <a:pt x="529712" y="623072"/>
                  <a:pt x="532729" y="624078"/>
                  <a:pt x="535656" y="625632"/>
                </a:cubicBezTo>
                <a:cubicBezTo>
                  <a:pt x="538582" y="627278"/>
                  <a:pt x="541050" y="629382"/>
                  <a:pt x="543062" y="631942"/>
                </a:cubicBezTo>
              </a:path>
              <a:path w="3887754" h="1096183">
                <a:moveTo>
                  <a:pt x="549372" y="639714"/>
                </a:moveTo>
                <a:lnTo>
                  <a:pt x="552480" y="643555"/>
                </a:lnTo>
                <a:cubicBezTo>
                  <a:pt x="554492" y="646206"/>
                  <a:pt x="556047" y="649041"/>
                  <a:pt x="556961" y="652242"/>
                </a:cubicBezTo>
                <a:cubicBezTo>
                  <a:pt x="557875" y="655350"/>
                  <a:pt x="558150" y="658642"/>
                  <a:pt x="557784" y="661934"/>
                </a:cubicBezTo>
                <a:cubicBezTo>
                  <a:pt x="557418" y="665226"/>
                  <a:pt x="556412" y="668244"/>
                  <a:pt x="554858" y="671170"/>
                </a:cubicBezTo>
                <a:cubicBezTo>
                  <a:pt x="553212" y="674096"/>
                  <a:pt x="551109" y="676565"/>
                  <a:pt x="548549" y="678576"/>
                </a:cubicBezTo>
                <a:cubicBezTo>
                  <a:pt x="545988" y="680679"/>
                  <a:pt x="543062" y="682142"/>
                  <a:pt x="539953" y="683057"/>
                </a:cubicBezTo>
                <a:cubicBezTo>
                  <a:pt x="536753" y="683971"/>
                  <a:pt x="533552" y="684246"/>
                  <a:pt x="530261" y="683880"/>
                </a:cubicBezTo>
                <a:cubicBezTo>
                  <a:pt x="526969" y="683514"/>
                  <a:pt x="523860" y="682600"/>
                  <a:pt x="520934" y="680954"/>
                </a:cubicBezTo>
                <a:cubicBezTo>
                  <a:pt x="518099" y="679399"/>
                  <a:pt x="515539" y="677296"/>
                  <a:pt x="513527" y="674736"/>
                </a:cubicBezTo>
                <a:lnTo>
                  <a:pt x="510418" y="670804"/>
                </a:lnTo>
                <a:cubicBezTo>
                  <a:pt x="508315" y="668244"/>
                  <a:pt x="506852" y="665409"/>
                  <a:pt x="505938" y="662208"/>
                </a:cubicBezTo>
                <a:cubicBezTo>
                  <a:pt x="505023" y="659008"/>
                  <a:pt x="504749" y="655808"/>
                  <a:pt x="505115" y="652516"/>
                </a:cubicBezTo>
                <a:cubicBezTo>
                  <a:pt x="505480" y="649224"/>
                  <a:pt x="506395" y="646115"/>
                  <a:pt x="508041" y="643280"/>
                </a:cubicBezTo>
                <a:cubicBezTo>
                  <a:pt x="509595" y="640354"/>
                  <a:pt x="511698" y="637885"/>
                  <a:pt x="514259" y="635782"/>
                </a:cubicBezTo>
                <a:cubicBezTo>
                  <a:pt x="516910" y="633771"/>
                  <a:pt x="519745" y="632216"/>
                  <a:pt x="522945" y="631302"/>
                </a:cubicBezTo>
                <a:cubicBezTo>
                  <a:pt x="526146" y="630387"/>
                  <a:pt x="529346" y="630113"/>
                  <a:pt x="532638" y="630479"/>
                </a:cubicBezTo>
                <a:cubicBezTo>
                  <a:pt x="535930" y="630845"/>
                  <a:pt x="539039" y="631850"/>
                  <a:pt x="541873" y="633405"/>
                </a:cubicBezTo>
                <a:cubicBezTo>
                  <a:pt x="544800" y="635051"/>
                  <a:pt x="547268" y="637154"/>
                  <a:pt x="549372" y="639714"/>
                </a:cubicBezTo>
              </a:path>
              <a:path w="3887754" h="1096183">
                <a:moveTo>
                  <a:pt x="555589" y="647487"/>
                </a:moveTo>
                <a:lnTo>
                  <a:pt x="558698" y="651327"/>
                </a:lnTo>
                <a:cubicBezTo>
                  <a:pt x="560710" y="653979"/>
                  <a:pt x="562265" y="656814"/>
                  <a:pt x="563179" y="660014"/>
                </a:cubicBezTo>
                <a:cubicBezTo>
                  <a:pt x="564093" y="663214"/>
                  <a:pt x="564368" y="666415"/>
                  <a:pt x="564002" y="669707"/>
                </a:cubicBezTo>
                <a:cubicBezTo>
                  <a:pt x="563636" y="672998"/>
                  <a:pt x="562630" y="676016"/>
                  <a:pt x="561076" y="678942"/>
                </a:cubicBezTo>
                <a:cubicBezTo>
                  <a:pt x="559430" y="681868"/>
                  <a:pt x="557418" y="684337"/>
                  <a:pt x="554766" y="686349"/>
                </a:cubicBezTo>
                <a:cubicBezTo>
                  <a:pt x="552206" y="688452"/>
                  <a:pt x="549372" y="689915"/>
                  <a:pt x="546171" y="690829"/>
                </a:cubicBezTo>
                <a:cubicBezTo>
                  <a:pt x="542971" y="691744"/>
                  <a:pt x="539770" y="692018"/>
                  <a:pt x="536478" y="691652"/>
                </a:cubicBezTo>
                <a:cubicBezTo>
                  <a:pt x="533187" y="691286"/>
                  <a:pt x="530078" y="690372"/>
                  <a:pt x="527152" y="688726"/>
                </a:cubicBezTo>
                <a:cubicBezTo>
                  <a:pt x="524317" y="687172"/>
                  <a:pt x="521848" y="685068"/>
                  <a:pt x="519745" y="682508"/>
                </a:cubicBezTo>
                <a:lnTo>
                  <a:pt x="516636" y="678576"/>
                </a:lnTo>
                <a:cubicBezTo>
                  <a:pt x="514533" y="676016"/>
                  <a:pt x="513070" y="673181"/>
                  <a:pt x="512155" y="669981"/>
                </a:cubicBezTo>
                <a:cubicBezTo>
                  <a:pt x="511241" y="666780"/>
                  <a:pt x="510967" y="663580"/>
                  <a:pt x="511332" y="660288"/>
                </a:cubicBezTo>
                <a:cubicBezTo>
                  <a:pt x="511698" y="656996"/>
                  <a:pt x="512704" y="653887"/>
                  <a:pt x="514259" y="651053"/>
                </a:cubicBezTo>
                <a:cubicBezTo>
                  <a:pt x="515813" y="648127"/>
                  <a:pt x="517916" y="645658"/>
                  <a:pt x="520476" y="643555"/>
                </a:cubicBezTo>
                <a:cubicBezTo>
                  <a:pt x="523128" y="641543"/>
                  <a:pt x="525963" y="640080"/>
                  <a:pt x="529163" y="639074"/>
                </a:cubicBezTo>
                <a:cubicBezTo>
                  <a:pt x="532364" y="638160"/>
                  <a:pt x="535564" y="637885"/>
                  <a:pt x="538856" y="638251"/>
                </a:cubicBezTo>
                <a:cubicBezTo>
                  <a:pt x="542148" y="638617"/>
                  <a:pt x="545257" y="639623"/>
                  <a:pt x="548091" y="641177"/>
                </a:cubicBezTo>
                <a:cubicBezTo>
                  <a:pt x="551017" y="642823"/>
                  <a:pt x="553486" y="644926"/>
                  <a:pt x="555589" y="647487"/>
                </a:cubicBezTo>
              </a:path>
              <a:path w="3887754" h="1096183">
                <a:moveTo>
                  <a:pt x="561807" y="655259"/>
                </a:moveTo>
                <a:lnTo>
                  <a:pt x="564916" y="659191"/>
                </a:lnTo>
                <a:cubicBezTo>
                  <a:pt x="567019" y="661751"/>
                  <a:pt x="568482" y="664586"/>
                  <a:pt x="569397" y="667786"/>
                </a:cubicBezTo>
                <a:cubicBezTo>
                  <a:pt x="570311" y="670987"/>
                  <a:pt x="570586" y="674187"/>
                  <a:pt x="570220" y="677479"/>
                </a:cubicBezTo>
                <a:cubicBezTo>
                  <a:pt x="569854" y="680771"/>
                  <a:pt x="568848" y="683788"/>
                  <a:pt x="567294" y="686714"/>
                </a:cubicBezTo>
                <a:cubicBezTo>
                  <a:pt x="565648" y="689640"/>
                  <a:pt x="563636" y="692109"/>
                  <a:pt x="560984" y="694121"/>
                </a:cubicBezTo>
                <a:cubicBezTo>
                  <a:pt x="558424" y="696224"/>
                  <a:pt x="555589" y="697687"/>
                  <a:pt x="552389" y="698602"/>
                </a:cubicBezTo>
                <a:cubicBezTo>
                  <a:pt x="549189" y="699516"/>
                  <a:pt x="545988" y="699790"/>
                  <a:pt x="542696" y="699425"/>
                </a:cubicBezTo>
                <a:cubicBezTo>
                  <a:pt x="539405" y="699059"/>
                  <a:pt x="536296" y="698144"/>
                  <a:pt x="533370" y="696498"/>
                </a:cubicBezTo>
                <a:cubicBezTo>
                  <a:pt x="530535" y="694944"/>
                  <a:pt x="528066" y="692841"/>
                  <a:pt x="525963" y="690281"/>
                </a:cubicBezTo>
                <a:lnTo>
                  <a:pt x="522854" y="686349"/>
                </a:lnTo>
                <a:cubicBezTo>
                  <a:pt x="520751" y="683788"/>
                  <a:pt x="519288" y="680954"/>
                  <a:pt x="518373" y="677753"/>
                </a:cubicBezTo>
                <a:cubicBezTo>
                  <a:pt x="517459" y="674553"/>
                  <a:pt x="517185" y="671352"/>
                  <a:pt x="517550" y="668061"/>
                </a:cubicBezTo>
                <a:cubicBezTo>
                  <a:pt x="517916" y="664769"/>
                  <a:pt x="518922" y="661660"/>
                  <a:pt x="520476" y="658825"/>
                </a:cubicBezTo>
                <a:cubicBezTo>
                  <a:pt x="522122" y="655899"/>
                  <a:pt x="524134" y="653430"/>
                  <a:pt x="526786" y="651327"/>
                </a:cubicBezTo>
                <a:cubicBezTo>
                  <a:pt x="529346" y="649315"/>
                  <a:pt x="532181" y="647852"/>
                  <a:pt x="535381" y="646938"/>
                </a:cubicBezTo>
                <a:cubicBezTo>
                  <a:pt x="538582" y="646024"/>
                  <a:pt x="541782" y="645658"/>
                  <a:pt x="545074" y="646024"/>
                </a:cubicBezTo>
                <a:cubicBezTo>
                  <a:pt x="548366" y="646389"/>
                  <a:pt x="551475" y="647395"/>
                  <a:pt x="554401" y="649041"/>
                </a:cubicBezTo>
                <a:cubicBezTo>
                  <a:pt x="557235" y="650596"/>
                  <a:pt x="559704" y="652699"/>
                  <a:pt x="561807" y="655259"/>
                </a:cubicBezTo>
              </a:path>
              <a:path w="3887754" h="1096183">
                <a:moveTo>
                  <a:pt x="568025" y="663031"/>
                </a:moveTo>
                <a:lnTo>
                  <a:pt x="571134" y="666963"/>
                </a:lnTo>
                <a:cubicBezTo>
                  <a:pt x="573237" y="669524"/>
                  <a:pt x="574700" y="672358"/>
                  <a:pt x="575615" y="675559"/>
                </a:cubicBezTo>
                <a:cubicBezTo>
                  <a:pt x="576529" y="678759"/>
                  <a:pt x="576804" y="681960"/>
                  <a:pt x="576438" y="685251"/>
                </a:cubicBezTo>
                <a:cubicBezTo>
                  <a:pt x="576072" y="688543"/>
                  <a:pt x="575158" y="691652"/>
                  <a:pt x="573512" y="694487"/>
                </a:cubicBezTo>
                <a:cubicBezTo>
                  <a:pt x="571957" y="697413"/>
                  <a:pt x="569854" y="699882"/>
                  <a:pt x="567294" y="701893"/>
                </a:cubicBezTo>
                <a:cubicBezTo>
                  <a:pt x="564642" y="703997"/>
                  <a:pt x="561807" y="705460"/>
                  <a:pt x="558607" y="706374"/>
                </a:cubicBezTo>
                <a:cubicBezTo>
                  <a:pt x="555407" y="707288"/>
                  <a:pt x="552206" y="707563"/>
                  <a:pt x="548914" y="707288"/>
                </a:cubicBezTo>
                <a:cubicBezTo>
                  <a:pt x="545622" y="706923"/>
                  <a:pt x="542514" y="705917"/>
                  <a:pt x="539679" y="704271"/>
                </a:cubicBezTo>
                <a:cubicBezTo>
                  <a:pt x="536753" y="702716"/>
                  <a:pt x="534284" y="700613"/>
                  <a:pt x="532181" y="698053"/>
                </a:cubicBezTo>
                <a:lnTo>
                  <a:pt x="529072" y="694121"/>
                </a:lnTo>
                <a:cubicBezTo>
                  <a:pt x="527060" y="691561"/>
                  <a:pt x="525506" y="688726"/>
                  <a:pt x="524591" y="685526"/>
                </a:cubicBezTo>
                <a:cubicBezTo>
                  <a:pt x="523677" y="682325"/>
                  <a:pt x="523403" y="679125"/>
                  <a:pt x="523768" y="675833"/>
                </a:cubicBezTo>
                <a:cubicBezTo>
                  <a:pt x="524134" y="672541"/>
                  <a:pt x="525140" y="669524"/>
                  <a:pt x="526694" y="666598"/>
                </a:cubicBezTo>
                <a:cubicBezTo>
                  <a:pt x="528340" y="663672"/>
                  <a:pt x="530443" y="661203"/>
                  <a:pt x="533004" y="659191"/>
                </a:cubicBezTo>
                <a:cubicBezTo>
                  <a:pt x="535564" y="657088"/>
                  <a:pt x="538399" y="655625"/>
                  <a:pt x="541599" y="654710"/>
                </a:cubicBezTo>
                <a:cubicBezTo>
                  <a:pt x="544800" y="653796"/>
                  <a:pt x="548000" y="653522"/>
                  <a:pt x="551292" y="653887"/>
                </a:cubicBezTo>
                <a:cubicBezTo>
                  <a:pt x="554584" y="654253"/>
                  <a:pt x="557693" y="655168"/>
                  <a:pt x="560619" y="656814"/>
                </a:cubicBezTo>
                <a:cubicBezTo>
                  <a:pt x="563453" y="658368"/>
                  <a:pt x="565922" y="660471"/>
                  <a:pt x="568025" y="663031"/>
                </a:cubicBezTo>
              </a:path>
              <a:path w="3887754" h="1096183">
                <a:moveTo>
                  <a:pt x="574243" y="670804"/>
                </a:moveTo>
                <a:lnTo>
                  <a:pt x="577352" y="674736"/>
                </a:lnTo>
                <a:cubicBezTo>
                  <a:pt x="579455" y="677296"/>
                  <a:pt x="580918" y="680131"/>
                  <a:pt x="581833" y="683331"/>
                </a:cubicBezTo>
                <a:cubicBezTo>
                  <a:pt x="582747" y="686532"/>
                  <a:pt x="583021" y="689732"/>
                  <a:pt x="582656" y="693024"/>
                </a:cubicBezTo>
                <a:cubicBezTo>
                  <a:pt x="582290" y="696316"/>
                  <a:pt x="581376" y="699425"/>
                  <a:pt x="579730" y="702259"/>
                </a:cubicBezTo>
                <a:cubicBezTo>
                  <a:pt x="578175" y="705185"/>
                  <a:pt x="576072" y="707654"/>
                  <a:pt x="573512" y="709757"/>
                </a:cubicBezTo>
                <a:cubicBezTo>
                  <a:pt x="570860" y="711769"/>
                  <a:pt x="568025" y="713232"/>
                  <a:pt x="564825" y="714146"/>
                </a:cubicBezTo>
                <a:cubicBezTo>
                  <a:pt x="561624" y="715152"/>
                  <a:pt x="558424" y="715427"/>
                  <a:pt x="555132" y="715061"/>
                </a:cubicBezTo>
                <a:cubicBezTo>
                  <a:pt x="551840" y="714695"/>
                  <a:pt x="548731" y="713689"/>
                  <a:pt x="545897" y="712043"/>
                </a:cubicBezTo>
                <a:cubicBezTo>
                  <a:pt x="542971" y="710489"/>
                  <a:pt x="540502" y="708386"/>
                  <a:pt x="538399" y="705825"/>
                </a:cubicBezTo>
                <a:lnTo>
                  <a:pt x="535290" y="701893"/>
                </a:lnTo>
                <a:cubicBezTo>
                  <a:pt x="533278" y="699333"/>
                  <a:pt x="531724" y="696498"/>
                  <a:pt x="530809" y="693298"/>
                </a:cubicBezTo>
                <a:cubicBezTo>
                  <a:pt x="529895" y="690098"/>
                  <a:pt x="529620" y="686897"/>
                  <a:pt x="529986" y="683605"/>
                </a:cubicBezTo>
                <a:cubicBezTo>
                  <a:pt x="530352" y="680314"/>
                  <a:pt x="531358" y="677296"/>
                  <a:pt x="532912" y="674370"/>
                </a:cubicBezTo>
                <a:cubicBezTo>
                  <a:pt x="534558" y="671444"/>
                  <a:pt x="536661" y="668975"/>
                  <a:pt x="539222" y="666963"/>
                </a:cubicBezTo>
                <a:cubicBezTo>
                  <a:pt x="541782" y="664860"/>
                  <a:pt x="544708" y="663397"/>
                  <a:pt x="547817" y="662483"/>
                </a:cubicBezTo>
                <a:cubicBezTo>
                  <a:pt x="551017" y="661568"/>
                  <a:pt x="554218" y="661294"/>
                  <a:pt x="557510" y="661660"/>
                </a:cubicBezTo>
                <a:cubicBezTo>
                  <a:pt x="560802" y="662026"/>
                  <a:pt x="563910" y="662940"/>
                  <a:pt x="566837" y="664586"/>
                </a:cubicBezTo>
                <a:cubicBezTo>
                  <a:pt x="569671" y="666140"/>
                  <a:pt x="572232" y="668244"/>
                  <a:pt x="574243" y="670804"/>
                </a:cubicBezTo>
              </a:path>
              <a:path w="3887754" h="1096183">
                <a:moveTo>
                  <a:pt x="580461" y="678576"/>
                </a:moveTo>
                <a:lnTo>
                  <a:pt x="583570" y="682508"/>
                </a:lnTo>
                <a:cubicBezTo>
                  <a:pt x="585673" y="685068"/>
                  <a:pt x="587136" y="687903"/>
                  <a:pt x="588051" y="691104"/>
                </a:cubicBezTo>
                <a:cubicBezTo>
                  <a:pt x="588965" y="694304"/>
                  <a:pt x="589331" y="697504"/>
                  <a:pt x="588965" y="700796"/>
                </a:cubicBezTo>
                <a:cubicBezTo>
                  <a:pt x="588599" y="704088"/>
                  <a:pt x="587593" y="707197"/>
                  <a:pt x="585948" y="710032"/>
                </a:cubicBezTo>
                <a:cubicBezTo>
                  <a:pt x="584393" y="712958"/>
                  <a:pt x="582290" y="715427"/>
                  <a:pt x="579730" y="717530"/>
                </a:cubicBezTo>
                <a:cubicBezTo>
                  <a:pt x="577169" y="719541"/>
                  <a:pt x="574243" y="721096"/>
                  <a:pt x="571043" y="722010"/>
                </a:cubicBezTo>
                <a:cubicBezTo>
                  <a:pt x="567934" y="722925"/>
                  <a:pt x="564642" y="723199"/>
                  <a:pt x="561350" y="722833"/>
                </a:cubicBezTo>
                <a:cubicBezTo>
                  <a:pt x="558058" y="722467"/>
                  <a:pt x="555041" y="721462"/>
                  <a:pt x="552115" y="719907"/>
                </a:cubicBezTo>
                <a:cubicBezTo>
                  <a:pt x="549189" y="718261"/>
                  <a:pt x="546720" y="716158"/>
                  <a:pt x="544708" y="713598"/>
                </a:cubicBezTo>
                <a:lnTo>
                  <a:pt x="541508" y="709757"/>
                </a:lnTo>
                <a:cubicBezTo>
                  <a:pt x="539496" y="707106"/>
                  <a:pt x="538033" y="704271"/>
                  <a:pt x="537027" y="701070"/>
                </a:cubicBezTo>
                <a:cubicBezTo>
                  <a:pt x="536113" y="697962"/>
                  <a:pt x="535838" y="694670"/>
                  <a:pt x="536204" y="691378"/>
                </a:cubicBezTo>
                <a:cubicBezTo>
                  <a:pt x="536570" y="688086"/>
                  <a:pt x="537576" y="685068"/>
                  <a:pt x="539222" y="682142"/>
                </a:cubicBezTo>
                <a:cubicBezTo>
                  <a:pt x="540776" y="679216"/>
                  <a:pt x="542879" y="676747"/>
                  <a:pt x="545440" y="674736"/>
                </a:cubicBezTo>
                <a:cubicBezTo>
                  <a:pt x="548000" y="672633"/>
                  <a:pt x="550926" y="671170"/>
                  <a:pt x="554126" y="670255"/>
                </a:cubicBezTo>
                <a:cubicBezTo>
                  <a:pt x="557235" y="669341"/>
                  <a:pt x="560527" y="669066"/>
                  <a:pt x="563819" y="669432"/>
                </a:cubicBezTo>
                <a:cubicBezTo>
                  <a:pt x="567019" y="669798"/>
                  <a:pt x="570128" y="670712"/>
                  <a:pt x="573054" y="672358"/>
                </a:cubicBezTo>
                <a:cubicBezTo>
                  <a:pt x="575981" y="673913"/>
                  <a:pt x="578449" y="676016"/>
                  <a:pt x="580461" y="678576"/>
                </a:cubicBezTo>
              </a:path>
              <a:path w="3887754" h="1096183">
                <a:moveTo>
                  <a:pt x="586770" y="686349"/>
                </a:moveTo>
                <a:lnTo>
                  <a:pt x="589879" y="690281"/>
                </a:lnTo>
                <a:cubicBezTo>
                  <a:pt x="591891" y="692841"/>
                  <a:pt x="593354" y="695767"/>
                  <a:pt x="594360" y="698876"/>
                </a:cubicBezTo>
                <a:cubicBezTo>
                  <a:pt x="595274" y="702076"/>
                  <a:pt x="595549" y="705277"/>
                  <a:pt x="595183" y="708569"/>
                </a:cubicBezTo>
                <a:cubicBezTo>
                  <a:pt x="594817" y="711860"/>
                  <a:pt x="593811" y="714969"/>
                  <a:pt x="592257" y="717804"/>
                </a:cubicBezTo>
                <a:cubicBezTo>
                  <a:pt x="590611" y="720730"/>
                  <a:pt x="588508" y="723199"/>
                  <a:pt x="585948" y="725302"/>
                </a:cubicBezTo>
                <a:cubicBezTo>
                  <a:pt x="583387" y="727314"/>
                  <a:pt x="580461" y="728868"/>
                  <a:pt x="577352" y="729783"/>
                </a:cubicBezTo>
                <a:cubicBezTo>
                  <a:pt x="574152" y="730697"/>
                  <a:pt x="570860" y="730971"/>
                  <a:pt x="567660" y="730606"/>
                </a:cubicBezTo>
                <a:cubicBezTo>
                  <a:pt x="564368" y="730240"/>
                  <a:pt x="561259" y="729234"/>
                  <a:pt x="558333" y="727680"/>
                </a:cubicBezTo>
                <a:cubicBezTo>
                  <a:pt x="555407" y="726034"/>
                  <a:pt x="552938" y="723930"/>
                  <a:pt x="550926" y="721370"/>
                </a:cubicBezTo>
                <a:lnTo>
                  <a:pt x="547817" y="717530"/>
                </a:lnTo>
                <a:cubicBezTo>
                  <a:pt x="545714" y="714878"/>
                  <a:pt x="544251" y="712043"/>
                  <a:pt x="543336" y="708843"/>
                </a:cubicBezTo>
                <a:cubicBezTo>
                  <a:pt x="542422" y="705734"/>
                  <a:pt x="542148" y="702442"/>
                  <a:pt x="542514" y="699150"/>
                </a:cubicBezTo>
                <a:cubicBezTo>
                  <a:pt x="542879" y="695950"/>
                  <a:pt x="543794" y="692841"/>
                  <a:pt x="545440" y="689915"/>
                </a:cubicBezTo>
                <a:cubicBezTo>
                  <a:pt x="546994" y="686989"/>
                  <a:pt x="549097" y="684520"/>
                  <a:pt x="551658" y="682508"/>
                </a:cubicBezTo>
                <a:cubicBezTo>
                  <a:pt x="554218" y="680405"/>
                  <a:pt x="557144" y="678942"/>
                  <a:pt x="560344" y="678028"/>
                </a:cubicBezTo>
                <a:cubicBezTo>
                  <a:pt x="563453" y="677113"/>
                  <a:pt x="566745" y="676839"/>
                  <a:pt x="570037" y="677205"/>
                </a:cubicBezTo>
                <a:cubicBezTo>
                  <a:pt x="573329" y="677570"/>
                  <a:pt x="576346" y="678485"/>
                  <a:pt x="579272" y="680131"/>
                </a:cubicBezTo>
                <a:cubicBezTo>
                  <a:pt x="582198" y="681685"/>
                  <a:pt x="584667" y="683788"/>
                  <a:pt x="586770" y="686349"/>
                </a:cubicBezTo>
              </a:path>
              <a:path w="3887754" h="1096183">
                <a:moveTo>
                  <a:pt x="592988" y="694121"/>
                </a:moveTo>
                <a:lnTo>
                  <a:pt x="596097" y="698053"/>
                </a:lnTo>
                <a:cubicBezTo>
                  <a:pt x="598109" y="700613"/>
                  <a:pt x="599664" y="703539"/>
                  <a:pt x="600578" y="706648"/>
                </a:cubicBezTo>
                <a:cubicBezTo>
                  <a:pt x="601492" y="709849"/>
                  <a:pt x="601767" y="713049"/>
                  <a:pt x="601401" y="716341"/>
                </a:cubicBezTo>
                <a:cubicBezTo>
                  <a:pt x="601035" y="719633"/>
                  <a:pt x="600029" y="722742"/>
                  <a:pt x="598475" y="725576"/>
                </a:cubicBezTo>
                <a:cubicBezTo>
                  <a:pt x="596829" y="728502"/>
                  <a:pt x="594726" y="730971"/>
                  <a:pt x="592165" y="733074"/>
                </a:cubicBezTo>
                <a:cubicBezTo>
                  <a:pt x="589605" y="735086"/>
                  <a:pt x="586679" y="736641"/>
                  <a:pt x="583570" y="737555"/>
                </a:cubicBezTo>
                <a:cubicBezTo>
                  <a:pt x="580370" y="738469"/>
                  <a:pt x="577169" y="738744"/>
                  <a:pt x="573877" y="738378"/>
                </a:cubicBezTo>
                <a:cubicBezTo>
                  <a:pt x="570586" y="738012"/>
                  <a:pt x="567477" y="737006"/>
                  <a:pt x="564551" y="735452"/>
                </a:cubicBezTo>
                <a:cubicBezTo>
                  <a:pt x="561716" y="733806"/>
                  <a:pt x="559156" y="731703"/>
                  <a:pt x="557144" y="729143"/>
                </a:cubicBezTo>
                <a:lnTo>
                  <a:pt x="554035" y="725302"/>
                </a:lnTo>
                <a:cubicBezTo>
                  <a:pt x="551932" y="722742"/>
                  <a:pt x="550469" y="719816"/>
                  <a:pt x="549554" y="716615"/>
                </a:cubicBezTo>
                <a:cubicBezTo>
                  <a:pt x="548640" y="713506"/>
                  <a:pt x="548366" y="710214"/>
                  <a:pt x="548731" y="706923"/>
                </a:cubicBezTo>
                <a:cubicBezTo>
                  <a:pt x="549097" y="703722"/>
                  <a:pt x="550012" y="700613"/>
                  <a:pt x="551658" y="697687"/>
                </a:cubicBezTo>
                <a:cubicBezTo>
                  <a:pt x="553212" y="694853"/>
                  <a:pt x="555315" y="692292"/>
                  <a:pt x="557875" y="690281"/>
                </a:cubicBezTo>
                <a:cubicBezTo>
                  <a:pt x="560527" y="688177"/>
                  <a:pt x="563362" y="686714"/>
                  <a:pt x="566562" y="685800"/>
                </a:cubicBezTo>
                <a:cubicBezTo>
                  <a:pt x="569763" y="684886"/>
                  <a:pt x="572963" y="684611"/>
                  <a:pt x="576255" y="684977"/>
                </a:cubicBezTo>
                <a:cubicBezTo>
                  <a:pt x="579547" y="685343"/>
                  <a:pt x="582656" y="686349"/>
                  <a:pt x="585490" y="687903"/>
                </a:cubicBezTo>
                <a:cubicBezTo>
                  <a:pt x="588416" y="689458"/>
                  <a:pt x="590885" y="691561"/>
                  <a:pt x="592988" y="694121"/>
                </a:cubicBezTo>
              </a:path>
              <a:path w="3887754" h="1096183">
                <a:moveTo>
                  <a:pt x="599206" y="701893"/>
                </a:moveTo>
                <a:lnTo>
                  <a:pt x="602315" y="705825"/>
                </a:lnTo>
                <a:cubicBezTo>
                  <a:pt x="604327" y="708386"/>
                  <a:pt x="605881" y="711312"/>
                  <a:pt x="606796" y="714421"/>
                </a:cubicBezTo>
                <a:cubicBezTo>
                  <a:pt x="607710" y="717621"/>
                  <a:pt x="607985" y="720822"/>
                  <a:pt x="607619" y="724113"/>
                </a:cubicBezTo>
                <a:cubicBezTo>
                  <a:pt x="607253" y="727405"/>
                  <a:pt x="606247" y="730514"/>
                  <a:pt x="604693" y="733440"/>
                </a:cubicBezTo>
                <a:cubicBezTo>
                  <a:pt x="603047" y="736275"/>
                  <a:pt x="601035" y="738744"/>
                  <a:pt x="598383" y="740847"/>
                </a:cubicBezTo>
                <a:cubicBezTo>
                  <a:pt x="595823" y="742859"/>
                  <a:pt x="592988" y="744413"/>
                  <a:pt x="589788" y="745327"/>
                </a:cubicBezTo>
                <a:cubicBezTo>
                  <a:pt x="586588" y="746242"/>
                  <a:pt x="583387" y="746516"/>
                  <a:pt x="580095" y="746150"/>
                </a:cubicBezTo>
                <a:cubicBezTo>
                  <a:pt x="576804" y="745785"/>
                  <a:pt x="573695" y="744779"/>
                  <a:pt x="570768" y="743224"/>
                </a:cubicBezTo>
                <a:cubicBezTo>
                  <a:pt x="567934" y="741578"/>
                  <a:pt x="565465" y="739567"/>
                  <a:pt x="563362" y="736915"/>
                </a:cubicBezTo>
                <a:lnTo>
                  <a:pt x="560253" y="733074"/>
                </a:lnTo>
                <a:cubicBezTo>
                  <a:pt x="558150" y="730514"/>
                  <a:pt x="556687" y="727588"/>
                  <a:pt x="555772" y="724388"/>
                </a:cubicBezTo>
                <a:cubicBezTo>
                  <a:pt x="554858" y="721279"/>
                  <a:pt x="554584" y="717987"/>
                  <a:pt x="554949" y="714786"/>
                </a:cubicBezTo>
                <a:cubicBezTo>
                  <a:pt x="555315" y="711495"/>
                  <a:pt x="556321" y="708386"/>
                  <a:pt x="557875" y="705460"/>
                </a:cubicBezTo>
                <a:cubicBezTo>
                  <a:pt x="559430" y="702625"/>
                  <a:pt x="561533" y="700156"/>
                  <a:pt x="564093" y="698053"/>
                </a:cubicBezTo>
                <a:cubicBezTo>
                  <a:pt x="566745" y="695950"/>
                  <a:pt x="569580" y="694487"/>
                  <a:pt x="572780" y="693572"/>
                </a:cubicBezTo>
                <a:cubicBezTo>
                  <a:pt x="575981" y="692658"/>
                  <a:pt x="579181" y="692384"/>
                  <a:pt x="582473" y="692749"/>
                </a:cubicBezTo>
                <a:cubicBezTo>
                  <a:pt x="585765" y="693115"/>
                  <a:pt x="588874" y="694121"/>
                  <a:pt x="591708" y="695676"/>
                </a:cubicBezTo>
                <a:cubicBezTo>
                  <a:pt x="594634" y="697230"/>
                  <a:pt x="597103" y="699333"/>
                  <a:pt x="599206" y="701893"/>
                </a:cubicBezTo>
              </a:path>
              <a:path w="3887754" h="1096183">
                <a:moveTo>
                  <a:pt x="605424" y="709757"/>
                </a:moveTo>
                <a:lnTo>
                  <a:pt x="608533" y="713598"/>
                </a:lnTo>
                <a:cubicBezTo>
                  <a:pt x="610636" y="716158"/>
                  <a:pt x="612099" y="719084"/>
                  <a:pt x="613014" y="722193"/>
                </a:cubicBezTo>
                <a:cubicBezTo>
                  <a:pt x="613928" y="725394"/>
                  <a:pt x="614202" y="728594"/>
                  <a:pt x="613837" y="731886"/>
                </a:cubicBezTo>
                <a:cubicBezTo>
                  <a:pt x="613471" y="735178"/>
                  <a:pt x="612465" y="738287"/>
                  <a:pt x="610911" y="741213"/>
                </a:cubicBezTo>
                <a:cubicBezTo>
                  <a:pt x="609265" y="744047"/>
                  <a:pt x="607253" y="746516"/>
                  <a:pt x="604601" y="748619"/>
                </a:cubicBezTo>
                <a:cubicBezTo>
                  <a:pt x="602041" y="750722"/>
                  <a:pt x="599206" y="752185"/>
                  <a:pt x="596006" y="753100"/>
                </a:cubicBezTo>
                <a:cubicBezTo>
                  <a:pt x="592806" y="754014"/>
                  <a:pt x="589605" y="754289"/>
                  <a:pt x="586313" y="753923"/>
                </a:cubicBezTo>
                <a:cubicBezTo>
                  <a:pt x="583021" y="753557"/>
                  <a:pt x="579912" y="752551"/>
                  <a:pt x="577078" y="750997"/>
                </a:cubicBezTo>
                <a:cubicBezTo>
                  <a:pt x="574152" y="749351"/>
                  <a:pt x="571683" y="747339"/>
                  <a:pt x="569580" y="744687"/>
                </a:cubicBezTo>
                <a:lnTo>
                  <a:pt x="566471" y="740847"/>
                </a:lnTo>
                <a:cubicBezTo>
                  <a:pt x="564368" y="738287"/>
                  <a:pt x="562905" y="735360"/>
                  <a:pt x="561990" y="732252"/>
                </a:cubicBezTo>
                <a:cubicBezTo>
                  <a:pt x="561076" y="729051"/>
                  <a:pt x="560802" y="725851"/>
                  <a:pt x="561167" y="722559"/>
                </a:cubicBezTo>
                <a:cubicBezTo>
                  <a:pt x="561533" y="719267"/>
                  <a:pt x="562539" y="716158"/>
                  <a:pt x="564093" y="713232"/>
                </a:cubicBezTo>
                <a:cubicBezTo>
                  <a:pt x="565739" y="710397"/>
                  <a:pt x="567751" y="707928"/>
                  <a:pt x="570403" y="705825"/>
                </a:cubicBezTo>
                <a:cubicBezTo>
                  <a:pt x="572963" y="703722"/>
                  <a:pt x="575798" y="702259"/>
                  <a:pt x="578998" y="701345"/>
                </a:cubicBezTo>
                <a:cubicBezTo>
                  <a:pt x="582198" y="700430"/>
                  <a:pt x="585399" y="700156"/>
                  <a:pt x="588691" y="700522"/>
                </a:cubicBezTo>
                <a:cubicBezTo>
                  <a:pt x="591983" y="700888"/>
                  <a:pt x="595092" y="701893"/>
                  <a:pt x="598018" y="703448"/>
                </a:cubicBezTo>
                <a:cubicBezTo>
                  <a:pt x="600852" y="705094"/>
                  <a:pt x="603321" y="707106"/>
                  <a:pt x="605424" y="709757"/>
                </a:cubicBezTo>
              </a:path>
              <a:path w="3887754" h="1096183">
                <a:moveTo>
                  <a:pt x="611642" y="717530"/>
                </a:moveTo>
                <a:lnTo>
                  <a:pt x="614751" y="721370"/>
                </a:lnTo>
                <a:cubicBezTo>
                  <a:pt x="616854" y="723930"/>
                  <a:pt x="618317" y="726857"/>
                  <a:pt x="619232" y="730057"/>
                </a:cubicBezTo>
                <a:cubicBezTo>
                  <a:pt x="620146" y="733166"/>
                  <a:pt x="620420" y="736458"/>
                  <a:pt x="620055" y="739658"/>
                </a:cubicBezTo>
                <a:cubicBezTo>
                  <a:pt x="619689" y="742950"/>
                  <a:pt x="618774" y="746059"/>
                  <a:pt x="617129" y="748985"/>
                </a:cubicBezTo>
                <a:cubicBezTo>
                  <a:pt x="615574" y="751820"/>
                  <a:pt x="613471" y="754289"/>
                  <a:pt x="610911" y="756392"/>
                </a:cubicBezTo>
                <a:cubicBezTo>
                  <a:pt x="608259" y="758495"/>
                  <a:pt x="605424" y="759958"/>
                  <a:pt x="602224" y="760872"/>
                </a:cubicBezTo>
                <a:cubicBezTo>
                  <a:pt x="599023" y="761787"/>
                  <a:pt x="595823" y="762061"/>
                  <a:pt x="592531" y="761695"/>
                </a:cubicBezTo>
                <a:cubicBezTo>
                  <a:pt x="589239" y="761329"/>
                  <a:pt x="586130" y="760324"/>
                  <a:pt x="583296" y="758769"/>
                </a:cubicBezTo>
                <a:cubicBezTo>
                  <a:pt x="580370" y="757215"/>
                  <a:pt x="577901" y="755112"/>
                  <a:pt x="575798" y="752460"/>
                </a:cubicBezTo>
                <a:lnTo>
                  <a:pt x="572689" y="748619"/>
                </a:lnTo>
                <a:cubicBezTo>
                  <a:pt x="570677" y="746059"/>
                  <a:pt x="569123" y="743133"/>
                  <a:pt x="568208" y="740024"/>
                </a:cubicBezTo>
                <a:cubicBezTo>
                  <a:pt x="567294" y="736824"/>
                  <a:pt x="567019" y="733623"/>
                  <a:pt x="567385" y="730331"/>
                </a:cubicBezTo>
                <a:cubicBezTo>
                  <a:pt x="567751" y="727039"/>
                  <a:pt x="568757" y="723930"/>
                  <a:pt x="570311" y="721004"/>
                </a:cubicBezTo>
                <a:cubicBezTo>
                  <a:pt x="571957" y="718170"/>
                  <a:pt x="574060" y="715701"/>
                  <a:pt x="576621" y="713598"/>
                </a:cubicBezTo>
                <a:cubicBezTo>
                  <a:pt x="579181" y="711586"/>
                  <a:pt x="582016" y="710032"/>
                  <a:pt x="585216" y="709117"/>
                </a:cubicBezTo>
                <a:cubicBezTo>
                  <a:pt x="588416" y="708203"/>
                  <a:pt x="591617" y="707928"/>
                  <a:pt x="594909" y="708294"/>
                </a:cubicBezTo>
                <a:cubicBezTo>
                  <a:pt x="598200" y="708660"/>
                  <a:pt x="601309" y="709666"/>
                  <a:pt x="604236" y="711220"/>
                </a:cubicBezTo>
                <a:cubicBezTo>
                  <a:pt x="607070" y="712866"/>
                  <a:pt x="609539" y="714878"/>
                  <a:pt x="611642" y="717530"/>
                </a:cubicBezTo>
              </a:path>
              <a:path w="3887754" h="1096183">
                <a:moveTo>
                  <a:pt x="617860" y="725302"/>
                </a:moveTo>
                <a:lnTo>
                  <a:pt x="620969" y="729143"/>
                </a:lnTo>
                <a:cubicBezTo>
                  <a:pt x="623072" y="731703"/>
                  <a:pt x="624535" y="734629"/>
                  <a:pt x="625450" y="737829"/>
                </a:cubicBezTo>
                <a:cubicBezTo>
                  <a:pt x="626364" y="740938"/>
                  <a:pt x="626638" y="744230"/>
                  <a:pt x="626273" y="747431"/>
                </a:cubicBezTo>
                <a:cubicBezTo>
                  <a:pt x="625907" y="750722"/>
                  <a:pt x="624992" y="753831"/>
                  <a:pt x="623346" y="756757"/>
                </a:cubicBezTo>
                <a:cubicBezTo>
                  <a:pt x="621792" y="759592"/>
                  <a:pt x="619689" y="762152"/>
                  <a:pt x="617129" y="764164"/>
                </a:cubicBezTo>
                <a:cubicBezTo>
                  <a:pt x="614477" y="766267"/>
                  <a:pt x="611642" y="767730"/>
                  <a:pt x="608442" y="768645"/>
                </a:cubicBezTo>
                <a:cubicBezTo>
                  <a:pt x="605333" y="769559"/>
                  <a:pt x="602041" y="769833"/>
                  <a:pt x="598749" y="769468"/>
                </a:cubicBezTo>
                <a:cubicBezTo>
                  <a:pt x="595457" y="769102"/>
                  <a:pt x="592348" y="768096"/>
                  <a:pt x="589514" y="766542"/>
                </a:cubicBezTo>
                <a:cubicBezTo>
                  <a:pt x="586588" y="764987"/>
                  <a:pt x="584119" y="762884"/>
                  <a:pt x="582016" y="760324"/>
                </a:cubicBezTo>
                <a:lnTo>
                  <a:pt x="578907" y="756392"/>
                </a:lnTo>
                <a:cubicBezTo>
                  <a:pt x="576895" y="753831"/>
                  <a:pt x="575340" y="750905"/>
                  <a:pt x="574426" y="747796"/>
                </a:cubicBezTo>
                <a:cubicBezTo>
                  <a:pt x="573512" y="744596"/>
                  <a:pt x="573237" y="741396"/>
                  <a:pt x="573603" y="738104"/>
                </a:cubicBezTo>
                <a:cubicBezTo>
                  <a:pt x="573969" y="734812"/>
                  <a:pt x="574975" y="731703"/>
                  <a:pt x="576529" y="728777"/>
                </a:cubicBezTo>
                <a:cubicBezTo>
                  <a:pt x="578175" y="725942"/>
                  <a:pt x="580278" y="723473"/>
                  <a:pt x="582839" y="721370"/>
                </a:cubicBezTo>
                <a:cubicBezTo>
                  <a:pt x="585399" y="719358"/>
                  <a:pt x="588325" y="717804"/>
                  <a:pt x="591434" y="716890"/>
                </a:cubicBezTo>
                <a:cubicBezTo>
                  <a:pt x="594634" y="715975"/>
                  <a:pt x="597835" y="715701"/>
                  <a:pt x="601127" y="716067"/>
                </a:cubicBezTo>
                <a:cubicBezTo>
                  <a:pt x="604418" y="716432"/>
                  <a:pt x="607527" y="717438"/>
                  <a:pt x="610453" y="718993"/>
                </a:cubicBezTo>
                <a:cubicBezTo>
                  <a:pt x="613288" y="720639"/>
                  <a:pt x="615848" y="722742"/>
                  <a:pt x="617860" y="725302"/>
                </a:cubicBezTo>
              </a:path>
              <a:path w="3887754" h="1096183">
                <a:moveTo>
                  <a:pt x="624078" y="733074"/>
                </a:moveTo>
                <a:lnTo>
                  <a:pt x="627187" y="736915"/>
                </a:lnTo>
                <a:cubicBezTo>
                  <a:pt x="629290" y="739567"/>
                  <a:pt x="630753" y="742401"/>
                  <a:pt x="631668" y="745602"/>
                </a:cubicBezTo>
                <a:cubicBezTo>
                  <a:pt x="632582" y="748711"/>
                  <a:pt x="632948" y="752003"/>
                  <a:pt x="632582" y="755294"/>
                </a:cubicBezTo>
                <a:cubicBezTo>
                  <a:pt x="632216" y="758495"/>
                  <a:pt x="631210" y="761604"/>
                  <a:pt x="629564" y="764530"/>
                </a:cubicBezTo>
                <a:cubicBezTo>
                  <a:pt x="628010" y="767456"/>
                  <a:pt x="625907" y="769925"/>
                  <a:pt x="623346" y="771936"/>
                </a:cubicBezTo>
                <a:cubicBezTo>
                  <a:pt x="620786" y="774040"/>
                  <a:pt x="617860" y="775503"/>
                  <a:pt x="614660" y="776417"/>
                </a:cubicBezTo>
                <a:cubicBezTo>
                  <a:pt x="611551" y="777331"/>
                  <a:pt x="608259" y="777606"/>
                  <a:pt x="604967" y="777240"/>
                </a:cubicBezTo>
                <a:cubicBezTo>
                  <a:pt x="601675" y="776874"/>
                  <a:pt x="598658" y="775960"/>
                  <a:pt x="595732" y="774314"/>
                </a:cubicBezTo>
                <a:cubicBezTo>
                  <a:pt x="592806" y="772759"/>
                  <a:pt x="590337" y="770656"/>
                  <a:pt x="588325" y="768096"/>
                </a:cubicBezTo>
                <a:lnTo>
                  <a:pt x="585125" y="764164"/>
                </a:lnTo>
                <a:cubicBezTo>
                  <a:pt x="583113" y="761604"/>
                  <a:pt x="581650" y="758678"/>
                  <a:pt x="580644" y="755569"/>
                </a:cubicBezTo>
                <a:cubicBezTo>
                  <a:pt x="579730" y="752368"/>
                  <a:pt x="579455" y="749168"/>
                  <a:pt x="579821" y="745876"/>
                </a:cubicBezTo>
                <a:cubicBezTo>
                  <a:pt x="580187" y="742584"/>
                  <a:pt x="581193" y="739475"/>
                  <a:pt x="582839" y="736641"/>
                </a:cubicBezTo>
                <a:cubicBezTo>
                  <a:pt x="584393" y="733715"/>
                  <a:pt x="586496" y="731246"/>
                  <a:pt x="589056" y="729143"/>
                </a:cubicBezTo>
                <a:cubicBezTo>
                  <a:pt x="591617" y="727131"/>
                  <a:pt x="594543" y="725576"/>
                  <a:pt x="597743" y="724662"/>
                </a:cubicBezTo>
                <a:cubicBezTo>
                  <a:pt x="600852" y="723748"/>
                  <a:pt x="604144" y="723473"/>
                  <a:pt x="607436" y="723839"/>
                </a:cubicBezTo>
                <a:cubicBezTo>
                  <a:pt x="610636" y="724205"/>
                  <a:pt x="613745" y="725211"/>
                  <a:pt x="616671" y="726765"/>
                </a:cubicBezTo>
                <a:cubicBezTo>
                  <a:pt x="619597" y="728411"/>
                  <a:pt x="622066" y="730514"/>
                  <a:pt x="624078" y="733074"/>
                </a:cubicBezTo>
              </a:path>
              <a:path w="3887754" h="1096183">
                <a:moveTo>
                  <a:pt x="630387" y="740847"/>
                </a:moveTo>
                <a:lnTo>
                  <a:pt x="633496" y="744687"/>
                </a:lnTo>
                <a:cubicBezTo>
                  <a:pt x="635508" y="747339"/>
                  <a:pt x="636971" y="750174"/>
                  <a:pt x="637977" y="753374"/>
                </a:cubicBezTo>
                <a:cubicBezTo>
                  <a:pt x="638891" y="756483"/>
                  <a:pt x="639166" y="759775"/>
                  <a:pt x="638800" y="763067"/>
                </a:cubicBezTo>
                <a:cubicBezTo>
                  <a:pt x="638434" y="766359"/>
                  <a:pt x="637428" y="769376"/>
                  <a:pt x="635874" y="772302"/>
                </a:cubicBezTo>
                <a:cubicBezTo>
                  <a:pt x="634228" y="775228"/>
                  <a:pt x="632125" y="777697"/>
                  <a:pt x="629564" y="779709"/>
                </a:cubicBezTo>
                <a:cubicBezTo>
                  <a:pt x="627004" y="781812"/>
                  <a:pt x="624078" y="783275"/>
                  <a:pt x="620969" y="784189"/>
                </a:cubicBezTo>
                <a:cubicBezTo>
                  <a:pt x="617769" y="785104"/>
                  <a:pt x="614477" y="785378"/>
                  <a:pt x="611276" y="785012"/>
                </a:cubicBezTo>
                <a:cubicBezTo>
                  <a:pt x="607985" y="784647"/>
                  <a:pt x="604876" y="783732"/>
                  <a:pt x="601950" y="782086"/>
                </a:cubicBezTo>
                <a:cubicBezTo>
                  <a:pt x="599023" y="780532"/>
                  <a:pt x="596555" y="778429"/>
                  <a:pt x="594543" y="775868"/>
                </a:cubicBezTo>
                <a:lnTo>
                  <a:pt x="591434" y="771936"/>
                </a:lnTo>
                <a:cubicBezTo>
                  <a:pt x="589331" y="769376"/>
                  <a:pt x="587868" y="766542"/>
                  <a:pt x="586953" y="763341"/>
                </a:cubicBezTo>
                <a:cubicBezTo>
                  <a:pt x="586039" y="760141"/>
                  <a:pt x="585765" y="756940"/>
                  <a:pt x="586130" y="753648"/>
                </a:cubicBezTo>
                <a:cubicBezTo>
                  <a:pt x="586496" y="750357"/>
                  <a:pt x="587411" y="747248"/>
                  <a:pt x="589056" y="744413"/>
                </a:cubicBezTo>
                <a:cubicBezTo>
                  <a:pt x="590611" y="741487"/>
                  <a:pt x="592714" y="739018"/>
                  <a:pt x="595274" y="736915"/>
                </a:cubicBezTo>
                <a:cubicBezTo>
                  <a:pt x="597835" y="734903"/>
                  <a:pt x="600761" y="733349"/>
                  <a:pt x="603961" y="732434"/>
                </a:cubicBezTo>
                <a:cubicBezTo>
                  <a:pt x="607070" y="731520"/>
                  <a:pt x="610362" y="731246"/>
                  <a:pt x="613654" y="731611"/>
                </a:cubicBezTo>
                <a:cubicBezTo>
                  <a:pt x="616946" y="731977"/>
                  <a:pt x="619963" y="732983"/>
                  <a:pt x="622889" y="734538"/>
                </a:cubicBezTo>
                <a:cubicBezTo>
                  <a:pt x="625815" y="736183"/>
                  <a:pt x="628284" y="738287"/>
                  <a:pt x="630387" y="740847"/>
                </a:cubicBezTo>
              </a:path>
              <a:path w="3887754" h="1096183">
                <a:moveTo>
                  <a:pt x="636605" y="748619"/>
                </a:moveTo>
                <a:lnTo>
                  <a:pt x="639714" y="752460"/>
                </a:lnTo>
                <a:cubicBezTo>
                  <a:pt x="641726" y="755112"/>
                  <a:pt x="643280" y="757946"/>
                  <a:pt x="644195" y="761147"/>
                </a:cubicBezTo>
                <a:cubicBezTo>
                  <a:pt x="645109" y="764347"/>
                  <a:pt x="645384" y="767547"/>
                  <a:pt x="645018" y="770839"/>
                </a:cubicBezTo>
                <a:cubicBezTo>
                  <a:pt x="644652" y="774131"/>
                  <a:pt x="643646" y="777149"/>
                  <a:pt x="642092" y="780075"/>
                </a:cubicBezTo>
                <a:cubicBezTo>
                  <a:pt x="640446" y="783001"/>
                  <a:pt x="638343" y="785470"/>
                  <a:pt x="635782" y="787481"/>
                </a:cubicBezTo>
                <a:cubicBezTo>
                  <a:pt x="633222" y="789584"/>
                  <a:pt x="630296" y="791047"/>
                  <a:pt x="627187" y="791962"/>
                </a:cubicBezTo>
                <a:cubicBezTo>
                  <a:pt x="623987" y="792876"/>
                  <a:pt x="620786" y="793151"/>
                  <a:pt x="617494" y="792785"/>
                </a:cubicBezTo>
                <a:cubicBezTo>
                  <a:pt x="614202" y="792419"/>
                  <a:pt x="611094" y="791505"/>
                  <a:pt x="608167" y="789859"/>
                </a:cubicBezTo>
                <a:cubicBezTo>
                  <a:pt x="605333" y="788304"/>
                  <a:pt x="602772" y="786201"/>
                  <a:pt x="600761" y="783641"/>
                </a:cubicBezTo>
                <a:lnTo>
                  <a:pt x="597652" y="779709"/>
                </a:lnTo>
                <a:cubicBezTo>
                  <a:pt x="595549" y="777149"/>
                  <a:pt x="594086" y="774314"/>
                  <a:pt x="593171" y="771114"/>
                </a:cubicBezTo>
                <a:cubicBezTo>
                  <a:pt x="592257" y="767913"/>
                  <a:pt x="591983" y="764713"/>
                  <a:pt x="592348" y="761421"/>
                </a:cubicBezTo>
                <a:cubicBezTo>
                  <a:pt x="592714" y="758129"/>
                  <a:pt x="593628" y="755020"/>
                  <a:pt x="595274" y="752185"/>
                </a:cubicBezTo>
                <a:cubicBezTo>
                  <a:pt x="596829" y="749259"/>
                  <a:pt x="598932" y="746790"/>
                  <a:pt x="601492" y="744687"/>
                </a:cubicBezTo>
                <a:cubicBezTo>
                  <a:pt x="604144" y="742676"/>
                  <a:pt x="606979" y="741213"/>
                  <a:pt x="610179" y="740207"/>
                </a:cubicBezTo>
                <a:cubicBezTo>
                  <a:pt x="613380" y="739292"/>
                  <a:pt x="616580" y="739018"/>
                  <a:pt x="619872" y="739384"/>
                </a:cubicBezTo>
                <a:cubicBezTo>
                  <a:pt x="623164" y="739750"/>
                  <a:pt x="626273" y="740755"/>
                  <a:pt x="629107" y="742401"/>
                </a:cubicBezTo>
                <a:cubicBezTo>
                  <a:pt x="632033" y="743956"/>
                  <a:pt x="634502" y="746059"/>
                  <a:pt x="636605" y="748619"/>
                </a:cubicBezTo>
              </a:path>
              <a:path w="3887754" h="1096183">
                <a:moveTo>
                  <a:pt x="642823" y="756392"/>
                </a:moveTo>
                <a:lnTo>
                  <a:pt x="645932" y="760324"/>
                </a:lnTo>
                <a:cubicBezTo>
                  <a:pt x="647944" y="762884"/>
                  <a:pt x="649498" y="765719"/>
                  <a:pt x="650413" y="768919"/>
                </a:cubicBezTo>
                <a:cubicBezTo>
                  <a:pt x="651327" y="772119"/>
                  <a:pt x="651601" y="775320"/>
                  <a:pt x="651236" y="778612"/>
                </a:cubicBezTo>
                <a:cubicBezTo>
                  <a:pt x="650870" y="781903"/>
                  <a:pt x="649864" y="784921"/>
                  <a:pt x="648310" y="787847"/>
                </a:cubicBezTo>
                <a:cubicBezTo>
                  <a:pt x="646664" y="790773"/>
                  <a:pt x="644652" y="793242"/>
                  <a:pt x="642000" y="795254"/>
                </a:cubicBezTo>
                <a:cubicBezTo>
                  <a:pt x="639440" y="797357"/>
                  <a:pt x="636605" y="798820"/>
                  <a:pt x="633405" y="799734"/>
                </a:cubicBezTo>
                <a:cubicBezTo>
                  <a:pt x="630204" y="800649"/>
                  <a:pt x="627004" y="800923"/>
                  <a:pt x="623712" y="800557"/>
                </a:cubicBezTo>
                <a:cubicBezTo>
                  <a:pt x="620420" y="800191"/>
                  <a:pt x="617311" y="799277"/>
                  <a:pt x="614385" y="797631"/>
                </a:cubicBezTo>
                <a:cubicBezTo>
                  <a:pt x="611551" y="796077"/>
                  <a:pt x="609082" y="793974"/>
                  <a:pt x="606979" y="791413"/>
                </a:cubicBezTo>
                <a:lnTo>
                  <a:pt x="603870" y="787481"/>
                </a:lnTo>
                <a:cubicBezTo>
                  <a:pt x="601767" y="784921"/>
                  <a:pt x="600304" y="782086"/>
                  <a:pt x="599389" y="778886"/>
                </a:cubicBezTo>
                <a:cubicBezTo>
                  <a:pt x="598475" y="775686"/>
                  <a:pt x="598200" y="772485"/>
                  <a:pt x="598566" y="769193"/>
                </a:cubicBezTo>
                <a:cubicBezTo>
                  <a:pt x="598932" y="765901"/>
                  <a:pt x="599938" y="762792"/>
                  <a:pt x="601492" y="759958"/>
                </a:cubicBezTo>
                <a:cubicBezTo>
                  <a:pt x="603047" y="757032"/>
                  <a:pt x="605150" y="754563"/>
                  <a:pt x="607710" y="752460"/>
                </a:cubicBezTo>
                <a:cubicBezTo>
                  <a:pt x="610362" y="750448"/>
                  <a:pt x="613197" y="748985"/>
                  <a:pt x="616397" y="748071"/>
                </a:cubicBezTo>
                <a:cubicBezTo>
                  <a:pt x="619597" y="747156"/>
                  <a:pt x="622798" y="746790"/>
                  <a:pt x="626090" y="747156"/>
                </a:cubicBezTo>
                <a:cubicBezTo>
                  <a:pt x="629382" y="747522"/>
                  <a:pt x="632490" y="748528"/>
                  <a:pt x="635325" y="750174"/>
                </a:cubicBezTo>
                <a:cubicBezTo>
                  <a:pt x="638251" y="751728"/>
                  <a:pt x="640720" y="753831"/>
                  <a:pt x="642823" y="756392"/>
                </a:cubicBezTo>
              </a:path>
              <a:path w="3887754" h="1096183">
                <a:moveTo>
                  <a:pt x="649041" y="764164"/>
                </a:moveTo>
                <a:lnTo>
                  <a:pt x="652150" y="768096"/>
                </a:lnTo>
                <a:cubicBezTo>
                  <a:pt x="654253" y="770656"/>
                  <a:pt x="655716" y="773491"/>
                  <a:pt x="656631" y="776691"/>
                </a:cubicBezTo>
                <a:cubicBezTo>
                  <a:pt x="657545" y="779892"/>
                  <a:pt x="657819" y="783092"/>
                  <a:pt x="657454" y="786384"/>
                </a:cubicBezTo>
                <a:cubicBezTo>
                  <a:pt x="657088" y="789676"/>
                  <a:pt x="656082" y="792785"/>
                  <a:pt x="654528" y="795619"/>
                </a:cubicBezTo>
                <a:cubicBezTo>
                  <a:pt x="652882" y="798546"/>
                  <a:pt x="650870" y="801014"/>
                  <a:pt x="648218" y="803026"/>
                </a:cubicBezTo>
                <a:cubicBezTo>
                  <a:pt x="645658" y="805129"/>
                  <a:pt x="642823" y="806592"/>
                  <a:pt x="639623" y="807507"/>
                </a:cubicBezTo>
                <a:cubicBezTo>
                  <a:pt x="636422" y="808421"/>
                  <a:pt x="633222" y="808787"/>
                  <a:pt x="629930" y="808421"/>
                </a:cubicBezTo>
                <a:cubicBezTo>
                  <a:pt x="626638" y="808055"/>
                  <a:pt x="623529" y="807049"/>
                  <a:pt x="620695" y="805404"/>
                </a:cubicBezTo>
                <a:cubicBezTo>
                  <a:pt x="617769" y="803849"/>
                  <a:pt x="615300" y="801746"/>
                  <a:pt x="613197" y="799186"/>
                </a:cubicBezTo>
                <a:lnTo>
                  <a:pt x="610088" y="795254"/>
                </a:lnTo>
                <a:cubicBezTo>
                  <a:pt x="607985" y="792693"/>
                  <a:pt x="606522" y="789859"/>
                  <a:pt x="605607" y="786658"/>
                </a:cubicBezTo>
                <a:cubicBezTo>
                  <a:pt x="604693" y="783458"/>
                  <a:pt x="604418" y="780258"/>
                  <a:pt x="604784" y="776966"/>
                </a:cubicBezTo>
                <a:cubicBezTo>
                  <a:pt x="605150" y="773674"/>
                  <a:pt x="606156" y="770656"/>
                  <a:pt x="607710" y="767730"/>
                </a:cubicBezTo>
                <a:cubicBezTo>
                  <a:pt x="609356" y="764804"/>
                  <a:pt x="611368" y="762335"/>
                  <a:pt x="614020" y="760324"/>
                </a:cubicBezTo>
                <a:cubicBezTo>
                  <a:pt x="616580" y="758220"/>
                  <a:pt x="619415" y="756757"/>
                  <a:pt x="622615" y="755843"/>
                </a:cubicBezTo>
                <a:cubicBezTo>
                  <a:pt x="625815" y="754929"/>
                  <a:pt x="629016" y="754654"/>
                  <a:pt x="632308" y="755020"/>
                </a:cubicBezTo>
                <a:cubicBezTo>
                  <a:pt x="635599" y="755386"/>
                  <a:pt x="638708" y="756300"/>
                  <a:pt x="641634" y="757946"/>
                </a:cubicBezTo>
                <a:cubicBezTo>
                  <a:pt x="644469" y="759501"/>
                  <a:pt x="646938" y="761604"/>
                  <a:pt x="649041" y="764164"/>
                </a:cubicBezTo>
              </a:path>
              <a:path w="3887754" h="1096183">
                <a:moveTo>
                  <a:pt x="655259" y="771936"/>
                </a:moveTo>
                <a:lnTo>
                  <a:pt x="658368" y="775868"/>
                </a:lnTo>
                <a:cubicBezTo>
                  <a:pt x="660471" y="778429"/>
                  <a:pt x="661934" y="781263"/>
                  <a:pt x="662849" y="784464"/>
                </a:cubicBezTo>
                <a:cubicBezTo>
                  <a:pt x="663763" y="787664"/>
                  <a:pt x="664037" y="790865"/>
                  <a:pt x="663672" y="794156"/>
                </a:cubicBezTo>
                <a:cubicBezTo>
                  <a:pt x="663306" y="797448"/>
                  <a:pt x="662391" y="800557"/>
                  <a:pt x="660745" y="803392"/>
                </a:cubicBezTo>
                <a:cubicBezTo>
                  <a:pt x="659191" y="806318"/>
                  <a:pt x="657088" y="808787"/>
                  <a:pt x="654528" y="810890"/>
                </a:cubicBezTo>
                <a:cubicBezTo>
                  <a:pt x="651876" y="812902"/>
                  <a:pt x="649041" y="814365"/>
                  <a:pt x="645841" y="815370"/>
                </a:cubicBezTo>
                <a:cubicBezTo>
                  <a:pt x="642640" y="816285"/>
                  <a:pt x="639440" y="816559"/>
                  <a:pt x="636148" y="816193"/>
                </a:cubicBezTo>
                <a:cubicBezTo>
                  <a:pt x="632856" y="815828"/>
                  <a:pt x="629747" y="814822"/>
                  <a:pt x="626913" y="813176"/>
                </a:cubicBezTo>
                <a:cubicBezTo>
                  <a:pt x="623987" y="811621"/>
                  <a:pt x="621518" y="809518"/>
                  <a:pt x="619415" y="806958"/>
                </a:cubicBezTo>
                <a:lnTo>
                  <a:pt x="616306" y="803026"/>
                </a:lnTo>
                <a:cubicBezTo>
                  <a:pt x="614294" y="800466"/>
                  <a:pt x="612739" y="797631"/>
                  <a:pt x="611825" y="794431"/>
                </a:cubicBezTo>
                <a:cubicBezTo>
                  <a:pt x="610911" y="791230"/>
                  <a:pt x="610636" y="788030"/>
                  <a:pt x="611002" y="784738"/>
                </a:cubicBezTo>
                <a:cubicBezTo>
                  <a:pt x="611368" y="781446"/>
                  <a:pt x="612374" y="778429"/>
                  <a:pt x="613928" y="775503"/>
                </a:cubicBezTo>
                <a:cubicBezTo>
                  <a:pt x="615574" y="772577"/>
                  <a:pt x="617677" y="770108"/>
                  <a:pt x="620238" y="768096"/>
                </a:cubicBezTo>
                <a:cubicBezTo>
                  <a:pt x="622798" y="765993"/>
                  <a:pt x="625632" y="764530"/>
                  <a:pt x="628833" y="763615"/>
                </a:cubicBezTo>
                <a:cubicBezTo>
                  <a:pt x="632033" y="762701"/>
                  <a:pt x="635234" y="762427"/>
                  <a:pt x="638526" y="762792"/>
                </a:cubicBezTo>
                <a:cubicBezTo>
                  <a:pt x="641817" y="763158"/>
                  <a:pt x="644926" y="764073"/>
                  <a:pt x="647852" y="765719"/>
                </a:cubicBezTo>
                <a:cubicBezTo>
                  <a:pt x="650687" y="767273"/>
                  <a:pt x="653156" y="769376"/>
                  <a:pt x="655259" y="771936"/>
                </a:cubicBezTo>
              </a:path>
              <a:path w="3887754" h="1096183">
                <a:moveTo>
                  <a:pt x="661477" y="779709"/>
                </a:moveTo>
                <a:lnTo>
                  <a:pt x="664586" y="783641"/>
                </a:lnTo>
                <a:cubicBezTo>
                  <a:pt x="666689" y="786201"/>
                  <a:pt x="668152" y="789036"/>
                  <a:pt x="669066" y="792236"/>
                </a:cubicBezTo>
                <a:cubicBezTo>
                  <a:pt x="669981" y="795437"/>
                  <a:pt x="670255" y="798637"/>
                  <a:pt x="669889" y="801929"/>
                </a:cubicBezTo>
                <a:cubicBezTo>
                  <a:pt x="669524" y="805221"/>
                  <a:pt x="668609" y="808330"/>
                  <a:pt x="666963" y="811164"/>
                </a:cubicBezTo>
                <a:cubicBezTo>
                  <a:pt x="665409" y="814090"/>
                  <a:pt x="663306" y="816559"/>
                  <a:pt x="660745" y="818662"/>
                </a:cubicBezTo>
                <a:cubicBezTo>
                  <a:pt x="658094" y="820674"/>
                  <a:pt x="655259" y="822228"/>
                  <a:pt x="652059" y="823143"/>
                </a:cubicBezTo>
                <a:cubicBezTo>
                  <a:pt x="648950" y="824057"/>
                  <a:pt x="645658" y="824332"/>
                  <a:pt x="642366" y="823966"/>
                </a:cubicBezTo>
                <a:cubicBezTo>
                  <a:pt x="639074" y="823600"/>
                  <a:pt x="635965" y="822594"/>
                  <a:pt x="633131" y="821040"/>
                </a:cubicBezTo>
                <a:cubicBezTo>
                  <a:pt x="630204" y="819394"/>
                  <a:pt x="627736" y="817291"/>
                  <a:pt x="625632" y="814730"/>
                </a:cubicBezTo>
                <a:lnTo>
                  <a:pt x="622524" y="810890"/>
                </a:lnTo>
                <a:cubicBezTo>
                  <a:pt x="620512" y="808238"/>
                  <a:pt x="618957" y="805404"/>
                  <a:pt x="618043" y="802203"/>
                </a:cubicBezTo>
                <a:cubicBezTo>
                  <a:pt x="617129" y="799094"/>
                  <a:pt x="616854" y="795802"/>
                  <a:pt x="617220" y="792510"/>
                </a:cubicBezTo>
                <a:cubicBezTo>
                  <a:pt x="617586" y="789219"/>
                  <a:pt x="618592" y="786201"/>
                  <a:pt x="620146" y="783275"/>
                </a:cubicBezTo>
                <a:cubicBezTo>
                  <a:pt x="621792" y="780349"/>
                  <a:pt x="623895" y="777880"/>
                  <a:pt x="626455" y="775868"/>
                </a:cubicBezTo>
                <a:cubicBezTo>
                  <a:pt x="629016" y="773765"/>
                  <a:pt x="631942" y="772302"/>
                  <a:pt x="635051" y="771388"/>
                </a:cubicBezTo>
                <a:cubicBezTo>
                  <a:pt x="638251" y="770473"/>
                  <a:pt x="641452" y="770199"/>
                  <a:pt x="644743" y="770565"/>
                </a:cubicBezTo>
                <a:cubicBezTo>
                  <a:pt x="648035" y="770931"/>
                  <a:pt x="651144" y="771845"/>
                  <a:pt x="654070" y="773491"/>
                </a:cubicBezTo>
                <a:cubicBezTo>
                  <a:pt x="656905" y="775045"/>
                  <a:pt x="659465" y="777149"/>
                  <a:pt x="661477" y="779709"/>
                </a:cubicBezTo>
              </a:path>
              <a:path w="3887754" h="1096183">
                <a:moveTo>
                  <a:pt x="667695" y="787481"/>
                </a:moveTo>
                <a:lnTo>
                  <a:pt x="670804" y="791413"/>
                </a:lnTo>
                <a:cubicBezTo>
                  <a:pt x="672907" y="793974"/>
                  <a:pt x="674370" y="796900"/>
                  <a:pt x="675284" y="800009"/>
                </a:cubicBezTo>
                <a:cubicBezTo>
                  <a:pt x="676199" y="803209"/>
                  <a:pt x="676565" y="806409"/>
                  <a:pt x="676199" y="809701"/>
                </a:cubicBezTo>
                <a:cubicBezTo>
                  <a:pt x="675833" y="812993"/>
                  <a:pt x="674827" y="816102"/>
                  <a:pt x="673181" y="818937"/>
                </a:cubicBezTo>
                <a:cubicBezTo>
                  <a:pt x="671627" y="821863"/>
                  <a:pt x="669524" y="824332"/>
                  <a:pt x="666963" y="826435"/>
                </a:cubicBezTo>
                <a:cubicBezTo>
                  <a:pt x="664403" y="828446"/>
                  <a:pt x="661477" y="830001"/>
                  <a:pt x="658277" y="830915"/>
                </a:cubicBezTo>
                <a:cubicBezTo>
                  <a:pt x="655168" y="831830"/>
                  <a:pt x="651876" y="832104"/>
                  <a:pt x="648584" y="831738"/>
                </a:cubicBezTo>
                <a:cubicBezTo>
                  <a:pt x="645292" y="831372"/>
                  <a:pt x="642275" y="830367"/>
                  <a:pt x="639348" y="828812"/>
                </a:cubicBezTo>
                <a:cubicBezTo>
                  <a:pt x="636422" y="827166"/>
                  <a:pt x="633954" y="825063"/>
                  <a:pt x="631942" y="822503"/>
                </a:cubicBezTo>
                <a:lnTo>
                  <a:pt x="628741" y="818662"/>
                </a:lnTo>
                <a:cubicBezTo>
                  <a:pt x="626730" y="816011"/>
                  <a:pt x="625267" y="813176"/>
                  <a:pt x="624261" y="809976"/>
                </a:cubicBezTo>
                <a:cubicBezTo>
                  <a:pt x="623346" y="806867"/>
                  <a:pt x="623072" y="803575"/>
                  <a:pt x="623438" y="800283"/>
                </a:cubicBezTo>
                <a:cubicBezTo>
                  <a:pt x="623804" y="797082"/>
                  <a:pt x="624810" y="793974"/>
                  <a:pt x="626455" y="791047"/>
                </a:cubicBezTo>
                <a:cubicBezTo>
                  <a:pt x="628010" y="788121"/>
                  <a:pt x="630113" y="785652"/>
                  <a:pt x="632673" y="783641"/>
                </a:cubicBezTo>
                <a:cubicBezTo>
                  <a:pt x="635234" y="781538"/>
                  <a:pt x="638160" y="780075"/>
                  <a:pt x="641360" y="779160"/>
                </a:cubicBezTo>
                <a:cubicBezTo>
                  <a:pt x="644469" y="778246"/>
                  <a:pt x="647761" y="777972"/>
                  <a:pt x="651053" y="778337"/>
                </a:cubicBezTo>
                <a:cubicBezTo>
                  <a:pt x="654253" y="778703"/>
                  <a:pt x="657362" y="779617"/>
                  <a:pt x="660288" y="781263"/>
                </a:cubicBezTo>
                <a:cubicBezTo>
                  <a:pt x="663214" y="782818"/>
                  <a:pt x="665683" y="784921"/>
                  <a:pt x="667695" y="787481"/>
                </a:cubicBezTo>
              </a:path>
              <a:path w="3887754" h="1096183">
                <a:moveTo>
                  <a:pt x="674004" y="795254"/>
                </a:moveTo>
                <a:lnTo>
                  <a:pt x="677113" y="799186"/>
                </a:lnTo>
                <a:cubicBezTo>
                  <a:pt x="679125" y="801746"/>
                  <a:pt x="680679" y="804672"/>
                  <a:pt x="681594" y="807781"/>
                </a:cubicBezTo>
                <a:cubicBezTo>
                  <a:pt x="682508" y="810981"/>
                  <a:pt x="682782" y="814182"/>
                  <a:pt x="682417" y="817474"/>
                </a:cubicBezTo>
                <a:cubicBezTo>
                  <a:pt x="682051" y="820765"/>
                  <a:pt x="681045" y="823874"/>
                  <a:pt x="679491" y="826800"/>
                </a:cubicBezTo>
                <a:cubicBezTo>
                  <a:pt x="677845" y="829635"/>
                  <a:pt x="675742" y="832104"/>
                  <a:pt x="673181" y="834207"/>
                </a:cubicBezTo>
                <a:cubicBezTo>
                  <a:pt x="670621" y="836219"/>
                  <a:pt x="667695" y="837773"/>
                  <a:pt x="664586" y="838688"/>
                </a:cubicBezTo>
                <a:cubicBezTo>
                  <a:pt x="661386" y="839602"/>
                  <a:pt x="658094" y="839876"/>
                  <a:pt x="654893" y="839511"/>
                </a:cubicBezTo>
                <a:cubicBezTo>
                  <a:pt x="651601" y="839145"/>
                  <a:pt x="648492" y="838139"/>
                  <a:pt x="645566" y="836585"/>
                </a:cubicBezTo>
                <a:cubicBezTo>
                  <a:pt x="642640" y="834939"/>
                  <a:pt x="640171" y="832836"/>
                  <a:pt x="638160" y="830275"/>
                </a:cubicBezTo>
                <a:lnTo>
                  <a:pt x="635051" y="826435"/>
                </a:lnTo>
                <a:cubicBezTo>
                  <a:pt x="632948" y="823874"/>
                  <a:pt x="631485" y="820948"/>
                  <a:pt x="630570" y="817748"/>
                </a:cubicBezTo>
                <a:cubicBezTo>
                  <a:pt x="629656" y="814639"/>
                  <a:pt x="629382" y="811347"/>
                  <a:pt x="629747" y="808147"/>
                </a:cubicBezTo>
                <a:cubicBezTo>
                  <a:pt x="630113" y="804855"/>
                  <a:pt x="631027" y="801746"/>
                  <a:pt x="632673" y="798820"/>
                </a:cubicBezTo>
                <a:cubicBezTo>
                  <a:pt x="634228" y="795985"/>
                  <a:pt x="636331" y="793425"/>
                  <a:pt x="638891" y="791413"/>
                </a:cubicBezTo>
                <a:cubicBezTo>
                  <a:pt x="641452" y="789310"/>
                  <a:pt x="644378" y="787847"/>
                  <a:pt x="647578" y="786933"/>
                </a:cubicBezTo>
                <a:cubicBezTo>
                  <a:pt x="650687" y="786018"/>
                  <a:pt x="653979" y="785744"/>
                  <a:pt x="657271" y="786110"/>
                </a:cubicBezTo>
                <a:cubicBezTo>
                  <a:pt x="660563" y="786475"/>
                  <a:pt x="663580" y="787481"/>
                  <a:pt x="666506" y="789036"/>
                </a:cubicBezTo>
                <a:cubicBezTo>
                  <a:pt x="669432" y="790590"/>
                  <a:pt x="671901" y="792693"/>
                  <a:pt x="674004" y="795254"/>
                </a:cubicBezTo>
              </a:path>
              <a:path w="3887754" h="1096183">
                <a:moveTo>
                  <a:pt x="680222" y="803118"/>
                </a:moveTo>
                <a:lnTo>
                  <a:pt x="683331" y="806958"/>
                </a:lnTo>
                <a:cubicBezTo>
                  <a:pt x="685343" y="809518"/>
                  <a:pt x="686897" y="812444"/>
                  <a:pt x="687812" y="815553"/>
                </a:cubicBezTo>
                <a:cubicBezTo>
                  <a:pt x="688726" y="818754"/>
                  <a:pt x="689000" y="821954"/>
                  <a:pt x="688635" y="825246"/>
                </a:cubicBezTo>
                <a:cubicBezTo>
                  <a:pt x="688269" y="828538"/>
                  <a:pt x="687263" y="831647"/>
                  <a:pt x="685709" y="834573"/>
                </a:cubicBezTo>
                <a:cubicBezTo>
                  <a:pt x="684063" y="837408"/>
                  <a:pt x="681960" y="839876"/>
                  <a:pt x="679399" y="841980"/>
                </a:cubicBezTo>
                <a:cubicBezTo>
                  <a:pt x="676839" y="843991"/>
                  <a:pt x="673913" y="845546"/>
                  <a:pt x="670804" y="846460"/>
                </a:cubicBezTo>
                <a:cubicBezTo>
                  <a:pt x="667603" y="847374"/>
                  <a:pt x="664403" y="847649"/>
                  <a:pt x="661111" y="847283"/>
                </a:cubicBezTo>
                <a:cubicBezTo>
                  <a:pt x="657819" y="846917"/>
                  <a:pt x="654710" y="845911"/>
                  <a:pt x="651784" y="844357"/>
                </a:cubicBezTo>
                <a:cubicBezTo>
                  <a:pt x="648950" y="842711"/>
                  <a:pt x="646389" y="840699"/>
                  <a:pt x="644378" y="838048"/>
                </a:cubicBezTo>
                <a:lnTo>
                  <a:pt x="641269" y="834207"/>
                </a:lnTo>
                <a:cubicBezTo>
                  <a:pt x="639166" y="831647"/>
                  <a:pt x="637703" y="828721"/>
                  <a:pt x="636788" y="825520"/>
                </a:cubicBezTo>
                <a:cubicBezTo>
                  <a:pt x="635874" y="822411"/>
                  <a:pt x="635599" y="819120"/>
                  <a:pt x="635965" y="815919"/>
                </a:cubicBezTo>
                <a:cubicBezTo>
                  <a:pt x="636331" y="812627"/>
                  <a:pt x="637245" y="809518"/>
                  <a:pt x="638891" y="806592"/>
                </a:cubicBezTo>
                <a:cubicBezTo>
                  <a:pt x="640446" y="803758"/>
                  <a:pt x="642549" y="801289"/>
                  <a:pt x="645109" y="799186"/>
                </a:cubicBezTo>
                <a:cubicBezTo>
                  <a:pt x="647761" y="797082"/>
                  <a:pt x="650596" y="795619"/>
                  <a:pt x="653796" y="794705"/>
                </a:cubicBezTo>
                <a:cubicBezTo>
                  <a:pt x="656996" y="793791"/>
                  <a:pt x="660197" y="793516"/>
                  <a:pt x="663489" y="793882"/>
                </a:cubicBezTo>
                <a:cubicBezTo>
                  <a:pt x="666780" y="794248"/>
                  <a:pt x="669889" y="795254"/>
                  <a:pt x="672724" y="796808"/>
                </a:cubicBezTo>
                <a:cubicBezTo>
                  <a:pt x="675650" y="798363"/>
                  <a:pt x="678119" y="800466"/>
                  <a:pt x="680222" y="803118"/>
                </a:cubicBezTo>
              </a:path>
              <a:path w="3887754" h="1096183">
                <a:moveTo>
                  <a:pt x="686440" y="810890"/>
                </a:moveTo>
                <a:lnTo>
                  <a:pt x="689549" y="814730"/>
                </a:lnTo>
                <a:cubicBezTo>
                  <a:pt x="691561" y="817291"/>
                  <a:pt x="693115" y="820217"/>
                  <a:pt x="694030" y="823326"/>
                </a:cubicBezTo>
                <a:cubicBezTo>
                  <a:pt x="694944" y="826526"/>
                  <a:pt x="695218" y="829727"/>
                  <a:pt x="694853" y="833018"/>
                </a:cubicBezTo>
                <a:cubicBezTo>
                  <a:pt x="694487" y="836310"/>
                  <a:pt x="693481" y="839419"/>
                  <a:pt x="691926" y="842345"/>
                </a:cubicBezTo>
                <a:cubicBezTo>
                  <a:pt x="690281" y="845180"/>
                  <a:pt x="688269" y="847649"/>
                  <a:pt x="685617" y="849752"/>
                </a:cubicBezTo>
                <a:cubicBezTo>
                  <a:pt x="683057" y="851855"/>
                  <a:pt x="680222" y="853318"/>
                  <a:pt x="677022" y="854232"/>
                </a:cubicBezTo>
                <a:cubicBezTo>
                  <a:pt x="673821" y="855147"/>
                  <a:pt x="670621" y="855421"/>
                  <a:pt x="667329" y="855055"/>
                </a:cubicBezTo>
                <a:cubicBezTo>
                  <a:pt x="664037" y="854690"/>
                  <a:pt x="660928" y="853684"/>
                  <a:pt x="658002" y="852129"/>
                </a:cubicBezTo>
                <a:cubicBezTo>
                  <a:pt x="655168" y="850483"/>
                  <a:pt x="652699" y="848472"/>
                  <a:pt x="650596" y="845820"/>
                </a:cubicBezTo>
                <a:lnTo>
                  <a:pt x="647487" y="841980"/>
                </a:lnTo>
                <a:cubicBezTo>
                  <a:pt x="645384" y="839419"/>
                  <a:pt x="643920" y="836493"/>
                  <a:pt x="643006" y="833384"/>
                </a:cubicBezTo>
                <a:cubicBezTo>
                  <a:pt x="642092" y="830184"/>
                  <a:pt x="641817" y="826983"/>
                  <a:pt x="642183" y="823692"/>
                </a:cubicBezTo>
                <a:cubicBezTo>
                  <a:pt x="642549" y="820400"/>
                  <a:pt x="643555" y="817291"/>
                  <a:pt x="645109" y="814365"/>
                </a:cubicBezTo>
                <a:cubicBezTo>
                  <a:pt x="646664" y="811530"/>
                  <a:pt x="648767" y="809061"/>
                  <a:pt x="651327" y="806958"/>
                </a:cubicBezTo>
                <a:cubicBezTo>
                  <a:pt x="653979" y="804855"/>
                  <a:pt x="656814" y="803392"/>
                  <a:pt x="660014" y="802477"/>
                </a:cubicBezTo>
                <a:cubicBezTo>
                  <a:pt x="663214" y="801563"/>
                  <a:pt x="666415" y="801289"/>
                  <a:pt x="669707" y="801654"/>
                </a:cubicBezTo>
                <a:cubicBezTo>
                  <a:pt x="672998" y="802020"/>
                  <a:pt x="676107" y="803026"/>
                  <a:pt x="678942" y="804581"/>
                </a:cubicBezTo>
                <a:cubicBezTo>
                  <a:pt x="681868" y="806226"/>
                  <a:pt x="684337" y="808238"/>
                  <a:pt x="686440" y="810890"/>
                </a:cubicBezTo>
              </a:path>
              <a:path w="3887754" h="1096183">
                <a:moveTo>
                  <a:pt x="692658" y="818662"/>
                </a:moveTo>
                <a:lnTo>
                  <a:pt x="695767" y="822503"/>
                </a:lnTo>
                <a:cubicBezTo>
                  <a:pt x="697870" y="825063"/>
                  <a:pt x="699333" y="827989"/>
                  <a:pt x="700248" y="831190"/>
                </a:cubicBezTo>
                <a:cubicBezTo>
                  <a:pt x="701162" y="834299"/>
                  <a:pt x="701436" y="837590"/>
                  <a:pt x="701070" y="840791"/>
                </a:cubicBezTo>
                <a:cubicBezTo>
                  <a:pt x="700705" y="844083"/>
                  <a:pt x="699699" y="847192"/>
                  <a:pt x="698144" y="850118"/>
                </a:cubicBezTo>
                <a:cubicBezTo>
                  <a:pt x="696590" y="852952"/>
                  <a:pt x="694487" y="855421"/>
                  <a:pt x="691835" y="857524"/>
                </a:cubicBezTo>
                <a:cubicBezTo>
                  <a:pt x="689275" y="859627"/>
                  <a:pt x="686440" y="861090"/>
                  <a:pt x="683240" y="862005"/>
                </a:cubicBezTo>
                <a:cubicBezTo>
                  <a:pt x="680039" y="862919"/>
                  <a:pt x="676839" y="863194"/>
                  <a:pt x="673547" y="862828"/>
                </a:cubicBezTo>
                <a:cubicBezTo>
                  <a:pt x="670255" y="862462"/>
                  <a:pt x="667146" y="861456"/>
                  <a:pt x="664312" y="859902"/>
                </a:cubicBezTo>
                <a:cubicBezTo>
                  <a:pt x="661386" y="858347"/>
                  <a:pt x="658917" y="856244"/>
                  <a:pt x="656814" y="853684"/>
                </a:cubicBezTo>
                <a:lnTo>
                  <a:pt x="653705" y="849752"/>
                </a:lnTo>
                <a:cubicBezTo>
                  <a:pt x="651601" y="847192"/>
                  <a:pt x="650138" y="844266"/>
                  <a:pt x="649224" y="841157"/>
                </a:cubicBezTo>
                <a:cubicBezTo>
                  <a:pt x="648310" y="837956"/>
                  <a:pt x="648035" y="834756"/>
                  <a:pt x="648401" y="831464"/>
                </a:cubicBezTo>
                <a:cubicBezTo>
                  <a:pt x="648767" y="828172"/>
                  <a:pt x="649773" y="825063"/>
                  <a:pt x="651327" y="822137"/>
                </a:cubicBezTo>
                <a:cubicBezTo>
                  <a:pt x="652973" y="819302"/>
                  <a:pt x="654985" y="816834"/>
                  <a:pt x="657636" y="814730"/>
                </a:cubicBezTo>
                <a:cubicBezTo>
                  <a:pt x="660197" y="812719"/>
                  <a:pt x="663031" y="811164"/>
                  <a:pt x="666232" y="810250"/>
                </a:cubicBezTo>
                <a:cubicBezTo>
                  <a:pt x="669432" y="809335"/>
                  <a:pt x="672633" y="809061"/>
                  <a:pt x="675924" y="809427"/>
                </a:cubicBezTo>
                <a:cubicBezTo>
                  <a:pt x="679216" y="809793"/>
                  <a:pt x="682325" y="810798"/>
                  <a:pt x="685251" y="812353"/>
                </a:cubicBezTo>
                <a:cubicBezTo>
                  <a:pt x="688086" y="813999"/>
                  <a:pt x="690555" y="816011"/>
                  <a:pt x="692658" y="818662"/>
                </a:cubicBezTo>
              </a:path>
              <a:path w="3887754" h="1096183">
                <a:moveTo>
                  <a:pt x="698876" y="826435"/>
                </a:moveTo>
                <a:lnTo>
                  <a:pt x="701985" y="830275"/>
                </a:lnTo>
                <a:cubicBezTo>
                  <a:pt x="704088" y="832836"/>
                  <a:pt x="705551" y="835762"/>
                  <a:pt x="706465" y="838962"/>
                </a:cubicBezTo>
                <a:cubicBezTo>
                  <a:pt x="707380" y="842071"/>
                  <a:pt x="707654" y="845363"/>
                  <a:pt x="707288" y="848655"/>
                </a:cubicBezTo>
                <a:cubicBezTo>
                  <a:pt x="706923" y="851855"/>
                  <a:pt x="706008" y="854964"/>
                  <a:pt x="704362" y="857890"/>
                </a:cubicBezTo>
                <a:cubicBezTo>
                  <a:pt x="702808" y="860725"/>
                  <a:pt x="700705" y="863285"/>
                  <a:pt x="698144" y="865297"/>
                </a:cubicBezTo>
                <a:cubicBezTo>
                  <a:pt x="695493" y="867400"/>
                  <a:pt x="692658" y="868863"/>
                  <a:pt x="689458" y="869777"/>
                </a:cubicBezTo>
                <a:cubicBezTo>
                  <a:pt x="686257" y="870692"/>
                  <a:pt x="683057" y="870966"/>
                  <a:pt x="679765" y="870600"/>
                </a:cubicBezTo>
                <a:cubicBezTo>
                  <a:pt x="676473" y="870234"/>
                  <a:pt x="673364" y="869229"/>
                  <a:pt x="670530" y="867674"/>
                </a:cubicBezTo>
                <a:cubicBezTo>
                  <a:pt x="667603" y="866120"/>
                  <a:pt x="665135" y="864017"/>
                  <a:pt x="663031" y="861456"/>
                </a:cubicBezTo>
                <a:lnTo>
                  <a:pt x="659922" y="857524"/>
                </a:lnTo>
                <a:cubicBezTo>
                  <a:pt x="657911" y="854964"/>
                  <a:pt x="656356" y="852038"/>
                  <a:pt x="655442" y="848929"/>
                </a:cubicBezTo>
                <a:cubicBezTo>
                  <a:pt x="654528" y="845729"/>
                  <a:pt x="654253" y="842528"/>
                  <a:pt x="654619" y="839236"/>
                </a:cubicBezTo>
                <a:cubicBezTo>
                  <a:pt x="654985" y="835944"/>
                  <a:pt x="655991" y="832836"/>
                  <a:pt x="657545" y="829909"/>
                </a:cubicBezTo>
                <a:cubicBezTo>
                  <a:pt x="659191" y="827075"/>
                  <a:pt x="661294" y="824606"/>
                  <a:pt x="663854" y="822503"/>
                </a:cubicBezTo>
                <a:cubicBezTo>
                  <a:pt x="666415" y="820491"/>
                  <a:pt x="669341" y="818937"/>
                  <a:pt x="672450" y="818022"/>
                </a:cubicBezTo>
                <a:cubicBezTo>
                  <a:pt x="675650" y="817108"/>
                  <a:pt x="678851" y="816834"/>
                  <a:pt x="682142" y="817199"/>
                </a:cubicBezTo>
                <a:cubicBezTo>
                  <a:pt x="685434" y="817565"/>
                  <a:pt x="688543" y="818571"/>
                  <a:pt x="691469" y="820125"/>
                </a:cubicBezTo>
                <a:cubicBezTo>
                  <a:pt x="694304" y="821771"/>
                  <a:pt x="696773" y="823874"/>
                  <a:pt x="698876" y="826435"/>
                </a:cubicBezTo>
              </a:path>
              <a:path w="3887754" h="1096183">
                <a:moveTo>
                  <a:pt x="705094" y="834207"/>
                </a:moveTo>
                <a:lnTo>
                  <a:pt x="708203" y="838048"/>
                </a:lnTo>
                <a:cubicBezTo>
                  <a:pt x="710306" y="840699"/>
                  <a:pt x="711769" y="843534"/>
                  <a:pt x="712683" y="846734"/>
                </a:cubicBezTo>
                <a:cubicBezTo>
                  <a:pt x="713598" y="849843"/>
                  <a:pt x="713872" y="853135"/>
                  <a:pt x="713506" y="856427"/>
                </a:cubicBezTo>
                <a:cubicBezTo>
                  <a:pt x="713141" y="859627"/>
                  <a:pt x="712226" y="862736"/>
                  <a:pt x="710580" y="865662"/>
                </a:cubicBezTo>
                <a:cubicBezTo>
                  <a:pt x="709026" y="868589"/>
                  <a:pt x="706923" y="871057"/>
                  <a:pt x="704362" y="873069"/>
                </a:cubicBezTo>
                <a:cubicBezTo>
                  <a:pt x="701711" y="875172"/>
                  <a:pt x="698876" y="876635"/>
                  <a:pt x="695676" y="877550"/>
                </a:cubicBezTo>
                <a:cubicBezTo>
                  <a:pt x="692567" y="878464"/>
                  <a:pt x="689275" y="878738"/>
                  <a:pt x="685983" y="878373"/>
                </a:cubicBezTo>
                <a:cubicBezTo>
                  <a:pt x="682691" y="878007"/>
                  <a:pt x="679582" y="877092"/>
                  <a:pt x="676747" y="875447"/>
                </a:cubicBezTo>
                <a:cubicBezTo>
                  <a:pt x="673821" y="873892"/>
                  <a:pt x="671352" y="871789"/>
                  <a:pt x="669249" y="869229"/>
                </a:cubicBezTo>
                <a:lnTo>
                  <a:pt x="666140" y="865297"/>
                </a:lnTo>
                <a:cubicBezTo>
                  <a:pt x="664129" y="862736"/>
                  <a:pt x="662574" y="859810"/>
                  <a:pt x="661660" y="856701"/>
                </a:cubicBezTo>
                <a:cubicBezTo>
                  <a:pt x="660745" y="853501"/>
                  <a:pt x="660471" y="850301"/>
                  <a:pt x="660837" y="847009"/>
                </a:cubicBezTo>
                <a:cubicBezTo>
                  <a:pt x="661203" y="843717"/>
                  <a:pt x="662208" y="840608"/>
                  <a:pt x="663763" y="837773"/>
                </a:cubicBezTo>
                <a:cubicBezTo>
                  <a:pt x="665409" y="834847"/>
                  <a:pt x="667512" y="832378"/>
                  <a:pt x="670072" y="830275"/>
                </a:cubicBezTo>
                <a:cubicBezTo>
                  <a:pt x="672633" y="828264"/>
                  <a:pt x="675559" y="826709"/>
                  <a:pt x="678668" y="825795"/>
                </a:cubicBezTo>
                <a:cubicBezTo>
                  <a:pt x="681868" y="824880"/>
                  <a:pt x="685068" y="824606"/>
                  <a:pt x="688360" y="824972"/>
                </a:cubicBezTo>
                <a:cubicBezTo>
                  <a:pt x="691652" y="825337"/>
                  <a:pt x="694761" y="826343"/>
                  <a:pt x="697687" y="827898"/>
                </a:cubicBezTo>
                <a:cubicBezTo>
                  <a:pt x="700613" y="829544"/>
                  <a:pt x="703082" y="831647"/>
                  <a:pt x="705094" y="834207"/>
                </a:cubicBezTo>
              </a:path>
              <a:path w="3887754" h="1096183">
                <a:moveTo>
                  <a:pt x="711312" y="841980"/>
                </a:moveTo>
                <a:lnTo>
                  <a:pt x="714421" y="845820"/>
                </a:lnTo>
                <a:cubicBezTo>
                  <a:pt x="716524" y="848472"/>
                  <a:pt x="717987" y="851306"/>
                  <a:pt x="718901" y="854507"/>
                </a:cubicBezTo>
                <a:cubicBezTo>
                  <a:pt x="719816" y="857616"/>
                  <a:pt x="720181" y="860908"/>
                  <a:pt x="719816" y="864199"/>
                </a:cubicBezTo>
                <a:cubicBezTo>
                  <a:pt x="719450" y="867491"/>
                  <a:pt x="718444" y="870509"/>
                  <a:pt x="716798" y="873435"/>
                </a:cubicBezTo>
                <a:cubicBezTo>
                  <a:pt x="715244" y="876361"/>
                  <a:pt x="713141" y="878830"/>
                  <a:pt x="710580" y="880842"/>
                </a:cubicBezTo>
                <a:cubicBezTo>
                  <a:pt x="708020" y="882945"/>
                  <a:pt x="705094" y="884408"/>
                  <a:pt x="701893" y="885322"/>
                </a:cubicBezTo>
                <a:cubicBezTo>
                  <a:pt x="698784" y="886236"/>
                  <a:pt x="695493" y="886511"/>
                  <a:pt x="692201" y="886145"/>
                </a:cubicBezTo>
                <a:cubicBezTo>
                  <a:pt x="688909" y="885779"/>
                  <a:pt x="685891" y="884865"/>
                  <a:pt x="682965" y="883219"/>
                </a:cubicBezTo>
                <a:cubicBezTo>
                  <a:pt x="680039" y="881664"/>
                  <a:pt x="677570" y="879561"/>
                  <a:pt x="675559" y="877001"/>
                </a:cubicBezTo>
                <a:lnTo>
                  <a:pt x="672358" y="873069"/>
                </a:lnTo>
                <a:cubicBezTo>
                  <a:pt x="670347" y="870509"/>
                  <a:pt x="668884" y="867674"/>
                  <a:pt x="667878" y="864474"/>
                </a:cubicBezTo>
                <a:cubicBezTo>
                  <a:pt x="666963" y="861273"/>
                  <a:pt x="666689" y="858073"/>
                  <a:pt x="667055" y="854781"/>
                </a:cubicBezTo>
                <a:cubicBezTo>
                  <a:pt x="667421" y="851489"/>
                  <a:pt x="668426" y="848380"/>
                  <a:pt x="670072" y="845546"/>
                </a:cubicBezTo>
                <a:cubicBezTo>
                  <a:pt x="671627" y="842620"/>
                  <a:pt x="673730" y="840151"/>
                  <a:pt x="676290" y="838048"/>
                </a:cubicBezTo>
                <a:cubicBezTo>
                  <a:pt x="678851" y="836036"/>
                  <a:pt x="681777" y="834481"/>
                  <a:pt x="684977" y="833567"/>
                </a:cubicBezTo>
                <a:cubicBezTo>
                  <a:pt x="688086" y="832653"/>
                  <a:pt x="691378" y="832378"/>
                  <a:pt x="694670" y="832744"/>
                </a:cubicBezTo>
                <a:cubicBezTo>
                  <a:pt x="697870" y="833110"/>
                  <a:pt x="700979" y="834116"/>
                  <a:pt x="703905" y="835670"/>
                </a:cubicBezTo>
                <a:cubicBezTo>
                  <a:pt x="706831" y="837316"/>
                  <a:pt x="709300" y="839419"/>
                  <a:pt x="711312" y="841980"/>
                </a:cubicBezTo>
              </a:path>
              <a:path w="3887754" h="1096183">
                <a:moveTo>
                  <a:pt x="717621" y="849752"/>
                </a:moveTo>
                <a:lnTo>
                  <a:pt x="720730" y="853684"/>
                </a:lnTo>
                <a:cubicBezTo>
                  <a:pt x="722742" y="856244"/>
                  <a:pt x="724296" y="859079"/>
                  <a:pt x="725211" y="862279"/>
                </a:cubicBezTo>
                <a:cubicBezTo>
                  <a:pt x="726125" y="865480"/>
                  <a:pt x="726399" y="868680"/>
                  <a:pt x="726034" y="871972"/>
                </a:cubicBezTo>
                <a:cubicBezTo>
                  <a:pt x="725668" y="875264"/>
                  <a:pt x="724662" y="878281"/>
                  <a:pt x="723108" y="881207"/>
                </a:cubicBezTo>
                <a:cubicBezTo>
                  <a:pt x="721462" y="884133"/>
                  <a:pt x="719358" y="886602"/>
                  <a:pt x="716798" y="888614"/>
                </a:cubicBezTo>
                <a:cubicBezTo>
                  <a:pt x="714238" y="890717"/>
                  <a:pt x="711312" y="892180"/>
                  <a:pt x="708203" y="893094"/>
                </a:cubicBezTo>
                <a:cubicBezTo>
                  <a:pt x="705002" y="894009"/>
                  <a:pt x="701711" y="894283"/>
                  <a:pt x="698510" y="893917"/>
                </a:cubicBezTo>
                <a:cubicBezTo>
                  <a:pt x="695218" y="893552"/>
                  <a:pt x="692109" y="892637"/>
                  <a:pt x="689183" y="890991"/>
                </a:cubicBezTo>
                <a:cubicBezTo>
                  <a:pt x="686257" y="889437"/>
                  <a:pt x="683788" y="887334"/>
                  <a:pt x="681777" y="884773"/>
                </a:cubicBezTo>
                <a:lnTo>
                  <a:pt x="678668" y="880842"/>
                </a:lnTo>
                <a:cubicBezTo>
                  <a:pt x="676565" y="878281"/>
                  <a:pt x="675102" y="875447"/>
                  <a:pt x="674187" y="872246"/>
                </a:cubicBezTo>
                <a:cubicBezTo>
                  <a:pt x="673273" y="869046"/>
                  <a:pt x="672998" y="865845"/>
                  <a:pt x="673364" y="862554"/>
                </a:cubicBezTo>
                <a:cubicBezTo>
                  <a:pt x="673730" y="859262"/>
                  <a:pt x="674644" y="856153"/>
                  <a:pt x="676290" y="853318"/>
                </a:cubicBezTo>
                <a:cubicBezTo>
                  <a:pt x="677845" y="850392"/>
                  <a:pt x="679948" y="847923"/>
                  <a:pt x="682508" y="845820"/>
                </a:cubicBezTo>
                <a:cubicBezTo>
                  <a:pt x="685068" y="843808"/>
                  <a:pt x="687995" y="842345"/>
                  <a:pt x="691195" y="841431"/>
                </a:cubicBezTo>
                <a:cubicBezTo>
                  <a:pt x="694304" y="840425"/>
                  <a:pt x="697596" y="840151"/>
                  <a:pt x="700888" y="840516"/>
                </a:cubicBezTo>
                <a:cubicBezTo>
                  <a:pt x="704179" y="840882"/>
                  <a:pt x="707197" y="841888"/>
                  <a:pt x="710123" y="843534"/>
                </a:cubicBezTo>
                <a:cubicBezTo>
                  <a:pt x="713049" y="845088"/>
                  <a:pt x="715518" y="847192"/>
                  <a:pt x="717621" y="849752"/>
                </a:cubicBezTo>
              </a:path>
              <a:path w="3887754" h="1096183">
                <a:moveTo>
                  <a:pt x="723839" y="857524"/>
                </a:moveTo>
                <a:lnTo>
                  <a:pt x="726948" y="861456"/>
                </a:lnTo>
                <a:cubicBezTo>
                  <a:pt x="728960" y="864017"/>
                  <a:pt x="730514" y="866851"/>
                  <a:pt x="731429" y="870052"/>
                </a:cubicBezTo>
                <a:cubicBezTo>
                  <a:pt x="732343" y="873252"/>
                  <a:pt x="732617" y="876452"/>
                  <a:pt x="732252" y="879744"/>
                </a:cubicBezTo>
                <a:cubicBezTo>
                  <a:pt x="731886" y="883036"/>
                  <a:pt x="730880" y="886054"/>
                  <a:pt x="729325" y="888980"/>
                </a:cubicBezTo>
                <a:cubicBezTo>
                  <a:pt x="727680" y="891906"/>
                  <a:pt x="725576" y="894375"/>
                  <a:pt x="723016" y="896386"/>
                </a:cubicBezTo>
                <a:cubicBezTo>
                  <a:pt x="720456" y="898489"/>
                  <a:pt x="717530" y="899952"/>
                  <a:pt x="714421" y="900867"/>
                </a:cubicBezTo>
                <a:cubicBezTo>
                  <a:pt x="711220" y="901781"/>
                  <a:pt x="708020" y="902056"/>
                  <a:pt x="704728" y="901690"/>
                </a:cubicBezTo>
                <a:cubicBezTo>
                  <a:pt x="701436" y="901324"/>
                  <a:pt x="698327" y="900410"/>
                  <a:pt x="695401" y="898764"/>
                </a:cubicBezTo>
                <a:cubicBezTo>
                  <a:pt x="692567" y="897209"/>
                  <a:pt x="690006" y="895106"/>
                  <a:pt x="687995" y="892546"/>
                </a:cubicBezTo>
                <a:lnTo>
                  <a:pt x="684886" y="888614"/>
                </a:lnTo>
                <a:cubicBezTo>
                  <a:pt x="682782" y="886054"/>
                  <a:pt x="681319" y="883219"/>
                  <a:pt x="680405" y="880019"/>
                </a:cubicBezTo>
                <a:cubicBezTo>
                  <a:pt x="679491" y="876818"/>
                  <a:pt x="679216" y="873618"/>
                  <a:pt x="679582" y="870326"/>
                </a:cubicBezTo>
                <a:cubicBezTo>
                  <a:pt x="679948" y="867034"/>
                  <a:pt x="680862" y="863925"/>
                  <a:pt x="682508" y="861090"/>
                </a:cubicBezTo>
                <a:cubicBezTo>
                  <a:pt x="684063" y="858164"/>
                  <a:pt x="686166" y="855696"/>
                  <a:pt x="688726" y="853684"/>
                </a:cubicBezTo>
                <a:cubicBezTo>
                  <a:pt x="691378" y="851581"/>
                  <a:pt x="694212" y="850118"/>
                  <a:pt x="697413" y="849203"/>
                </a:cubicBezTo>
                <a:cubicBezTo>
                  <a:pt x="700613" y="848289"/>
                  <a:pt x="703814" y="847923"/>
                  <a:pt x="707106" y="848289"/>
                </a:cubicBezTo>
                <a:cubicBezTo>
                  <a:pt x="710397" y="848655"/>
                  <a:pt x="713506" y="849660"/>
                  <a:pt x="716341" y="851306"/>
                </a:cubicBezTo>
                <a:cubicBezTo>
                  <a:pt x="719267" y="852861"/>
                  <a:pt x="721736" y="854964"/>
                  <a:pt x="723839" y="857524"/>
                </a:cubicBezTo>
              </a:path>
              <a:path w="3887754" h="1096183">
                <a:moveTo>
                  <a:pt x="730057" y="865297"/>
                </a:moveTo>
                <a:lnTo>
                  <a:pt x="733166" y="869229"/>
                </a:lnTo>
                <a:cubicBezTo>
                  <a:pt x="735178" y="871789"/>
                  <a:pt x="736732" y="874624"/>
                  <a:pt x="737646" y="877824"/>
                </a:cubicBezTo>
                <a:cubicBezTo>
                  <a:pt x="738561" y="881024"/>
                  <a:pt x="738835" y="884225"/>
                  <a:pt x="738469" y="887517"/>
                </a:cubicBezTo>
                <a:cubicBezTo>
                  <a:pt x="738104" y="890808"/>
                  <a:pt x="737098" y="893917"/>
                  <a:pt x="735543" y="896752"/>
                </a:cubicBezTo>
                <a:cubicBezTo>
                  <a:pt x="733897" y="899678"/>
                  <a:pt x="731886" y="902147"/>
                  <a:pt x="729234" y="904250"/>
                </a:cubicBezTo>
                <a:cubicBezTo>
                  <a:pt x="726674" y="906262"/>
                  <a:pt x="723839" y="907725"/>
                  <a:pt x="720639" y="908639"/>
                </a:cubicBezTo>
                <a:cubicBezTo>
                  <a:pt x="717438" y="909554"/>
                  <a:pt x="714238" y="909919"/>
                  <a:pt x="710946" y="909554"/>
                </a:cubicBezTo>
                <a:cubicBezTo>
                  <a:pt x="707654" y="909188"/>
                  <a:pt x="704545" y="908182"/>
                  <a:pt x="701619" y="906536"/>
                </a:cubicBezTo>
                <a:cubicBezTo>
                  <a:pt x="698784" y="904982"/>
                  <a:pt x="696316" y="902879"/>
                  <a:pt x="694212" y="900318"/>
                </a:cubicBezTo>
                <a:lnTo>
                  <a:pt x="691104" y="896386"/>
                </a:lnTo>
                <a:cubicBezTo>
                  <a:pt x="689000" y="893826"/>
                  <a:pt x="687537" y="890991"/>
                  <a:pt x="686623" y="887791"/>
                </a:cubicBezTo>
                <a:cubicBezTo>
                  <a:pt x="685709" y="884591"/>
                  <a:pt x="685434" y="881390"/>
                  <a:pt x="685800" y="878098"/>
                </a:cubicBezTo>
                <a:cubicBezTo>
                  <a:pt x="686166" y="874806"/>
                  <a:pt x="687172" y="871789"/>
                  <a:pt x="688726" y="868863"/>
                </a:cubicBezTo>
                <a:cubicBezTo>
                  <a:pt x="690281" y="865937"/>
                  <a:pt x="692384" y="863468"/>
                  <a:pt x="695035" y="861456"/>
                </a:cubicBezTo>
                <a:cubicBezTo>
                  <a:pt x="697596" y="859353"/>
                  <a:pt x="700430" y="857890"/>
                  <a:pt x="703631" y="856976"/>
                </a:cubicBezTo>
                <a:cubicBezTo>
                  <a:pt x="706831" y="856061"/>
                  <a:pt x="710032" y="855787"/>
                  <a:pt x="713323" y="856153"/>
                </a:cubicBezTo>
                <a:cubicBezTo>
                  <a:pt x="716615" y="856518"/>
                  <a:pt x="719724" y="857433"/>
                  <a:pt x="722559" y="859079"/>
                </a:cubicBezTo>
                <a:cubicBezTo>
                  <a:pt x="725485" y="860633"/>
                  <a:pt x="727954" y="862736"/>
                  <a:pt x="730057" y="865297"/>
                </a:cubicBezTo>
              </a:path>
              <a:path w="3887754" h="1096183">
                <a:moveTo>
                  <a:pt x="736275" y="873069"/>
                </a:moveTo>
                <a:lnTo>
                  <a:pt x="739384" y="877001"/>
                </a:lnTo>
                <a:cubicBezTo>
                  <a:pt x="741487" y="879561"/>
                  <a:pt x="742950" y="882396"/>
                  <a:pt x="743864" y="885596"/>
                </a:cubicBezTo>
                <a:cubicBezTo>
                  <a:pt x="744779" y="888797"/>
                  <a:pt x="745053" y="891997"/>
                  <a:pt x="744687" y="895289"/>
                </a:cubicBezTo>
                <a:cubicBezTo>
                  <a:pt x="744322" y="898581"/>
                  <a:pt x="743316" y="901690"/>
                  <a:pt x="741761" y="904524"/>
                </a:cubicBezTo>
                <a:cubicBezTo>
                  <a:pt x="740207" y="907451"/>
                  <a:pt x="738104" y="909919"/>
                  <a:pt x="735452" y="912023"/>
                </a:cubicBezTo>
                <a:cubicBezTo>
                  <a:pt x="732892" y="914034"/>
                  <a:pt x="730057" y="915497"/>
                  <a:pt x="726857" y="916503"/>
                </a:cubicBezTo>
                <a:cubicBezTo>
                  <a:pt x="723656" y="917418"/>
                  <a:pt x="720456" y="917692"/>
                  <a:pt x="717164" y="917326"/>
                </a:cubicBezTo>
                <a:cubicBezTo>
                  <a:pt x="713872" y="916960"/>
                  <a:pt x="710763" y="915954"/>
                  <a:pt x="707928" y="914309"/>
                </a:cubicBezTo>
                <a:cubicBezTo>
                  <a:pt x="705002" y="912754"/>
                  <a:pt x="702534" y="910651"/>
                  <a:pt x="700430" y="908091"/>
                </a:cubicBezTo>
                <a:lnTo>
                  <a:pt x="697321" y="904250"/>
                </a:lnTo>
                <a:cubicBezTo>
                  <a:pt x="695218" y="901598"/>
                  <a:pt x="693755" y="898764"/>
                  <a:pt x="692841" y="895563"/>
                </a:cubicBezTo>
                <a:cubicBezTo>
                  <a:pt x="691926" y="892363"/>
                  <a:pt x="691652" y="889163"/>
                  <a:pt x="692018" y="885871"/>
                </a:cubicBezTo>
                <a:cubicBezTo>
                  <a:pt x="692384" y="882579"/>
                  <a:pt x="693390" y="879561"/>
                  <a:pt x="694944" y="876635"/>
                </a:cubicBezTo>
                <a:cubicBezTo>
                  <a:pt x="696590" y="873709"/>
                  <a:pt x="698602" y="871240"/>
                  <a:pt x="701253" y="869229"/>
                </a:cubicBezTo>
                <a:cubicBezTo>
                  <a:pt x="703814" y="867126"/>
                  <a:pt x="706648" y="865662"/>
                  <a:pt x="709849" y="864748"/>
                </a:cubicBezTo>
                <a:cubicBezTo>
                  <a:pt x="713049" y="863834"/>
                  <a:pt x="716250" y="863559"/>
                  <a:pt x="719541" y="863925"/>
                </a:cubicBezTo>
                <a:cubicBezTo>
                  <a:pt x="722833" y="864291"/>
                  <a:pt x="725942" y="865205"/>
                  <a:pt x="728868" y="866851"/>
                </a:cubicBezTo>
                <a:cubicBezTo>
                  <a:pt x="731703" y="868406"/>
                  <a:pt x="734172" y="870509"/>
                  <a:pt x="736275" y="873069"/>
                </a:cubicBezTo>
              </a:path>
              <a:path w="3887754" h="1096183">
                <a:moveTo>
                  <a:pt x="742493" y="880842"/>
                </a:moveTo>
                <a:lnTo>
                  <a:pt x="745602" y="884773"/>
                </a:lnTo>
                <a:cubicBezTo>
                  <a:pt x="747705" y="887334"/>
                  <a:pt x="749168" y="890168"/>
                  <a:pt x="750082" y="893369"/>
                </a:cubicBezTo>
                <a:cubicBezTo>
                  <a:pt x="750997" y="896569"/>
                  <a:pt x="751271" y="899770"/>
                  <a:pt x="750905" y="903061"/>
                </a:cubicBezTo>
                <a:cubicBezTo>
                  <a:pt x="750540" y="906353"/>
                  <a:pt x="749625" y="909462"/>
                  <a:pt x="747979" y="912297"/>
                </a:cubicBezTo>
                <a:cubicBezTo>
                  <a:pt x="746425" y="915223"/>
                  <a:pt x="744322" y="917692"/>
                  <a:pt x="741761" y="919795"/>
                </a:cubicBezTo>
                <a:cubicBezTo>
                  <a:pt x="739110" y="921807"/>
                  <a:pt x="736275" y="923361"/>
                  <a:pt x="733074" y="924276"/>
                </a:cubicBezTo>
                <a:cubicBezTo>
                  <a:pt x="729874" y="925190"/>
                  <a:pt x="726674" y="925464"/>
                  <a:pt x="723382" y="925098"/>
                </a:cubicBezTo>
                <a:cubicBezTo>
                  <a:pt x="720090" y="924733"/>
                  <a:pt x="716981" y="923727"/>
                  <a:pt x="714146" y="922172"/>
                </a:cubicBezTo>
                <a:cubicBezTo>
                  <a:pt x="711220" y="920526"/>
                  <a:pt x="708751" y="918423"/>
                  <a:pt x="706648" y="915863"/>
                </a:cubicBezTo>
                <a:lnTo>
                  <a:pt x="703539" y="912023"/>
                </a:lnTo>
                <a:cubicBezTo>
                  <a:pt x="701528" y="909371"/>
                  <a:pt x="699973" y="906536"/>
                  <a:pt x="699059" y="903336"/>
                </a:cubicBezTo>
                <a:cubicBezTo>
                  <a:pt x="698144" y="900227"/>
                  <a:pt x="697870" y="896935"/>
                  <a:pt x="698236" y="893643"/>
                </a:cubicBezTo>
                <a:cubicBezTo>
                  <a:pt x="698602" y="890351"/>
                  <a:pt x="699607" y="887334"/>
                  <a:pt x="701162" y="884408"/>
                </a:cubicBezTo>
                <a:cubicBezTo>
                  <a:pt x="702808" y="881482"/>
                  <a:pt x="704911" y="879013"/>
                  <a:pt x="707471" y="877001"/>
                </a:cubicBezTo>
                <a:cubicBezTo>
                  <a:pt x="710032" y="874898"/>
                  <a:pt x="712958" y="873435"/>
                  <a:pt x="716067" y="872520"/>
                </a:cubicBezTo>
                <a:cubicBezTo>
                  <a:pt x="719267" y="871606"/>
                  <a:pt x="722467" y="871332"/>
                  <a:pt x="725759" y="871698"/>
                </a:cubicBezTo>
                <a:cubicBezTo>
                  <a:pt x="729051" y="872063"/>
                  <a:pt x="732160" y="872978"/>
                  <a:pt x="735086" y="874624"/>
                </a:cubicBezTo>
                <a:cubicBezTo>
                  <a:pt x="737921" y="876178"/>
                  <a:pt x="740481" y="878281"/>
                  <a:pt x="742493" y="880842"/>
                </a:cubicBezTo>
              </a:path>
              <a:path w="3887754" h="1096183">
                <a:moveTo>
                  <a:pt x="748711" y="888614"/>
                </a:moveTo>
                <a:lnTo>
                  <a:pt x="751820" y="892546"/>
                </a:lnTo>
                <a:cubicBezTo>
                  <a:pt x="753923" y="895106"/>
                  <a:pt x="755386" y="898032"/>
                  <a:pt x="756300" y="901141"/>
                </a:cubicBezTo>
                <a:cubicBezTo>
                  <a:pt x="757215" y="904342"/>
                  <a:pt x="757489" y="907542"/>
                  <a:pt x="757123" y="910834"/>
                </a:cubicBezTo>
                <a:cubicBezTo>
                  <a:pt x="756757" y="914126"/>
                  <a:pt x="755843" y="917235"/>
                  <a:pt x="754197" y="920069"/>
                </a:cubicBezTo>
                <a:cubicBezTo>
                  <a:pt x="752643" y="922995"/>
                  <a:pt x="750540" y="925464"/>
                  <a:pt x="747979" y="927567"/>
                </a:cubicBezTo>
                <a:cubicBezTo>
                  <a:pt x="745327" y="929579"/>
                  <a:pt x="742493" y="931134"/>
                  <a:pt x="739292" y="932048"/>
                </a:cubicBezTo>
                <a:cubicBezTo>
                  <a:pt x="736183" y="932962"/>
                  <a:pt x="732892" y="933237"/>
                  <a:pt x="729600" y="932871"/>
                </a:cubicBezTo>
                <a:cubicBezTo>
                  <a:pt x="726308" y="932505"/>
                  <a:pt x="723199" y="931499"/>
                  <a:pt x="720364" y="929945"/>
                </a:cubicBezTo>
                <a:cubicBezTo>
                  <a:pt x="717438" y="928299"/>
                  <a:pt x="714969" y="926196"/>
                  <a:pt x="712866" y="923635"/>
                </a:cubicBezTo>
                <a:lnTo>
                  <a:pt x="709757" y="919795"/>
                </a:lnTo>
                <a:cubicBezTo>
                  <a:pt x="707746" y="917143"/>
                  <a:pt x="706191" y="914309"/>
                  <a:pt x="705277" y="911108"/>
                </a:cubicBezTo>
                <a:cubicBezTo>
                  <a:pt x="704362" y="907999"/>
                  <a:pt x="704088" y="904707"/>
                  <a:pt x="704454" y="901416"/>
                </a:cubicBezTo>
                <a:cubicBezTo>
                  <a:pt x="704820" y="898215"/>
                  <a:pt x="705825" y="895106"/>
                  <a:pt x="707380" y="892180"/>
                </a:cubicBezTo>
                <a:cubicBezTo>
                  <a:pt x="709026" y="889254"/>
                  <a:pt x="711129" y="886785"/>
                  <a:pt x="713689" y="884773"/>
                </a:cubicBezTo>
                <a:cubicBezTo>
                  <a:pt x="716250" y="882670"/>
                  <a:pt x="719176" y="881207"/>
                  <a:pt x="722285" y="880293"/>
                </a:cubicBezTo>
                <a:cubicBezTo>
                  <a:pt x="725485" y="879378"/>
                  <a:pt x="728685" y="879104"/>
                  <a:pt x="731977" y="879470"/>
                </a:cubicBezTo>
                <a:cubicBezTo>
                  <a:pt x="735269" y="879836"/>
                  <a:pt x="738378" y="880750"/>
                  <a:pt x="741304" y="882396"/>
                </a:cubicBezTo>
                <a:cubicBezTo>
                  <a:pt x="744230" y="883950"/>
                  <a:pt x="746699" y="886054"/>
                  <a:pt x="748711" y="888614"/>
                </a:cubicBezTo>
              </a:path>
              <a:path w="3887754" h="1096183">
                <a:moveTo>
                  <a:pt x="754929" y="896386"/>
                </a:moveTo>
                <a:lnTo>
                  <a:pt x="758038" y="900318"/>
                </a:lnTo>
                <a:cubicBezTo>
                  <a:pt x="760141" y="902879"/>
                  <a:pt x="761604" y="905805"/>
                  <a:pt x="762518" y="908914"/>
                </a:cubicBezTo>
                <a:cubicBezTo>
                  <a:pt x="763524" y="912114"/>
                  <a:pt x="763798" y="915314"/>
                  <a:pt x="763433" y="918606"/>
                </a:cubicBezTo>
                <a:cubicBezTo>
                  <a:pt x="763067" y="921898"/>
                  <a:pt x="762061" y="925007"/>
                  <a:pt x="760415" y="927933"/>
                </a:cubicBezTo>
                <a:cubicBezTo>
                  <a:pt x="758861" y="930768"/>
                  <a:pt x="756757" y="933237"/>
                  <a:pt x="754197" y="935340"/>
                </a:cubicBezTo>
                <a:cubicBezTo>
                  <a:pt x="751637" y="937351"/>
                  <a:pt x="748711" y="938906"/>
                  <a:pt x="745510" y="939820"/>
                </a:cubicBezTo>
                <a:cubicBezTo>
                  <a:pt x="742401" y="940735"/>
                  <a:pt x="739110" y="941009"/>
                  <a:pt x="735818" y="940643"/>
                </a:cubicBezTo>
                <a:cubicBezTo>
                  <a:pt x="732526" y="940278"/>
                  <a:pt x="729508" y="939272"/>
                  <a:pt x="726582" y="937717"/>
                </a:cubicBezTo>
                <a:cubicBezTo>
                  <a:pt x="723656" y="936071"/>
                  <a:pt x="721187" y="933968"/>
                  <a:pt x="719176" y="931408"/>
                </a:cubicBezTo>
                <a:lnTo>
                  <a:pt x="715975" y="927567"/>
                </a:lnTo>
                <a:cubicBezTo>
                  <a:pt x="713964" y="925007"/>
                  <a:pt x="712500" y="922081"/>
                  <a:pt x="711586" y="918881"/>
                </a:cubicBezTo>
                <a:cubicBezTo>
                  <a:pt x="710580" y="915772"/>
                  <a:pt x="710306" y="912480"/>
                  <a:pt x="710672" y="909279"/>
                </a:cubicBezTo>
                <a:cubicBezTo>
                  <a:pt x="711037" y="905988"/>
                  <a:pt x="712043" y="902879"/>
                  <a:pt x="713689" y="899952"/>
                </a:cubicBezTo>
                <a:cubicBezTo>
                  <a:pt x="715244" y="897118"/>
                  <a:pt x="717347" y="894558"/>
                  <a:pt x="719907" y="892546"/>
                </a:cubicBezTo>
                <a:cubicBezTo>
                  <a:pt x="722467" y="890443"/>
                  <a:pt x="725394" y="888980"/>
                  <a:pt x="728594" y="888065"/>
                </a:cubicBezTo>
                <a:cubicBezTo>
                  <a:pt x="731703" y="887151"/>
                  <a:pt x="734995" y="886877"/>
                  <a:pt x="738287" y="887242"/>
                </a:cubicBezTo>
                <a:cubicBezTo>
                  <a:pt x="741487" y="887608"/>
                  <a:pt x="744596" y="888614"/>
                  <a:pt x="747522" y="890168"/>
                </a:cubicBezTo>
                <a:cubicBezTo>
                  <a:pt x="750448" y="891723"/>
                  <a:pt x="752917" y="893826"/>
                  <a:pt x="754929" y="896386"/>
                </a:cubicBezTo>
              </a:path>
              <a:path w="3887754" h="1096183">
                <a:moveTo>
                  <a:pt x="761238" y="904250"/>
                </a:moveTo>
                <a:lnTo>
                  <a:pt x="764347" y="908091"/>
                </a:lnTo>
                <a:cubicBezTo>
                  <a:pt x="766359" y="910651"/>
                  <a:pt x="767913" y="913577"/>
                  <a:pt x="768828" y="916686"/>
                </a:cubicBezTo>
                <a:cubicBezTo>
                  <a:pt x="769742" y="919886"/>
                  <a:pt x="770016" y="923087"/>
                  <a:pt x="769650" y="926379"/>
                </a:cubicBezTo>
                <a:cubicBezTo>
                  <a:pt x="769285" y="929670"/>
                  <a:pt x="768279" y="932779"/>
                  <a:pt x="766724" y="935706"/>
                </a:cubicBezTo>
                <a:cubicBezTo>
                  <a:pt x="765078" y="938540"/>
                  <a:pt x="762975" y="941009"/>
                  <a:pt x="760415" y="943112"/>
                </a:cubicBezTo>
                <a:cubicBezTo>
                  <a:pt x="757855" y="945124"/>
                  <a:pt x="754929" y="946678"/>
                  <a:pt x="751820" y="947593"/>
                </a:cubicBezTo>
                <a:cubicBezTo>
                  <a:pt x="748619" y="948507"/>
                  <a:pt x="745327" y="948781"/>
                  <a:pt x="742127" y="948416"/>
                </a:cubicBezTo>
                <a:cubicBezTo>
                  <a:pt x="738835" y="948050"/>
                  <a:pt x="735726" y="947044"/>
                  <a:pt x="732800" y="945490"/>
                </a:cubicBezTo>
                <a:cubicBezTo>
                  <a:pt x="729874" y="943844"/>
                  <a:pt x="727405" y="941832"/>
                  <a:pt x="725394" y="939180"/>
                </a:cubicBezTo>
                <a:lnTo>
                  <a:pt x="722285" y="935340"/>
                </a:lnTo>
                <a:cubicBezTo>
                  <a:pt x="720181" y="932779"/>
                  <a:pt x="718718" y="929853"/>
                  <a:pt x="717804" y="926653"/>
                </a:cubicBezTo>
                <a:cubicBezTo>
                  <a:pt x="716890" y="923544"/>
                  <a:pt x="716615" y="920252"/>
                  <a:pt x="716981" y="917052"/>
                </a:cubicBezTo>
                <a:cubicBezTo>
                  <a:pt x="717347" y="913760"/>
                  <a:pt x="718261" y="910651"/>
                  <a:pt x="719907" y="907725"/>
                </a:cubicBezTo>
                <a:cubicBezTo>
                  <a:pt x="721462" y="904890"/>
                  <a:pt x="723565" y="902421"/>
                  <a:pt x="726125" y="900318"/>
                </a:cubicBezTo>
                <a:cubicBezTo>
                  <a:pt x="728685" y="898215"/>
                  <a:pt x="731611" y="896752"/>
                  <a:pt x="734812" y="895838"/>
                </a:cubicBezTo>
                <a:cubicBezTo>
                  <a:pt x="737921" y="894923"/>
                  <a:pt x="741213" y="894649"/>
                  <a:pt x="744504" y="895015"/>
                </a:cubicBezTo>
                <a:cubicBezTo>
                  <a:pt x="747796" y="895380"/>
                  <a:pt x="750814" y="896386"/>
                  <a:pt x="753740" y="897941"/>
                </a:cubicBezTo>
                <a:cubicBezTo>
                  <a:pt x="756666" y="899495"/>
                  <a:pt x="759135" y="901598"/>
                  <a:pt x="761238" y="904250"/>
                </a:cubicBezTo>
              </a:path>
              <a:path w="3887754" h="1096183">
                <a:moveTo>
                  <a:pt x="767456" y="912023"/>
                </a:moveTo>
                <a:lnTo>
                  <a:pt x="770565" y="915863"/>
                </a:lnTo>
                <a:cubicBezTo>
                  <a:pt x="772577" y="918423"/>
                  <a:pt x="774131" y="921349"/>
                  <a:pt x="775045" y="924458"/>
                </a:cubicBezTo>
                <a:cubicBezTo>
                  <a:pt x="775960" y="927659"/>
                  <a:pt x="776234" y="930859"/>
                  <a:pt x="775868" y="934151"/>
                </a:cubicBezTo>
                <a:cubicBezTo>
                  <a:pt x="775503" y="937443"/>
                  <a:pt x="774497" y="940552"/>
                  <a:pt x="772942" y="943478"/>
                </a:cubicBezTo>
                <a:cubicBezTo>
                  <a:pt x="771296" y="946313"/>
                  <a:pt x="769193" y="948781"/>
                  <a:pt x="766633" y="950885"/>
                </a:cubicBezTo>
                <a:cubicBezTo>
                  <a:pt x="764073" y="952988"/>
                  <a:pt x="761147" y="954451"/>
                  <a:pt x="758038" y="955365"/>
                </a:cubicBezTo>
                <a:cubicBezTo>
                  <a:pt x="754837" y="956280"/>
                  <a:pt x="751637" y="956554"/>
                  <a:pt x="748345" y="956188"/>
                </a:cubicBezTo>
                <a:cubicBezTo>
                  <a:pt x="745053" y="955822"/>
                  <a:pt x="741944" y="954816"/>
                  <a:pt x="739018" y="953262"/>
                </a:cubicBezTo>
                <a:cubicBezTo>
                  <a:pt x="736183" y="951616"/>
                  <a:pt x="733623" y="949604"/>
                  <a:pt x="731611" y="946953"/>
                </a:cubicBezTo>
                <a:lnTo>
                  <a:pt x="728502" y="943112"/>
                </a:lnTo>
                <a:cubicBezTo>
                  <a:pt x="726399" y="940552"/>
                  <a:pt x="724936" y="937626"/>
                  <a:pt x="724022" y="934517"/>
                </a:cubicBezTo>
                <a:cubicBezTo>
                  <a:pt x="723108" y="931316"/>
                  <a:pt x="722833" y="928116"/>
                  <a:pt x="723199" y="924824"/>
                </a:cubicBezTo>
                <a:cubicBezTo>
                  <a:pt x="723565" y="921532"/>
                  <a:pt x="724479" y="918423"/>
                  <a:pt x="726125" y="915497"/>
                </a:cubicBezTo>
                <a:cubicBezTo>
                  <a:pt x="727680" y="912663"/>
                  <a:pt x="729783" y="910194"/>
                  <a:pt x="732343" y="908091"/>
                </a:cubicBezTo>
                <a:cubicBezTo>
                  <a:pt x="734995" y="905988"/>
                  <a:pt x="737829" y="904524"/>
                  <a:pt x="741030" y="903610"/>
                </a:cubicBezTo>
                <a:cubicBezTo>
                  <a:pt x="744230" y="902696"/>
                  <a:pt x="747431" y="902421"/>
                  <a:pt x="750722" y="902787"/>
                </a:cubicBezTo>
                <a:cubicBezTo>
                  <a:pt x="754014" y="903153"/>
                  <a:pt x="757123" y="904159"/>
                  <a:pt x="759958" y="905713"/>
                </a:cubicBezTo>
                <a:cubicBezTo>
                  <a:pt x="762884" y="907359"/>
                  <a:pt x="765353" y="909371"/>
                  <a:pt x="767456" y="912023"/>
                </a:cubicBezTo>
              </a:path>
              <a:path w="3887754" h="1096183">
                <a:moveTo>
                  <a:pt x="773674" y="919795"/>
                </a:moveTo>
                <a:lnTo>
                  <a:pt x="776783" y="923635"/>
                </a:lnTo>
                <a:cubicBezTo>
                  <a:pt x="778794" y="926196"/>
                  <a:pt x="780349" y="929122"/>
                  <a:pt x="781263" y="932322"/>
                </a:cubicBezTo>
                <a:cubicBezTo>
                  <a:pt x="782178" y="935431"/>
                  <a:pt x="782452" y="938723"/>
                  <a:pt x="782086" y="941923"/>
                </a:cubicBezTo>
                <a:cubicBezTo>
                  <a:pt x="781721" y="945215"/>
                  <a:pt x="780715" y="948324"/>
                  <a:pt x="779160" y="951250"/>
                </a:cubicBezTo>
                <a:cubicBezTo>
                  <a:pt x="777514" y="954085"/>
                  <a:pt x="775503" y="956554"/>
                  <a:pt x="772851" y="958657"/>
                </a:cubicBezTo>
                <a:cubicBezTo>
                  <a:pt x="770291" y="960760"/>
                  <a:pt x="767456" y="962223"/>
                  <a:pt x="764256" y="963138"/>
                </a:cubicBezTo>
                <a:cubicBezTo>
                  <a:pt x="761055" y="964052"/>
                  <a:pt x="757855" y="964326"/>
                  <a:pt x="754563" y="963960"/>
                </a:cubicBezTo>
                <a:cubicBezTo>
                  <a:pt x="751271" y="963595"/>
                  <a:pt x="748162" y="962589"/>
                  <a:pt x="745236" y="961034"/>
                </a:cubicBezTo>
                <a:cubicBezTo>
                  <a:pt x="742401" y="959480"/>
                  <a:pt x="739932" y="957377"/>
                  <a:pt x="737829" y="954816"/>
                </a:cubicBezTo>
                <a:lnTo>
                  <a:pt x="734720" y="950885"/>
                </a:lnTo>
                <a:cubicBezTo>
                  <a:pt x="732617" y="948324"/>
                  <a:pt x="731154" y="945398"/>
                  <a:pt x="730240" y="942289"/>
                </a:cubicBezTo>
                <a:cubicBezTo>
                  <a:pt x="729325" y="939089"/>
                  <a:pt x="729051" y="935888"/>
                  <a:pt x="729417" y="932597"/>
                </a:cubicBezTo>
                <a:cubicBezTo>
                  <a:pt x="729783" y="929305"/>
                  <a:pt x="730788" y="926196"/>
                  <a:pt x="732343" y="923270"/>
                </a:cubicBezTo>
                <a:cubicBezTo>
                  <a:pt x="733897" y="920435"/>
                  <a:pt x="736001" y="917966"/>
                  <a:pt x="738652" y="915863"/>
                </a:cubicBezTo>
                <a:cubicBezTo>
                  <a:pt x="741213" y="913851"/>
                  <a:pt x="744047" y="912297"/>
                  <a:pt x="747248" y="911382"/>
                </a:cubicBezTo>
                <a:cubicBezTo>
                  <a:pt x="750448" y="910468"/>
                  <a:pt x="753648" y="910194"/>
                  <a:pt x="756940" y="910560"/>
                </a:cubicBezTo>
                <a:cubicBezTo>
                  <a:pt x="760232" y="910925"/>
                  <a:pt x="763341" y="911931"/>
                  <a:pt x="766176" y="913486"/>
                </a:cubicBezTo>
                <a:cubicBezTo>
                  <a:pt x="769102" y="915132"/>
                  <a:pt x="771571" y="917143"/>
                  <a:pt x="773674" y="919795"/>
                </a:cubicBezTo>
              </a:path>
              <a:path w="3887754" h="1096183">
                <a:moveTo>
                  <a:pt x="779892" y="927567"/>
                </a:moveTo>
                <a:lnTo>
                  <a:pt x="783001" y="931408"/>
                </a:lnTo>
                <a:cubicBezTo>
                  <a:pt x="785104" y="933968"/>
                  <a:pt x="786567" y="936894"/>
                  <a:pt x="787481" y="940095"/>
                </a:cubicBezTo>
                <a:cubicBezTo>
                  <a:pt x="788396" y="943204"/>
                  <a:pt x="788670" y="946495"/>
                  <a:pt x="788304" y="949787"/>
                </a:cubicBezTo>
                <a:cubicBezTo>
                  <a:pt x="787938" y="952988"/>
                  <a:pt x="786933" y="956097"/>
                  <a:pt x="785378" y="959023"/>
                </a:cubicBezTo>
                <a:cubicBezTo>
                  <a:pt x="783824" y="961857"/>
                  <a:pt x="781721" y="964418"/>
                  <a:pt x="779069" y="966429"/>
                </a:cubicBezTo>
                <a:cubicBezTo>
                  <a:pt x="776508" y="968532"/>
                  <a:pt x="773674" y="969996"/>
                  <a:pt x="770473" y="970910"/>
                </a:cubicBezTo>
                <a:cubicBezTo>
                  <a:pt x="767273" y="971824"/>
                  <a:pt x="764073" y="972099"/>
                  <a:pt x="760781" y="971733"/>
                </a:cubicBezTo>
                <a:cubicBezTo>
                  <a:pt x="757489" y="971367"/>
                  <a:pt x="754380" y="970361"/>
                  <a:pt x="751545" y="968807"/>
                </a:cubicBezTo>
                <a:cubicBezTo>
                  <a:pt x="748619" y="967252"/>
                  <a:pt x="746150" y="965149"/>
                  <a:pt x="744047" y="962589"/>
                </a:cubicBezTo>
                <a:lnTo>
                  <a:pt x="740938" y="958657"/>
                </a:lnTo>
                <a:cubicBezTo>
                  <a:pt x="738835" y="956097"/>
                  <a:pt x="737372" y="953171"/>
                  <a:pt x="736458" y="950062"/>
                </a:cubicBezTo>
                <a:cubicBezTo>
                  <a:pt x="735543" y="946861"/>
                  <a:pt x="735269" y="943661"/>
                  <a:pt x="735635" y="940369"/>
                </a:cubicBezTo>
                <a:cubicBezTo>
                  <a:pt x="736001" y="937077"/>
                  <a:pt x="737006" y="933968"/>
                  <a:pt x="738561" y="931134"/>
                </a:cubicBezTo>
                <a:cubicBezTo>
                  <a:pt x="740207" y="928207"/>
                  <a:pt x="742218" y="925739"/>
                  <a:pt x="744870" y="923635"/>
                </a:cubicBezTo>
                <a:cubicBezTo>
                  <a:pt x="747431" y="921624"/>
                  <a:pt x="750265" y="920069"/>
                  <a:pt x="753466" y="919155"/>
                </a:cubicBezTo>
                <a:cubicBezTo>
                  <a:pt x="756666" y="918240"/>
                  <a:pt x="759866" y="917966"/>
                  <a:pt x="763158" y="918332"/>
                </a:cubicBezTo>
                <a:cubicBezTo>
                  <a:pt x="766450" y="918698"/>
                  <a:pt x="769559" y="919704"/>
                  <a:pt x="772485" y="921258"/>
                </a:cubicBezTo>
                <a:cubicBezTo>
                  <a:pt x="775320" y="922904"/>
                  <a:pt x="777789" y="925007"/>
                  <a:pt x="779892" y="927567"/>
                </a:cubicBezTo>
              </a:path>
              <a:path w="3887754" h="1096183">
                <a:moveTo>
                  <a:pt x="786110" y="935340"/>
                </a:moveTo>
                <a:lnTo>
                  <a:pt x="789219" y="939180"/>
                </a:lnTo>
                <a:cubicBezTo>
                  <a:pt x="791322" y="941832"/>
                  <a:pt x="792785" y="944667"/>
                  <a:pt x="793699" y="947867"/>
                </a:cubicBezTo>
                <a:cubicBezTo>
                  <a:pt x="794614" y="950976"/>
                  <a:pt x="794888" y="954268"/>
                  <a:pt x="794522" y="957560"/>
                </a:cubicBezTo>
                <a:cubicBezTo>
                  <a:pt x="794156" y="960760"/>
                  <a:pt x="793242" y="963869"/>
                  <a:pt x="791596" y="966795"/>
                </a:cubicBezTo>
                <a:cubicBezTo>
                  <a:pt x="790042" y="969721"/>
                  <a:pt x="787938" y="972190"/>
                  <a:pt x="785378" y="974202"/>
                </a:cubicBezTo>
                <a:cubicBezTo>
                  <a:pt x="782726" y="976305"/>
                  <a:pt x="779892" y="977768"/>
                  <a:pt x="776691" y="978682"/>
                </a:cubicBezTo>
                <a:cubicBezTo>
                  <a:pt x="773491" y="979597"/>
                  <a:pt x="770291" y="979871"/>
                  <a:pt x="766999" y="979505"/>
                </a:cubicBezTo>
                <a:cubicBezTo>
                  <a:pt x="763707" y="979140"/>
                  <a:pt x="760598" y="978225"/>
                  <a:pt x="757763" y="976579"/>
                </a:cubicBezTo>
                <a:cubicBezTo>
                  <a:pt x="754837" y="975025"/>
                  <a:pt x="752368" y="972922"/>
                  <a:pt x="750265" y="970361"/>
                </a:cubicBezTo>
                <a:lnTo>
                  <a:pt x="747156" y="966429"/>
                </a:lnTo>
                <a:cubicBezTo>
                  <a:pt x="745145" y="963869"/>
                  <a:pt x="743590" y="960943"/>
                  <a:pt x="742676" y="957834"/>
                </a:cubicBezTo>
                <a:cubicBezTo>
                  <a:pt x="741761" y="954634"/>
                  <a:pt x="741487" y="951433"/>
                  <a:pt x="741853" y="948141"/>
                </a:cubicBezTo>
                <a:cubicBezTo>
                  <a:pt x="742218" y="944850"/>
                  <a:pt x="743224" y="941741"/>
                  <a:pt x="744779" y="938906"/>
                </a:cubicBezTo>
                <a:cubicBezTo>
                  <a:pt x="746425" y="935980"/>
                  <a:pt x="748528" y="933511"/>
                  <a:pt x="751088" y="931408"/>
                </a:cubicBezTo>
                <a:cubicBezTo>
                  <a:pt x="753648" y="929396"/>
                  <a:pt x="756575" y="927842"/>
                  <a:pt x="759684" y="926927"/>
                </a:cubicBezTo>
                <a:cubicBezTo>
                  <a:pt x="762884" y="926013"/>
                  <a:pt x="766084" y="925739"/>
                  <a:pt x="769376" y="926104"/>
                </a:cubicBezTo>
                <a:cubicBezTo>
                  <a:pt x="772668" y="926470"/>
                  <a:pt x="775777" y="927476"/>
                  <a:pt x="778703" y="929030"/>
                </a:cubicBezTo>
                <a:cubicBezTo>
                  <a:pt x="781538" y="930676"/>
                  <a:pt x="784098" y="932779"/>
                  <a:pt x="786110" y="935340"/>
                </a:cubicBezTo>
              </a:path>
              <a:path w="3887754" h="1096183">
                <a:moveTo>
                  <a:pt x="792328" y="943112"/>
                </a:moveTo>
                <a:lnTo>
                  <a:pt x="795437" y="946953"/>
                </a:lnTo>
                <a:cubicBezTo>
                  <a:pt x="797540" y="949604"/>
                  <a:pt x="799003" y="952439"/>
                  <a:pt x="799917" y="955639"/>
                </a:cubicBezTo>
                <a:cubicBezTo>
                  <a:pt x="800832" y="958748"/>
                  <a:pt x="801106" y="962040"/>
                  <a:pt x="800740" y="965332"/>
                </a:cubicBezTo>
                <a:cubicBezTo>
                  <a:pt x="800374" y="968624"/>
                  <a:pt x="799460" y="971641"/>
                  <a:pt x="797814" y="974568"/>
                </a:cubicBezTo>
                <a:cubicBezTo>
                  <a:pt x="796260" y="977494"/>
                  <a:pt x="794156" y="979962"/>
                  <a:pt x="791596" y="981974"/>
                </a:cubicBezTo>
                <a:cubicBezTo>
                  <a:pt x="788944" y="984077"/>
                  <a:pt x="786110" y="985540"/>
                  <a:pt x="782909" y="986455"/>
                </a:cubicBezTo>
                <a:cubicBezTo>
                  <a:pt x="779800" y="987369"/>
                  <a:pt x="776508" y="987643"/>
                  <a:pt x="773217" y="987278"/>
                </a:cubicBezTo>
                <a:cubicBezTo>
                  <a:pt x="769925" y="986912"/>
                  <a:pt x="766816" y="985998"/>
                  <a:pt x="763981" y="984352"/>
                </a:cubicBezTo>
                <a:cubicBezTo>
                  <a:pt x="761055" y="982797"/>
                  <a:pt x="758586" y="980694"/>
                  <a:pt x="756483" y="978134"/>
                </a:cubicBezTo>
                <a:lnTo>
                  <a:pt x="753374" y="974202"/>
                </a:lnTo>
                <a:cubicBezTo>
                  <a:pt x="751362" y="971641"/>
                  <a:pt x="749808" y="968807"/>
                  <a:pt x="748894" y="965606"/>
                </a:cubicBezTo>
                <a:cubicBezTo>
                  <a:pt x="747979" y="962406"/>
                  <a:pt x="747705" y="959206"/>
                  <a:pt x="748071" y="955914"/>
                </a:cubicBezTo>
                <a:cubicBezTo>
                  <a:pt x="748436" y="952622"/>
                  <a:pt x="749442" y="949513"/>
                  <a:pt x="750997" y="946678"/>
                </a:cubicBezTo>
                <a:cubicBezTo>
                  <a:pt x="752643" y="943752"/>
                  <a:pt x="754746" y="941283"/>
                  <a:pt x="757306" y="939180"/>
                </a:cubicBezTo>
                <a:cubicBezTo>
                  <a:pt x="759866" y="937169"/>
                  <a:pt x="762792" y="935614"/>
                  <a:pt x="765901" y="934700"/>
                </a:cubicBezTo>
                <a:cubicBezTo>
                  <a:pt x="769102" y="933785"/>
                  <a:pt x="772302" y="933511"/>
                  <a:pt x="775594" y="933877"/>
                </a:cubicBezTo>
                <a:cubicBezTo>
                  <a:pt x="778886" y="934242"/>
                  <a:pt x="781995" y="935248"/>
                  <a:pt x="784921" y="936803"/>
                </a:cubicBezTo>
                <a:cubicBezTo>
                  <a:pt x="787847" y="938449"/>
                  <a:pt x="790316" y="940552"/>
                  <a:pt x="792328" y="943112"/>
                </a:cubicBezTo>
              </a:path>
              <a:path w="3887754" h="1096183">
                <a:moveTo>
                  <a:pt x="798546" y="950885"/>
                </a:moveTo>
                <a:lnTo>
                  <a:pt x="801654" y="954816"/>
                </a:lnTo>
                <a:cubicBezTo>
                  <a:pt x="803758" y="957377"/>
                  <a:pt x="805221" y="960211"/>
                  <a:pt x="806135" y="963412"/>
                </a:cubicBezTo>
                <a:cubicBezTo>
                  <a:pt x="807141" y="966612"/>
                  <a:pt x="807415" y="969813"/>
                  <a:pt x="807049" y="973104"/>
                </a:cubicBezTo>
                <a:cubicBezTo>
                  <a:pt x="806684" y="976396"/>
                  <a:pt x="805678" y="979414"/>
                  <a:pt x="804032" y="982340"/>
                </a:cubicBezTo>
                <a:cubicBezTo>
                  <a:pt x="802477" y="985266"/>
                  <a:pt x="800374" y="987735"/>
                  <a:pt x="797814" y="989747"/>
                </a:cubicBezTo>
                <a:cubicBezTo>
                  <a:pt x="795254" y="991850"/>
                  <a:pt x="792328" y="993313"/>
                  <a:pt x="789127" y="994227"/>
                </a:cubicBezTo>
                <a:cubicBezTo>
                  <a:pt x="786018" y="995142"/>
                  <a:pt x="782726" y="995416"/>
                  <a:pt x="779435" y="995050"/>
                </a:cubicBezTo>
                <a:cubicBezTo>
                  <a:pt x="776143" y="994684"/>
                  <a:pt x="773125" y="993770"/>
                  <a:pt x="770199" y="992124"/>
                </a:cubicBezTo>
                <a:cubicBezTo>
                  <a:pt x="767273" y="990570"/>
                  <a:pt x="764804" y="988466"/>
                  <a:pt x="762792" y="985906"/>
                </a:cubicBezTo>
                <a:lnTo>
                  <a:pt x="759592" y="981974"/>
                </a:lnTo>
                <a:cubicBezTo>
                  <a:pt x="757580" y="979414"/>
                  <a:pt x="756117" y="976579"/>
                  <a:pt x="755203" y="973379"/>
                </a:cubicBezTo>
                <a:cubicBezTo>
                  <a:pt x="754197" y="970178"/>
                  <a:pt x="753923" y="966978"/>
                  <a:pt x="754289" y="963686"/>
                </a:cubicBezTo>
                <a:cubicBezTo>
                  <a:pt x="754654" y="960394"/>
                  <a:pt x="755660" y="957285"/>
                  <a:pt x="757306" y="954451"/>
                </a:cubicBezTo>
                <a:cubicBezTo>
                  <a:pt x="758861" y="951525"/>
                  <a:pt x="760964" y="949056"/>
                  <a:pt x="763524" y="946953"/>
                </a:cubicBezTo>
                <a:cubicBezTo>
                  <a:pt x="766084" y="944941"/>
                  <a:pt x="769010" y="943478"/>
                  <a:pt x="772211" y="942564"/>
                </a:cubicBezTo>
                <a:cubicBezTo>
                  <a:pt x="775320" y="941558"/>
                  <a:pt x="778612" y="941283"/>
                  <a:pt x="781903" y="941649"/>
                </a:cubicBezTo>
                <a:cubicBezTo>
                  <a:pt x="785104" y="942015"/>
                  <a:pt x="788213" y="943021"/>
                  <a:pt x="791139" y="944667"/>
                </a:cubicBezTo>
                <a:cubicBezTo>
                  <a:pt x="794065" y="946221"/>
                  <a:pt x="796534" y="948324"/>
                  <a:pt x="798546" y="950885"/>
                </a:cubicBezTo>
              </a:path>
              <a:path w="3887754" h="1096183">
                <a:moveTo>
                  <a:pt x="804855" y="958657"/>
                </a:moveTo>
                <a:lnTo>
                  <a:pt x="807964" y="962589"/>
                </a:lnTo>
                <a:cubicBezTo>
                  <a:pt x="809976" y="965149"/>
                  <a:pt x="811530" y="967984"/>
                  <a:pt x="812444" y="971184"/>
                </a:cubicBezTo>
                <a:cubicBezTo>
                  <a:pt x="813359" y="974385"/>
                  <a:pt x="813633" y="977585"/>
                  <a:pt x="813267" y="980877"/>
                </a:cubicBezTo>
                <a:cubicBezTo>
                  <a:pt x="812902" y="984169"/>
                  <a:pt x="811896" y="987278"/>
                  <a:pt x="810341" y="990112"/>
                </a:cubicBezTo>
                <a:cubicBezTo>
                  <a:pt x="808695" y="993038"/>
                  <a:pt x="806592" y="995507"/>
                  <a:pt x="804032" y="997519"/>
                </a:cubicBezTo>
                <a:cubicBezTo>
                  <a:pt x="801472" y="999622"/>
                  <a:pt x="798546" y="1001085"/>
                  <a:pt x="795437" y="1002000"/>
                </a:cubicBezTo>
                <a:cubicBezTo>
                  <a:pt x="792236" y="1002914"/>
                  <a:pt x="788944" y="1003188"/>
                  <a:pt x="785744" y="1002822"/>
                </a:cubicBezTo>
                <a:cubicBezTo>
                  <a:pt x="782452" y="1002457"/>
                  <a:pt x="779343" y="1001542"/>
                  <a:pt x="776417" y="999896"/>
                </a:cubicBezTo>
                <a:cubicBezTo>
                  <a:pt x="773491" y="998342"/>
                  <a:pt x="771022" y="996239"/>
                  <a:pt x="769010" y="993678"/>
                </a:cubicBezTo>
                <a:lnTo>
                  <a:pt x="765901" y="989747"/>
                </a:lnTo>
                <a:cubicBezTo>
                  <a:pt x="763798" y="987186"/>
                  <a:pt x="762335" y="984352"/>
                  <a:pt x="761421" y="981151"/>
                </a:cubicBezTo>
                <a:cubicBezTo>
                  <a:pt x="760506" y="977951"/>
                  <a:pt x="760232" y="974750"/>
                  <a:pt x="760598" y="971459"/>
                </a:cubicBezTo>
                <a:cubicBezTo>
                  <a:pt x="760964" y="968167"/>
                  <a:pt x="761878" y="965058"/>
                  <a:pt x="763524" y="962223"/>
                </a:cubicBezTo>
                <a:cubicBezTo>
                  <a:pt x="765078" y="959297"/>
                  <a:pt x="767182" y="956828"/>
                  <a:pt x="769742" y="954816"/>
                </a:cubicBezTo>
                <a:cubicBezTo>
                  <a:pt x="772302" y="952713"/>
                  <a:pt x="775228" y="951250"/>
                  <a:pt x="778429" y="950336"/>
                </a:cubicBezTo>
                <a:cubicBezTo>
                  <a:pt x="781538" y="949422"/>
                  <a:pt x="784830" y="949147"/>
                  <a:pt x="788121" y="949513"/>
                </a:cubicBezTo>
                <a:cubicBezTo>
                  <a:pt x="791413" y="949787"/>
                  <a:pt x="794431" y="950793"/>
                  <a:pt x="797357" y="952439"/>
                </a:cubicBezTo>
                <a:cubicBezTo>
                  <a:pt x="800283" y="953994"/>
                  <a:pt x="802752" y="956097"/>
                  <a:pt x="804855" y="958657"/>
                </a:cubicBezTo>
              </a:path>
              <a:path w="3887754" h="1096183">
                <a:moveTo>
                  <a:pt x="811073" y="966429"/>
                </a:moveTo>
                <a:lnTo>
                  <a:pt x="814182" y="970361"/>
                </a:lnTo>
                <a:cubicBezTo>
                  <a:pt x="816193" y="972922"/>
                  <a:pt x="817748" y="975756"/>
                  <a:pt x="818662" y="978957"/>
                </a:cubicBezTo>
                <a:cubicBezTo>
                  <a:pt x="819577" y="982157"/>
                  <a:pt x="819851" y="985357"/>
                  <a:pt x="819485" y="988649"/>
                </a:cubicBezTo>
                <a:cubicBezTo>
                  <a:pt x="819120" y="991941"/>
                  <a:pt x="818114" y="995050"/>
                  <a:pt x="816559" y="997885"/>
                </a:cubicBezTo>
                <a:cubicBezTo>
                  <a:pt x="814913" y="1000811"/>
                  <a:pt x="812810" y="1003280"/>
                  <a:pt x="810250" y="1005383"/>
                </a:cubicBezTo>
                <a:cubicBezTo>
                  <a:pt x="807690" y="1007394"/>
                  <a:pt x="804763" y="1008858"/>
                  <a:pt x="801654" y="1009772"/>
                </a:cubicBezTo>
                <a:cubicBezTo>
                  <a:pt x="798454" y="1010778"/>
                  <a:pt x="795254" y="1011052"/>
                  <a:pt x="791962" y="1010686"/>
                </a:cubicBezTo>
                <a:cubicBezTo>
                  <a:pt x="788670" y="1010321"/>
                  <a:pt x="785561" y="1009315"/>
                  <a:pt x="782635" y="1007669"/>
                </a:cubicBezTo>
                <a:cubicBezTo>
                  <a:pt x="779800" y="1006114"/>
                  <a:pt x="777240" y="1004011"/>
                  <a:pt x="775228" y="1001451"/>
                </a:cubicBezTo>
                <a:lnTo>
                  <a:pt x="772119" y="997519"/>
                </a:lnTo>
                <a:cubicBezTo>
                  <a:pt x="770016" y="994959"/>
                  <a:pt x="768553" y="992124"/>
                  <a:pt x="767639" y="988924"/>
                </a:cubicBezTo>
                <a:cubicBezTo>
                  <a:pt x="766724" y="985723"/>
                  <a:pt x="766450" y="982523"/>
                  <a:pt x="766816" y="979231"/>
                </a:cubicBezTo>
                <a:cubicBezTo>
                  <a:pt x="767182" y="975939"/>
                  <a:pt x="768096" y="972922"/>
                  <a:pt x="769742" y="969996"/>
                </a:cubicBezTo>
                <a:cubicBezTo>
                  <a:pt x="771296" y="967069"/>
                  <a:pt x="773400" y="964601"/>
                  <a:pt x="775960" y="962589"/>
                </a:cubicBezTo>
                <a:cubicBezTo>
                  <a:pt x="778612" y="960486"/>
                  <a:pt x="781446" y="959023"/>
                  <a:pt x="784647" y="958108"/>
                </a:cubicBezTo>
                <a:cubicBezTo>
                  <a:pt x="787847" y="957194"/>
                  <a:pt x="791047" y="956920"/>
                  <a:pt x="794339" y="957285"/>
                </a:cubicBezTo>
                <a:cubicBezTo>
                  <a:pt x="797631" y="957651"/>
                  <a:pt x="800740" y="958566"/>
                  <a:pt x="803575" y="960211"/>
                </a:cubicBezTo>
                <a:cubicBezTo>
                  <a:pt x="806501" y="961766"/>
                  <a:pt x="808970" y="963869"/>
                  <a:pt x="811073" y="966429"/>
                </a:cubicBezTo>
              </a:path>
              <a:path w="3887754" h="1096183">
                <a:moveTo>
                  <a:pt x="817291" y="974202"/>
                </a:moveTo>
                <a:lnTo>
                  <a:pt x="820400" y="978134"/>
                </a:lnTo>
                <a:cubicBezTo>
                  <a:pt x="822411" y="980694"/>
                  <a:pt x="823966" y="983529"/>
                  <a:pt x="824880" y="986729"/>
                </a:cubicBezTo>
                <a:cubicBezTo>
                  <a:pt x="825795" y="989929"/>
                  <a:pt x="826069" y="993130"/>
                  <a:pt x="825703" y="996422"/>
                </a:cubicBezTo>
                <a:cubicBezTo>
                  <a:pt x="825337" y="999714"/>
                  <a:pt x="824332" y="1002822"/>
                  <a:pt x="822777" y="1005657"/>
                </a:cubicBezTo>
                <a:cubicBezTo>
                  <a:pt x="821131" y="1008583"/>
                  <a:pt x="819120" y="1011052"/>
                  <a:pt x="816468" y="1013155"/>
                </a:cubicBezTo>
                <a:cubicBezTo>
                  <a:pt x="813907" y="1015167"/>
                  <a:pt x="811073" y="1016630"/>
                  <a:pt x="807872" y="1017636"/>
                </a:cubicBezTo>
                <a:cubicBezTo>
                  <a:pt x="804672" y="1018550"/>
                  <a:pt x="801472" y="1018824"/>
                  <a:pt x="798180" y="1018459"/>
                </a:cubicBezTo>
                <a:cubicBezTo>
                  <a:pt x="794888" y="1018093"/>
                  <a:pt x="791779" y="1017087"/>
                  <a:pt x="788853" y="1015533"/>
                </a:cubicBezTo>
                <a:cubicBezTo>
                  <a:pt x="786018" y="1013887"/>
                  <a:pt x="783549" y="1011784"/>
                  <a:pt x="781446" y="1009223"/>
                </a:cubicBezTo>
                <a:lnTo>
                  <a:pt x="778337" y="1005383"/>
                </a:lnTo>
                <a:cubicBezTo>
                  <a:pt x="776234" y="1002731"/>
                  <a:pt x="774771" y="999896"/>
                  <a:pt x="773857" y="996696"/>
                </a:cubicBezTo>
                <a:cubicBezTo>
                  <a:pt x="772942" y="993496"/>
                  <a:pt x="772668" y="990295"/>
                  <a:pt x="773034" y="987003"/>
                </a:cubicBezTo>
                <a:cubicBezTo>
                  <a:pt x="773400" y="983712"/>
                  <a:pt x="774405" y="980694"/>
                  <a:pt x="775960" y="977768"/>
                </a:cubicBezTo>
                <a:cubicBezTo>
                  <a:pt x="777514" y="974842"/>
                  <a:pt x="779617" y="972373"/>
                  <a:pt x="782269" y="970361"/>
                </a:cubicBezTo>
                <a:cubicBezTo>
                  <a:pt x="784830" y="968258"/>
                  <a:pt x="787664" y="966795"/>
                  <a:pt x="790865" y="965881"/>
                </a:cubicBezTo>
                <a:cubicBezTo>
                  <a:pt x="794065" y="964966"/>
                  <a:pt x="797265" y="964692"/>
                  <a:pt x="800557" y="965058"/>
                </a:cubicBezTo>
                <a:cubicBezTo>
                  <a:pt x="803849" y="965424"/>
                  <a:pt x="806958" y="966338"/>
                  <a:pt x="809793" y="967984"/>
                </a:cubicBezTo>
                <a:cubicBezTo>
                  <a:pt x="812719" y="969538"/>
                  <a:pt x="815188" y="971641"/>
                  <a:pt x="817291" y="974202"/>
                </a:cubicBezTo>
              </a:path>
              <a:path w="3887754" h="1096183">
                <a:moveTo>
                  <a:pt x="823509" y="981974"/>
                </a:moveTo>
                <a:lnTo>
                  <a:pt x="826618" y="985906"/>
                </a:lnTo>
                <a:cubicBezTo>
                  <a:pt x="828721" y="988466"/>
                  <a:pt x="830184" y="991301"/>
                  <a:pt x="831098" y="994501"/>
                </a:cubicBezTo>
                <a:cubicBezTo>
                  <a:pt x="832013" y="997702"/>
                  <a:pt x="832287" y="1000902"/>
                  <a:pt x="831921" y="1004194"/>
                </a:cubicBezTo>
                <a:cubicBezTo>
                  <a:pt x="831555" y="1007486"/>
                  <a:pt x="830550" y="1010595"/>
                  <a:pt x="828995" y="1013430"/>
                </a:cubicBezTo>
                <a:cubicBezTo>
                  <a:pt x="827441" y="1016356"/>
                  <a:pt x="825337" y="1018824"/>
                  <a:pt x="822686" y="1020928"/>
                </a:cubicBezTo>
                <a:cubicBezTo>
                  <a:pt x="820125" y="1022939"/>
                  <a:pt x="817291" y="1024494"/>
                  <a:pt x="814090" y="1025408"/>
                </a:cubicBezTo>
                <a:cubicBezTo>
                  <a:pt x="810890" y="1026323"/>
                  <a:pt x="807690" y="1026597"/>
                  <a:pt x="804398" y="1026231"/>
                </a:cubicBezTo>
                <a:cubicBezTo>
                  <a:pt x="801106" y="1025865"/>
                  <a:pt x="797997" y="1024860"/>
                  <a:pt x="795162" y="1023305"/>
                </a:cubicBezTo>
                <a:cubicBezTo>
                  <a:pt x="792236" y="1021659"/>
                  <a:pt x="789767" y="1019556"/>
                  <a:pt x="787664" y="1016996"/>
                </a:cubicBezTo>
                <a:lnTo>
                  <a:pt x="784555" y="1013155"/>
                </a:lnTo>
                <a:cubicBezTo>
                  <a:pt x="782452" y="1010503"/>
                  <a:pt x="780989" y="1007669"/>
                  <a:pt x="780075" y="1004468"/>
                </a:cubicBezTo>
                <a:cubicBezTo>
                  <a:pt x="779160" y="1001359"/>
                  <a:pt x="778886" y="998068"/>
                  <a:pt x="779252" y="994776"/>
                </a:cubicBezTo>
                <a:cubicBezTo>
                  <a:pt x="779617" y="991484"/>
                  <a:pt x="780623" y="988466"/>
                  <a:pt x="782178" y="985540"/>
                </a:cubicBezTo>
                <a:cubicBezTo>
                  <a:pt x="783824" y="982614"/>
                  <a:pt x="785835" y="980145"/>
                  <a:pt x="788487" y="978134"/>
                </a:cubicBezTo>
                <a:cubicBezTo>
                  <a:pt x="791047" y="976031"/>
                  <a:pt x="793882" y="974568"/>
                  <a:pt x="797082" y="973653"/>
                </a:cubicBezTo>
                <a:cubicBezTo>
                  <a:pt x="800283" y="972739"/>
                  <a:pt x="803483" y="972464"/>
                  <a:pt x="806775" y="972830"/>
                </a:cubicBezTo>
                <a:cubicBezTo>
                  <a:pt x="810067" y="973196"/>
                  <a:pt x="813176" y="974110"/>
                  <a:pt x="816102" y="975756"/>
                </a:cubicBezTo>
                <a:cubicBezTo>
                  <a:pt x="818937" y="977311"/>
                  <a:pt x="821406" y="979414"/>
                  <a:pt x="823509" y="981974"/>
                </a:cubicBezTo>
              </a:path>
              <a:path w="3887754" h="1096183">
                <a:moveTo>
                  <a:pt x="829727" y="989747"/>
                </a:moveTo>
                <a:lnTo>
                  <a:pt x="832836" y="993678"/>
                </a:lnTo>
                <a:cubicBezTo>
                  <a:pt x="834939" y="996239"/>
                  <a:pt x="836402" y="999165"/>
                  <a:pt x="837316" y="1002274"/>
                </a:cubicBezTo>
                <a:cubicBezTo>
                  <a:pt x="838230" y="1005474"/>
                  <a:pt x="838505" y="1008675"/>
                  <a:pt x="838139" y="1011966"/>
                </a:cubicBezTo>
                <a:cubicBezTo>
                  <a:pt x="837773" y="1015258"/>
                  <a:pt x="836859" y="1018367"/>
                  <a:pt x="835213" y="1021202"/>
                </a:cubicBezTo>
                <a:cubicBezTo>
                  <a:pt x="833658" y="1024128"/>
                  <a:pt x="831555" y="1026597"/>
                  <a:pt x="828995" y="1028700"/>
                </a:cubicBezTo>
                <a:cubicBezTo>
                  <a:pt x="826343" y="1030712"/>
                  <a:pt x="823509" y="1032266"/>
                  <a:pt x="820308" y="1033181"/>
                </a:cubicBezTo>
                <a:cubicBezTo>
                  <a:pt x="817108" y="1034095"/>
                  <a:pt x="813907" y="1034369"/>
                  <a:pt x="810616" y="1034004"/>
                </a:cubicBezTo>
                <a:cubicBezTo>
                  <a:pt x="807324" y="1033638"/>
                  <a:pt x="804215" y="1032632"/>
                  <a:pt x="801380" y="1031077"/>
                </a:cubicBezTo>
                <a:cubicBezTo>
                  <a:pt x="798454" y="1029432"/>
                  <a:pt x="795985" y="1027328"/>
                  <a:pt x="793882" y="1024768"/>
                </a:cubicBezTo>
                <a:lnTo>
                  <a:pt x="790773" y="1020928"/>
                </a:lnTo>
                <a:cubicBezTo>
                  <a:pt x="788761" y="1018276"/>
                  <a:pt x="787207" y="1015441"/>
                  <a:pt x="786293" y="1012241"/>
                </a:cubicBezTo>
                <a:cubicBezTo>
                  <a:pt x="785378" y="1009132"/>
                  <a:pt x="785104" y="1005840"/>
                  <a:pt x="785470" y="1002548"/>
                </a:cubicBezTo>
                <a:cubicBezTo>
                  <a:pt x="785835" y="999348"/>
                  <a:pt x="786841" y="996239"/>
                  <a:pt x="788396" y="993313"/>
                </a:cubicBezTo>
                <a:cubicBezTo>
                  <a:pt x="790042" y="990387"/>
                  <a:pt x="792145" y="987918"/>
                  <a:pt x="794705" y="985906"/>
                </a:cubicBezTo>
                <a:cubicBezTo>
                  <a:pt x="797265" y="983803"/>
                  <a:pt x="800191" y="982340"/>
                  <a:pt x="803300" y="981426"/>
                </a:cubicBezTo>
                <a:cubicBezTo>
                  <a:pt x="806501" y="980511"/>
                  <a:pt x="809701" y="980237"/>
                  <a:pt x="812993" y="980603"/>
                </a:cubicBezTo>
                <a:cubicBezTo>
                  <a:pt x="816285" y="980968"/>
                  <a:pt x="819394" y="981974"/>
                  <a:pt x="822320" y="983529"/>
                </a:cubicBezTo>
                <a:cubicBezTo>
                  <a:pt x="825155" y="985083"/>
                  <a:pt x="827715" y="987186"/>
                  <a:pt x="829727" y="989747"/>
                </a:cubicBezTo>
              </a:path>
              <a:path w="3887754" h="1096183">
                <a:moveTo>
                  <a:pt x="835944" y="997519"/>
                </a:moveTo>
                <a:lnTo>
                  <a:pt x="839053" y="1001451"/>
                </a:lnTo>
                <a:cubicBezTo>
                  <a:pt x="841157" y="1004011"/>
                  <a:pt x="842620" y="1006937"/>
                  <a:pt x="843534" y="1010046"/>
                </a:cubicBezTo>
                <a:cubicBezTo>
                  <a:pt x="844448" y="1013247"/>
                  <a:pt x="844723" y="1016447"/>
                  <a:pt x="844357" y="1019739"/>
                </a:cubicBezTo>
                <a:cubicBezTo>
                  <a:pt x="843991" y="1023031"/>
                  <a:pt x="843077" y="1026140"/>
                  <a:pt x="841431" y="1029066"/>
                </a:cubicBezTo>
                <a:cubicBezTo>
                  <a:pt x="839876" y="1031900"/>
                  <a:pt x="837773" y="1034369"/>
                  <a:pt x="835213" y="1036472"/>
                </a:cubicBezTo>
                <a:cubicBezTo>
                  <a:pt x="832561" y="1038484"/>
                  <a:pt x="829727" y="1040039"/>
                  <a:pt x="826526" y="1040953"/>
                </a:cubicBezTo>
                <a:cubicBezTo>
                  <a:pt x="823417" y="1041867"/>
                  <a:pt x="820125" y="1042142"/>
                  <a:pt x="816834" y="1041776"/>
                </a:cubicBezTo>
                <a:cubicBezTo>
                  <a:pt x="813542" y="1041410"/>
                  <a:pt x="810524" y="1040404"/>
                  <a:pt x="807598" y="1038850"/>
                </a:cubicBezTo>
                <a:cubicBezTo>
                  <a:pt x="804672" y="1037204"/>
                  <a:pt x="802203" y="1035192"/>
                  <a:pt x="800100" y="1032540"/>
                </a:cubicBezTo>
                <a:lnTo>
                  <a:pt x="796991" y="1028700"/>
                </a:lnTo>
                <a:cubicBezTo>
                  <a:pt x="794979" y="1026140"/>
                  <a:pt x="793425" y="1023214"/>
                  <a:pt x="792510" y="1020013"/>
                </a:cubicBezTo>
                <a:cubicBezTo>
                  <a:pt x="791596" y="1016904"/>
                  <a:pt x="791322" y="1013612"/>
                  <a:pt x="791688" y="1010412"/>
                </a:cubicBezTo>
                <a:cubicBezTo>
                  <a:pt x="792053" y="1007120"/>
                  <a:pt x="793059" y="1004011"/>
                  <a:pt x="794614" y="1001085"/>
                </a:cubicBezTo>
                <a:cubicBezTo>
                  <a:pt x="796260" y="998250"/>
                  <a:pt x="798363" y="995690"/>
                  <a:pt x="800923" y="993678"/>
                </a:cubicBezTo>
                <a:cubicBezTo>
                  <a:pt x="803483" y="991575"/>
                  <a:pt x="806409" y="990112"/>
                  <a:pt x="809518" y="989198"/>
                </a:cubicBezTo>
                <a:cubicBezTo>
                  <a:pt x="812719" y="988284"/>
                  <a:pt x="815919" y="988009"/>
                  <a:pt x="819211" y="988375"/>
                </a:cubicBezTo>
                <a:cubicBezTo>
                  <a:pt x="822503" y="988741"/>
                  <a:pt x="825612" y="989747"/>
                  <a:pt x="828538" y="991301"/>
                </a:cubicBezTo>
                <a:cubicBezTo>
                  <a:pt x="831464" y="992856"/>
                  <a:pt x="833933" y="994959"/>
                  <a:pt x="835944" y="997519"/>
                </a:cubicBezTo>
              </a:path>
              <a:path w="3887754" h="1096183">
                <a:moveTo>
                  <a:pt x="842162" y="1005383"/>
                </a:moveTo>
                <a:lnTo>
                  <a:pt x="842620" y="1005840"/>
                </a:lnTo>
                <a:lnTo>
                  <a:pt x="823143" y="1021385"/>
                </a:lnTo>
                <a:lnTo>
                  <a:pt x="810616" y="999805"/>
                </a:lnTo>
                <a:lnTo>
                  <a:pt x="814365" y="997610"/>
                </a:lnTo>
                <a:cubicBezTo>
                  <a:pt x="817291" y="995964"/>
                  <a:pt x="820308" y="994959"/>
                  <a:pt x="823600" y="994501"/>
                </a:cubicBezTo>
                <a:cubicBezTo>
                  <a:pt x="826892" y="994044"/>
                  <a:pt x="830092" y="994319"/>
                  <a:pt x="833293" y="995142"/>
                </a:cubicBezTo>
                <a:cubicBezTo>
                  <a:pt x="836493" y="995964"/>
                  <a:pt x="839419" y="997428"/>
                  <a:pt x="842071" y="999439"/>
                </a:cubicBezTo>
                <a:cubicBezTo>
                  <a:pt x="844631" y="1001451"/>
                  <a:pt x="846826" y="1003828"/>
                  <a:pt x="848472" y="1006754"/>
                </a:cubicBezTo>
                <a:cubicBezTo>
                  <a:pt x="850118" y="1009589"/>
                  <a:pt x="851215" y="1012607"/>
                  <a:pt x="851581" y="1015898"/>
                </a:cubicBezTo>
                <a:cubicBezTo>
                  <a:pt x="852038" y="1019190"/>
                  <a:pt x="851855" y="1022391"/>
                  <a:pt x="851032" y="1025591"/>
                </a:cubicBezTo>
                <a:cubicBezTo>
                  <a:pt x="850118" y="1028791"/>
                  <a:pt x="848746" y="1031718"/>
                  <a:pt x="846734" y="1034369"/>
                </a:cubicBezTo>
                <a:cubicBezTo>
                  <a:pt x="844723" y="1036930"/>
                  <a:pt x="842254" y="1039124"/>
                  <a:pt x="839419" y="1040770"/>
                </a:cubicBezTo>
                <a:lnTo>
                  <a:pt x="835579" y="1042965"/>
                </a:lnTo>
                <a:cubicBezTo>
                  <a:pt x="833018" y="1044428"/>
                  <a:pt x="830275" y="1045434"/>
                  <a:pt x="827349" y="1045891"/>
                </a:cubicBezTo>
                <a:cubicBezTo>
                  <a:pt x="824423" y="1046439"/>
                  <a:pt x="821406" y="1046439"/>
                  <a:pt x="818479" y="1045891"/>
                </a:cubicBezTo>
                <a:cubicBezTo>
                  <a:pt x="815553" y="1045342"/>
                  <a:pt x="812810" y="1044245"/>
                  <a:pt x="810250" y="1042690"/>
                </a:cubicBezTo>
                <a:cubicBezTo>
                  <a:pt x="807690" y="1041227"/>
                  <a:pt x="805495" y="1039307"/>
                  <a:pt x="803666" y="1036930"/>
                </a:cubicBezTo>
                <a:lnTo>
                  <a:pt x="803209" y="1036472"/>
                </a:lnTo>
                <a:cubicBezTo>
                  <a:pt x="801197" y="1033912"/>
                  <a:pt x="799734" y="1030986"/>
                  <a:pt x="798820" y="1027786"/>
                </a:cubicBezTo>
                <a:cubicBezTo>
                  <a:pt x="797814" y="1024677"/>
                  <a:pt x="797540" y="1021385"/>
                  <a:pt x="797905" y="1018184"/>
                </a:cubicBezTo>
                <a:cubicBezTo>
                  <a:pt x="798271" y="1014893"/>
                  <a:pt x="799277" y="1011784"/>
                  <a:pt x="800923" y="1008858"/>
                </a:cubicBezTo>
                <a:cubicBezTo>
                  <a:pt x="802477" y="1006023"/>
                  <a:pt x="804581" y="1003554"/>
                  <a:pt x="807141" y="1001451"/>
                </a:cubicBezTo>
                <a:cubicBezTo>
                  <a:pt x="809701" y="999348"/>
                  <a:pt x="812627" y="997885"/>
                  <a:pt x="815828" y="996970"/>
                </a:cubicBezTo>
                <a:cubicBezTo>
                  <a:pt x="818937" y="996056"/>
                  <a:pt x="822228" y="995782"/>
                  <a:pt x="825520" y="996147"/>
                </a:cubicBezTo>
                <a:cubicBezTo>
                  <a:pt x="828812" y="996513"/>
                  <a:pt x="831830" y="997519"/>
                  <a:pt x="834756" y="999073"/>
                </a:cubicBezTo>
                <a:cubicBezTo>
                  <a:pt x="837682" y="1000719"/>
                  <a:pt x="840151" y="1002731"/>
                  <a:pt x="842162" y="1005383"/>
                </a:cubicBezTo>
              </a:path>
              <a:path w="3887754" h="1096183">
                <a:moveTo>
                  <a:pt x="818754" y="995142"/>
                </a:moveTo>
                <a:lnTo>
                  <a:pt x="823051" y="992673"/>
                </a:lnTo>
                <a:cubicBezTo>
                  <a:pt x="825886" y="991027"/>
                  <a:pt x="828995" y="989929"/>
                  <a:pt x="832195" y="989564"/>
                </a:cubicBezTo>
                <a:cubicBezTo>
                  <a:pt x="835487" y="989106"/>
                  <a:pt x="838779" y="989289"/>
                  <a:pt x="841980" y="990112"/>
                </a:cubicBezTo>
                <a:cubicBezTo>
                  <a:pt x="845180" y="991027"/>
                  <a:pt x="848015" y="992398"/>
                  <a:pt x="850666" y="994410"/>
                </a:cubicBezTo>
                <a:cubicBezTo>
                  <a:pt x="853318" y="996422"/>
                  <a:pt x="855421" y="998891"/>
                  <a:pt x="857067" y="1001725"/>
                </a:cubicBezTo>
                <a:cubicBezTo>
                  <a:pt x="858804" y="1004560"/>
                  <a:pt x="859810" y="1007669"/>
                  <a:pt x="860268" y="1010961"/>
                </a:cubicBezTo>
                <a:cubicBezTo>
                  <a:pt x="860725" y="1014161"/>
                  <a:pt x="860450" y="1017453"/>
                  <a:pt x="859627" y="1020653"/>
                </a:cubicBezTo>
                <a:cubicBezTo>
                  <a:pt x="858804" y="1023854"/>
                  <a:pt x="857341" y="1026688"/>
                  <a:pt x="855330" y="1029340"/>
                </a:cubicBezTo>
                <a:cubicBezTo>
                  <a:pt x="853318" y="1031992"/>
                  <a:pt x="850849" y="1034095"/>
                  <a:pt x="848015" y="1035741"/>
                </a:cubicBezTo>
                <a:lnTo>
                  <a:pt x="843717" y="1038301"/>
                </a:lnTo>
                <a:cubicBezTo>
                  <a:pt x="840882" y="1039947"/>
                  <a:pt x="837773" y="1040953"/>
                  <a:pt x="834481" y="1041410"/>
                </a:cubicBezTo>
                <a:cubicBezTo>
                  <a:pt x="831190" y="1041867"/>
                  <a:pt x="827989" y="1041593"/>
                  <a:pt x="824789" y="1040770"/>
                </a:cubicBezTo>
                <a:cubicBezTo>
                  <a:pt x="821588" y="1039947"/>
                  <a:pt x="818662" y="1038484"/>
                  <a:pt x="816011" y="1036472"/>
                </a:cubicBezTo>
                <a:cubicBezTo>
                  <a:pt x="813450" y="1034461"/>
                  <a:pt x="811256" y="1032083"/>
                  <a:pt x="809610" y="1029157"/>
                </a:cubicBezTo>
                <a:cubicBezTo>
                  <a:pt x="807964" y="1026323"/>
                  <a:pt x="806958" y="1023305"/>
                  <a:pt x="806501" y="1020013"/>
                </a:cubicBezTo>
                <a:cubicBezTo>
                  <a:pt x="806044" y="1016721"/>
                  <a:pt x="806226" y="1013521"/>
                  <a:pt x="807141" y="1010321"/>
                </a:cubicBezTo>
                <a:cubicBezTo>
                  <a:pt x="807964" y="1007120"/>
                  <a:pt x="809427" y="1004194"/>
                  <a:pt x="811439" y="1001542"/>
                </a:cubicBezTo>
                <a:cubicBezTo>
                  <a:pt x="813450" y="998982"/>
                  <a:pt x="815828" y="996787"/>
                  <a:pt x="818754" y="995142"/>
                </a:cubicBezTo>
              </a:path>
              <a:path w="3887754" h="1096183">
                <a:moveTo>
                  <a:pt x="827349" y="990204"/>
                </a:moveTo>
                <a:lnTo>
                  <a:pt x="831647" y="987643"/>
                </a:lnTo>
                <a:cubicBezTo>
                  <a:pt x="834481" y="985998"/>
                  <a:pt x="837590" y="984992"/>
                  <a:pt x="840882" y="984534"/>
                </a:cubicBezTo>
                <a:cubicBezTo>
                  <a:pt x="844174" y="984077"/>
                  <a:pt x="847374" y="984260"/>
                  <a:pt x="850575" y="985175"/>
                </a:cubicBezTo>
                <a:cubicBezTo>
                  <a:pt x="853775" y="985998"/>
                  <a:pt x="856701" y="987461"/>
                  <a:pt x="859353" y="989472"/>
                </a:cubicBezTo>
                <a:cubicBezTo>
                  <a:pt x="861913" y="991484"/>
                  <a:pt x="864108" y="993861"/>
                  <a:pt x="865754" y="996696"/>
                </a:cubicBezTo>
                <a:cubicBezTo>
                  <a:pt x="867400" y="999622"/>
                  <a:pt x="868406" y="1002640"/>
                  <a:pt x="868863" y="1005931"/>
                </a:cubicBezTo>
                <a:cubicBezTo>
                  <a:pt x="869320" y="1009223"/>
                  <a:pt x="869137" y="1012424"/>
                  <a:pt x="868223" y="1015624"/>
                </a:cubicBezTo>
                <a:cubicBezTo>
                  <a:pt x="867400" y="1018824"/>
                  <a:pt x="865937" y="1021751"/>
                  <a:pt x="863925" y="1024311"/>
                </a:cubicBezTo>
                <a:cubicBezTo>
                  <a:pt x="861913" y="1026963"/>
                  <a:pt x="859536" y="1029157"/>
                  <a:pt x="856610" y="1030803"/>
                </a:cubicBezTo>
                <a:lnTo>
                  <a:pt x="852312" y="1033272"/>
                </a:lnTo>
                <a:cubicBezTo>
                  <a:pt x="849478" y="1034918"/>
                  <a:pt x="846369" y="1035924"/>
                  <a:pt x="843168" y="1036381"/>
                </a:cubicBezTo>
                <a:cubicBezTo>
                  <a:pt x="839876" y="1036838"/>
                  <a:pt x="836585" y="1036655"/>
                  <a:pt x="833384" y="1035741"/>
                </a:cubicBezTo>
                <a:cubicBezTo>
                  <a:pt x="830184" y="1034918"/>
                  <a:pt x="827349" y="1033455"/>
                  <a:pt x="824697" y="1031535"/>
                </a:cubicBezTo>
                <a:cubicBezTo>
                  <a:pt x="822046" y="1029523"/>
                  <a:pt x="819942" y="1027054"/>
                  <a:pt x="818297" y="1024219"/>
                </a:cubicBezTo>
                <a:cubicBezTo>
                  <a:pt x="816559" y="1021293"/>
                  <a:pt x="815553" y="1018276"/>
                  <a:pt x="815096" y="1014984"/>
                </a:cubicBezTo>
                <a:cubicBezTo>
                  <a:pt x="814730" y="1011692"/>
                  <a:pt x="814913" y="1008492"/>
                  <a:pt x="815736" y="1005291"/>
                </a:cubicBezTo>
                <a:cubicBezTo>
                  <a:pt x="816559" y="1002091"/>
                  <a:pt x="818022" y="999165"/>
                  <a:pt x="820034" y="996605"/>
                </a:cubicBezTo>
                <a:cubicBezTo>
                  <a:pt x="822046" y="993953"/>
                  <a:pt x="824514" y="991850"/>
                  <a:pt x="827349" y="990204"/>
                </a:cubicBezTo>
              </a:path>
              <a:path w="3887754" h="1096183">
                <a:moveTo>
                  <a:pt x="835944" y="985175"/>
                </a:moveTo>
                <a:lnTo>
                  <a:pt x="840334" y="982706"/>
                </a:lnTo>
                <a:cubicBezTo>
                  <a:pt x="843168" y="981060"/>
                  <a:pt x="846186" y="979962"/>
                  <a:pt x="849478" y="979505"/>
                </a:cubicBezTo>
                <a:cubicBezTo>
                  <a:pt x="852769" y="979140"/>
                  <a:pt x="856061" y="979322"/>
                  <a:pt x="859170" y="980145"/>
                </a:cubicBezTo>
                <a:cubicBezTo>
                  <a:pt x="862371" y="980968"/>
                  <a:pt x="865297" y="982431"/>
                  <a:pt x="867948" y="984443"/>
                </a:cubicBezTo>
                <a:cubicBezTo>
                  <a:pt x="870600" y="986455"/>
                  <a:pt x="872703" y="988924"/>
                  <a:pt x="874349" y="991758"/>
                </a:cubicBezTo>
                <a:cubicBezTo>
                  <a:pt x="875995" y="994593"/>
                  <a:pt x="877092" y="997702"/>
                  <a:pt x="877550" y="1000902"/>
                </a:cubicBezTo>
                <a:cubicBezTo>
                  <a:pt x="877915" y="1004194"/>
                  <a:pt x="877733" y="1007486"/>
                  <a:pt x="876910" y="1010686"/>
                </a:cubicBezTo>
                <a:cubicBezTo>
                  <a:pt x="875995" y="1013795"/>
                  <a:pt x="874624" y="1016721"/>
                  <a:pt x="872612" y="1019373"/>
                </a:cubicBezTo>
                <a:cubicBezTo>
                  <a:pt x="870600" y="1022025"/>
                  <a:pt x="868131" y="1024128"/>
                  <a:pt x="865297" y="1025774"/>
                </a:cubicBezTo>
                <a:lnTo>
                  <a:pt x="860999" y="1028243"/>
                </a:lnTo>
                <a:cubicBezTo>
                  <a:pt x="858073" y="1029889"/>
                  <a:pt x="855055" y="1030986"/>
                  <a:pt x="851764" y="1031443"/>
                </a:cubicBezTo>
                <a:cubicBezTo>
                  <a:pt x="848472" y="1031809"/>
                  <a:pt x="845271" y="1031626"/>
                  <a:pt x="842071" y="1030803"/>
                </a:cubicBezTo>
                <a:cubicBezTo>
                  <a:pt x="838871" y="1029980"/>
                  <a:pt x="835944" y="1028517"/>
                  <a:pt x="833293" y="1026505"/>
                </a:cubicBezTo>
                <a:cubicBezTo>
                  <a:pt x="830732" y="1024494"/>
                  <a:pt x="828538" y="1022025"/>
                  <a:pt x="826892" y="1019190"/>
                </a:cubicBezTo>
                <a:cubicBezTo>
                  <a:pt x="825246" y="1016356"/>
                  <a:pt x="824149" y="1013247"/>
                  <a:pt x="823783" y="1010046"/>
                </a:cubicBezTo>
                <a:cubicBezTo>
                  <a:pt x="823326" y="1006754"/>
                  <a:pt x="823509" y="1003463"/>
                  <a:pt x="824423" y="1000262"/>
                </a:cubicBezTo>
                <a:cubicBezTo>
                  <a:pt x="825246" y="997153"/>
                  <a:pt x="826618" y="994227"/>
                  <a:pt x="828629" y="991575"/>
                </a:cubicBezTo>
                <a:cubicBezTo>
                  <a:pt x="830641" y="988924"/>
                  <a:pt x="833110" y="986820"/>
                  <a:pt x="835944" y="985175"/>
                </a:cubicBezTo>
              </a:path>
              <a:path w="3887754" h="1096183">
                <a:moveTo>
                  <a:pt x="844631" y="980145"/>
                </a:moveTo>
                <a:lnTo>
                  <a:pt x="848929" y="977676"/>
                </a:lnTo>
                <a:cubicBezTo>
                  <a:pt x="851764" y="976031"/>
                  <a:pt x="854873" y="975025"/>
                  <a:pt x="858164" y="974568"/>
                </a:cubicBezTo>
                <a:cubicBezTo>
                  <a:pt x="861456" y="974110"/>
                  <a:pt x="864657" y="974293"/>
                  <a:pt x="867857" y="975208"/>
                </a:cubicBezTo>
                <a:cubicBezTo>
                  <a:pt x="871057" y="976031"/>
                  <a:pt x="873984" y="977494"/>
                  <a:pt x="876544" y="979414"/>
                </a:cubicBezTo>
                <a:cubicBezTo>
                  <a:pt x="879196" y="981426"/>
                  <a:pt x="881390" y="983894"/>
                  <a:pt x="883036" y="986729"/>
                </a:cubicBezTo>
                <a:cubicBezTo>
                  <a:pt x="884682" y="989655"/>
                  <a:pt x="885688" y="992673"/>
                  <a:pt x="886145" y="995964"/>
                </a:cubicBezTo>
                <a:cubicBezTo>
                  <a:pt x="886602" y="999256"/>
                  <a:pt x="886328" y="1002457"/>
                  <a:pt x="885505" y="1005657"/>
                </a:cubicBezTo>
                <a:cubicBezTo>
                  <a:pt x="884682" y="1008858"/>
                  <a:pt x="883219" y="1011784"/>
                  <a:pt x="881207" y="1014344"/>
                </a:cubicBezTo>
                <a:cubicBezTo>
                  <a:pt x="879196" y="1016996"/>
                  <a:pt x="876818" y="1019099"/>
                  <a:pt x="873892" y="1020745"/>
                </a:cubicBezTo>
                <a:lnTo>
                  <a:pt x="869594" y="1023305"/>
                </a:lnTo>
                <a:cubicBezTo>
                  <a:pt x="866760" y="1024951"/>
                  <a:pt x="863651" y="1025957"/>
                  <a:pt x="860359" y="1026414"/>
                </a:cubicBezTo>
                <a:cubicBezTo>
                  <a:pt x="857067" y="1026871"/>
                  <a:pt x="853867" y="1026688"/>
                  <a:pt x="850666" y="1025774"/>
                </a:cubicBezTo>
                <a:cubicBezTo>
                  <a:pt x="847466" y="1024951"/>
                  <a:pt x="844540" y="1023488"/>
                  <a:pt x="841980" y="1021476"/>
                </a:cubicBezTo>
                <a:cubicBezTo>
                  <a:pt x="839328" y="1019465"/>
                  <a:pt x="837225" y="1017087"/>
                  <a:pt x="835487" y="1014252"/>
                </a:cubicBezTo>
                <a:cubicBezTo>
                  <a:pt x="833841" y="1011326"/>
                  <a:pt x="832836" y="1008309"/>
                  <a:pt x="832378" y="1005017"/>
                </a:cubicBezTo>
                <a:cubicBezTo>
                  <a:pt x="831921" y="1001725"/>
                  <a:pt x="832195" y="998525"/>
                  <a:pt x="833018" y="995324"/>
                </a:cubicBezTo>
                <a:cubicBezTo>
                  <a:pt x="833841" y="992124"/>
                  <a:pt x="835304" y="989198"/>
                  <a:pt x="837316" y="986546"/>
                </a:cubicBezTo>
                <a:cubicBezTo>
                  <a:pt x="839328" y="983986"/>
                  <a:pt x="841705" y="981791"/>
                  <a:pt x="844631" y="980145"/>
                </a:cubicBezTo>
              </a:path>
              <a:path w="3887754" h="1096183">
                <a:moveTo>
                  <a:pt x="853227" y="975208"/>
                </a:moveTo>
                <a:lnTo>
                  <a:pt x="857524" y="972647"/>
                </a:lnTo>
                <a:cubicBezTo>
                  <a:pt x="860450" y="971001"/>
                  <a:pt x="863468" y="969996"/>
                  <a:pt x="866760" y="969538"/>
                </a:cubicBezTo>
                <a:cubicBezTo>
                  <a:pt x="870052" y="969081"/>
                  <a:pt x="873252" y="969355"/>
                  <a:pt x="876452" y="970178"/>
                </a:cubicBezTo>
                <a:cubicBezTo>
                  <a:pt x="879653" y="971001"/>
                  <a:pt x="882579" y="972464"/>
                  <a:pt x="885231" y="974476"/>
                </a:cubicBezTo>
                <a:cubicBezTo>
                  <a:pt x="887791" y="976488"/>
                  <a:pt x="889986" y="978865"/>
                  <a:pt x="891631" y="981791"/>
                </a:cubicBezTo>
                <a:cubicBezTo>
                  <a:pt x="893277" y="984626"/>
                  <a:pt x="894375" y="987643"/>
                  <a:pt x="894740" y="990935"/>
                </a:cubicBezTo>
                <a:cubicBezTo>
                  <a:pt x="895198" y="994227"/>
                  <a:pt x="895015" y="997428"/>
                  <a:pt x="894192" y="1000628"/>
                </a:cubicBezTo>
                <a:cubicBezTo>
                  <a:pt x="893277" y="1003828"/>
                  <a:pt x="891906" y="1006754"/>
                  <a:pt x="889894" y="1009406"/>
                </a:cubicBezTo>
                <a:cubicBezTo>
                  <a:pt x="887882" y="1011966"/>
                  <a:pt x="885414" y="1014161"/>
                  <a:pt x="882579" y="1015807"/>
                </a:cubicBezTo>
                <a:lnTo>
                  <a:pt x="878190" y="1018276"/>
                </a:lnTo>
                <a:cubicBezTo>
                  <a:pt x="875355" y="1019922"/>
                  <a:pt x="872338" y="1021019"/>
                  <a:pt x="869046" y="1021385"/>
                </a:cubicBezTo>
                <a:cubicBezTo>
                  <a:pt x="865754" y="1021842"/>
                  <a:pt x="862554" y="1021659"/>
                  <a:pt x="859353" y="1020836"/>
                </a:cubicBezTo>
                <a:cubicBezTo>
                  <a:pt x="856153" y="1019922"/>
                  <a:pt x="853227" y="1018550"/>
                  <a:pt x="850575" y="1016538"/>
                </a:cubicBezTo>
                <a:cubicBezTo>
                  <a:pt x="847923" y="1014527"/>
                  <a:pt x="845820" y="1012058"/>
                  <a:pt x="844174" y="1009223"/>
                </a:cubicBezTo>
                <a:cubicBezTo>
                  <a:pt x="842528" y="1006389"/>
                  <a:pt x="841431" y="1003280"/>
                  <a:pt x="840974" y="999988"/>
                </a:cubicBezTo>
                <a:cubicBezTo>
                  <a:pt x="840608" y="996787"/>
                  <a:pt x="840791" y="993496"/>
                  <a:pt x="841614" y="990295"/>
                </a:cubicBezTo>
                <a:cubicBezTo>
                  <a:pt x="842528" y="987095"/>
                  <a:pt x="843900" y="984260"/>
                  <a:pt x="845911" y="981608"/>
                </a:cubicBezTo>
                <a:cubicBezTo>
                  <a:pt x="847923" y="978957"/>
                  <a:pt x="850392" y="976854"/>
                  <a:pt x="853227" y="975208"/>
                </a:cubicBezTo>
              </a:path>
              <a:path w="3887754" h="1096183">
                <a:moveTo>
                  <a:pt x="861913" y="970178"/>
                </a:moveTo>
                <a:lnTo>
                  <a:pt x="866211" y="967710"/>
                </a:lnTo>
                <a:cubicBezTo>
                  <a:pt x="869046" y="966064"/>
                  <a:pt x="872155" y="964966"/>
                  <a:pt x="875447" y="964601"/>
                </a:cubicBezTo>
                <a:cubicBezTo>
                  <a:pt x="878647" y="964143"/>
                  <a:pt x="881939" y="964326"/>
                  <a:pt x="885139" y="965149"/>
                </a:cubicBezTo>
                <a:cubicBezTo>
                  <a:pt x="888340" y="966064"/>
                  <a:pt x="891174" y="967435"/>
                  <a:pt x="893826" y="969447"/>
                </a:cubicBezTo>
                <a:cubicBezTo>
                  <a:pt x="896478" y="971459"/>
                  <a:pt x="898581" y="973927"/>
                  <a:pt x="900227" y="976762"/>
                </a:cubicBezTo>
                <a:cubicBezTo>
                  <a:pt x="901964" y="979597"/>
                  <a:pt x="902970" y="982706"/>
                  <a:pt x="903427" y="985998"/>
                </a:cubicBezTo>
                <a:cubicBezTo>
                  <a:pt x="903884" y="989289"/>
                  <a:pt x="903610" y="992490"/>
                  <a:pt x="902787" y="995690"/>
                </a:cubicBezTo>
                <a:cubicBezTo>
                  <a:pt x="901964" y="998891"/>
                  <a:pt x="900501" y="1001725"/>
                  <a:pt x="898489" y="1004377"/>
                </a:cubicBezTo>
                <a:cubicBezTo>
                  <a:pt x="896478" y="1007029"/>
                  <a:pt x="894009" y="1009132"/>
                  <a:pt x="891174" y="1010778"/>
                </a:cubicBezTo>
                <a:lnTo>
                  <a:pt x="886877" y="1013338"/>
                </a:lnTo>
                <a:cubicBezTo>
                  <a:pt x="884042" y="1014984"/>
                  <a:pt x="880933" y="1015990"/>
                  <a:pt x="877641" y="1016447"/>
                </a:cubicBezTo>
                <a:cubicBezTo>
                  <a:pt x="874349" y="1016904"/>
                  <a:pt x="871149" y="1016630"/>
                  <a:pt x="867948" y="1015807"/>
                </a:cubicBezTo>
                <a:cubicBezTo>
                  <a:pt x="864748" y="1014984"/>
                  <a:pt x="861822" y="1013521"/>
                  <a:pt x="859170" y="1011509"/>
                </a:cubicBezTo>
                <a:cubicBezTo>
                  <a:pt x="856610" y="1009498"/>
                  <a:pt x="854415" y="1007120"/>
                  <a:pt x="852769" y="1004194"/>
                </a:cubicBezTo>
                <a:cubicBezTo>
                  <a:pt x="851124" y="1001359"/>
                  <a:pt x="850118" y="998342"/>
                  <a:pt x="849660" y="995050"/>
                </a:cubicBezTo>
                <a:cubicBezTo>
                  <a:pt x="849203" y="991758"/>
                  <a:pt x="849386" y="988558"/>
                  <a:pt x="850301" y="985357"/>
                </a:cubicBezTo>
                <a:cubicBezTo>
                  <a:pt x="851124" y="982157"/>
                  <a:pt x="852587" y="979231"/>
                  <a:pt x="854598" y="976579"/>
                </a:cubicBezTo>
                <a:cubicBezTo>
                  <a:pt x="856610" y="974019"/>
                  <a:pt x="858987" y="971824"/>
                  <a:pt x="861913" y="970178"/>
                </a:cubicBezTo>
              </a:path>
              <a:path w="3887754" h="1096183">
                <a:moveTo>
                  <a:pt x="870509" y="965241"/>
                </a:moveTo>
                <a:lnTo>
                  <a:pt x="874806" y="962680"/>
                </a:lnTo>
                <a:cubicBezTo>
                  <a:pt x="877641" y="961034"/>
                  <a:pt x="880750" y="960029"/>
                  <a:pt x="884042" y="959571"/>
                </a:cubicBezTo>
                <a:cubicBezTo>
                  <a:pt x="887334" y="959114"/>
                  <a:pt x="890534" y="959297"/>
                  <a:pt x="893735" y="960211"/>
                </a:cubicBezTo>
                <a:cubicBezTo>
                  <a:pt x="896935" y="961034"/>
                  <a:pt x="899861" y="962497"/>
                  <a:pt x="902513" y="964509"/>
                </a:cubicBezTo>
                <a:cubicBezTo>
                  <a:pt x="905073" y="966521"/>
                  <a:pt x="907268" y="968898"/>
                  <a:pt x="908914" y="971824"/>
                </a:cubicBezTo>
                <a:cubicBezTo>
                  <a:pt x="910560" y="974659"/>
                  <a:pt x="911565" y="977676"/>
                  <a:pt x="912023" y="980968"/>
                </a:cubicBezTo>
                <a:cubicBezTo>
                  <a:pt x="912480" y="984260"/>
                  <a:pt x="912297" y="987461"/>
                  <a:pt x="911382" y="990661"/>
                </a:cubicBezTo>
                <a:cubicBezTo>
                  <a:pt x="910560" y="993861"/>
                  <a:pt x="909096" y="996787"/>
                  <a:pt x="907085" y="999439"/>
                </a:cubicBezTo>
                <a:cubicBezTo>
                  <a:pt x="905073" y="1002000"/>
                  <a:pt x="902696" y="1004194"/>
                  <a:pt x="899770" y="1005840"/>
                </a:cubicBezTo>
                <a:lnTo>
                  <a:pt x="895472" y="1008309"/>
                </a:lnTo>
                <a:cubicBezTo>
                  <a:pt x="892637" y="1009955"/>
                  <a:pt x="889528" y="1011052"/>
                  <a:pt x="886328" y="1011418"/>
                </a:cubicBezTo>
                <a:cubicBezTo>
                  <a:pt x="883036" y="1011875"/>
                  <a:pt x="879744" y="1011692"/>
                  <a:pt x="876544" y="1010778"/>
                </a:cubicBezTo>
                <a:cubicBezTo>
                  <a:pt x="873343" y="1009955"/>
                  <a:pt x="870509" y="1008583"/>
                  <a:pt x="867857" y="1006572"/>
                </a:cubicBezTo>
                <a:cubicBezTo>
                  <a:pt x="865205" y="1004560"/>
                  <a:pt x="863102" y="1002091"/>
                  <a:pt x="861456" y="999256"/>
                </a:cubicBezTo>
                <a:cubicBezTo>
                  <a:pt x="859810" y="996330"/>
                  <a:pt x="858713" y="993313"/>
                  <a:pt x="858256" y="990021"/>
                </a:cubicBezTo>
                <a:cubicBezTo>
                  <a:pt x="857890" y="986729"/>
                  <a:pt x="858073" y="983529"/>
                  <a:pt x="858896" y="980328"/>
                </a:cubicBezTo>
                <a:cubicBezTo>
                  <a:pt x="859719" y="977128"/>
                  <a:pt x="861182" y="974202"/>
                  <a:pt x="863194" y="971641"/>
                </a:cubicBezTo>
                <a:cubicBezTo>
                  <a:pt x="865205" y="968990"/>
                  <a:pt x="867674" y="966887"/>
                  <a:pt x="870509" y="965241"/>
                </a:cubicBezTo>
              </a:path>
              <a:path w="3887754" h="1096183">
                <a:moveTo>
                  <a:pt x="879104" y="960211"/>
                </a:moveTo>
                <a:lnTo>
                  <a:pt x="883493" y="957743"/>
                </a:lnTo>
                <a:cubicBezTo>
                  <a:pt x="886328" y="956097"/>
                  <a:pt x="889345" y="954999"/>
                  <a:pt x="892637" y="954542"/>
                </a:cubicBezTo>
                <a:cubicBezTo>
                  <a:pt x="895929" y="954176"/>
                  <a:pt x="899221" y="954359"/>
                  <a:pt x="902421" y="955182"/>
                </a:cubicBezTo>
                <a:cubicBezTo>
                  <a:pt x="905530" y="956097"/>
                  <a:pt x="908456" y="957468"/>
                  <a:pt x="911108" y="959480"/>
                </a:cubicBezTo>
                <a:cubicBezTo>
                  <a:pt x="913760" y="961492"/>
                  <a:pt x="915863" y="963960"/>
                  <a:pt x="917509" y="966795"/>
                </a:cubicBezTo>
                <a:cubicBezTo>
                  <a:pt x="919155" y="969630"/>
                  <a:pt x="920252" y="972739"/>
                  <a:pt x="920709" y="976031"/>
                </a:cubicBezTo>
                <a:cubicBezTo>
                  <a:pt x="921075" y="979231"/>
                  <a:pt x="920892" y="982523"/>
                  <a:pt x="920069" y="985723"/>
                </a:cubicBezTo>
                <a:cubicBezTo>
                  <a:pt x="919155" y="988832"/>
                  <a:pt x="917783" y="991758"/>
                  <a:pt x="915772" y="994410"/>
                </a:cubicBezTo>
                <a:cubicBezTo>
                  <a:pt x="913760" y="997062"/>
                  <a:pt x="911291" y="999165"/>
                  <a:pt x="908456" y="1000811"/>
                </a:cubicBezTo>
                <a:lnTo>
                  <a:pt x="904159" y="1003280"/>
                </a:lnTo>
                <a:cubicBezTo>
                  <a:pt x="901233" y="1005017"/>
                  <a:pt x="898215" y="1006023"/>
                  <a:pt x="894923" y="1006480"/>
                </a:cubicBezTo>
                <a:cubicBezTo>
                  <a:pt x="891631" y="1006846"/>
                  <a:pt x="888431" y="1006663"/>
                  <a:pt x="885231" y="1005840"/>
                </a:cubicBezTo>
                <a:cubicBezTo>
                  <a:pt x="882030" y="1005017"/>
                  <a:pt x="879104" y="1003554"/>
                  <a:pt x="876452" y="1001542"/>
                </a:cubicBezTo>
                <a:cubicBezTo>
                  <a:pt x="873892" y="999531"/>
                  <a:pt x="871698" y="997062"/>
                  <a:pt x="870052" y="994227"/>
                </a:cubicBezTo>
                <a:cubicBezTo>
                  <a:pt x="868406" y="991392"/>
                  <a:pt x="867308" y="988284"/>
                  <a:pt x="866943" y="985083"/>
                </a:cubicBezTo>
                <a:cubicBezTo>
                  <a:pt x="866485" y="981791"/>
                  <a:pt x="866668" y="978499"/>
                  <a:pt x="867583" y="975390"/>
                </a:cubicBezTo>
                <a:cubicBezTo>
                  <a:pt x="868406" y="972190"/>
                  <a:pt x="869777" y="969264"/>
                  <a:pt x="871789" y="966612"/>
                </a:cubicBezTo>
                <a:cubicBezTo>
                  <a:pt x="873801" y="963960"/>
                  <a:pt x="876270" y="961857"/>
                  <a:pt x="879104" y="960211"/>
                </a:cubicBezTo>
              </a:path>
              <a:path w="3887754" h="1096183">
                <a:moveTo>
                  <a:pt x="887791" y="955182"/>
                </a:moveTo>
                <a:lnTo>
                  <a:pt x="892089" y="952713"/>
                </a:lnTo>
                <a:cubicBezTo>
                  <a:pt x="894923" y="951067"/>
                  <a:pt x="898032" y="950062"/>
                  <a:pt x="901324" y="949604"/>
                </a:cubicBezTo>
                <a:cubicBezTo>
                  <a:pt x="904616" y="949147"/>
                  <a:pt x="907816" y="949330"/>
                  <a:pt x="911017" y="950244"/>
                </a:cubicBezTo>
                <a:cubicBezTo>
                  <a:pt x="914217" y="951067"/>
                  <a:pt x="917143" y="952530"/>
                  <a:pt x="919704" y="954542"/>
                </a:cubicBezTo>
                <a:cubicBezTo>
                  <a:pt x="922355" y="956462"/>
                  <a:pt x="924550" y="958931"/>
                  <a:pt x="926196" y="961766"/>
                </a:cubicBezTo>
                <a:cubicBezTo>
                  <a:pt x="927842" y="964692"/>
                  <a:pt x="928848" y="967710"/>
                  <a:pt x="929305" y="971001"/>
                </a:cubicBezTo>
                <a:cubicBezTo>
                  <a:pt x="929762" y="974293"/>
                  <a:pt x="929488" y="977494"/>
                  <a:pt x="928665" y="980694"/>
                </a:cubicBezTo>
                <a:cubicBezTo>
                  <a:pt x="927842" y="983894"/>
                  <a:pt x="926379" y="986820"/>
                  <a:pt x="924367" y="989381"/>
                </a:cubicBezTo>
                <a:cubicBezTo>
                  <a:pt x="922355" y="992033"/>
                  <a:pt x="919978" y="994136"/>
                  <a:pt x="917052" y="995873"/>
                </a:cubicBezTo>
                <a:lnTo>
                  <a:pt x="912754" y="998342"/>
                </a:lnTo>
                <a:cubicBezTo>
                  <a:pt x="909919" y="999988"/>
                  <a:pt x="906810" y="1000994"/>
                  <a:pt x="903519" y="1001451"/>
                </a:cubicBezTo>
                <a:cubicBezTo>
                  <a:pt x="900318" y="1001908"/>
                  <a:pt x="897026" y="1001725"/>
                  <a:pt x="893826" y="1000811"/>
                </a:cubicBezTo>
                <a:cubicBezTo>
                  <a:pt x="890626" y="999988"/>
                  <a:pt x="887700" y="998525"/>
                  <a:pt x="885139" y="996513"/>
                </a:cubicBezTo>
                <a:cubicBezTo>
                  <a:pt x="882487" y="994501"/>
                  <a:pt x="880384" y="992124"/>
                  <a:pt x="878647" y="989289"/>
                </a:cubicBezTo>
                <a:cubicBezTo>
                  <a:pt x="877001" y="986363"/>
                  <a:pt x="875995" y="983346"/>
                  <a:pt x="875538" y="980054"/>
                </a:cubicBezTo>
                <a:cubicBezTo>
                  <a:pt x="875081" y="976762"/>
                  <a:pt x="875355" y="973562"/>
                  <a:pt x="876178" y="970361"/>
                </a:cubicBezTo>
                <a:cubicBezTo>
                  <a:pt x="877001" y="967161"/>
                  <a:pt x="878464" y="964235"/>
                  <a:pt x="880476" y="961674"/>
                </a:cubicBezTo>
                <a:cubicBezTo>
                  <a:pt x="882487" y="959023"/>
                  <a:pt x="884956" y="956828"/>
                  <a:pt x="887791" y="955182"/>
                </a:cubicBezTo>
              </a:path>
              <a:path w="3887754" h="1096183">
                <a:moveTo>
                  <a:pt x="896386" y="950244"/>
                </a:moveTo>
                <a:lnTo>
                  <a:pt x="900684" y="947684"/>
                </a:lnTo>
                <a:cubicBezTo>
                  <a:pt x="903610" y="946038"/>
                  <a:pt x="906628" y="945032"/>
                  <a:pt x="909919" y="944575"/>
                </a:cubicBezTo>
                <a:cubicBezTo>
                  <a:pt x="913211" y="944118"/>
                  <a:pt x="916412" y="944392"/>
                  <a:pt x="919612" y="945215"/>
                </a:cubicBezTo>
                <a:cubicBezTo>
                  <a:pt x="922812" y="946038"/>
                  <a:pt x="925739" y="947501"/>
                  <a:pt x="928390" y="949513"/>
                </a:cubicBezTo>
                <a:cubicBezTo>
                  <a:pt x="931042" y="951525"/>
                  <a:pt x="933145" y="953902"/>
                  <a:pt x="934791" y="956828"/>
                </a:cubicBezTo>
                <a:cubicBezTo>
                  <a:pt x="936437" y="959663"/>
                  <a:pt x="937534" y="962772"/>
                  <a:pt x="937900" y="965972"/>
                </a:cubicBezTo>
                <a:cubicBezTo>
                  <a:pt x="938357" y="969264"/>
                  <a:pt x="938174" y="972464"/>
                  <a:pt x="937351" y="975665"/>
                </a:cubicBezTo>
                <a:cubicBezTo>
                  <a:pt x="936437" y="978865"/>
                  <a:pt x="935065" y="981791"/>
                  <a:pt x="933054" y="984443"/>
                </a:cubicBezTo>
                <a:cubicBezTo>
                  <a:pt x="931042" y="987003"/>
                  <a:pt x="928573" y="989198"/>
                  <a:pt x="925739" y="990844"/>
                </a:cubicBezTo>
                <a:lnTo>
                  <a:pt x="921349" y="993313"/>
                </a:lnTo>
                <a:cubicBezTo>
                  <a:pt x="918515" y="994959"/>
                  <a:pt x="915497" y="996056"/>
                  <a:pt x="912205" y="996513"/>
                </a:cubicBezTo>
                <a:cubicBezTo>
                  <a:pt x="908914" y="996879"/>
                  <a:pt x="905713" y="996696"/>
                  <a:pt x="902513" y="995873"/>
                </a:cubicBezTo>
                <a:cubicBezTo>
                  <a:pt x="899312" y="994959"/>
                  <a:pt x="896386" y="993587"/>
                  <a:pt x="893735" y="991575"/>
                </a:cubicBezTo>
                <a:cubicBezTo>
                  <a:pt x="891083" y="989564"/>
                  <a:pt x="888980" y="987095"/>
                  <a:pt x="887334" y="984260"/>
                </a:cubicBezTo>
                <a:cubicBezTo>
                  <a:pt x="885688" y="981426"/>
                  <a:pt x="884591" y="978317"/>
                  <a:pt x="884225" y="975025"/>
                </a:cubicBezTo>
                <a:cubicBezTo>
                  <a:pt x="883768" y="971824"/>
                  <a:pt x="883950" y="968532"/>
                  <a:pt x="884773" y="965332"/>
                </a:cubicBezTo>
                <a:cubicBezTo>
                  <a:pt x="885688" y="962132"/>
                  <a:pt x="887059" y="959297"/>
                  <a:pt x="889071" y="956645"/>
                </a:cubicBezTo>
                <a:cubicBezTo>
                  <a:pt x="891083" y="953994"/>
                  <a:pt x="893552" y="951890"/>
                  <a:pt x="896386" y="950244"/>
                </a:cubicBezTo>
              </a:path>
              <a:path w="3887754" h="1096183">
                <a:moveTo>
                  <a:pt x="905073" y="945215"/>
                </a:moveTo>
                <a:lnTo>
                  <a:pt x="909371" y="942746"/>
                </a:lnTo>
                <a:cubicBezTo>
                  <a:pt x="912205" y="941100"/>
                  <a:pt x="915314" y="940003"/>
                  <a:pt x="918606" y="939637"/>
                </a:cubicBezTo>
                <a:cubicBezTo>
                  <a:pt x="921807" y="939180"/>
                  <a:pt x="925098" y="939363"/>
                  <a:pt x="928299" y="940186"/>
                </a:cubicBezTo>
                <a:cubicBezTo>
                  <a:pt x="931499" y="941100"/>
                  <a:pt x="934334" y="942472"/>
                  <a:pt x="936986" y="944484"/>
                </a:cubicBezTo>
                <a:cubicBezTo>
                  <a:pt x="939637" y="946495"/>
                  <a:pt x="941741" y="948964"/>
                  <a:pt x="943386" y="951799"/>
                </a:cubicBezTo>
                <a:cubicBezTo>
                  <a:pt x="945124" y="954634"/>
                  <a:pt x="946130" y="957743"/>
                  <a:pt x="946587" y="961034"/>
                </a:cubicBezTo>
                <a:cubicBezTo>
                  <a:pt x="947044" y="964326"/>
                  <a:pt x="946770" y="967527"/>
                  <a:pt x="945947" y="970727"/>
                </a:cubicBezTo>
                <a:cubicBezTo>
                  <a:pt x="945124" y="973927"/>
                  <a:pt x="943661" y="976854"/>
                  <a:pt x="941649" y="979414"/>
                </a:cubicBezTo>
                <a:cubicBezTo>
                  <a:pt x="939637" y="982066"/>
                  <a:pt x="937169" y="984169"/>
                  <a:pt x="934334" y="985815"/>
                </a:cubicBezTo>
                <a:lnTo>
                  <a:pt x="930036" y="988375"/>
                </a:lnTo>
                <a:cubicBezTo>
                  <a:pt x="927202" y="990021"/>
                  <a:pt x="924093" y="991027"/>
                  <a:pt x="920801" y="991484"/>
                </a:cubicBezTo>
                <a:cubicBezTo>
                  <a:pt x="917509" y="991941"/>
                  <a:pt x="914309" y="991667"/>
                  <a:pt x="911108" y="990844"/>
                </a:cubicBezTo>
                <a:cubicBezTo>
                  <a:pt x="907908" y="990021"/>
                  <a:pt x="904982" y="988558"/>
                  <a:pt x="902330" y="986546"/>
                </a:cubicBezTo>
                <a:cubicBezTo>
                  <a:pt x="899770" y="984534"/>
                  <a:pt x="897575" y="982157"/>
                  <a:pt x="895929" y="979231"/>
                </a:cubicBezTo>
                <a:cubicBezTo>
                  <a:pt x="894283" y="976396"/>
                  <a:pt x="893277" y="973379"/>
                  <a:pt x="892820" y="970087"/>
                </a:cubicBezTo>
                <a:cubicBezTo>
                  <a:pt x="892363" y="966795"/>
                  <a:pt x="892546" y="963595"/>
                  <a:pt x="893460" y="960394"/>
                </a:cubicBezTo>
                <a:cubicBezTo>
                  <a:pt x="894283" y="957194"/>
                  <a:pt x="895746" y="954268"/>
                  <a:pt x="897758" y="951616"/>
                </a:cubicBezTo>
                <a:cubicBezTo>
                  <a:pt x="899770" y="949056"/>
                  <a:pt x="902147" y="946861"/>
                  <a:pt x="905073" y="945215"/>
                </a:cubicBezTo>
              </a:path>
              <a:path w="3887754" h="1096183">
                <a:moveTo>
                  <a:pt x="913668" y="940278"/>
                </a:moveTo>
                <a:lnTo>
                  <a:pt x="917966" y="937717"/>
                </a:lnTo>
                <a:cubicBezTo>
                  <a:pt x="920892" y="936071"/>
                  <a:pt x="923910" y="935065"/>
                  <a:pt x="927202" y="934608"/>
                </a:cubicBezTo>
                <a:cubicBezTo>
                  <a:pt x="930493" y="934151"/>
                  <a:pt x="933694" y="934425"/>
                  <a:pt x="936894" y="935248"/>
                </a:cubicBezTo>
                <a:cubicBezTo>
                  <a:pt x="940095" y="936071"/>
                  <a:pt x="943021" y="937534"/>
                  <a:pt x="945672" y="939546"/>
                </a:cubicBezTo>
                <a:cubicBezTo>
                  <a:pt x="948233" y="941558"/>
                  <a:pt x="950427" y="943935"/>
                  <a:pt x="952073" y="946861"/>
                </a:cubicBezTo>
                <a:cubicBezTo>
                  <a:pt x="953719" y="949696"/>
                  <a:pt x="954725" y="952713"/>
                  <a:pt x="955182" y="956005"/>
                </a:cubicBezTo>
                <a:cubicBezTo>
                  <a:pt x="955639" y="959297"/>
                  <a:pt x="955457" y="962497"/>
                  <a:pt x="954542" y="965698"/>
                </a:cubicBezTo>
                <a:cubicBezTo>
                  <a:pt x="953719" y="968898"/>
                  <a:pt x="952256" y="971824"/>
                  <a:pt x="950244" y="974476"/>
                </a:cubicBezTo>
                <a:cubicBezTo>
                  <a:pt x="948233" y="977036"/>
                  <a:pt x="945855" y="979231"/>
                  <a:pt x="942929" y="980877"/>
                </a:cubicBezTo>
                <a:lnTo>
                  <a:pt x="938632" y="983346"/>
                </a:lnTo>
                <a:cubicBezTo>
                  <a:pt x="935797" y="984992"/>
                  <a:pt x="932688" y="986089"/>
                  <a:pt x="929488" y="986455"/>
                </a:cubicBezTo>
                <a:cubicBezTo>
                  <a:pt x="926196" y="986912"/>
                  <a:pt x="922904" y="986729"/>
                  <a:pt x="919704" y="985906"/>
                </a:cubicBezTo>
                <a:cubicBezTo>
                  <a:pt x="916503" y="984992"/>
                  <a:pt x="913668" y="983620"/>
                  <a:pt x="911017" y="981608"/>
                </a:cubicBezTo>
                <a:cubicBezTo>
                  <a:pt x="908365" y="979597"/>
                  <a:pt x="906262" y="977128"/>
                  <a:pt x="904616" y="974293"/>
                </a:cubicBezTo>
                <a:cubicBezTo>
                  <a:pt x="902970" y="971459"/>
                  <a:pt x="901873" y="968350"/>
                  <a:pt x="901416" y="965058"/>
                </a:cubicBezTo>
                <a:cubicBezTo>
                  <a:pt x="901050" y="961766"/>
                  <a:pt x="901233" y="958566"/>
                  <a:pt x="902056" y="955365"/>
                </a:cubicBezTo>
                <a:cubicBezTo>
                  <a:pt x="902879" y="952165"/>
                  <a:pt x="904342" y="949239"/>
                  <a:pt x="906353" y="946678"/>
                </a:cubicBezTo>
                <a:cubicBezTo>
                  <a:pt x="908365" y="944027"/>
                  <a:pt x="910834" y="941923"/>
                  <a:pt x="913668" y="940278"/>
                </a:cubicBezTo>
              </a:path>
              <a:path w="3887754" h="1096183">
                <a:moveTo>
                  <a:pt x="922264" y="935248"/>
                </a:moveTo>
                <a:lnTo>
                  <a:pt x="926653" y="932779"/>
                </a:lnTo>
                <a:cubicBezTo>
                  <a:pt x="929488" y="931134"/>
                  <a:pt x="932505" y="930036"/>
                  <a:pt x="935797" y="929579"/>
                </a:cubicBezTo>
                <a:cubicBezTo>
                  <a:pt x="939089" y="929213"/>
                  <a:pt x="942381" y="929396"/>
                  <a:pt x="945581" y="930219"/>
                </a:cubicBezTo>
                <a:cubicBezTo>
                  <a:pt x="948690" y="931134"/>
                  <a:pt x="951616" y="932505"/>
                  <a:pt x="954268" y="934517"/>
                </a:cubicBezTo>
                <a:cubicBezTo>
                  <a:pt x="956920" y="936528"/>
                  <a:pt x="959023" y="938997"/>
                  <a:pt x="960669" y="941832"/>
                </a:cubicBezTo>
                <a:cubicBezTo>
                  <a:pt x="962315" y="944667"/>
                  <a:pt x="963412" y="947776"/>
                  <a:pt x="963869" y="951067"/>
                </a:cubicBezTo>
                <a:cubicBezTo>
                  <a:pt x="964235" y="954268"/>
                  <a:pt x="964052" y="957560"/>
                  <a:pt x="963229" y="960760"/>
                </a:cubicBezTo>
                <a:cubicBezTo>
                  <a:pt x="962315" y="963960"/>
                  <a:pt x="960943" y="966795"/>
                  <a:pt x="958931" y="969447"/>
                </a:cubicBezTo>
                <a:cubicBezTo>
                  <a:pt x="956920" y="972099"/>
                  <a:pt x="954451" y="974202"/>
                  <a:pt x="951616" y="975848"/>
                </a:cubicBezTo>
                <a:lnTo>
                  <a:pt x="947318" y="978317"/>
                </a:lnTo>
                <a:cubicBezTo>
                  <a:pt x="944392" y="980054"/>
                  <a:pt x="941375" y="981060"/>
                  <a:pt x="938083" y="981517"/>
                </a:cubicBezTo>
                <a:cubicBezTo>
                  <a:pt x="934791" y="981974"/>
                  <a:pt x="931591" y="981700"/>
                  <a:pt x="928390" y="980877"/>
                </a:cubicBezTo>
                <a:cubicBezTo>
                  <a:pt x="925190" y="980054"/>
                  <a:pt x="922264" y="978591"/>
                  <a:pt x="919612" y="976579"/>
                </a:cubicBezTo>
                <a:cubicBezTo>
                  <a:pt x="917052" y="974568"/>
                  <a:pt x="914857" y="972099"/>
                  <a:pt x="913211" y="969264"/>
                </a:cubicBezTo>
                <a:cubicBezTo>
                  <a:pt x="911565" y="966429"/>
                  <a:pt x="910468" y="963320"/>
                  <a:pt x="910102" y="960120"/>
                </a:cubicBezTo>
                <a:cubicBezTo>
                  <a:pt x="909645" y="956828"/>
                  <a:pt x="909828" y="953536"/>
                  <a:pt x="910742" y="950427"/>
                </a:cubicBezTo>
                <a:cubicBezTo>
                  <a:pt x="911565" y="947227"/>
                  <a:pt x="913028" y="944301"/>
                  <a:pt x="915040" y="941649"/>
                </a:cubicBezTo>
                <a:cubicBezTo>
                  <a:pt x="916960" y="939089"/>
                  <a:pt x="919429" y="936894"/>
                  <a:pt x="922264" y="935248"/>
                </a:cubicBezTo>
              </a:path>
              <a:path w="3887754" h="1096183">
                <a:moveTo>
                  <a:pt x="930951" y="930219"/>
                </a:moveTo>
                <a:lnTo>
                  <a:pt x="935248" y="927750"/>
                </a:lnTo>
                <a:cubicBezTo>
                  <a:pt x="938083" y="926104"/>
                  <a:pt x="941192" y="925098"/>
                  <a:pt x="944484" y="924641"/>
                </a:cubicBezTo>
                <a:cubicBezTo>
                  <a:pt x="947776" y="924184"/>
                  <a:pt x="950976" y="924367"/>
                  <a:pt x="954176" y="925281"/>
                </a:cubicBezTo>
                <a:cubicBezTo>
                  <a:pt x="957377" y="926104"/>
                  <a:pt x="960303" y="927567"/>
                  <a:pt x="962863" y="929579"/>
                </a:cubicBezTo>
                <a:cubicBezTo>
                  <a:pt x="965515" y="931591"/>
                  <a:pt x="967710" y="933968"/>
                  <a:pt x="969355" y="936803"/>
                </a:cubicBezTo>
                <a:cubicBezTo>
                  <a:pt x="971001" y="939729"/>
                  <a:pt x="972007" y="942746"/>
                  <a:pt x="972464" y="946038"/>
                </a:cubicBezTo>
                <a:cubicBezTo>
                  <a:pt x="972922" y="949330"/>
                  <a:pt x="972647" y="952530"/>
                  <a:pt x="971824" y="955731"/>
                </a:cubicBezTo>
                <a:cubicBezTo>
                  <a:pt x="971001" y="958931"/>
                  <a:pt x="969538" y="961857"/>
                  <a:pt x="967527" y="964418"/>
                </a:cubicBezTo>
                <a:cubicBezTo>
                  <a:pt x="965515" y="967069"/>
                  <a:pt x="963138" y="969173"/>
                  <a:pt x="960211" y="970910"/>
                </a:cubicBezTo>
                <a:lnTo>
                  <a:pt x="955914" y="973379"/>
                </a:lnTo>
                <a:cubicBezTo>
                  <a:pt x="953079" y="975025"/>
                  <a:pt x="949970" y="976031"/>
                  <a:pt x="946678" y="976488"/>
                </a:cubicBezTo>
                <a:cubicBezTo>
                  <a:pt x="943478" y="976945"/>
                  <a:pt x="940186" y="976762"/>
                  <a:pt x="936986" y="975848"/>
                </a:cubicBezTo>
                <a:cubicBezTo>
                  <a:pt x="933785" y="975025"/>
                  <a:pt x="930859" y="973562"/>
                  <a:pt x="928299" y="971550"/>
                </a:cubicBezTo>
                <a:cubicBezTo>
                  <a:pt x="925647" y="969538"/>
                  <a:pt x="923544" y="967161"/>
                  <a:pt x="921807" y="964326"/>
                </a:cubicBezTo>
                <a:cubicBezTo>
                  <a:pt x="920161" y="961400"/>
                  <a:pt x="919155" y="958383"/>
                  <a:pt x="918698" y="955091"/>
                </a:cubicBezTo>
                <a:cubicBezTo>
                  <a:pt x="918240" y="951799"/>
                  <a:pt x="918515" y="948599"/>
                  <a:pt x="919338" y="945398"/>
                </a:cubicBezTo>
                <a:cubicBezTo>
                  <a:pt x="920161" y="942198"/>
                  <a:pt x="921624" y="939272"/>
                  <a:pt x="923635" y="936711"/>
                </a:cubicBezTo>
                <a:cubicBezTo>
                  <a:pt x="925647" y="934060"/>
                  <a:pt x="928116" y="931956"/>
                  <a:pt x="930951" y="930219"/>
                </a:cubicBezTo>
              </a:path>
              <a:path w="3887754" h="1096183">
                <a:moveTo>
                  <a:pt x="939546" y="925281"/>
                </a:moveTo>
                <a:lnTo>
                  <a:pt x="943844" y="922812"/>
                </a:lnTo>
                <a:cubicBezTo>
                  <a:pt x="946770" y="921075"/>
                  <a:pt x="949787" y="920069"/>
                  <a:pt x="953079" y="919612"/>
                </a:cubicBezTo>
                <a:cubicBezTo>
                  <a:pt x="956371" y="919246"/>
                  <a:pt x="959571" y="919429"/>
                  <a:pt x="962772" y="920252"/>
                </a:cubicBezTo>
                <a:cubicBezTo>
                  <a:pt x="965972" y="921075"/>
                  <a:pt x="968898" y="922538"/>
                  <a:pt x="971550" y="924550"/>
                </a:cubicBezTo>
                <a:cubicBezTo>
                  <a:pt x="974202" y="926562"/>
                  <a:pt x="976305" y="929030"/>
                  <a:pt x="977951" y="931865"/>
                </a:cubicBezTo>
                <a:cubicBezTo>
                  <a:pt x="979597" y="934700"/>
                  <a:pt x="980694" y="937809"/>
                  <a:pt x="981060" y="941009"/>
                </a:cubicBezTo>
                <a:cubicBezTo>
                  <a:pt x="981517" y="944301"/>
                  <a:pt x="981334" y="947593"/>
                  <a:pt x="980511" y="950702"/>
                </a:cubicBezTo>
                <a:cubicBezTo>
                  <a:pt x="979597" y="953902"/>
                  <a:pt x="978225" y="956828"/>
                  <a:pt x="976213" y="959480"/>
                </a:cubicBezTo>
                <a:cubicBezTo>
                  <a:pt x="974202" y="962132"/>
                  <a:pt x="971733" y="964235"/>
                  <a:pt x="968898" y="965881"/>
                </a:cubicBezTo>
                <a:lnTo>
                  <a:pt x="964509" y="968350"/>
                </a:lnTo>
                <a:cubicBezTo>
                  <a:pt x="961674" y="969996"/>
                  <a:pt x="958657" y="971093"/>
                  <a:pt x="955365" y="971550"/>
                </a:cubicBezTo>
                <a:cubicBezTo>
                  <a:pt x="952073" y="971916"/>
                  <a:pt x="948873" y="971733"/>
                  <a:pt x="945672" y="970910"/>
                </a:cubicBezTo>
                <a:cubicBezTo>
                  <a:pt x="942472" y="969996"/>
                  <a:pt x="939546" y="968624"/>
                  <a:pt x="936894" y="966612"/>
                </a:cubicBezTo>
                <a:cubicBezTo>
                  <a:pt x="934242" y="964601"/>
                  <a:pt x="932139" y="962132"/>
                  <a:pt x="930493" y="959297"/>
                </a:cubicBezTo>
                <a:cubicBezTo>
                  <a:pt x="928848" y="956462"/>
                  <a:pt x="927750" y="953353"/>
                  <a:pt x="927384" y="950062"/>
                </a:cubicBezTo>
                <a:cubicBezTo>
                  <a:pt x="926927" y="946861"/>
                  <a:pt x="927110" y="943569"/>
                  <a:pt x="927933" y="940369"/>
                </a:cubicBezTo>
                <a:cubicBezTo>
                  <a:pt x="928848" y="937169"/>
                  <a:pt x="930219" y="934334"/>
                  <a:pt x="932231" y="931682"/>
                </a:cubicBezTo>
                <a:cubicBezTo>
                  <a:pt x="934242" y="929030"/>
                  <a:pt x="936711" y="926927"/>
                  <a:pt x="939546" y="925281"/>
                </a:cubicBezTo>
              </a:path>
              <a:path w="3887754" h="1096183">
                <a:moveTo>
                  <a:pt x="948233" y="920252"/>
                </a:moveTo>
                <a:lnTo>
                  <a:pt x="952530" y="917783"/>
                </a:lnTo>
                <a:cubicBezTo>
                  <a:pt x="955365" y="916137"/>
                  <a:pt x="958474" y="915040"/>
                  <a:pt x="961766" y="914674"/>
                </a:cubicBezTo>
                <a:cubicBezTo>
                  <a:pt x="964966" y="914217"/>
                  <a:pt x="968258" y="914400"/>
                  <a:pt x="971459" y="915314"/>
                </a:cubicBezTo>
                <a:cubicBezTo>
                  <a:pt x="974659" y="916137"/>
                  <a:pt x="977585" y="917509"/>
                  <a:pt x="980145" y="919521"/>
                </a:cubicBezTo>
                <a:cubicBezTo>
                  <a:pt x="982797" y="921532"/>
                  <a:pt x="984900" y="924001"/>
                  <a:pt x="986546" y="926836"/>
                </a:cubicBezTo>
                <a:cubicBezTo>
                  <a:pt x="988284" y="929670"/>
                  <a:pt x="989289" y="932779"/>
                  <a:pt x="989747" y="936071"/>
                </a:cubicBezTo>
                <a:cubicBezTo>
                  <a:pt x="990204" y="939363"/>
                  <a:pt x="989929" y="942564"/>
                  <a:pt x="989106" y="945764"/>
                </a:cubicBezTo>
                <a:cubicBezTo>
                  <a:pt x="988284" y="948964"/>
                  <a:pt x="986820" y="951890"/>
                  <a:pt x="984809" y="954451"/>
                </a:cubicBezTo>
                <a:cubicBezTo>
                  <a:pt x="982797" y="957102"/>
                  <a:pt x="980328" y="959206"/>
                  <a:pt x="977494" y="960852"/>
                </a:cubicBezTo>
                <a:lnTo>
                  <a:pt x="973196" y="963412"/>
                </a:lnTo>
                <a:cubicBezTo>
                  <a:pt x="970361" y="965058"/>
                  <a:pt x="967252" y="966064"/>
                  <a:pt x="963960" y="966521"/>
                </a:cubicBezTo>
                <a:cubicBezTo>
                  <a:pt x="960669" y="966978"/>
                  <a:pt x="957468" y="966704"/>
                  <a:pt x="954268" y="965881"/>
                </a:cubicBezTo>
                <a:cubicBezTo>
                  <a:pt x="951067" y="965058"/>
                  <a:pt x="948141" y="963595"/>
                  <a:pt x="945581" y="961583"/>
                </a:cubicBezTo>
                <a:cubicBezTo>
                  <a:pt x="942929" y="959571"/>
                  <a:pt x="940735" y="957194"/>
                  <a:pt x="939089" y="954268"/>
                </a:cubicBezTo>
                <a:cubicBezTo>
                  <a:pt x="937443" y="951433"/>
                  <a:pt x="936437" y="948416"/>
                  <a:pt x="935980" y="945124"/>
                </a:cubicBezTo>
                <a:cubicBezTo>
                  <a:pt x="935523" y="941832"/>
                  <a:pt x="935706" y="938632"/>
                  <a:pt x="936620" y="935431"/>
                </a:cubicBezTo>
                <a:cubicBezTo>
                  <a:pt x="937443" y="932231"/>
                  <a:pt x="938906" y="929305"/>
                  <a:pt x="940918" y="926653"/>
                </a:cubicBezTo>
                <a:cubicBezTo>
                  <a:pt x="942929" y="924093"/>
                  <a:pt x="945307" y="921898"/>
                  <a:pt x="948233" y="920252"/>
                </a:cubicBezTo>
              </a:path>
              <a:path w="3887754" h="1096183">
                <a:moveTo>
                  <a:pt x="956828" y="915314"/>
                </a:moveTo>
                <a:lnTo>
                  <a:pt x="961126" y="912754"/>
                </a:lnTo>
                <a:cubicBezTo>
                  <a:pt x="964052" y="911108"/>
                  <a:pt x="967069" y="910102"/>
                  <a:pt x="970361" y="909645"/>
                </a:cubicBezTo>
                <a:cubicBezTo>
                  <a:pt x="973653" y="909188"/>
                  <a:pt x="976854" y="909462"/>
                  <a:pt x="980054" y="910285"/>
                </a:cubicBezTo>
                <a:cubicBezTo>
                  <a:pt x="983254" y="911108"/>
                  <a:pt x="986180" y="912571"/>
                  <a:pt x="988832" y="914583"/>
                </a:cubicBezTo>
                <a:cubicBezTo>
                  <a:pt x="991392" y="916595"/>
                  <a:pt x="993587" y="918972"/>
                  <a:pt x="995233" y="921898"/>
                </a:cubicBezTo>
                <a:cubicBezTo>
                  <a:pt x="996879" y="924733"/>
                  <a:pt x="997885" y="927750"/>
                  <a:pt x="998342" y="931042"/>
                </a:cubicBezTo>
                <a:cubicBezTo>
                  <a:pt x="998799" y="934334"/>
                  <a:pt x="998616" y="937534"/>
                  <a:pt x="997702" y="940735"/>
                </a:cubicBezTo>
                <a:cubicBezTo>
                  <a:pt x="996879" y="943935"/>
                  <a:pt x="995416" y="946861"/>
                  <a:pt x="993404" y="949513"/>
                </a:cubicBezTo>
                <a:cubicBezTo>
                  <a:pt x="991392" y="952073"/>
                  <a:pt x="989015" y="954268"/>
                  <a:pt x="986180" y="955914"/>
                </a:cubicBezTo>
                <a:lnTo>
                  <a:pt x="981791" y="958383"/>
                </a:lnTo>
                <a:cubicBezTo>
                  <a:pt x="978957" y="960029"/>
                  <a:pt x="975848" y="961126"/>
                  <a:pt x="972647" y="961492"/>
                </a:cubicBezTo>
                <a:cubicBezTo>
                  <a:pt x="969355" y="961949"/>
                  <a:pt x="966064" y="961766"/>
                  <a:pt x="962863" y="960943"/>
                </a:cubicBezTo>
                <a:cubicBezTo>
                  <a:pt x="959663" y="960029"/>
                  <a:pt x="956828" y="958657"/>
                  <a:pt x="954176" y="956645"/>
                </a:cubicBezTo>
                <a:cubicBezTo>
                  <a:pt x="951525" y="954634"/>
                  <a:pt x="949422" y="952165"/>
                  <a:pt x="947776" y="949330"/>
                </a:cubicBezTo>
                <a:cubicBezTo>
                  <a:pt x="946130" y="946495"/>
                  <a:pt x="945032" y="943386"/>
                  <a:pt x="944575" y="940095"/>
                </a:cubicBezTo>
                <a:cubicBezTo>
                  <a:pt x="944209" y="936803"/>
                  <a:pt x="944392" y="933602"/>
                  <a:pt x="945215" y="930402"/>
                </a:cubicBezTo>
                <a:cubicBezTo>
                  <a:pt x="946038" y="927202"/>
                  <a:pt x="947501" y="924367"/>
                  <a:pt x="949513" y="921715"/>
                </a:cubicBezTo>
                <a:cubicBezTo>
                  <a:pt x="951525" y="919063"/>
                  <a:pt x="953994" y="916960"/>
                  <a:pt x="956828" y="915314"/>
                </a:cubicBezTo>
              </a:path>
              <a:path w="3887754" h="1096183">
                <a:moveTo>
                  <a:pt x="965424" y="910285"/>
                </a:moveTo>
                <a:lnTo>
                  <a:pt x="969813" y="907816"/>
                </a:lnTo>
                <a:cubicBezTo>
                  <a:pt x="972647" y="906170"/>
                  <a:pt x="975756" y="905073"/>
                  <a:pt x="978957" y="904616"/>
                </a:cubicBezTo>
                <a:cubicBezTo>
                  <a:pt x="982248" y="904250"/>
                  <a:pt x="985540" y="904433"/>
                  <a:pt x="988741" y="905256"/>
                </a:cubicBezTo>
                <a:cubicBezTo>
                  <a:pt x="991850" y="906170"/>
                  <a:pt x="994776" y="907542"/>
                  <a:pt x="997428" y="909554"/>
                </a:cubicBezTo>
                <a:cubicBezTo>
                  <a:pt x="1000079" y="911565"/>
                  <a:pt x="1002182" y="914034"/>
                  <a:pt x="1003828" y="916869"/>
                </a:cubicBezTo>
                <a:cubicBezTo>
                  <a:pt x="1005474" y="919704"/>
                  <a:pt x="1006572" y="922812"/>
                  <a:pt x="1007029" y="926104"/>
                </a:cubicBezTo>
                <a:cubicBezTo>
                  <a:pt x="1007394" y="929305"/>
                  <a:pt x="1007212" y="932597"/>
                  <a:pt x="1006389" y="935797"/>
                </a:cubicBezTo>
                <a:cubicBezTo>
                  <a:pt x="1005474" y="938997"/>
                  <a:pt x="1004103" y="941832"/>
                  <a:pt x="1002091" y="944484"/>
                </a:cubicBezTo>
                <a:cubicBezTo>
                  <a:pt x="1000079" y="947136"/>
                  <a:pt x="997610" y="949239"/>
                  <a:pt x="994776" y="950885"/>
                </a:cubicBezTo>
                <a:lnTo>
                  <a:pt x="990478" y="953445"/>
                </a:lnTo>
                <a:cubicBezTo>
                  <a:pt x="987552" y="955091"/>
                  <a:pt x="984534" y="956097"/>
                  <a:pt x="981243" y="956554"/>
                </a:cubicBezTo>
                <a:cubicBezTo>
                  <a:pt x="977951" y="957011"/>
                  <a:pt x="974750" y="956737"/>
                  <a:pt x="971550" y="955914"/>
                </a:cubicBezTo>
                <a:cubicBezTo>
                  <a:pt x="968350" y="955091"/>
                  <a:pt x="965424" y="953628"/>
                  <a:pt x="962772" y="951616"/>
                </a:cubicBezTo>
                <a:cubicBezTo>
                  <a:pt x="960211" y="949604"/>
                  <a:pt x="958017" y="947227"/>
                  <a:pt x="956371" y="944301"/>
                </a:cubicBezTo>
                <a:cubicBezTo>
                  <a:pt x="954725" y="941466"/>
                  <a:pt x="953719" y="938357"/>
                  <a:pt x="953262" y="935157"/>
                </a:cubicBezTo>
                <a:cubicBezTo>
                  <a:pt x="952805" y="931865"/>
                  <a:pt x="952988" y="928665"/>
                  <a:pt x="953902" y="925464"/>
                </a:cubicBezTo>
                <a:cubicBezTo>
                  <a:pt x="954725" y="922264"/>
                  <a:pt x="956188" y="919338"/>
                  <a:pt x="958200" y="916686"/>
                </a:cubicBezTo>
                <a:cubicBezTo>
                  <a:pt x="960211" y="914126"/>
                  <a:pt x="962589" y="911931"/>
                  <a:pt x="965424" y="910285"/>
                </a:cubicBezTo>
              </a:path>
              <a:path w="3887754" h="1096183">
                <a:moveTo>
                  <a:pt x="974110" y="905256"/>
                </a:moveTo>
                <a:lnTo>
                  <a:pt x="978408" y="902787"/>
                </a:lnTo>
                <a:cubicBezTo>
                  <a:pt x="981243" y="901141"/>
                  <a:pt x="984352" y="900135"/>
                  <a:pt x="987643" y="899678"/>
                </a:cubicBezTo>
                <a:cubicBezTo>
                  <a:pt x="990935" y="899221"/>
                  <a:pt x="994136" y="899404"/>
                  <a:pt x="997336" y="900318"/>
                </a:cubicBezTo>
                <a:cubicBezTo>
                  <a:pt x="1000536" y="901141"/>
                  <a:pt x="1003463" y="902604"/>
                  <a:pt x="1006023" y="904616"/>
                </a:cubicBezTo>
                <a:cubicBezTo>
                  <a:pt x="1008675" y="906628"/>
                  <a:pt x="1010869" y="909005"/>
                  <a:pt x="1012515" y="911840"/>
                </a:cubicBezTo>
                <a:cubicBezTo>
                  <a:pt x="1014161" y="914766"/>
                  <a:pt x="1015167" y="917783"/>
                  <a:pt x="1015624" y="921075"/>
                </a:cubicBezTo>
                <a:cubicBezTo>
                  <a:pt x="1016081" y="924367"/>
                  <a:pt x="1015807" y="927567"/>
                  <a:pt x="1014984" y="930768"/>
                </a:cubicBezTo>
                <a:cubicBezTo>
                  <a:pt x="1014161" y="933968"/>
                  <a:pt x="1012698" y="936894"/>
                  <a:pt x="1010686" y="939455"/>
                </a:cubicBezTo>
                <a:cubicBezTo>
                  <a:pt x="1008675" y="942106"/>
                  <a:pt x="1006297" y="944301"/>
                  <a:pt x="1003371" y="945947"/>
                </a:cubicBezTo>
                <a:lnTo>
                  <a:pt x="999073" y="948416"/>
                </a:lnTo>
                <a:cubicBezTo>
                  <a:pt x="996239" y="950062"/>
                  <a:pt x="993130" y="951067"/>
                  <a:pt x="989838" y="951525"/>
                </a:cubicBezTo>
                <a:cubicBezTo>
                  <a:pt x="986638" y="951982"/>
                  <a:pt x="983346" y="951799"/>
                  <a:pt x="980145" y="950885"/>
                </a:cubicBezTo>
                <a:cubicBezTo>
                  <a:pt x="976945" y="950062"/>
                  <a:pt x="974019" y="948599"/>
                  <a:pt x="971459" y="946678"/>
                </a:cubicBezTo>
                <a:cubicBezTo>
                  <a:pt x="968807" y="944667"/>
                  <a:pt x="966704" y="942198"/>
                  <a:pt x="964966" y="939363"/>
                </a:cubicBezTo>
                <a:cubicBezTo>
                  <a:pt x="963320" y="936437"/>
                  <a:pt x="962315" y="933420"/>
                  <a:pt x="961857" y="930128"/>
                </a:cubicBezTo>
                <a:cubicBezTo>
                  <a:pt x="961400" y="926836"/>
                  <a:pt x="961674" y="923635"/>
                  <a:pt x="962497" y="920435"/>
                </a:cubicBezTo>
                <a:cubicBezTo>
                  <a:pt x="963320" y="917235"/>
                  <a:pt x="964783" y="914309"/>
                  <a:pt x="966795" y="911748"/>
                </a:cubicBezTo>
                <a:cubicBezTo>
                  <a:pt x="968807" y="909096"/>
                  <a:pt x="971276" y="906993"/>
                  <a:pt x="974110" y="905256"/>
                </a:cubicBezTo>
              </a:path>
              <a:path w="3887754" h="1096183">
                <a:moveTo>
                  <a:pt x="982706" y="900318"/>
                </a:moveTo>
                <a:lnTo>
                  <a:pt x="987003" y="897849"/>
                </a:lnTo>
                <a:cubicBezTo>
                  <a:pt x="989929" y="896203"/>
                  <a:pt x="992947" y="895106"/>
                  <a:pt x="996239" y="894649"/>
                </a:cubicBezTo>
                <a:cubicBezTo>
                  <a:pt x="999531" y="894283"/>
                  <a:pt x="1002731" y="894466"/>
                  <a:pt x="1005931" y="895289"/>
                </a:cubicBezTo>
                <a:cubicBezTo>
                  <a:pt x="1009132" y="896112"/>
                  <a:pt x="1012058" y="897575"/>
                  <a:pt x="1014710" y="899587"/>
                </a:cubicBezTo>
                <a:cubicBezTo>
                  <a:pt x="1017361" y="901598"/>
                  <a:pt x="1019465" y="904067"/>
                  <a:pt x="1021110" y="906902"/>
                </a:cubicBezTo>
                <a:cubicBezTo>
                  <a:pt x="1022756" y="909737"/>
                  <a:pt x="1023854" y="912846"/>
                  <a:pt x="1024219" y="916046"/>
                </a:cubicBezTo>
                <a:cubicBezTo>
                  <a:pt x="1024677" y="919338"/>
                  <a:pt x="1024494" y="922630"/>
                  <a:pt x="1023671" y="925830"/>
                </a:cubicBezTo>
                <a:cubicBezTo>
                  <a:pt x="1022756" y="928939"/>
                  <a:pt x="1021385" y="931865"/>
                  <a:pt x="1019373" y="934517"/>
                </a:cubicBezTo>
                <a:cubicBezTo>
                  <a:pt x="1017361" y="937169"/>
                  <a:pt x="1014893" y="939272"/>
                  <a:pt x="1012058" y="940918"/>
                </a:cubicBezTo>
                <a:lnTo>
                  <a:pt x="1007760" y="943386"/>
                </a:lnTo>
                <a:cubicBezTo>
                  <a:pt x="1004834" y="945032"/>
                  <a:pt x="1001817" y="946130"/>
                  <a:pt x="998525" y="946587"/>
                </a:cubicBezTo>
                <a:cubicBezTo>
                  <a:pt x="995233" y="946953"/>
                  <a:pt x="992033" y="946770"/>
                  <a:pt x="988832" y="945947"/>
                </a:cubicBezTo>
                <a:cubicBezTo>
                  <a:pt x="985632" y="945124"/>
                  <a:pt x="982706" y="943661"/>
                  <a:pt x="980054" y="941649"/>
                </a:cubicBezTo>
                <a:cubicBezTo>
                  <a:pt x="977402" y="939637"/>
                  <a:pt x="975299" y="937169"/>
                  <a:pt x="973653" y="934334"/>
                </a:cubicBezTo>
                <a:cubicBezTo>
                  <a:pt x="972007" y="931499"/>
                  <a:pt x="970910" y="928390"/>
                  <a:pt x="970544" y="925190"/>
                </a:cubicBezTo>
                <a:cubicBezTo>
                  <a:pt x="970087" y="921898"/>
                  <a:pt x="970270" y="918606"/>
                  <a:pt x="971093" y="915406"/>
                </a:cubicBezTo>
                <a:cubicBezTo>
                  <a:pt x="972007" y="912297"/>
                  <a:pt x="973379" y="909371"/>
                  <a:pt x="975390" y="906719"/>
                </a:cubicBezTo>
                <a:cubicBezTo>
                  <a:pt x="977402" y="904067"/>
                  <a:pt x="979871" y="901964"/>
                  <a:pt x="982706" y="900318"/>
                </a:cubicBezTo>
              </a:path>
              <a:path w="3887754" h="1096183">
                <a:moveTo>
                  <a:pt x="991392" y="895289"/>
                </a:moveTo>
                <a:lnTo>
                  <a:pt x="995690" y="892820"/>
                </a:lnTo>
                <a:cubicBezTo>
                  <a:pt x="998525" y="891174"/>
                  <a:pt x="1001634" y="890077"/>
                  <a:pt x="1004926" y="889711"/>
                </a:cubicBezTo>
                <a:cubicBezTo>
                  <a:pt x="1008126" y="889254"/>
                  <a:pt x="1011418" y="889437"/>
                  <a:pt x="1014618" y="890351"/>
                </a:cubicBezTo>
                <a:cubicBezTo>
                  <a:pt x="1017819" y="891174"/>
                  <a:pt x="1020745" y="892546"/>
                  <a:pt x="1023305" y="894558"/>
                </a:cubicBezTo>
                <a:cubicBezTo>
                  <a:pt x="1025957" y="896569"/>
                  <a:pt x="1028060" y="899038"/>
                  <a:pt x="1029706" y="901873"/>
                </a:cubicBezTo>
                <a:cubicBezTo>
                  <a:pt x="1031443" y="904799"/>
                  <a:pt x="1032449" y="907816"/>
                  <a:pt x="1032906" y="911108"/>
                </a:cubicBezTo>
                <a:cubicBezTo>
                  <a:pt x="1033363" y="914400"/>
                  <a:pt x="1033089" y="917600"/>
                  <a:pt x="1032266" y="920801"/>
                </a:cubicBezTo>
                <a:cubicBezTo>
                  <a:pt x="1031443" y="924001"/>
                  <a:pt x="1029980" y="926927"/>
                  <a:pt x="1027968" y="929488"/>
                </a:cubicBezTo>
                <a:cubicBezTo>
                  <a:pt x="1025957" y="932139"/>
                  <a:pt x="1023488" y="934242"/>
                  <a:pt x="1020653" y="935888"/>
                </a:cubicBezTo>
                <a:lnTo>
                  <a:pt x="1016356" y="938449"/>
                </a:lnTo>
                <a:cubicBezTo>
                  <a:pt x="1013521" y="940095"/>
                  <a:pt x="1010412" y="941100"/>
                  <a:pt x="1007120" y="941558"/>
                </a:cubicBezTo>
                <a:cubicBezTo>
                  <a:pt x="1003828" y="942015"/>
                  <a:pt x="1000628" y="941832"/>
                  <a:pt x="997428" y="940918"/>
                </a:cubicBezTo>
                <a:cubicBezTo>
                  <a:pt x="994227" y="940095"/>
                  <a:pt x="991301" y="938632"/>
                  <a:pt x="988741" y="936620"/>
                </a:cubicBezTo>
                <a:cubicBezTo>
                  <a:pt x="986089" y="934608"/>
                  <a:pt x="983894" y="932231"/>
                  <a:pt x="982248" y="929396"/>
                </a:cubicBezTo>
                <a:cubicBezTo>
                  <a:pt x="980603" y="926470"/>
                  <a:pt x="979597" y="923453"/>
                  <a:pt x="979140" y="920161"/>
                </a:cubicBezTo>
                <a:cubicBezTo>
                  <a:pt x="978682" y="916869"/>
                  <a:pt x="978865" y="913668"/>
                  <a:pt x="979780" y="910468"/>
                </a:cubicBezTo>
                <a:cubicBezTo>
                  <a:pt x="980603" y="907268"/>
                  <a:pt x="982066" y="904342"/>
                  <a:pt x="984077" y="901690"/>
                </a:cubicBezTo>
                <a:cubicBezTo>
                  <a:pt x="986089" y="899130"/>
                  <a:pt x="988466" y="896935"/>
                  <a:pt x="991392" y="895289"/>
                </a:cubicBezTo>
              </a:path>
              <a:path w="3887754" h="1096183">
                <a:moveTo>
                  <a:pt x="999988" y="890351"/>
                </a:moveTo>
                <a:lnTo>
                  <a:pt x="1004286" y="887791"/>
                </a:lnTo>
                <a:cubicBezTo>
                  <a:pt x="1007212" y="886145"/>
                  <a:pt x="1010229" y="885139"/>
                  <a:pt x="1013521" y="884682"/>
                </a:cubicBezTo>
                <a:cubicBezTo>
                  <a:pt x="1016813" y="884225"/>
                  <a:pt x="1020013" y="884499"/>
                  <a:pt x="1023214" y="885322"/>
                </a:cubicBezTo>
                <a:cubicBezTo>
                  <a:pt x="1026414" y="886145"/>
                  <a:pt x="1029340" y="887608"/>
                  <a:pt x="1031992" y="889620"/>
                </a:cubicBezTo>
                <a:cubicBezTo>
                  <a:pt x="1034552" y="891631"/>
                  <a:pt x="1036747" y="894009"/>
                  <a:pt x="1038393" y="896935"/>
                </a:cubicBezTo>
                <a:cubicBezTo>
                  <a:pt x="1040039" y="899770"/>
                  <a:pt x="1041044" y="902787"/>
                  <a:pt x="1041502" y="906079"/>
                </a:cubicBezTo>
                <a:cubicBezTo>
                  <a:pt x="1041959" y="909371"/>
                  <a:pt x="1041776" y="912571"/>
                  <a:pt x="1040862" y="915772"/>
                </a:cubicBezTo>
                <a:cubicBezTo>
                  <a:pt x="1040039" y="918972"/>
                  <a:pt x="1038576" y="921898"/>
                  <a:pt x="1036564" y="924550"/>
                </a:cubicBezTo>
                <a:cubicBezTo>
                  <a:pt x="1034552" y="927110"/>
                  <a:pt x="1032175" y="929305"/>
                  <a:pt x="1029340" y="930951"/>
                </a:cubicBezTo>
                <a:lnTo>
                  <a:pt x="1024951" y="933420"/>
                </a:lnTo>
                <a:cubicBezTo>
                  <a:pt x="1022116" y="935065"/>
                  <a:pt x="1019007" y="936163"/>
                  <a:pt x="1015807" y="936528"/>
                </a:cubicBezTo>
                <a:cubicBezTo>
                  <a:pt x="1012515" y="936986"/>
                  <a:pt x="1009223" y="936803"/>
                  <a:pt x="1006023" y="935980"/>
                </a:cubicBezTo>
                <a:cubicBezTo>
                  <a:pt x="1002822" y="935065"/>
                  <a:pt x="999988" y="933694"/>
                  <a:pt x="997336" y="931682"/>
                </a:cubicBezTo>
                <a:cubicBezTo>
                  <a:pt x="994684" y="929670"/>
                  <a:pt x="992581" y="927202"/>
                  <a:pt x="990935" y="924367"/>
                </a:cubicBezTo>
                <a:cubicBezTo>
                  <a:pt x="989289" y="921532"/>
                  <a:pt x="988192" y="918423"/>
                  <a:pt x="987735" y="915132"/>
                </a:cubicBezTo>
                <a:cubicBezTo>
                  <a:pt x="987369" y="911931"/>
                  <a:pt x="987552" y="908639"/>
                  <a:pt x="988375" y="905439"/>
                </a:cubicBezTo>
                <a:cubicBezTo>
                  <a:pt x="989289" y="902238"/>
                  <a:pt x="990661" y="899404"/>
                  <a:pt x="992673" y="896752"/>
                </a:cubicBezTo>
                <a:cubicBezTo>
                  <a:pt x="994684" y="894100"/>
                  <a:pt x="997153" y="891997"/>
                  <a:pt x="999988" y="890351"/>
                </a:cubicBezTo>
              </a:path>
              <a:path w="3887754" h="1096183">
                <a:moveTo>
                  <a:pt x="1008583" y="885322"/>
                </a:moveTo>
                <a:lnTo>
                  <a:pt x="1012972" y="882853"/>
                </a:lnTo>
                <a:cubicBezTo>
                  <a:pt x="1015807" y="881207"/>
                  <a:pt x="1018916" y="880110"/>
                  <a:pt x="1022116" y="879744"/>
                </a:cubicBezTo>
                <a:cubicBezTo>
                  <a:pt x="1025408" y="879287"/>
                  <a:pt x="1028700" y="879470"/>
                  <a:pt x="1031900" y="880293"/>
                </a:cubicBezTo>
                <a:cubicBezTo>
                  <a:pt x="1035101" y="881207"/>
                  <a:pt x="1037935" y="882579"/>
                  <a:pt x="1040587" y="884591"/>
                </a:cubicBezTo>
                <a:cubicBezTo>
                  <a:pt x="1043239" y="886602"/>
                  <a:pt x="1045342" y="889071"/>
                  <a:pt x="1046988" y="891906"/>
                </a:cubicBezTo>
                <a:cubicBezTo>
                  <a:pt x="1048634" y="894740"/>
                  <a:pt x="1049731" y="897849"/>
                  <a:pt x="1050188" y="901141"/>
                </a:cubicBezTo>
                <a:cubicBezTo>
                  <a:pt x="1050554" y="904342"/>
                  <a:pt x="1050371" y="907633"/>
                  <a:pt x="1049548" y="910834"/>
                </a:cubicBezTo>
                <a:cubicBezTo>
                  <a:pt x="1048634" y="914034"/>
                  <a:pt x="1047262" y="916869"/>
                  <a:pt x="1045251" y="919521"/>
                </a:cubicBezTo>
                <a:cubicBezTo>
                  <a:pt x="1043239" y="922172"/>
                  <a:pt x="1040770" y="924276"/>
                  <a:pt x="1037935" y="925921"/>
                </a:cubicBezTo>
                <a:lnTo>
                  <a:pt x="1033638" y="928482"/>
                </a:lnTo>
                <a:cubicBezTo>
                  <a:pt x="1030712" y="930128"/>
                  <a:pt x="1027694" y="931134"/>
                  <a:pt x="1024402" y="931591"/>
                </a:cubicBezTo>
                <a:cubicBezTo>
                  <a:pt x="1021110" y="932048"/>
                  <a:pt x="1017910" y="931774"/>
                  <a:pt x="1014710" y="930951"/>
                </a:cubicBezTo>
                <a:cubicBezTo>
                  <a:pt x="1011509" y="930128"/>
                  <a:pt x="1008583" y="928665"/>
                  <a:pt x="1005931" y="926653"/>
                </a:cubicBezTo>
                <a:cubicBezTo>
                  <a:pt x="1003371" y="924641"/>
                  <a:pt x="1001177" y="922264"/>
                  <a:pt x="999531" y="919338"/>
                </a:cubicBezTo>
                <a:cubicBezTo>
                  <a:pt x="997885" y="916503"/>
                  <a:pt x="996879" y="913486"/>
                  <a:pt x="996422" y="910194"/>
                </a:cubicBezTo>
                <a:cubicBezTo>
                  <a:pt x="995964" y="906902"/>
                  <a:pt x="996147" y="903702"/>
                  <a:pt x="997062" y="900501"/>
                </a:cubicBezTo>
                <a:cubicBezTo>
                  <a:pt x="997885" y="897301"/>
                  <a:pt x="999348" y="894375"/>
                  <a:pt x="1001359" y="891723"/>
                </a:cubicBezTo>
                <a:cubicBezTo>
                  <a:pt x="1003371" y="889163"/>
                  <a:pt x="1005749" y="886968"/>
                  <a:pt x="1008583" y="885322"/>
                </a:cubicBezTo>
              </a:path>
              <a:path w="3887754" h="1096183">
                <a:moveTo>
                  <a:pt x="1017270" y="880384"/>
                </a:moveTo>
                <a:lnTo>
                  <a:pt x="1021568" y="877824"/>
                </a:lnTo>
                <a:cubicBezTo>
                  <a:pt x="1024402" y="876178"/>
                  <a:pt x="1027511" y="875172"/>
                  <a:pt x="1030803" y="874715"/>
                </a:cubicBezTo>
                <a:cubicBezTo>
                  <a:pt x="1034095" y="874258"/>
                  <a:pt x="1037295" y="874441"/>
                  <a:pt x="1040496" y="875355"/>
                </a:cubicBezTo>
                <a:cubicBezTo>
                  <a:pt x="1043696" y="876178"/>
                  <a:pt x="1046622" y="877641"/>
                  <a:pt x="1049183" y="879653"/>
                </a:cubicBezTo>
                <a:cubicBezTo>
                  <a:pt x="1051834" y="881664"/>
                  <a:pt x="1054029" y="884042"/>
                  <a:pt x="1055675" y="886877"/>
                </a:cubicBezTo>
                <a:cubicBezTo>
                  <a:pt x="1057321" y="889803"/>
                  <a:pt x="1058327" y="892820"/>
                  <a:pt x="1058784" y="896112"/>
                </a:cubicBezTo>
                <a:cubicBezTo>
                  <a:pt x="1059241" y="899404"/>
                  <a:pt x="1059058" y="902604"/>
                  <a:pt x="1058144" y="905805"/>
                </a:cubicBezTo>
                <a:cubicBezTo>
                  <a:pt x="1057321" y="909005"/>
                  <a:pt x="1055858" y="911931"/>
                  <a:pt x="1053846" y="914583"/>
                </a:cubicBezTo>
                <a:cubicBezTo>
                  <a:pt x="1051834" y="917143"/>
                  <a:pt x="1049457" y="919338"/>
                  <a:pt x="1046531" y="920984"/>
                </a:cubicBezTo>
                <a:lnTo>
                  <a:pt x="1042233" y="923453"/>
                </a:lnTo>
                <a:cubicBezTo>
                  <a:pt x="1039398" y="925098"/>
                  <a:pt x="1036290" y="926196"/>
                  <a:pt x="1032998" y="926562"/>
                </a:cubicBezTo>
                <a:cubicBezTo>
                  <a:pt x="1029797" y="927019"/>
                  <a:pt x="1026505" y="926836"/>
                  <a:pt x="1023305" y="925921"/>
                </a:cubicBezTo>
                <a:cubicBezTo>
                  <a:pt x="1020105" y="925098"/>
                  <a:pt x="1017179" y="923727"/>
                  <a:pt x="1014618" y="921715"/>
                </a:cubicBezTo>
                <a:cubicBezTo>
                  <a:pt x="1011966" y="919704"/>
                  <a:pt x="1009863" y="917235"/>
                  <a:pt x="1008126" y="914400"/>
                </a:cubicBezTo>
                <a:cubicBezTo>
                  <a:pt x="1006480" y="911474"/>
                  <a:pt x="1005474" y="908456"/>
                  <a:pt x="1005017" y="905165"/>
                </a:cubicBezTo>
                <a:cubicBezTo>
                  <a:pt x="1004560" y="901873"/>
                  <a:pt x="1004834" y="898672"/>
                  <a:pt x="1005657" y="895472"/>
                </a:cubicBezTo>
                <a:cubicBezTo>
                  <a:pt x="1006480" y="892272"/>
                  <a:pt x="1007943" y="889345"/>
                  <a:pt x="1009955" y="886785"/>
                </a:cubicBezTo>
                <a:cubicBezTo>
                  <a:pt x="1011966" y="884133"/>
                  <a:pt x="1014435" y="882030"/>
                  <a:pt x="1017270" y="880384"/>
                </a:cubicBezTo>
              </a:path>
              <a:path w="3887754" h="1096183">
                <a:moveTo>
                  <a:pt x="1025865" y="875355"/>
                </a:moveTo>
                <a:lnTo>
                  <a:pt x="1030163" y="872886"/>
                </a:lnTo>
                <a:cubicBezTo>
                  <a:pt x="1033089" y="871240"/>
                  <a:pt x="1036107" y="870143"/>
                  <a:pt x="1039398" y="869686"/>
                </a:cubicBezTo>
                <a:cubicBezTo>
                  <a:pt x="1042690" y="869320"/>
                  <a:pt x="1045891" y="869503"/>
                  <a:pt x="1049091" y="870326"/>
                </a:cubicBezTo>
                <a:cubicBezTo>
                  <a:pt x="1052292" y="871240"/>
                  <a:pt x="1055218" y="872612"/>
                  <a:pt x="1057869" y="874624"/>
                </a:cubicBezTo>
                <a:cubicBezTo>
                  <a:pt x="1060521" y="876635"/>
                  <a:pt x="1062624" y="879104"/>
                  <a:pt x="1064270" y="881939"/>
                </a:cubicBezTo>
                <a:cubicBezTo>
                  <a:pt x="1065916" y="884773"/>
                  <a:pt x="1067013" y="887882"/>
                  <a:pt x="1067379" y="891174"/>
                </a:cubicBezTo>
                <a:cubicBezTo>
                  <a:pt x="1067836" y="894375"/>
                  <a:pt x="1067653" y="897666"/>
                  <a:pt x="1066830" y="900867"/>
                </a:cubicBezTo>
                <a:cubicBezTo>
                  <a:pt x="1065916" y="903976"/>
                  <a:pt x="1064544" y="906902"/>
                  <a:pt x="1062533" y="909554"/>
                </a:cubicBezTo>
                <a:cubicBezTo>
                  <a:pt x="1060521" y="912205"/>
                  <a:pt x="1058052" y="914309"/>
                  <a:pt x="1055218" y="915954"/>
                </a:cubicBezTo>
                <a:lnTo>
                  <a:pt x="1050920" y="918423"/>
                </a:lnTo>
                <a:cubicBezTo>
                  <a:pt x="1047994" y="920161"/>
                  <a:pt x="1044976" y="921167"/>
                  <a:pt x="1041684" y="921624"/>
                </a:cubicBezTo>
                <a:cubicBezTo>
                  <a:pt x="1038393" y="921990"/>
                  <a:pt x="1035192" y="921807"/>
                  <a:pt x="1031992" y="920984"/>
                </a:cubicBezTo>
                <a:cubicBezTo>
                  <a:pt x="1028791" y="920161"/>
                  <a:pt x="1025865" y="918698"/>
                  <a:pt x="1023214" y="916686"/>
                </a:cubicBezTo>
                <a:cubicBezTo>
                  <a:pt x="1020562" y="914674"/>
                  <a:pt x="1018459" y="912205"/>
                  <a:pt x="1016813" y="909371"/>
                </a:cubicBezTo>
                <a:cubicBezTo>
                  <a:pt x="1015167" y="906536"/>
                  <a:pt x="1014070" y="903427"/>
                  <a:pt x="1013704" y="900227"/>
                </a:cubicBezTo>
                <a:cubicBezTo>
                  <a:pt x="1013247" y="896935"/>
                  <a:pt x="1013430" y="893643"/>
                  <a:pt x="1014252" y="890443"/>
                </a:cubicBezTo>
                <a:cubicBezTo>
                  <a:pt x="1015167" y="887334"/>
                  <a:pt x="1016538" y="884408"/>
                  <a:pt x="1018550" y="881756"/>
                </a:cubicBezTo>
                <a:cubicBezTo>
                  <a:pt x="1020562" y="879104"/>
                  <a:pt x="1023031" y="877001"/>
                  <a:pt x="1025865" y="875355"/>
                </a:cubicBezTo>
              </a:path>
              <a:path w="3887754" h="1096183">
                <a:moveTo>
                  <a:pt x="1034552" y="870326"/>
                </a:moveTo>
                <a:lnTo>
                  <a:pt x="1038850" y="867857"/>
                </a:lnTo>
                <a:cubicBezTo>
                  <a:pt x="1041684" y="866211"/>
                  <a:pt x="1044793" y="865205"/>
                  <a:pt x="1048085" y="864748"/>
                </a:cubicBezTo>
                <a:cubicBezTo>
                  <a:pt x="1051286" y="864291"/>
                  <a:pt x="1054578" y="864474"/>
                  <a:pt x="1057778" y="865388"/>
                </a:cubicBezTo>
                <a:cubicBezTo>
                  <a:pt x="1060978" y="866211"/>
                  <a:pt x="1063904" y="867674"/>
                  <a:pt x="1066465" y="869594"/>
                </a:cubicBezTo>
                <a:cubicBezTo>
                  <a:pt x="1069116" y="871606"/>
                  <a:pt x="1071220" y="874075"/>
                  <a:pt x="1072957" y="876910"/>
                </a:cubicBezTo>
                <a:cubicBezTo>
                  <a:pt x="1074603" y="879836"/>
                  <a:pt x="1075609" y="882853"/>
                  <a:pt x="1076066" y="886145"/>
                </a:cubicBezTo>
                <a:cubicBezTo>
                  <a:pt x="1076523" y="889437"/>
                  <a:pt x="1076249" y="892637"/>
                  <a:pt x="1075426" y="895838"/>
                </a:cubicBezTo>
                <a:cubicBezTo>
                  <a:pt x="1074603" y="899038"/>
                  <a:pt x="1073140" y="901964"/>
                  <a:pt x="1071128" y="904524"/>
                </a:cubicBezTo>
                <a:cubicBezTo>
                  <a:pt x="1069116" y="907176"/>
                  <a:pt x="1066648" y="909279"/>
                  <a:pt x="1063813" y="911017"/>
                </a:cubicBezTo>
                <a:lnTo>
                  <a:pt x="1059515" y="913486"/>
                </a:lnTo>
                <a:cubicBezTo>
                  <a:pt x="1056681" y="915132"/>
                  <a:pt x="1053572" y="916137"/>
                  <a:pt x="1050280" y="916595"/>
                </a:cubicBezTo>
                <a:cubicBezTo>
                  <a:pt x="1046988" y="917052"/>
                  <a:pt x="1043788" y="916869"/>
                  <a:pt x="1040587" y="915954"/>
                </a:cubicBezTo>
                <a:cubicBezTo>
                  <a:pt x="1037387" y="915132"/>
                  <a:pt x="1034461" y="913668"/>
                  <a:pt x="1031900" y="911657"/>
                </a:cubicBezTo>
                <a:cubicBezTo>
                  <a:pt x="1029249" y="909645"/>
                  <a:pt x="1027054" y="907268"/>
                  <a:pt x="1025408" y="904433"/>
                </a:cubicBezTo>
                <a:cubicBezTo>
                  <a:pt x="1023762" y="901507"/>
                  <a:pt x="1022756" y="898489"/>
                  <a:pt x="1022299" y="895198"/>
                </a:cubicBezTo>
                <a:cubicBezTo>
                  <a:pt x="1021842" y="891906"/>
                  <a:pt x="1022025" y="888705"/>
                  <a:pt x="1022939" y="885505"/>
                </a:cubicBezTo>
                <a:cubicBezTo>
                  <a:pt x="1023762" y="882305"/>
                  <a:pt x="1025225" y="879378"/>
                  <a:pt x="1027237" y="876818"/>
                </a:cubicBezTo>
                <a:cubicBezTo>
                  <a:pt x="1029249" y="874166"/>
                  <a:pt x="1031626" y="871972"/>
                  <a:pt x="1034552" y="870326"/>
                </a:cubicBezTo>
              </a:path>
              <a:path w="3887754" h="1096183">
                <a:moveTo>
                  <a:pt x="1043148" y="865388"/>
                </a:moveTo>
                <a:lnTo>
                  <a:pt x="1047445" y="862828"/>
                </a:lnTo>
                <a:cubicBezTo>
                  <a:pt x="1050371" y="861182"/>
                  <a:pt x="1053389" y="860176"/>
                  <a:pt x="1056681" y="859719"/>
                </a:cubicBezTo>
                <a:cubicBezTo>
                  <a:pt x="1059972" y="859262"/>
                  <a:pt x="1063173" y="859536"/>
                  <a:pt x="1066373" y="860359"/>
                </a:cubicBezTo>
                <a:cubicBezTo>
                  <a:pt x="1069574" y="861182"/>
                  <a:pt x="1072500" y="862645"/>
                  <a:pt x="1075152" y="864657"/>
                </a:cubicBezTo>
                <a:cubicBezTo>
                  <a:pt x="1077712" y="866668"/>
                  <a:pt x="1079906" y="869046"/>
                  <a:pt x="1081552" y="871972"/>
                </a:cubicBezTo>
                <a:cubicBezTo>
                  <a:pt x="1083198" y="874806"/>
                  <a:pt x="1084204" y="877915"/>
                  <a:pt x="1084661" y="881116"/>
                </a:cubicBezTo>
                <a:cubicBezTo>
                  <a:pt x="1085118" y="884408"/>
                  <a:pt x="1084936" y="887608"/>
                  <a:pt x="1084021" y="890808"/>
                </a:cubicBezTo>
                <a:cubicBezTo>
                  <a:pt x="1083198" y="894009"/>
                  <a:pt x="1081735" y="896935"/>
                  <a:pt x="1079724" y="899587"/>
                </a:cubicBezTo>
                <a:cubicBezTo>
                  <a:pt x="1077712" y="902147"/>
                  <a:pt x="1075334" y="904342"/>
                  <a:pt x="1072500" y="905988"/>
                </a:cubicBezTo>
                <a:lnTo>
                  <a:pt x="1068111" y="908456"/>
                </a:lnTo>
                <a:cubicBezTo>
                  <a:pt x="1065276" y="910102"/>
                  <a:pt x="1062167" y="911200"/>
                  <a:pt x="1058967" y="911657"/>
                </a:cubicBezTo>
                <a:cubicBezTo>
                  <a:pt x="1055675" y="912023"/>
                  <a:pt x="1052383" y="911840"/>
                  <a:pt x="1049183" y="911017"/>
                </a:cubicBezTo>
                <a:cubicBezTo>
                  <a:pt x="1045982" y="910102"/>
                  <a:pt x="1043148" y="908731"/>
                  <a:pt x="1040496" y="906719"/>
                </a:cubicBezTo>
                <a:cubicBezTo>
                  <a:pt x="1037844" y="904707"/>
                  <a:pt x="1035741" y="902238"/>
                  <a:pt x="1034095" y="899404"/>
                </a:cubicBezTo>
                <a:cubicBezTo>
                  <a:pt x="1032449" y="896569"/>
                  <a:pt x="1031352" y="893460"/>
                  <a:pt x="1030895" y="890168"/>
                </a:cubicBezTo>
                <a:cubicBezTo>
                  <a:pt x="1030529" y="886968"/>
                  <a:pt x="1030712" y="883676"/>
                  <a:pt x="1031535" y="880476"/>
                </a:cubicBezTo>
                <a:cubicBezTo>
                  <a:pt x="1032449" y="877275"/>
                  <a:pt x="1033821" y="874441"/>
                  <a:pt x="1035832" y="871789"/>
                </a:cubicBezTo>
                <a:cubicBezTo>
                  <a:pt x="1037844" y="869137"/>
                  <a:pt x="1040313" y="867034"/>
                  <a:pt x="1043148" y="865388"/>
                </a:cubicBezTo>
              </a:path>
              <a:path w="3887754" h="1096183">
                <a:moveTo>
                  <a:pt x="1051743" y="860359"/>
                </a:moveTo>
                <a:lnTo>
                  <a:pt x="1056132" y="857890"/>
                </a:lnTo>
                <a:cubicBezTo>
                  <a:pt x="1058967" y="856244"/>
                  <a:pt x="1062076" y="855147"/>
                  <a:pt x="1065276" y="854781"/>
                </a:cubicBezTo>
                <a:cubicBezTo>
                  <a:pt x="1068568" y="854324"/>
                  <a:pt x="1071860" y="854507"/>
                  <a:pt x="1075060" y="855330"/>
                </a:cubicBezTo>
                <a:cubicBezTo>
                  <a:pt x="1078260" y="856244"/>
                  <a:pt x="1081095" y="857616"/>
                  <a:pt x="1083747" y="859627"/>
                </a:cubicBezTo>
                <a:cubicBezTo>
                  <a:pt x="1086399" y="861639"/>
                  <a:pt x="1088502" y="864108"/>
                  <a:pt x="1090148" y="866943"/>
                </a:cubicBezTo>
                <a:cubicBezTo>
                  <a:pt x="1091794" y="869777"/>
                  <a:pt x="1092891" y="872886"/>
                  <a:pt x="1093348" y="876178"/>
                </a:cubicBezTo>
                <a:cubicBezTo>
                  <a:pt x="1093714" y="879470"/>
                  <a:pt x="1093531" y="882670"/>
                  <a:pt x="1092708" y="885871"/>
                </a:cubicBezTo>
                <a:cubicBezTo>
                  <a:pt x="1091794" y="889071"/>
                  <a:pt x="1090422" y="891906"/>
                  <a:pt x="1088410" y="894558"/>
                </a:cubicBezTo>
                <a:cubicBezTo>
                  <a:pt x="1086399" y="897209"/>
                  <a:pt x="1083930" y="899312"/>
                  <a:pt x="1081095" y="900958"/>
                </a:cubicBezTo>
                <a:lnTo>
                  <a:pt x="1076797" y="903519"/>
                </a:lnTo>
                <a:cubicBezTo>
                  <a:pt x="1073871" y="905165"/>
                  <a:pt x="1070854" y="906170"/>
                  <a:pt x="1067562" y="906628"/>
                </a:cubicBezTo>
                <a:cubicBezTo>
                  <a:pt x="1064270" y="907085"/>
                  <a:pt x="1061070" y="906810"/>
                  <a:pt x="1057869" y="905988"/>
                </a:cubicBezTo>
                <a:cubicBezTo>
                  <a:pt x="1054669" y="905165"/>
                  <a:pt x="1051743" y="903702"/>
                  <a:pt x="1049091" y="901690"/>
                </a:cubicBezTo>
                <a:cubicBezTo>
                  <a:pt x="1046531" y="899678"/>
                  <a:pt x="1044336" y="897301"/>
                  <a:pt x="1042690" y="894375"/>
                </a:cubicBezTo>
                <a:cubicBezTo>
                  <a:pt x="1041044" y="891540"/>
                  <a:pt x="1040039" y="888522"/>
                  <a:pt x="1039581" y="885231"/>
                </a:cubicBezTo>
                <a:cubicBezTo>
                  <a:pt x="1039124" y="881939"/>
                  <a:pt x="1039307" y="878738"/>
                  <a:pt x="1040221" y="875538"/>
                </a:cubicBezTo>
                <a:cubicBezTo>
                  <a:pt x="1041044" y="872338"/>
                  <a:pt x="1042507" y="869412"/>
                  <a:pt x="1044519" y="866760"/>
                </a:cubicBezTo>
                <a:cubicBezTo>
                  <a:pt x="1046531" y="864199"/>
                  <a:pt x="1048908" y="862005"/>
                  <a:pt x="1051743" y="860359"/>
                </a:cubicBezTo>
              </a:path>
              <a:path w="3887754" h="1096183">
                <a:moveTo>
                  <a:pt x="1060430" y="855421"/>
                </a:moveTo>
                <a:lnTo>
                  <a:pt x="1064727" y="852861"/>
                </a:lnTo>
                <a:cubicBezTo>
                  <a:pt x="1067562" y="851215"/>
                  <a:pt x="1070671" y="850209"/>
                  <a:pt x="1073963" y="849752"/>
                </a:cubicBezTo>
                <a:cubicBezTo>
                  <a:pt x="1077255" y="849295"/>
                  <a:pt x="1080455" y="849569"/>
                  <a:pt x="1083655" y="850392"/>
                </a:cubicBezTo>
                <a:cubicBezTo>
                  <a:pt x="1086856" y="851215"/>
                  <a:pt x="1089782" y="852678"/>
                  <a:pt x="1092342" y="854690"/>
                </a:cubicBezTo>
                <a:cubicBezTo>
                  <a:pt x="1094994" y="856701"/>
                  <a:pt x="1097189" y="859079"/>
                  <a:pt x="1098834" y="862005"/>
                </a:cubicBezTo>
                <a:cubicBezTo>
                  <a:pt x="1100480" y="864840"/>
                  <a:pt x="1101486" y="867857"/>
                  <a:pt x="1101943" y="871149"/>
                </a:cubicBezTo>
                <a:cubicBezTo>
                  <a:pt x="1102401" y="874441"/>
                  <a:pt x="1102218" y="877641"/>
                  <a:pt x="1101303" y="880842"/>
                </a:cubicBezTo>
                <a:cubicBezTo>
                  <a:pt x="1100480" y="884042"/>
                  <a:pt x="1099017" y="886968"/>
                  <a:pt x="1097006" y="889620"/>
                </a:cubicBezTo>
                <a:cubicBezTo>
                  <a:pt x="1094994" y="892180"/>
                  <a:pt x="1092617" y="894375"/>
                  <a:pt x="1089690" y="896021"/>
                </a:cubicBezTo>
                <a:lnTo>
                  <a:pt x="1085393" y="898489"/>
                </a:lnTo>
                <a:cubicBezTo>
                  <a:pt x="1082558" y="900135"/>
                  <a:pt x="1079449" y="901233"/>
                  <a:pt x="1076157" y="901598"/>
                </a:cubicBezTo>
                <a:cubicBezTo>
                  <a:pt x="1072957" y="902056"/>
                  <a:pt x="1069665" y="901873"/>
                  <a:pt x="1066465" y="901050"/>
                </a:cubicBezTo>
                <a:cubicBezTo>
                  <a:pt x="1063264" y="900135"/>
                  <a:pt x="1060338" y="898764"/>
                  <a:pt x="1057778" y="896752"/>
                </a:cubicBezTo>
                <a:cubicBezTo>
                  <a:pt x="1055126" y="894740"/>
                  <a:pt x="1053023" y="892272"/>
                  <a:pt x="1051377" y="889437"/>
                </a:cubicBezTo>
                <a:cubicBezTo>
                  <a:pt x="1049640" y="886602"/>
                  <a:pt x="1048634" y="883493"/>
                  <a:pt x="1048177" y="880201"/>
                </a:cubicBezTo>
                <a:cubicBezTo>
                  <a:pt x="1047720" y="876910"/>
                  <a:pt x="1047994" y="873709"/>
                  <a:pt x="1048817" y="870509"/>
                </a:cubicBezTo>
                <a:cubicBezTo>
                  <a:pt x="1049640" y="867308"/>
                  <a:pt x="1051103" y="864382"/>
                  <a:pt x="1053114" y="861822"/>
                </a:cubicBezTo>
                <a:cubicBezTo>
                  <a:pt x="1055126" y="859170"/>
                  <a:pt x="1057595" y="857067"/>
                  <a:pt x="1060430" y="855421"/>
                </a:cubicBezTo>
              </a:path>
              <a:path w="3887754" h="1096183">
                <a:moveTo>
                  <a:pt x="1069025" y="850392"/>
                </a:moveTo>
                <a:lnTo>
                  <a:pt x="1073323" y="847923"/>
                </a:lnTo>
                <a:cubicBezTo>
                  <a:pt x="1076249" y="846277"/>
                  <a:pt x="1079266" y="845180"/>
                  <a:pt x="1082558" y="844723"/>
                </a:cubicBezTo>
                <a:cubicBezTo>
                  <a:pt x="1085850" y="844357"/>
                  <a:pt x="1089050" y="844540"/>
                  <a:pt x="1092251" y="845363"/>
                </a:cubicBezTo>
                <a:cubicBezTo>
                  <a:pt x="1095451" y="846277"/>
                  <a:pt x="1098377" y="847649"/>
                  <a:pt x="1101029" y="849660"/>
                </a:cubicBezTo>
                <a:cubicBezTo>
                  <a:pt x="1103681" y="851672"/>
                  <a:pt x="1105784" y="854141"/>
                  <a:pt x="1107430" y="856976"/>
                </a:cubicBezTo>
                <a:cubicBezTo>
                  <a:pt x="1109076" y="859810"/>
                  <a:pt x="1110173" y="862919"/>
                  <a:pt x="1110539" y="866211"/>
                </a:cubicBezTo>
                <a:cubicBezTo>
                  <a:pt x="1110996" y="869412"/>
                  <a:pt x="1110813" y="872703"/>
                  <a:pt x="1109990" y="875904"/>
                </a:cubicBezTo>
                <a:cubicBezTo>
                  <a:pt x="1109076" y="879104"/>
                  <a:pt x="1107704" y="881939"/>
                  <a:pt x="1105692" y="884591"/>
                </a:cubicBezTo>
                <a:cubicBezTo>
                  <a:pt x="1103681" y="887242"/>
                  <a:pt x="1101212" y="889345"/>
                  <a:pt x="1098377" y="890991"/>
                </a:cubicBezTo>
                <a:lnTo>
                  <a:pt x="1094080" y="893460"/>
                </a:lnTo>
                <a:cubicBezTo>
                  <a:pt x="1091154" y="895198"/>
                  <a:pt x="1088136" y="896203"/>
                  <a:pt x="1084844" y="896661"/>
                </a:cubicBezTo>
                <a:cubicBezTo>
                  <a:pt x="1081552" y="897026"/>
                  <a:pt x="1078352" y="896844"/>
                  <a:pt x="1075152" y="896021"/>
                </a:cubicBezTo>
                <a:cubicBezTo>
                  <a:pt x="1071951" y="895198"/>
                  <a:pt x="1069025" y="893735"/>
                  <a:pt x="1066373" y="891723"/>
                </a:cubicBezTo>
                <a:cubicBezTo>
                  <a:pt x="1063722" y="889711"/>
                  <a:pt x="1061618" y="887242"/>
                  <a:pt x="1059972" y="884408"/>
                </a:cubicBezTo>
                <a:cubicBezTo>
                  <a:pt x="1058327" y="881573"/>
                  <a:pt x="1057229" y="878464"/>
                  <a:pt x="1056864" y="875264"/>
                </a:cubicBezTo>
                <a:cubicBezTo>
                  <a:pt x="1056406" y="871972"/>
                  <a:pt x="1056589" y="868680"/>
                  <a:pt x="1057412" y="865571"/>
                </a:cubicBezTo>
                <a:cubicBezTo>
                  <a:pt x="1058327" y="862371"/>
                  <a:pt x="1059698" y="859445"/>
                  <a:pt x="1061710" y="856793"/>
                </a:cubicBezTo>
                <a:cubicBezTo>
                  <a:pt x="1063722" y="854141"/>
                  <a:pt x="1066190" y="852038"/>
                  <a:pt x="1069025" y="850392"/>
                </a:cubicBezTo>
              </a:path>
              <a:path w="3887754" h="1096183">
                <a:moveTo>
                  <a:pt x="1077712" y="845363"/>
                </a:moveTo>
                <a:lnTo>
                  <a:pt x="1082010" y="842894"/>
                </a:lnTo>
                <a:cubicBezTo>
                  <a:pt x="1084844" y="841248"/>
                  <a:pt x="1087953" y="840242"/>
                  <a:pt x="1091245" y="839785"/>
                </a:cubicBezTo>
                <a:cubicBezTo>
                  <a:pt x="1094445" y="839328"/>
                  <a:pt x="1097737" y="839511"/>
                  <a:pt x="1100938" y="840425"/>
                </a:cubicBezTo>
                <a:cubicBezTo>
                  <a:pt x="1104138" y="841248"/>
                  <a:pt x="1107064" y="842711"/>
                  <a:pt x="1109624" y="844723"/>
                </a:cubicBezTo>
                <a:cubicBezTo>
                  <a:pt x="1112276" y="846734"/>
                  <a:pt x="1114379" y="849112"/>
                  <a:pt x="1116117" y="851946"/>
                </a:cubicBezTo>
                <a:cubicBezTo>
                  <a:pt x="1117763" y="854873"/>
                  <a:pt x="1118768" y="857890"/>
                  <a:pt x="1119226" y="861182"/>
                </a:cubicBezTo>
                <a:cubicBezTo>
                  <a:pt x="1119683" y="864474"/>
                  <a:pt x="1119408" y="867674"/>
                  <a:pt x="1118586" y="870875"/>
                </a:cubicBezTo>
                <a:cubicBezTo>
                  <a:pt x="1117763" y="874075"/>
                  <a:pt x="1116300" y="877001"/>
                  <a:pt x="1114288" y="879561"/>
                </a:cubicBezTo>
                <a:cubicBezTo>
                  <a:pt x="1112276" y="882213"/>
                  <a:pt x="1109807" y="884316"/>
                  <a:pt x="1106973" y="886054"/>
                </a:cubicBezTo>
                <a:lnTo>
                  <a:pt x="1102675" y="888522"/>
                </a:lnTo>
                <a:cubicBezTo>
                  <a:pt x="1099840" y="890168"/>
                  <a:pt x="1096731" y="891174"/>
                  <a:pt x="1093440" y="891631"/>
                </a:cubicBezTo>
                <a:cubicBezTo>
                  <a:pt x="1090148" y="892089"/>
                  <a:pt x="1086947" y="891906"/>
                  <a:pt x="1083747" y="890991"/>
                </a:cubicBezTo>
                <a:cubicBezTo>
                  <a:pt x="1080546" y="890168"/>
                  <a:pt x="1077620" y="888705"/>
                  <a:pt x="1075060" y="886694"/>
                </a:cubicBezTo>
                <a:cubicBezTo>
                  <a:pt x="1072408" y="884682"/>
                  <a:pt x="1070214" y="882305"/>
                  <a:pt x="1068568" y="879470"/>
                </a:cubicBezTo>
                <a:cubicBezTo>
                  <a:pt x="1066922" y="876544"/>
                  <a:pt x="1065916" y="873526"/>
                  <a:pt x="1065459" y="870234"/>
                </a:cubicBezTo>
                <a:cubicBezTo>
                  <a:pt x="1065002" y="866943"/>
                  <a:pt x="1065185" y="863742"/>
                  <a:pt x="1066099" y="860542"/>
                </a:cubicBezTo>
                <a:cubicBezTo>
                  <a:pt x="1066922" y="857341"/>
                  <a:pt x="1068385" y="854415"/>
                  <a:pt x="1070397" y="851855"/>
                </a:cubicBezTo>
                <a:cubicBezTo>
                  <a:pt x="1072408" y="849203"/>
                  <a:pt x="1074786" y="847100"/>
                  <a:pt x="1077712" y="845363"/>
                </a:cubicBezTo>
              </a:path>
              <a:path w="3887754" h="1096183">
                <a:moveTo>
                  <a:pt x="1086307" y="840425"/>
                </a:moveTo>
                <a:lnTo>
                  <a:pt x="1090605" y="837956"/>
                </a:lnTo>
                <a:cubicBezTo>
                  <a:pt x="1093531" y="836219"/>
                  <a:pt x="1096548" y="835213"/>
                  <a:pt x="1099840" y="834756"/>
                </a:cubicBezTo>
                <a:cubicBezTo>
                  <a:pt x="1103132" y="834299"/>
                  <a:pt x="1106333" y="834573"/>
                  <a:pt x="1109533" y="835396"/>
                </a:cubicBezTo>
                <a:cubicBezTo>
                  <a:pt x="1112733" y="836219"/>
                  <a:pt x="1115659" y="837682"/>
                  <a:pt x="1118311" y="839694"/>
                </a:cubicBezTo>
                <a:cubicBezTo>
                  <a:pt x="1120872" y="841705"/>
                  <a:pt x="1123066" y="844174"/>
                  <a:pt x="1124712" y="847009"/>
                </a:cubicBezTo>
                <a:cubicBezTo>
                  <a:pt x="1126358" y="849843"/>
                  <a:pt x="1127364" y="852952"/>
                  <a:pt x="1127821" y="856153"/>
                </a:cubicBezTo>
                <a:cubicBezTo>
                  <a:pt x="1128278" y="859445"/>
                  <a:pt x="1128095" y="862736"/>
                  <a:pt x="1127181" y="865845"/>
                </a:cubicBezTo>
                <a:cubicBezTo>
                  <a:pt x="1126358" y="869046"/>
                  <a:pt x="1124895" y="871972"/>
                  <a:pt x="1122883" y="874624"/>
                </a:cubicBezTo>
                <a:cubicBezTo>
                  <a:pt x="1120872" y="877275"/>
                  <a:pt x="1118494" y="879378"/>
                  <a:pt x="1115659" y="881024"/>
                </a:cubicBezTo>
                <a:lnTo>
                  <a:pt x="1111270" y="883493"/>
                </a:lnTo>
                <a:cubicBezTo>
                  <a:pt x="1108436" y="885139"/>
                  <a:pt x="1105327" y="886236"/>
                  <a:pt x="1102126" y="886694"/>
                </a:cubicBezTo>
                <a:cubicBezTo>
                  <a:pt x="1098834" y="887059"/>
                  <a:pt x="1095543" y="886877"/>
                  <a:pt x="1092342" y="886054"/>
                </a:cubicBezTo>
                <a:cubicBezTo>
                  <a:pt x="1089233" y="885139"/>
                  <a:pt x="1086307" y="883768"/>
                  <a:pt x="1083655" y="881756"/>
                </a:cubicBezTo>
                <a:cubicBezTo>
                  <a:pt x="1081004" y="879744"/>
                  <a:pt x="1078901" y="877275"/>
                  <a:pt x="1077255" y="874441"/>
                </a:cubicBezTo>
                <a:cubicBezTo>
                  <a:pt x="1075609" y="871606"/>
                  <a:pt x="1074511" y="868497"/>
                  <a:pt x="1074054" y="865205"/>
                </a:cubicBezTo>
                <a:cubicBezTo>
                  <a:pt x="1073688" y="862005"/>
                  <a:pt x="1073871" y="858713"/>
                  <a:pt x="1074694" y="855513"/>
                </a:cubicBezTo>
                <a:cubicBezTo>
                  <a:pt x="1075609" y="852312"/>
                  <a:pt x="1076980" y="849478"/>
                  <a:pt x="1078992" y="846826"/>
                </a:cubicBezTo>
                <a:cubicBezTo>
                  <a:pt x="1081004" y="844174"/>
                  <a:pt x="1083473" y="842071"/>
                  <a:pt x="1086307" y="840425"/>
                </a:cubicBezTo>
              </a:path>
              <a:path w="3887754" h="1096183">
                <a:moveTo>
                  <a:pt x="1094903" y="835396"/>
                </a:moveTo>
                <a:lnTo>
                  <a:pt x="1099292" y="832927"/>
                </a:lnTo>
                <a:cubicBezTo>
                  <a:pt x="1102126" y="831281"/>
                  <a:pt x="1105235" y="830184"/>
                  <a:pt x="1108436" y="829818"/>
                </a:cubicBezTo>
                <a:cubicBezTo>
                  <a:pt x="1111728" y="829361"/>
                  <a:pt x="1115019" y="829544"/>
                  <a:pt x="1118220" y="830367"/>
                </a:cubicBezTo>
                <a:cubicBezTo>
                  <a:pt x="1121420" y="831281"/>
                  <a:pt x="1124255" y="832653"/>
                  <a:pt x="1126907" y="834664"/>
                </a:cubicBezTo>
                <a:cubicBezTo>
                  <a:pt x="1129558" y="836676"/>
                  <a:pt x="1131661" y="839145"/>
                  <a:pt x="1133307" y="841980"/>
                </a:cubicBezTo>
                <a:cubicBezTo>
                  <a:pt x="1134953" y="844814"/>
                  <a:pt x="1136051" y="847923"/>
                  <a:pt x="1136508" y="851215"/>
                </a:cubicBezTo>
                <a:cubicBezTo>
                  <a:pt x="1136874" y="854507"/>
                  <a:pt x="1136691" y="857707"/>
                  <a:pt x="1135868" y="860908"/>
                </a:cubicBezTo>
                <a:cubicBezTo>
                  <a:pt x="1135045" y="864108"/>
                  <a:pt x="1133582" y="867034"/>
                  <a:pt x="1131570" y="869594"/>
                </a:cubicBezTo>
                <a:cubicBezTo>
                  <a:pt x="1129558" y="872246"/>
                  <a:pt x="1127089" y="874349"/>
                  <a:pt x="1124255" y="875995"/>
                </a:cubicBezTo>
                <a:lnTo>
                  <a:pt x="1119957" y="878556"/>
                </a:lnTo>
                <a:cubicBezTo>
                  <a:pt x="1117031" y="880201"/>
                  <a:pt x="1114014" y="881207"/>
                  <a:pt x="1110722" y="881664"/>
                </a:cubicBezTo>
                <a:cubicBezTo>
                  <a:pt x="1107430" y="882122"/>
                  <a:pt x="1104229" y="881847"/>
                  <a:pt x="1101029" y="881024"/>
                </a:cubicBezTo>
                <a:cubicBezTo>
                  <a:pt x="1097829" y="880201"/>
                  <a:pt x="1094903" y="878738"/>
                  <a:pt x="1092251" y="876727"/>
                </a:cubicBezTo>
                <a:cubicBezTo>
                  <a:pt x="1089690" y="874715"/>
                  <a:pt x="1087496" y="872338"/>
                  <a:pt x="1085850" y="869412"/>
                </a:cubicBezTo>
                <a:cubicBezTo>
                  <a:pt x="1084204" y="866577"/>
                  <a:pt x="1083198" y="863559"/>
                  <a:pt x="1082741" y="860268"/>
                </a:cubicBezTo>
                <a:cubicBezTo>
                  <a:pt x="1082284" y="856976"/>
                  <a:pt x="1082467" y="853775"/>
                  <a:pt x="1083381" y="850575"/>
                </a:cubicBezTo>
                <a:cubicBezTo>
                  <a:pt x="1084204" y="847374"/>
                  <a:pt x="1085667" y="844448"/>
                  <a:pt x="1087679" y="841797"/>
                </a:cubicBezTo>
                <a:cubicBezTo>
                  <a:pt x="1089690" y="839236"/>
                  <a:pt x="1092068" y="837042"/>
                  <a:pt x="1094903" y="835396"/>
                </a:cubicBezTo>
              </a:path>
              <a:path w="3887754" h="1096183">
                <a:moveTo>
                  <a:pt x="1103589" y="830458"/>
                </a:moveTo>
                <a:lnTo>
                  <a:pt x="1107887" y="827898"/>
                </a:lnTo>
                <a:cubicBezTo>
                  <a:pt x="1110722" y="826252"/>
                  <a:pt x="1113831" y="825246"/>
                  <a:pt x="1117122" y="824789"/>
                </a:cubicBezTo>
                <a:cubicBezTo>
                  <a:pt x="1120414" y="824332"/>
                  <a:pt x="1123615" y="824606"/>
                  <a:pt x="1126815" y="825429"/>
                </a:cubicBezTo>
                <a:cubicBezTo>
                  <a:pt x="1130016" y="826252"/>
                  <a:pt x="1132942" y="827715"/>
                  <a:pt x="1135502" y="829727"/>
                </a:cubicBezTo>
                <a:cubicBezTo>
                  <a:pt x="1138154" y="831738"/>
                  <a:pt x="1140348" y="834116"/>
                  <a:pt x="1141994" y="837042"/>
                </a:cubicBezTo>
                <a:cubicBezTo>
                  <a:pt x="1143640" y="839876"/>
                  <a:pt x="1144646" y="842894"/>
                  <a:pt x="1145103" y="846186"/>
                </a:cubicBezTo>
                <a:cubicBezTo>
                  <a:pt x="1145560" y="849478"/>
                  <a:pt x="1145377" y="852678"/>
                  <a:pt x="1144463" y="855878"/>
                </a:cubicBezTo>
                <a:cubicBezTo>
                  <a:pt x="1143640" y="859079"/>
                  <a:pt x="1142177" y="862005"/>
                  <a:pt x="1140165" y="864657"/>
                </a:cubicBezTo>
                <a:cubicBezTo>
                  <a:pt x="1138154" y="867217"/>
                  <a:pt x="1135776" y="869412"/>
                  <a:pt x="1132850" y="871057"/>
                </a:cubicBezTo>
                <a:lnTo>
                  <a:pt x="1128552" y="873526"/>
                </a:lnTo>
                <a:cubicBezTo>
                  <a:pt x="1125718" y="875172"/>
                  <a:pt x="1122609" y="876270"/>
                  <a:pt x="1119317" y="876635"/>
                </a:cubicBezTo>
                <a:cubicBezTo>
                  <a:pt x="1116117" y="877092"/>
                  <a:pt x="1112825" y="876910"/>
                  <a:pt x="1109624" y="876087"/>
                </a:cubicBezTo>
                <a:cubicBezTo>
                  <a:pt x="1106424" y="875172"/>
                  <a:pt x="1103498" y="873801"/>
                  <a:pt x="1100938" y="871789"/>
                </a:cubicBezTo>
                <a:cubicBezTo>
                  <a:pt x="1098286" y="869777"/>
                  <a:pt x="1096183" y="867308"/>
                  <a:pt x="1094537" y="864474"/>
                </a:cubicBezTo>
                <a:cubicBezTo>
                  <a:pt x="1092799" y="861639"/>
                  <a:pt x="1091794" y="858530"/>
                  <a:pt x="1091336" y="855238"/>
                </a:cubicBezTo>
                <a:cubicBezTo>
                  <a:pt x="1090879" y="851946"/>
                  <a:pt x="1091154" y="848746"/>
                  <a:pt x="1091976" y="845546"/>
                </a:cubicBezTo>
                <a:cubicBezTo>
                  <a:pt x="1092799" y="842345"/>
                  <a:pt x="1094262" y="839419"/>
                  <a:pt x="1096274" y="836859"/>
                </a:cubicBezTo>
                <a:cubicBezTo>
                  <a:pt x="1098286" y="834207"/>
                  <a:pt x="1100755" y="832104"/>
                  <a:pt x="1103589" y="830458"/>
                </a:cubicBezTo>
              </a:path>
              <a:path w="3887754" h="1096183">
                <a:moveTo>
                  <a:pt x="1112185" y="825429"/>
                </a:moveTo>
                <a:lnTo>
                  <a:pt x="1116574" y="822960"/>
                </a:lnTo>
                <a:cubicBezTo>
                  <a:pt x="1119408" y="821314"/>
                  <a:pt x="1122426" y="820217"/>
                  <a:pt x="1125718" y="819760"/>
                </a:cubicBezTo>
                <a:cubicBezTo>
                  <a:pt x="1129010" y="819394"/>
                  <a:pt x="1132210" y="819577"/>
                  <a:pt x="1135410" y="820400"/>
                </a:cubicBezTo>
                <a:cubicBezTo>
                  <a:pt x="1138611" y="821314"/>
                  <a:pt x="1141537" y="822686"/>
                  <a:pt x="1144189" y="824697"/>
                </a:cubicBezTo>
                <a:cubicBezTo>
                  <a:pt x="1146840" y="826709"/>
                  <a:pt x="1148944" y="829178"/>
                  <a:pt x="1150590" y="832013"/>
                </a:cubicBezTo>
                <a:cubicBezTo>
                  <a:pt x="1152235" y="834847"/>
                  <a:pt x="1153333" y="837956"/>
                  <a:pt x="1153698" y="841248"/>
                </a:cubicBezTo>
                <a:cubicBezTo>
                  <a:pt x="1154156" y="844448"/>
                  <a:pt x="1153973" y="847740"/>
                  <a:pt x="1153150" y="850941"/>
                </a:cubicBezTo>
                <a:cubicBezTo>
                  <a:pt x="1152235" y="854141"/>
                  <a:pt x="1150864" y="856976"/>
                  <a:pt x="1148852" y="859627"/>
                </a:cubicBezTo>
                <a:cubicBezTo>
                  <a:pt x="1146840" y="862279"/>
                  <a:pt x="1144372" y="864382"/>
                  <a:pt x="1141537" y="866028"/>
                </a:cubicBezTo>
                <a:lnTo>
                  <a:pt x="1137239" y="868589"/>
                </a:lnTo>
                <a:cubicBezTo>
                  <a:pt x="1134313" y="870234"/>
                  <a:pt x="1131296" y="871240"/>
                  <a:pt x="1128004" y="871698"/>
                </a:cubicBezTo>
                <a:cubicBezTo>
                  <a:pt x="1124712" y="872155"/>
                  <a:pt x="1121512" y="871880"/>
                  <a:pt x="1118311" y="871057"/>
                </a:cubicBezTo>
                <a:cubicBezTo>
                  <a:pt x="1115111" y="870234"/>
                  <a:pt x="1112185" y="868771"/>
                  <a:pt x="1109533" y="866760"/>
                </a:cubicBezTo>
                <a:cubicBezTo>
                  <a:pt x="1106881" y="864748"/>
                  <a:pt x="1104778" y="862371"/>
                  <a:pt x="1103132" y="859445"/>
                </a:cubicBezTo>
                <a:cubicBezTo>
                  <a:pt x="1101486" y="856610"/>
                  <a:pt x="1100389" y="853501"/>
                  <a:pt x="1100023" y="850301"/>
                </a:cubicBezTo>
                <a:cubicBezTo>
                  <a:pt x="1099566" y="847009"/>
                  <a:pt x="1099749" y="843717"/>
                  <a:pt x="1100572" y="840608"/>
                </a:cubicBezTo>
                <a:cubicBezTo>
                  <a:pt x="1101486" y="837408"/>
                  <a:pt x="1102858" y="834481"/>
                  <a:pt x="1104870" y="831830"/>
                </a:cubicBezTo>
                <a:cubicBezTo>
                  <a:pt x="1106881" y="829269"/>
                  <a:pt x="1109350" y="827075"/>
                  <a:pt x="1112185" y="825429"/>
                </a:cubicBezTo>
              </a:path>
              <a:path w="3887754" h="1096183">
                <a:moveTo>
                  <a:pt x="1120872" y="820400"/>
                </a:moveTo>
                <a:lnTo>
                  <a:pt x="1125169" y="817931"/>
                </a:lnTo>
                <a:cubicBezTo>
                  <a:pt x="1128004" y="816285"/>
                  <a:pt x="1131113" y="815279"/>
                  <a:pt x="1134405" y="814822"/>
                </a:cubicBezTo>
                <a:cubicBezTo>
                  <a:pt x="1137605" y="814365"/>
                  <a:pt x="1140897" y="814548"/>
                  <a:pt x="1144097" y="815462"/>
                </a:cubicBezTo>
                <a:cubicBezTo>
                  <a:pt x="1147298" y="816285"/>
                  <a:pt x="1150224" y="817748"/>
                  <a:pt x="1152784" y="819760"/>
                </a:cubicBezTo>
                <a:cubicBezTo>
                  <a:pt x="1155436" y="821771"/>
                  <a:pt x="1157539" y="824149"/>
                  <a:pt x="1159276" y="826983"/>
                </a:cubicBezTo>
                <a:cubicBezTo>
                  <a:pt x="1160922" y="829909"/>
                  <a:pt x="1161928" y="832927"/>
                  <a:pt x="1162385" y="836219"/>
                </a:cubicBezTo>
                <a:cubicBezTo>
                  <a:pt x="1162842" y="839511"/>
                  <a:pt x="1162568" y="842711"/>
                  <a:pt x="1161745" y="845911"/>
                </a:cubicBezTo>
                <a:cubicBezTo>
                  <a:pt x="1160922" y="849112"/>
                  <a:pt x="1159459" y="852038"/>
                  <a:pt x="1157448" y="854598"/>
                </a:cubicBezTo>
                <a:cubicBezTo>
                  <a:pt x="1155436" y="857250"/>
                  <a:pt x="1152967" y="859445"/>
                  <a:pt x="1150132" y="861090"/>
                </a:cubicBezTo>
                <a:lnTo>
                  <a:pt x="1145835" y="863559"/>
                </a:lnTo>
                <a:cubicBezTo>
                  <a:pt x="1143000" y="865205"/>
                  <a:pt x="1139891" y="866211"/>
                  <a:pt x="1136599" y="866668"/>
                </a:cubicBezTo>
                <a:cubicBezTo>
                  <a:pt x="1133307" y="867126"/>
                  <a:pt x="1130107" y="866943"/>
                  <a:pt x="1126907" y="866028"/>
                </a:cubicBezTo>
                <a:cubicBezTo>
                  <a:pt x="1123706" y="865205"/>
                  <a:pt x="1120780" y="863742"/>
                  <a:pt x="1118220" y="861731"/>
                </a:cubicBezTo>
                <a:cubicBezTo>
                  <a:pt x="1115568" y="859810"/>
                  <a:pt x="1113373" y="857341"/>
                  <a:pt x="1111728" y="854507"/>
                </a:cubicBezTo>
                <a:cubicBezTo>
                  <a:pt x="1110082" y="851581"/>
                  <a:pt x="1109076" y="848563"/>
                  <a:pt x="1108619" y="845271"/>
                </a:cubicBezTo>
                <a:cubicBezTo>
                  <a:pt x="1108161" y="841980"/>
                  <a:pt x="1108436" y="838779"/>
                  <a:pt x="1109259" y="835579"/>
                </a:cubicBezTo>
                <a:cubicBezTo>
                  <a:pt x="1110082" y="832378"/>
                  <a:pt x="1111545" y="829452"/>
                  <a:pt x="1113556" y="826892"/>
                </a:cubicBezTo>
                <a:cubicBezTo>
                  <a:pt x="1115568" y="824240"/>
                  <a:pt x="1117945" y="822137"/>
                  <a:pt x="1120872" y="820400"/>
                </a:cubicBezTo>
              </a:path>
              <a:path w="3887754" h="1096183">
                <a:moveTo>
                  <a:pt x="1129467" y="815462"/>
                </a:moveTo>
                <a:lnTo>
                  <a:pt x="1133765" y="812993"/>
                </a:lnTo>
                <a:cubicBezTo>
                  <a:pt x="1136691" y="811256"/>
                  <a:pt x="1139708" y="810250"/>
                  <a:pt x="1143000" y="809793"/>
                </a:cubicBezTo>
                <a:cubicBezTo>
                  <a:pt x="1146292" y="809427"/>
                  <a:pt x="1149492" y="809610"/>
                  <a:pt x="1152693" y="810433"/>
                </a:cubicBezTo>
                <a:cubicBezTo>
                  <a:pt x="1155893" y="811256"/>
                  <a:pt x="1158819" y="812719"/>
                  <a:pt x="1161471" y="814730"/>
                </a:cubicBezTo>
                <a:cubicBezTo>
                  <a:pt x="1164031" y="816742"/>
                  <a:pt x="1166226" y="819211"/>
                  <a:pt x="1167872" y="822046"/>
                </a:cubicBezTo>
                <a:cubicBezTo>
                  <a:pt x="1169518" y="824880"/>
                  <a:pt x="1170615" y="827989"/>
                  <a:pt x="1170981" y="831190"/>
                </a:cubicBezTo>
                <a:cubicBezTo>
                  <a:pt x="1171438" y="834481"/>
                  <a:pt x="1171255" y="837773"/>
                  <a:pt x="1170341" y="840882"/>
                </a:cubicBezTo>
                <a:cubicBezTo>
                  <a:pt x="1169518" y="844083"/>
                  <a:pt x="1168055" y="847009"/>
                  <a:pt x="1166043" y="849660"/>
                </a:cubicBezTo>
                <a:cubicBezTo>
                  <a:pt x="1164123" y="852312"/>
                  <a:pt x="1161654" y="854415"/>
                  <a:pt x="1158819" y="856061"/>
                </a:cubicBezTo>
                <a:lnTo>
                  <a:pt x="1154430" y="858530"/>
                </a:lnTo>
                <a:cubicBezTo>
                  <a:pt x="1151595" y="860176"/>
                  <a:pt x="1148578" y="861273"/>
                  <a:pt x="1145286" y="861731"/>
                </a:cubicBezTo>
                <a:cubicBezTo>
                  <a:pt x="1141994" y="862096"/>
                  <a:pt x="1138702" y="861913"/>
                  <a:pt x="1135502" y="861090"/>
                </a:cubicBezTo>
                <a:cubicBezTo>
                  <a:pt x="1132393" y="860176"/>
                  <a:pt x="1129467" y="858804"/>
                  <a:pt x="1126815" y="856793"/>
                </a:cubicBezTo>
                <a:cubicBezTo>
                  <a:pt x="1124163" y="854781"/>
                  <a:pt x="1122060" y="852312"/>
                  <a:pt x="1120414" y="849478"/>
                </a:cubicBezTo>
                <a:cubicBezTo>
                  <a:pt x="1118768" y="846643"/>
                  <a:pt x="1117671" y="843534"/>
                  <a:pt x="1117214" y="840242"/>
                </a:cubicBezTo>
                <a:cubicBezTo>
                  <a:pt x="1116848" y="837042"/>
                  <a:pt x="1117031" y="833750"/>
                  <a:pt x="1117854" y="830550"/>
                </a:cubicBezTo>
                <a:cubicBezTo>
                  <a:pt x="1118768" y="827441"/>
                  <a:pt x="1120140" y="824514"/>
                  <a:pt x="1122152" y="821863"/>
                </a:cubicBezTo>
                <a:cubicBezTo>
                  <a:pt x="1124163" y="819211"/>
                  <a:pt x="1126632" y="817108"/>
                  <a:pt x="1129467" y="815462"/>
                </a:cubicBezTo>
              </a:path>
              <a:path w="3887754" h="1096183">
                <a:moveTo>
                  <a:pt x="1138154" y="810433"/>
                </a:moveTo>
                <a:lnTo>
                  <a:pt x="1142451" y="807964"/>
                </a:lnTo>
                <a:cubicBezTo>
                  <a:pt x="1145286" y="806318"/>
                  <a:pt x="1148395" y="805221"/>
                  <a:pt x="1151595" y="804855"/>
                </a:cubicBezTo>
                <a:cubicBezTo>
                  <a:pt x="1154887" y="804398"/>
                  <a:pt x="1158179" y="804581"/>
                  <a:pt x="1161379" y="805495"/>
                </a:cubicBezTo>
                <a:cubicBezTo>
                  <a:pt x="1164580" y="806318"/>
                  <a:pt x="1167414" y="807690"/>
                  <a:pt x="1170066" y="809701"/>
                </a:cubicBezTo>
                <a:cubicBezTo>
                  <a:pt x="1172718" y="811713"/>
                  <a:pt x="1174821" y="814182"/>
                  <a:pt x="1176467" y="817016"/>
                </a:cubicBezTo>
                <a:cubicBezTo>
                  <a:pt x="1178113" y="819942"/>
                  <a:pt x="1179210" y="822960"/>
                  <a:pt x="1179667" y="826252"/>
                </a:cubicBezTo>
                <a:cubicBezTo>
                  <a:pt x="1180033" y="829544"/>
                  <a:pt x="1179850" y="832744"/>
                  <a:pt x="1179027" y="835944"/>
                </a:cubicBezTo>
                <a:cubicBezTo>
                  <a:pt x="1178204" y="839145"/>
                  <a:pt x="1176741" y="842071"/>
                  <a:pt x="1174730" y="844631"/>
                </a:cubicBezTo>
                <a:cubicBezTo>
                  <a:pt x="1172718" y="847283"/>
                  <a:pt x="1170249" y="849386"/>
                  <a:pt x="1167414" y="851032"/>
                </a:cubicBezTo>
                <a:lnTo>
                  <a:pt x="1163117" y="853592"/>
                </a:lnTo>
                <a:cubicBezTo>
                  <a:pt x="1160191" y="855238"/>
                  <a:pt x="1157173" y="856244"/>
                  <a:pt x="1153881" y="856701"/>
                </a:cubicBezTo>
                <a:cubicBezTo>
                  <a:pt x="1150590" y="857159"/>
                  <a:pt x="1147389" y="856976"/>
                  <a:pt x="1144189" y="856061"/>
                </a:cubicBezTo>
                <a:cubicBezTo>
                  <a:pt x="1140988" y="855238"/>
                  <a:pt x="1138062" y="853775"/>
                  <a:pt x="1135410" y="851764"/>
                </a:cubicBezTo>
                <a:cubicBezTo>
                  <a:pt x="1132850" y="849752"/>
                  <a:pt x="1130656" y="847374"/>
                  <a:pt x="1129010" y="844448"/>
                </a:cubicBezTo>
                <a:cubicBezTo>
                  <a:pt x="1127364" y="841614"/>
                  <a:pt x="1126358" y="838596"/>
                  <a:pt x="1125901" y="835304"/>
                </a:cubicBezTo>
                <a:cubicBezTo>
                  <a:pt x="1125444" y="832013"/>
                  <a:pt x="1125626" y="828812"/>
                  <a:pt x="1126541" y="825612"/>
                </a:cubicBezTo>
                <a:cubicBezTo>
                  <a:pt x="1127364" y="822411"/>
                  <a:pt x="1128827" y="819485"/>
                  <a:pt x="1130838" y="816834"/>
                </a:cubicBezTo>
                <a:cubicBezTo>
                  <a:pt x="1132850" y="814273"/>
                  <a:pt x="1135228" y="812079"/>
                  <a:pt x="1138154" y="810433"/>
                </a:cubicBezTo>
              </a:path>
              <a:path w="3887754" h="1096183">
                <a:moveTo>
                  <a:pt x="1146749" y="805495"/>
                </a:moveTo>
                <a:lnTo>
                  <a:pt x="1151047" y="802935"/>
                </a:lnTo>
                <a:cubicBezTo>
                  <a:pt x="1153881" y="801289"/>
                  <a:pt x="1156990" y="800283"/>
                  <a:pt x="1160282" y="799826"/>
                </a:cubicBezTo>
                <a:cubicBezTo>
                  <a:pt x="1163574" y="799368"/>
                  <a:pt x="1166774" y="799643"/>
                  <a:pt x="1169975" y="800466"/>
                </a:cubicBezTo>
                <a:cubicBezTo>
                  <a:pt x="1173175" y="801289"/>
                  <a:pt x="1176101" y="802752"/>
                  <a:pt x="1178753" y="804763"/>
                </a:cubicBezTo>
                <a:cubicBezTo>
                  <a:pt x="1181313" y="806775"/>
                  <a:pt x="1183508" y="809153"/>
                  <a:pt x="1185154" y="812079"/>
                </a:cubicBezTo>
                <a:cubicBezTo>
                  <a:pt x="1186800" y="814913"/>
                  <a:pt x="1187806" y="817931"/>
                  <a:pt x="1188263" y="821223"/>
                </a:cubicBezTo>
                <a:cubicBezTo>
                  <a:pt x="1188720" y="824514"/>
                  <a:pt x="1188537" y="827715"/>
                  <a:pt x="1187623" y="830915"/>
                </a:cubicBezTo>
                <a:cubicBezTo>
                  <a:pt x="1186800" y="834116"/>
                  <a:pt x="1185337" y="837042"/>
                  <a:pt x="1183325" y="839694"/>
                </a:cubicBezTo>
                <a:cubicBezTo>
                  <a:pt x="1181313" y="842254"/>
                  <a:pt x="1178936" y="844448"/>
                  <a:pt x="1176010" y="846094"/>
                </a:cubicBezTo>
                <a:lnTo>
                  <a:pt x="1171712" y="848563"/>
                </a:lnTo>
                <a:cubicBezTo>
                  <a:pt x="1168878" y="850209"/>
                  <a:pt x="1165769" y="851306"/>
                  <a:pt x="1162477" y="851672"/>
                </a:cubicBezTo>
                <a:cubicBezTo>
                  <a:pt x="1159276" y="852129"/>
                  <a:pt x="1155984" y="851946"/>
                  <a:pt x="1152784" y="851124"/>
                </a:cubicBezTo>
                <a:cubicBezTo>
                  <a:pt x="1149584" y="850209"/>
                  <a:pt x="1146749" y="848838"/>
                  <a:pt x="1144097" y="846826"/>
                </a:cubicBezTo>
                <a:cubicBezTo>
                  <a:pt x="1141446" y="844814"/>
                  <a:pt x="1139342" y="842345"/>
                  <a:pt x="1137696" y="839511"/>
                </a:cubicBezTo>
                <a:cubicBezTo>
                  <a:pt x="1135959" y="836676"/>
                  <a:pt x="1134953" y="833567"/>
                  <a:pt x="1134496" y="830275"/>
                </a:cubicBezTo>
                <a:cubicBezTo>
                  <a:pt x="1134039" y="826983"/>
                  <a:pt x="1134313" y="823783"/>
                  <a:pt x="1135136" y="820583"/>
                </a:cubicBezTo>
                <a:cubicBezTo>
                  <a:pt x="1135959" y="817382"/>
                  <a:pt x="1137422" y="814548"/>
                  <a:pt x="1139434" y="811896"/>
                </a:cubicBezTo>
                <a:cubicBezTo>
                  <a:pt x="1141446" y="809244"/>
                  <a:pt x="1143914" y="807141"/>
                  <a:pt x="1146749" y="805495"/>
                </a:cubicBezTo>
              </a:path>
              <a:path w="3887754" h="1096183">
                <a:moveTo>
                  <a:pt x="1155344" y="800466"/>
                </a:moveTo>
                <a:lnTo>
                  <a:pt x="1159734" y="797997"/>
                </a:lnTo>
                <a:cubicBezTo>
                  <a:pt x="1162568" y="796351"/>
                  <a:pt x="1165586" y="795254"/>
                  <a:pt x="1168878" y="794888"/>
                </a:cubicBezTo>
                <a:cubicBezTo>
                  <a:pt x="1172169" y="794431"/>
                  <a:pt x="1175370" y="794614"/>
                  <a:pt x="1178570" y="795437"/>
                </a:cubicBezTo>
                <a:cubicBezTo>
                  <a:pt x="1181771" y="796351"/>
                  <a:pt x="1184697" y="797723"/>
                  <a:pt x="1187348" y="799734"/>
                </a:cubicBezTo>
                <a:cubicBezTo>
                  <a:pt x="1190000" y="801746"/>
                  <a:pt x="1192103" y="804215"/>
                  <a:pt x="1193749" y="807049"/>
                </a:cubicBezTo>
                <a:cubicBezTo>
                  <a:pt x="1195395" y="809884"/>
                  <a:pt x="1196492" y="812993"/>
                  <a:pt x="1196858" y="816285"/>
                </a:cubicBezTo>
                <a:cubicBezTo>
                  <a:pt x="1197315" y="819485"/>
                  <a:pt x="1197132" y="822777"/>
                  <a:pt x="1196310" y="825978"/>
                </a:cubicBezTo>
                <a:cubicBezTo>
                  <a:pt x="1195395" y="829178"/>
                  <a:pt x="1194024" y="832013"/>
                  <a:pt x="1192012" y="834664"/>
                </a:cubicBezTo>
                <a:cubicBezTo>
                  <a:pt x="1190000" y="837316"/>
                  <a:pt x="1187531" y="839419"/>
                  <a:pt x="1184697" y="841065"/>
                </a:cubicBezTo>
                <a:lnTo>
                  <a:pt x="1180399" y="843625"/>
                </a:lnTo>
                <a:cubicBezTo>
                  <a:pt x="1177473" y="845271"/>
                  <a:pt x="1174455" y="846277"/>
                  <a:pt x="1171164" y="846734"/>
                </a:cubicBezTo>
                <a:cubicBezTo>
                  <a:pt x="1167872" y="847192"/>
                  <a:pt x="1164671" y="846917"/>
                  <a:pt x="1161471" y="846094"/>
                </a:cubicBezTo>
                <a:cubicBezTo>
                  <a:pt x="1158270" y="845271"/>
                  <a:pt x="1155344" y="843808"/>
                  <a:pt x="1152693" y="841797"/>
                </a:cubicBezTo>
                <a:cubicBezTo>
                  <a:pt x="1150041" y="839785"/>
                  <a:pt x="1147938" y="837408"/>
                  <a:pt x="1146292" y="834481"/>
                </a:cubicBezTo>
                <a:cubicBezTo>
                  <a:pt x="1144646" y="831647"/>
                  <a:pt x="1143549" y="828629"/>
                  <a:pt x="1143183" y="825337"/>
                </a:cubicBezTo>
                <a:cubicBezTo>
                  <a:pt x="1142726" y="822046"/>
                  <a:pt x="1142909" y="818845"/>
                  <a:pt x="1143732" y="815645"/>
                </a:cubicBezTo>
                <a:cubicBezTo>
                  <a:pt x="1144646" y="812444"/>
                  <a:pt x="1146018" y="809518"/>
                  <a:pt x="1148029" y="806867"/>
                </a:cubicBezTo>
                <a:cubicBezTo>
                  <a:pt x="1150041" y="804306"/>
                  <a:pt x="1152510" y="802112"/>
                  <a:pt x="1155344" y="800466"/>
                </a:cubicBezTo>
              </a:path>
              <a:path w="3887754" h="1096183">
                <a:moveTo>
                  <a:pt x="1164031" y="795528"/>
                </a:moveTo>
                <a:lnTo>
                  <a:pt x="1168329" y="792968"/>
                </a:lnTo>
                <a:cubicBezTo>
                  <a:pt x="1171164" y="791322"/>
                  <a:pt x="1174272" y="790316"/>
                  <a:pt x="1177564" y="789859"/>
                </a:cubicBezTo>
                <a:cubicBezTo>
                  <a:pt x="1180765" y="789402"/>
                  <a:pt x="1184057" y="789584"/>
                  <a:pt x="1187257" y="790499"/>
                </a:cubicBezTo>
                <a:cubicBezTo>
                  <a:pt x="1190457" y="791322"/>
                  <a:pt x="1193383" y="792785"/>
                  <a:pt x="1195944" y="794796"/>
                </a:cubicBezTo>
                <a:cubicBezTo>
                  <a:pt x="1198596" y="796808"/>
                  <a:pt x="1200699" y="799186"/>
                  <a:pt x="1202436" y="802020"/>
                </a:cubicBezTo>
                <a:cubicBezTo>
                  <a:pt x="1204082" y="804946"/>
                  <a:pt x="1205088" y="807964"/>
                  <a:pt x="1205545" y="811256"/>
                </a:cubicBezTo>
                <a:cubicBezTo>
                  <a:pt x="1206002" y="814548"/>
                  <a:pt x="1205728" y="817748"/>
                  <a:pt x="1204905" y="820948"/>
                </a:cubicBezTo>
                <a:cubicBezTo>
                  <a:pt x="1204082" y="824149"/>
                  <a:pt x="1202619" y="827075"/>
                  <a:pt x="1200607" y="829727"/>
                </a:cubicBezTo>
                <a:cubicBezTo>
                  <a:pt x="1198596" y="832287"/>
                  <a:pt x="1196127" y="834481"/>
                  <a:pt x="1193292" y="836127"/>
                </a:cubicBezTo>
                <a:lnTo>
                  <a:pt x="1188994" y="838596"/>
                </a:lnTo>
                <a:cubicBezTo>
                  <a:pt x="1186160" y="840242"/>
                  <a:pt x="1183051" y="841248"/>
                  <a:pt x="1179759" y="841705"/>
                </a:cubicBezTo>
                <a:cubicBezTo>
                  <a:pt x="1176467" y="842162"/>
                  <a:pt x="1173267" y="841980"/>
                  <a:pt x="1170066" y="841065"/>
                </a:cubicBezTo>
                <a:cubicBezTo>
                  <a:pt x="1166866" y="840242"/>
                  <a:pt x="1163940" y="838779"/>
                  <a:pt x="1161379" y="836859"/>
                </a:cubicBezTo>
                <a:cubicBezTo>
                  <a:pt x="1158728" y="834847"/>
                  <a:pt x="1156533" y="832378"/>
                  <a:pt x="1154887" y="829544"/>
                </a:cubicBezTo>
                <a:cubicBezTo>
                  <a:pt x="1153241" y="826618"/>
                  <a:pt x="1152235" y="823600"/>
                  <a:pt x="1151778" y="820308"/>
                </a:cubicBezTo>
                <a:cubicBezTo>
                  <a:pt x="1151321" y="817016"/>
                  <a:pt x="1151595" y="813816"/>
                  <a:pt x="1152418" y="810616"/>
                </a:cubicBezTo>
                <a:cubicBezTo>
                  <a:pt x="1153241" y="807415"/>
                  <a:pt x="1154704" y="804489"/>
                  <a:pt x="1156716" y="801929"/>
                </a:cubicBezTo>
                <a:cubicBezTo>
                  <a:pt x="1158728" y="799277"/>
                  <a:pt x="1161105" y="797174"/>
                  <a:pt x="1164031" y="795528"/>
                </a:cubicBezTo>
              </a:path>
              <a:path w="3887754" h="1096183">
                <a:moveTo>
                  <a:pt x="1172627" y="790499"/>
                </a:moveTo>
                <a:lnTo>
                  <a:pt x="1176924" y="788030"/>
                </a:lnTo>
                <a:cubicBezTo>
                  <a:pt x="1179850" y="786384"/>
                  <a:pt x="1182868" y="785287"/>
                  <a:pt x="1186160" y="784830"/>
                </a:cubicBezTo>
                <a:cubicBezTo>
                  <a:pt x="1189452" y="784464"/>
                  <a:pt x="1192652" y="784647"/>
                  <a:pt x="1195852" y="785470"/>
                </a:cubicBezTo>
                <a:cubicBezTo>
                  <a:pt x="1199053" y="786293"/>
                  <a:pt x="1201979" y="787756"/>
                  <a:pt x="1204631" y="789767"/>
                </a:cubicBezTo>
                <a:cubicBezTo>
                  <a:pt x="1207191" y="791779"/>
                  <a:pt x="1209385" y="794248"/>
                  <a:pt x="1211031" y="797082"/>
                </a:cubicBezTo>
                <a:cubicBezTo>
                  <a:pt x="1212677" y="799917"/>
                  <a:pt x="1213775" y="803026"/>
                  <a:pt x="1214140" y="806226"/>
                </a:cubicBezTo>
                <a:cubicBezTo>
                  <a:pt x="1214598" y="809518"/>
                  <a:pt x="1214415" y="812810"/>
                  <a:pt x="1213500" y="816011"/>
                </a:cubicBezTo>
                <a:cubicBezTo>
                  <a:pt x="1212677" y="819120"/>
                  <a:pt x="1211214" y="822046"/>
                  <a:pt x="1209294" y="824697"/>
                </a:cubicBezTo>
                <a:cubicBezTo>
                  <a:pt x="1207282" y="827349"/>
                  <a:pt x="1204813" y="829452"/>
                  <a:pt x="1201979" y="831098"/>
                </a:cubicBezTo>
                <a:lnTo>
                  <a:pt x="1197590" y="833567"/>
                </a:lnTo>
                <a:cubicBezTo>
                  <a:pt x="1194755" y="835213"/>
                  <a:pt x="1191738" y="836310"/>
                  <a:pt x="1188446" y="836767"/>
                </a:cubicBezTo>
                <a:cubicBezTo>
                  <a:pt x="1185154" y="837133"/>
                  <a:pt x="1181862" y="836950"/>
                  <a:pt x="1178662" y="836127"/>
                </a:cubicBezTo>
                <a:cubicBezTo>
                  <a:pt x="1175553" y="835304"/>
                  <a:pt x="1172627" y="833841"/>
                  <a:pt x="1169975" y="831830"/>
                </a:cubicBezTo>
                <a:cubicBezTo>
                  <a:pt x="1167323" y="829818"/>
                  <a:pt x="1165220" y="827349"/>
                  <a:pt x="1163574" y="824514"/>
                </a:cubicBezTo>
                <a:cubicBezTo>
                  <a:pt x="1161928" y="821680"/>
                  <a:pt x="1160831" y="818571"/>
                  <a:pt x="1160374" y="815370"/>
                </a:cubicBezTo>
                <a:cubicBezTo>
                  <a:pt x="1160008" y="812079"/>
                  <a:pt x="1160191" y="808787"/>
                  <a:pt x="1161014" y="805586"/>
                </a:cubicBezTo>
                <a:cubicBezTo>
                  <a:pt x="1161928" y="802477"/>
                  <a:pt x="1163300" y="799551"/>
                  <a:pt x="1165311" y="796900"/>
                </a:cubicBezTo>
                <a:cubicBezTo>
                  <a:pt x="1167323" y="794248"/>
                  <a:pt x="1169792" y="792145"/>
                  <a:pt x="1172627" y="790499"/>
                </a:cubicBezTo>
              </a:path>
              <a:path w="3887754" h="1096183">
                <a:moveTo>
                  <a:pt x="1181313" y="785470"/>
                </a:moveTo>
                <a:lnTo>
                  <a:pt x="1185611" y="783001"/>
                </a:lnTo>
                <a:cubicBezTo>
                  <a:pt x="1188446" y="781355"/>
                  <a:pt x="1191555" y="780349"/>
                  <a:pt x="1194755" y="779892"/>
                </a:cubicBezTo>
                <a:cubicBezTo>
                  <a:pt x="1198047" y="779435"/>
                  <a:pt x="1201339" y="779617"/>
                  <a:pt x="1204539" y="780532"/>
                </a:cubicBezTo>
                <a:cubicBezTo>
                  <a:pt x="1207740" y="781355"/>
                  <a:pt x="1210574" y="782818"/>
                  <a:pt x="1213226" y="784738"/>
                </a:cubicBezTo>
                <a:cubicBezTo>
                  <a:pt x="1215878" y="786750"/>
                  <a:pt x="1217981" y="789219"/>
                  <a:pt x="1219627" y="792053"/>
                </a:cubicBezTo>
                <a:cubicBezTo>
                  <a:pt x="1221273" y="794979"/>
                  <a:pt x="1222370" y="797997"/>
                  <a:pt x="1222827" y="801289"/>
                </a:cubicBezTo>
                <a:cubicBezTo>
                  <a:pt x="1223193" y="804581"/>
                  <a:pt x="1223010" y="807781"/>
                  <a:pt x="1222187" y="810981"/>
                </a:cubicBezTo>
                <a:cubicBezTo>
                  <a:pt x="1221364" y="814182"/>
                  <a:pt x="1219901" y="817108"/>
                  <a:pt x="1217889" y="819668"/>
                </a:cubicBezTo>
                <a:cubicBezTo>
                  <a:pt x="1215878" y="822320"/>
                  <a:pt x="1213409" y="824423"/>
                  <a:pt x="1210574" y="826160"/>
                </a:cubicBezTo>
                <a:lnTo>
                  <a:pt x="1206276" y="828629"/>
                </a:lnTo>
                <a:cubicBezTo>
                  <a:pt x="1203442" y="830275"/>
                  <a:pt x="1200333" y="831281"/>
                  <a:pt x="1197041" y="831738"/>
                </a:cubicBezTo>
                <a:cubicBezTo>
                  <a:pt x="1193749" y="832195"/>
                  <a:pt x="1190549" y="832013"/>
                  <a:pt x="1187348" y="831098"/>
                </a:cubicBezTo>
                <a:cubicBezTo>
                  <a:pt x="1184148" y="830275"/>
                  <a:pt x="1181222" y="828812"/>
                  <a:pt x="1178570" y="826800"/>
                </a:cubicBezTo>
                <a:cubicBezTo>
                  <a:pt x="1176010" y="824789"/>
                  <a:pt x="1173815" y="822411"/>
                  <a:pt x="1172169" y="819577"/>
                </a:cubicBezTo>
                <a:cubicBezTo>
                  <a:pt x="1170523" y="816651"/>
                  <a:pt x="1169518" y="813633"/>
                  <a:pt x="1169060" y="810341"/>
                </a:cubicBezTo>
                <a:cubicBezTo>
                  <a:pt x="1168603" y="807049"/>
                  <a:pt x="1168786" y="803849"/>
                  <a:pt x="1169700" y="800649"/>
                </a:cubicBezTo>
                <a:cubicBezTo>
                  <a:pt x="1170523" y="797448"/>
                  <a:pt x="1171986" y="794522"/>
                  <a:pt x="1173998" y="791962"/>
                </a:cubicBezTo>
                <a:cubicBezTo>
                  <a:pt x="1176010" y="789310"/>
                  <a:pt x="1178387" y="787116"/>
                  <a:pt x="1181313" y="785470"/>
                </a:cubicBezTo>
              </a:path>
              <a:path w="3887754" h="1096183">
                <a:moveTo>
                  <a:pt x="1189909" y="780532"/>
                </a:moveTo>
                <a:lnTo>
                  <a:pt x="1194206" y="777972"/>
                </a:lnTo>
                <a:cubicBezTo>
                  <a:pt x="1197041" y="776326"/>
                  <a:pt x="1200150" y="775320"/>
                  <a:pt x="1203442" y="774863"/>
                </a:cubicBezTo>
                <a:cubicBezTo>
                  <a:pt x="1206734" y="774405"/>
                  <a:pt x="1209934" y="774680"/>
                  <a:pt x="1213134" y="775503"/>
                </a:cubicBezTo>
                <a:cubicBezTo>
                  <a:pt x="1216335" y="776326"/>
                  <a:pt x="1219261" y="777789"/>
                  <a:pt x="1221913" y="779800"/>
                </a:cubicBezTo>
                <a:cubicBezTo>
                  <a:pt x="1224473" y="781812"/>
                  <a:pt x="1226668" y="784189"/>
                  <a:pt x="1228314" y="787116"/>
                </a:cubicBezTo>
                <a:cubicBezTo>
                  <a:pt x="1229959" y="789950"/>
                  <a:pt x="1230965" y="793059"/>
                  <a:pt x="1231422" y="796260"/>
                </a:cubicBezTo>
                <a:cubicBezTo>
                  <a:pt x="1231880" y="799551"/>
                  <a:pt x="1231697" y="802752"/>
                  <a:pt x="1230782" y="805952"/>
                </a:cubicBezTo>
                <a:cubicBezTo>
                  <a:pt x="1229959" y="809153"/>
                  <a:pt x="1228496" y="812079"/>
                  <a:pt x="1226485" y="814730"/>
                </a:cubicBezTo>
                <a:cubicBezTo>
                  <a:pt x="1224473" y="817291"/>
                  <a:pt x="1222096" y="819485"/>
                  <a:pt x="1219170" y="821131"/>
                </a:cubicBezTo>
                <a:lnTo>
                  <a:pt x="1214872" y="823600"/>
                </a:lnTo>
                <a:cubicBezTo>
                  <a:pt x="1212037" y="825246"/>
                  <a:pt x="1208928" y="826343"/>
                  <a:pt x="1205636" y="826709"/>
                </a:cubicBezTo>
                <a:cubicBezTo>
                  <a:pt x="1202436" y="827166"/>
                  <a:pt x="1199144" y="826983"/>
                  <a:pt x="1195944" y="826160"/>
                </a:cubicBezTo>
                <a:cubicBezTo>
                  <a:pt x="1192743" y="825246"/>
                  <a:pt x="1189909" y="823874"/>
                  <a:pt x="1187257" y="821863"/>
                </a:cubicBezTo>
                <a:cubicBezTo>
                  <a:pt x="1184605" y="819851"/>
                  <a:pt x="1182502" y="817382"/>
                  <a:pt x="1180856" y="814548"/>
                </a:cubicBezTo>
                <a:cubicBezTo>
                  <a:pt x="1179119" y="811713"/>
                  <a:pt x="1178113" y="808604"/>
                  <a:pt x="1177656" y="805312"/>
                </a:cubicBezTo>
                <a:cubicBezTo>
                  <a:pt x="1177199" y="802112"/>
                  <a:pt x="1177473" y="798820"/>
                  <a:pt x="1178296" y="795619"/>
                </a:cubicBezTo>
                <a:cubicBezTo>
                  <a:pt x="1179119" y="792419"/>
                  <a:pt x="1180582" y="789584"/>
                  <a:pt x="1182594" y="786933"/>
                </a:cubicBezTo>
                <a:cubicBezTo>
                  <a:pt x="1184605" y="784281"/>
                  <a:pt x="1187074" y="782178"/>
                  <a:pt x="1189909" y="780532"/>
                </a:cubicBezTo>
              </a:path>
              <a:path w="3887754" h="1096183">
                <a:moveTo>
                  <a:pt x="1198504" y="775503"/>
                </a:moveTo>
                <a:lnTo>
                  <a:pt x="1202893" y="773034"/>
                </a:lnTo>
                <a:cubicBezTo>
                  <a:pt x="1205728" y="771388"/>
                  <a:pt x="1208745" y="770291"/>
                  <a:pt x="1212037" y="769925"/>
                </a:cubicBezTo>
                <a:cubicBezTo>
                  <a:pt x="1215329" y="769468"/>
                  <a:pt x="1218529" y="769650"/>
                  <a:pt x="1221730" y="770473"/>
                </a:cubicBezTo>
                <a:cubicBezTo>
                  <a:pt x="1224930" y="771388"/>
                  <a:pt x="1227856" y="772759"/>
                  <a:pt x="1230508" y="774771"/>
                </a:cubicBezTo>
                <a:cubicBezTo>
                  <a:pt x="1233160" y="776783"/>
                  <a:pt x="1235263" y="779252"/>
                  <a:pt x="1236909" y="782086"/>
                </a:cubicBezTo>
                <a:cubicBezTo>
                  <a:pt x="1238555" y="784921"/>
                  <a:pt x="1239652" y="788030"/>
                  <a:pt x="1240018" y="791322"/>
                </a:cubicBezTo>
                <a:cubicBezTo>
                  <a:pt x="1240475" y="794614"/>
                  <a:pt x="1240292" y="797814"/>
                  <a:pt x="1239469" y="801014"/>
                </a:cubicBezTo>
                <a:cubicBezTo>
                  <a:pt x="1238555" y="804215"/>
                  <a:pt x="1237183" y="807049"/>
                  <a:pt x="1235172" y="809701"/>
                </a:cubicBezTo>
                <a:cubicBezTo>
                  <a:pt x="1233160" y="812353"/>
                  <a:pt x="1230691" y="814456"/>
                  <a:pt x="1227856" y="816102"/>
                </a:cubicBezTo>
                <a:lnTo>
                  <a:pt x="1223559" y="818662"/>
                </a:lnTo>
                <a:cubicBezTo>
                  <a:pt x="1220633" y="820308"/>
                  <a:pt x="1217615" y="821314"/>
                  <a:pt x="1214323" y="821771"/>
                </a:cubicBezTo>
                <a:cubicBezTo>
                  <a:pt x="1211031" y="822228"/>
                  <a:pt x="1207831" y="821954"/>
                  <a:pt x="1204631" y="821131"/>
                </a:cubicBezTo>
                <a:cubicBezTo>
                  <a:pt x="1201430" y="820308"/>
                  <a:pt x="1198504" y="818845"/>
                  <a:pt x="1195852" y="816834"/>
                </a:cubicBezTo>
                <a:cubicBezTo>
                  <a:pt x="1193201" y="814822"/>
                  <a:pt x="1191097" y="812444"/>
                  <a:pt x="1189452" y="809518"/>
                </a:cubicBezTo>
                <a:cubicBezTo>
                  <a:pt x="1187806" y="806684"/>
                  <a:pt x="1186708" y="803666"/>
                  <a:pt x="1186343" y="800374"/>
                </a:cubicBezTo>
                <a:cubicBezTo>
                  <a:pt x="1185885" y="797082"/>
                  <a:pt x="1186068" y="793882"/>
                  <a:pt x="1186891" y="790682"/>
                </a:cubicBezTo>
                <a:cubicBezTo>
                  <a:pt x="1187806" y="787481"/>
                  <a:pt x="1189177" y="784555"/>
                  <a:pt x="1191189" y="781903"/>
                </a:cubicBezTo>
                <a:cubicBezTo>
                  <a:pt x="1193201" y="779343"/>
                  <a:pt x="1195669" y="777149"/>
                  <a:pt x="1198504" y="775503"/>
                </a:cubicBezTo>
              </a:path>
              <a:path w="3887754" h="1096183">
                <a:moveTo>
                  <a:pt x="1207191" y="770565"/>
                </a:moveTo>
                <a:lnTo>
                  <a:pt x="1211489" y="768005"/>
                </a:lnTo>
                <a:cubicBezTo>
                  <a:pt x="1214323" y="766359"/>
                  <a:pt x="1217432" y="765353"/>
                  <a:pt x="1220724" y="764896"/>
                </a:cubicBezTo>
                <a:cubicBezTo>
                  <a:pt x="1224016" y="764438"/>
                  <a:pt x="1227216" y="764713"/>
                  <a:pt x="1230417" y="765536"/>
                </a:cubicBezTo>
                <a:cubicBezTo>
                  <a:pt x="1233617" y="766359"/>
                  <a:pt x="1236543" y="767822"/>
                  <a:pt x="1239103" y="769833"/>
                </a:cubicBezTo>
                <a:cubicBezTo>
                  <a:pt x="1241755" y="771845"/>
                  <a:pt x="1243858" y="774222"/>
                  <a:pt x="1245596" y="777149"/>
                </a:cubicBezTo>
                <a:cubicBezTo>
                  <a:pt x="1247242" y="779983"/>
                  <a:pt x="1248247" y="783001"/>
                  <a:pt x="1248705" y="786293"/>
                </a:cubicBezTo>
                <a:cubicBezTo>
                  <a:pt x="1249162" y="789584"/>
                  <a:pt x="1248888" y="792785"/>
                  <a:pt x="1248065" y="795985"/>
                </a:cubicBezTo>
                <a:cubicBezTo>
                  <a:pt x="1247242" y="799186"/>
                  <a:pt x="1245779" y="802112"/>
                  <a:pt x="1243767" y="804763"/>
                </a:cubicBezTo>
                <a:cubicBezTo>
                  <a:pt x="1241755" y="807324"/>
                  <a:pt x="1239378" y="809518"/>
                  <a:pt x="1236452" y="811164"/>
                </a:cubicBezTo>
                <a:lnTo>
                  <a:pt x="1232154" y="813633"/>
                </a:lnTo>
                <a:cubicBezTo>
                  <a:pt x="1229319" y="815279"/>
                  <a:pt x="1226210" y="816376"/>
                  <a:pt x="1222919" y="816742"/>
                </a:cubicBezTo>
                <a:cubicBezTo>
                  <a:pt x="1219627" y="817199"/>
                  <a:pt x="1216426" y="817016"/>
                  <a:pt x="1213226" y="816102"/>
                </a:cubicBezTo>
                <a:cubicBezTo>
                  <a:pt x="1210026" y="815279"/>
                  <a:pt x="1207099" y="813907"/>
                  <a:pt x="1204539" y="811896"/>
                </a:cubicBezTo>
                <a:cubicBezTo>
                  <a:pt x="1201887" y="809884"/>
                  <a:pt x="1199693" y="807415"/>
                  <a:pt x="1198047" y="804581"/>
                </a:cubicBezTo>
                <a:cubicBezTo>
                  <a:pt x="1196401" y="801746"/>
                  <a:pt x="1195395" y="798637"/>
                  <a:pt x="1194938" y="795345"/>
                </a:cubicBezTo>
                <a:cubicBezTo>
                  <a:pt x="1194481" y="792053"/>
                  <a:pt x="1194755" y="788853"/>
                  <a:pt x="1195578" y="785652"/>
                </a:cubicBezTo>
                <a:cubicBezTo>
                  <a:pt x="1196401" y="782452"/>
                  <a:pt x="1197864" y="779526"/>
                  <a:pt x="1199876" y="776966"/>
                </a:cubicBezTo>
                <a:cubicBezTo>
                  <a:pt x="1201887" y="774314"/>
                  <a:pt x="1204265" y="772211"/>
                  <a:pt x="1207191" y="770565"/>
                </a:cubicBezTo>
              </a:path>
              <a:path w="3887754" h="1096183">
                <a:moveTo>
                  <a:pt x="1215786" y="765536"/>
                </a:moveTo>
                <a:lnTo>
                  <a:pt x="1220084" y="763067"/>
                </a:lnTo>
                <a:cubicBezTo>
                  <a:pt x="1223010" y="761421"/>
                  <a:pt x="1226028" y="760324"/>
                  <a:pt x="1229319" y="759866"/>
                </a:cubicBezTo>
                <a:cubicBezTo>
                  <a:pt x="1232611" y="759501"/>
                  <a:pt x="1235812" y="759684"/>
                  <a:pt x="1239012" y="760506"/>
                </a:cubicBezTo>
                <a:cubicBezTo>
                  <a:pt x="1242212" y="761421"/>
                  <a:pt x="1245138" y="762792"/>
                  <a:pt x="1247790" y="764804"/>
                </a:cubicBezTo>
                <a:cubicBezTo>
                  <a:pt x="1250351" y="766816"/>
                  <a:pt x="1252545" y="769285"/>
                  <a:pt x="1254191" y="772119"/>
                </a:cubicBezTo>
                <a:cubicBezTo>
                  <a:pt x="1255837" y="774954"/>
                  <a:pt x="1256934" y="778063"/>
                  <a:pt x="1257300" y="781355"/>
                </a:cubicBezTo>
                <a:cubicBezTo>
                  <a:pt x="1257757" y="784555"/>
                  <a:pt x="1257574" y="787847"/>
                  <a:pt x="1256660" y="791047"/>
                </a:cubicBezTo>
                <a:cubicBezTo>
                  <a:pt x="1255837" y="794156"/>
                  <a:pt x="1254465" y="797082"/>
                  <a:pt x="1252454" y="799734"/>
                </a:cubicBezTo>
                <a:cubicBezTo>
                  <a:pt x="1250442" y="802386"/>
                  <a:pt x="1247973" y="804489"/>
                  <a:pt x="1245138" y="806135"/>
                </a:cubicBezTo>
                <a:lnTo>
                  <a:pt x="1240749" y="808604"/>
                </a:lnTo>
                <a:cubicBezTo>
                  <a:pt x="1237915" y="810341"/>
                  <a:pt x="1234897" y="811347"/>
                  <a:pt x="1231605" y="811804"/>
                </a:cubicBezTo>
                <a:cubicBezTo>
                  <a:pt x="1228314" y="812170"/>
                  <a:pt x="1225022" y="811987"/>
                  <a:pt x="1221913" y="811164"/>
                </a:cubicBezTo>
                <a:cubicBezTo>
                  <a:pt x="1218712" y="810341"/>
                  <a:pt x="1215786" y="808878"/>
                  <a:pt x="1213134" y="806867"/>
                </a:cubicBezTo>
                <a:cubicBezTo>
                  <a:pt x="1210483" y="804855"/>
                  <a:pt x="1208380" y="802386"/>
                  <a:pt x="1206734" y="799551"/>
                </a:cubicBezTo>
                <a:cubicBezTo>
                  <a:pt x="1205088" y="796717"/>
                  <a:pt x="1203990" y="793608"/>
                  <a:pt x="1203533" y="790407"/>
                </a:cubicBezTo>
                <a:cubicBezTo>
                  <a:pt x="1203168" y="787116"/>
                  <a:pt x="1203350" y="783824"/>
                  <a:pt x="1204173" y="780715"/>
                </a:cubicBezTo>
                <a:cubicBezTo>
                  <a:pt x="1205088" y="777514"/>
                  <a:pt x="1206459" y="774588"/>
                  <a:pt x="1208471" y="771936"/>
                </a:cubicBezTo>
                <a:cubicBezTo>
                  <a:pt x="1210483" y="769285"/>
                  <a:pt x="1212952" y="767182"/>
                  <a:pt x="1215786" y="765536"/>
                </a:cubicBezTo>
              </a:path>
              <a:path w="3887754" h="1096183">
                <a:moveTo>
                  <a:pt x="1224473" y="760506"/>
                </a:moveTo>
                <a:lnTo>
                  <a:pt x="1228771" y="758038"/>
                </a:lnTo>
                <a:cubicBezTo>
                  <a:pt x="1231605" y="756392"/>
                  <a:pt x="1234714" y="755386"/>
                  <a:pt x="1237915" y="754929"/>
                </a:cubicBezTo>
                <a:cubicBezTo>
                  <a:pt x="1241207" y="754471"/>
                  <a:pt x="1244498" y="754654"/>
                  <a:pt x="1247699" y="755569"/>
                </a:cubicBezTo>
                <a:cubicBezTo>
                  <a:pt x="1250899" y="756392"/>
                  <a:pt x="1253734" y="757855"/>
                  <a:pt x="1256386" y="759866"/>
                </a:cubicBezTo>
                <a:cubicBezTo>
                  <a:pt x="1259037" y="761787"/>
                  <a:pt x="1261140" y="764256"/>
                  <a:pt x="1262786" y="767090"/>
                </a:cubicBezTo>
                <a:cubicBezTo>
                  <a:pt x="1264524" y="770016"/>
                  <a:pt x="1265530" y="773034"/>
                  <a:pt x="1265987" y="776326"/>
                </a:cubicBezTo>
                <a:cubicBezTo>
                  <a:pt x="1266353" y="779617"/>
                  <a:pt x="1266170" y="782818"/>
                  <a:pt x="1265347" y="786018"/>
                </a:cubicBezTo>
                <a:cubicBezTo>
                  <a:pt x="1264524" y="789219"/>
                  <a:pt x="1263061" y="792145"/>
                  <a:pt x="1261049" y="794705"/>
                </a:cubicBezTo>
                <a:cubicBezTo>
                  <a:pt x="1259037" y="797357"/>
                  <a:pt x="1256568" y="799460"/>
                  <a:pt x="1253734" y="801197"/>
                </a:cubicBezTo>
                <a:lnTo>
                  <a:pt x="1249436" y="803666"/>
                </a:lnTo>
                <a:cubicBezTo>
                  <a:pt x="1246602" y="805312"/>
                  <a:pt x="1243493" y="806318"/>
                  <a:pt x="1240201" y="806775"/>
                </a:cubicBezTo>
                <a:cubicBezTo>
                  <a:pt x="1236909" y="807232"/>
                  <a:pt x="1233708" y="807049"/>
                  <a:pt x="1230508" y="806135"/>
                </a:cubicBezTo>
                <a:cubicBezTo>
                  <a:pt x="1227308" y="805312"/>
                  <a:pt x="1224382" y="803849"/>
                  <a:pt x="1221730" y="801837"/>
                </a:cubicBezTo>
                <a:cubicBezTo>
                  <a:pt x="1219170" y="799826"/>
                  <a:pt x="1216975" y="797448"/>
                  <a:pt x="1215329" y="794614"/>
                </a:cubicBezTo>
                <a:cubicBezTo>
                  <a:pt x="1213683" y="791688"/>
                  <a:pt x="1212677" y="788670"/>
                  <a:pt x="1212220" y="785378"/>
                </a:cubicBezTo>
                <a:cubicBezTo>
                  <a:pt x="1211763" y="782086"/>
                  <a:pt x="1211946" y="778886"/>
                  <a:pt x="1212860" y="775686"/>
                </a:cubicBezTo>
                <a:cubicBezTo>
                  <a:pt x="1213683" y="772485"/>
                  <a:pt x="1215146" y="769559"/>
                  <a:pt x="1217158" y="766999"/>
                </a:cubicBezTo>
                <a:cubicBezTo>
                  <a:pt x="1219170" y="764347"/>
                  <a:pt x="1221547" y="762152"/>
                  <a:pt x="1224473" y="760506"/>
                </a:cubicBezTo>
              </a:path>
              <a:path w="3887754" h="1096183">
                <a:moveTo>
                  <a:pt x="1233068" y="755569"/>
                </a:moveTo>
                <a:lnTo>
                  <a:pt x="1237366" y="753100"/>
                </a:lnTo>
                <a:cubicBezTo>
                  <a:pt x="1240201" y="751362"/>
                  <a:pt x="1243310" y="750357"/>
                  <a:pt x="1246602" y="749899"/>
                </a:cubicBezTo>
                <a:cubicBezTo>
                  <a:pt x="1249893" y="749442"/>
                  <a:pt x="1253094" y="749717"/>
                  <a:pt x="1256294" y="750540"/>
                </a:cubicBezTo>
                <a:cubicBezTo>
                  <a:pt x="1259495" y="751362"/>
                  <a:pt x="1262421" y="752826"/>
                  <a:pt x="1265072" y="754837"/>
                </a:cubicBezTo>
                <a:cubicBezTo>
                  <a:pt x="1267633" y="756849"/>
                  <a:pt x="1269827" y="759318"/>
                  <a:pt x="1271473" y="762152"/>
                </a:cubicBezTo>
                <a:cubicBezTo>
                  <a:pt x="1273119" y="764987"/>
                  <a:pt x="1274125" y="768096"/>
                  <a:pt x="1274582" y="771296"/>
                </a:cubicBezTo>
                <a:cubicBezTo>
                  <a:pt x="1275039" y="774588"/>
                  <a:pt x="1274856" y="777880"/>
                  <a:pt x="1273942" y="780989"/>
                </a:cubicBezTo>
                <a:cubicBezTo>
                  <a:pt x="1273119" y="784189"/>
                  <a:pt x="1271656" y="787116"/>
                  <a:pt x="1269644" y="789767"/>
                </a:cubicBezTo>
                <a:cubicBezTo>
                  <a:pt x="1267633" y="792328"/>
                  <a:pt x="1265255" y="794522"/>
                  <a:pt x="1262329" y="796168"/>
                </a:cubicBezTo>
                <a:lnTo>
                  <a:pt x="1258032" y="798637"/>
                </a:lnTo>
                <a:cubicBezTo>
                  <a:pt x="1255197" y="800283"/>
                  <a:pt x="1252088" y="801380"/>
                  <a:pt x="1248796" y="801837"/>
                </a:cubicBezTo>
                <a:cubicBezTo>
                  <a:pt x="1245596" y="802203"/>
                  <a:pt x="1242304" y="802020"/>
                  <a:pt x="1239103" y="801197"/>
                </a:cubicBezTo>
                <a:cubicBezTo>
                  <a:pt x="1235903" y="800283"/>
                  <a:pt x="1233068" y="798911"/>
                  <a:pt x="1230417" y="796900"/>
                </a:cubicBezTo>
                <a:cubicBezTo>
                  <a:pt x="1227765" y="794888"/>
                  <a:pt x="1225662" y="792419"/>
                  <a:pt x="1224016" y="789584"/>
                </a:cubicBezTo>
                <a:cubicBezTo>
                  <a:pt x="1222278" y="786750"/>
                  <a:pt x="1221273" y="783641"/>
                  <a:pt x="1220815" y="780349"/>
                </a:cubicBezTo>
                <a:cubicBezTo>
                  <a:pt x="1220358" y="777149"/>
                  <a:pt x="1220633" y="773857"/>
                  <a:pt x="1221456" y="770656"/>
                </a:cubicBezTo>
                <a:cubicBezTo>
                  <a:pt x="1222278" y="767456"/>
                  <a:pt x="1223742" y="764621"/>
                  <a:pt x="1225753" y="761970"/>
                </a:cubicBezTo>
                <a:cubicBezTo>
                  <a:pt x="1227765" y="759318"/>
                  <a:pt x="1230234" y="757215"/>
                  <a:pt x="1233068" y="755569"/>
                </a:cubicBezTo>
              </a:path>
              <a:path w="3887754" h="1096183">
                <a:moveTo>
                  <a:pt x="1241664" y="750540"/>
                </a:moveTo>
                <a:lnTo>
                  <a:pt x="1246053" y="748071"/>
                </a:lnTo>
                <a:cubicBezTo>
                  <a:pt x="1248888" y="746425"/>
                  <a:pt x="1251905" y="745327"/>
                  <a:pt x="1255197" y="744962"/>
                </a:cubicBezTo>
                <a:cubicBezTo>
                  <a:pt x="1258489" y="744504"/>
                  <a:pt x="1261781" y="744687"/>
                  <a:pt x="1264890" y="745510"/>
                </a:cubicBezTo>
                <a:cubicBezTo>
                  <a:pt x="1268090" y="746425"/>
                  <a:pt x="1271016" y="747796"/>
                  <a:pt x="1273668" y="749808"/>
                </a:cubicBezTo>
                <a:cubicBezTo>
                  <a:pt x="1276320" y="751820"/>
                  <a:pt x="1278423" y="754289"/>
                  <a:pt x="1280069" y="757123"/>
                </a:cubicBezTo>
                <a:cubicBezTo>
                  <a:pt x="1281714" y="759958"/>
                  <a:pt x="1282812" y="763067"/>
                  <a:pt x="1283269" y="766359"/>
                </a:cubicBezTo>
                <a:cubicBezTo>
                  <a:pt x="1283635" y="769650"/>
                  <a:pt x="1283452" y="772851"/>
                  <a:pt x="1282629" y="776051"/>
                </a:cubicBezTo>
                <a:cubicBezTo>
                  <a:pt x="1281714" y="779252"/>
                  <a:pt x="1280343" y="782178"/>
                  <a:pt x="1278331" y="784738"/>
                </a:cubicBezTo>
                <a:cubicBezTo>
                  <a:pt x="1276320" y="787390"/>
                  <a:pt x="1273851" y="789493"/>
                  <a:pt x="1271016" y="791139"/>
                </a:cubicBezTo>
                <a:lnTo>
                  <a:pt x="1266718" y="793699"/>
                </a:lnTo>
                <a:cubicBezTo>
                  <a:pt x="1263792" y="795345"/>
                  <a:pt x="1260775" y="796351"/>
                  <a:pt x="1257483" y="796808"/>
                </a:cubicBezTo>
                <a:cubicBezTo>
                  <a:pt x="1254191" y="797265"/>
                  <a:pt x="1250991" y="796991"/>
                  <a:pt x="1247790" y="796168"/>
                </a:cubicBezTo>
                <a:cubicBezTo>
                  <a:pt x="1244590" y="795345"/>
                  <a:pt x="1241664" y="793882"/>
                  <a:pt x="1239012" y="791870"/>
                </a:cubicBezTo>
                <a:cubicBezTo>
                  <a:pt x="1236452" y="789859"/>
                  <a:pt x="1234257" y="787481"/>
                  <a:pt x="1232611" y="784555"/>
                </a:cubicBezTo>
                <a:cubicBezTo>
                  <a:pt x="1230965" y="781721"/>
                  <a:pt x="1229868" y="778703"/>
                  <a:pt x="1229502" y="775411"/>
                </a:cubicBezTo>
                <a:cubicBezTo>
                  <a:pt x="1229045" y="772119"/>
                  <a:pt x="1229228" y="768919"/>
                  <a:pt x="1230051" y="765719"/>
                </a:cubicBezTo>
                <a:cubicBezTo>
                  <a:pt x="1230965" y="762518"/>
                  <a:pt x="1232337" y="759592"/>
                  <a:pt x="1234349" y="756940"/>
                </a:cubicBezTo>
                <a:cubicBezTo>
                  <a:pt x="1236360" y="754380"/>
                  <a:pt x="1238829" y="752185"/>
                  <a:pt x="1241664" y="750540"/>
                </a:cubicBezTo>
              </a:path>
              <a:path w="3887754" h="1096183">
                <a:moveTo>
                  <a:pt x="1250351" y="745602"/>
                </a:moveTo>
                <a:lnTo>
                  <a:pt x="1254648" y="743041"/>
                </a:lnTo>
                <a:cubicBezTo>
                  <a:pt x="1257483" y="741396"/>
                  <a:pt x="1260592" y="740390"/>
                  <a:pt x="1263884" y="739932"/>
                </a:cubicBezTo>
                <a:cubicBezTo>
                  <a:pt x="1267176" y="739475"/>
                  <a:pt x="1270376" y="739750"/>
                  <a:pt x="1273576" y="740573"/>
                </a:cubicBezTo>
                <a:cubicBezTo>
                  <a:pt x="1276777" y="741396"/>
                  <a:pt x="1279703" y="742859"/>
                  <a:pt x="1282263" y="744870"/>
                </a:cubicBezTo>
                <a:cubicBezTo>
                  <a:pt x="1284915" y="746882"/>
                  <a:pt x="1287018" y="749259"/>
                  <a:pt x="1288755" y="752185"/>
                </a:cubicBezTo>
                <a:cubicBezTo>
                  <a:pt x="1290401" y="755020"/>
                  <a:pt x="1291407" y="758038"/>
                  <a:pt x="1291864" y="761329"/>
                </a:cubicBezTo>
                <a:cubicBezTo>
                  <a:pt x="1292322" y="764621"/>
                  <a:pt x="1292047" y="767822"/>
                  <a:pt x="1291224" y="771022"/>
                </a:cubicBezTo>
                <a:cubicBezTo>
                  <a:pt x="1290401" y="774222"/>
                  <a:pt x="1288938" y="777149"/>
                  <a:pt x="1286927" y="779800"/>
                </a:cubicBezTo>
                <a:cubicBezTo>
                  <a:pt x="1284915" y="782361"/>
                  <a:pt x="1282537" y="784555"/>
                  <a:pt x="1279611" y="786201"/>
                </a:cubicBezTo>
                <a:lnTo>
                  <a:pt x="1275314" y="788670"/>
                </a:lnTo>
                <a:cubicBezTo>
                  <a:pt x="1272479" y="790316"/>
                  <a:pt x="1269370" y="791413"/>
                  <a:pt x="1266078" y="791779"/>
                </a:cubicBezTo>
                <a:cubicBezTo>
                  <a:pt x="1262786" y="792236"/>
                  <a:pt x="1259586" y="792053"/>
                  <a:pt x="1256386" y="791230"/>
                </a:cubicBezTo>
                <a:cubicBezTo>
                  <a:pt x="1253185" y="790316"/>
                  <a:pt x="1250259" y="788944"/>
                  <a:pt x="1247699" y="786933"/>
                </a:cubicBezTo>
                <a:cubicBezTo>
                  <a:pt x="1245047" y="784921"/>
                  <a:pt x="1242944" y="782452"/>
                  <a:pt x="1241207" y="779617"/>
                </a:cubicBezTo>
                <a:cubicBezTo>
                  <a:pt x="1239561" y="776783"/>
                  <a:pt x="1238555" y="773674"/>
                  <a:pt x="1238098" y="770382"/>
                </a:cubicBezTo>
                <a:cubicBezTo>
                  <a:pt x="1237640" y="767090"/>
                  <a:pt x="1237915" y="763890"/>
                  <a:pt x="1238738" y="760689"/>
                </a:cubicBezTo>
                <a:cubicBezTo>
                  <a:pt x="1239561" y="757489"/>
                  <a:pt x="1241024" y="754563"/>
                  <a:pt x="1243035" y="752003"/>
                </a:cubicBezTo>
                <a:cubicBezTo>
                  <a:pt x="1245047" y="749351"/>
                  <a:pt x="1247424" y="747248"/>
                  <a:pt x="1250351" y="745602"/>
                </a:cubicBezTo>
              </a:path>
              <a:path w="3887754" h="1096183">
                <a:moveTo>
                  <a:pt x="1258946" y="740573"/>
                </a:moveTo>
                <a:lnTo>
                  <a:pt x="1263244" y="738104"/>
                </a:lnTo>
                <a:cubicBezTo>
                  <a:pt x="1266170" y="736458"/>
                  <a:pt x="1269187" y="735360"/>
                  <a:pt x="1272479" y="734903"/>
                </a:cubicBezTo>
                <a:cubicBezTo>
                  <a:pt x="1275771" y="734538"/>
                  <a:pt x="1278971" y="734720"/>
                  <a:pt x="1282172" y="735543"/>
                </a:cubicBezTo>
                <a:cubicBezTo>
                  <a:pt x="1285372" y="736458"/>
                  <a:pt x="1288298" y="737829"/>
                  <a:pt x="1290950" y="739841"/>
                </a:cubicBezTo>
                <a:cubicBezTo>
                  <a:pt x="1293510" y="741853"/>
                  <a:pt x="1295705" y="744322"/>
                  <a:pt x="1297351" y="747156"/>
                </a:cubicBezTo>
                <a:cubicBezTo>
                  <a:pt x="1298997" y="749991"/>
                  <a:pt x="1300094" y="753100"/>
                  <a:pt x="1300460" y="756392"/>
                </a:cubicBezTo>
                <a:cubicBezTo>
                  <a:pt x="1300917" y="759592"/>
                  <a:pt x="1300734" y="762884"/>
                  <a:pt x="1299820" y="766084"/>
                </a:cubicBezTo>
                <a:cubicBezTo>
                  <a:pt x="1298997" y="769285"/>
                  <a:pt x="1297625" y="772119"/>
                  <a:pt x="1295613" y="774771"/>
                </a:cubicBezTo>
                <a:cubicBezTo>
                  <a:pt x="1293602" y="777423"/>
                  <a:pt x="1291133" y="779526"/>
                  <a:pt x="1288298" y="781172"/>
                </a:cubicBezTo>
                <a:lnTo>
                  <a:pt x="1283909" y="783641"/>
                </a:lnTo>
                <a:cubicBezTo>
                  <a:pt x="1281074" y="785378"/>
                  <a:pt x="1278057" y="786384"/>
                  <a:pt x="1274765" y="786841"/>
                </a:cubicBezTo>
                <a:cubicBezTo>
                  <a:pt x="1271473" y="787298"/>
                  <a:pt x="1268181" y="787024"/>
                  <a:pt x="1265072" y="786201"/>
                </a:cubicBezTo>
                <a:cubicBezTo>
                  <a:pt x="1261872" y="785378"/>
                  <a:pt x="1258946" y="783915"/>
                  <a:pt x="1256294" y="781903"/>
                </a:cubicBezTo>
                <a:cubicBezTo>
                  <a:pt x="1253642" y="779892"/>
                  <a:pt x="1251539" y="777423"/>
                  <a:pt x="1249893" y="774588"/>
                </a:cubicBezTo>
                <a:cubicBezTo>
                  <a:pt x="1248247" y="771754"/>
                  <a:pt x="1247150" y="768645"/>
                  <a:pt x="1246693" y="765444"/>
                </a:cubicBezTo>
                <a:cubicBezTo>
                  <a:pt x="1246327" y="762152"/>
                  <a:pt x="1246510" y="758861"/>
                  <a:pt x="1247333" y="755752"/>
                </a:cubicBezTo>
                <a:cubicBezTo>
                  <a:pt x="1248247" y="752551"/>
                  <a:pt x="1249619" y="749625"/>
                  <a:pt x="1251631" y="746973"/>
                </a:cubicBezTo>
                <a:cubicBezTo>
                  <a:pt x="1253642" y="744413"/>
                  <a:pt x="1256111" y="742218"/>
                  <a:pt x="1258946" y="740573"/>
                </a:cubicBezTo>
              </a:path>
              <a:path w="3887754" h="1096183">
                <a:moveTo>
                  <a:pt x="1267633" y="735543"/>
                </a:moveTo>
                <a:lnTo>
                  <a:pt x="1271930" y="733074"/>
                </a:lnTo>
                <a:cubicBezTo>
                  <a:pt x="1274765" y="731429"/>
                  <a:pt x="1277874" y="730423"/>
                  <a:pt x="1281074" y="729966"/>
                </a:cubicBezTo>
                <a:cubicBezTo>
                  <a:pt x="1284366" y="729508"/>
                  <a:pt x="1287658" y="729691"/>
                  <a:pt x="1290858" y="730606"/>
                </a:cubicBezTo>
                <a:cubicBezTo>
                  <a:pt x="1294059" y="731429"/>
                  <a:pt x="1296894" y="732892"/>
                  <a:pt x="1299545" y="734903"/>
                </a:cubicBezTo>
                <a:cubicBezTo>
                  <a:pt x="1302197" y="736915"/>
                  <a:pt x="1304300" y="739292"/>
                  <a:pt x="1305946" y="742127"/>
                </a:cubicBezTo>
                <a:cubicBezTo>
                  <a:pt x="1307683" y="745053"/>
                  <a:pt x="1308689" y="748071"/>
                  <a:pt x="1309146" y="751362"/>
                </a:cubicBezTo>
                <a:cubicBezTo>
                  <a:pt x="1309512" y="754654"/>
                  <a:pt x="1309329" y="757855"/>
                  <a:pt x="1308506" y="761055"/>
                </a:cubicBezTo>
                <a:cubicBezTo>
                  <a:pt x="1307683" y="764256"/>
                  <a:pt x="1306220" y="767182"/>
                  <a:pt x="1304209" y="769742"/>
                </a:cubicBezTo>
                <a:cubicBezTo>
                  <a:pt x="1302197" y="772394"/>
                  <a:pt x="1299728" y="774588"/>
                  <a:pt x="1296894" y="776234"/>
                </a:cubicBezTo>
                <a:lnTo>
                  <a:pt x="1292596" y="778703"/>
                </a:lnTo>
                <a:cubicBezTo>
                  <a:pt x="1289761" y="780349"/>
                  <a:pt x="1286652" y="781355"/>
                  <a:pt x="1283360" y="781812"/>
                </a:cubicBezTo>
                <a:cubicBezTo>
                  <a:pt x="1280069" y="782269"/>
                  <a:pt x="1276868" y="782086"/>
                  <a:pt x="1273668" y="781172"/>
                </a:cubicBezTo>
                <a:cubicBezTo>
                  <a:pt x="1270467" y="780349"/>
                  <a:pt x="1267541" y="778886"/>
                  <a:pt x="1264890" y="776874"/>
                </a:cubicBezTo>
                <a:cubicBezTo>
                  <a:pt x="1262329" y="774954"/>
                  <a:pt x="1260135" y="772485"/>
                  <a:pt x="1258489" y="769650"/>
                </a:cubicBezTo>
                <a:cubicBezTo>
                  <a:pt x="1256843" y="766724"/>
                  <a:pt x="1255837" y="763707"/>
                  <a:pt x="1255380" y="760415"/>
                </a:cubicBezTo>
                <a:cubicBezTo>
                  <a:pt x="1254923" y="757123"/>
                  <a:pt x="1255105" y="753923"/>
                  <a:pt x="1256020" y="750722"/>
                </a:cubicBezTo>
                <a:cubicBezTo>
                  <a:pt x="1256843" y="747522"/>
                  <a:pt x="1258306" y="744596"/>
                  <a:pt x="1260318" y="742036"/>
                </a:cubicBezTo>
                <a:cubicBezTo>
                  <a:pt x="1262329" y="739384"/>
                  <a:pt x="1264707" y="737281"/>
                  <a:pt x="1267633" y="735543"/>
                </a:cubicBezTo>
              </a:path>
              <a:path w="3887754" h="1096183">
                <a:moveTo>
                  <a:pt x="1276228" y="730606"/>
                </a:moveTo>
                <a:lnTo>
                  <a:pt x="1280526" y="728137"/>
                </a:lnTo>
                <a:cubicBezTo>
                  <a:pt x="1283360" y="726399"/>
                  <a:pt x="1286469" y="725394"/>
                  <a:pt x="1289761" y="724936"/>
                </a:cubicBezTo>
                <a:cubicBezTo>
                  <a:pt x="1293053" y="724571"/>
                  <a:pt x="1296253" y="724753"/>
                  <a:pt x="1299454" y="725576"/>
                </a:cubicBezTo>
                <a:cubicBezTo>
                  <a:pt x="1302654" y="726399"/>
                  <a:pt x="1305580" y="727862"/>
                  <a:pt x="1308232" y="729874"/>
                </a:cubicBezTo>
                <a:cubicBezTo>
                  <a:pt x="1310792" y="731886"/>
                  <a:pt x="1312987" y="734355"/>
                  <a:pt x="1314633" y="737189"/>
                </a:cubicBezTo>
                <a:cubicBezTo>
                  <a:pt x="1316279" y="740024"/>
                  <a:pt x="1317285" y="743133"/>
                  <a:pt x="1317742" y="746333"/>
                </a:cubicBezTo>
                <a:cubicBezTo>
                  <a:pt x="1318199" y="749625"/>
                  <a:pt x="1318016" y="752917"/>
                  <a:pt x="1317102" y="756026"/>
                </a:cubicBezTo>
                <a:cubicBezTo>
                  <a:pt x="1316279" y="759226"/>
                  <a:pt x="1314816" y="762152"/>
                  <a:pt x="1312804" y="764804"/>
                </a:cubicBezTo>
                <a:cubicBezTo>
                  <a:pt x="1310792" y="767456"/>
                  <a:pt x="1308415" y="769559"/>
                  <a:pt x="1305489" y="771205"/>
                </a:cubicBezTo>
                <a:lnTo>
                  <a:pt x="1301191" y="773674"/>
                </a:lnTo>
                <a:cubicBezTo>
                  <a:pt x="1298357" y="775320"/>
                  <a:pt x="1295248" y="776417"/>
                  <a:pt x="1292047" y="776874"/>
                </a:cubicBezTo>
                <a:cubicBezTo>
                  <a:pt x="1288755" y="777240"/>
                  <a:pt x="1285464" y="777057"/>
                  <a:pt x="1282263" y="776234"/>
                </a:cubicBezTo>
                <a:cubicBezTo>
                  <a:pt x="1279063" y="775320"/>
                  <a:pt x="1276228" y="773948"/>
                  <a:pt x="1273576" y="771936"/>
                </a:cubicBezTo>
                <a:cubicBezTo>
                  <a:pt x="1270925" y="769925"/>
                  <a:pt x="1268821" y="767456"/>
                  <a:pt x="1267176" y="764621"/>
                </a:cubicBezTo>
                <a:cubicBezTo>
                  <a:pt x="1265438" y="761787"/>
                  <a:pt x="1264432" y="758678"/>
                  <a:pt x="1263975" y="755386"/>
                </a:cubicBezTo>
                <a:cubicBezTo>
                  <a:pt x="1263609" y="752185"/>
                  <a:pt x="1263792" y="748894"/>
                  <a:pt x="1264615" y="745693"/>
                </a:cubicBezTo>
                <a:cubicBezTo>
                  <a:pt x="1265438" y="742493"/>
                  <a:pt x="1266901" y="739658"/>
                  <a:pt x="1268913" y="737006"/>
                </a:cubicBezTo>
                <a:cubicBezTo>
                  <a:pt x="1270925" y="734355"/>
                  <a:pt x="1273393" y="732252"/>
                  <a:pt x="1276228" y="730606"/>
                </a:cubicBezTo>
              </a:path>
              <a:path w="3887754" h="1096183">
                <a:moveTo>
                  <a:pt x="1284823" y="725576"/>
                </a:moveTo>
                <a:lnTo>
                  <a:pt x="1289213" y="723108"/>
                </a:lnTo>
                <a:cubicBezTo>
                  <a:pt x="1292047" y="721462"/>
                  <a:pt x="1295065" y="720364"/>
                  <a:pt x="1298357" y="719999"/>
                </a:cubicBezTo>
                <a:cubicBezTo>
                  <a:pt x="1301648" y="719541"/>
                  <a:pt x="1304940" y="719724"/>
                  <a:pt x="1308049" y="720639"/>
                </a:cubicBezTo>
                <a:cubicBezTo>
                  <a:pt x="1311250" y="721462"/>
                  <a:pt x="1314176" y="722833"/>
                  <a:pt x="1316827" y="724845"/>
                </a:cubicBezTo>
                <a:cubicBezTo>
                  <a:pt x="1319479" y="726857"/>
                  <a:pt x="1321582" y="729325"/>
                  <a:pt x="1323228" y="732160"/>
                </a:cubicBezTo>
                <a:cubicBezTo>
                  <a:pt x="1324874" y="734995"/>
                  <a:pt x="1325971" y="738104"/>
                  <a:pt x="1326429" y="741396"/>
                </a:cubicBezTo>
                <a:cubicBezTo>
                  <a:pt x="1326794" y="744687"/>
                  <a:pt x="1326612" y="747888"/>
                  <a:pt x="1325789" y="751088"/>
                </a:cubicBezTo>
                <a:cubicBezTo>
                  <a:pt x="1324874" y="754289"/>
                  <a:pt x="1323503" y="757215"/>
                  <a:pt x="1321491" y="759775"/>
                </a:cubicBezTo>
                <a:cubicBezTo>
                  <a:pt x="1319479" y="762427"/>
                  <a:pt x="1317010" y="764530"/>
                  <a:pt x="1314176" y="766176"/>
                </a:cubicBezTo>
                <a:lnTo>
                  <a:pt x="1309878" y="768736"/>
                </a:lnTo>
                <a:cubicBezTo>
                  <a:pt x="1306952" y="770382"/>
                  <a:pt x="1303934" y="771388"/>
                  <a:pt x="1300643" y="771845"/>
                </a:cubicBezTo>
                <a:cubicBezTo>
                  <a:pt x="1297351" y="772302"/>
                  <a:pt x="1294150" y="772028"/>
                  <a:pt x="1290950" y="771205"/>
                </a:cubicBezTo>
                <a:cubicBezTo>
                  <a:pt x="1287750" y="770382"/>
                  <a:pt x="1284823" y="768919"/>
                  <a:pt x="1282172" y="766907"/>
                </a:cubicBezTo>
                <a:cubicBezTo>
                  <a:pt x="1279611" y="764896"/>
                  <a:pt x="1277417" y="762518"/>
                  <a:pt x="1275771" y="759592"/>
                </a:cubicBezTo>
                <a:cubicBezTo>
                  <a:pt x="1274125" y="756757"/>
                  <a:pt x="1273028" y="753740"/>
                  <a:pt x="1272662" y="750448"/>
                </a:cubicBezTo>
                <a:cubicBezTo>
                  <a:pt x="1272205" y="747156"/>
                  <a:pt x="1272388" y="743956"/>
                  <a:pt x="1273302" y="740755"/>
                </a:cubicBezTo>
                <a:cubicBezTo>
                  <a:pt x="1274125" y="737555"/>
                  <a:pt x="1275497" y="734629"/>
                  <a:pt x="1277508" y="731977"/>
                </a:cubicBezTo>
                <a:cubicBezTo>
                  <a:pt x="1279520" y="729417"/>
                  <a:pt x="1281989" y="727222"/>
                  <a:pt x="1284823" y="725576"/>
                </a:cubicBezTo>
              </a:path>
              <a:path w="3887754" h="1096183">
                <a:moveTo>
                  <a:pt x="1293510" y="720639"/>
                </a:moveTo>
                <a:lnTo>
                  <a:pt x="1297808" y="718078"/>
                </a:lnTo>
                <a:cubicBezTo>
                  <a:pt x="1300643" y="716432"/>
                  <a:pt x="1303752" y="715427"/>
                  <a:pt x="1307043" y="714969"/>
                </a:cubicBezTo>
                <a:cubicBezTo>
                  <a:pt x="1310335" y="714512"/>
                  <a:pt x="1313536" y="714786"/>
                  <a:pt x="1316736" y="715609"/>
                </a:cubicBezTo>
                <a:cubicBezTo>
                  <a:pt x="1319936" y="716432"/>
                  <a:pt x="1322862" y="717895"/>
                  <a:pt x="1325423" y="719907"/>
                </a:cubicBezTo>
                <a:cubicBezTo>
                  <a:pt x="1328075" y="721919"/>
                  <a:pt x="1330178" y="724296"/>
                  <a:pt x="1331915" y="727222"/>
                </a:cubicBezTo>
                <a:cubicBezTo>
                  <a:pt x="1333561" y="730057"/>
                  <a:pt x="1334567" y="733074"/>
                  <a:pt x="1335024" y="736366"/>
                </a:cubicBezTo>
                <a:cubicBezTo>
                  <a:pt x="1335481" y="739658"/>
                  <a:pt x="1335207" y="742859"/>
                  <a:pt x="1334384" y="746059"/>
                </a:cubicBezTo>
                <a:cubicBezTo>
                  <a:pt x="1333561" y="749259"/>
                  <a:pt x="1332098" y="752185"/>
                  <a:pt x="1330086" y="754837"/>
                </a:cubicBezTo>
                <a:cubicBezTo>
                  <a:pt x="1328075" y="757398"/>
                  <a:pt x="1325697" y="759592"/>
                  <a:pt x="1322771" y="761238"/>
                </a:cubicBezTo>
                <a:lnTo>
                  <a:pt x="1318473" y="763707"/>
                </a:lnTo>
                <a:cubicBezTo>
                  <a:pt x="1315639" y="765353"/>
                  <a:pt x="1312530" y="766450"/>
                  <a:pt x="1309238" y="766816"/>
                </a:cubicBezTo>
                <a:cubicBezTo>
                  <a:pt x="1305946" y="767273"/>
                  <a:pt x="1302746" y="767090"/>
                  <a:pt x="1299545" y="766267"/>
                </a:cubicBezTo>
                <a:cubicBezTo>
                  <a:pt x="1296345" y="765353"/>
                  <a:pt x="1293419" y="763981"/>
                  <a:pt x="1290858" y="761970"/>
                </a:cubicBezTo>
                <a:cubicBezTo>
                  <a:pt x="1288207" y="759958"/>
                  <a:pt x="1286104" y="757489"/>
                  <a:pt x="1284366" y="754654"/>
                </a:cubicBezTo>
                <a:cubicBezTo>
                  <a:pt x="1282720" y="751820"/>
                  <a:pt x="1281714" y="748711"/>
                  <a:pt x="1281257" y="745419"/>
                </a:cubicBezTo>
                <a:cubicBezTo>
                  <a:pt x="1280800" y="742127"/>
                  <a:pt x="1281074" y="738927"/>
                  <a:pt x="1281897" y="735726"/>
                </a:cubicBezTo>
                <a:cubicBezTo>
                  <a:pt x="1282720" y="732526"/>
                  <a:pt x="1284183" y="729691"/>
                  <a:pt x="1286195" y="727039"/>
                </a:cubicBezTo>
                <a:cubicBezTo>
                  <a:pt x="1288207" y="724388"/>
                  <a:pt x="1290584" y="722285"/>
                  <a:pt x="1293510" y="720639"/>
                </a:cubicBezTo>
              </a:path>
              <a:path w="3887754" h="1096183">
                <a:moveTo>
                  <a:pt x="1302106" y="715609"/>
                </a:moveTo>
                <a:lnTo>
                  <a:pt x="1306403" y="713141"/>
                </a:lnTo>
                <a:cubicBezTo>
                  <a:pt x="1309329" y="711495"/>
                  <a:pt x="1312347" y="710397"/>
                  <a:pt x="1315639" y="710032"/>
                </a:cubicBezTo>
                <a:cubicBezTo>
                  <a:pt x="1318931" y="709574"/>
                  <a:pt x="1322131" y="709757"/>
                  <a:pt x="1325331" y="710580"/>
                </a:cubicBezTo>
                <a:cubicBezTo>
                  <a:pt x="1328532" y="711495"/>
                  <a:pt x="1331458" y="712866"/>
                  <a:pt x="1334110" y="714878"/>
                </a:cubicBezTo>
                <a:cubicBezTo>
                  <a:pt x="1336670" y="716890"/>
                  <a:pt x="1338864" y="719358"/>
                  <a:pt x="1340510" y="722193"/>
                </a:cubicBezTo>
                <a:cubicBezTo>
                  <a:pt x="1342156" y="725028"/>
                  <a:pt x="1343254" y="728137"/>
                  <a:pt x="1343619" y="731429"/>
                </a:cubicBezTo>
                <a:cubicBezTo>
                  <a:pt x="1344077" y="734629"/>
                  <a:pt x="1343894" y="737921"/>
                  <a:pt x="1343071" y="741121"/>
                </a:cubicBezTo>
                <a:cubicBezTo>
                  <a:pt x="1342156" y="744322"/>
                  <a:pt x="1340785" y="747156"/>
                  <a:pt x="1338773" y="749808"/>
                </a:cubicBezTo>
                <a:cubicBezTo>
                  <a:pt x="1336761" y="752460"/>
                  <a:pt x="1334292" y="754563"/>
                  <a:pt x="1331458" y="756209"/>
                </a:cubicBezTo>
                <a:lnTo>
                  <a:pt x="1327069" y="758769"/>
                </a:lnTo>
                <a:cubicBezTo>
                  <a:pt x="1324234" y="760415"/>
                  <a:pt x="1321217" y="761421"/>
                  <a:pt x="1317925" y="761878"/>
                </a:cubicBezTo>
                <a:cubicBezTo>
                  <a:pt x="1314633" y="762335"/>
                  <a:pt x="1311341" y="762061"/>
                  <a:pt x="1308232" y="761238"/>
                </a:cubicBezTo>
                <a:cubicBezTo>
                  <a:pt x="1305032" y="760415"/>
                  <a:pt x="1302106" y="758952"/>
                  <a:pt x="1299454" y="756940"/>
                </a:cubicBezTo>
                <a:cubicBezTo>
                  <a:pt x="1296802" y="754929"/>
                  <a:pt x="1294699" y="752551"/>
                  <a:pt x="1293053" y="749625"/>
                </a:cubicBezTo>
                <a:cubicBezTo>
                  <a:pt x="1291407" y="746790"/>
                  <a:pt x="1290310" y="743682"/>
                  <a:pt x="1289853" y="740481"/>
                </a:cubicBezTo>
                <a:cubicBezTo>
                  <a:pt x="1289487" y="737189"/>
                  <a:pt x="1289670" y="733989"/>
                  <a:pt x="1290493" y="730788"/>
                </a:cubicBezTo>
                <a:cubicBezTo>
                  <a:pt x="1291407" y="727588"/>
                  <a:pt x="1292779" y="724662"/>
                  <a:pt x="1294790" y="722010"/>
                </a:cubicBezTo>
                <a:cubicBezTo>
                  <a:pt x="1296802" y="719450"/>
                  <a:pt x="1299271" y="717255"/>
                  <a:pt x="1302106" y="715609"/>
                </a:cubicBezTo>
              </a:path>
              <a:path w="3887754" h="1096183">
                <a:moveTo>
                  <a:pt x="1310792" y="710672"/>
                </a:moveTo>
                <a:lnTo>
                  <a:pt x="1315090" y="708111"/>
                </a:lnTo>
                <a:cubicBezTo>
                  <a:pt x="1317925" y="706465"/>
                  <a:pt x="1321034" y="705460"/>
                  <a:pt x="1324234" y="705002"/>
                </a:cubicBezTo>
                <a:cubicBezTo>
                  <a:pt x="1327526" y="704545"/>
                  <a:pt x="1330818" y="704728"/>
                  <a:pt x="1334018" y="705642"/>
                </a:cubicBezTo>
                <a:cubicBezTo>
                  <a:pt x="1337219" y="706465"/>
                  <a:pt x="1340053" y="707928"/>
                  <a:pt x="1342705" y="709940"/>
                </a:cubicBezTo>
                <a:cubicBezTo>
                  <a:pt x="1345357" y="711952"/>
                  <a:pt x="1347460" y="714329"/>
                  <a:pt x="1349106" y="717164"/>
                </a:cubicBezTo>
                <a:cubicBezTo>
                  <a:pt x="1350843" y="720090"/>
                  <a:pt x="1351849" y="723108"/>
                  <a:pt x="1352306" y="726399"/>
                </a:cubicBezTo>
                <a:cubicBezTo>
                  <a:pt x="1352763" y="729691"/>
                  <a:pt x="1352489" y="732892"/>
                  <a:pt x="1351666" y="736092"/>
                </a:cubicBezTo>
                <a:cubicBezTo>
                  <a:pt x="1350843" y="739292"/>
                  <a:pt x="1349380" y="742218"/>
                  <a:pt x="1347368" y="744779"/>
                </a:cubicBezTo>
                <a:cubicBezTo>
                  <a:pt x="1345357" y="747431"/>
                  <a:pt x="1342888" y="749625"/>
                  <a:pt x="1340053" y="751271"/>
                </a:cubicBezTo>
                <a:lnTo>
                  <a:pt x="1335756" y="753740"/>
                </a:lnTo>
                <a:cubicBezTo>
                  <a:pt x="1332921" y="755386"/>
                  <a:pt x="1329812" y="756392"/>
                  <a:pt x="1326520" y="756849"/>
                </a:cubicBezTo>
                <a:cubicBezTo>
                  <a:pt x="1323228" y="757306"/>
                  <a:pt x="1320028" y="757123"/>
                  <a:pt x="1316827" y="756209"/>
                </a:cubicBezTo>
                <a:cubicBezTo>
                  <a:pt x="1313627" y="755386"/>
                  <a:pt x="1310701" y="753923"/>
                  <a:pt x="1308049" y="752003"/>
                </a:cubicBezTo>
                <a:cubicBezTo>
                  <a:pt x="1305489" y="749991"/>
                  <a:pt x="1303294" y="747522"/>
                  <a:pt x="1301648" y="744687"/>
                </a:cubicBezTo>
                <a:cubicBezTo>
                  <a:pt x="1300002" y="741761"/>
                  <a:pt x="1298997" y="738744"/>
                  <a:pt x="1298539" y="735452"/>
                </a:cubicBezTo>
                <a:cubicBezTo>
                  <a:pt x="1298082" y="732160"/>
                  <a:pt x="1298265" y="728960"/>
                  <a:pt x="1299180" y="725759"/>
                </a:cubicBezTo>
                <a:cubicBezTo>
                  <a:pt x="1300002" y="722559"/>
                  <a:pt x="1301466" y="719633"/>
                  <a:pt x="1303477" y="717072"/>
                </a:cubicBezTo>
                <a:cubicBezTo>
                  <a:pt x="1305489" y="714421"/>
                  <a:pt x="1307866" y="712318"/>
                  <a:pt x="1310792" y="710672"/>
                </a:cubicBezTo>
              </a:path>
              <a:path w="3887754" h="1096183">
                <a:moveTo>
                  <a:pt x="1319388" y="705642"/>
                </a:moveTo>
                <a:lnTo>
                  <a:pt x="1323685" y="703174"/>
                </a:lnTo>
                <a:cubicBezTo>
                  <a:pt x="1326520" y="701528"/>
                  <a:pt x="1329629" y="700430"/>
                  <a:pt x="1332921" y="699973"/>
                </a:cubicBezTo>
                <a:cubicBezTo>
                  <a:pt x="1336213" y="699607"/>
                  <a:pt x="1339413" y="699790"/>
                  <a:pt x="1342614" y="700613"/>
                </a:cubicBezTo>
                <a:cubicBezTo>
                  <a:pt x="1345814" y="701436"/>
                  <a:pt x="1348740" y="702899"/>
                  <a:pt x="1351392" y="704911"/>
                </a:cubicBezTo>
                <a:cubicBezTo>
                  <a:pt x="1353952" y="706923"/>
                  <a:pt x="1356147" y="709392"/>
                  <a:pt x="1357793" y="712226"/>
                </a:cubicBezTo>
                <a:cubicBezTo>
                  <a:pt x="1359438" y="715061"/>
                  <a:pt x="1360444" y="718170"/>
                  <a:pt x="1360902" y="721370"/>
                </a:cubicBezTo>
                <a:cubicBezTo>
                  <a:pt x="1361359" y="724662"/>
                  <a:pt x="1361176" y="727954"/>
                  <a:pt x="1360261" y="731154"/>
                </a:cubicBezTo>
                <a:cubicBezTo>
                  <a:pt x="1359438" y="734263"/>
                  <a:pt x="1357975" y="737189"/>
                  <a:pt x="1355964" y="739841"/>
                </a:cubicBezTo>
                <a:cubicBezTo>
                  <a:pt x="1353952" y="742493"/>
                  <a:pt x="1351575" y="744596"/>
                  <a:pt x="1348649" y="746242"/>
                </a:cubicBezTo>
                <a:lnTo>
                  <a:pt x="1344351" y="748711"/>
                </a:lnTo>
                <a:cubicBezTo>
                  <a:pt x="1341516" y="750357"/>
                  <a:pt x="1338407" y="751454"/>
                  <a:pt x="1335207" y="751911"/>
                </a:cubicBezTo>
                <a:cubicBezTo>
                  <a:pt x="1331915" y="752277"/>
                  <a:pt x="1328623" y="752094"/>
                  <a:pt x="1325423" y="751271"/>
                </a:cubicBezTo>
                <a:cubicBezTo>
                  <a:pt x="1322222" y="750448"/>
                  <a:pt x="1319388" y="748985"/>
                  <a:pt x="1316736" y="746973"/>
                </a:cubicBezTo>
                <a:cubicBezTo>
                  <a:pt x="1314084" y="744962"/>
                  <a:pt x="1311981" y="742493"/>
                  <a:pt x="1310335" y="739658"/>
                </a:cubicBezTo>
                <a:cubicBezTo>
                  <a:pt x="1308598" y="736824"/>
                  <a:pt x="1307592" y="733715"/>
                  <a:pt x="1307135" y="730514"/>
                </a:cubicBezTo>
                <a:cubicBezTo>
                  <a:pt x="1306769" y="727222"/>
                  <a:pt x="1306952" y="723930"/>
                  <a:pt x="1307775" y="720730"/>
                </a:cubicBezTo>
                <a:cubicBezTo>
                  <a:pt x="1308598" y="717621"/>
                  <a:pt x="1310061" y="714695"/>
                  <a:pt x="1312073" y="712043"/>
                </a:cubicBezTo>
                <a:cubicBezTo>
                  <a:pt x="1314084" y="709392"/>
                  <a:pt x="1316553" y="707288"/>
                  <a:pt x="1319388" y="705642"/>
                </a:cubicBezTo>
              </a:path>
              <a:path w="3887754" h="1096183">
                <a:moveTo>
                  <a:pt x="1327983" y="700613"/>
                </a:moveTo>
                <a:lnTo>
                  <a:pt x="1332372" y="698144"/>
                </a:lnTo>
                <a:cubicBezTo>
                  <a:pt x="1335207" y="696498"/>
                  <a:pt x="1338224" y="695401"/>
                  <a:pt x="1341516" y="695035"/>
                </a:cubicBezTo>
                <a:cubicBezTo>
                  <a:pt x="1344808" y="694578"/>
                  <a:pt x="1348100" y="694761"/>
                  <a:pt x="1351209" y="695676"/>
                </a:cubicBezTo>
                <a:cubicBezTo>
                  <a:pt x="1354409" y="696498"/>
                  <a:pt x="1357335" y="697962"/>
                  <a:pt x="1359987" y="699882"/>
                </a:cubicBezTo>
                <a:cubicBezTo>
                  <a:pt x="1362639" y="701893"/>
                  <a:pt x="1364742" y="704362"/>
                  <a:pt x="1366388" y="707197"/>
                </a:cubicBezTo>
                <a:cubicBezTo>
                  <a:pt x="1368034" y="710123"/>
                  <a:pt x="1369131" y="713141"/>
                  <a:pt x="1369588" y="716432"/>
                </a:cubicBezTo>
                <a:cubicBezTo>
                  <a:pt x="1369954" y="719724"/>
                  <a:pt x="1369771" y="722925"/>
                  <a:pt x="1368948" y="726125"/>
                </a:cubicBezTo>
                <a:cubicBezTo>
                  <a:pt x="1368034" y="729325"/>
                  <a:pt x="1366662" y="732252"/>
                  <a:pt x="1364651" y="734812"/>
                </a:cubicBezTo>
                <a:cubicBezTo>
                  <a:pt x="1362639" y="737464"/>
                  <a:pt x="1360170" y="739567"/>
                  <a:pt x="1357335" y="741213"/>
                </a:cubicBezTo>
                <a:lnTo>
                  <a:pt x="1353038" y="743773"/>
                </a:lnTo>
                <a:cubicBezTo>
                  <a:pt x="1350112" y="745419"/>
                  <a:pt x="1347094" y="746425"/>
                  <a:pt x="1343802" y="746882"/>
                </a:cubicBezTo>
                <a:cubicBezTo>
                  <a:pt x="1340510" y="747339"/>
                  <a:pt x="1337310" y="747156"/>
                  <a:pt x="1334110" y="746242"/>
                </a:cubicBezTo>
                <a:cubicBezTo>
                  <a:pt x="1330909" y="745419"/>
                  <a:pt x="1327983" y="743956"/>
                  <a:pt x="1325331" y="741944"/>
                </a:cubicBezTo>
                <a:cubicBezTo>
                  <a:pt x="1322771" y="739932"/>
                  <a:pt x="1320576" y="737555"/>
                  <a:pt x="1318931" y="734720"/>
                </a:cubicBezTo>
                <a:cubicBezTo>
                  <a:pt x="1317285" y="731794"/>
                  <a:pt x="1316187" y="728777"/>
                  <a:pt x="1315822" y="725485"/>
                </a:cubicBezTo>
                <a:cubicBezTo>
                  <a:pt x="1315364" y="722193"/>
                  <a:pt x="1315547" y="718993"/>
                  <a:pt x="1316462" y="715792"/>
                </a:cubicBezTo>
                <a:cubicBezTo>
                  <a:pt x="1317285" y="712592"/>
                  <a:pt x="1318656" y="709666"/>
                  <a:pt x="1320668" y="707014"/>
                </a:cubicBezTo>
                <a:cubicBezTo>
                  <a:pt x="1322680" y="704454"/>
                  <a:pt x="1325148" y="702259"/>
                  <a:pt x="1327983" y="700613"/>
                </a:cubicBezTo>
              </a:path>
              <a:path w="3887754" h="1096183">
                <a:moveTo>
                  <a:pt x="1336670" y="695676"/>
                </a:moveTo>
                <a:lnTo>
                  <a:pt x="1340968" y="693115"/>
                </a:lnTo>
                <a:cubicBezTo>
                  <a:pt x="1343802" y="691469"/>
                  <a:pt x="1346911" y="690463"/>
                  <a:pt x="1350203" y="690006"/>
                </a:cubicBezTo>
                <a:cubicBezTo>
                  <a:pt x="1353495" y="689549"/>
                  <a:pt x="1356695" y="689823"/>
                  <a:pt x="1359896" y="690646"/>
                </a:cubicBezTo>
                <a:cubicBezTo>
                  <a:pt x="1363096" y="691469"/>
                  <a:pt x="1366022" y="692932"/>
                  <a:pt x="1368582" y="694944"/>
                </a:cubicBezTo>
                <a:cubicBezTo>
                  <a:pt x="1371234" y="696956"/>
                  <a:pt x="1373429" y="699333"/>
                  <a:pt x="1375075" y="702259"/>
                </a:cubicBezTo>
                <a:cubicBezTo>
                  <a:pt x="1376721" y="705094"/>
                  <a:pt x="1377726" y="708111"/>
                  <a:pt x="1378184" y="711403"/>
                </a:cubicBezTo>
                <a:cubicBezTo>
                  <a:pt x="1378641" y="714695"/>
                  <a:pt x="1378367" y="717895"/>
                  <a:pt x="1377544" y="721096"/>
                </a:cubicBezTo>
                <a:cubicBezTo>
                  <a:pt x="1376721" y="724296"/>
                  <a:pt x="1375258" y="727222"/>
                  <a:pt x="1373246" y="729874"/>
                </a:cubicBezTo>
                <a:cubicBezTo>
                  <a:pt x="1371234" y="732434"/>
                  <a:pt x="1368857" y="734629"/>
                  <a:pt x="1365931" y="736275"/>
                </a:cubicBezTo>
                <a:lnTo>
                  <a:pt x="1361633" y="738744"/>
                </a:lnTo>
                <a:cubicBezTo>
                  <a:pt x="1358798" y="740390"/>
                  <a:pt x="1355689" y="741487"/>
                  <a:pt x="1352398" y="741853"/>
                </a:cubicBezTo>
                <a:cubicBezTo>
                  <a:pt x="1349106" y="742310"/>
                  <a:pt x="1345905" y="742127"/>
                  <a:pt x="1342705" y="741304"/>
                </a:cubicBezTo>
                <a:cubicBezTo>
                  <a:pt x="1339505" y="740390"/>
                  <a:pt x="1336578" y="739018"/>
                  <a:pt x="1334018" y="737006"/>
                </a:cubicBezTo>
                <a:cubicBezTo>
                  <a:pt x="1331366" y="734995"/>
                  <a:pt x="1329263" y="732526"/>
                  <a:pt x="1327526" y="729691"/>
                </a:cubicBezTo>
                <a:cubicBezTo>
                  <a:pt x="1325880" y="726857"/>
                  <a:pt x="1324874" y="723748"/>
                  <a:pt x="1324417" y="720456"/>
                </a:cubicBezTo>
                <a:cubicBezTo>
                  <a:pt x="1323960" y="717255"/>
                  <a:pt x="1324234" y="713964"/>
                  <a:pt x="1325057" y="710763"/>
                </a:cubicBezTo>
                <a:cubicBezTo>
                  <a:pt x="1325880" y="707563"/>
                  <a:pt x="1327343" y="704728"/>
                  <a:pt x="1329355" y="702076"/>
                </a:cubicBezTo>
                <a:cubicBezTo>
                  <a:pt x="1331366" y="699425"/>
                  <a:pt x="1333744" y="697321"/>
                  <a:pt x="1336670" y="695676"/>
                </a:cubicBezTo>
              </a:path>
              <a:path w="3887754" h="1096183">
                <a:moveTo>
                  <a:pt x="1345265" y="690646"/>
                </a:moveTo>
                <a:lnTo>
                  <a:pt x="1349563" y="688177"/>
                </a:lnTo>
                <a:cubicBezTo>
                  <a:pt x="1352489" y="686532"/>
                  <a:pt x="1355507" y="685434"/>
                  <a:pt x="1358798" y="685068"/>
                </a:cubicBezTo>
                <a:cubicBezTo>
                  <a:pt x="1362090" y="684611"/>
                  <a:pt x="1365291" y="684794"/>
                  <a:pt x="1368491" y="685617"/>
                </a:cubicBezTo>
                <a:cubicBezTo>
                  <a:pt x="1371691" y="686532"/>
                  <a:pt x="1374618" y="687903"/>
                  <a:pt x="1377269" y="689915"/>
                </a:cubicBezTo>
                <a:cubicBezTo>
                  <a:pt x="1379921" y="691926"/>
                  <a:pt x="1382024" y="694395"/>
                  <a:pt x="1383670" y="697230"/>
                </a:cubicBezTo>
                <a:cubicBezTo>
                  <a:pt x="1385316" y="700065"/>
                  <a:pt x="1386413" y="703174"/>
                  <a:pt x="1386779" y="706465"/>
                </a:cubicBezTo>
                <a:cubicBezTo>
                  <a:pt x="1387236" y="709757"/>
                  <a:pt x="1387053" y="712958"/>
                  <a:pt x="1386230" y="716158"/>
                </a:cubicBezTo>
                <a:cubicBezTo>
                  <a:pt x="1385316" y="719358"/>
                  <a:pt x="1383944" y="722193"/>
                  <a:pt x="1381933" y="724845"/>
                </a:cubicBezTo>
                <a:cubicBezTo>
                  <a:pt x="1379921" y="727497"/>
                  <a:pt x="1377452" y="729600"/>
                  <a:pt x="1374618" y="731246"/>
                </a:cubicBezTo>
                <a:lnTo>
                  <a:pt x="1370228" y="733806"/>
                </a:lnTo>
                <a:cubicBezTo>
                  <a:pt x="1367394" y="735452"/>
                  <a:pt x="1364376" y="736458"/>
                  <a:pt x="1361084" y="736915"/>
                </a:cubicBezTo>
                <a:cubicBezTo>
                  <a:pt x="1357793" y="737372"/>
                  <a:pt x="1354592" y="737098"/>
                  <a:pt x="1351392" y="736275"/>
                </a:cubicBezTo>
                <a:cubicBezTo>
                  <a:pt x="1348191" y="735452"/>
                  <a:pt x="1345265" y="733989"/>
                  <a:pt x="1342614" y="731977"/>
                </a:cubicBezTo>
                <a:cubicBezTo>
                  <a:pt x="1339962" y="729966"/>
                  <a:pt x="1337859" y="727588"/>
                  <a:pt x="1336213" y="724662"/>
                </a:cubicBezTo>
                <a:cubicBezTo>
                  <a:pt x="1334567" y="721827"/>
                  <a:pt x="1333470" y="718810"/>
                  <a:pt x="1333012" y="715518"/>
                </a:cubicBezTo>
                <a:cubicBezTo>
                  <a:pt x="1332647" y="712226"/>
                  <a:pt x="1332829" y="709026"/>
                  <a:pt x="1333652" y="705825"/>
                </a:cubicBezTo>
                <a:cubicBezTo>
                  <a:pt x="1334567" y="702625"/>
                  <a:pt x="1335938" y="699699"/>
                  <a:pt x="1337950" y="697047"/>
                </a:cubicBezTo>
                <a:cubicBezTo>
                  <a:pt x="1339962" y="694487"/>
                  <a:pt x="1342431" y="692292"/>
                  <a:pt x="1345265" y="690646"/>
                </a:cubicBezTo>
              </a:path>
              <a:path w="3887754" h="1096183">
                <a:moveTo>
                  <a:pt x="1353952" y="685709"/>
                </a:moveTo>
                <a:lnTo>
                  <a:pt x="1358250" y="683148"/>
                </a:lnTo>
                <a:cubicBezTo>
                  <a:pt x="1361084" y="681502"/>
                  <a:pt x="1364193" y="680496"/>
                  <a:pt x="1367485" y="680039"/>
                </a:cubicBezTo>
                <a:cubicBezTo>
                  <a:pt x="1370686" y="679582"/>
                  <a:pt x="1373977" y="679765"/>
                  <a:pt x="1377178" y="680679"/>
                </a:cubicBezTo>
                <a:cubicBezTo>
                  <a:pt x="1380378" y="681502"/>
                  <a:pt x="1383213" y="682965"/>
                  <a:pt x="1385865" y="684977"/>
                </a:cubicBezTo>
                <a:cubicBezTo>
                  <a:pt x="1388516" y="686989"/>
                  <a:pt x="1390620" y="689366"/>
                  <a:pt x="1392265" y="692292"/>
                </a:cubicBezTo>
                <a:cubicBezTo>
                  <a:pt x="1394003" y="695127"/>
                  <a:pt x="1395009" y="698144"/>
                  <a:pt x="1395466" y="701436"/>
                </a:cubicBezTo>
                <a:cubicBezTo>
                  <a:pt x="1395923" y="704728"/>
                  <a:pt x="1395649" y="707928"/>
                  <a:pt x="1394826" y="711129"/>
                </a:cubicBezTo>
                <a:cubicBezTo>
                  <a:pt x="1394003" y="714329"/>
                  <a:pt x="1392540" y="717255"/>
                  <a:pt x="1390528" y="719907"/>
                </a:cubicBezTo>
                <a:cubicBezTo>
                  <a:pt x="1388516" y="722467"/>
                  <a:pt x="1386048" y="724662"/>
                  <a:pt x="1383213" y="726308"/>
                </a:cubicBezTo>
                <a:lnTo>
                  <a:pt x="1378915" y="728777"/>
                </a:lnTo>
                <a:cubicBezTo>
                  <a:pt x="1376081" y="730423"/>
                  <a:pt x="1372972" y="731520"/>
                  <a:pt x="1369680" y="731886"/>
                </a:cubicBezTo>
                <a:cubicBezTo>
                  <a:pt x="1366388" y="732343"/>
                  <a:pt x="1363188" y="732160"/>
                  <a:pt x="1359987" y="731246"/>
                </a:cubicBezTo>
                <a:cubicBezTo>
                  <a:pt x="1356787" y="730423"/>
                  <a:pt x="1353861" y="729051"/>
                  <a:pt x="1351209" y="727039"/>
                </a:cubicBezTo>
                <a:cubicBezTo>
                  <a:pt x="1348649" y="725028"/>
                  <a:pt x="1346454" y="722559"/>
                  <a:pt x="1344808" y="719724"/>
                </a:cubicBezTo>
                <a:cubicBezTo>
                  <a:pt x="1343162" y="716798"/>
                  <a:pt x="1342156" y="713781"/>
                  <a:pt x="1341699" y="710489"/>
                </a:cubicBezTo>
                <a:cubicBezTo>
                  <a:pt x="1341242" y="707197"/>
                  <a:pt x="1341425" y="703997"/>
                  <a:pt x="1342339" y="700796"/>
                </a:cubicBezTo>
                <a:cubicBezTo>
                  <a:pt x="1343162" y="697596"/>
                  <a:pt x="1344625" y="694670"/>
                  <a:pt x="1346637" y="692109"/>
                </a:cubicBezTo>
                <a:cubicBezTo>
                  <a:pt x="1348649" y="689458"/>
                  <a:pt x="1351026" y="687354"/>
                  <a:pt x="1353952" y="685709"/>
                </a:cubicBezTo>
              </a:path>
              <a:path w="3887754" h="1096183">
                <a:moveTo>
                  <a:pt x="1362547" y="680679"/>
                </a:moveTo>
                <a:lnTo>
                  <a:pt x="1366845" y="678210"/>
                </a:lnTo>
                <a:cubicBezTo>
                  <a:pt x="1369771" y="676565"/>
                  <a:pt x="1372789" y="675467"/>
                  <a:pt x="1376081" y="675010"/>
                </a:cubicBezTo>
                <a:cubicBezTo>
                  <a:pt x="1379372" y="674644"/>
                  <a:pt x="1382573" y="674827"/>
                  <a:pt x="1385773" y="675650"/>
                </a:cubicBezTo>
                <a:cubicBezTo>
                  <a:pt x="1388974" y="676565"/>
                  <a:pt x="1391900" y="677936"/>
                  <a:pt x="1394551" y="679948"/>
                </a:cubicBezTo>
                <a:cubicBezTo>
                  <a:pt x="1397112" y="681960"/>
                  <a:pt x="1399306" y="684428"/>
                  <a:pt x="1400952" y="687263"/>
                </a:cubicBezTo>
                <a:cubicBezTo>
                  <a:pt x="1402598" y="690098"/>
                  <a:pt x="1403604" y="693207"/>
                  <a:pt x="1404061" y="696498"/>
                </a:cubicBezTo>
                <a:cubicBezTo>
                  <a:pt x="1404518" y="699699"/>
                  <a:pt x="1404336" y="702991"/>
                  <a:pt x="1403421" y="706191"/>
                </a:cubicBezTo>
                <a:cubicBezTo>
                  <a:pt x="1402598" y="709300"/>
                  <a:pt x="1401135" y="712226"/>
                  <a:pt x="1399123" y="714878"/>
                </a:cubicBezTo>
                <a:cubicBezTo>
                  <a:pt x="1397112" y="717530"/>
                  <a:pt x="1394734" y="719633"/>
                  <a:pt x="1391808" y="721279"/>
                </a:cubicBezTo>
                <a:lnTo>
                  <a:pt x="1387511" y="723748"/>
                </a:lnTo>
                <a:cubicBezTo>
                  <a:pt x="1384676" y="725485"/>
                  <a:pt x="1381567" y="726491"/>
                  <a:pt x="1378367" y="726948"/>
                </a:cubicBezTo>
                <a:cubicBezTo>
                  <a:pt x="1375075" y="727314"/>
                  <a:pt x="1371783" y="727131"/>
                  <a:pt x="1368582" y="726308"/>
                </a:cubicBezTo>
                <a:cubicBezTo>
                  <a:pt x="1365382" y="725485"/>
                  <a:pt x="1362547" y="724022"/>
                  <a:pt x="1359896" y="722010"/>
                </a:cubicBezTo>
                <a:cubicBezTo>
                  <a:pt x="1357244" y="719999"/>
                  <a:pt x="1355141" y="717530"/>
                  <a:pt x="1353495" y="714695"/>
                </a:cubicBezTo>
                <a:cubicBezTo>
                  <a:pt x="1351849" y="711860"/>
                  <a:pt x="1350752" y="708751"/>
                  <a:pt x="1350294" y="705551"/>
                </a:cubicBezTo>
                <a:cubicBezTo>
                  <a:pt x="1349929" y="702259"/>
                  <a:pt x="1350112" y="698967"/>
                  <a:pt x="1350935" y="695858"/>
                </a:cubicBezTo>
                <a:cubicBezTo>
                  <a:pt x="1351758" y="692658"/>
                  <a:pt x="1353221" y="689732"/>
                  <a:pt x="1355232" y="687080"/>
                </a:cubicBezTo>
                <a:cubicBezTo>
                  <a:pt x="1357244" y="684428"/>
                  <a:pt x="1359713" y="682325"/>
                  <a:pt x="1362547" y="680679"/>
                </a:cubicBezTo>
              </a:path>
              <a:path w="3887754" h="1096183">
                <a:moveTo>
                  <a:pt x="1371143" y="675650"/>
                </a:moveTo>
                <a:lnTo>
                  <a:pt x="1375532" y="673181"/>
                </a:lnTo>
                <a:cubicBezTo>
                  <a:pt x="1378367" y="671535"/>
                  <a:pt x="1381384" y="670530"/>
                  <a:pt x="1384676" y="670072"/>
                </a:cubicBezTo>
                <a:cubicBezTo>
                  <a:pt x="1387968" y="669615"/>
                  <a:pt x="1391260" y="669798"/>
                  <a:pt x="1394460" y="670712"/>
                </a:cubicBezTo>
                <a:cubicBezTo>
                  <a:pt x="1397569" y="671535"/>
                  <a:pt x="1400495" y="672998"/>
                  <a:pt x="1403147" y="675010"/>
                </a:cubicBezTo>
                <a:cubicBezTo>
                  <a:pt x="1405799" y="676930"/>
                  <a:pt x="1407902" y="679399"/>
                  <a:pt x="1409548" y="682234"/>
                </a:cubicBezTo>
                <a:cubicBezTo>
                  <a:pt x="1411194" y="685160"/>
                  <a:pt x="1412291" y="688177"/>
                  <a:pt x="1412748" y="691469"/>
                </a:cubicBezTo>
                <a:cubicBezTo>
                  <a:pt x="1413114" y="694761"/>
                  <a:pt x="1412931" y="697962"/>
                  <a:pt x="1412108" y="701162"/>
                </a:cubicBezTo>
                <a:cubicBezTo>
                  <a:pt x="1411194" y="704362"/>
                  <a:pt x="1409822" y="707288"/>
                  <a:pt x="1407810" y="709849"/>
                </a:cubicBezTo>
                <a:cubicBezTo>
                  <a:pt x="1405799" y="712500"/>
                  <a:pt x="1403330" y="714604"/>
                  <a:pt x="1400495" y="716341"/>
                </a:cubicBezTo>
                <a:lnTo>
                  <a:pt x="1396197" y="718810"/>
                </a:lnTo>
                <a:cubicBezTo>
                  <a:pt x="1393271" y="720456"/>
                  <a:pt x="1390254" y="721462"/>
                  <a:pt x="1386962" y="721919"/>
                </a:cubicBezTo>
                <a:cubicBezTo>
                  <a:pt x="1383670" y="722376"/>
                  <a:pt x="1380470" y="722193"/>
                  <a:pt x="1377269" y="721279"/>
                </a:cubicBezTo>
                <a:cubicBezTo>
                  <a:pt x="1374069" y="720456"/>
                  <a:pt x="1371143" y="718993"/>
                  <a:pt x="1368491" y="716981"/>
                </a:cubicBezTo>
                <a:cubicBezTo>
                  <a:pt x="1365931" y="714969"/>
                  <a:pt x="1363736" y="712592"/>
                  <a:pt x="1362090" y="709757"/>
                </a:cubicBezTo>
                <a:cubicBezTo>
                  <a:pt x="1360444" y="706831"/>
                  <a:pt x="1359347" y="703814"/>
                  <a:pt x="1358981" y="700522"/>
                </a:cubicBezTo>
                <a:cubicBezTo>
                  <a:pt x="1358524" y="697230"/>
                  <a:pt x="1358707" y="694030"/>
                  <a:pt x="1359621" y="690829"/>
                </a:cubicBezTo>
                <a:cubicBezTo>
                  <a:pt x="1360444" y="687629"/>
                  <a:pt x="1361907" y="684703"/>
                  <a:pt x="1363828" y="682142"/>
                </a:cubicBezTo>
                <a:cubicBezTo>
                  <a:pt x="1365839" y="679491"/>
                  <a:pt x="1368308" y="677296"/>
                  <a:pt x="1371143" y="675650"/>
                </a:cubicBezTo>
              </a:path>
              <a:path w="3887754" h="1096183">
                <a:moveTo>
                  <a:pt x="1379830" y="670712"/>
                </a:moveTo>
                <a:lnTo>
                  <a:pt x="1384127" y="668152"/>
                </a:lnTo>
                <a:cubicBezTo>
                  <a:pt x="1386962" y="666506"/>
                  <a:pt x="1390071" y="665500"/>
                  <a:pt x="1393363" y="665043"/>
                </a:cubicBezTo>
                <a:cubicBezTo>
                  <a:pt x="1396655" y="664586"/>
                  <a:pt x="1399855" y="664860"/>
                  <a:pt x="1403055" y="665683"/>
                </a:cubicBezTo>
                <a:cubicBezTo>
                  <a:pt x="1406256" y="666506"/>
                  <a:pt x="1409182" y="667969"/>
                  <a:pt x="1411742" y="669981"/>
                </a:cubicBezTo>
                <a:cubicBezTo>
                  <a:pt x="1414394" y="671993"/>
                  <a:pt x="1416588" y="674370"/>
                  <a:pt x="1418234" y="677296"/>
                </a:cubicBezTo>
                <a:cubicBezTo>
                  <a:pt x="1419880" y="680131"/>
                  <a:pt x="1420886" y="683240"/>
                  <a:pt x="1421343" y="686440"/>
                </a:cubicBezTo>
                <a:cubicBezTo>
                  <a:pt x="1421801" y="689732"/>
                  <a:pt x="1421526" y="692932"/>
                  <a:pt x="1420703" y="696133"/>
                </a:cubicBezTo>
                <a:cubicBezTo>
                  <a:pt x="1419880" y="699333"/>
                  <a:pt x="1418417" y="702259"/>
                  <a:pt x="1416406" y="704911"/>
                </a:cubicBezTo>
                <a:cubicBezTo>
                  <a:pt x="1414394" y="707471"/>
                  <a:pt x="1412016" y="709666"/>
                  <a:pt x="1409090" y="711312"/>
                </a:cubicBezTo>
                <a:lnTo>
                  <a:pt x="1404793" y="713781"/>
                </a:lnTo>
                <a:cubicBezTo>
                  <a:pt x="1401958" y="715427"/>
                  <a:pt x="1398849" y="716524"/>
                  <a:pt x="1395557" y="716981"/>
                </a:cubicBezTo>
                <a:cubicBezTo>
                  <a:pt x="1392357" y="717347"/>
                  <a:pt x="1389065" y="717164"/>
                  <a:pt x="1385865" y="716341"/>
                </a:cubicBezTo>
                <a:cubicBezTo>
                  <a:pt x="1382664" y="715427"/>
                  <a:pt x="1379738" y="714055"/>
                  <a:pt x="1377178" y="712043"/>
                </a:cubicBezTo>
                <a:cubicBezTo>
                  <a:pt x="1374526" y="710032"/>
                  <a:pt x="1372423" y="707563"/>
                  <a:pt x="1370686" y="704728"/>
                </a:cubicBezTo>
                <a:cubicBezTo>
                  <a:pt x="1369040" y="701893"/>
                  <a:pt x="1368034" y="698784"/>
                  <a:pt x="1367577" y="695493"/>
                </a:cubicBezTo>
                <a:cubicBezTo>
                  <a:pt x="1367119" y="692292"/>
                  <a:pt x="1367394" y="689000"/>
                  <a:pt x="1368217" y="685800"/>
                </a:cubicBezTo>
                <a:cubicBezTo>
                  <a:pt x="1369040" y="682600"/>
                  <a:pt x="1370503" y="679765"/>
                  <a:pt x="1372514" y="677113"/>
                </a:cubicBezTo>
                <a:cubicBezTo>
                  <a:pt x="1374526" y="674461"/>
                  <a:pt x="1376995" y="672358"/>
                  <a:pt x="1379830" y="670712"/>
                </a:cubicBezTo>
              </a:path>
              <a:path w="3887754" h="1096183">
                <a:moveTo>
                  <a:pt x="1388425" y="665683"/>
                </a:moveTo>
                <a:lnTo>
                  <a:pt x="1392723" y="663214"/>
                </a:lnTo>
                <a:cubicBezTo>
                  <a:pt x="1395649" y="661568"/>
                  <a:pt x="1398666" y="660471"/>
                  <a:pt x="1401958" y="660105"/>
                </a:cubicBezTo>
                <a:cubicBezTo>
                  <a:pt x="1405250" y="659648"/>
                  <a:pt x="1408450" y="659831"/>
                  <a:pt x="1411651" y="660654"/>
                </a:cubicBezTo>
                <a:cubicBezTo>
                  <a:pt x="1414851" y="661568"/>
                  <a:pt x="1417777" y="662940"/>
                  <a:pt x="1420429" y="664952"/>
                </a:cubicBezTo>
                <a:cubicBezTo>
                  <a:pt x="1423081" y="666963"/>
                  <a:pt x="1425184" y="669432"/>
                  <a:pt x="1426830" y="672267"/>
                </a:cubicBezTo>
                <a:cubicBezTo>
                  <a:pt x="1428476" y="675102"/>
                  <a:pt x="1429573" y="678210"/>
                  <a:pt x="1429939" y="681502"/>
                </a:cubicBezTo>
                <a:cubicBezTo>
                  <a:pt x="1430396" y="684794"/>
                  <a:pt x="1430213" y="687995"/>
                  <a:pt x="1429390" y="691195"/>
                </a:cubicBezTo>
                <a:cubicBezTo>
                  <a:pt x="1428476" y="694395"/>
                  <a:pt x="1427104" y="697321"/>
                  <a:pt x="1425092" y="699882"/>
                </a:cubicBezTo>
                <a:cubicBezTo>
                  <a:pt x="1423081" y="702534"/>
                  <a:pt x="1420612" y="704637"/>
                  <a:pt x="1417777" y="706283"/>
                </a:cubicBezTo>
                <a:lnTo>
                  <a:pt x="1413388" y="708843"/>
                </a:lnTo>
                <a:cubicBezTo>
                  <a:pt x="1410553" y="710489"/>
                  <a:pt x="1407536" y="711495"/>
                  <a:pt x="1404244" y="711952"/>
                </a:cubicBezTo>
                <a:cubicBezTo>
                  <a:pt x="1400952" y="712409"/>
                  <a:pt x="1397752" y="712135"/>
                  <a:pt x="1394551" y="711312"/>
                </a:cubicBezTo>
                <a:cubicBezTo>
                  <a:pt x="1391351" y="710489"/>
                  <a:pt x="1388425" y="709026"/>
                  <a:pt x="1385773" y="707014"/>
                </a:cubicBezTo>
                <a:cubicBezTo>
                  <a:pt x="1383121" y="705002"/>
                  <a:pt x="1381018" y="702625"/>
                  <a:pt x="1379372" y="699699"/>
                </a:cubicBezTo>
                <a:cubicBezTo>
                  <a:pt x="1377726" y="696864"/>
                  <a:pt x="1376629" y="693847"/>
                  <a:pt x="1376263" y="690555"/>
                </a:cubicBezTo>
                <a:cubicBezTo>
                  <a:pt x="1375806" y="687263"/>
                  <a:pt x="1375989" y="684063"/>
                  <a:pt x="1376812" y="680862"/>
                </a:cubicBezTo>
                <a:cubicBezTo>
                  <a:pt x="1377726" y="677662"/>
                  <a:pt x="1379098" y="674736"/>
                  <a:pt x="1381110" y="672084"/>
                </a:cubicBezTo>
                <a:cubicBezTo>
                  <a:pt x="1383121" y="669524"/>
                  <a:pt x="1385590" y="667329"/>
                  <a:pt x="1388425" y="665683"/>
                </a:cubicBezTo>
              </a:path>
              <a:path w="3887754" h="1096183">
                <a:moveTo>
                  <a:pt x="1397112" y="660745"/>
                </a:moveTo>
                <a:lnTo>
                  <a:pt x="1401409" y="658185"/>
                </a:lnTo>
                <a:cubicBezTo>
                  <a:pt x="1404244" y="656539"/>
                  <a:pt x="1407353" y="655533"/>
                  <a:pt x="1410645" y="655076"/>
                </a:cubicBezTo>
                <a:cubicBezTo>
                  <a:pt x="1413845" y="654619"/>
                  <a:pt x="1417137" y="654893"/>
                  <a:pt x="1420338" y="655716"/>
                </a:cubicBezTo>
                <a:cubicBezTo>
                  <a:pt x="1423538" y="656539"/>
                  <a:pt x="1426373" y="658002"/>
                  <a:pt x="1429024" y="660014"/>
                </a:cubicBezTo>
                <a:cubicBezTo>
                  <a:pt x="1431676" y="662026"/>
                  <a:pt x="1433779" y="664403"/>
                  <a:pt x="1435425" y="667329"/>
                </a:cubicBezTo>
                <a:cubicBezTo>
                  <a:pt x="1437162" y="670164"/>
                  <a:pt x="1438168" y="673181"/>
                  <a:pt x="1438626" y="676473"/>
                </a:cubicBezTo>
                <a:cubicBezTo>
                  <a:pt x="1439083" y="679765"/>
                  <a:pt x="1438808" y="682965"/>
                  <a:pt x="1437985" y="686166"/>
                </a:cubicBezTo>
                <a:cubicBezTo>
                  <a:pt x="1437162" y="689366"/>
                  <a:pt x="1435699" y="692292"/>
                  <a:pt x="1433688" y="694944"/>
                </a:cubicBezTo>
                <a:cubicBezTo>
                  <a:pt x="1431676" y="697504"/>
                  <a:pt x="1429207" y="699699"/>
                  <a:pt x="1426373" y="701345"/>
                </a:cubicBezTo>
                <a:lnTo>
                  <a:pt x="1422075" y="703814"/>
                </a:lnTo>
                <a:cubicBezTo>
                  <a:pt x="1419240" y="705460"/>
                  <a:pt x="1416131" y="706557"/>
                  <a:pt x="1412839" y="706923"/>
                </a:cubicBezTo>
                <a:cubicBezTo>
                  <a:pt x="1409548" y="707380"/>
                  <a:pt x="1406347" y="707197"/>
                  <a:pt x="1403147" y="706374"/>
                </a:cubicBezTo>
                <a:cubicBezTo>
                  <a:pt x="1399946" y="705460"/>
                  <a:pt x="1397020" y="704088"/>
                  <a:pt x="1394369" y="702076"/>
                </a:cubicBezTo>
                <a:cubicBezTo>
                  <a:pt x="1391808" y="700065"/>
                  <a:pt x="1389614" y="697596"/>
                  <a:pt x="1387968" y="694761"/>
                </a:cubicBezTo>
                <a:cubicBezTo>
                  <a:pt x="1386322" y="691926"/>
                  <a:pt x="1385316" y="688818"/>
                  <a:pt x="1384859" y="685526"/>
                </a:cubicBezTo>
                <a:cubicBezTo>
                  <a:pt x="1384402" y="682234"/>
                  <a:pt x="1384584" y="679033"/>
                  <a:pt x="1385499" y="675833"/>
                </a:cubicBezTo>
                <a:cubicBezTo>
                  <a:pt x="1386322" y="672633"/>
                  <a:pt x="1387785" y="669707"/>
                  <a:pt x="1389797" y="667146"/>
                </a:cubicBezTo>
                <a:cubicBezTo>
                  <a:pt x="1391808" y="664494"/>
                  <a:pt x="1394186" y="662391"/>
                  <a:pt x="1397112" y="660745"/>
                </a:cubicBezTo>
              </a:path>
              <a:path w="3887754" h="1096183">
                <a:moveTo>
                  <a:pt x="1405707" y="655716"/>
                </a:moveTo>
                <a:lnTo>
                  <a:pt x="1410005" y="653247"/>
                </a:lnTo>
                <a:cubicBezTo>
                  <a:pt x="1412931" y="651601"/>
                  <a:pt x="1415948" y="650504"/>
                  <a:pt x="1419240" y="650047"/>
                </a:cubicBezTo>
                <a:cubicBezTo>
                  <a:pt x="1422532" y="649681"/>
                  <a:pt x="1425732" y="649864"/>
                  <a:pt x="1428933" y="650687"/>
                </a:cubicBezTo>
                <a:cubicBezTo>
                  <a:pt x="1432133" y="651601"/>
                  <a:pt x="1435059" y="652973"/>
                  <a:pt x="1437711" y="654985"/>
                </a:cubicBezTo>
                <a:cubicBezTo>
                  <a:pt x="1440271" y="656996"/>
                  <a:pt x="1442466" y="659465"/>
                  <a:pt x="1444112" y="662300"/>
                </a:cubicBezTo>
                <a:cubicBezTo>
                  <a:pt x="1445758" y="665135"/>
                  <a:pt x="1446764" y="668244"/>
                  <a:pt x="1447221" y="671535"/>
                </a:cubicBezTo>
                <a:cubicBezTo>
                  <a:pt x="1447678" y="674736"/>
                  <a:pt x="1447495" y="678028"/>
                  <a:pt x="1446581" y="681228"/>
                </a:cubicBezTo>
                <a:cubicBezTo>
                  <a:pt x="1445758" y="684428"/>
                  <a:pt x="1444295" y="687263"/>
                  <a:pt x="1442283" y="689915"/>
                </a:cubicBezTo>
                <a:cubicBezTo>
                  <a:pt x="1440271" y="692567"/>
                  <a:pt x="1437894" y="694670"/>
                  <a:pt x="1434968" y="696316"/>
                </a:cubicBezTo>
                <a:lnTo>
                  <a:pt x="1430670" y="698784"/>
                </a:lnTo>
                <a:cubicBezTo>
                  <a:pt x="1427836" y="700522"/>
                  <a:pt x="1424727" y="701528"/>
                  <a:pt x="1421526" y="701985"/>
                </a:cubicBezTo>
                <a:cubicBezTo>
                  <a:pt x="1418234" y="702442"/>
                  <a:pt x="1414943" y="702168"/>
                  <a:pt x="1411742" y="701345"/>
                </a:cubicBezTo>
                <a:cubicBezTo>
                  <a:pt x="1408542" y="700522"/>
                  <a:pt x="1405707" y="699059"/>
                  <a:pt x="1403055" y="697047"/>
                </a:cubicBezTo>
                <a:cubicBezTo>
                  <a:pt x="1400404" y="695035"/>
                  <a:pt x="1398300" y="692567"/>
                  <a:pt x="1396655" y="689732"/>
                </a:cubicBezTo>
                <a:cubicBezTo>
                  <a:pt x="1395009" y="686897"/>
                  <a:pt x="1393911" y="683788"/>
                  <a:pt x="1393454" y="680588"/>
                </a:cubicBezTo>
                <a:cubicBezTo>
                  <a:pt x="1393088" y="677296"/>
                  <a:pt x="1393271" y="674004"/>
                  <a:pt x="1394094" y="670895"/>
                </a:cubicBezTo>
                <a:cubicBezTo>
                  <a:pt x="1394917" y="667695"/>
                  <a:pt x="1396380" y="664769"/>
                  <a:pt x="1398392" y="662117"/>
                </a:cubicBezTo>
                <a:cubicBezTo>
                  <a:pt x="1400404" y="659557"/>
                  <a:pt x="1402872" y="657362"/>
                  <a:pt x="1405707" y="655716"/>
                </a:cubicBezTo>
              </a:path>
              <a:path w="3887754" h="1096183">
                <a:moveTo>
                  <a:pt x="1414302" y="650687"/>
                </a:moveTo>
                <a:lnTo>
                  <a:pt x="1418692" y="648218"/>
                </a:lnTo>
                <a:cubicBezTo>
                  <a:pt x="1421526" y="646572"/>
                  <a:pt x="1424544" y="645566"/>
                  <a:pt x="1427836" y="645109"/>
                </a:cubicBezTo>
                <a:cubicBezTo>
                  <a:pt x="1431127" y="644652"/>
                  <a:pt x="1434419" y="644835"/>
                  <a:pt x="1437620" y="645749"/>
                </a:cubicBezTo>
                <a:cubicBezTo>
                  <a:pt x="1440729" y="646572"/>
                  <a:pt x="1443655" y="648035"/>
                  <a:pt x="1446306" y="650047"/>
                </a:cubicBezTo>
                <a:cubicBezTo>
                  <a:pt x="1448958" y="652059"/>
                  <a:pt x="1451061" y="654436"/>
                  <a:pt x="1452707" y="657271"/>
                </a:cubicBezTo>
                <a:cubicBezTo>
                  <a:pt x="1454353" y="660197"/>
                  <a:pt x="1455450" y="663214"/>
                  <a:pt x="1455908" y="666506"/>
                </a:cubicBezTo>
                <a:cubicBezTo>
                  <a:pt x="1456273" y="669798"/>
                  <a:pt x="1456091" y="672998"/>
                  <a:pt x="1455268" y="676199"/>
                </a:cubicBezTo>
                <a:cubicBezTo>
                  <a:pt x="1454353" y="679399"/>
                  <a:pt x="1452982" y="682325"/>
                  <a:pt x="1450970" y="684886"/>
                </a:cubicBezTo>
                <a:cubicBezTo>
                  <a:pt x="1448958" y="687537"/>
                  <a:pt x="1446489" y="689640"/>
                  <a:pt x="1443655" y="691378"/>
                </a:cubicBezTo>
                <a:lnTo>
                  <a:pt x="1439357" y="693847"/>
                </a:lnTo>
                <a:cubicBezTo>
                  <a:pt x="1436431" y="695493"/>
                  <a:pt x="1433413" y="696498"/>
                  <a:pt x="1430122" y="696956"/>
                </a:cubicBezTo>
                <a:cubicBezTo>
                  <a:pt x="1426830" y="697413"/>
                  <a:pt x="1423629" y="697230"/>
                  <a:pt x="1420429" y="696316"/>
                </a:cubicBezTo>
                <a:cubicBezTo>
                  <a:pt x="1417229" y="695493"/>
                  <a:pt x="1414302" y="694030"/>
                  <a:pt x="1411651" y="692018"/>
                </a:cubicBezTo>
                <a:cubicBezTo>
                  <a:pt x="1409090" y="690006"/>
                  <a:pt x="1406896" y="687629"/>
                  <a:pt x="1405250" y="684794"/>
                </a:cubicBezTo>
                <a:cubicBezTo>
                  <a:pt x="1403604" y="681868"/>
                  <a:pt x="1402507" y="678851"/>
                  <a:pt x="1402141" y="675559"/>
                </a:cubicBezTo>
                <a:cubicBezTo>
                  <a:pt x="1401684" y="672267"/>
                  <a:pt x="1401867" y="669066"/>
                  <a:pt x="1402781" y="665866"/>
                </a:cubicBezTo>
                <a:cubicBezTo>
                  <a:pt x="1403604" y="662666"/>
                  <a:pt x="1405067" y="659740"/>
                  <a:pt x="1407079" y="657179"/>
                </a:cubicBezTo>
                <a:cubicBezTo>
                  <a:pt x="1408999" y="654528"/>
                  <a:pt x="1411468" y="652424"/>
                  <a:pt x="1414302" y="650687"/>
                </a:cubicBezTo>
              </a:path>
              <a:path w="3887754" h="1096183">
                <a:moveTo>
                  <a:pt x="1422989" y="645749"/>
                </a:moveTo>
                <a:lnTo>
                  <a:pt x="1427287" y="643280"/>
                </a:lnTo>
                <a:cubicBezTo>
                  <a:pt x="1430122" y="641543"/>
                  <a:pt x="1433231" y="640537"/>
                  <a:pt x="1436522" y="640080"/>
                </a:cubicBezTo>
                <a:cubicBezTo>
                  <a:pt x="1439814" y="639623"/>
                  <a:pt x="1443015" y="639897"/>
                  <a:pt x="1446215" y="640720"/>
                </a:cubicBezTo>
                <a:cubicBezTo>
                  <a:pt x="1449415" y="641543"/>
                  <a:pt x="1452342" y="643006"/>
                  <a:pt x="1454902" y="645018"/>
                </a:cubicBezTo>
                <a:cubicBezTo>
                  <a:pt x="1457554" y="647029"/>
                  <a:pt x="1459748" y="649498"/>
                  <a:pt x="1461394" y="652333"/>
                </a:cubicBezTo>
                <a:cubicBezTo>
                  <a:pt x="1463040" y="655168"/>
                  <a:pt x="1464046" y="658277"/>
                  <a:pt x="1464503" y="661477"/>
                </a:cubicBezTo>
                <a:cubicBezTo>
                  <a:pt x="1464960" y="664769"/>
                  <a:pt x="1464686" y="668061"/>
                  <a:pt x="1463863" y="671170"/>
                </a:cubicBezTo>
                <a:cubicBezTo>
                  <a:pt x="1463040" y="674370"/>
                  <a:pt x="1461577" y="677296"/>
                  <a:pt x="1459565" y="679948"/>
                </a:cubicBezTo>
                <a:cubicBezTo>
                  <a:pt x="1457554" y="682600"/>
                  <a:pt x="1455176" y="684703"/>
                  <a:pt x="1452250" y="686349"/>
                </a:cubicBezTo>
                <a:lnTo>
                  <a:pt x="1447952" y="688818"/>
                </a:lnTo>
                <a:cubicBezTo>
                  <a:pt x="1445118" y="690463"/>
                  <a:pt x="1442009" y="691561"/>
                  <a:pt x="1438717" y="692018"/>
                </a:cubicBezTo>
                <a:cubicBezTo>
                  <a:pt x="1435517" y="692384"/>
                  <a:pt x="1432225" y="692201"/>
                  <a:pt x="1429024" y="691378"/>
                </a:cubicBezTo>
                <a:cubicBezTo>
                  <a:pt x="1425824" y="690463"/>
                  <a:pt x="1422898" y="689092"/>
                  <a:pt x="1420338" y="687080"/>
                </a:cubicBezTo>
                <a:cubicBezTo>
                  <a:pt x="1417686" y="685068"/>
                  <a:pt x="1415583" y="682600"/>
                  <a:pt x="1413845" y="679765"/>
                </a:cubicBezTo>
                <a:cubicBezTo>
                  <a:pt x="1412199" y="676930"/>
                  <a:pt x="1411194" y="673821"/>
                  <a:pt x="1410736" y="670530"/>
                </a:cubicBezTo>
                <a:cubicBezTo>
                  <a:pt x="1410279" y="667329"/>
                  <a:pt x="1410553" y="664037"/>
                  <a:pt x="1411376" y="660837"/>
                </a:cubicBezTo>
                <a:cubicBezTo>
                  <a:pt x="1412199" y="657636"/>
                  <a:pt x="1413662" y="654802"/>
                  <a:pt x="1415674" y="652150"/>
                </a:cubicBezTo>
                <a:cubicBezTo>
                  <a:pt x="1417686" y="649498"/>
                  <a:pt x="1420155" y="647395"/>
                  <a:pt x="1422989" y="645749"/>
                </a:cubicBezTo>
              </a:path>
              <a:path w="3887754" h="1096183">
                <a:moveTo>
                  <a:pt x="1431585" y="640720"/>
                </a:moveTo>
                <a:lnTo>
                  <a:pt x="1435882" y="638251"/>
                </a:lnTo>
                <a:cubicBezTo>
                  <a:pt x="1438808" y="636605"/>
                  <a:pt x="1441826" y="635508"/>
                  <a:pt x="1445118" y="635142"/>
                </a:cubicBezTo>
                <a:cubicBezTo>
                  <a:pt x="1448410" y="634685"/>
                  <a:pt x="1451610" y="634868"/>
                  <a:pt x="1454810" y="635691"/>
                </a:cubicBezTo>
                <a:cubicBezTo>
                  <a:pt x="1458011" y="636605"/>
                  <a:pt x="1460937" y="637977"/>
                  <a:pt x="1463589" y="639989"/>
                </a:cubicBezTo>
                <a:cubicBezTo>
                  <a:pt x="1466240" y="642000"/>
                  <a:pt x="1468344" y="644469"/>
                  <a:pt x="1469989" y="647304"/>
                </a:cubicBezTo>
                <a:cubicBezTo>
                  <a:pt x="1471635" y="650138"/>
                  <a:pt x="1472733" y="653247"/>
                  <a:pt x="1473098" y="656539"/>
                </a:cubicBezTo>
                <a:cubicBezTo>
                  <a:pt x="1473556" y="659831"/>
                  <a:pt x="1473373" y="663031"/>
                  <a:pt x="1472550" y="666232"/>
                </a:cubicBezTo>
                <a:cubicBezTo>
                  <a:pt x="1471635" y="669432"/>
                  <a:pt x="1470264" y="672358"/>
                  <a:pt x="1468252" y="674919"/>
                </a:cubicBezTo>
                <a:cubicBezTo>
                  <a:pt x="1466240" y="677570"/>
                  <a:pt x="1463772" y="679674"/>
                  <a:pt x="1460937" y="681319"/>
                </a:cubicBezTo>
                <a:lnTo>
                  <a:pt x="1456639" y="683880"/>
                </a:lnTo>
                <a:cubicBezTo>
                  <a:pt x="1453713" y="685526"/>
                  <a:pt x="1450696" y="686532"/>
                  <a:pt x="1447404" y="686989"/>
                </a:cubicBezTo>
                <a:cubicBezTo>
                  <a:pt x="1444112" y="687446"/>
                  <a:pt x="1440912" y="687172"/>
                  <a:pt x="1437711" y="686349"/>
                </a:cubicBezTo>
                <a:cubicBezTo>
                  <a:pt x="1434511" y="685526"/>
                  <a:pt x="1431585" y="684063"/>
                  <a:pt x="1428933" y="682051"/>
                </a:cubicBezTo>
                <a:cubicBezTo>
                  <a:pt x="1426281" y="680039"/>
                  <a:pt x="1424178" y="677662"/>
                  <a:pt x="1422532" y="674736"/>
                </a:cubicBezTo>
                <a:cubicBezTo>
                  <a:pt x="1420886" y="671901"/>
                  <a:pt x="1419789" y="668884"/>
                  <a:pt x="1419423" y="665592"/>
                </a:cubicBezTo>
                <a:cubicBezTo>
                  <a:pt x="1418966" y="662300"/>
                  <a:pt x="1419149" y="659100"/>
                  <a:pt x="1419972" y="655899"/>
                </a:cubicBezTo>
                <a:cubicBezTo>
                  <a:pt x="1420886" y="652699"/>
                  <a:pt x="1422258" y="649773"/>
                  <a:pt x="1424269" y="647121"/>
                </a:cubicBezTo>
                <a:cubicBezTo>
                  <a:pt x="1426281" y="644561"/>
                  <a:pt x="1428750" y="642366"/>
                  <a:pt x="1431585" y="640720"/>
                </a:cubicBezTo>
              </a:path>
              <a:path w="3887754" h="1096183">
                <a:moveTo>
                  <a:pt x="1440271" y="635782"/>
                </a:moveTo>
                <a:lnTo>
                  <a:pt x="1444569" y="633222"/>
                </a:lnTo>
                <a:cubicBezTo>
                  <a:pt x="1447404" y="631576"/>
                  <a:pt x="1450513" y="630570"/>
                  <a:pt x="1453805" y="630113"/>
                </a:cubicBezTo>
                <a:cubicBezTo>
                  <a:pt x="1457005" y="629656"/>
                  <a:pt x="1460297" y="629930"/>
                  <a:pt x="1463497" y="630753"/>
                </a:cubicBezTo>
                <a:cubicBezTo>
                  <a:pt x="1466698" y="631576"/>
                  <a:pt x="1469624" y="633039"/>
                  <a:pt x="1472184" y="635051"/>
                </a:cubicBezTo>
                <a:cubicBezTo>
                  <a:pt x="1474836" y="637062"/>
                  <a:pt x="1476939" y="639440"/>
                  <a:pt x="1478585" y="642366"/>
                </a:cubicBezTo>
                <a:cubicBezTo>
                  <a:pt x="1480322" y="645201"/>
                  <a:pt x="1481328" y="648218"/>
                  <a:pt x="1481785" y="651510"/>
                </a:cubicBezTo>
                <a:cubicBezTo>
                  <a:pt x="1482242" y="654802"/>
                  <a:pt x="1481968" y="658002"/>
                  <a:pt x="1481145" y="661203"/>
                </a:cubicBezTo>
                <a:cubicBezTo>
                  <a:pt x="1480322" y="664403"/>
                  <a:pt x="1478859" y="667329"/>
                  <a:pt x="1476847" y="669981"/>
                </a:cubicBezTo>
                <a:cubicBezTo>
                  <a:pt x="1474836" y="672541"/>
                  <a:pt x="1472367" y="674736"/>
                  <a:pt x="1469532" y="676382"/>
                </a:cubicBezTo>
                <a:lnTo>
                  <a:pt x="1465235" y="678851"/>
                </a:lnTo>
                <a:cubicBezTo>
                  <a:pt x="1462400" y="680496"/>
                  <a:pt x="1459291" y="681594"/>
                  <a:pt x="1455999" y="681960"/>
                </a:cubicBezTo>
                <a:cubicBezTo>
                  <a:pt x="1452707" y="682417"/>
                  <a:pt x="1449507" y="682234"/>
                  <a:pt x="1446306" y="681411"/>
                </a:cubicBezTo>
                <a:cubicBezTo>
                  <a:pt x="1443106" y="680496"/>
                  <a:pt x="1440180" y="679125"/>
                  <a:pt x="1437620" y="677113"/>
                </a:cubicBezTo>
                <a:cubicBezTo>
                  <a:pt x="1434968" y="675102"/>
                  <a:pt x="1432773" y="672633"/>
                  <a:pt x="1431127" y="669798"/>
                </a:cubicBezTo>
                <a:cubicBezTo>
                  <a:pt x="1429482" y="666963"/>
                  <a:pt x="1428476" y="663854"/>
                  <a:pt x="1428018" y="660563"/>
                </a:cubicBezTo>
                <a:cubicBezTo>
                  <a:pt x="1427561" y="657271"/>
                  <a:pt x="1427744" y="654070"/>
                  <a:pt x="1428659" y="650870"/>
                </a:cubicBezTo>
                <a:cubicBezTo>
                  <a:pt x="1429482" y="647670"/>
                  <a:pt x="1430945" y="644835"/>
                  <a:pt x="1432956" y="642183"/>
                </a:cubicBezTo>
                <a:cubicBezTo>
                  <a:pt x="1434968" y="639531"/>
                  <a:pt x="1437345" y="637428"/>
                  <a:pt x="1440271" y="635782"/>
                </a:cubicBezTo>
              </a:path>
              <a:path w="3887754" h="1096183">
                <a:moveTo>
                  <a:pt x="1448867" y="630753"/>
                </a:moveTo>
                <a:lnTo>
                  <a:pt x="1453164" y="628284"/>
                </a:lnTo>
                <a:cubicBezTo>
                  <a:pt x="1456091" y="626638"/>
                  <a:pt x="1459108" y="625541"/>
                  <a:pt x="1462400" y="625084"/>
                </a:cubicBezTo>
                <a:cubicBezTo>
                  <a:pt x="1465692" y="624718"/>
                  <a:pt x="1468892" y="624901"/>
                  <a:pt x="1472093" y="625724"/>
                </a:cubicBezTo>
                <a:cubicBezTo>
                  <a:pt x="1475293" y="626638"/>
                  <a:pt x="1478219" y="628010"/>
                  <a:pt x="1480871" y="630022"/>
                </a:cubicBezTo>
                <a:cubicBezTo>
                  <a:pt x="1483431" y="632033"/>
                  <a:pt x="1485626" y="634502"/>
                  <a:pt x="1487272" y="637337"/>
                </a:cubicBezTo>
                <a:cubicBezTo>
                  <a:pt x="1488918" y="640171"/>
                  <a:pt x="1489923" y="643280"/>
                  <a:pt x="1490381" y="646572"/>
                </a:cubicBezTo>
                <a:cubicBezTo>
                  <a:pt x="1490838" y="649773"/>
                  <a:pt x="1490655" y="653064"/>
                  <a:pt x="1489740" y="656265"/>
                </a:cubicBezTo>
                <a:cubicBezTo>
                  <a:pt x="1488918" y="659465"/>
                  <a:pt x="1487454" y="662300"/>
                  <a:pt x="1485443" y="664952"/>
                </a:cubicBezTo>
                <a:cubicBezTo>
                  <a:pt x="1483431" y="667603"/>
                  <a:pt x="1481054" y="669707"/>
                  <a:pt x="1478219" y="671352"/>
                </a:cubicBezTo>
                <a:lnTo>
                  <a:pt x="1473830" y="673913"/>
                </a:lnTo>
                <a:cubicBezTo>
                  <a:pt x="1470995" y="675559"/>
                  <a:pt x="1467886" y="676565"/>
                  <a:pt x="1464686" y="677022"/>
                </a:cubicBezTo>
                <a:cubicBezTo>
                  <a:pt x="1461394" y="677479"/>
                  <a:pt x="1458102" y="677205"/>
                  <a:pt x="1454902" y="676382"/>
                </a:cubicBezTo>
                <a:cubicBezTo>
                  <a:pt x="1451701" y="675559"/>
                  <a:pt x="1448867" y="674096"/>
                  <a:pt x="1446215" y="672084"/>
                </a:cubicBezTo>
                <a:cubicBezTo>
                  <a:pt x="1443563" y="670072"/>
                  <a:pt x="1441460" y="667695"/>
                  <a:pt x="1439814" y="664769"/>
                </a:cubicBezTo>
                <a:cubicBezTo>
                  <a:pt x="1438168" y="661934"/>
                  <a:pt x="1437071" y="658825"/>
                  <a:pt x="1436614" y="655625"/>
                </a:cubicBezTo>
                <a:cubicBezTo>
                  <a:pt x="1436248" y="652333"/>
                  <a:pt x="1436431" y="649133"/>
                  <a:pt x="1437254" y="645932"/>
                </a:cubicBezTo>
                <a:cubicBezTo>
                  <a:pt x="1438077" y="642732"/>
                  <a:pt x="1439540" y="639806"/>
                  <a:pt x="1441552" y="637154"/>
                </a:cubicBezTo>
                <a:cubicBezTo>
                  <a:pt x="1443563" y="634594"/>
                  <a:pt x="1446032" y="632399"/>
                  <a:pt x="1448867" y="630753"/>
                </a:cubicBezTo>
              </a:path>
              <a:path w="3887754" h="1096183">
                <a:moveTo>
                  <a:pt x="1457462" y="625724"/>
                </a:moveTo>
                <a:lnTo>
                  <a:pt x="1461851" y="623255"/>
                </a:lnTo>
                <a:cubicBezTo>
                  <a:pt x="1464686" y="621609"/>
                  <a:pt x="1467795" y="620603"/>
                  <a:pt x="1470995" y="620146"/>
                </a:cubicBezTo>
                <a:cubicBezTo>
                  <a:pt x="1474287" y="619689"/>
                  <a:pt x="1477579" y="619872"/>
                  <a:pt x="1480779" y="620786"/>
                </a:cubicBezTo>
                <a:cubicBezTo>
                  <a:pt x="1483888" y="621609"/>
                  <a:pt x="1486814" y="623072"/>
                  <a:pt x="1489466" y="625084"/>
                </a:cubicBezTo>
                <a:cubicBezTo>
                  <a:pt x="1492118" y="627096"/>
                  <a:pt x="1494221" y="629473"/>
                  <a:pt x="1495867" y="632308"/>
                </a:cubicBezTo>
                <a:cubicBezTo>
                  <a:pt x="1497513" y="635234"/>
                  <a:pt x="1498610" y="638251"/>
                  <a:pt x="1499067" y="641543"/>
                </a:cubicBezTo>
                <a:cubicBezTo>
                  <a:pt x="1499433" y="644835"/>
                  <a:pt x="1499250" y="648035"/>
                  <a:pt x="1498427" y="651236"/>
                </a:cubicBezTo>
                <a:cubicBezTo>
                  <a:pt x="1497513" y="654436"/>
                  <a:pt x="1496141" y="657362"/>
                  <a:pt x="1494130" y="659922"/>
                </a:cubicBezTo>
                <a:cubicBezTo>
                  <a:pt x="1492118" y="662574"/>
                  <a:pt x="1489649" y="664769"/>
                  <a:pt x="1486814" y="666415"/>
                </a:cubicBezTo>
                <a:lnTo>
                  <a:pt x="1482517" y="668884"/>
                </a:lnTo>
                <a:cubicBezTo>
                  <a:pt x="1479591" y="670530"/>
                  <a:pt x="1476573" y="671535"/>
                  <a:pt x="1473281" y="671993"/>
                </a:cubicBezTo>
                <a:cubicBezTo>
                  <a:pt x="1469989" y="672450"/>
                  <a:pt x="1466789" y="672267"/>
                  <a:pt x="1463589" y="671352"/>
                </a:cubicBezTo>
                <a:cubicBezTo>
                  <a:pt x="1460388" y="670530"/>
                  <a:pt x="1457462" y="669066"/>
                  <a:pt x="1454810" y="667146"/>
                </a:cubicBezTo>
                <a:cubicBezTo>
                  <a:pt x="1452250" y="665135"/>
                  <a:pt x="1450056" y="662666"/>
                  <a:pt x="1448410" y="659831"/>
                </a:cubicBezTo>
                <a:cubicBezTo>
                  <a:pt x="1446764" y="656905"/>
                  <a:pt x="1445758" y="653887"/>
                  <a:pt x="1445301" y="650596"/>
                </a:cubicBezTo>
                <a:cubicBezTo>
                  <a:pt x="1444843" y="647304"/>
                  <a:pt x="1445026" y="644103"/>
                  <a:pt x="1445941" y="640903"/>
                </a:cubicBezTo>
                <a:cubicBezTo>
                  <a:pt x="1446764" y="637703"/>
                  <a:pt x="1448227" y="634776"/>
                  <a:pt x="1450238" y="632216"/>
                </a:cubicBezTo>
                <a:cubicBezTo>
                  <a:pt x="1452250" y="629564"/>
                  <a:pt x="1454628" y="627461"/>
                  <a:pt x="1457462" y="625724"/>
                </a:cubicBezTo>
              </a:path>
              <a:path w="3887754" h="1096183">
                <a:moveTo>
                  <a:pt x="1466149" y="620786"/>
                </a:moveTo>
                <a:lnTo>
                  <a:pt x="1470447" y="618317"/>
                </a:lnTo>
                <a:cubicBezTo>
                  <a:pt x="1473281" y="616580"/>
                  <a:pt x="1476390" y="615574"/>
                  <a:pt x="1479682" y="615117"/>
                </a:cubicBezTo>
                <a:cubicBezTo>
                  <a:pt x="1482974" y="614751"/>
                  <a:pt x="1486174" y="614934"/>
                  <a:pt x="1489375" y="615757"/>
                </a:cubicBezTo>
                <a:cubicBezTo>
                  <a:pt x="1492575" y="616580"/>
                  <a:pt x="1495501" y="618043"/>
                  <a:pt x="1498062" y="620055"/>
                </a:cubicBezTo>
                <a:cubicBezTo>
                  <a:pt x="1500713" y="622066"/>
                  <a:pt x="1502908" y="624535"/>
                  <a:pt x="1504554" y="627370"/>
                </a:cubicBezTo>
                <a:cubicBezTo>
                  <a:pt x="1506200" y="630204"/>
                  <a:pt x="1507206" y="633313"/>
                  <a:pt x="1507663" y="636514"/>
                </a:cubicBezTo>
                <a:cubicBezTo>
                  <a:pt x="1508120" y="639806"/>
                  <a:pt x="1507937" y="643098"/>
                  <a:pt x="1507023" y="646298"/>
                </a:cubicBezTo>
                <a:cubicBezTo>
                  <a:pt x="1506200" y="649407"/>
                  <a:pt x="1504737" y="652333"/>
                  <a:pt x="1502725" y="654985"/>
                </a:cubicBezTo>
                <a:cubicBezTo>
                  <a:pt x="1500713" y="657636"/>
                  <a:pt x="1498336" y="659740"/>
                  <a:pt x="1495410" y="661386"/>
                </a:cubicBezTo>
                <a:lnTo>
                  <a:pt x="1491112" y="663854"/>
                </a:lnTo>
                <a:cubicBezTo>
                  <a:pt x="1488277" y="665500"/>
                  <a:pt x="1485168" y="666598"/>
                  <a:pt x="1481877" y="667055"/>
                </a:cubicBezTo>
                <a:cubicBezTo>
                  <a:pt x="1478676" y="667421"/>
                  <a:pt x="1475384" y="667238"/>
                  <a:pt x="1472184" y="666415"/>
                </a:cubicBezTo>
                <a:cubicBezTo>
                  <a:pt x="1468984" y="665500"/>
                  <a:pt x="1466058" y="664129"/>
                  <a:pt x="1463497" y="662117"/>
                </a:cubicBezTo>
                <a:cubicBezTo>
                  <a:pt x="1460845" y="660105"/>
                  <a:pt x="1458742" y="657636"/>
                  <a:pt x="1457005" y="654802"/>
                </a:cubicBezTo>
                <a:cubicBezTo>
                  <a:pt x="1455359" y="651967"/>
                  <a:pt x="1454353" y="648858"/>
                  <a:pt x="1453896" y="645566"/>
                </a:cubicBezTo>
                <a:cubicBezTo>
                  <a:pt x="1453439" y="642366"/>
                  <a:pt x="1453713" y="639074"/>
                  <a:pt x="1454536" y="635874"/>
                </a:cubicBezTo>
                <a:cubicBezTo>
                  <a:pt x="1455359" y="632765"/>
                  <a:pt x="1456822" y="629839"/>
                  <a:pt x="1458834" y="627187"/>
                </a:cubicBezTo>
                <a:cubicBezTo>
                  <a:pt x="1460845" y="624535"/>
                  <a:pt x="1463314" y="622432"/>
                  <a:pt x="1466149" y="620786"/>
                </a:cubicBezTo>
              </a:path>
              <a:path w="3887754" h="1096183">
                <a:moveTo>
                  <a:pt x="1474744" y="615757"/>
                </a:moveTo>
                <a:lnTo>
                  <a:pt x="1479042" y="613288"/>
                </a:lnTo>
                <a:cubicBezTo>
                  <a:pt x="1481968" y="611642"/>
                  <a:pt x="1484986" y="610545"/>
                  <a:pt x="1488277" y="610179"/>
                </a:cubicBezTo>
                <a:cubicBezTo>
                  <a:pt x="1491569" y="609722"/>
                  <a:pt x="1494770" y="609905"/>
                  <a:pt x="1497970" y="610819"/>
                </a:cubicBezTo>
                <a:cubicBezTo>
                  <a:pt x="1501170" y="611642"/>
                  <a:pt x="1504097" y="613014"/>
                  <a:pt x="1506748" y="615025"/>
                </a:cubicBezTo>
                <a:cubicBezTo>
                  <a:pt x="1509400" y="617037"/>
                  <a:pt x="1511503" y="619506"/>
                  <a:pt x="1513149" y="622341"/>
                </a:cubicBezTo>
                <a:cubicBezTo>
                  <a:pt x="1514795" y="625267"/>
                  <a:pt x="1515892" y="628284"/>
                  <a:pt x="1516258" y="631576"/>
                </a:cubicBezTo>
                <a:cubicBezTo>
                  <a:pt x="1516715" y="634868"/>
                  <a:pt x="1516532" y="638068"/>
                  <a:pt x="1515709" y="641269"/>
                </a:cubicBezTo>
                <a:cubicBezTo>
                  <a:pt x="1514795" y="644469"/>
                  <a:pt x="1513423" y="647395"/>
                  <a:pt x="1511412" y="649956"/>
                </a:cubicBezTo>
                <a:cubicBezTo>
                  <a:pt x="1509400" y="652607"/>
                  <a:pt x="1506931" y="654710"/>
                  <a:pt x="1504097" y="656356"/>
                </a:cubicBezTo>
                <a:lnTo>
                  <a:pt x="1499799" y="658917"/>
                </a:lnTo>
                <a:cubicBezTo>
                  <a:pt x="1496873" y="660563"/>
                  <a:pt x="1493855" y="661568"/>
                  <a:pt x="1490563" y="662026"/>
                </a:cubicBezTo>
                <a:cubicBezTo>
                  <a:pt x="1487272" y="662483"/>
                  <a:pt x="1484071" y="662300"/>
                  <a:pt x="1480871" y="661386"/>
                </a:cubicBezTo>
                <a:cubicBezTo>
                  <a:pt x="1477670" y="660563"/>
                  <a:pt x="1474744" y="659100"/>
                  <a:pt x="1472093" y="657088"/>
                </a:cubicBezTo>
                <a:cubicBezTo>
                  <a:pt x="1469441" y="655076"/>
                  <a:pt x="1467338" y="652699"/>
                  <a:pt x="1465692" y="649864"/>
                </a:cubicBezTo>
                <a:cubicBezTo>
                  <a:pt x="1464046" y="646938"/>
                  <a:pt x="1462949" y="643920"/>
                  <a:pt x="1462583" y="640629"/>
                </a:cubicBezTo>
                <a:cubicBezTo>
                  <a:pt x="1462126" y="637337"/>
                  <a:pt x="1462308" y="634136"/>
                  <a:pt x="1463131" y="630936"/>
                </a:cubicBezTo>
                <a:cubicBezTo>
                  <a:pt x="1464046" y="627736"/>
                  <a:pt x="1465417" y="624810"/>
                  <a:pt x="1467429" y="622158"/>
                </a:cubicBezTo>
                <a:cubicBezTo>
                  <a:pt x="1469441" y="619597"/>
                  <a:pt x="1471910" y="617403"/>
                  <a:pt x="1474744" y="615757"/>
                </a:cubicBezTo>
              </a:path>
              <a:path w="3887754" h="1096183">
                <a:moveTo>
                  <a:pt x="1483431" y="610819"/>
                </a:moveTo>
                <a:lnTo>
                  <a:pt x="1487729" y="608259"/>
                </a:lnTo>
                <a:cubicBezTo>
                  <a:pt x="1490563" y="606613"/>
                  <a:pt x="1493672" y="605607"/>
                  <a:pt x="1496964" y="605150"/>
                </a:cubicBezTo>
                <a:cubicBezTo>
                  <a:pt x="1500165" y="604693"/>
                  <a:pt x="1503456" y="604967"/>
                  <a:pt x="1506657" y="605790"/>
                </a:cubicBezTo>
                <a:cubicBezTo>
                  <a:pt x="1509857" y="606613"/>
                  <a:pt x="1512783" y="608076"/>
                  <a:pt x="1515344" y="610088"/>
                </a:cubicBezTo>
                <a:cubicBezTo>
                  <a:pt x="1517995" y="612099"/>
                  <a:pt x="1520099" y="614477"/>
                  <a:pt x="1521836" y="617403"/>
                </a:cubicBezTo>
                <a:cubicBezTo>
                  <a:pt x="1523482" y="620238"/>
                  <a:pt x="1524488" y="623255"/>
                  <a:pt x="1524945" y="626547"/>
                </a:cubicBezTo>
                <a:cubicBezTo>
                  <a:pt x="1525402" y="629839"/>
                  <a:pt x="1525128" y="633039"/>
                  <a:pt x="1524305" y="636240"/>
                </a:cubicBezTo>
                <a:cubicBezTo>
                  <a:pt x="1523482" y="639440"/>
                  <a:pt x="1522019" y="642366"/>
                  <a:pt x="1520007" y="645018"/>
                </a:cubicBezTo>
                <a:cubicBezTo>
                  <a:pt x="1517995" y="647578"/>
                  <a:pt x="1515527" y="649773"/>
                  <a:pt x="1512692" y="651419"/>
                </a:cubicBezTo>
                <a:lnTo>
                  <a:pt x="1508394" y="653887"/>
                </a:lnTo>
                <a:cubicBezTo>
                  <a:pt x="1505560" y="655533"/>
                  <a:pt x="1502451" y="656631"/>
                  <a:pt x="1499159" y="656996"/>
                </a:cubicBezTo>
                <a:cubicBezTo>
                  <a:pt x="1495867" y="657454"/>
                  <a:pt x="1492667" y="657271"/>
                  <a:pt x="1489466" y="656448"/>
                </a:cubicBezTo>
                <a:cubicBezTo>
                  <a:pt x="1486266" y="655533"/>
                  <a:pt x="1483340" y="654162"/>
                  <a:pt x="1480779" y="652150"/>
                </a:cubicBezTo>
                <a:cubicBezTo>
                  <a:pt x="1478128" y="650138"/>
                  <a:pt x="1475933" y="647670"/>
                  <a:pt x="1474287" y="644835"/>
                </a:cubicBezTo>
                <a:cubicBezTo>
                  <a:pt x="1472641" y="642000"/>
                  <a:pt x="1471635" y="638891"/>
                  <a:pt x="1471178" y="635599"/>
                </a:cubicBezTo>
                <a:cubicBezTo>
                  <a:pt x="1470721" y="632399"/>
                  <a:pt x="1470904" y="629107"/>
                  <a:pt x="1471818" y="625907"/>
                </a:cubicBezTo>
                <a:cubicBezTo>
                  <a:pt x="1472641" y="622706"/>
                  <a:pt x="1474104" y="619872"/>
                  <a:pt x="1476116" y="617220"/>
                </a:cubicBezTo>
                <a:cubicBezTo>
                  <a:pt x="1478128" y="614568"/>
                  <a:pt x="1480505" y="612465"/>
                  <a:pt x="1483431" y="610819"/>
                </a:cubicBezTo>
              </a:path>
              <a:path w="3887754" h="1096183">
                <a:moveTo>
                  <a:pt x="1492026" y="605790"/>
                </a:moveTo>
                <a:lnTo>
                  <a:pt x="1496324" y="603321"/>
                </a:lnTo>
                <a:cubicBezTo>
                  <a:pt x="1499250" y="601675"/>
                  <a:pt x="1502268" y="600578"/>
                  <a:pt x="1505560" y="600212"/>
                </a:cubicBezTo>
                <a:cubicBezTo>
                  <a:pt x="1508851" y="599755"/>
                  <a:pt x="1512052" y="599938"/>
                  <a:pt x="1515252" y="600761"/>
                </a:cubicBezTo>
                <a:cubicBezTo>
                  <a:pt x="1518453" y="601675"/>
                  <a:pt x="1521379" y="603047"/>
                  <a:pt x="1524030" y="605058"/>
                </a:cubicBezTo>
                <a:cubicBezTo>
                  <a:pt x="1526591" y="607070"/>
                  <a:pt x="1528785" y="609539"/>
                  <a:pt x="1530431" y="612374"/>
                </a:cubicBezTo>
                <a:cubicBezTo>
                  <a:pt x="1532077" y="615208"/>
                  <a:pt x="1533083" y="618317"/>
                  <a:pt x="1533540" y="621609"/>
                </a:cubicBezTo>
                <a:cubicBezTo>
                  <a:pt x="1533997" y="624810"/>
                  <a:pt x="1533815" y="628101"/>
                  <a:pt x="1532900" y="631302"/>
                </a:cubicBezTo>
                <a:cubicBezTo>
                  <a:pt x="1532077" y="634502"/>
                  <a:pt x="1530614" y="637337"/>
                  <a:pt x="1528602" y="639989"/>
                </a:cubicBezTo>
                <a:cubicBezTo>
                  <a:pt x="1526591" y="642640"/>
                  <a:pt x="1524213" y="644743"/>
                  <a:pt x="1521379" y="646389"/>
                </a:cubicBezTo>
                <a:lnTo>
                  <a:pt x="1516990" y="648950"/>
                </a:lnTo>
                <a:cubicBezTo>
                  <a:pt x="1514155" y="650596"/>
                  <a:pt x="1511046" y="651601"/>
                  <a:pt x="1507846" y="652059"/>
                </a:cubicBezTo>
                <a:cubicBezTo>
                  <a:pt x="1504554" y="652516"/>
                  <a:pt x="1501262" y="652242"/>
                  <a:pt x="1498062" y="651419"/>
                </a:cubicBezTo>
                <a:cubicBezTo>
                  <a:pt x="1494861" y="650596"/>
                  <a:pt x="1492026" y="649133"/>
                  <a:pt x="1489375" y="647121"/>
                </a:cubicBezTo>
                <a:cubicBezTo>
                  <a:pt x="1486723" y="645109"/>
                  <a:pt x="1484620" y="642732"/>
                  <a:pt x="1482974" y="639806"/>
                </a:cubicBezTo>
                <a:cubicBezTo>
                  <a:pt x="1481328" y="636971"/>
                  <a:pt x="1480231" y="633954"/>
                  <a:pt x="1479774" y="630662"/>
                </a:cubicBezTo>
                <a:cubicBezTo>
                  <a:pt x="1479408" y="627370"/>
                  <a:pt x="1479591" y="624169"/>
                  <a:pt x="1480414" y="620969"/>
                </a:cubicBezTo>
                <a:cubicBezTo>
                  <a:pt x="1481328" y="617769"/>
                  <a:pt x="1482700" y="614843"/>
                  <a:pt x="1484711" y="612191"/>
                </a:cubicBezTo>
                <a:cubicBezTo>
                  <a:pt x="1486723" y="609630"/>
                  <a:pt x="1489192" y="607436"/>
                  <a:pt x="1492026" y="605790"/>
                </a:cubicBezTo>
              </a:path>
              <a:path w="3887754" h="1096183">
                <a:moveTo>
                  <a:pt x="1500622" y="600852"/>
                </a:moveTo>
                <a:lnTo>
                  <a:pt x="1505011" y="598292"/>
                </a:lnTo>
                <a:cubicBezTo>
                  <a:pt x="1507846" y="596646"/>
                  <a:pt x="1510955" y="595640"/>
                  <a:pt x="1514155" y="595183"/>
                </a:cubicBezTo>
                <a:cubicBezTo>
                  <a:pt x="1517447" y="594726"/>
                  <a:pt x="1520739" y="594909"/>
                  <a:pt x="1523939" y="595823"/>
                </a:cubicBezTo>
                <a:cubicBezTo>
                  <a:pt x="1527139" y="596646"/>
                  <a:pt x="1529974" y="598109"/>
                  <a:pt x="1532626" y="600121"/>
                </a:cubicBezTo>
                <a:cubicBezTo>
                  <a:pt x="1535278" y="602132"/>
                  <a:pt x="1537381" y="604510"/>
                  <a:pt x="1539027" y="607344"/>
                </a:cubicBezTo>
                <a:cubicBezTo>
                  <a:pt x="1540673" y="610271"/>
                  <a:pt x="1541770" y="613288"/>
                  <a:pt x="1542227" y="616580"/>
                </a:cubicBezTo>
                <a:cubicBezTo>
                  <a:pt x="1542593" y="619872"/>
                  <a:pt x="1542410" y="623072"/>
                  <a:pt x="1541587" y="626273"/>
                </a:cubicBezTo>
                <a:cubicBezTo>
                  <a:pt x="1540673" y="629473"/>
                  <a:pt x="1539301" y="632399"/>
                  <a:pt x="1537289" y="635051"/>
                </a:cubicBezTo>
                <a:cubicBezTo>
                  <a:pt x="1535278" y="637611"/>
                  <a:pt x="1532809" y="639806"/>
                  <a:pt x="1529974" y="641452"/>
                </a:cubicBezTo>
                <a:lnTo>
                  <a:pt x="1525676" y="643920"/>
                </a:lnTo>
                <a:cubicBezTo>
                  <a:pt x="1522750" y="645566"/>
                  <a:pt x="1519733" y="646664"/>
                  <a:pt x="1516441" y="647029"/>
                </a:cubicBezTo>
                <a:cubicBezTo>
                  <a:pt x="1513149" y="647487"/>
                  <a:pt x="1509949" y="647304"/>
                  <a:pt x="1506748" y="646389"/>
                </a:cubicBezTo>
                <a:cubicBezTo>
                  <a:pt x="1503548" y="645566"/>
                  <a:pt x="1500622" y="644195"/>
                  <a:pt x="1497970" y="642183"/>
                </a:cubicBezTo>
                <a:cubicBezTo>
                  <a:pt x="1495410" y="640171"/>
                  <a:pt x="1493215" y="637703"/>
                  <a:pt x="1491569" y="634868"/>
                </a:cubicBezTo>
                <a:cubicBezTo>
                  <a:pt x="1489923" y="631942"/>
                  <a:pt x="1488918" y="628924"/>
                  <a:pt x="1488460" y="625632"/>
                </a:cubicBezTo>
                <a:cubicBezTo>
                  <a:pt x="1488003" y="622341"/>
                  <a:pt x="1488186" y="619140"/>
                  <a:pt x="1489100" y="615940"/>
                </a:cubicBezTo>
                <a:cubicBezTo>
                  <a:pt x="1489923" y="612739"/>
                  <a:pt x="1491386" y="609813"/>
                  <a:pt x="1493398" y="607253"/>
                </a:cubicBezTo>
                <a:cubicBezTo>
                  <a:pt x="1495410" y="604601"/>
                  <a:pt x="1497787" y="602498"/>
                  <a:pt x="1500622" y="600852"/>
                </a:cubicBezTo>
              </a:path>
              <a:path w="3887754" h="1096183">
                <a:moveTo>
                  <a:pt x="1509309" y="595823"/>
                </a:moveTo>
                <a:lnTo>
                  <a:pt x="1513606" y="593354"/>
                </a:lnTo>
                <a:cubicBezTo>
                  <a:pt x="1516441" y="591708"/>
                  <a:pt x="1519550" y="590611"/>
                  <a:pt x="1522842" y="590154"/>
                </a:cubicBezTo>
                <a:cubicBezTo>
                  <a:pt x="1526134" y="589788"/>
                  <a:pt x="1529334" y="589971"/>
                  <a:pt x="1532534" y="590794"/>
                </a:cubicBezTo>
                <a:cubicBezTo>
                  <a:pt x="1535735" y="591708"/>
                  <a:pt x="1538661" y="593080"/>
                  <a:pt x="1541221" y="595092"/>
                </a:cubicBezTo>
                <a:cubicBezTo>
                  <a:pt x="1543873" y="597103"/>
                  <a:pt x="1546068" y="599572"/>
                  <a:pt x="1547713" y="602407"/>
                </a:cubicBezTo>
                <a:cubicBezTo>
                  <a:pt x="1549359" y="605241"/>
                  <a:pt x="1550365" y="608350"/>
                  <a:pt x="1550822" y="611642"/>
                </a:cubicBezTo>
                <a:cubicBezTo>
                  <a:pt x="1551280" y="614843"/>
                  <a:pt x="1551097" y="618134"/>
                  <a:pt x="1550182" y="621335"/>
                </a:cubicBezTo>
                <a:cubicBezTo>
                  <a:pt x="1549359" y="624444"/>
                  <a:pt x="1547896" y="627370"/>
                  <a:pt x="1545885" y="630022"/>
                </a:cubicBezTo>
                <a:cubicBezTo>
                  <a:pt x="1543873" y="632673"/>
                  <a:pt x="1541496" y="634776"/>
                  <a:pt x="1538569" y="636422"/>
                </a:cubicBezTo>
                <a:lnTo>
                  <a:pt x="1534272" y="638891"/>
                </a:lnTo>
                <a:cubicBezTo>
                  <a:pt x="1531437" y="640537"/>
                  <a:pt x="1528328" y="641634"/>
                  <a:pt x="1525036" y="642092"/>
                </a:cubicBezTo>
                <a:cubicBezTo>
                  <a:pt x="1521836" y="642457"/>
                  <a:pt x="1518544" y="642275"/>
                  <a:pt x="1515344" y="641452"/>
                </a:cubicBezTo>
                <a:cubicBezTo>
                  <a:pt x="1512143" y="640629"/>
                  <a:pt x="1509217" y="639166"/>
                  <a:pt x="1506657" y="637154"/>
                </a:cubicBezTo>
                <a:cubicBezTo>
                  <a:pt x="1504005" y="635142"/>
                  <a:pt x="1501902" y="632673"/>
                  <a:pt x="1500165" y="629839"/>
                </a:cubicBezTo>
                <a:cubicBezTo>
                  <a:pt x="1498519" y="627004"/>
                  <a:pt x="1497513" y="623895"/>
                  <a:pt x="1497056" y="620695"/>
                </a:cubicBezTo>
                <a:cubicBezTo>
                  <a:pt x="1496598" y="617403"/>
                  <a:pt x="1496873" y="614111"/>
                  <a:pt x="1497696" y="610911"/>
                </a:cubicBezTo>
                <a:cubicBezTo>
                  <a:pt x="1498519" y="607802"/>
                  <a:pt x="1499982" y="604876"/>
                  <a:pt x="1501993" y="602224"/>
                </a:cubicBezTo>
                <a:cubicBezTo>
                  <a:pt x="1504005" y="599572"/>
                  <a:pt x="1506474" y="597469"/>
                  <a:pt x="1509309" y="595823"/>
                </a:cubicBezTo>
              </a:path>
              <a:path w="3887754" h="1096183">
                <a:moveTo>
                  <a:pt x="1517904" y="590794"/>
                </a:moveTo>
                <a:lnTo>
                  <a:pt x="1522202" y="588325"/>
                </a:lnTo>
                <a:cubicBezTo>
                  <a:pt x="1525128" y="586679"/>
                  <a:pt x="1528145" y="585673"/>
                  <a:pt x="1531437" y="585216"/>
                </a:cubicBezTo>
                <a:cubicBezTo>
                  <a:pt x="1534729" y="584759"/>
                  <a:pt x="1537929" y="584942"/>
                  <a:pt x="1541130" y="585856"/>
                </a:cubicBezTo>
                <a:cubicBezTo>
                  <a:pt x="1544330" y="586679"/>
                  <a:pt x="1547256" y="588142"/>
                  <a:pt x="1549908" y="590062"/>
                </a:cubicBezTo>
                <a:cubicBezTo>
                  <a:pt x="1552560" y="592074"/>
                  <a:pt x="1554663" y="594543"/>
                  <a:pt x="1556309" y="597378"/>
                </a:cubicBezTo>
                <a:cubicBezTo>
                  <a:pt x="1557955" y="600304"/>
                  <a:pt x="1559052" y="603321"/>
                  <a:pt x="1559418" y="606613"/>
                </a:cubicBezTo>
                <a:cubicBezTo>
                  <a:pt x="1559875" y="609905"/>
                  <a:pt x="1559692" y="613105"/>
                  <a:pt x="1558869" y="616306"/>
                </a:cubicBezTo>
                <a:cubicBezTo>
                  <a:pt x="1557955" y="619506"/>
                  <a:pt x="1556583" y="622432"/>
                  <a:pt x="1554571" y="624992"/>
                </a:cubicBezTo>
                <a:cubicBezTo>
                  <a:pt x="1552560" y="627644"/>
                  <a:pt x="1550091" y="629747"/>
                  <a:pt x="1547256" y="631485"/>
                </a:cubicBezTo>
                <a:lnTo>
                  <a:pt x="1542959" y="633954"/>
                </a:lnTo>
                <a:cubicBezTo>
                  <a:pt x="1540032" y="635599"/>
                  <a:pt x="1537015" y="636605"/>
                  <a:pt x="1533723" y="637062"/>
                </a:cubicBezTo>
                <a:cubicBezTo>
                  <a:pt x="1530431" y="637520"/>
                  <a:pt x="1527231" y="637337"/>
                  <a:pt x="1524030" y="636422"/>
                </a:cubicBezTo>
                <a:cubicBezTo>
                  <a:pt x="1520830" y="635599"/>
                  <a:pt x="1517904" y="634136"/>
                  <a:pt x="1515252" y="632125"/>
                </a:cubicBezTo>
                <a:cubicBezTo>
                  <a:pt x="1512600" y="630113"/>
                  <a:pt x="1510497" y="627736"/>
                  <a:pt x="1508851" y="624901"/>
                </a:cubicBezTo>
                <a:cubicBezTo>
                  <a:pt x="1507206" y="621975"/>
                  <a:pt x="1506108" y="618957"/>
                  <a:pt x="1505742" y="615666"/>
                </a:cubicBezTo>
                <a:cubicBezTo>
                  <a:pt x="1505285" y="612374"/>
                  <a:pt x="1505468" y="609173"/>
                  <a:pt x="1506291" y="605973"/>
                </a:cubicBezTo>
                <a:cubicBezTo>
                  <a:pt x="1507206" y="602772"/>
                  <a:pt x="1508577" y="599846"/>
                  <a:pt x="1510589" y="597286"/>
                </a:cubicBezTo>
                <a:cubicBezTo>
                  <a:pt x="1512600" y="594634"/>
                  <a:pt x="1515069" y="592440"/>
                  <a:pt x="1517904" y="590794"/>
                </a:cubicBezTo>
              </a:path>
              <a:path w="3887754" h="1096183">
                <a:moveTo>
                  <a:pt x="1526591" y="585856"/>
                </a:moveTo>
                <a:lnTo>
                  <a:pt x="1530888" y="583296"/>
                </a:lnTo>
                <a:cubicBezTo>
                  <a:pt x="1533723" y="581650"/>
                  <a:pt x="1536832" y="580644"/>
                  <a:pt x="1540124" y="580187"/>
                </a:cubicBezTo>
                <a:cubicBezTo>
                  <a:pt x="1543324" y="579730"/>
                  <a:pt x="1546616" y="580004"/>
                  <a:pt x="1549817" y="580827"/>
                </a:cubicBezTo>
                <a:cubicBezTo>
                  <a:pt x="1553017" y="581650"/>
                  <a:pt x="1555943" y="583113"/>
                  <a:pt x="1558503" y="585125"/>
                </a:cubicBezTo>
                <a:cubicBezTo>
                  <a:pt x="1561155" y="587136"/>
                  <a:pt x="1563258" y="589514"/>
                  <a:pt x="1564996" y="592440"/>
                </a:cubicBezTo>
                <a:cubicBezTo>
                  <a:pt x="1566642" y="595274"/>
                  <a:pt x="1567647" y="598383"/>
                  <a:pt x="1568105" y="601584"/>
                </a:cubicBezTo>
                <a:cubicBezTo>
                  <a:pt x="1568562" y="604876"/>
                  <a:pt x="1568287" y="608076"/>
                  <a:pt x="1567464" y="611276"/>
                </a:cubicBezTo>
                <a:cubicBezTo>
                  <a:pt x="1566642" y="614477"/>
                  <a:pt x="1565178" y="617403"/>
                  <a:pt x="1563167" y="620055"/>
                </a:cubicBezTo>
                <a:cubicBezTo>
                  <a:pt x="1561155" y="622615"/>
                  <a:pt x="1558686" y="624810"/>
                  <a:pt x="1555852" y="626455"/>
                </a:cubicBezTo>
                <a:lnTo>
                  <a:pt x="1551554" y="628924"/>
                </a:lnTo>
                <a:cubicBezTo>
                  <a:pt x="1548719" y="630570"/>
                  <a:pt x="1545610" y="631668"/>
                  <a:pt x="1542318" y="632125"/>
                </a:cubicBezTo>
                <a:cubicBezTo>
                  <a:pt x="1539027" y="632490"/>
                  <a:pt x="1535826" y="632308"/>
                  <a:pt x="1532626" y="631485"/>
                </a:cubicBezTo>
                <a:cubicBezTo>
                  <a:pt x="1529425" y="630570"/>
                  <a:pt x="1526499" y="629199"/>
                  <a:pt x="1523939" y="627187"/>
                </a:cubicBezTo>
                <a:cubicBezTo>
                  <a:pt x="1521287" y="625175"/>
                  <a:pt x="1519093" y="622706"/>
                  <a:pt x="1517447" y="619872"/>
                </a:cubicBezTo>
                <a:cubicBezTo>
                  <a:pt x="1515801" y="617037"/>
                  <a:pt x="1514795" y="613928"/>
                  <a:pt x="1514338" y="610636"/>
                </a:cubicBezTo>
                <a:cubicBezTo>
                  <a:pt x="1513881" y="607436"/>
                  <a:pt x="1514064" y="604144"/>
                  <a:pt x="1514978" y="600944"/>
                </a:cubicBezTo>
                <a:cubicBezTo>
                  <a:pt x="1515801" y="597743"/>
                  <a:pt x="1517264" y="594909"/>
                  <a:pt x="1519276" y="592257"/>
                </a:cubicBezTo>
                <a:cubicBezTo>
                  <a:pt x="1521287" y="589605"/>
                  <a:pt x="1523665" y="587502"/>
                  <a:pt x="1526591" y="585856"/>
                </a:cubicBezTo>
              </a:path>
              <a:path w="3887754" h="1096183">
                <a:moveTo>
                  <a:pt x="1535186" y="580827"/>
                </a:moveTo>
                <a:lnTo>
                  <a:pt x="1539484" y="578358"/>
                </a:lnTo>
                <a:cubicBezTo>
                  <a:pt x="1542410" y="576712"/>
                  <a:pt x="1545427" y="575615"/>
                  <a:pt x="1548719" y="575249"/>
                </a:cubicBezTo>
                <a:cubicBezTo>
                  <a:pt x="1552011" y="574792"/>
                  <a:pt x="1555212" y="574975"/>
                  <a:pt x="1558412" y="575798"/>
                </a:cubicBezTo>
                <a:cubicBezTo>
                  <a:pt x="1561612" y="576712"/>
                  <a:pt x="1564538" y="578084"/>
                  <a:pt x="1567190" y="580095"/>
                </a:cubicBezTo>
                <a:cubicBezTo>
                  <a:pt x="1569750" y="582107"/>
                  <a:pt x="1571945" y="584576"/>
                  <a:pt x="1573591" y="587411"/>
                </a:cubicBezTo>
                <a:cubicBezTo>
                  <a:pt x="1575237" y="590245"/>
                  <a:pt x="1576243" y="593354"/>
                  <a:pt x="1576700" y="596646"/>
                </a:cubicBezTo>
                <a:cubicBezTo>
                  <a:pt x="1577157" y="599938"/>
                  <a:pt x="1576974" y="603138"/>
                  <a:pt x="1576060" y="606339"/>
                </a:cubicBezTo>
                <a:cubicBezTo>
                  <a:pt x="1575237" y="609539"/>
                  <a:pt x="1573774" y="612374"/>
                  <a:pt x="1571762" y="615025"/>
                </a:cubicBezTo>
                <a:cubicBezTo>
                  <a:pt x="1569750" y="617677"/>
                  <a:pt x="1567373" y="619780"/>
                  <a:pt x="1564538" y="621426"/>
                </a:cubicBezTo>
                <a:lnTo>
                  <a:pt x="1560149" y="623987"/>
                </a:lnTo>
                <a:cubicBezTo>
                  <a:pt x="1557315" y="625632"/>
                  <a:pt x="1554206" y="626638"/>
                  <a:pt x="1551005" y="627096"/>
                </a:cubicBezTo>
                <a:cubicBezTo>
                  <a:pt x="1547713" y="627553"/>
                  <a:pt x="1544422" y="627278"/>
                  <a:pt x="1541221" y="626455"/>
                </a:cubicBezTo>
                <a:cubicBezTo>
                  <a:pt x="1538021" y="625632"/>
                  <a:pt x="1535186" y="624169"/>
                  <a:pt x="1532534" y="622158"/>
                </a:cubicBezTo>
                <a:cubicBezTo>
                  <a:pt x="1529883" y="620146"/>
                  <a:pt x="1527780" y="617769"/>
                  <a:pt x="1526134" y="614843"/>
                </a:cubicBezTo>
                <a:cubicBezTo>
                  <a:pt x="1524488" y="612008"/>
                  <a:pt x="1523390" y="608990"/>
                  <a:pt x="1522933" y="605699"/>
                </a:cubicBezTo>
                <a:cubicBezTo>
                  <a:pt x="1522567" y="602407"/>
                  <a:pt x="1522750" y="599206"/>
                  <a:pt x="1523573" y="596006"/>
                </a:cubicBezTo>
                <a:cubicBezTo>
                  <a:pt x="1524488" y="592806"/>
                  <a:pt x="1525859" y="589879"/>
                  <a:pt x="1527871" y="587228"/>
                </a:cubicBezTo>
                <a:cubicBezTo>
                  <a:pt x="1529883" y="584667"/>
                  <a:pt x="1532352" y="582473"/>
                  <a:pt x="1535186" y="580827"/>
                </a:cubicBezTo>
              </a:path>
              <a:path w="3887754" h="1096183">
                <a:moveTo>
                  <a:pt x="1543782" y="575889"/>
                </a:moveTo>
                <a:lnTo>
                  <a:pt x="1548171" y="573329"/>
                </a:lnTo>
                <a:cubicBezTo>
                  <a:pt x="1551005" y="571683"/>
                  <a:pt x="1554114" y="570677"/>
                  <a:pt x="1557315" y="570220"/>
                </a:cubicBezTo>
                <a:cubicBezTo>
                  <a:pt x="1560606" y="569763"/>
                  <a:pt x="1563898" y="570037"/>
                  <a:pt x="1567099" y="570860"/>
                </a:cubicBezTo>
                <a:cubicBezTo>
                  <a:pt x="1570299" y="571683"/>
                  <a:pt x="1573134" y="573146"/>
                  <a:pt x="1575786" y="575158"/>
                </a:cubicBezTo>
                <a:cubicBezTo>
                  <a:pt x="1578437" y="577169"/>
                  <a:pt x="1580540" y="579547"/>
                  <a:pt x="1582186" y="582473"/>
                </a:cubicBezTo>
                <a:cubicBezTo>
                  <a:pt x="1583832" y="585307"/>
                  <a:pt x="1584930" y="588325"/>
                  <a:pt x="1585387" y="591617"/>
                </a:cubicBezTo>
                <a:cubicBezTo>
                  <a:pt x="1585752" y="594909"/>
                  <a:pt x="1585570" y="598109"/>
                  <a:pt x="1584747" y="601309"/>
                </a:cubicBezTo>
                <a:cubicBezTo>
                  <a:pt x="1583832" y="604510"/>
                  <a:pt x="1582461" y="607436"/>
                  <a:pt x="1580449" y="610088"/>
                </a:cubicBezTo>
                <a:cubicBezTo>
                  <a:pt x="1578437" y="612648"/>
                  <a:pt x="1575968" y="614843"/>
                  <a:pt x="1573134" y="616488"/>
                </a:cubicBezTo>
                <a:lnTo>
                  <a:pt x="1568836" y="618957"/>
                </a:lnTo>
                <a:cubicBezTo>
                  <a:pt x="1565910" y="620603"/>
                  <a:pt x="1562892" y="621701"/>
                  <a:pt x="1559601" y="622066"/>
                </a:cubicBezTo>
                <a:cubicBezTo>
                  <a:pt x="1556309" y="622524"/>
                  <a:pt x="1553108" y="622341"/>
                  <a:pt x="1549908" y="621426"/>
                </a:cubicBezTo>
                <a:cubicBezTo>
                  <a:pt x="1546708" y="620603"/>
                  <a:pt x="1543782" y="619232"/>
                  <a:pt x="1541130" y="617220"/>
                </a:cubicBezTo>
                <a:cubicBezTo>
                  <a:pt x="1538569" y="615208"/>
                  <a:pt x="1536375" y="612739"/>
                  <a:pt x="1534729" y="609905"/>
                </a:cubicBezTo>
                <a:cubicBezTo>
                  <a:pt x="1533083" y="607070"/>
                  <a:pt x="1532077" y="603961"/>
                  <a:pt x="1531620" y="600669"/>
                </a:cubicBezTo>
                <a:cubicBezTo>
                  <a:pt x="1531163" y="597378"/>
                  <a:pt x="1531346" y="594177"/>
                  <a:pt x="1532260" y="590977"/>
                </a:cubicBezTo>
                <a:cubicBezTo>
                  <a:pt x="1533083" y="587776"/>
                  <a:pt x="1534546" y="584850"/>
                  <a:pt x="1536558" y="582290"/>
                </a:cubicBezTo>
                <a:cubicBezTo>
                  <a:pt x="1538569" y="579638"/>
                  <a:pt x="1540947" y="577535"/>
                  <a:pt x="1543782" y="575889"/>
                </a:cubicBezTo>
              </a:path>
              <a:path w="3887754" h="1096183">
                <a:moveTo>
                  <a:pt x="1552468" y="570860"/>
                </a:moveTo>
                <a:lnTo>
                  <a:pt x="1556766" y="568391"/>
                </a:lnTo>
                <a:cubicBezTo>
                  <a:pt x="1559601" y="566745"/>
                  <a:pt x="1562710" y="565648"/>
                  <a:pt x="1566001" y="565191"/>
                </a:cubicBezTo>
                <a:cubicBezTo>
                  <a:pt x="1569293" y="564825"/>
                  <a:pt x="1572494" y="565008"/>
                  <a:pt x="1575694" y="565831"/>
                </a:cubicBezTo>
                <a:cubicBezTo>
                  <a:pt x="1578894" y="566745"/>
                  <a:pt x="1581821" y="568117"/>
                  <a:pt x="1584381" y="570128"/>
                </a:cubicBezTo>
                <a:cubicBezTo>
                  <a:pt x="1587033" y="572140"/>
                  <a:pt x="1589227" y="574609"/>
                  <a:pt x="1590873" y="577444"/>
                </a:cubicBezTo>
                <a:cubicBezTo>
                  <a:pt x="1592519" y="580278"/>
                  <a:pt x="1593525" y="583387"/>
                  <a:pt x="1593982" y="586679"/>
                </a:cubicBezTo>
                <a:cubicBezTo>
                  <a:pt x="1594439" y="589879"/>
                  <a:pt x="1594256" y="593171"/>
                  <a:pt x="1593342" y="596372"/>
                </a:cubicBezTo>
                <a:cubicBezTo>
                  <a:pt x="1592519" y="599572"/>
                  <a:pt x="1591056" y="602407"/>
                  <a:pt x="1589044" y="605058"/>
                </a:cubicBezTo>
                <a:cubicBezTo>
                  <a:pt x="1587033" y="607710"/>
                  <a:pt x="1584655" y="609813"/>
                  <a:pt x="1581729" y="611459"/>
                </a:cubicBezTo>
                <a:lnTo>
                  <a:pt x="1577431" y="613928"/>
                </a:lnTo>
                <a:cubicBezTo>
                  <a:pt x="1574597" y="615666"/>
                  <a:pt x="1571488" y="616671"/>
                  <a:pt x="1568196" y="617129"/>
                </a:cubicBezTo>
                <a:cubicBezTo>
                  <a:pt x="1564996" y="617494"/>
                  <a:pt x="1561704" y="617311"/>
                  <a:pt x="1558503" y="616488"/>
                </a:cubicBezTo>
                <a:cubicBezTo>
                  <a:pt x="1555303" y="615666"/>
                  <a:pt x="1552377" y="614202"/>
                  <a:pt x="1549817" y="612191"/>
                </a:cubicBezTo>
                <a:cubicBezTo>
                  <a:pt x="1547165" y="610179"/>
                  <a:pt x="1545062" y="607710"/>
                  <a:pt x="1543416" y="604876"/>
                </a:cubicBezTo>
                <a:cubicBezTo>
                  <a:pt x="1541678" y="602041"/>
                  <a:pt x="1540673" y="598932"/>
                  <a:pt x="1540215" y="595732"/>
                </a:cubicBezTo>
                <a:cubicBezTo>
                  <a:pt x="1539758" y="592440"/>
                  <a:pt x="1540032" y="589148"/>
                  <a:pt x="1540855" y="586039"/>
                </a:cubicBezTo>
                <a:cubicBezTo>
                  <a:pt x="1541678" y="582839"/>
                  <a:pt x="1543141" y="579912"/>
                  <a:pt x="1545153" y="577261"/>
                </a:cubicBezTo>
                <a:cubicBezTo>
                  <a:pt x="1547165" y="574609"/>
                  <a:pt x="1549634" y="572506"/>
                  <a:pt x="1552468" y="570860"/>
                </a:cubicBezTo>
              </a:path>
              <a:path w="3887754" h="1096183">
                <a:moveTo>
                  <a:pt x="1561064" y="565831"/>
                </a:moveTo>
                <a:lnTo>
                  <a:pt x="1565361" y="563362"/>
                </a:lnTo>
                <a:cubicBezTo>
                  <a:pt x="1568287" y="561716"/>
                  <a:pt x="1571305" y="560710"/>
                  <a:pt x="1574597" y="560253"/>
                </a:cubicBezTo>
                <a:cubicBezTo>
                  <a:pt x="1577889" y="559796"/>
                  <a:pt x="1581089" y="559979"/>
                  <a:pt x="1584289" y="560893"/>
                </a:cubicBezTo>
                <a:cubicBezTo>
                  <a:pt x="1587490" y="561716"/>
                  <a:pt x="1590416" y="563179"/>
                  <a:pt x="1593068" y="565191"/>
                </a:cubicBezTo>
                <a:cubicBezTo>
                  <a:pt x="1595719" y="567111"/>
                  <a:pt x="1597823" y="569580"/>
                  <a:pt x="1599468" y="572414"/>
                </a:cubicBezTo>
                <a:cubicBezTo>
                  <a:pt x="1601114" y="575340"/>
                  <a:pt x="1602212" y="578358"/>
                  <a:pt x="1602577" y="581650"/>
                </a:cubicBezTo>
                <a:cubicBezTo>
                  <a:pt x="1603035" y="584942"/>
                  <a:pt x="1602852" y="588142"/>
                  <a:pt x="1602029" y="591342"/>
                </a:cubicBezTo>
                <a:cubicBezTo>
                  <a:pt x="1601114" y="594543"/>
                  <a:pt x="1599743" y="597469"/>
                  <a:pt x="1597731" y="600029"/>
                </a:cubicBezTo>
                <a:cubicBezTo>
                  <a:pt x="1595719" y="602681"/>
                  <a:pt x="1593251" y="604784"/>
                  <a:pt x="1590416" y="606522"/>
                </a:cubicBezTo>
                <a:lnTo>
                  <a:pt x="1586118" y="608990"/>
                </a:lnTo>
                <a:cubicBezTo>
                  <a:pt x="1583192" y="610636"/>
                  <a:pt x="1580175" y="611642"/>
                  <a:pt x="1576883" y="612099"/>
                </a:cubicBezTo>
                <a:cubicBezTo>
                  <a:pt x="1573591" y="612557"/>
                  <a:pt x="1570391" y="612374"/>
                  <a:pt x="1567190" y="611459"/>
                </a:cubicBezTo>
                <a:cubicBezTo>
                  <a:pt x="1563990" y="610636"/>
                  <a:pt x="1561064" y="609173"/>
                  <a:pt x="1558412" y="607162"/>
                </a:cubicBezTo>
                <a:cubicBezTo>
                  <a:pt x="1555760" y="605150"/>
                  <a:pt x="1553657" y="602772"/>
                  <a:pt x="1552011" y="599938"/>
                </a:cubicBezTo>
                <a:cubicBezTo>
                  <a:pt x="1550365" y="597012"/>
                  <a:pt x="1549268" y="593994"/>
                  <a:pt x="1548902" y="590702"/>
                </a:cubicBezTo>
                <a:cubicBezTo>
                  <a:pt x="1548445" y="587411"/>
                  <a:pt x="1548628" y="584210"/>
                  <a:pt x="1549451" y="581010"/>
                </a:cubicBezTo>
                <a:cubicBezTo>
                  <a:pt x="1550365" y="577809"/>
                  <a:pt x="1551737" y="574883"/>
                  <a:pt x="1553748" y="572323"/>
                </a:cubicBezTo>
                <a:cubicBezTo>
                  <a:pt x="1555760" y="569671"/>
                  <a:pt x="1558229" y="567568"/>
                  <a:pt x="1561064" y="565831"/>
                </a:cubicBezTo>
              </a:path>
              <a:path w="3887754" h="1096183">
                <a:moveTo>
                  <a:pt x="1569750" y="560893"/>
                </a:moveTo>
                <a:lnTo>
                  <a:pt x="1574048" y="558424"/>
                </a:lnTo>
                <a:cubicBezTo>
                  <a:pt x="1576883" y="556687"/>
                  <a:pt x="1579992" y="555681"/>
                  <a:pt x="1583284" y="555224"/>
                </a:cubicBezTo>
                <a:cubicBezTo>
                  <a:pt x="1586484" y="554766"/>
                  <a:pt x="1589776" y="555041"/>
                  <a:pt x="1592976" y="555864"/>
                </a:cubicBezTo>
                <a:cubicBezTo>
                  <a:pt x="1596177" y="556687"/>
                  <a:pt x="1599103" y="558150"/>
                  <a:pt x="1601663" y="560161"/>
                </a:cubicBezTo>
                <a:cubicBezTo>
                  <a:pt x="1604315" y="562173"/>
                  <a:pt x="1606418" y="564642"/>
                  <a:pt x="1608155" y="567477"/>
                </a:cubicBezTo>
                <a:cubicBezTo>
                  <a:pt x="1609801" y="570311"/>
                  <a:pt x="1610807" y="573420"/>
                  <a:pt x="1611264" y="576621"/>
                </a:cubicBezTo>
                <a:cubicBezTo>
                  <a:pt x="1611721" y="579912"/>
                  <a:pt x="1611447" y="583204"/>
                  <a:pt x="1610624" y="586313"/>
                </a:cubicBezTo>
                <a:cubicBezTo>
                  <a:pt x="1609801" y="589514"/>
                  <a:pt x="1608338" y="592440"/>
                  <a:pt x="1606326" y="595092"/>
                </a:cubicBezTo>
                <a:cubicBezTo>
                  <a:pt x="1604315" y="597652"/>
                  <a:pt x="1601846" y="599846"/>
                  <a:pt x="1599011" y="601492"/>
                </a:cubicBezTo>
                <a:lnTo>
                  <a:pt x="1594714" y="603961"/>
                </a:lnTo>
                <a:cubicBezTo>
                  <a:pt x="1591879" y="605607"/>
                  <a:pt x="1588770" y="606704"/>
                  <a:pt x="1585478" y="607162"/>
                </a:cubicBezTo>
                <a:cubicBezTo>
                  <a:pt x="1582186" y="607527"/>
                  <a:pt x="1578986" y="607344"/>
                  <a:pt x="1575786" y="606522"/>
                </a:cubicBezTo>
                <a:cubicBezTo>
                  <a:pt x="1572585" y="605607"/>
                  <a:pt x="1569659" y="604236"/>
                  <a:pt x="1567099" y="602224"/>
                </a:cubicBezTo>
                <a:cubicBezTo>
                  <a:pt x="1564447" y="600212"/>
                  <a:pt x="1562252" y="597743"/>
                  <a:pt x="1560606" y="594909"/>
                </a:cubicBezTo>
                <a:cubicBezTo>
                  <a:pt x="1558961" y="592074"/>
                  <a:pt x="1557955" y="588965"/>
                  <a:pt x="1557498" y="585673"/>
                </a:cubicBezTo>
                <a:cubicBezTo>
                  <a:pt x="1557040" y="582473"/>
                  <a:pt x="1557315" y="579181"/>
                  <a:pt x="1558138" y="575981"/>
                </a:cubicBezTo>
                <a:cubicBezTo>
                  <a:pt x="1558961" y="572780"/>
                  <a:pt x="1560424" y="569946"/>
                  <a:pt x="1562435" y="567294"/>
                </a:cubicBezTo>
                <a:cubicBezTo>
                  <a:pt x="1564447" y="564642"/>
                  <a:pt x="1566824" y="562539"/>
                  <a:pt x="1569750" y="560893"/>
                </a:cubicBezTo>
              </a:path>
              <a:path w="3887754" h="1096183">
                <a:moveTo>
                  <a:pt x="1578346" y="555864"/>
                </a:moveTo>
                <a:lnTo>
                  <a:pt x="1582644" y="553395"/>
                </a:lnTo>
                <a:cubicBezTo>
                  <a:pt x="1585570" y="551749"/>
                  <a:pt x="1588587" y="550652"/>
                  <a:pt x="1591879" y="550286"/>
                </a:cubicBezTo>
                <a:cubicBezTo>
                  <a:pt x="1595171" y="549829"/>
                  <a:pt x="1598371" y="550012"/>
                  <a:pt x="1601572" y="550835"/>
                </a:cubicBezTo>
                <a:cubicBezTo>
                  <a:pt x="1604772" y="551749"/>
                  <a:pt x="1607698" y="553121"/>
                  <a:pt x="1610350" y="555132"/>
                </a:cubicBezTo>
                <a:cubicBezTo>
                  <a:pt x="1612910" y="557144"/>
                  <a:pt x="1615105" y="559613"/>
                  <a:pt x="1616751" y="562447"/>
                </a:cubicBezTo>
                <a:cubicBezTo>
                  <a:pt x="1618397" y="565282"/>
                  <a:pt x="1619402" y="568391"/>
                  <a:pt x="1619860" y="571683"/>
                </a:cubicBezTo>
                <a:cubicBezTo>
                  <a:pt x="1620317" y="574975"/>
                  <a:pt x="1620134" y="578175"/>
                  <a:pt x="1619220" y="581376"/>
                </a:cubicBezTo>
                <a:cubicBezTo>
                  <a:pt x="1618397" y="584576"/>
                  <a:pt x="1616934" y="587502"/>
                  <a:pt x="1614922" y="590062"/>
                </a:cubicBezTo>
                <a:cubicBezTo>
                  <a:pt x="1613002" y="592714"/>
                  <a:pt x="1610533" y="594817"/>
                  <a:pt x="1607698" y="596463"/>
                </a:cubicBezTo>
                <a:lnTo>
                  <a:pt x="1603309" y="599023"/>
                </a:lnTo>
                <a:cubicBezTo>
                  <a:pt x="1600474" y="600669"/>
                  <a:pt x="1597365" y="601675"/>
                  <a:pt x="1594165" y="602132"/>
                </a:cubicBezTo>
                <a:cubicBezTo>
                  <a:pt x="1590873" y="602590"/>
                  <a:pt x="1587581" y="602315"/>
                  <a:pt x="1584381" y="601492"/>
                </a:cubicBezTo>
                <a:cubicBezTo>
                  <a:pt x="1581272" y="600669"/>
                  <a:pt x="1578346" y="599206"/>
                  <a:pt x="1575694" y="597195"/>
                </a:cubicBezTo>
                <a:cubicBezTo>
                  <a:pt x="1573042" y="595183"/>
                  <a:pt x="1570939" y="592806"/>
                  <a:pt x="1569293" y="589879"/>
                </a:cubicBezTo>
                <a:cubicBezTo>
                  <a:pt x="1567647" y="587045"/>
                  <a:pt x="1566550" y="584027"/>
                  <a:pt x="1566093" y="580735"/>
                </a:cubicBezTo>
                <a:cubicBezTo>
                  <a:pt x="1565727" y="577444"/>
                  <a:pt x="1565910" y="574243"/>
                  <a:pt x="1566733" y="571043"/>
                </a:cubicBezTo>
                <a:cubicBezTo>
                  <a:pt x="1567647" y="567842"/>
                  <a:pt x="1569019" y="564916"/>
                  <a:pt x="1571031" y="562265"/>
                </a:cubicBezTo>
                <a:cubicBezTo>
                  <a:pt x="1573042" y="559704"/>
                  <a:pt x="1575511" y="557510"/>
                  <a:pt x="1578346" y="555864"/>
                </a:cubicBezTo>
              </a:path>
              <a:path w="3887754" h="1096183">
                <a:moveTo>
                  <a:pt x="1586941" y="550926"/>
                </a:moveTo>
                <a:lnTo>
                  <a:pt x="1591330" y="548366"/>
                </a:lnTo>
                <a:cubicBezTo>
                  <a:pt x="1594165" y="546720"/>
                  <a:pt x="1597274" y="545714"/>
                  <a:pt x="1600474" y="545257"/>
                </a:cubicBezTo>
                <a:cubicBezTo>
                  <a:pt x="1603766" y="544800"/>
                  <a:pt x="1607058" y="545074"/>
                  <a:pt x="1610258" y="545897"/>
                </a:cubicBezTo>
                <a:cubicBezTo>
                  <a:pt x="1613459" y="546720"/>
                  <a:pt x="1616293" y="548183"/>
                  <a:pt x="1618945" y="550194"/>
                </a:cubicBezTo>
                <a:cubicBezTo>
                  <a:pt x="1621597" y="552206"/>
                  <a:pt x="1623700" y="554584"/>
                  <a:pt x="1625346" y="557510"/>
                </a:cubicBezTo>
                <a:cubicBezTo>
                  <a:pt x="1626992" y="560344"/>
                  <a:pt x="1628089" y="563362"/>
                  <a:pt x="1628546" y="566654"/>
                </a:cubicBezTo>
                <a:cubicBezTo>
                  <a:pt x="1628912" y="569946"/>
                  <a:pt x="1628729" y="573146"/>
                  <a:pt x="1627906" y="576346"/>
                </a:cubicBezTo>
                <a:cubicBezTo>
                  <a:pt x="1627083" y="579547"/>
                  <a:pt x="1625620" y="582473"/>
                  <a:pt x="1623609" y="585125"/>
                </a:cubicBezTo>
                <a:cubicBezTo>
                  <a:pt x="1621597" y="587685"/>
                  <a:pt x="1619128" y="589879"/>
                  <a:pt x="1616293" y="591525"/>
                </a:cubicBezTo>
                <a:lnTo>
                  <a:pt x="1611996" y="593994"/>
                </a:lnTo>
                <a:cubicBezTo>
                  <a:pt x="1609070" y="595640"/>
                  <a:pt x="1606052" y="596737"/>
                  <a:pt x="1602760" y="597103"/>
                </a:cubicBezTo>
                <a:cubicBezTo>
                  <a:pt x="1599468" y="597560"/>
                  <a:pt x="1596268" y="597378"/>
                  <a:pt x="1593068" y="596555"/>
                </a:cubicBezTo>
                <a:cubicBezTo>
                  <a:pt x="1589867" y="595640"/>
                  <a:pt x="1586941" y="594269"/>
                  <a:pt x="1584289" y="592257"/>
                </a:cubicBezTo>
                <a:cubicBezTo>
                  <a:pt x="1581729" y="590245"/>
                  <a:pt x="1579535" y="587776"/>
                  <a:pt x="1577889" y="584942"/>
                </a:cubicBezTo>
                <a:cubicBezTo>
                  <a:pt x="1576243" y="582107"/>
                  <a:pt x="1575237" y="578998"/>
                  <a:pt x="1574780" y="575706"/>
                </a:cubicBezTo>
                <a:cubicBezTo>
                  <a:pt x="1574322" y="572414"/>
                  <a:pt x="1574505" y="569214"/>
                  <a:pt x="1575420" y="566014"/>
                </a:cubicBezTo>
                <a:cubicBezTo>
                  <a:pt x="1576243" y="562813"/>
                  <a:pt x="1577706" y="559887"/>
                  <a:pt x="1579717" y="557327"/>
                </a:cubicBezTo>
                <a:cubicBezTo>
                  <a:pt x="1581729" y="554675"/>
                  <a:pt x="1584107" y="552572"/>
                  <a:pt x="1586941" y="550926"/>
                </a:cubicBezTo>
              </a:path>
              <a:path w="3887754" h="1096183">
                <a:moveTo>
                  <a:pt x="1595628" y="545897"/>
                </a:moveTo>
                <a:lnTo>
                  <a:pt x="1599926" y="543428"/>
                </a:lnTo>
                <a:cubicBezTo>
                  <a:pt x="1602760" y="541782"/>
                  <a:pt x="1605869" y="540685"/>
                  <a:pt x="1609161" y="540228"/>
                </a:cubicBezTo>
                <a:cubicBezTo>
                  <a:pt x="1612453" y="539862"/>
                  <a:pt x="1615653" y="540045"/>
                  <a:pt x="1618854" y="540868"/>
                </a:cubicBezTo>
                <a:cubicBezTo>
                  <a:pt x="1622054" y="541782"/>
                  <a:pt x="1624980" y="543154"/>
                  <a:pt x="1627541" y="545165"/>
                </a:cubicBezTo>
                <a:cubicBezTo>
                  <a:pt x="1630192" y="547177"/>
                  <a:pt x="1632387" y="549646"/>
                  <a:pt x="1634033" y="552480"/>
                </a:cubicBezTo>
                <a:cubicBezTo>
                  <a:pt x="1635679" y="555315"/>
                  <a:pt x="1636685" y="558424"/>
                  <a:pt x="1637142" y="561716"/>
                </a:cubicBezTo>
                <a:cubicBezTo>
                  <a:pt x="1637599" y="564916"/>
                  <a:pt x="1637416" y="568208"/>
                  <a:pt x="1636502" y="571409"/>
                </a:cubicBezTo>
                <a:cubicBezTo>
                  <a:pt x="1635679" y="574609"/>
                  <a:pt x="1634216" y="577444"/>
                  <a:pt x="1632204" y="580095"/>
                </a:cubicBezTo>
                <a:cubicBezTo>
                  <a:pt x="1630192" y="582747"/>
                  <a:pt x="1627815" y="584850"/>
                  <a:pt x="1624889" y="586496"/>
                </a:cubicBezTo>
                <a:lnTo>
                  <a:pt x="1620591" y="589056"/>
                </a:lnTo>
                <a:cubicBezTo>
                  <a:pt x="1617756" y="590702"/>
                  <a:pt x="1614648" y="591708"/>
                  <a:pt x="1611356" y="592165"/>
                </a:cubicBezTo>
                <a:cubicBezTo>
                  <a:pt x="1608155" y="592623"/>
                  <a:pt x="1604863" y="592348"/>
                  <a:pt x="1601663" y="591525"/>
                </a:cubicBezTo>
                <a:cubicBezTo>
                  <a:pt x="1598463" y="590702"/>
                  <a:pt x="1595537" y="589239"/>
                  <a:pt x="1592976" y="587228"/>
                </a:cubicBezTo>
                <a:cubicBezTo>
                  <a:pt x="1590324" y="585216"/>
                  <a:pt x="1588221" y="582839"/>
                  <a:pt x="1586575" y="579912"/>
                </a:cubicBezTo>
                <a:cubicBezTo>
                  <a:pt x="1584838" y="577078"/>
                  <a:pt x="1583832" y="573969"/>
                  <a:pt x="1583375" y="570768"/>
                </a:cubicBezTo>
                <a:cubicBezTo>
                  <a:pt x="1582918" y="567477"/>
                  <a:pt x="1583192" y="564185"/>
                  <a:pt x="1584015" y="561076"/>
                </a:cubicBezTo>
                <a:cubicBezTo>
                  <a:pt x="1584838" y="557875"/>
                  <a:pt x="1586301" y="554949"/>
                  <a:pt x="1588313" y="552298"/>
                </a:cubicBezTo>
                <a:cubicBezTo>
                  <a:pt x="1590324" y="549737"/>
                  <a:pt x="1592793" y="547543"/>
                  <a:pt x="1595628" y="545897"/>
                </a:cubicBezTo>
              </a:path>
              <a:path w="3887754" h="1096183">
                <a:moveTo>
                  <a:pt x="1604223" y="540868"/>
                </a:moveTo>
                <a:lnTo>
                  <a:pt x="1608612" y="538399"/>
                </a:lnTo>
                <a:cubicBezTo>
                  <a:pt x="1611447" y="536753"/>
                  <a:pt x="1614465" y="535747"/>
                  <a:pt x="1617756" y="535290"/>
                </a:cubicBezTo>
                <a:cubicBezTo>
                  <a:pt x="1621048" y="534833"/>
                  <a:pt x="1624249" y="535015"/>
                  <a:pt x="1627449" y="535930"/>
                </a:cubicBezTo>
                <a:cubicBezTo>
                  <a:pt x="1630650" y="536753"/>
                  <a:pt x="1633576" y="538216"/>
                  <a:pt x="1636227" y="540228"/>
                </a:cubicBezTo>
                <a:cubicBezTo>
                  <a:pt x="1638879" y="542239"/>
                  <a:pt x="1640982" y="544617"/>
                  <a:pt x="1642628" y="547451"/>
                </a:cubicBezTo>
                <a:cubicBezTo>
                  <a:pt x="1644274" y="550377"/>
                  <a:pt x="1645371" y="553395"/>
                  <a:pt x="1645737" y="556687"/>
                </a:cubicBezTo>
                <a:cubicBezTo>
                  <a:pt x="1646194" y="559979"/>
                  <a:pt x="1646011" y="563179"/>
                  <a:pt x="1645188" y="566379"/>
                </a:cubicBezTo>
                <a:cubicBezTo>
                  <a:pt x="1644274" y="569580"/>
                  <a:pt x="1642902" y="572506"/>
                  <a:pt x="1640891" y="575066"/>
                </a:cubicBezTo>
                <a:cubicBezTo>
                  <a:pt x="1638879" y="577718"/>
                  <a:pt x="1636410" y="579912"/>
                  <a:pt x="1633576" y="581558"/>
                </a:cubicBezTo>
                <a:lnTo>
                  <a:pt x="1629278" y="584027"/>
                </a:lnTo>
                <a:cubicBezTo>
                  <a:pt x="1626352" y="585673"/>
                  <a:pt x="1623334" y="586679"/>
                  <a:pt x="1620042" y="587136"/>
                </a:cubicBezTo>
                <a:cubicBezTo>
                  <a:pt x="1616751" y="587593"/>
                  <a:pt x="1613550" y="587411"/>
                  <a:pt x="1610350" y="586496"/>
                </a:cubicBezTo>
                <a:cubicBezTo>
                  <a:pt x="1607149" y="585673"/>
                  <a:pt x="1604223" y="584210"/>
                  <a:pt x="1601572" y="582198"/>
                </a:cubicBezTo>
                <a:cubicBezTo>
                  <a:pt x="1598920" y="580278"/>
                  <a:pt x="1596817" y="577809"/>
                  <a:pt x="1595171" y="574975"/>
                </a:cubicBezTo>
                <a:cubicBezTo>
                  <a:pt x="1593525" y="572049"/>
                  <a:pt x="1592428" y="569031"/>
                  <a:pt x="1592062" y="565739"/>
                </a:cubicBezTo>
                <a:cubicBezTo>
                  <a:pt x="1591605" y="562447"/>
                  <a:pt x="1591788" y="559247"/>
                  <a:pt x="1592610" y="556047"/>
                </a:cubicBezTo>
                <a:cubicBezTo>
                  <a:pt x="1593525" y="552846"/>
                  <a:pt x="1594896" y="549920"/>
                  <a:pt x="1596908" y="547360"/>
                </a:cubicBezTo>
                <a:cubicBezTo>
                  <a:pt x="1598920" y="544708"/>
                  <a:pt x="1601389" y="542605"/>
                  <a:pt x="1604223" y="540868"/>
                </a:cubicBezTo>
              </a:path>
              <a:path w="3887754" h="1096183">
                <a:moveTo>
                  <a:pt x="1612910" y="535930"/>
                </a:moveTo>
                <a:lnTo>
                  <a:pt x="1617208" y="533461"/>
                </a:lnTo>
                <a:cubicBezTo>
                  <a:pt x="1620042" y="531724"/>
                  <a:pt x="1623151" y="530718"/>
                  <a:pt x="1626443" y="530261"/>
                </a:cubicBezTo>
                <a:cubicBezTo>
                  <a:pt x="1629644" y="529895"/>
                  <a:pt x="1632936" y="530078"/>
                  <a:pt x="1636136" y="530901"/>
                </a:cubicBezTo>
                <a:cubicBezTo>
                  <a:pt x="1639336" y="531724"/>
                  <a:pt x="1642262" y="533187"/>
                  <a:pt x="1644823" y="535198"/>
                </a:cubicBezTo>
                <a:cubicBezTo>
                  <a:pt x="1647474" y="537210"/>
                  <a:pt x="1649578" y="539679"/>
                  <a:pt x="1651315" y="542514"/>
                </a:cubicBezTo>
                <a:cubicBezTo>
                  <a:pt x="1652961" y="545348"/>
                  <a:pt x="1653967" y="548457"/>
                  <a:pt x="1654424" y="551658"/>
                </a:cubicBezTo>
                <a:cubicBezTo>
                  <a:pt x="1654881" y="554949"/>
                  <a:pt x="1654607" y="558241"/>
                  <a:pt x="1653784" y="561350"/>
                </a:cubicBezTo>
                <a:cubicBezTo>
                  <a:pt x="1652961" y="564551"/>
                  <a:pt x="1651498" y="567477"/>
                  <a:pt x="1649486" y="570128"/>
                </a:cubicBezTo>
                <a:cubicBezTo>
                  <a:pt x="1647474" y="572780"/>
                  <a:pt x="1645006" y="574883"/>
                  <a:pt x="1642171" y="576529"/>
                </a:cubicBezTo>
                <a:lnTo>
                  <a:pt x="1637873" y="578998"/>
                </a:lnTo>
                <a:cubicBezTo>
                  <a:pt x="1635039" y="580644"/>
                  <a:pt x="1631930" y="581741"/>
                  <a:pt x="1628638" y="582198"/>
                </a:cubicBezTo>
                <a:cubicBezTo>
                  <a:pt x="1625346" y="582564"/>
                  <a:pt x="1622146" y="582381"/>
                  <a:pt x="1618945" y="581558"/>
                </a:cubicBezTo>
                <a:cubicBezTo>
                  <a:pt x="1615745" y="580644"/>
                  <a:pt x="1612819" y="579272"/>
                  <a:pt x="1610258" y="577261"/>
                </a:cubicBezTo>
                <a:cubicBezTo>
                  <a:pt x="1607607" y="575249"/>
                  <a:pt x="1605412" y="572780"/>
                  <a:pt x="1603766" y="569946"/>
                </a:cubicBezTo>
                <a:cubicBezTo>
                  <a:pt x="1602120" y="567111"/>
                  <a:pt x="1601114" y="564002"/>
                  <a:pt x="1600657" y="560710"/>
                </a:cubicBezTo>
                <a:cubicBezTo>
                  <a:pt x="1600200" y="557510"/>
                  <a:pt x="1600474" y="554218"/>
                  <a:pt x="1601297" y="551017"/>
                </a:cubicBezTo>
                <a:cubicBezTo>
                  <a:pt x="1602120" y="547908"/>
                  <a:pt x="1603583" y="544982"/>
                  <a:pt x="1605595" y="542331"/>
                </a:cubicBezTo>
                <a:cubicBezTo>
                  <a:pt x="1607607" y="539679"/>
                  <a:pt x="1609984" y="537576"/>
                  <a:pt x="1612910" y="535930"/>
                </a:cubicBezTo>
              </a:path>
              <a:path w="3887754" h="1096183">
                <a:moveTo>
                  <a:pt x="1621506" y="530901"/>
                </a:moveTo>
                <a:lnTo>
                  <a:pt x="1625803" y="528432"/>
                </a:lnTo>
                <a:cubicBezTo>
                  <a:pt x="1628729" y="526786"/>
                  <a:pt x="1631747" y="525689"/>
                  <a:pt x="1635039" y="525323"/>
                </a:cubicBezTo>
                <a:cubicBezTo>
                  <a:pt x="1638330" y="524866"/>
                  <a:pt x="1641531" y="525048"/>
                  <a:pt x="1644731" y="525963"/>
                </a:cubicBezTo>
                <a:cubicBezTo>
                  <a:pt x="1647932" y="526786"/>
                  <a:pt x="1650858" y="528157"/>
                  <a:pt x="1653510" y="530169"/>
                </a:cubicBezTo>
                <a:cubicBezTo>
                  <a:pt x="1656070" y="532181"/>
                  <a:pt x="1658264" y="534650"/>
                  <a:pt x="1659910" y="537484"/>
                </a:cubicBezTo>
                <a:cubicBezTo>
                  <a:pt x="1661556" y="540410"/>
                  <a:pt x="1662654" y="543428"/>
                  <a:pt x="1663019" y="546720"/>
                </a:cubicBezTo>
                <a:cubicBezTo>
                  <a:pt x="1663476" y="550012"/>
                  <a:pt x="1663294" y="553212"/>
                  <a:pt x="1662379" y="556412"/>
                </a:cubicBezTo>
                <a:cubicBezTo>
                  <a:pt x="1661556" y="559613"/>
                  <a:pt x="1660093" y="562539"/>
                  <a:pt x="1658082" y="565099"/>
                </a:cubicBezTo>
                <a:cubicBezTo>
                  <a:pt x="1656161" y="567751"/>
                  <a:pt x="1653692" y="569854"/>
                  <a:pt x="1650858" y="571500"/>
                </a:cubicBezTo>
                <a:lnTo>
                  <a:pt x="1646469" y="574060"/>
                </a:lnTo>
                <a:cubicBezTo>
                  <a:pt x="1643634" y="575706"/>
                  <a:pt x="1640616" y="576712"/>
                  <a:pt x="1637325" y="577169"/>
                </a:cubicBezTo>
                <a:cubicBezTo>
                  <a:pt x="1634033" y="577626"/>
                  <a:pt x="1630741" y="577444"/>
                  <a:pt x="1627541" y="576529"/>
                </a:cubicBezTo>
                <a:cubicBezTo>
                  <a:pt x="1624432" y="575706"/>
                  <a:pt x="1621506" y="574243"/>
                  <a:pt x="1618854" y="572232"/>
                </a:cubicBezTo>
                <a:cubicBezTo>
                  <a:pt x="1616202" y="570220"/>
                  <a:pt x="1614099" y="567842"/>
                  <a:pt x="1612453" y="564916"/>
                </a:cubicBezTo>
                <a:cubicBezTo>
                  <a:pt x="1610807" y="562082"/>
                  <a:pt x="1609710" y="559064"/>
                  <a:pt x="1609253" y="555772"/>
                </a:cubicBezTo>
                <a:cubicBezTo>
                  <a:pt x="1608887" y="552480"/>
                  <a:pt x="1609070" y="549280"/>
                  <a:pt x="1609893" y="546080"/>
                </a:cubicBezTo>
                <a:cubicBezTo>
                  <a:pt x="1610807" y="542879"/>
                  <a:pt x="1612179" y="539953"/>
                  <a:pt x="1614190" y="537301"/>
                </a:cubicBezTo>
                <a:cubicBezTo>
                  <a:pt x="1616202" y="534741"/>
                  <a:pt x="1618671" y="532547"/>
                  <a:pt x="1621506" y="530901"/>
                </a:cubicBezTo>
              </a:path>
              <a:path w="3887754" h="1096183">
                <a:moveTo>
                  <a:pt x="1630192" y="525963"/>
                </a:moveTo>
                <a:lnTo>
                  <a:pt x="1634490" y="523403"/>
                </a:lnTo>
                <a:cubicBezTo>
                  <a:pt x="1637325" y="521757"/>
                  <a:pt x="1640434" y="520751"/>
                  <a:pt x="1643634" y="520294"/>
                </a:cubicBezTo>
                <a:cubicBezTo>
                  <a:pt x="1646926" y="519836"/>
                  <a:pt x="1650218" y="520111"/>
                  <a:pt x="1653418" y="520934"/>
                </a:cubicBezTo>
                <a:cubicBezTo>
                  <a:pt x="1656618" y="521757"/>
                  <a:pt x="1659453" y="523220"/>
                  <a:pt x="1662105" y="525231"/>
                </a:cubicBezTo>
                <a:cubicBezTo>
                  <a:pt x="1664757" y="527243"/>
                  <a:pt x="1666860" y="529620"/>
                  <a:pt x="1668506" y="532547"/>
                </a:cubicBezTo>
                <a:cubicBezTo>
                  <a:pt x="1670152" y="535381"/>
                  <a:pt x="1671249" y="538399"/>
                  <a:pt x="1671706" y="541691"/>
                </a:cubicBezTo>
                <a:cubicBezTo>
                  <a:pt x="1672072" y="544982"/>
                  <a:pt x="1671889" y="548183"/>
                  <a:pt x="1671066" y="551383"/>
                </a:cubicBezTo>
                <a:cubicBezTo>
                  <a:pt x="1670243" y="554584"/>
                  <a:pt x="1668780" y="557510"/>
                  <a:pt x="1666768" y="560161"/>
                </a:cubicBezTo>
                <a:cubicBezTo>
                  <a:pt x="1664757" y="562722"/>
                  <a:pt x="1662288" y="564916"/>
                  <a:pt x="1659453" y="566562"/>
                </a:cubicBezTo>
                <a:lnTo>
                  <a:pt x="1655155" y="569031"/>
                </a:lnTo>
                <a:cubicBezTo>
                  <a:pt x="1652229" y="570677"/>
                  <a:pt x="1649212" y="571774"/>
                  <a:pt x="1645920" y="572140"/>
                </a:cubicBezTo>
                <a:cubicBezTo>
                  <a:pt x="1642628" y="572597"/>
                  <a:pt x="1639428" y="572414"/>
                  <a:pt x="1636227" y="571591"/>
                </a:cubicBezTo>
                <a:cubicBezTo>
                  <a:pt x="1633027" y="570677"/>
                  <a:pt x="1630101" y="569305"/>
                  <a:pt x="1627449" y="567294"/>
                </a:cubicBezTo>
                <a:cubicBezTo>
                  <a:pt x="1624889" y="565282"/>
                  <a:pt x="1622694" y="562813"/>
                  <a:pt x="1621048" y="559979"/>
                </a:cubicBezTo>
                <a:cubicBezTo>
                  <a:pt x="1619402" y="557144"/>
                  <a:pt x="1618397" y="554035"/>
                  <a:pt x="1617939" y="550743"/>
                </a:cubicBezTo>
                <a:cubicBezTo>
                  <a:pt x="1617482" y="547451"/>
                  <a:pt x="1617665" y="544251"/>
                  <a:pt x="1618579" y="541050"/>
                </a:cubicBezTo>
                <a:cubicBezTo>
                  <a:pt x="1619402" y="537850"/>
                  <a:pt x="1620865" y="535015"/>
                  <a:pt x="1622877" y="532364"/>
                </a:cubicBezTo>
                <a:cubicBezTo>
                  <a:pt x="1624889" y="529712"/>
                  <a:pt x="1627266" y="527609"/>
                  <a:pt x="1630192" y="525963"/>
                </a:cubicBezTo>
              </a:path>
              <a:path w="3887754" h="1096183">
                <a:moveTo>
                  <a:pt x="1638788" y="520934"/>
                </a:moveTo>
                <a:lnTo>
                  <a:pt x="1643085" y="518465"/>
                </a:lnTo>
                <a:cubicBezTo>
                  <a:pt x="1645920" y="516819"/>
                  <a:pt x="1649029" y="515722"/>
                  <a:pt x="1652321" y="515356"/>
                </a:cubicBezTo>
                <a:cubicBezTo>
                  <a:pt x="1655613" y="514899"/>
                  <a:pt x="1658813" y="515082"/>
                  <a:pt x="1662013" y="515904"/>
                </a:cubicBezTo>
                <a:cubicBezTo>
                  <a:pt x="1665214" y="516819"/>
                  <a:pt x="1668140" y="518190"/>
                  <a:pt x="1670792" y="520202"/>
                </a:cubicBezTo>
                <a:cubicBezTo>
                  <a:pt x="1673352" y="522214"/>
                  <a:pt x="1675547" y="524683"/>
                  <a:pt x="1677192" y="527517"/>
                </a:cubicBezTo>
                <a:cubicBezTo>
                  <a:pt x="1678838" y="530352"/>
                  <a:pt x="1679844" y="533461"/>
                  <a:pt x="1680301" y="536753"/>
                </a:cubicBezTo>
                <a:cubicBezTo>
                  <a:pt x="1680759" y="539953"/>
                  <a:pt x="1680576" y="543245"/>
                  <a:pt x="1679661" y="546445"/>
                </a:cubicBezTo>
                <a:cubicBezTo>
                  <a:pt x="1678838" y="549646"/>
                  <a:pt x="1677375" y="552480"/>
                  <a:pt x="1675364" y="555132"/>
                </a:cubicBezTo>
                <a:cubicBezTo>
                  <a:pt x="1673352" y="557784"/>
                  <a:pt x="1670975" y="559887"/>
                  <a:pt x="1668048" y="561533"/>
                </a:cubicBezTo>
                <a:lnTo>
                  <a:pt x="1663751" y="564093"/>
                </a:lnTo>
                <a:cubicBezTo>
                  <a:pt x="1660916" y="565739"/>
                  <a:pt x="1657807" y="566745"/>
                  <a:pt x="1654515" y="567202"/>
                </a:cubicBezTo>
                <a:cubicBezTo>
                  <a:pt x="1651315" y="567660"/>
                  <a:pt x="1648023" y="567385"/>
                  <a:pt x="1644823" y="566562"/>
                </a:cubicBezTo>
                <a:cubicBezTo>
                  <a:pt x="1641622" y="565739"/>
                  <a:pt x="1638788" y="564276"/>
                  <a:pt x="1636136" y="562265"/>
                </a:cubicBezTo>
                <a:cubicBezTo>
                  <a:pt x="1633484" y="560253"/>
                  <a:pt x="1631381" y="557875"/>
                  <a:pt x="1629735" y="554949"/>
                </a:cubicBezTo>
                <a:cubicBezTo>
                  <a:pt x="1627998" y="552115"/>
                  <a:pt x="1626992" y="549097"/>
                  <a:pt x="1626535" y="545805"/>
                </a:cubicBezTo>
                <a:cubicBezTo>
                  <a:pt x="1626078" y="542514"/>
                  <a:pt x="1626352" y="539313"/>
                  <a:pt x="1627175" y="536113"/>
                </a:cubicBezTo>
                <a:cubicBezTo>
                  <a:pt x="1627998" y="532912"/>
                  <a:pt x="1629461" y="529986"/>
                  <a:pt x="1631472" y="527334"/>
                </a:cubicBezTo>
                <a:cubicBezTo>
                  <a:pt x="1633484" y="524774"/>
                  <a:pt x="1635953" y="522580"/>
                  <a:pt x="1638788" y="520934"/>
                </a:cubicBezTo>
              </a:path>
              <a:path w="3887754" h="1096183">
                <a:moveTo>
                  <a:pt x="1647383" y="515996"/>
                </a:moveTo>
                <a:lnTo>
                  <a:pt x="1651772" y="513436"/>
                </a:lnTo>
                <a:cubicBezTo>
                  <a:pt x="1654607" y="511790"/>
                  <a:pt x="1657624" y="510784"/>
                  <a:pt x="1660916" y="510327"/>
                </a:cubicBezTo>
                <a:cubicBezTo>
                  <a:pt x="1664208" y="509869"/>
                  <a:pt x="1667408" y="510052"/>
                  <a:pt x="1670609" y="510967"/>
                </a:cubicBezTo>
                <a:cubicBezTo>
                  <a:pt x="1673809" y="511790"/>
                  <a:pt x="1676735" y="513253"/>
                  <a:pt x="1679387" y="515264"/>
                </a:cubicBezTo>
                <a:cubicBezTo>
                  <a:pt x="1682039" y="517276"/>
                  <a:pt x="1684142" y="519654"/>
                  <a:pt x="1685788" y="522488"/>
                </a:cubicBezTo>
                <a:cubicBezTo>
                  <a:pt x="1687434" y="525414"/>
                  <a:pt x="1688531" y="528432"/>
                  <a:pt x="1688897" y="531724"/>
                </a:cubicBezTo>
                <a:cubicBezTo>
                  <a:pt x="1689354" y="535015"/>
                  <a:pt x="1689171" y="538216"/>
                  <a:pt x="1688348" y="541416"/>
                </a:cubicBezTo>
                <a:cubicBezTo>
                  <a:pt x="1687434" y="544617"/>
                  <a:pt x="1686062" y="547543"/>
                  <a:pt x="1684050" y="550103"/>
                </a:cubicBezTo>
                <a:cubicBezTo>
                  <a:pt x="1682039" y="552755"/>
                  <a:pt x="1679570" y="554949"/>
                  <a:pt x="1676735" y="556595"/>
                </a:cubicBezTo>
                <a:lnTo>
                  <a:pt x="1672438" y="559064"/>
                </a:lnTo>
                <a:cubicBezTo>
                  <a:pt x="1669512" y="560710"/>
                  <a:pt x="1666494" y="561716"/>
                  <a:pt x="1663202" y="562173"/>
                </a:cubicBezTo>
                <a:cubicBezTo>
                  <a:pt x="1659910" y="562630"/>
                  <a:pt x="1656710" y="562447"/>
                  <a:pt x="1653510" y="561533"/>
                </a:cubicBezTo>
                <a:cubicBezTo>
                  <a:pt x="1650309" y="560710"/>
                  <a:pt x="1647383" y="559247"/>
                  <a:pt x="1644731" y="557327"/>
                </a:cubicBezTo>
                <a:cubicBezTo>
                  <a:pt x="1642080" y="555315"/>
                  <a:pt x="1639976" y="552846"/>
                  <a:pt x="1638330" y="550012"/>
                </a:cubicBezTo>
                <a:cubicBezTo>
                  <a:pt x="1636685" y="547086"/>
                  <a:pt x="1635587" y="544068"/>
                  <a:pt x="1635222" y="540776"/>
                </a:cubicBezTo>
                <a:cubicBezTo>
                  <a:pt x="1634764" y="537484"/>
                  <a:pt x="1634947" y="534284"/>
                  <a:pt x="1635770" y="531084"/>
                </a:cubicBezTo>
                <a:cubicBezTo>
                  <a:pt x="1636685" y="527883"/>
                  <a:pt x="1638056" y="524957"/>
                  <a:pt x="1640068" y="522397"/>
                </a:cubicBezTo>
                <a:cubicBezTo>
                  <a:pt x="1642080" y="519745"/>
                  <a:pt x="1644548" y="517642"/>
                  <a:pt x="1647383" y="515996"/>
                </a:cubicBezTo>
              </a:path>
              <a:path w="3887754" h="1096183">
                <a:moveTo>
                  <a:pt x="1656070" y="510967"/>
                </a:moveTo>
                <a:lnTo>
                  <a:pt x="1660368" y="508498"/>
                </a:lnTo>
                <a:cubicBezTo>
                  <a:pt x="1663202" y="506852"/>
                  <a:pt x="1666311" y="505755"/>
                  <a:pt x="1669603" y="505297"/>
                </a:cubicBezTo>
                <a:cubicBezTo>
                  <a:pt x="1672803" y="504932"/>
                  <a:pt x="1676095" y="505115"/>
                  <a:pt x="1679296" y="505938"/>
                </a:cubicBezTo>
                <a:cubicBezTo>
                  <a:pt x="1682496" y="506760"/>
                  <a:pt x="1685422" y="508224"/>
                  <a:pt x="1687982" y="510235"/>
                </a:cubicBezTo>
                <a:cubicBezTo>
                  <a:pt x="1690634" y="512247"/>
                  <a:pt x="1692737" y="514716"/>
                  <a:pt x="1694475" y="517550"/>
                </a:cubicBezTo>
                <a:cubicBezTo>
                  <a:pt x="1696121" y="520385"/>
                  <a:pt x="1697126" y="523494"/>
                  <a:pt x="1697584" y="526694"/>
                </a:cubicBezTo>
                <a:cubicBezTo>
                  <a:pt x="1698041" y="529986"/>
                  <a:pt x="1697766" y="533278"/>
                  <a:pt x="1696944" y="536478"/>
                </a:cubicBezTo>
                <a:cubicBezTo>
                  <a:pt x="1696121" y="539587"/>
                  <a:pt x="1694658" y="542514"/>
                  <a:pt x="1692646" y="545165"/>
                </a:cubicBezTo>
                <a:cubicBezTo>
                  <a:pt x="1690634" y="547817"/>
                  <a:pt x="1688165" y="549920"/>
                  <a:pt x="1685331" y="551566"/>
                </a:cubicBezTo>
                <a:lnTo>
                  <a:pt x="1681033" y="554035"/>
                </a:lnTo>
                <a:cubicBezTo>
                  <a:pt x="1678198" y="555681"/>
                  <a:pt x="1675089" y="556778"/>
                  <a:pt x="1671798" y="557235"/>
                </a:cubicBezTo>
                <a:cubicBezTo>
                  <a:pt x="1668506" y="557601"/>
                  <a:pt x="1665305" y="557418"/>
                  <a:pt x="1662105" y="556595"/>
                </a:cubicBezTo>
                <a:cubicBezTo>
                  <a:pt x="1658904" y="555772"/>
                  <a:pt x="1655978" y="554309"/>
                  <a:pt x="1653418" y="552298"/>
                </a:cubicBezTo>
                <a:cubicBezTo>
                  <a:pt x="1650766" y="550286"/>
                  <a:pt x="1648572" y="547817"/>
                  <a:pt x="1646926" y="544982"/>
                </a:cubicBezTo>
                <a:cubicBezTo>
                  <a:pt x="1645280" y="542148"/>
                  <a:pt x="1644274" y="539039"/>
                  <a:pt x="1643817" y="535838"/>
                </a:cubicBezTo>
                <a:cubicBezTo>
                  <a:pt x="1643360" y="532547"/>
                  <a:pt x="1643634" y="529255"/>
                  <a:pt x="1644457" y="526054"/>
                </a:cubicBezTo>
                <a:cubicBezTo>
                  <a:pt x="1645280" y="522945"/>
                  <a:pt x="1646743" y="520019"/>
                  <a:pt x="1648755" y="517368"/>
                </a:cubicBezTo>
                <a:cubicBezTo>
                  <a:pt x="1650766" y="514716"/>
                  <a:pt x="1653144" y="512613"/>
                  <a:pt x="1656070" y="510967"/>
                </a:cubicBezTo>
              </a:path>
              <a:path w="3887754" h="1096183">
                <a:moveTo>
                  <a:pt x="1664665" y="505938"/>
                </a:moveTo>
                <a:lnTo>
                  <a:pt x="1668963" y="503469"/>
                </a:lnTo>
                <a:cubicBezTo>
                  <a:pt x="1671889" y="501823"/>
                  <a:pt x="1674906" y="500817"/>
                  <a:pt x="1678198" y="500360"/>
                </a:cubicBezTo>
                <a:cubicBezTo>
                  <a:pt x="1681490" y="499902"/>
                  <a:pt x="1684691" y="500085"/>
                  <a:pt x="1687891" y="501000"/>
                </a:cubicBezTo>
                <a:cubicBezTo>
                  <a:pt x="1691091" y="501823"/>
                  <a:pt x="1694017" y="503286"/>
                  <a:pt x="1696669" y="505206"/>
                </a:cubicBezTo>
                <a:cubicBezTo>
                  <a:pt x="1699230" y="507218"/>
                  <a:pt x="1701424" y="509687"/>
                  <a:pt x="1703070" y="512521"/>
                </a:cubicBezTo>
                <a:cubicBezTo>
                  <a:pt x="1704716" y="515447"/>
                  <a:pt x="1705813" y="518465"/>
                  <a:pt x="1706179" y="521757"/>
                </a:cubicBezTo>
                <a:cubicBezTo>
                  <a:pt x="1706636" y="525048"/>
                  <a:pt x="1706453" y="528249"/>
                  <a:pt x="1705539" y="531449"/>
                </a:cubicBezTo>
                <a:cubicBezTo>
                  <a:pt x="1704716" y="534650"/>
                  <a:pt x="1703253" y="537576"/>
                  <a:pt x="1701333" y="540136"/>
                </a:cubicBezTo>
                <a:cubicBezTo>
                  <a:pt x="1699321" y="542788"/>
                  <a:pt x="1696852" y="544891"/>
                  <a:pt x="1694017" y="546537"/>
                </a:cubicBezTo>
                <a:lnTo>
                  <a:pt x="1689628" y="549097"/>
                </a:lnTo>
                <a:cubicBezTo>
                  <a:pt x="1686794" y="550743"/>
                  <a:pt x="1683776" y="551749"/>
                  <a:pt x="1680484" y="552206"/>
                </a:cubicBezTo>
                <a:cubicBezTo>
                  <a:pt x="1677192" y="552663"/>
                  <a:pt x="1673901" y="552480"/>
                  <a:pt x="1670700" y="551566"/>
                </a:cubicBezTo>
                <a:cubicBezTo>
                  <a:pt x="1667591" y="550743"/>
                  <a:pt x="1664665" y="549280"/>
                  <a:pt x="1662013" y="547268"/>
                </a:cubicBezTo>
                <a:cubicBezTo>
                  <a:pt x="1659362" y="545257"/>
                  <a:pt x="1657259" y="542879"/>
                  <a:pt x="1655613" y="540045"/>
                </a:cubicBezTo>
                <a:cubicBezTo>
                  <a:pt x="1653967" y="537119"/>
                  <a:pt x="1652869" y="534101"/>
                  <a:pt x="1652412" y="530809"/>
                </a:cubicBezTo>
                <a:cubicBezTo>
                  <a:pt x="1652046" y="527517"/>
                  <a:pt x="1652229" y="524317"/>
                  <a:pt x="1653052" y="521117"/>
                </a:cubicBezTo>
                <a:cubicBezTo>
                  <a:pt x="1653967" y="517916"/>
                  <a:pt x="1655338" y="514990"/>
                  <a:pt x="1657350" y="512430"/>
                </a:cubicBezTo>
                <a:cubicBezTo>
                  <a:pt x="1659362" y="509778"/>
                  <a:pt x="1661831" y="507583"/>
                  <a:pt x="1664665" y="505938"/>
                </a:cubicBezTo>
              </a:path>
              <a:path w="3887754" h="1096183">
                <a:moveTo>
                  <a:pt x="1673352" y="501000"/>
                </a:moveTo>
                <a:lnTo>
                  <a:pt x="1677650" y="498439"/>
                </a:lnTo>
                <a:cubicBezTo>
                  <a:pt x="1680484" y="496794"/>
                  <a:pt x="1683593" y="495788"/>
                  <a:pt x="1686794" y="495330"/>
                </a:cubicBezTo>
                <a:cubicBezTo>
                  <a:pt x="1690086" y="494873"/>
                  <a:pt x="1693377" y="495148"/>
                  <a:pt x="1696578" y="495971"/>
                </a:cubicBezTo>
                <a:cubicBezTo>
                  <a:pt x="1699778" y="496794"/>
                  <a:pt x="1702613" y="498257"/>
                  <a:pt x="1705265" y="500268"/>
                </a:cubicBezTo>
                <a:cubicBezTo>
                  <a:pt x="1707916" y="502280"/>
                  <a:pt x="1710019" y="504657"/>
                  <a:pt x="1711665" y="507583"/>
                </a:cubicBezTo>
                <a:cubicBezTo>
                  <a:pt x="1713311" y="510418"/>
                  <a:pt x="1714409" y="513436"/>
                  <a:pt x="1714866" y="516727"/>
                </a:cubicBezTo>
                <a:cubicBezTo>
                  <a:pt x="1715232" y="520019"/>
                  <a:pt x="1715049" y="523220"/>
                  <a:pt x="1714226" y="526420"/>
                </a:cubicBezTo>
                <a:cubicBezTo>
                  <a:pt x="1713403" y="529620"/>
                  <a:pt x="1711940" y="532547"/>
                  <a:pt x="1709928" y="535198"/>
                </a:cubicBezTo>
                <a:cubicBezTo>
                  <a:pt x="1707916" y="537759"/>
                  <a:pt x="1705447" y="539953"/>
                  <a:pt x="1702613" y="541599"/>
                </a:cubicBezTo>
                <a:lnTo>
                  <a:pt x="1698315" y="544068"/>
                </a:lnTo>
                <a:cubicBezTo>
                  <a:pt x="1695480" y="545714"/>
                  <a:pt x="1692372" y="546811"/>
                  <a:pt x="1689080" y="547177"/>
                </a:cubicBezTo>
                <a:cubicBezTo>
                  <a:pt x="1685788" y="547634"/>
                  <a:pt x="1682587" y="547451"/>
                  <a:pt x="1679387" y="546628"/>
                </a:cubicBezTo>
                <a:cubicBezTo>
                  <a:pt x="1676187" y="545714"/>
                  <a:pt x="1673261" y="544342"/>
                  <a:pt x="1670609" y="542331"/>
                </a:cubicBezTo>
                <a:cubicBezTo>
                  <a:pt x="1668048" y="540319"/>
                  <a:pt x="1665854" y="537850"/>
                  <a:pt x="1664208" y="535015"/>
                </a:cubicBezTo>
                <a:cubicBezTo>
                  <a:pt x="1662562" y="532181"/>
                  <a:pt x="1661556" y="529072"/>
                  <a:pt x="1661099" y="525780"/>
                </a:cubicBezTo>
                <a:cubicBezTo>
                  <a:pt x="1660642" y="522580"/>
                  <a:pt x="1660825" y="519288"/>
                  <a:pt x="1661739" y="516087"/>
                </a:cubicBezTo>
                <a:cubicBezTo>
                  <a:pt x="1662562" y="512887"/>
                  <a:pt x="1664025" y="510052"/>
                  <a:pt x="1666037" y="507401"/>
                </a:cubicBezTo>
                <a:cubicBezTo>
                  <a:pt x="1668048" y="504749"/>
                  <a:pt x="1670426" y="502646"/>
                  <a:pt x="1673352" y="501000"/>
                </a:cubicBezTo>
              </a:path>
              <a:path w="3887754" h="1096183">
                <a:moveTo>
                  <a:pt x="1681947" y="495971"/>
                </a:moveTo>
                <a:lnTo>
                  <a:pt x="1686245" y="493502"/>
                </a:lnTo>
                <a:cubicBezTo>
                  <a:pt x="1689080" y="491856"/>
                  <a:pt x="1692189" y="490758"/>
                  <a:pt x="1695480" y="490393"/>
                </a:cubicBezTo>
                <a:cubicBezTo>
                  <a:pt x="1698772" y="489936"/>
                  <a:pt x="1701973" y="490118"/>
                  <a:pt x="1705173" y="490941"/>
                </a:cubicBezTo>
                <a:cubicBezTo>
                  <a:pt x="1708374" y="491856"/>
                  <a:pt x="1711300" y="493227"/>
                  <a:pt x="1713951" y="495239"/>
                </a:cubicBezTo>
                <a:cubicBezTo>
                  <a:pt x="1716512" y="497251"/>
                  <a:pt x="1718706" y="499720"/>
                  <a:pt x="1720352" y="502554"/>
                </a:cubicBezTo>
                <a:cubicBezTo>
                  <a:pt x="1721998" y="505389"/>
                  <a:pt x="1723004" y="508498"/>
                  <a:pt x="1723461" y="511790"/>
                </a:cubicBezTo>
                <a:cubicBezTo>
                  <a:pt x="1723918" y="515082"/>
                  <a:pt x="1723735" y="518282"/>
                  <a:pt x="1722821" y="521482"/>
                </a:cubicBezTo>
                <a:cubicBezTo>
                  <a:pt x="1721998" y="524683"/>
                  <a:pt x="1720535" y="527517"/>
                  <a:pt x="1718523" y="530169"/>
                </a:cubicBezTo>
                <a:cubicBezTo>
                  <a:pt x="1716512" y="532821"/>
                  <a:pt x="1714134" y="534924"/>
                  <a:pt x="1711208" y="536570"/>
                </a:cubicBezTo>
                <a:lnTo>
                  <a:pt x="1706910" y="539130"/>
                </a:lnTo>
                <a:cubicBezTo>
                  <a:pt x="1704076" y="540776"/>
                  <a:pt x="1700967" y="541782"/>
                  <a:pt x="1697675" y="542239"/>
                </a:cubicBezTo>
                <a:cubicBezTo>
                  <a:pt x="1694475" y="542696"/>
                  <a:pt x="1691183" y="542422"/>
                  <a:pt x="1687982" y="541599"/>
                </a:cubicBezTo>
                <a:cubicBezTo>
                  <a:pt x="1684782" y="540776"/>
                  <a:pt x="1681947" y="539313"/>
                  <a:pt x="1679296" y="537301"/>
                </a:cubicBezTo>
                <a:cubicBezTo>
                  <a:pt x="1676644" y="535290"/>
                  <a:pt x="1674541" y="532912"/>
                  <a:pt x="1672895" y="529986"/>
                </a:cubicBezTo>
                <a:cubicBezTo>
                  <a:pt x="1671157" y="527152"/>
                  <a:pt x="1670152" y="524134"/>
                  <a:pt x="1669694" y="520842"/>
                </a:cubicBezTo>
                <a:cubicBezTo>
                  <a:pt x="1669237" y="517550"/>
                  <a:pt x="1669512" y="514350"/>
                  <a:pt x="1670334" y="511150"/>
                </a:cubicBezTo>
                <a:cubicBezTo>
                  <a:pt x="1671157" y="507949"/>
                  <a:pt x="1672620" y="505023"/>
                  <a:pt x="1674632" y="502371"/>
                </a:cubicBezTo>
                <a:cubicBezTo>
                  <a:pt x="1676644" y="499811"/>
                  <a:pt x="1679113" y="497616"/>
                  <a:pt x="1681947" y="495971"/>
                </a:cubicBezTo>
              </a:path>
              <a:path w="3887754" h="1096183">
                <a:moveTo>
                  <a:pt x="1690543" y="491033"/>
                </a:moveTo>
                <a:lnTo>
                  <a:pt x="1694932" y="488472"/>
                </a:lnTo>
                <a:cubicBezTo>
                  <a:pt x="1697766" y="486827"/>
                  <a:pt x="1700784" y="485821"/>
                  <a:pt x="1704076" y="485364"/>
                </a:cubicBezTo>
                <a:cubicBezTo>
                  <a:pt x="1707368" y="484906"/>
                  <a:pt x="1710660" y="485181"/>
                  <a:pt x="1713768" y="486004"/>
                </a:cubicBezTo>
                <a:cubicBezTo>
                  <a:pt x="1716969" y="486827"/>
                  <a:pt x="1719895" y="488290"/>
                  <a:pt x="1722547" y="490301"/>
                </a:cubicBezTo>
                <a:cubicBezTo>
                  <a:pt x="1725198" y="492313"/>
                  <a:pt x="1727302" y="494690"/>
                  <a:pt x="1728948" y="497616"/>
                </a:cubicBezTo>
                <a:cubicBezTo>
                  <a:pt x="1730593" y="500451"/>
                  <a:pt x="1731691" y="503469"/>
                  <a:pt x="1732148" y="506760"/>
                </a:cubicBezTo>
                <a:cubicBezTo>
                  <a:pt x="1732514" y="510052"/>
                  <a:pt x="1732331" y="513253"/>
                  <a:pt x="1731508" y="516453"/>
                </a:cubicBezTo>
                <a:cubicBezTo>
                  <a:pt x="1730593" y="519654"/>
                  <a:pt x="1729222" y="522580"/>
                  <a:pt x="1727210" y="525231"/>
                </a:cubicBezTo>
                <a:cubicBezTo>
                  <a:pt x="1725198" y="527792"/>
                  <a:pt x="1722730" y="529986"/>
                  <a:pt x="1719895" y="531632"/>
                </a:cubicBezTo>
                <a:lnTo>
                  <a:pt x="1715597" y="534101"/>
                </a:lnTo>
                <a:cubicBezTo>
                  <a:pt x="1712671" y="535747"/>
                  <a:pt x="1709654" y="536844"/>
                  <a:pt x="1706362" y="537210"/>
                </a:cubicBezTo>
                <a:cubicBezTo>
                  <a:pt x="1703070" y="537667"/>
                  <a:pt x="1699870" y="537484"/>
                  <a:pt x="1696669" y="536570"/>
                </a:cubicBezTo>
                <a:cubicBezTo>
                  <a:pt x="1693469" y="535747"/>
                  <a:pt x="1690543" y="534375"/>
                  <a:pt x="1687891" y="532364"/>
                </a:cubicBezTo>
                <a:cubicBezTo>
                  <a:pt x="1685239" y="530352"/>
                  <a:pt x="1683136" y="527883"/>
                  <a:pt x="1681490" y="525048"/>
                </a:cubicBezTo>
                <a:cubicBezTo>
                  <a:pt x="1679844" y="522214"/>
                  <a:pt x="1678747" y="519105"/>
                  <a:pt x="1678381" y="515813"/>
                </a:cubicBezTo>
                <a:cubicBezTo>
                  <a:pt x="1677924" y="512521"/>
                  <a:pt x="1678107" y="509321"/>
                  <a:pt x="1678930" y="506120"/>
                </a:cubicBezTo>
                <a:cubicBezTo>
                  <a:pt x="1679844" y="502920"/>
                  <a:pt x="1681216" y="499994"/>
                  <a:pt x="1683228" y="497434"/>
                </a:cubicBezTo>
                <a:cubicBezTo>
                  <a:pt x="1685239" y="494782"/>
                  <a:pt x="1687708" y="492679"/>
                  <a:pt x="1690543" y="491033"/>
                </a:cubicBezTo>
              </a:path>
              <a:path w="3887754" h="1096183">
                <a:moveTo>
                  <a:pt x="1699230" y="486004"/>
                </a:moveTo>
                <a:lnTo>
                  <a:pt x="1703527" y="483535"/>
                </a:lnTo>
                <a:cubicBezTo>
                  <a:pt x="1706362" y="481889"/>
                  <a:pt x="1709471" y="480792"/>
                  <a:pt x="1712763" y="480334"/>
                </a:cubicBezTo>
                <a:cubicBezTo>
                  <a:pt x="1716054" y="479969"/>
                  <a:pt x="1719255" y="480151"/>
                  <a:pt x="1722455" y="480974"/>
                </a:cubicBezTo>
                <a:cubicBezTo>
                  <a:pt x="1725656" y="481889"/>
                  <a:pt x="1728582" y="483260"/>
                  <a:pt x="1731142" y="485272"/>
                </a:cubicBezTo>
                <a:cubicBezTo>
                  <a:pt x="1733794" y="487284"/>
                  <a:pt x="1735897" y="489753"/>
                  <a:pt x="1737634" y="492587"/>
                </a:cubicBezTo>
                <a:cubicBezTo>
                  <a:pt x="1739280" y="495422"/>
                  <a:pt x="1740286" y="498531"/>
                  <a:pt x="1740743" y="501823"/>
                </a:cubicBezTo>
                <a:cubicBezTo>
                  <a:pt x="1741200" y="505023"/>
                  <a:pt x="1740926" y="508315"/>
                  <a:pt x="1740103" y="511515"/>
                </a:cubicBezTo>
                <a:cubicBezTo>
                  <a:pt x="1739280" y="514624"/>
                  <a:pt x="1737817" y="517550"/>
                  <a:pt x="1735806" y="520202"/>
                </a:cubicBezTo>
                <a:cubicBezTo>
                  <a:pt x="1733794" y="522854"/>
                  <a:pt x="1731416" y="524957"/>
                  <a:pt x="1728490" y="526603"/>
                </a:cubicBezTo>
                <a:lnTo>
                  <a:pt x="1724193" y="529072"/>
                </a:lnTo>
                <a:cubicBezTo>
                  <a:pt x="1721358" y="530809"/>
                  <a:pt x="1718249" y="531815"/>
                  <a:pt x="1714957" y="532272"/>
                </a:cubicBezTo>
                <a:cubicBezTo>
                  <a:pt x="1711665" y="532638"/>
                  <a:pt x="1708465" y="532455"/>
                  <a:pt x="1705265" y="531632"/>
                </a:cubicBezTo>
                <a:cubicBezTo>
                  <a:pt x="1702064" y="530809"/>
                  <a:pt x="1699138" y="529346"/>
                  <a:pt x="1696578" y="527334"/>
                </a:cubicBezTo>
                <a:cubicBezTo>
                  <a:pt x="1693926" y="525323"/>
                  <a:pt x="1691731" y="522854"/>
                  <a:pt x="1690086" y="520019"/>
                </a:cubicBezTo>
                <a:cubicBezTo>
                  <a:pt x="1688440" y="517185"/>
                  <a:pt x="1687434" y="514076"/>
                  <a:pt x="1686977" y="510875"/>
                </a:cubicBezTo>
                <a:cubicBezTo>
                  <a:pt x="1686519" y="507583"/>
                  <a:pt x="1686794" y="504292"/>
                  <a:pt x="1687617" y="501183"/>
                </a:cubicBezTo>
                <a:cubicBezTo>
                  <a:pt x="1688440" y="497982"/>
                  <a:pt x="1689903" y="495056"/>
                  <a:pt x="1691914" y="492404"/>
                </a:cubicBezTo>
                <a:cubicBezTo>
                  <a:pt x="1693926" y="489753"/>
                  <a:pt x="1696303" y="487650"/>
                  <a:pt x="1699230" y="486004"/>
                </a:cubicBezTo>
              </a:path>
              <a:path w="3887754" h="1096183">
                <a:moveTo>
                  <a:pt x="1707825" y="480974"/>
                </a:moveTo>
                <a:lnTo>
                  <a:pt x="1712123" y="478506"/>
                </a:lnTo>
                <a:cubicBezTo>
                  <a:pt x="1715049" y="476860"/>
                  <a:pt x="1718066" y="475854"/>
                  <a:pt x="1721358" y="475397"/>
                </a:cubicBezTo>
                <a:cubicBezTo>
                  <a:pt x="1724650" y="474939"/>
                  <a:pt x="1727850" y="475122"/>
                  <a:pt x="1731051" y="476037"/>
                </a:cubicBezTo>
                <a:cubicBezTo>
                  <a:pt x="1734251" y="476860"/>
                  <a:pt x="1737177" y="478323"/>
                  <a:pt x="1739829" y="480334"/>
                </a:cubicBezTo>
                <a:cubicBezTo>
                  <a:pt x="1742389" y="482255"/>
                  <a:pt x="1744584" y="484723"/>
                  <a:pt x="1746230" y="487558"/>
                </a:cubicBezTo>
                <a:cubicBezTo>
                  <a:pt x="1747876" y="490484"/>
                  <a:pt x="1748973" y="493502"/>
                  <a:pt x="1749339" y="496794"/>
                </a:cubicBezTo>
                <a:cubicBezTo>
                  <a:pt x="1749796" y="500085"/>
                  <a:pt x="1749613" y="503286"/>
                  <a:pt x="1748699" y="506486"/>
                </a:cubicBezTo>
                <a:cubicBezTo>
                  <a:pt x="1747876" y="509687"/>
                  <a:pt x="1746504" y="512613"/>
                  <a:pt x="1744492" y="515173"/>
                </a:cubicBezTo>
                <a:cubicBezTo>
                  <a:pt x="1742481" y="517825"/>
                  <a:pt x="1740012" y="519928"/>
                  <a:pt x="1737177" y="521665"/>
                </a:cubicBezTo>
                <a:lnTo>
                  <a:pt x="1732788" y="524134"/>
                </a:lnTo>
                <a:cubicBezTo>
                  <a:pt x="1729953" y="525780"/>
                  <a:pt x="1726936" y="526786"/>
                  <a:pt x="1723644" y="527243"/>
                </a:cubicBezTo>
                <a:cubicBezTo>
                  <a:pt x="1720352" y="527700"/>
                  <a:pt x="1717060" y="527517"/>
                  <a:pt x="1713951" y="526603"/>
                </a:cubicBezTo>
                <a:cubicBezTo>
                  <a:pt x="1710751" y="525780"/>
                  <a:pt x="1707825" y="524317"/>
                  <a:pt x="1705173" y="522305"/>
                </a:cubicBezTo>
                <a:cubicBezTo>
                  <a:pt x="1702521" y="520294"/>
                  <a:pt x="1700418" y="517916"/>
                  <a:pt x="1698772" y="515082"/>
                </a:cubicBezTo>
                <a:cubicBezTo>
                  <a:pt x="1697126" y="512155"/>
                  <a:pt x="1696029" y="509138"/>
                  <a:pt x="1695572" y="505846"/>
                </a:cubicBezTo>
                <a:cubicBezTo>
                  <a:pt x="1695206" y="502554"/>
                  <a:pt x="1695389" y="499354"/>
                  <a:pt x="1696212" y="496153"/>
                </a:cubicBezTo>
                <a:cubicBezTo>
                  <a:pt x="1697126" y="492953"/>
                  <a:pt x="1698498" y="490027"/>
                  <a:pt x="1700510" y="487467"/>
                </a:cubicBezTo>
                <a:cubicBezTo>
                  <a:pt x="1702521" y="484815"/>
                  <a:pt x="1704990" y="482620"/>
                  <a:pt x="1707825" y="480974"/>
                </a:cubicBezTo>
              </a:path>
              <a:path w="3887754" h="1096183">
                <a:moveTo>
                  <a:pt x="1716512" y="476037"/>
                </a:moveTo>
                <a:lnTo>
                  <a:pt x="1720809" y="473568"/>
                </a:lnTo>
                <a:cubicBezTo>
                  <a:pt x="1723644" y="471830"/>
                  <a:pt x="1726753" y="470825"/>
                  <a:pt x="1729953" y="470367"/>
                </a:cubicBezTo>
                <a:cubicBezTo>
                  <a:pt x="1733245" y="469910"/>
                  <a:pt x="1736537" y="470184"/>
                  <a:pt x="1739737" y="471007"/>
                </a:cubicBezTo>
                <a:cubicBezTo>
                  <a:pt x="1742938" y="471830"/>
                  <a:pt x="1745772" y="473293"/>
                  <a:pt x="1748424" y="475305"/>
                </a:cubicBezTo>
                <a:cubicBezTo>
                  <a:pt x="1751076" y="477317"/>
                  <a:pt x="1753179" y="479786"/>
                  <a:pt x="1754825" y="482620"/>
                </a:cubicBezTo>
                <a:cubicBezTo>
                  <a:pt x="1756562" y="485455"/>
                  <a:pt x="1757568" y="488564"/>
                  <a:pt x="1758025" y="491764"/>
                </a:cubicBezTo>
                <a:cubicBezTo>
                  <a:pt x="1758391" y="495056"/>
                  <a:pt x="1758208" y="498348"/>
                  <a:pt x="1757385" y="501457"/>
                </a:cubicBezTo>
                <a:cubicBezTo>
                  <a:pt x="1756562" y="504657"/>
                  <a:pt x="1755099" y="507583"/>
                  <a:pt x="1753088" y="510235"/>
                </a:cubicBezTo>
                <a:cubicBezTo>
                  <a:pt x="1751076" y="512796"/>
                  <a:pt x="1748607" y="514990"/>
                  <a:pt x="1745772" y="516636"/>
                </a:cubicBezTo>
                <a:lnTo>
                  <a:pt x="1741475" y="519105"/>
                </a:lnTo>
                <a:cubicBezTo>
                  <a:pt x="1738640" y="520751"/>
                  <a:pt x="1735531" y="521848"/>
                  <a:pt x="1732239" y="522305"/>
                </a:cubicBezTo>
                <a:cubicBezTo>
                  <a:pt x="1728948" y="522671"/>
                  <a:pt x="1725747" y="522488"/>
                  <a:pt x="1722547" y="521665"/>
                </a:cubicBezTo>
                <a:cubicBezTo>
                  <a:pt x="1719346" y="520751"/>
                  <a:pt x="1716420" y="519379"/>
                  <a:pt x="1713768" y="517368"/>
                </a:cubicBezTo>
                <a:cubicBezTo>
                  <a:pt x="1711208" y="515356"/>
                  <a:pt x="1709014" y="512887"/>
                  <a:pt x="1707368" y="510052"/>
                </a:cubicBezTo>
                <a:cubicBezTo>
                  <a:pt x="1705722" y="507218"/>
                  <a:pt x="1704716" y="504109"/>
                  <a:pt x="1704259" y="500817"/>
                </a:cubicBezTo>
                <a:cubicBezTo>
                  <a:pt x="1703802" y="497616"/>
                  <a:pt x="1703984" y="494325"/>
                  <a:pt x="1704899" y="491124"/>
                </a:cubicBezTo>
                <a:cubicBezTo>
                  <a:pt x="1705722" y="487924"/>
                  <a:pt x="1707185" y="485089"/>
                  <a:pt x="1709196" y="482437"/>
                </a:cubicBezTo>
                <a:cubicBezTo>
                  <a:pt x="1711208" y="479786"/>
                  <a:pt x="1713586" y="477683"/>
                  <a:pt x="1716512" y="476037"/>
                </a:cubicBezTo>
              </a:path>
              <a:path w="3887754" h="1096183">
                <a:moveTo>
                  <a:pt x="1725107" y="471007"/>
                </a:moveTo>
                <a:lnTo>
                  <a:pt x="1729405" y="468539"/>
                </a:lnTo>
                <a:cubicBezTo>
                  <a:pt x="1732239" y="466893"/>
                  <a:pt x="1735348" y="465795"/>
                  <a:pt x="1738640" y="465430"/>
                </a:cubicBezTo>
                <a:cubicBezTo>
                  <a:pt x="1741932" y="464972"/>
                  <a:pt x="1745132" y="465155"/>
                  <a:pt x="1748333" y="465978"/>
                </a:cubicBezTo>
                <a:cubicBezTo>
                  <a:pt x="1751533" y="466893"/>
                  <a:pt x="1754459" y="468264"/>
                  <a:pt x="1757111" y="470276"/>
                </a:cubicBezTo>
                <a:cubicBezTo>
                  <a:pt x="1759671" y="472288"/>
                  <a:pt x="1761866" y="474756"/>
                  <a:pt x="1763512" y="477591"/>
                </a:cubicBezTo>
                <a:cubicBezTo>
                  <a:pt x="1765158" y="480426"/>
                  <a:pt x="1766164" y="483535"/>
                  <a:pt x="1766621" y="486827"/>
                </a:cubicBezTo>
                <a:cubicBezTo>
                  <a:pt x="1767078" y="490118"/>
                  <a:pt x="1766895" y="493319"/>
                  <a:pt x="1765981" y="496519"/>
                </a:cubicBezTo>
                <a:cubicBezTo>
                  <a:pt x="1765158" y="499720"/>
                  <a:pt x="1763695" y="502646"/>
                  <a:pt x="1761683" y="505206"/>
                </a:cubicBezTo>
                <a:cubicBezTo>
                  <a:pt x="1759671" y="507858"/>
                  <a:pt x="1757294" y="509961"/>
                  <a:pt x="1754368" y="511607"/>
                </a:cubicBezTo>
                <a:lnTo>
                  <a:pt x="1750070" y="514167"/>
                </a:lnTo>
                <a:cubicBezTo>
                  <a:pt x="1747236" y="515813"/>
                  <a:pt x="1744127" y="516819"/>
                  <a:pt x="1740926" y="517276"/>
                </a:cubicBezTo>
                <a:cubicBezTo>
                  <a:pt x="1737634" y="517733"/>
                  <a:pt x="1734342" y="517459"/>
                  <a:pt x="1731142" y="516636"/>
                </a:cubicBezTo>
                <a:cubicBezTo>
                  <a:pt x="1727942" y="515813"/>
                  <a:pt x="1725107" y="514350"/>
                  <a:pt x="1722455" y="512338"/>
                </a:cubicBezTo>
                <a:cubicBezTo>
                  <a:pt x="1719804" y="510327"/>
                  <a:pt x="1717700" y="507949"/>
                  <a:pt x="1716054" y="505023"/>
                </a:cubicBezTo>
                <a:cubicBezTo>
                  <a:pt x="1714317" y="502188"/>
                  <a:pt x="1713311" y="499171"/>
                  <a:pt x="1712854" y="495879"/>
                </a:cubicBezTo>
                <a:cubicBezTo>
                  <a:pt x="1712397" y="492587"/>
                  <a:pt x="1712671" y="489387"/>
                  <a:pt x="1713494" y="486186"/>
                </a:cubicBezTo>
                <a:cubicBezTo>
                  <a:pt x="1714317" y="482986"/>
                  <a:pt x="1715780" y="480060"/>
                  <a:pt x="1717792" y="477408"/>
                </a:cubicBezTo>
                <a:cubicBezTo>
                  <a:pt x="1719804" y="474848"/>
                  <a:pt x="1722272" y="472653"/>
                  <a:pt x="1725107" y="471007"/>
                </a:cubicBezTo>
              </a:path>
              <a:path w="3887754" h="1096183">
                <a:moveTo>
                  <a:pt x="1733702" y="466070"/>
                </a:moveTo>
                <a:lnTo>
                  <a:pt x="1738092" y="463509"/>
                </a:lnTo>
                <a:cubicBezTo>
                  <a:pt x="1740926" y="461863"/>
                  <a:pt x="1743944" y="460858"/>
                  <a:pt x="1747236" y="460400"/>
                </a:cubicBezTo>
                <a:cubicBezTo>
                  <a:pt x="1750527" y="459943"/>
                  <a:pt x="1753819" y="460218"/>
                  <a:pt x="1756928" y="461040"/>
                </a:cubicBezTo>
                <a:cubicBezTo>
                  <a:pt x="1760129" y="461863"/>
                  <a:pt x="1763055" y="463326"/>
                  <a:pt x="1765706" y="465338"/>
                </a:cubicBezTo>
                <a:cubicBezTo>
                  <a:pt x="1768358" y="467350"/>
                  <a:pt x="1770461" y="469727"/>
                  <a:pt x="1772107" y="472653"/>
                </a:cubicBezTo>
                <a:cubicBezTo>
                  <a:pt x="1773753" y="475488"/>
                  <a:pt x="1774850" y="478506"/>
                  <a:pt x="1775308" y="481797"/>
                </a:cubicBezTo>
                <a:cubicBezTo>
                  <a:pt x="1775673" y="485089"/>
                  <a:pt x="1775490" y="488290"/>
                  <a:pt x="1774668" y="491490"/>
                </a:cubicBezTo>
                <a:cubicBezTo>
                  <a:pt x="1773753" y="494690"/>
                  <a:pt x="1772382" y="497616"/>
                  <a:pt x="1770370" y="500268"/>
                </a:cubicBezTo>
                <a:cubicBezTo>
                  <a:pt x="1768358" y="502829"/>
                  <a:pt x="1765889" y="505023"/>
                  <a:pt x="1763055" y="506669"/>
                </a:cubicBezTo>
                <a:lnTo>
                  <a:pt x="1758757" y="509138"/>
                </a:lnTo>
                <a:cubicBezTo>
                  <a:pt x="1755831" y="510784"/>
                  <a:pt x="1752813" y="511881"/>
                  <a:pt x="1749522" y="512247"/>
                </a:cubicBezTo>
                <a:cubicBezTo>
                  <a:pt x="1746230" y="512704"/>
                  <a:pt x="1743029" y="512521"/>
                  <a:pt x="1739829" y="511698"/>
                </a:cubicBezTo>
                <a:cubicBezTo>
                  <a:pt x="1736628" y="510784"/>
                  <a:pt x="1733702" y="509412"/>
                  <a:pt x="1731051" y="507401"/>
                </a:cubicBezTo>
                <a:cubicBezTo>
                  <a:pt x="1728490" y="505389"/>
                  <a:pt x="1726296" y="502920"/>
                  <a:pt x="1724650" y="500085"/>
                </a:cubicBezTo>
                <a:cubicBezTo>
                  <a:pt x="1723004" y="497251"/>
                  <a:pt x="1721907" y="494142"/>
                  <a:pt x="1721541" y="490850"/>
                </a:cubicBezTo>
                <a:cubicBezTo>
                  <a:pt x="1721084" y="487558"/>
                  <a:pt x="1721267" y="484358"/>
                  <a:pt x="1722090" y="481157"/>
                </a:cubicBezTo>
                <a:cubicBezTo>
                  <a:pt x="1723004" y="477957"/>
                  <a:pt x="1724376" y="475031"/>
                  <a:pt x="1726387" y="472470"/>
                </a:cubicBezTo>
                <a:cubicBezTo>
                  <a:pt x="1728399" y="469819"/>
                  <a:pt x="1730868" y="467716"/>
                  <a:pt x="1733702" y="466070"/>
                </a:cubicBezTo>
              </a:path>
              <a:path w="3887754" h="1096183">
                <a:moveTo>
                  <a:pt x="1742389" y="461040"/>
                </a:moveTo>
                <a:lnTo>
                  <a:pt x="1746687" y="458572"/>
                </a:lnTo>
                <a:cubicBezTo>
                  <a:pt x="1749522" y="456926"/>
                  <a:pt x="1752630" y="455828"/>
                  <a:pt x="1755922" y="455371"/>
                </a:cubicBezTo>
                <a:cubicBezTo>
                  <a:pt x="1759214" y="455005"/>
                  <a:pt x="1762415" y="455188"/>
                  <a:pt x="1765615" y="456011"/>
                </a:cubicBezTo>
                <a:cubicBezTo>
                  <a:pt x="1768815" y="456926"/>
                  <a:pt x="1771741" y="458297"/>
                  <a:pt x="1774302" y="460309"/>
                </a:cubicBezTo>
                <a:cubicBezTo>
                  <a:pt x="1776954" y="462321"/>
                  <a:pt x="1779057" y="464790"/>
                  <a:pt x="1780794" y="467624"/>
                </a:cubicBezTo>
                <a:cubicBezTo>
                  <a:pt x="1782440" y="470459"/>
                  <a:pt x="1783446" y="473568"/>
                  <a:pt x="1783903" y="476860"/>
                </a:cubicBezTo>
                <a:cubicBezTo>
                  <a:pt x="1784360" y="480060"/>
                  <a:pt x="1784086" y="483352"/>
                  <a:pt x="1783263" y="486552"/>
                </a:cubicBezTo>
                <a:cubicBezTo>
                  <a:pt x="1782440" y="489753"/>
                  <a:pt x="1780977" y="492587"/>
                  <a:pt x="1778965" y="495239"/>
                </a:cubicBezTo>
                <a:cubicBezTo>
                  <a:pt x="1776954" y="497891"/>
                  <a:pt x="1774576" y="499994"/>
                  <a:pt x="1771650" y="501640"/>
                </a:cubicBezTo>
                <a:lnTo>
                  <a:pt x="1767352" y="504109"/>
                </a:lnTo>
                <a:cubicBezTo>
                  <a:pt x="1764518" y="505846"/>
                  <a:pt x="1761409" y="506852"/>
                  <a:pt x="1758117" y="507309"/>
                </a:cubicBezTo>
                <a:cubicBezTo>
                  <a:pt x="1754825" y="507766"/>
                  <a:pt x="1751625" y="507492"/>
                  <a:pt x="1748424" y="506669"/>
                </a:cubicBezTo>
                <a:cubicBezTo>
                  <a:pt x="1745224" y="505846"/>
                  <a:pt x="1742298" y="504383"/>
                  <a:pt x="1739737" y="502371"/>
                </a:cubicBezTo>
                <a:cubicBezTo>
                  <a:pt x="1737086" y="500360"/>
                  <a:pt x="1734983" y="497891"/>
                  <a:pt x="1733245" y="495056"/>
                </a:cubicBezTo>
                <a:cubicBezTo>
                  <a:pt x="1731599" y="492222"/>
                  <a:pt x="1730593" y="489113"/>
                  <a:pt x="1730136" y="485912"/>
                </a:cubicBezTo>
                <a:cubicBezTo>
                  <a:pt x="1729679" y="482620"/>
                  <a:pt x="1729953" y="479328"/>
                  <a:pt x="1730776" y="476220"/>
                </a:cubicBezTo>
                <a:cubicBezTo>
                  <a:pt x="1731599" y="473019"/>
                  <a:pt x="1733062" y="470093"/>
                  <a:pt x="1735074" y="467441"/>
                </a:cubicBezTo>
                <a:cubicBezTo>
                  <a:pt x="1737086" y="464881"/>
                  <a:pt x="1739463" y="462686"/>
                  <a:pt x="1742389" y="461040"/>
                </a:cubicBezTo>
              </a:path>
              <a:path w="3887754" h="1096183">
                <a:moveTo>
                  <a:pt x="1750985" y="456011"/>
                </a:moveTo>
                <a:lnTo>
                  <a:pt x="1755282" y="453542"/>
                </a:lnTo>
                <a:cubicBezTo>
                  <a:pt x="1758208" y="451896"/>
                  <a:pt x="1761226" y="450891"/>
                  <a:pt x="1764518" y="450433"/>
                </a:cubicBezTo>
                <a:cubicBezTo>
                  <a:pt x="1767810" y="449976"/>
                  <a:pt x="1771010" y="450159"/>
                  <a:pt x="1774210" y="451074"/>
                </a:cubicBezTo>
                <a:cubicBezTo>
                  <a:pt x="1777411" y="451896"/>
                  <a:pt x="1780337" y="453360"/>
                  <a:pt x="1782989" y="455371"/>
                </a:cubicBezTo>
                <a:cubicBezTo>
                  <a:pt x="1785549" y="457383"/>
                  <a:pt x="1787743" y="459760"/>
                  <a:pt x="1789389" y="462595"/>
                </a:cubicBezTo>
                <a:cubicBezTo>
                  <a:pt x="1791035" y="465521"/>
                  <a:pt x="1792133" y="468539"/>
                  <a:pt x="1792498" y="471830"/>
                </a:cubicBezTo>
                <a:cubicBezTo>
                  <a:pt x="1792956" y="475122"/>
                  <a:pt x="1792773" y="478323"/>
                  <a:pt x="1791950" y="481523"/>
                </a:cubicBezTo>
                <a:cubicBezTo>
                  <a:pt x="1791035" y="484723"/>
                  <a:pt x="1789664" y="487650"/>
                  <a:pt x="1787652" y="490210"/>
                </a:cubicBezTo>
                <a:cubicBezTo>
                  <a:pt x="1785640" y="492862"/>
                  <a:pt x="1783171" y="494965"/>
                  <a:pt x="1780337" y="496702"/>
                </a:cubicBezTo>
                <a:lnTo>
                  <a:pt x="1775948" y="499171"/>
                </a:lnTo>
                <a:cubicBezTo>
                  <a:pt x="1773113" y="500817"/>
                  <a:pt x="1770096" y="501823"/>
                  <a:pt x="1766804" y="502280"/>
                </a:cubicBezTo>
                <a:cubicBezTo>
                  <a:pt x="1763512" y="502737"/>
                  <a:pt x="1760220" y="502554"/>
                  <a:pt x="1757111" y="501640"/>
                </a:cubicBezTo>
                <a:cubicBezTo>
                  <a:pt x="1753911" y="500817"/>
                  <a:pt x="1750985" y="499354"/>
                  <a:pt x="1748333" y="497342"/>
                </a:cubicBezTo>
                <a:cubicBezTo>
                  <a:pt x="1745681" y="495422"/>
                  <a:pt x="1743578" y="492953"/>
                  <a:pt x="1741932" y="490118"/>
                </a:cubicBezTo>
                <a:cubicBezTo>
                  <a:pt x="1740286" y="487192"/>
                  <a:pt x="1739189" y="484175"/>
                  <a:pt x="1738732" y="480883"/>
                </a:cubicBezTo>
                <a:cubicBezTo>
                  <a:pt x="1738366" y="477591"/>
                  <a:pt x="1738549" y="474391"/>
                  <a:pt x="1739372" y="471190"/>
                </a:cubicBezTo>
                <a:cubicBezTo>
                  <a:pt x="1740286" y="467990"/>
                  <a:pt x="1741658" y="465064"/>
                  <a:pt x="1743669" y="462504"/>
                </a:cubicBezTo>
                <a:cubicBezTo>
                  <a:pt x="1745681" y="459852"/>
                  <a:pt x="1748150" y="457749"/>
                  <a:pt x="1750985" y="456011"/>
                </a:cubicBezTo>
              </a:path>
              <a:path w="3887754" h="1096183">
                <a:moveTo>
                  <a:pt x="1785366" y="453268"/>
                </a:moveTo>
                <a:lnTo>
                  <a:pt x="1789664" y="455920"/>
                </a:lnTo>
                <a:cubicBezTo>
                  <a:pt x="1792407" y="457657"/>
                  <a:pt x="1794784" y="459943"/>
                  <a:pt x="1796705" y="462595"/>
                </a:cubicBezTo>
                <a:cubicBezTo>
                  <a:pt x="1798625" y="465338"/>
                  <a:pt x="1799905" y="468264"/>
                  <a:pt x="1800636" y="471465"/>
                </a:cubicBezTo>
                <a:cubicBezTo>
                  <a:pt x="1801368" y="474756"/>
                  <a:pt x="1801459" y="477957"/>
                  <a:pt x="1800911" y="481249"/>
                </a:cubicBezTo>
                <a:cubicBezTo>
                  <a:pt x="1800362" y="484449"/>
                  <a:pt x="1799173" y="487467"/>
                  <a:pt x="1797436" y="490301"/>
                </a:cubicBezTo>
                <a:cubicBezTo>
                  <a:pt x="1795607" y="493044"/>
                  <a:pt x="1793413" y="495422"/>
                  <a:pt x="1790670" y="497342"/>
                </a:cubicBezTo>
                <a:cubicBezTo>
                  <a:pt x="1788018" y="499262"/>
                  <a:pt x="1785000" y="500543"/>
                  <a:pt x="1781800" y="501274"/>
                </a:cubicBezTo>
                <a:cubicBezTo>
                  <a:pt x="1778599" y="502006"/>
                  <a:pt x="1775308" y="502097"/>
                  <a:pt x="1772107" y="501548"/>
                </a:cubicBezTo>
                <a:cubicBezTo>
                  <a:pt x="1768815" y="501000"/>
                  <a:pt x="1765798" y="499811"/>
                  <a:pt x="1762963" y="498074"/>
                </a:cubicBezTo>
                <a:lnTo>
                  <a:pt x="1758757" y="495330"/>
                </a:lnTo>
                <a:cubicBezTo>
                  <a:pt x="1756014" y="493593"/>
                  <a:pt x="1753636" y="491399"/>
                  <a:pt x="1751716" y="488655"/>
                </a:cubicBezTo>
                <a:cubicBezTo>
                  <a:pt x="1749796" y="486004"/>
                  <a:pt x="1748516" y="482986"/>
                  <a:pt x="1747784" y="479786"/>
                </a:cubicBezTo>
                <a:cubicBezTo>
                  <a:pt x="1747053" y="476585"/>
                  <a:pt x="1746961" y="473385"/>
                  <a:pt x="1747510" y="470093"/>
                </a:cubicBezTo>
                <a:cubicBezTo>
                  <a:pt x="1748058" y="466801"/>
                  <a:pt x="1749247" y="463784"/>
                  <a:pt x="1750985" y="461040"/>
                </a:cubicBezTo>
                <a:cubicBezTo>
                  <a:pt x="1752813" y="458206"/>
                  <a:pt x="1755008" y="455920"/>
                  <a:pt x="1757751" y="454000"/>
                </a:cubicBezTo>
                <a:cubicBezTo>
                  <a:pt x="1760403" y="452079"/>
                  <a:pt x="1763420" y="450708"/>
                  <a:pt x="1766621" y="449976"/>
                </a:cubicBezTo>
                <a:cubicBezTo>
                  <a:pt x="1769821" y="449336"/>
                  <a:pt x="1773113" y="449245"/>
                  <a:pt x="1776313" y="449793"/>
                </a:cubicBezTo>
                <a:cubicBezTo>
                  <a:pt x="1779605" y="450342"/>
                  <a:pt x="1782623" y="451531"/>
                  <a:pt x="1785366" y="453268"/>
                </a:cubicBezTo>
              </a:path>
              <a:path w="3887754" h="1096183">
                <a:moveTo>
                  <a:pt x="1793870" y="458572"/>
                </a:moveTo>
                <a:lnTo>
                  <a:pt x="1798076" y="461223"/>
                </a:lnTo>
                <a:cubicBezTo>
                  <a:pt x="1800819" y="462961"/>
                  <a:pt x="1803197" y="465247"/>
                  <a:pt x="1805117" y="467898"/>
                </a:cubicBezTo>
                <a:cubicBezTo>
                  <a:pt x="1807037" y="470642"/>
                  <a:pt x="1808317" y="473568"/>
                  <a:pt x="1809049" y="476768"/>
                </a:cubicBezTo>
                <a:cubicBezTo>
                  <a:pt x="1809780" y="480060"/>
                  <a:pt x="1809872" y="483260"/>
                  <a:pt x="1809323" y="486552"/>
                </a:cubicBezTo>
                <a:cubicBezTo>
                  <a:pt x="1808775" y="489753"/>
                  <a:pt x="1807586" y="492770"/>
                  <a:pt x="1805849" y="495605"/>
                </a:cubicBezTo>
                <a:cubicBezTo>
                  <a:pt x="1804020" y="498348"/>
                  <a:pt x="1801825" y="500725"/>
                  <a:pt x="1799082" y="502646"/>
                </a:cubicBezTo>
                <a:cubicBezTo>
                  <a:pt x="1796430" y="504566"/>
                  <a:pt x="1793504" y="505846"/>
                  <a:pt x="1790212" y="506578"/>
                </a:cubicBezTo>
                <a:cubicBezTo>
                  <a:pt x="1787012" y="507309"/>
                  <a:pt x="1783812" y="507401"/>
                  <a:pt x="1780520" y="506852"/>
                </a:cubicBezTo>
                <a:cubicBezTo>
                  <a:pt x="1777228" y="506303"/>
                  <a:pt x="1774210" y="505115"/>
                  <a:pt x="1771467" y="503377"/>
                </a:cubicBezTo>
                <a:lnTo>
                  <a:pt x="1767169" y="500725"/>
                </a:lnTo>
                <a:cubicBezTo>
                  <a:pt x="1764426" y="498897"/>
                  <a:pt x="1762049" y="496702"/>
                  <a:pt x="1760129" y="493959"/>
                </a:cubicBezTo>
                <a:cubicBezTo>
                  <a:pt x="1758208" y="491307"/>
                  <a:pt x="1756928" y="488381"/>
                  <a:pt x="1756197" y="485089"/>
                </a:cubicBezTo>
                <a:cubicBezTo>
                  <a:pt x="1755465" y="481889"/>
                  <a:pt x="1755374" y="478688"/>
                  <a:pt x="1755922" y="475397"/>
                </a:cubicBezTo>
                <a:cubicBezTo>
                  <a:pt x="1756471" y="472196"/>
                  <a:pt x="1757660" y="469087"/>
                  <a:pt x="1759488" y="466344"/>
                </a:cubicBezTo>
                <a:cubicBezTo>
                  <a:pt x="1761226" y="463509"/>
                  <a:pt x="1763420" y="461223"/>
                  <a:pt x="1766164" y="459303"/>
                </a:cubicBezTo>
                <a:cubicBezTo>
                  <a:pt x="1768815" y="457383"/>
                  <a:pt x="1771833" y="456103"/>
                  <a:pt x="1775033" y="455371"/>
                </a:cubicBezTo>
                <a:cubicBezTo>
                  <a:pt x="1778234" y="454640"/>
                  <a:pt x="1781526" y="454548"/>
                  <a:pt x="1784726" y="455097"/>
                </a:cubicBezTo>
                <a:cubicBezTo>
                  <a:pt x="1788018" y="455646"/>
                  <a:pt x="1791035" y="456834"/>
                  <a:pt x="1793870" y="458572"/>
                </a:cubicBezTo>
              </a:path>
              <a:path w="3887754" h="1096183">
                <a:moveTo>
                  <a:pt x="1802282" y="463875"/>
                </a:moveTo>
                <a:lnTo>
                  <a:pt x="1806489" y="466527"/>
                </a:lnTo>
                <a:cubicBezTo>
                  <a:pt x="1809323" y="468356"/>
                  <a:pt x="1811609" y="470550"/>
                  <a:pt x="1813530" y="473293"/>
                </a:cubicBezTo>
                <a:cubicBezTo>
                  <a:pt x="1815450" y="475945"/>
                  <a:pt x="1816730" y="478871"/>
                  <a:pt x="1817461" y="482163"/>
                </a:cubicBezTo>
                <a:cubicBezTo>
                  <a:pt x="1818193" y="485364"/>
                  <a:pt x="1818284" y="488564"/>
                  <a:pt x="1817736" y="491856"/>
                </a:cubicBezTo>
                <a:cubicBezTo>
                  <a:pt x="1817187" y="495056"/>
                  <a:pt x="1815998" y="498165"/>
                  <a:pt x="1814261" y="500908"/>
                </a:cubicBezTo>
                <a:cubicBezTo>
                  <a:pt x="1812524" y="503743"/>
                  <a:pt x="1810238" y="506029"/>
                  <a:pt x="1807586" y="507949"/>
                </a:cubicBezTo>
                <a:cubicBezTo>
                  <a:pt x="1804843" y="509869"/>
                  <a:pt x="1801917" y="511150"/>
                  <a:pt x="1798625" y="511881"/>
                </a:cubicBezTo>
                <a:cubicBezTo>
                  <a:pt x="1795424" y="512613"/>
                  <a:pt x="1792224" y="512704"/>
                  <a:pt x="1788932" y="512155"/>
                </a:cubicBezTo>
                <a:cubicBezTo>
                  <a:pt x="1785640" y="511607"/>
                  <a:pt x="1782623" y="510418"/>
                  <a:pt x="1779880" y="508681"/>
                </a:cubicBezTo>
                <a:lnTo>
                  <a:pt x="1775673" y="506029"/>
                </a:lnTo>
                <a:cubicBezTo>
                  <a:pt x="1772839" y="504292"/>
                  <a:pt x="1770461" y="502006"/>
                  <a:pt x="1768632" y="499354"/>
                </a:cubicBezTo>
                <a:cubicBezTo>
                  <a:pt x="1766712" y="496611"/>
                  <a:pt x="1765341" y="493685"/>
                  <a:pt x="1764609" y="490484"/>
                </a:cubicBezTo>
                <a:cubicBezTo>
                  <a:pt x="1763878" y="487192"/>
                  <a:pt x="1763786" y="483992"/>
                  <a:pt x="1764426" y="480700"/>
                </a:cubicBezTo>
                <a:cubicBezTo>
                  <a:pt x="1764975" y="477500"/>
                  <a:pt x="1766072" y="474482"/>
                  <a:pt x="1767901" y="471648"/>
                </a:cubicBezTo>
                <a:cubicBezTo>
                  <a:pt x="1769638" y="468904"/>
                  <a:pt x="1771833" y="466527"/>
                  <a:pt x="1774576" y="464607"/>
                </a:cubicBezTo>
                <a:cubicBezTo>
                  <a:pt x="1777319" y="462686"/>
                  <a:pt x="1780245" y="461406"/>
                  <a:pt x="1783446" y="460675"/>
                </a:cubicBezTo>
                <a:cubicBezTo>
                  <a:pt x="1786738" y="459943"/>
                  <a:pt x="1789938" y="459852"/>
                  <a:pt x="1793230" y="460400"/>
                </a:cubicBezTo>
                <a:cubicBezTo>
                  <a:pt x="1796430" y="460949"/>
                  <a:pt x="1799448" y="462138"/>
                  <a:pt x="1802282" y="463875"/>
                </a:cubicBezTo>
              </a:path>
              <a:path w="3887754" h="1096183">
                <a:moveTo>
                  <a:pt x="1810695" y="469179"/>
                </a:moveTo>
                <a:lnTo>
                  <a:pt x="1814901" y="471922"/>
                </a:lnTo>
                <a:cubicBezTo>
                  <a:pt x="1817736" y="473659"/>
                  <a:pt x="1820113" y="475854"/>
                  <a:pt x="1821942" y="478597"/>
                </a:cubicBezTo>
                <a:cubicBezTo>
                  <a:pt x="1823862" y="481249"/>
                  <a:pt x="1825234" y="484266"/>
                  <a:pt x="1825965" y="487467"/>
                </a:cubicBezTo>
                <a:cubicBezTo>
                  <a:pt x="1826697" y="490667"/>
                  <a:pt x="1826788" y="493867"/>
                  <a:pt x="1826148" y="497159"/>
                </a:cubicBezTo>
                <a:cubicBezTo>
                  <a:pt x="1825600" y="500451"/>
                  <a:pt x="1824502" y="503469"/>
                  <a:pt x="1822674" y="506212"/>
                </a:cubicBezTo>
                <a:cubicBezTo>
                  <a:pt x="1820936" y="509046"/>
                  <a:pt x="1818650" y="511332"/>
                  <a:pt x="1815998" y="513253"/>
                </a:cubicBezTo>
                <a:cubicBezTo>
                  <a:pt x="1813255" y="515173"/>
                  <a:pt x="1810329" y="516545"/>
                  <a:pt x="1807129" y="517276"/>
                </a:cubicBezTo>
                <a:cubicBezTo>
                  <a:pt x="1803837" y="517916"/>
                  <a:pt x="1800636" y="518008"/>
                  <a:pt x="1797345" y="517459"/>
                </a:cubicBezTo>
                <a:cubicBezTo>
                  <a:pt x="1794144" y="516910"/>
                  <a:pt x="1791127" y="515722"/>
                  <a:pt x="1788292" y="513984"/>
                </a:cubicBezTo>
                <a:lnTo>
                  <a:pt x="1784086" y="511332"/>
                </a:lnTo>
                <a:cubicBezTo>
                  <a:pt x="1781251" y="509595"/>
                  <a:pt x="1778965" y="507309"/>
                  <a:pt x="1777045" y="504657"/>
                </a:cubicBezTo>
                <a:cubicBezTo>
                  <a:pt x="1775125" y="501914"/>
                  <a:pt x="1773753" y="498988"/>
                  <a:pt x="1773113" y="495788"/>
                </a:cubicBezTo>
                <a:cubicBezTo>
                  <a:pt x="1772382" y="492496"/>
                  <a:pt x="1772290" y="489295"/>
                  <a:pt x="1772839" y="486004"/>
                </a:cubicBezTo>
                <a:cubicBezTo>
                  <a:pt x="1773387" y="482803"/>
                  <a:pt x="1774576" y="479786"/>
                  <a:pt x="1776313" y="476951"/>
                </a:cubicBezTo>
                <a:cubicBezTo>
                  <a:pt x="1778051" y="474208"/>
                  <a:pt x="1780337" y="471830"/>
                  <a:pt x="1782989" y="469910"/>
                </a:cubicBezTo>
                <a:cubicBezTo>
                  <a:pt x="1785732" y="467990"/>
                  <a:pt x="1788658" y="466710"/>
                  <a:pt x="1791858" y="465978"/>
                </a:cubicBezTo>
                <a:cubicBezTo>
                  <a:pt x="1795150" y="465247"/>
                  <a:pt x="1798350" y="465155"/>
                  <a:pt x="1801642" y="465704"/>
                </a:cubicBezTo>
                <a:cubicBezTo>
                  <a:pt x="1804843" y="466253"/>
                  <a:pt x="1807952" y="467441"/>
                  <a:pt x="1810695" y="469179"/>
                </a:cubicBezTo>
              </a:path>
              <a:path w="3887754" h="1096183">
                <a:moveTo>
                  <a:pt x="1819107" y="474574"/>
                </a:moveTo>
                <a:lnTo>
                  <a:pt x="1823405" y="477225"/>
                </a:lnTo>
                <a:cubicBezTo>
                  <a:pt x="1826148" y="478963"/>
                  <a:pt x="1828526" y="481157"/>
                  <a:pt x="1830446" y="483900"/>
                </a:cubicBezTo>
                <a:cubicBezTo>
                  <a:pt x="1832366" y="486552"/>
                  <a:pt x="1833646" y="489570"/>
                  <a:pt x="1834378" y="492770"/>
                </a:cubicBezTo>
                <a:cubicBezTo>
                  <a:pt x="1835109" y="495971"/>
                  <a:pt x="1835201" y="499262"/>
                  <a:pt x="1834652" y="502463"/>
                </a:cubicBezTo>
                <a:cubicBezTo>
                  <a:pt x="1834012" y="505755"/>
                  <a:pt x="1832915" y="508772"/>
                  <a:pt x="1831086" y="511515"/>
                </a:cubicBezTo>
                <a:cubicBezTo>
                  <a:pt x="1829349" y="514350"/>
                  <a:pt x="1827154" y="516727"/>
                  <a:pt x="1824411" y="518648"/>
                </a:cubicBezTo>
                <a:cubicBezTo>
                  <a:pt x="1821759" y="520476"/>
                  <a:pt x="1818742" y="521848"/>
                  <a:pt x="1815541" y="522580"/>
                </a:cubicBezTo>
                <a:cubicBezTo>
                  <a:pt x="1812341" y="523311"/>
                  <a:pt x="1809049" y="523403"/>
                  <a:pt x="1805849" y="522762"/>
                </a:cubicBezTo>
                <a:cubicBezTo>
                  <a:pt x="1802557" y="522214"/>
                  <a:pt x="1799539" y="521117"/>
                  <a:pt x="1796705" y="519288"/>
                </a:cubicBezTo>
                <a:lnTo>
                  <a:pt x="1792498" y="516636"/>
                </a:lnTo>
                <a:cubicBezTo>
                  <a:pt x="1789755" y="514899"/>
                  <a:pt x="1787378" y="512704"/>
                  <a:pt x="1785457" y="509961"/>
                </a:cubicBezTo>
                <a:cubicBezTo>
                  <a:pt x="1783537" y="507309"/>
                  <a:pt x="1782257" y="504292"/>
                  <a:pt x="1781526" y="501091"/>
                </a:cubicBezTo>
                <a:cubicBezTo>
                  <a:pt x="1780794" y="497891"/>
                  <a:pt x="1780703" y="494599"/>
                  <a:pt x="1781251" y="491399"/>
                </a:cubicBezTo>
                <a:cubicBezTo>
                  <a:pt x="1781800" y="488107"/>
                  <a:pt x="1782989" y="485089"/>
                  <a:pt x="1784726" y="482255"/>
                </a:cubicBezTo>
                <a:cubicBezTo>
                  <a:pt x="1786463" y="479511"/>
                  <a:pt x="1788749" y="477134"/>
                  <a:pt x="1791401" y="475214"/>
                </a:cubicBezTo>
                <a:cubicBezTo>
                  <a:pt x="1794144" y="473385"/>
                  <a:pt x="1797070" y="472013"/>
                  <a:pt x="1800362" y="471282"/>
                </a:cubicBezTo>
                <a:cubicBezTo>
                  <a:pt x="1803563" y="470550"/>
                  <a:pt x="1806763" y="470459"/>
                  <a:pt x="1810055" y="471007"/>
                </a:cubicBezTo>
                <a:cubicBezTo>
                  <a:pt x="1813347" y="471648"/>
                  <a:pt x="1816364" y="472745"/>
                  <a:pt x="1819107" y="474574"/>
                </a:cubicBezTo>
              </a:path>
              <a:path w="3887754" h="1096183">
                <a:moveTo>
                  <a:pt x="1827611" y="479877"/>
                </a:moveTo>
                <a:lnTo>
                  <a:pt x="1831818" y="482529"/>
                </a:lnTo>
                <a:cubicBezTo>
                  <a:pt x="1834561" y="484266"/>
                  <a:pt x="1836938" y="486552"/>
                  <a:pt x="1838858" y="489204"/>
                </a:cubicBezTo>
                <a:cubicBezTo>
                  <a:pt x="1840779" y="491947"/>
                  <a:pt x="1842059" y="494873"/>
                  <a:pt x="1842790" y="498074"/>
                </a:cubicBezTo>
                <a:cubicBezTo>
                  <a:pt x="1843522" y="501274"/>
                  <a:pt x="1843613" y="504566"/>
                  <a:pt x="1843065" y="507766"/>
                </a:cubicBezTo>
                <a:cubicBezTo>
                  <a:pt x="1842516" y="511058"/>
                  <a:pt x="1841327" y="514076"/>
                  <a:pt x="1839590" y="516910"/>
                </a:cubicBezTo>
                <a:cubicBezTo>
                  <a:pt x="1837761" y="519654"/>
                  <a:pt x="1835567" y="522031"/>
                  <a:pt x="1832823" y="523951"/>
                </a:cubicBezTo>
                <a:cubicBezTo>
                  <a:pt x="1830172" y="525871"/>
                  <a:pt x="1827154" y="527152"/>
                  <a:pt x="1823954" y="527883"/>
                </a:cubicBezTo>
                <a:cubicBezTo>
                  <a:pt x="1820753" y="528615"/>
                  <a:pt x="1817461" y="528706"/>
                  <a:pt x="1814261" y="528157"/>
                </a:cubicBezTo>
                <a:cubicBezTo>
                  <a:pt x="1810969" y="527517"/>
                  <a:pt x="1807952" y="526420"/>
                  <a:pt x="1805117" y="524591"/>
                </a:cubicBezTo>
                <a:lnTo>
                  <a:pt x="1800911" y="521940"/>
                </a:lnTo>
                <a:cubicBezTo>
                  <a:pt x="1798168" y="520202"/>
                  <a:pt x="1795790" y="518008"/>
                  <a:pt x="1793870" y="515264"/>
                </a:cubicBezTo>
                <a:cubicBezTo>
                  <a:pt x="1791950" y="512613"/>
                  <a:pt x="1790670" y="509595"/>
                  <a:pt x="1789938" y="506395"/>
                </a:cubicBezTo>
                <a:cubicBezTo>
                  <a:pt x="1789206" y="503194"/>
                  <a:pt x="1789115" y="499902"/>
                  <a:pt x="1789664" y="496702"/>
                </a:cubicBezTo>
                <a:cubicBezTo>
                  <a:pt x="1790212" y="493410"/>
                  <a:pt x="1791401" y="490393"/>
                  <a:pt x="1793138" y="487650"/>
                </a:cubicBezTo>
                <a:cubicBezTo>
                  <a:pt x="1794967" y="484815"/>
                  <a:pt x="1797162" y="482437"/>
                  <a:pt x="1799905" y="480609"/>
                </a:cubicBezTo>
                <a:cubicBezTo>
                  <a:pt x="1802557" y="478688"/>
                  <a:pt x="1805574" y="477317"/>
                  <a:pt x="1808775" y="476585"/>
                </a:cubicBezTo>
                <a:cubicBezTo>
                  <a:pt x="1811975" y="475854"/>
                  <a:pt x="1815267" y="475854"/>
                  <a:pt x="1818467" y="476402"/>
                </a:cubicBezTo>
                <a:cubicBezTo>
                  <a:pt x="1821759" y="476951"/>
                  <a:pt x="1824777" y="478140"/>
                  <a:pt x="1827611" y="479877"/>
                </a:cubicBezTo>
              </a:path>
              <a:path w="3887754" h="1096183">
                <a:moveTo>
                  <a:pt x="1836024" y="485181"/>
                </a:moveTo>
                <a:lnTo>
                  <a:pt x="1840230" y="487832"/>
                </a:lnTo>
                <a:cubicBezTo>
                  <a:pt x="1843065" y="489570"/>
                  <a:pt x="1845351" y="491856"/>
                  <a:pt x="1847271" y="494508"/>
                </a:cubicBezTo>
                <a:cubicBezTo>
                  <a:pt x="1849191" y="497251"/>
                  <a:pt x="1850471" y="500177"/>
                  <a:pt x="1851203" y="503377"/>
                </a:cubicBezTo>
                <a:cubicBezTo>
                  <a:pt x="1851934" y="506669"/>
                  <a:pt x="1852026" y="509869"/>
                  <a:pt x="1851477" y="513161"/>
                </a:cubicBezTo>
                <a:cubicBezTo>
                  <a:pt x="1850928" y="516362"/>
                  <a:pt x="1849740" y="519379"/>
                  <a:pt x="1848002" y="522214"/>
                </a:cubicBezTo>
                <a:cubicBezTo>
                  <a:pt x="1846265" y="524957"/>
                  <a:pt x="1843979" y="527334"/>
                  <a:pt x="1841327" y="529255"/>
                </a:cubicBezTo>
                <a:cubicBezTo>
                  <a:pt x="1838584" y="531175"/>
                  <a:pt x="1835658" y="532455"/>
                  <a:pt x="1832366" y="533187"/>
                </a:cubicBezTo>
                <a:cubicBezTo>
                  <a:pt x="1829166" y="533918"/>
                  <a:pt x="1825965" y="534010"/>
                  <a:pt x="1822674" y="533461"/>
                </a:cubicBezTo>
                <a:cubicBezTo>
                  <a:pt x="1819382" y="532912"/>
                  <a:pt x="1816364" y="531724"/>
                  <a:pt x="1813621" y="529986"/>
                </a:cubicBezTo>
                <a:lnTo>
                  <a:pt x="1809415" y="527334"/>
                </a:lnTo>
                <a:cubicBezTo>
                  <a:pt x="1806580" y="525506"/>
                  <a:pt x="1804203" y="523311"/>
                  <a:pt x="1802282" y="520568"/>
                </a:cubicBezTo>
                <a:cubicBezTo>
                  <a:pt x="1800454" y="517916"/>
                  <a:pt x="1799082" y="514899"/>
                  <a:pt x="1798350" y="511698"/>
                </a:cubicBezTo>
                <a:cubicBezTo>
                  <a:pt x="1797619" y="508498"/>
                  <a:pt x="1797528" y="505297"/>
                  <a:pt x="1798076" y="502006"/>
                </a:cubicBezTo>
                <a:cubicBezTo>
                  <a:pt x="1798716" y="498714"/>
                  <a:pt x="1799814" y="495696"/>
                  <a:pt x="1801642" y="492953"/>
                </a:cubicBezTo>
                <a:cubicBezTo>
                  <a:pt x="1803380" y="490118"/>
                  <a:pt x="1805574" y="487832"/>
                  <a:pt x="1808317" y="485912"/>
                </a:cubicBezTo>
                <a:cubicBezTo>
                  <a:pt x="1810969" y="483992"/>
                  <a:pt x="1813987" y="482712"/>
                  <a:pt x="1817187" y="481980"/>
                </a:cubicBezTo>
                <a:cubicBezTo>
                  <a:pt x="1820388" y="481249"/>
                  <a:pt x="1823679" y="481157"/>
                  <a:pt x="1826971" y="481706"/>
                </a:cubicBezTo>
                <a:cubicBezTo>
                  <a:pt x="1830172" y="482255"/>
                  <a:pt x="1833189" y="483443"/>
                  <a:pt x="1836024" y="485181"/>
                </a:cubicBezTo>
              </a:path>
              <a:path w="3887754" h="1096183">
                <a:moveTo>
                  <a:pt x="1844436" y="490484"/>
                </a:moveTo>
                <a:lnTo>
                  <a:pt x="1848642" y="493136"/>
                </a:lnTo>
                <a:cubicBezTo>
                  <a:pt x="1851477" y="494965"/>
                  <a:pt x="1853763" y="497159"/>
                  <a:pt x="1855683" y="499811"/>
                </a:cubicBezTo>
                <a:cubicBezTo>
                  <a:pt x="1857604" y="502554"/>
                  <a:pt x="1858975" y="505480"/>
                  <a:pt x="1859707" y="508772"/>
                </a:cubicBezTo>
                <a:cubicBezTo>
                  <a:pt x="1860438" y="511973"/>
                  <a:pt x="1860438" y="515173"/>
                  <a:pt x="1859890" y="518465"/>
                </a:cubicBezTo>
                <a:cubicBezTo>
                  <a:pt x="1859341" y="521665"/>
                  <a:pt x="1858152" y="524683"/>
                  <a:pt x="1856415" y="527517"/>
                </a:cubicBezTo>
                <a:cubicBezTo>
                  <a:pt x="1854678" y="530352"/>
                  <a:pt x="1852392" y="532638"/>
                  <a:pt x="1849740" y="534558"/>
                </a:cubicBezTo>
                <a:cubicBezTo>
                  <a:pt x="1846997" y="536478"/>
                  <a:pt x="1844070" y="537759"/>
                  <a:pt x="1840870" y="538490"/>
                </a:cubicBezTo>
                <a:cubicBezTo>
                  <a:pt x="1837578" y="539222"/>
                  <a:pt x="1834378" y="539313"/>
                  <a:pt x="1831086" y="538764"/>
                </a:cubicBezTo>
                <a:cubicBezTo>
                  <a:pt x="1827886" y="538216"/>
                  <a:pt x="1824868" y="537027"/>
                  <a:pt x="1822033" y="535290"/>
                </a:cubicBezTo>
                <a:lnTo>
                  <a:pt x="1817827" y="532638"/>
                </a:lnTo>
                <a:cubicBezTo>
                  <a:pt x="1814993" y="530809"/>
                  <a:pt x="1812707" y="528615"/>
                  <a:pt x="1810786" y="525963"/>
                </a:cubicBezTo>
                <a:cubicBezTo>
                  <a:pt x="1808866" y="523220"/>
                  <a:pt x="1807494" y="520294"/>
                  <a:pt x="1806763" y="517002"/>
                </a:cubicBezTo>
                <a:cubicBezTo>
                  <a:pt x="1806031" y="513801"/>
                  <a:pt x="1806031" y="510601"/>
                  <a:pt x="1806580" y="507309"/>
                </a:cubicBezTo>
                <a:cubicBezTo>
                  <a:pt x="1807129" y="504109"/>
                  <a:pt x="1808317" y="501091"/>
                  <a:pt x="1810055" y="498257"/>
                </a:cubicBezTo>
                <a:cubicBezTo>
                  <a:pt x="1811792" y="495422"/>
                  <a:pt x="1814078" y="493136"/>
                  <a:pt x="1816730" y="491216"/>
                </a:cubicBezTo>
                <a:cubicBezTo>
                  <a:pt x="1819473" y="489295"/>
                  <a:pt x="1822399" y="488015"/>
                  <a:pt x="1825600" y="487284"/>
                </a:cubicBezTo>
                <a:cubicBezTo>
                  <a:pt x="1828891" y="486552"/>
                  <a:pt x="1832092" y="486461"/>
                  <a:pt x="1835384" y="487009"/>
                </a:cubicBezTo>
                <a:cubicBezTo>
                  <a:pt x="1838584" y="487558"/>
                  <a:pt x="1841602" y="488747"/>
                  <a:pt x="1844436" y="490484"/>
                </a:cubicBezTo>
              </a:path>
              <a:path w="3887754" h="1096183">
                <a:moveTo>
                  <a:pt x="1852849" y="495788"/>
                </a:moveTo>
                <a:lnTo>
                  <a:pt x="1857055" y="498439"/>
                </a:lnTo>
                <a:cubicBezTo>
                  <a:pt x="1859890" y="500268"/>
                  <a:pt x="1862267" y="502463"/>
                  <a:pt x="1864187" y="505206"/>
                </a:cubicBezTo>
                <a:cubicBezTo>
                  <a:pt x="1866016" y="507858"/>
                  <a:pt x="1867388" y="510784"/>
                  <a:pt x="1868119" y="514076"/>
                </a:cubicBezTo>
                <a:cubicBezTo>
                  <a:pt x="1868851" y="517276"/>
                  <a:pt x="1868942" y="520476"/>
                  <a:pt x="1868394" y="523768"/>
                </a:cubicBezTo>
                <a:cubicBezTo>
                  <a:pt x="1867753" y="527060"/>
                  <a:pt x="1866656" y="530078"/>
                  <a:pt x="1864827" y="532821"/>
                </a:cubicBezTo>
                <a:cubicBezTo>
                  <a:pt x="1863090" y="535656"/>
                  <a:pt x="1860895" y="537942"/>
                  <a:pt x="1858152" y="539862"/>
                </a:cubicBezTo>
                <a:cubicBezTo>
                  <a:pt x="1855500" y="541782"/>
                  <a:pt x="1852483" y="543062"/>
                  <a:pt x="1849283" y="543794"/>
                </a:cubicBezTo>
                <a:cubicBezTo>
                  <a:pt x="1846082" y="544525"/>
                  <a:pt x="1842790" y="544617"/>
                  <a:pt x="1839498" y="544068"/>
                </a:cubicBezTo>
                <a:cubicBezTo>
                  <a:pt x="1836298" y="543519"/>
                  <a:pt x="1833281" y="542331"/>
                  <a:pt x="1830446" y="540593"/>
                </a:cubicBezTo>
                <a:lnTo>
                  <a:pt x="1826240" y="537942"/>
                </a:lnTo>
                <a:cubicBezTo>
                  <a:pt x="1823405" y="536204"/>
                  <a:pt x="1821119" y="533918"/>
                  <a:pt x="1819199" y="531266"/>
                </a:cubicBezTo>
                <a:cubicBezTo>
                  <a:pt x="1817279" y="528523"/>
                  <a:pt x="1815998" y="525597"/>
                  <a:pt x="1815267" y="522397"/>
                </a:cubicBezTo>
                <a:cubicBezTo>
                  <a:pt x="1814535" y="519105"/>
                  <a:pt x="1814444" y="515904"/>
                  <a:pt x="1814993" y="512613"/>
                </a:cubicBezTo>
                <a:cubicBezTo>
                  <a:pt x="1815541" y="509412"/>
                  <a:pt x="1816730" y="506395"/>
                  <a:pt x="1818467" y="503560"/>
                </a:cubicBezTo>
                <a:cubicBezTo>
                  <a:pt x="1820205" y="500817"/>
                  <a:pt x="1822491" y="498439"/>
                  <a:pt x="1825142" y="496519"/>
                </a:cubicBezTo>
                <a:cubicBezTo>
                  <a:pt x="1827886" y="494599"/>
                  <a:pt x="1830812" y="493319"/>
                  <a:pt x="1834104" y="492587"/>
                </a:cubicBezTo>
                <a:cubicBezTo>
                  <a:pt x="1837304" y="491856"/>
                  <a:pt x="1840504" y="491764"/>
                  <a:pt x="1843796" y="492313"/>
                </a:cubicBezTo>
                <a:cubicBezTo>
                  <a:pt x="1847088" y="492862"/>
                  <a:pt x="1850106" y="494050"/>
                  <a:pt x="1852849" y="495788"/>
                </a:cubicBezTo>
              </a:path>
              <a:path w="3887754" h="1096183">
                <a:moveTo>
                  <a:pt x="1861353" y="501183"/>
                </a:moveTo>
                <a:lnTo>
                  <a:pt x="1865559" y="503834"/>
                </a:lnTo>
                <a:cubicBezTo>
                  <a:pt x="1868302" y="505572"/>
                  <a:pt x="1870680" y="507766"/>
                  <a:pt x="1872600" y="510510"/>
                </a:cubicBezTo>
                <a:cubicBezTo>
                  <a:pt x="1874520" y="513161"/>
                  <a:pt x="1875800" y="516179"/>
                  <a:pt x="1876532" y="519379"/>
                </a:cubicBezTo>
                <a:cubicBezTo>
                  <a:pt x="1877263" y="522580"/>
                  <a:pt x="1877355" y="525871"/>
                  <a:pt x="1876806" y="529072"/>
                </a:cubicBezTo>
                <a:cubicBezTo>
                  <a:pt x="1876257" y="532364"/>
                  <a:pt x="1875069" y="535381"/>
                  <a:pt x="1873331" y="538124"/>
                </a:cubicBezTo>
                <a:cubicBezTo>
                  <a:pt x="1871502" y="540959"/>
                  <a:pt x="1869308" y="543336"/>
                  <a:pt x="1866565" y="545165"/>
                </a:cubicBezTo>
                <a:cubicBezTo>
                  <a:pt x="1863913" y="547086"/>
                  <a:pt x="1860895" y="548457"/>
                  <a:pt x="1857695" y="549189"/>
                </a:cubicBezTo>
                <a:cubicBezTo>
                  <a:pt x="1854495" y="549920"/>
                  <a:pt x="1851203" y="549920"/>
                  <a:pt x="1848002" y="549372"/>
                </a:cubicBezTo>
                <a:cubicBezTo>
                  <a:pt x="1844711" y="548823"/>
                  <a:pt x="1841693" y="547634"/>
                  <a:pt x="1838858" y="545897"/>
                </a:cubicBezTo>
                <a:lnTo>
                  <a:pt x="1834652" y="543245"/>
                </a:lnTo>
                <a:cubicBezTo>
                  <a:pt x="1831909" y="541508"/>
                  <a:pt x="1829532" y="539222"/>
                  <a:pt x="1827611" y="536570"/>
                </a:cubicBezTo>
                <a:cubicBezTo>
                  <a:pt x="1825691" y="533827"/>
                  <a:pt x="1824411" y="530901"/>
                  <a:pt x="1823679" y="527700"/>
                </a:cubicBezTo>
                <a:cubicBezTo>
                  <a:pt x="1822948" y="524500"/>
                  <a:pt x="1822856" y="521208"/>
                  <a:pt x="1823405" y="518008"/>
                </a:cubicBezTo>
                <a:cubicBezTo>
                  <a:pt x="1823954" y="514716"/>
                  <a:pt x="1825142" y="511698"/>
                  <a:pt x="1826880" y="508864"/>
                </a:cubicBezTo>
                <a:cubicBezTo>
                  <a:pt x="1828709" y="506120"/>
                  <a:pt x="1830903" y="503743"/>
                  <a:pt x="1833646" y="501823"/>
                </a:cubicBezTo>
                <a:cubicBezTo>
                  <a:pt x="1836298" y="499902"/>
                  <a:pt x="1839316" y="498622"/>
                  <a:pt x="1842516" y="497891"/>
                </a:cubicBezTo>
                <a:cubicBezTo>
                  <a:pt x="1845716" y="497159"/>
                  <a:pt x="1849008" y="497068"/>
                  <a:pt x="1852209" y="497616"/>
                </a:cubicBezTo>
                <a:cubicBezTo>
                  <a:pt x="1855500" y="498257"/>
                  <a:pt x="1858518" y="499354"/>
                  <a:pt x="1861353" y="501183"/>
                </a:cubicBezTo>
              </a:path>
              <a:path w="3887754" h="1096183">
                <a:moveTo>
                  <a:pt x="1869765" y="506486"/>
                </a:moveTo>
                <a:lnTo>
                  <a:pt x="1873971" y="509138"/>
                </a:lnTo>
                <a:cubicBezTo>
                  <a:pt x="1876715" y="510875"/>
                  <a:pt x="1879092" y="513070"/>
                  <a:pt x="1881012" y="515813"/>
                </a:cubicBezTo>
                <a:cubicBezTo>
                  <a:pt x="1882932" y="518465"/>
                  <a:pt x="1884213" y="521482"/>
                  <a:pt x="1884944" y="524683"/>
                </a:cubicBezTo>
                <a:cubicBezTo>
                  <a:pt x="1885676" y="527883"/>
                  <a:pt x="1885767" y="531175"/>
                  <a:pt x="1885218" y="534375"/>
                </a:cubicBezTo>
                <a:cubicBezTo>
                  <a:pt x="1884670" y="537667"/>
                  <a:pt x="1883481" y="540685"/>
                  <a:pt x="1881744" y="543519"/>
                </a:cubicBezTo>
                <a:cubicBezTo>
                  <a:pt x="1880006" y="546263"/>
                  <a:pt x="1877720" y="548640"/>
                  <a:pt x="1875069" y="550560"/>
                </a:cubicBezTo>
                <a:cubicBezTo>
                  <a:pt x="1872325" y="552389"/>
                  <a:pt x="1869399" y="553761"/>
                  <a:pt x="1866108" y="554492"/>
                </a:cubicBezTo>
                <a:cubicBezTo>
                  <a:pt x="1862907" y="555224"/>
                  <a:pt x="1859707" y="555315"/>
                  <a:pt x="1856415" y="554766"/>
                </a:cubicBezTo>
                <a:cubicBezTo>
                  <a:pt x="1853123" y="554126"/>
                  <a:pt x="1850106" y="553029"/>
                  <a:pt x="1847362" y="551200"/>
                </a:cubicBezTo>
                <a:lnTo>
                  <a:pt x="1843156" y="548549"/>
                </a:lnTo>
                <a:cubicBezTo>
                  <a:pt x="1840321" y="546811"/>
                  <a:pt x="1837944" y="544617"/>
                  <a:pt x="1836024" y="541873"/>
                </a:cubicBezTo>
                <a:cubicBezTo>
                  <a:pt x="1834104" y="539222"/>
                  <a:pt x="1832823" y="536204"/>
                  <a:pt x="1832092" y="533004"/>
                </a:cubicBezTo>
                <a:cubicBezTo>
                  <a:pt x="1831360" y="529803"/>
                  <a:pt x="1831269" y="526512"/>
                  <a:pt x="1831818" y="523311"/>
                </a:cubicBezTo>
                <a:cubicBezTo>
                  <a:pt x="1832458" y="520019"/>
                  <a:pt x="1833555" y="517002"/>
                  <a:pt x="1835384" y="514259"/>
                </a:cubicBezTo>
                <a:cubicBezTo>
                  <a:pt x="1837121" y="511424"/>
                  <a:pt x="1839316" y="509046"/>
                  <a:pt x="1842059" y="507126"/>
                </a:cubicBezTo>
                <a:cubicBezTo>
                  <a:pt x="1844711" y="505297"/>
                  <a:pt x="1847728" y="503926"/>
                  <a:pt x="1850928" y="503194"/>
                </a:cubicBezTo>
                <a:cubicBezTo>
                  <a:pt x="1854129" y="502463"/>
                  <a:pt x="1857421" y="502371"/>
                  <a:pt x="1860621" y="503011"/>
                </a:cubicBezTo>
                <a:cubicBezTo>
                  <a:pt x="1863913" y="503560"/>
                  <a:pt x="1866930" y="504657"/>
                  <a:pt x="1869765" y="506486"/>
                </a:cubicBezTo>
              </a:path>
              <a:path w="3887754" h="1096183">
                <a:moveTo>
                  <a:pt x="1878178" y="511790"/>
                </a:moveTo>
                <a:lnTo>
                  <a:pt x="1882384" y="514441"/>
                </a:lnTo>
                <a:cubicBezTo>
                  <a:pt x="1885218" y="516179"/>
                  <a:pt x="1887504" y="518465"/>
                  <a:pt x="1889425" y="521117"/>
                </a:cubicBezTo>
                <a:cubicBezTo>
                  <a:pt x="1891345" y="523860"/>
                  <a:pt x="1892717" y="526786"/>
                  <a:pt x="1893357" y="529986"/>
                </a:cubicBezTo>
                <a:cubicBezTo>
                  <a:pt x="1894088" y="533187"/>
                  <a:pt x="1894180" y="536478"/>
                  <a:pt x="1893631" y="539679"/>
                </a:cubicBezTo>
                <a:cubicBezTo>
                  <a:pt x="1893082" y="542971"/>
                  <a:pt x="1891894" y="545988"/>
                  <a:pt x="1890156" y="548823"/>
                </a:cubicBezTo>
                <a:cubicBezTo>
                  <a:pt x="1888419" y="551566"/>
                  <a:pt x="1886133" y="553944"/>
                  <a:pt x="1883481" y="555864"/>
                </a:cubicBezTo>
                <a:cubicBezTo>
                  <a:pt x="1880738" y="557784"/>
                  <a:pt x="1877812" y="559064"/>
                  <a:pt x="1874611" y="559796"/>
                </a:cubicBezTo>
                <a:cubicBezTo>
                  <a:pt x="1871320" y="560527"/>
                  <a:pt x="1868119" y="560619"/>
                  <a:pt x="1864827" y="560070"/>
                </a:cubicBezTo>
                <a:cubicBezTo>
                  <a:pt x="1861627" y="559521"/>
                  <a:pt x="1858518" y="558333"/>
                  <a:pt x="1855775" y="556595"/>
                </a:cubicBezTo>
                <a:lnTo>
                  <a:pt x="1851569" y="553852"/>
                </a:lnTo>
                <a:cubicBezTo>
                  <a:pt x="1848734" y="552115"/>
                  <a:pt x="1846356" y="549920"/>
                  <a:pt x="1844528" y="547177"/>
                </a:cubicBezTo>
                <a:cubicBezTo>
                  <a:pt x="1842607" y="544525"/>
                  <a:pt x="1841236" y="541508"/>
                  <a:pt x="1840504" y="538307"/>
                </a:cubicBezTo>
                <a:cubicBezTo>
                  <a:pt x="1839773" y="535107"/>
                  <a:pt x="1839681" y="531906"/>
                  <a:pt x="1840321" y="528615"/>
                </a:cubicBezTo>
                <a:cubicBezTo>
                  <a:pt x="1840870" y="525323"/>
                  <a:pt x="1841967" y="522305"/>
                  <a:pt x="1843796" y="519562"/>
                </a:cubicBezTo>
                <a:cubicBezTo>
                  <a:pt x="1845534" y="516727"/>
                  <a:pt x="1847820" y="514350"/>
                  <a:pt x="1850471" y="512521"/>
                </a:cubicBezTo>
                <a:cubicBezTo>
                  <a:pt x="1853214" y="510601"/>
                  <a:pt x="1856141" y="509229"/>
                  <a:pt x="1859341" y="508498"/>
                </a:cubicBezTo>
                <a:cubicBezTo>
                  <a:pt x="1862633" y="507858"/>
                  <a:pt x="1865833" y="507766"/>
                  <a:pt x="1869125" y="508315"/>
                </a:cubicBezTo>
                <a:cubicBezTo>
                  <a:pt x="1872325" y="508864"/>
                  <a:pt x="1875343" y="510052"/>
                  <a:pt x="1878178" y="511790"/>
                </a:cubicBezTo>
              </a:path>
              <a:path w="3887754" h="1096183">
                <a:moveTo>
                  <a:pt x="1886590" y="517093"/>
                </a:moveTo>
                <a:lnTo>
                  <a:pt x="1890796" y="519745"/>
                </a:lnTo>
                <a:cubicBezTo>
                  <a:pt x="1893631" y="521482"/>
                  <a:pt x="1896008" y="523768"/>
                  <a:pt x="1897837" y="526420"/>
                </a:cubicBezTo>
                <a:cubicBezTo>
                  <a:pt x="1899757" y="529163"/>
                  <a:pt x="1901129" y="532089"/>
                  <a:pt x="1901861" y="535290"/>
                </a:cubicBezTo>
                <a:cubicBezTo>
                  <a:pt x="1902592" y="538582"/>
                  <a:pt x="1902684" y="541782"/>
                  <a:pt x="1902043" y="545074"/>
                </a:cubicBezTo>
                <a:cubicBezTo>
                  <a:pt x="1901495" y="548274"/>
                  <a:pt x="1900398" y="551292"/>
                  <a:pt x="1898569" y="554126"/>
                </a:cubicBezTo>
                <a:cubicBezTo>
                  <a:pt x="1896831" y="556870"/>
                  <a:pt x="1894637" y="559247"/>
                  <a:pt x="1891894" y="561167"/>
                </a:cubicBezTo>
                <a:cubicBezTo>
                  <a:pt x="1889150" y="563088"/>
                  <a:pt x="1886224" y="564368"/>
                  <a:pt x="1883024" y="565099"/>
                </a:cubicBezTo>
                <a:cubicBezTo>
                  <a:pt x="1879732" y="565831"/>
                  <a:pt x="1876532" y="565922"/>
                  <a:pt x="1873240" y="565374"/>
                </a:cubicBezTo>
                <a:cubicBezTo>
                  <a:pt x="1870039" y="564825"/>
                  <a:pt x="1867022" y="563636"/>
                  <a:pt x="1864187" y="561899"/>
                </a:cubicBezTo>
                <a:lnTo>
                  <a:pt x="1859981" y="559247"/>
                </a:lnTo>
                <a:cubicBezTo>
                  <a:pt x="1857146" y="557418"/>
                  <a:pt x="1854860" y="555224"/>
                  <a:pt x="1852940" y="552480"/>
                </a:cubicBezTo>
                <a:cubicBezTo>
                  <a:pt x="1851020" y="549829"/>
                  <a:pt x="1849740" y="546903"/>
                  <a:pt x="1849008" y="543611"/>
                </a:cubicBezTo>
                <a:cubicBezTo>
                  <a:pt x="1848277" y="540410"/>
                  <a:pt x="1848185" y="537210"/>
                  <a:pt x="1848734" y="533918"/>
                </a:cubicBezTo>
                <a:cubicBezTo>
                  <a:pt x="1849283" y="530718"/>
                  <a:pt x="1850471" y="527609"/>
                  <a:pt x="1852209" y="524866"/>
                </a:cubicBezTo>
                <a:cubicBezTo>
                  <a:pt x="1853946" y="522031"/>
                  <a:pt x="1856232" y="519745"/>
                  <a:pt x="1858884" y="517825"/>
                </a:cubicBezTo>
                <a:cubicBezTo>
                  <a:pt x="1861627" y="515904"/>
                  <a:pt x="1864553" y="514624"/>
                  <a:pt x="1867845" y="513893"/>
                </a:cubicBezTo>
                <a:cubicBezTo>
                  <a:pt x="1871045" y="513161"/>
                  <a:pt x="1874246" y="513070"/>
                  <a:pt x="1877538" y="513618"/>
                </a:cubicBezTo>
                <a:cubicBezTo>
                  <a:pt x="1880829" y="514167"/>
                  <a:pt x="1883847" y="515356"/>
                  <a:pt x="1886590" y="517093"/>
                </a:cubicBezTo>
              </a:path>
              <a:path w="3887754" h="1096183">
                <a:moveTo>
                  <a:pt x="1895003" y="522397"/>
                </a:moveTo>
                <a:lnTo>
                  <a:pt x="1899300" y="525048"/>
                </a:lnTo>
                <a:cubicBezTo>
                  <a:pt x="1902043" y="526877"/>
                  <a:pt x="1904421" y="529072"/>
                  <a:pt x="1906341" y="531815"/>
                </a:cubicBezTo>
                <a:cubicBezTo>
                  <a:pt x="1908261" y="534467"/>
                  <a:pt x="1909542" y="537393"/>
                  <a:pt x="1910273" y="540685"/>
                </a:cubicBezTo>
                <a:cubicBezTo>
                  <a:pt x="1911005" y="543885"/>
                  <a:pt x="1911096" y="547086"/>
                  <a:pt x="1910547" y="550377"/>
                </a:cubicBezTo>
                <a:cubicBezTo>
                  <a:pt x="1909999" y="553578"/>
                  <a:pt x="1908810" y="556687"/>
                  <a:pt x="1907073" y="559430"/>
                </a:cubicBezTo>
                <a:cubicBezTo>
                  <a:pt x="1905244" y="562265"/>
                  <a:pt x="1903049" y="564551"/>
                  <a:pt x="1900306" y="566471"/>
                </a:cubicBezTo>
                <a:cubicBezTo>
                  <a:pt x="1897654" y="568391"/>
                  <a:pt x="1894637" y="569671"/>
                  <a:pt x="1891436" y="570403"/>
                </a:cubicBezTo>
                <a:cubicBezTo>
                  <a:pt x="1888236" y="571134"/>
                  <a:pt x="1884944" y="571226"/>
                  <a:pt x="1881744" y="570677"/>
                </a:cubicBezTo>
                <a:cubicBezTo>
                  <a:pt x="1878452" y="570128"/>
                  <a:pt x="1875434" y="568940"/>
                  <a:pt x="1872600" y="567202"/>
                </a:cubicBezTo>
                <a:lnTo>
                  <a:pt x="1868394" y="564551"/>
                </a:lnTo>
                <a:cubicBezTo>
                  <a:pt x="1865650" y="562813"/>
                  <a:pt x="1863273" y="560527"/>
                  <a:pt x="1861353" y="557875"/>
                </a:cubicBezTo>
                <a:cubicBezTo>
                  <a:pt x="1859432" y="555132"/>
                  <a:pt x="1858152" y="552206"/>
                  <a:pt x="1857421" y="549006"/>
                </a:cubicBezTo>
                <a:cubicBezTo>
                  <a:pt x="1856689" y="545714"/>
                  <a:pt x="1856598" y="542514"/>
                  <a:pt x="1857146" y="539222"/>
                </a:cubicBezTo>
                <a:cubicBezTo>
                  <a:pt x="1857695" y="536021"/>
                  <a:pt x="1858884" y="533004"/>
                  <a:pt x="1860621" y="530169"/>
                </a:cubicBezTo>
                <a:cubicBezTo>
                  <a:pt x="1862450" y="527426"/>
                  <a:pt x="1864644" y="525048"/>
                  <a:pt x="1867388" y="523128"/>
                </a:cubicBezTo>
                <a:cubicBezTo>
                  <a:pt x="1870039" y="521208"/>
                  <a:pt x="1872966" y="519928"/>
                  <a:pt x="1876257" y="519196"/>
                </a:cubicBezTo>
                <a:cubicBezTo>
                  <a:pt x="1879458" y="518465"/>
                  <a:pt x="1882658" y="518373"/>
                  <a:pt x="1885950" y="518922"/>
                </a:cubicBezTo>
                <a:cubicBezTo>
                  <a:pt x="1889242" y="519471"/>
                  <a:pt x="1892259" y="520659"/>
                  <a:pt x="1895003" y="522397"/>
                </a:cubicBezTo>
              </a:path>
              <a:path w="3887754" h="1096183">
                <a:moveTo>
                  <a:pt x="1903506" y="527700"/>
                </a:moveTo>
                <a:lnTo>
                  <a:pt x="1907713" y="530443"/>
                </a:lnTo>
                <a:cubicBezTo>
                  <a:pt x="1910456" y="532181"/>
                  <a:pt x="1912833" y="534375"/>
                  <a:pt x="1914754" y="537119"/>
                </a:cubicBezTo>
                <a:cubicBezTo>
                  <a:pt x="1916674" y="539770"/>
                  <a:pt x="1917954" y="542788"/>
                  <a:pt x="1918686" y="545988"/>
                </a:cubicBezTo>
                <a:cubicBezTo>
                  <a:pt x="1919417" y="549189"/>
                  <a:pt x="1919508" y="552389"/>
                  <a:pt x="1918960" y="555681"/>
                </a:cubicBezTo>
                <a:cubicBezTo>
                  <a:pt x="1918411" y="558973"/>
                  <a:pt x="1917222" y="561990"/>
                  <a:pt x="1915485" y="564733"/>
                </a:cubicBezTo>
                <a:cubicBezTo>
                  <a:pt x="1913656" y="567568"/>
                  <a:pt x="1911462" y="569854"/>
                  <a:pt x="1908719" y="571774"/>
                </a:cubicBezTo>
                <a:cubicBezTo>
                  <a:pt x="1906067" y="573695"/>
                  <a:pt x="1903049" y="575066"/>
                  <a:pt x="1899849" y="575706"/>
                </a:cubicBezTo>
                <a:cubicBezTo>
                  <a:pt x="1896648" y="576438"/>
                  <a:pt x="1893357" y="576529"/>
                  <a:pt x="1890156" y="575981"/>
                </a:cubicBezTo>
                <a:cubicBezTo>
                  <a:pt x="1886864" y="575432"/>
                  <a:pt x="1883847" y="574243"/>
                  <a:pt x="1881104" y="572506"/>
                </a:cubicBezTo>
                <a:lnTo>
                  <a:pt x="1876806" y="569854"/>
                </a:lnTo>
                <a:cubicBezTo>
                  <a:pt x="1874063" y="568117"/>
                  <a:pt x="1871685" y="565831"/>
                  <a:pt x="1869765" y="563179"/>
                </a:cubicBezTo>
                <a:cubicBezTo>
                  <a:pt x="1867845" y="560436"/>
                  <a:pt x="1866565" y="557510"/>
                  <a:pt x="1865833" y="554309"/>
                </a:cubicBezTo>
                <a:cubicBezTo>
                  <a:pt x="1865102" y="551017"/>
                  <a:pt x="1865010" y="547817"/>
                  <a:pt x="1865559" y="544525"/>
                </a:cubicBezTo>
                <a:cubicBezTo>
                  <a:pt x="1866108" y="541325"/>
                  <a:pt x="1867296" y="538307"/>
                  <a:pt x="1869034" y="535473"/>
                </a:cubicBezTo>
                <a:cubicBezTo>
                  <a:pt x="1870862" y="532729"/>
                  <a:pt x="1873057" y="530352"/>
                  <a:pt x="1875800" y="528432"/>
                </a:cubicBezTo>
                <a:cubicBezTo>
                  <a:pt x="1878452" y="526512"/>
                  <a:pt x="1881469" y="525231"/>
                  <a:pt x="1884670" y="524500"/>
                </a:cubicBezTo>
                <a:cubicBezTo>
                  <a:pt x="1887870" y="523768"/>
                  <a:pt x="1891162" y="523677"/>
                  <a:pt x="1894362" y="524226"/>
                </a:cubicBezTo>
                <a:cubicBezTo>
                  <a:pt x="1897654" y="524774"/>
                  <a:pt x="1900672" y="525963"/>
                  <a:pt x="1903506" y="527700"/>
                </a:cubicBezTo>
              </a:path>
              <a:path w="3887754" h="1096183">
                <a:moveTo>
                  <a:pt x="1911919" y="533095"/>
                </a:moveTo>
                <a:lnTo>
                  <a:pt x="1916125" y="535747"/>
                </a:lnTo>
                <a:cubicBezTo>
                  <a:pt x="1918960" y="537484"/>
                  <a:pt x="1921246" y="539679"/>
                  <a:pt x="1923166" y="542422"/>
                </a:cubicBezTo>
                <a:cubicBezTo>
                  <a:pt x="1925086" y="545074"/>
                  <a:pt x="1926366" y="548091"/>
                  <a:pt x="1927098" y="551292"/>
                </a:cubicBezTo>
                <a:cubicBezTo>
                  <a:pt x="1927830" y="554492"/>
                  <a:pt x="1927921" y="557784"/>
                  <a:pt x="1927372" y="560984"/>
                </a:cubicBezTo>
                <a:cubicBezTo>
                  <a:pt x="1926824" y="564276"/>
                  <a:pt x="1925635" y="567294"/>
                  <a:pt x="1923898" y="570037"/>
                </a:cubicBezTo>
                <a:cubicBezTo>
                  <a:pt x="1922160" y="572872"/>
                  <a:pt x="1919874" y="575249"/>
                  <a:pt x="1917222" y="577078"/>
                </a:cubicBezTo>
                <a:cubicBezTo>
                  <a:pt x="1914479" y="578998"/>
                  <a:pt x="1911553" y="580370"/>
                  <a:pt x="1908261" y="581101"/>
                </a:cubicBezTo>
                <a:cubicBezTo>
                  <a:pt x="1905061" y="581833"/>
                  <a:pt x="1901861" y="581924"/>
                  <a:pt x="1898569" y="581284"/>
                </a:cubicBezTo>
                <a:cubicBezTo>
                  <a:pt x="1895277" y="580735"/>
                  <a:pt x="1892259" y="579638"/>
                  <a:pt x="1889516" y="577809"/>
                </a:cubicBezTo>
                <a:lnTo>
                  <a:pt x="1885310" y="575158"/>
                </a:lnTo>
                <a:cubicBezTo>
                  <a:pt x="1882475" y="573420"/>
                  <a:pt x="1880098" y="571226"/>
                  <a:pt x="1878178" y="568482"/>
                </a:cubicBezTo>
                <a:cubicBezTo>
                  <a:pt x="1876349" y="565739"/>
                  <a:pt x="1874977" y="562813"/>
                  <a:pt x="1874246" y="559613"/>
                </a:cubicBezTo>
                <a:cubicBezTo>
                  <a:pt x="1873514" y="556412"/>
                  <a:pt x="1873423" y="553121"/>
                  <a:pt x="1874063" y="549920"/>
                </a:cubicBezTo>
                <a:cubicBezTo>
                  <a:pt x="1874611" y="546628"/>
                  <a:pt x="1875709" y="543611"/>
                  <a:pt x="1877538" y="540776"/>
                </a:cubicBezTo>
                <a:cubicBezTo>
                  <a:pt x="1879275" y="538033"/>
                  <a:pt x="1881469" y="535656"/>
                  <a:pt x="1884213" y="533735"/>
                </a:cubicBezTo>
                <a:cubicBezTo>
                  <a:pt x="1886956" y="531906"/>
                  <a:pt x="1889882" y="530535"/>
                  <a:pt x="1893082" y="529803"/>
                </a:cubicBezTo>
                <a:cubicBezTo>
                  <a:pt x="1896283" y="529072"/>
                  <a:pt x="1899575" y="528980"/>
                  <a:pt x="1902866" y="529529"/>
                </a:cubicBezTo>
                <a:cubicBezTo>
                  <a:pt x="1906067" y="530169"/>
                  <a:pt x="1909084" y="531266"/>
                  <a:pt x="1911919" y="533095"/>
                </a:cubicBezTo>
              </a:path>
              <a:path w="3887754" h="1096183">
                <a:moveTo>
                  <a:pt x="1920331" y="538399"/>
                </a:moveTo>
                <a:lnTo>
                  <a:pt x="1924538" y="541050"/>
                </a:lnTo>
                <a:cubicBezTo>
                  <a:pt x="1927372" y="542788"/>
                  <a:pt x="1929750" y="545074"/>
                  <a:pt x="1931579" y="547726"/>
                </a:cubicBezTo>
                <a:cubicBezTo>
                  <a:pt x="1933499" y="550469"/>
                  <a:pt x="1934870" y="553395"/>
                  <a:pt x="1935602" y="556595"/>
                </a:cubicBezTo>
                <a:cubicBezTo>
                  <a:pt x="1936333" y="559796"/>
                  <a:pt x="1936425" y="563088"/>
                  <a:pt x="1935785" y="566288"/>
                </a:cubicBezTo>
                <a:cubicBezTo>
                  <a:pt x="1935236" y="569580"/>
                  <a:pt x="1934139" y="572597"/>
                  <a:pt x="1932310" y="575432"/>
                </a:cubicBezTo>
                <a:cubicBezTo>
                  <a:pt x="1930573" y="578175"/>
                  <a:pt x="1928287" y="580553"/>
                  <a:pt x="1925635" y="582473"/>
                </a:cubicBezTo>
                <a:cubicBezTo>
                  <a:pt x="1922892" y="584393"/>
                  <a:pt x="1919966" y="585673"/>
                  <a:pt x="1916765" y="586405"/>
                </a:cubicBezTo>
                <a:cubicBezTo>
                  <a:pt x="1913473" y="587136"/>
                  <a:pt x="1910273" y="587228"/>
                  <a:pt x="1906981" y="586679"/>
                </a:cubicBezTo>
                <a:cubicBezTo>
                  <a:pt x="1903781" y="586039"/>
                  <a:pt x="1900763" y="584942"/>
                  <a:pt x="1897929" y="583113"/>
                </a:cubicBezTo>
                <a:lnTo>
                  <a:pt x="1893722" y="580461"/>
                </a:lnTo>
                <a:cubicBezTo>
                  <a:pt x="1890888" y="578724"/>
                  <a:pt x="1888602" y="576529"/>
                  <a:pt x="1886682" y="573786"/>
                </a:cubicBezTo>
                <a:cubicBezTo>
                  <a:pt x="1884761" y="571134"/>
                  <a:pt x="1883390" y="568117"/>
                  <a:pt x="1882658" y="564916"/>
                </a:cubicBezTo>
                <a:cubicBezTo>
                  <a:pt x="1882018" y="561716"/>
                  <a:pt x="1881927" y="558424"/>
                  <a:pt x="1882475" y="555224"/>
                </a:cubicBezTo>
                <a:cubicBezTo>
                  <a:pt x="1883024" y="551932"/>
                  <a:pt x="1884213" y="548914"/>
                  <a:pt x="1885950" y="546171"/>
                </a:cubicBezTo>
                <a:cubicBezTo>
                  <a:pt x="1887687" y="543336"/>
                  <a:pt x="1889973" y="540959"/>
                  <a:pt x="1892625" y="539130"/>
                </a:cubicBezTo>
                <a:cubicBezTo>
                  <a:pt x="1895368" y="537210"/>
                  <a:pt x="1898294" y="535838"/>
                  <a:pt x="1901495" y="535107"/>
                </a:cubicBezTo>
                <a:cubicBezTo>
                  <a:pt x="1904787" y="534375"/>
                  <a:pt x="1907987" y="534375"/>
                  <a:pt x="1911279" y="534924"/>
                </a:cubicBezTo>
                <a:cubicBezTo>
                  <a:pt x="1914479" y="535473"/>
                  <a:pt x="1917588" y="536570"/>
                  <a:pt x="1920331" y="538399"/>
                </a:cubicBezTo>
              </a:path>
              <a:path w="3887754" h="1096183">
                <a:moveTo>
                  <a:pt x="1928744" y="543702"/>
                </a:moveTo>
                <a:lnTo>
                  <a:pt x="1932950" y="546354"/>
                </a:lnTo>
                <a:cubicBezTo>
                  <a:pt x="1935785" y="548091"/>
                  <a:pt x="1938162" y="550377"/>
                  <a:pt x="1940082" y="553029"/>
                </a:cubicBezTo>
                <a:cubicBezTo>
                  <a:pt x="1941911" y="555772"/>
                  <a:pt x="1943283" y="558698"/>
                  <a:pt x="1944014" y="561899"/>
                </a:cubicBezTo>
                <a:cubicBezTo>
                  <a:pt x="1944746" y="565191"/>
                  <a:pt x="1944837" y="568391"/>
                  <a:pt x="1944289" y="571683"/>
                </a:cubicBezTo>
                <a:cubicBezTo>
                  <a:pt x="1943649" y="574883"/>
                  <a:pt x="1942551" y="577901"/>
                  <a:pt x="1940723" y="580735"/>
                </a:cubicBezTo>
                <a:cubicBezTo>
                  <a:pt x="1938985" y="583479"/>
                  <a:pt x="1936791" y="585856"/>
                  <a:pt x="1934047" y="587776"/>
                </a:cubicBezTo>
                <a:cubicBezTo>
                  <a:pt x="1931396" y="589697"/>
                  <a:pt x="1928378" y="590977"/>
                  <a:pt x="1925178" y="591708"/>
                </a:cubicBezTo>
                <a:cubicBezTo>
                  <a:pt x="1921977" y="592440"/>
                  <a:pt x="1918686" y="592531"/>
                  <a:pt x="1915485" y="591983"/>
                </a:cubicBezTo>
                <a:cubicBezTo>
                  <a:pt x="1912193" y="591434"/>
                  <a:pt x="1909176" y="590245"/>
                  <a:pt x="1906341" y="588508"/>
                </a:cubicBezTo>
                <a:lnTo>
                  <a:pt x="1902135" y="585856"/>
                </a:lnTo>
                <a:cubicBezTo>
                  <a:pt x="1899392" y="584027"/>
                  <a:pt x="1897014" y="581833"/>
                  <a:pt x="1895094" y="579090"/>
                </a:cubicBezTo>
                <a:cubicBezTo>
                  <a:pt x="1893174" y="576438"/>
                  <a:pt x="1891894" y="573420"/>
                  <a:pt x="1891162" y="570220"/>
                </a:cubicBezTo>
                <a:cubicBezTo>
                  <a:pt x="1890431" y="567019"/>
                  <a:pt x="1890339" y="563819"/>
                  <a:pt x="1890888" y="560527"/>
                </a:cubicBezTo>
                <a:cubicBezTo>
                  <a:pt x="1891436" y="557235"/>
                  <a:pt x="1892625" y="554218"/>
                  <a:pt x="1894362" y="551475"/>
                </a:cubicBezTo>
                <a:cubicBezTo>
                  <a:pt x="1896100" y="548640"/>
                  <a:pt x="1898386" y="546354"/>
                  <a:pt x="1901038" y="544434"/>
                </a:cubicBezTo>
                <a:cubicBezTo>
                  <a:pt x="1903781" y="542514"/>
                  <a:pt x="1906707" y="541233"/>
                  <a:pt x="1909999" y="540502"/>
                </a:cubicBezTo>
                <a:cubicBezTo>
                  <a:pt x="1913199" y="539770"/>
                  <a:pt x="1916400" y="539679"/>
                  <a:pt x="1919691" y="540228"/>
                </a:cubicBezTo>
                <a:cubicBezTo>
                  <a:pt x="1922983" y="540776"/>
                  <a:pt x="1926001" y="541965"/>
                  <a:pt x="1928744" y="543702"/>
                </a:cubicBezTo>
              </a:path>
              <a:path w="3887754" h="1096183">
                <a:moveTo>
                  <a:pt x="1937248" y="549006"/>
                </a:moveTo>
                <a:lnTo>
                  <a:pt x="1941454" y="551658"/>
                </a:lnTo>
                <a:cubicBezTo>
                  <a:pt x="1944197" y="553486"/>
                  <a:pt x="1946575" y="555681"/>
                  <a:pt x="1948495" y="558333"/>
                </a:cubicBezTo>
                <a:cubicBezTo>
                  <a:pt x="1950415" y="561076"/>
                  <a:pt x="1951695" y="564002"/>
                  <a:pt x="1952427" y="567294"/>
                </a:cubicBezTo>
                <a:cubicBezTo>
                  <a:pt x="1953158" y="570494"/>
                  <a:pt x="1953250" y="573695"/>
                  <a:pt x="1952701" y="576986"/>
                </a:cubicBezTo>
                <a:cubicBezTo>
                  <a:pt x="1952153" y="580187"/>
                  <a:pt x="1950964" y="583204"/>
                  <a:pt x="1949226" y="586039"/>
                </a:cubicBezTo>
                <a:cubicBezTo>
                  <a:pt x="1947398" y="588874"/>
                  <a:pt x="1945203" y="591160"/>
                  <a:pt x="1942460" y="593080"/>
                </a:cubicBezTo>
                <a:cubicBezTo>
                  <a:pt x="1939808" y="595000"/>
                  <a:pt x="1936791" y="596280"/>
                  <a:pt x="1933590" y="597012"/>
                </a:cubicBezTo>
                <a:cubicBezTo>
                  <a:pt x="1930390" y="597743"/>
                  <a:pt x="1927098" y="597835"/>
                  <a:pt x="1923898" y="597286"/>
                </a:cubicBezTo>
                <a:cubicBezTo>
                  <a:pt x="1920606" y="596737"/>
                  <a:pt x="1917588" y="595549"/>
                  <a:pt x="1914754" y="593811"/>
                </a:cubicBezTo>
                <a:lnTo>
                  <a:pt x="1910547" y="591160"/>
                </a:lnTo>
                <a:cubicBezTo>
                  <a:pt x="1907804" y="589331"/>
                  <a:pt x="1905427" y="587136"/>
                  <a:pt x="1903506" y="584484"/>
                </a:cubicBezTo>
                <a:cubicBezTo>
                  <a:pt x="1901586" y="581741"/>
                  <a:pt x="1900306" y="578815"/>
                  <a:pt x="1899575" y="575523"/>
                </a:cubicBezTo>
                <a:cubicBezTo>
                  <a:pt x="1898843" y="572323"/>
                  <a:pt x="1898752" y="569123"/>
                  <a:pt x="1899300" y="565831"/>
                </a:cubicBezTo>
                <a:cubicBezTo>
                  <a:pt x="1899849" y="562630"/>
                  <a:pt x="1901038" y="559613"/>
                  <a:pt x="1902775" y="556778"/>
                </a:cubicBezTo>
                <a:cubicBezTo>
                  <a:pt x="1904604" y="553944"/>
                  <a:pt x="1906798" y="551658"/>
                  <a:pt x="1909542" y="549737"/>
                </a:cubicBezTo>
                <a:cubicBezTo>
                  <a:pt x="1912193" y="547817"/>
                  <a:pt x="1915211" y="546537"/>
                  <a:pt x="1918411" y="545805"/>
                </a:cubicBezTo>
                <a:cubicBezTo>
                  <a:pt x="1921612" y="545074"/>
                  <a:pt x="1924903" y="544982"/>
                  <a:pt x="1928104" y="545531"/>
                </a:cubicBezTo>
                <a:cubicBezTo>
                  <a:pt x="1931396" y="546080"/>
                  <a:pt x="1934413" y="547268"/>
                  <a:pt x="1937248" y="549006"/>
                </a:cubicBezTo>
              </a:path>
              <a:path w="3887754" h="1096183">
                <a:moveTo>
                  <a:pt x="1945660" y="554309"/>
                </a:moveTo>
                <a:lnTo>
                  <a:pt x="1949867" y="556961"/>
                </a:lnTo>
                <a:cubicBezTo>
                  <a:pt x="1952701" y="558790"/>
                  <a:pt x="1954987" y="560984"/>
                  <a:pt x="1956907" y="563728"/>
                </a:cubicBezTo>
                <a:cubicBezTo>
                  <a:pt x="1958828" y="566379"/>
                  <a:pt x="1960108" y="569305"/>
                  <a:pt x="1960839" y="572597"/>
                </a:cubicBezTo>
                <a:cubicBezTo>
                  <a:pt x="1961571" y="575798"/>
                  <a:pt x="1961662" y="578998"/>
                  <a:pt x="1961114" y="582290"/>
                </a:cubicBezTo>
                <a:cubicBezTo>
                  <a:pt x="1960565" y="585582"/>
                  <a:pt x="1959376" y="588599"/>
                  <a:pt x="1957639" y="591342"/>
                </a:cubicBezTo>
                <a:cubicBezTo>
                  <a:pt x="1955902" y="594177"/>
                  <a:pt x="1953616" y="596463"/>
                  <a:pt x="1950964" y="598383"/>
                </a:cubicBezTo>
                <a:cubicBezTo>
                  <a:pt x="1948221" y="600304"/>
                  <a:pt x="1945295" y="601584"/>
                  <a:pt x="1942003" y="602315"/>
                </a:cubicBezTo>
                <a:cubicBezTo>
                  <a:pt x="1938802" y="603047"/>
                  <a:pt x="1935602" y="603138"/>
                  <a:pt x="1932310" y="602590"/>
                </a:cubicBezTo>
                <a:cubicBezTo>
                  <a:pt x="1929018" y="602041"/>
                  <a:pt x="1926001" y="600852"/>
                  <a:pt x="1923258" y="599115"/>
                </a:cubicBezTo>
                <a:lnTo>
                  <a:pt x="1919051" y="596463"/>
                </a:lnTo>
                <a:cubicBezTo>
                  <a:pt x="1916217" y="594726"/>
                  <a:pt x="1913839" y="592440"/>
                  <a:pt x="1911919" y="589788"/>
                </a:cubicBezTo>
                <a:cubicBezTo>
                  <a:pt x="1910090" y="587045"/>
                  <a:pt x="1908719" y="584119"/>
                  <a:pt x="1907987" y="580918"/>
                </a:cubicBezTo>
                <a:cubicBezTo>
                  <a:pt x="1907256" y="577626"/>
                  <a:pt x="1907164" y="574426"/>
                  <a:pt x="1907713" y="571134"/>
                </a:cubicBezTo>
                <a:cubicBezTo>
                  <a:pt x="1908353" y="567934"/>
                  <a:pt x="1909450" y="564916"/>
                  <a:pt x="1911279" y="562082"/>
                </a:cubicBezTo>
                <a:cubicBezTo>
                  <a:pt x="1913016" y="559338"/>
                  <a:pt x="1915211" y="556961"/>
                  <a:pt x="1917954" y="555041"/>
                </a:cubicBezTo>
                <a:cubicBezTo>
                  <a:pt x="1920606" y="553121"/>
                  <a:pt x="1923623" y="551840"/>
                  <a:pt x="1926824" y="551109"/>
                </a:cubicBezTo>
                <a:cubicBezTo>
                  <a:pt x="1930024" y="550377"/>
                  <a:pt x="1933316" y="550286"/>
                  <a:pt x="1936516" y="550835"/>
                </a:cubicBezTo>
                <a:cubicBezTo>
                  <a:pt x="1939808" y="551383"/>
                  <a:pt x="1942826" y="552572"/>
                  <a:pt x="1945660" y="554309"/>
                </a:cubicBezTo>
              </a:path>
              <a:path w="3887754" h="1096183">
                <a:moveTo>
                  <a:pt x="1954073" y="559613"/>
                </a:moveTo>
                <a:lnTo>
                  <a:pt x="1958279" y="562356"/>
                </a:lnTo>
                <a:cubicBezTo>
                  <a:pt x="1961114" y="564093"/>
                  <a:pt x="1963400" y="566288"/>
                  <a:pt x="1965320" y="569031"/>
                </a:cubicBezTo>
                <a:cubicBezTo>
                  <a:pt x="1967240" y="571683"/>
                  <a:pt x="1968612" y="574700"/>
                  <a:pt x="1969343" y="577901"/>
                </a:cubicBezTo>
                <a:cubicBezTo>
                  <a:pt x="1970075" y="581101"/>
                  <a:pt x="1970075" y="584393"/>
                  <a:pt x="1969526" y="587593"/>
                </a:cubicBezTo>
                <a:cubicBezTo>
                  <a:pt x="1968978" y="590885"/>
                  <a:pt x="1967789" y="593903"/>
                  <a:pt x="1966051" y="596646"/>
                </a:cubicBezTo>
                <a:cubicBezTo>
                  <a:pt x="1964314" y="599481"/>
                  <a:pt x="1962028" y="601858"/>
                  <a:pt x="1959376" y="603687"/>
                </a:cubicBezTo>
                <a:cubicBezTo>
                  <a:pt x="1956633" y="605607"/>
                  <a:pt x="1953707" y="606979"/>
                  <a:pt x="1950507" y="607710"/>
                </a:cubicBezTo>
                <a:cubicBezTo>
                  <a:pt x="1947215" y="608442"/>
                  <a:pt x="1944014" y="608442"/>
                  <a:pt x="1940723" y="607893"/>
                </a:cubicBezTo>
                <a:cubicBezTo>
                  <a:pt x="1937522" y="607344"/>
                  <a:pt x="1934413" y="606156"/>
                  <a:pt x="1931670" y="604418"/>
                </a:cubicBezTo>
                <a:lnTo>
                  <a:pt x="1927464" y="601767"/>
                </a:lnTo>
                <a:cubicBezTo>
                  <a:pt x="1924629" y="600029"/>
                  <a:pt x="1922252" y="597743"/>
                  <a:pt x="1920423" y="595092"/>
                </a:cubicBezTo>
                <a:cubicBezTo>
                  <a:pt x="1918503" y="592348"/>
                  <a:pt x="1917131" y="589422"/>
                  <a:pt x="1916400" y="586222"/>
                </a:cubicBezTo>
                <a:cubicBezTo>
                  <a:pt x="1915668" y="583021"/>
                  <a:pt x="1915668" y="579730"/>
                  <a:pt x="1916217" y="576529"/>
                </a:cubicBezTo>
                <a:cubicBezTo>
                  <a:pt x="1916765" y="573237"/>
                  <a:pt x="1917954" y="570220"/>
                  <a:pt x="1919691" y="567385"/>
                </a:cubicBezTo>
                <a:cubicBezTo>
                  <a:pt x="1921429" y="564642"/>
                  <a:pt x="1923715" y="562265"/>
                  <a:pt x="1926366" y="560344"/>
                </a:cubicBezTo>
                <a:cubicBezTo>
                  <a:pt x="1929110" y="558424"/>
                  <a:pt x="1932036" y="557144"/>
                  <a:pt x="1935236" y="556412"/>
                </a:cubicBezTo>
                <a:cubicBezTo>
                  <a:pt x="1938528" y="555681"/>
                  <a:pt x="1941728" y="555589"/>
                  <a:pt x="1945020" y="556138"/>
                </a:cubicBezTo>
                <a:cubicBezTo>
                  <a:pt x="1948221" y="556687"/>
                  <a:pt x="1951238" y="557875"/>
                  <a:pt x="1954073" y="559613"/>
                </a:cubicBezTo>
              </a:path>
              <a:path w="3887754" h="1096183">
                <a:moveTo>
                  <a:pt x="1962485" y="565008"/>
                </a:moveTo>
                <a:lnTo>
                  <a:pt x="1966692" y="567660"/>
                </a:lnTo>
                <a:cubicBezTo>
                  <a:pt x="1969526" y="569397"/>
                  <a:pt x="1971904" y="571591"/>
                  <a:pt x="1973824" y="574335"/>
                </a:cubicBezTo>
                <a:cubicBezTo>
                  <a:pt x="1975653" y="576986"/>
                  <a:pt x="1977024" y="580004"/>
                  <a:pt x="1977756" y="583204"/>
                </a:cubicBezTo>
                <a:cubicBezTo>
                  <a:pt x="1978487" y="586405"/>
                  <a:pt x="1978579" y="589697"/>
                  <a:pt x="1978030" y="592897"/>
                </a:cubicBezTo>
                <a:cubicBezTo>
                  <a:pt x="1977390" y="596189"/>
                  <a:pt x="1976293" y="599206"/>
                  <a:pt x="1974464" y="602041"/>
                </a:cubicBezTo>
                <a:cubicBezTo>
                  <a:pt x="1972727" y="604784"/>
                  <a:pt x="1970532" y="607162"/>
                  <a:pt x="1967789" y="609082"/>
                </a:cubicBezTo>
                <a:cubicBezTo>
                  <a:pt x="1965137" y="610911"/>
                  <a:pt x="1962120" y="612282"/>
                  <a:pt x="1958919" y="613014"/>
                </a:cubicBezTo>
                <a:cubicBezTo>
                  <a:pt x="1955719" y="613745"/>
                  <a:pt x="1952427" y="613837"/>
                  <a:pt x="1949135" y="613197"/>
                </a:cubicBezTo>
                <a:cubicBezTo>
                  <a:pt x="1945935" y="612648"/>
                  <a:pt x="1942917" y="611551"/>
                  <a:pt x="1940082" y="609722"/>
                </a:cubicBezTo>
                <a:lnTo>
                  <a:pt x="1935876" y="607070"/>
                </a:lnTo>
                <a:cubicBezTo>
                  <a:pt x="1933042" y="605333"/>
                  <a:pt x="1930756" y="603138"/>
                  <a:pt x="1928835" y="600395"/>
                </a:cubicBezTo>
                <a:cubicBezTo>
                  <a:pt x="1926915" y="597743"/>
                  <a:pt x="1925635" y="594726"/>
                  <a:pt x="1924903" y="591525"/>
                </a:cubicBezTo>
                <a:cubicBezTo>
                  <a:pt x="1924172" y="588325"/>
                  <a:pt x="1924080" y="585033"/>
                  <a:pt x="1924629" y="581833"/>
                </a:cubicBezTo>
                <a:cubicBezTo>
                  <a:pt x="1925178" y="578541"/>
                  <a:pt x="1926366" y="575523"/>
                  <a:pt x="1928104" y="572780"/>
                </a:cubicBezTo>
                <a:cubicBezTo>
                  <a:pt x="1929841" y="569946"/>
                  <a:pt x="1932127" y="567568"/>
                  <a:pt x="1934779" y="565648"/>
                </a:cubicBezTo>
                <a:cubicBezTo>
                  <a:pt x="1937522" y="563819"/>
                  <a:pt x="1940448" y="562447"/>
                  <a:pt x="1943740" y="561716"/>
                </a:cubicBezTo>
                <a:cubicBezTo>
                  <a:pt x="1946940" y="560984"/>
                  <a:pt x="1950141" y="560893"/>
                  <a:pt x="1953433" y="561533"/>
                </a:cubicBezTo>
                <a:cubicBezTo>
                  <a:pt x="1956725" y="562082"/>
                  <a:pt x="1959742" y="563179"/>
                  <a:pt x="1962485" y="565008"/>
                </a:cubicBezTo>
              </a:path>
              <a:path w="3887754" h="1096183">
                <a:moveTo>
                  <a:pt x="1970989" y="570311"/>
                </a:moveTo>
                <a:lnTo>
                  <a:pt x="1975195" y="572963"/>
                </a:lnTo>
                <a:cubicBezTo>
                  <a:pt x="1977939" y="574700"/>
                  <a:pt x="1980316" y="576986"/>
                  <a:pt x="1982236" y="579638"/>
                </a:cubicBezTo>
                <a:cubicBezTo>
                  <a:pt x="1984157" y="582381"/>
                  <a:pt x="1985437" y="585307"/>
                  <a:pt x="1986168" y="588508"/>
                </a:cubicBezTo>
                <a:cubicBezTo>
                  <a:pt x="1986900" y="591708"/>
                  <a:pt x="1986991" y="595000"/>
                  <a:pt x="1986443" y="598200"/>
                </a:cubicBezTo>
                <a:cubicBezTo>
                  <a:pt x="1985894" y="601492"/>
                  <a:pt x="1984705" y="604510"/>
                  <a:pt x="1982968" y="607344"/>
                </a:cubicBezTo>
                <a:cubicBezTo>
                  <a:pt x="1981139" y="610088"/>
                  <a:pt x="1978944" y="612465"/>
                  <a:pt x="1976201" y="614385"/>
                </a:cubicBezTo>
                <a:cubicBezTo>
                  <a:pt x="1973550" y="616306"/>
                  <a:pt x="1970532" y="617586"/>
                  <a:pt x="1967332" y="618317"/>
                </a:cubicBezTo>
                <a:cubicBezTo>
                  <a:pt x="1964131" y="619049"/>
                  <a:pt x="1960839" y="619140"/>
                  <a:pt x="1957639" y="618592"/>
                </a:cubicBezTo>
                <a:cubicBezTo>
                  <a:pt x="1954347" y="618043"/>
                  <a:pt x="1951330" y="616854"/>
                  <a:pt x="1948495" y="615117"/>
                </a:cubicBezTo>
                <a:lnTo>
                  <a:pt x="1944289" y="612374"/>
                </a:lnTo>
                <a:cubicBezTo>
                  <a:pt x="1941546" y="610636"/>
                  <a:pt x="1939168" y="608442"/>
                  <a:pt x="1937248" y="605699"/>
                </a:cubicBezTo>
                <a:cubicBezTo>
                  <a:pt x="1935328" y="603047"/>
                  <a:pt x="1934047" y="600029"/>
                  <a:pt x="1933316" y="596829"/>
                </a:cubicBezTo>
                <a:cubicBezTo>
                  <a:pt x="1932584" y="593628"/>
                  <a:pt x="1932493" y="590337"/>
                  <a:pt x="1933042" y="587136"/>
                </a:cubicBezTo>
                <a:cubicBezTo>
                  <a:pt x="1933590" y="583844"/>
                  <a:pt x="1934779" y="580827"/>
                  <a:pt x="1936516" y="578084"/>
                </a:cubicBezTo>
                <a:cubicBezTo>
                  <a:pt x="1938345" y="575249"/>
                  <a:pt x="1940540" y="572872"/>
                  <a:pt x="1943283" y="571043"/>
                </a:cubicBezTo>
                <a:cubicBezTo>
                  <a:pt x="1945935" y="569123"/>
                  <a:pt x="1948952" y="567751"/>
                  <a:pt x="1952153" y="567019"/>
                </a:cubicBezTo>
                <a:cubicBezTo>
                  <a:pt x="1955353" y="566379"/>
                  <a:pt x="1958645" y="566288"/>
                  <a:pt x="1961845" y="566837"/>
                </a:cubicBezTo>
                <a:cubicBezTo>
                  <a:pt x="1965137" y="567385"/>
                  <a:pt x="1968155" y="568574"/>
                  <a:pt x="1970989" y="570311"/>
                </a:cubicBezTo>
              </a:path>
              <a:path w="3887754" h="1096183">
                <a:moveTo>
                  <a:pt x="1979402" y="575615"/>
                </a:moveTo>
                <a:lnTo>
                  <a:pt x="1983608" y="578267"/>
                </a:lnTo>
                <a:cubicBezTo>
                  <a:pt x="1986351" y="580004"/>
                  <a:pt x="1988729" y="582290"/>
                  <a:pt x="1990649" y="584942"/>
                </a:cubicBezTo>
                <a:cubicBezTo>
                  <a:pt x="1992569" y="587685"/>
                  <a:pt x="1993849" y="590611"/>
                  <a:pt x="1994581" y="593811"/>
                </a:cubicBezTo>
                <a:cubicBezTo>
                  <a:pt x="1995312" y="597103"/>
                  <a:pt x="1995404" y="600304"/>
                  <a:pt x="1994855" y="603595"/>
                </a:cubicBezTo>
                <a:cubicBezTo>
                  <a:pt x="1994306" y="606796"/>
                  <a:pt x="1993118" y="609813"/>
                  <a:pt x="1991380" y="612648"/>
                </a:cubicBezTo>
                <a:cubicBezTo>
                  <a:pt x="1989552" y="615391"/>
                  <a:pt x="1987357" y="617769"/>
                  <a:pt x="1984705" y="619689"/>
                </a:cubicBezTo>
                <a:cubicBezTo>
                  <a:pt x="1981962" y="621609"/>
                  <a:pt x="1979036" y="622889"/>
                  <a:pt x="1975744" y="623621"/>
                </a:cubicBezTo>
                <a:cubicBezTo>
                  <a:pt x="1972544" y="624352"/>
                  <a:pt x="1969343" y="624444"/>
                  <a:pt x="1966051" y="623895"/>
                </a:cubicBezTo>
                <a:cubicBezTo>
                  <a:pt x="1962760" y="623346"/>
                  <a:pt x="1959742" y="622158"/>
                  <a:pt x="1956999" y="620420"/>
                </a:cubicBezTo>
                <a:lnTo>
                  <a:pt x="1952701" y="617769"/>
                </a:lnTo>
                <a:cubicBezTo>
                  <a:pt x="1949958" y="615940"/>
                  <a:pt x="1947581" y="613745"/>
                  <a:pt x="1945660" y="611002"/>
                </a:cubicBezTo>
                <a:cubicBezTo>
                  <a:pt x="1943740" y="608350"/>
                  <a:pt x="1942460" y="605424"/>
                  <a:pt x="1941728" y="602132"/>
                </a:cubicBezTo>
                <a:cubicBezTo>
                  <a:pt x="1940997" y="598932"/>
                  <a:pt x="1940905" y="595732"/>
                  <a:pt x="1941454" y="592440"/>
                </a:cubicBezTo>
                <a:cubicBezTo>
                  <a:pt x="1942003" y="589148"/>
                  <a:pt x="1943191" y="586130"/>
                  <a:pt x="1945020" y="583387"/>
                </a:cubicBezTo>
                <a:cubicBezTo>
                  <a:pt x="1946758" y="580553"/>
                  <a:pt x="1948952" y="578267"/>
                  <a:pt x="1951695" y="576346"/>
                </a:cubicBezTo>
                <a:cubicBezTo>
                  <a:pt x="1954347" y="574426"/>
                  <a:pt x="1957365" y="573146"/>
                  <a:pt x="1960565" y="572414"/>
                </a:cubicBezTo>
                <a:cubicBezTo>
                  <a:pt x="1963765" y="571683"/>
                  <a:pt x="1967057" y="571591"/>
                  <a:pt x="1970258" y="572140"/>
                </a:cubicBezTo>
                <a:cubicBezTo>
                  <a:pt x="1973550" y="572689"/>
                  <a:pt x="1976567" y="573877"/>
                  <a:pt x="1979402" y="575615"/>
                </a:cubicBezTo>
              </a:path>
              <a:path w="3887754" h="1096183">
                <a:moveTo>
                  <a:pt x="1987814" y="580918"/>
                </a:moveTo>
                <a:lnTo>
                  <a:pt x="1992020" y="583570"/>
                </a:lnTo>
                <a:cubicBezTo>
                  <a:pt x="1994855" y="585399"/>
                  <a:pt x="1997141" y="587593"/>
                  <a:pt x="1999061" y="590245"/>
                </a:cubicBezTo>
                <a:cubicBezTo>
                  <a:pt x="2000982" y="592988"/>
                  <a:pt x="2002262" y="595914"/>
                  <a:pt x="2002993" y="599206"/>
                </a:cubicBezTo>
                <a:cubicBezTo>
                  <a:pt x="2003725" y="602407"/>
                  <a:pt x="2003816" y="605607"/>
                  <a:pt x="2003268" y="608899"/>
                </a:cubicBezTo>
                <a:cubicBezTo>
                  <a:pt x="2002719" y="612099"/>
                  <a:pt x="2001530" y="615208"/>
                  <a:pt x="1999793" y="617952"/>
                </a:cubicBezTo>
                <a:cubicBezTo>
                  <a:pt x="1998055" y="620786"/>
                  <a:pt x="1995769" y="623072"/>
                  <a:pt x="1993118" y="624992"/>
                </a:cubicBezTo>
                <a:cubicBezTo>
                  <a:pt x="1990374" y="626913"/>
                  <a:pt x="1987448" y="628193"/>
                  <a:pt x="1984248" y="628924"/>
                </a:cubicBezTo>
                <a:cubicBezTo>
                  <a:pt x="1980956" y="629656"/>
                  <a:pt x="1977756" y="629747"/>
                  <a:pt x="1974464" y="629199"/>
                </a:cubicBezTo>
                <a:cubicBezTo>
                  <a:pt x="1971264" y="628650"/>
                  <a:pt x="1968155" y="627461"/>
                  <a:pt x="1965411" y="625724"/>
                </a:cubicBezTo>
                <a:lnTo>
                  <a:pt x="1961205" y="623072"/>
                </a:lnTo>
                <a:cubicBezTo>
                  <a:pt x="1958370" y="621335"/>
                  <a:pt x="1955993" y="619049"/>
                  <a:pt x="1954164" y="616397"/>
                </a:cubicBezTo>
                <a:cubicBezTo>
                  <a:pt x="1952244" y="613654"/>
                  <a:pt x="1950872" y="610728"/>
                  <a:pt x="1950141" y="607527"/>
                </a:cubicBezTo>
                <a:cubicBezTo>
                  <a:pt x="1949409" y="604236"/>
                  <a:pt x="1949318" y="601035"/>
                  <a:pt x="1949958" y="597743"/>
                </a:cubicBezTo>
                <a:cubicBezTo>
                  <a:pt x="1950507" y="594543"/>
                  <a:pt x="1951604" y="591525"/>
                  <a:pt x="1953433" y="588691"/>
                </a:cubicBezTo>
                <a:cubicBezTo>
                  <a:pt x="1955170" y="585948"/>
                  <a:pt x="1957456" y="583570"/>
                  <a:pt x="1960108" y="581650"/>
                </a:cubicBezTo>
                <a:cubicBezTo>
                  <a:pt x="1962851" y="579730"/>
                  <a:pt x="1965777" y="578449"/>
                  <a:pt x="1968978" y="577718"/>
                </a:cubicBezTo>
                <a:cubicBezTo>
                  <a:pt x="1972269" y="576986"/>
                  <a:pt x="1975470" y="576895"/>
                  <a:pt x="1978762" y="577444"/>
                </a:cubicBezTo>
                <a:cubicBezTo>
                  <a:pt x="1981962" y="577992"/>
                  <a:pt x="1984980" y="579181"/>
                  <a:pt x="1987814" y="580918"/>
                </a:cubicBezTo>
              </a:path>
              <a:path w="3887754" h="1096183">
                <a:moveTo>
                  <a:pt x="1996227" y="586222"/>
                </a:moveTo>
                <a:lnTo>
                  <a:pt x="2000433" y="588874"/>
                </a:lnTo>
                <a:cubicBezTo>
                  <a:pt x="2003268" y="590702"/>
                  <a:pt x="2005645" y="592897"/>
                  <a:pt x="2007474" y="595640"/>
                </a:cubicBezTo>
                <a:cubicBezTo>
                  <a:pt x="2009394" y="598292"/>
                  <a:pt x="2010766" y="601309"/>
                  <a:pt x="2011497" y="604510"/>
                </a:cubicBezTo>
                <a:cubicBezTo>
                  <a:pt x="2012229" y="607710"/>
                  <a:pt x="2012320" y="610911"/>
                  <a:pt x="2011680" y="614202"/>
                </a:cubicBezTo>
                <a:cubicBezTo>
                  <a:pt x="2011131" y="617494"/>
                  <a:pt x="2010034" y="620512"/>
                  <a:pt x="2008205" y="623255"/>
                </a:cubicBezTo>
                <a:cubicBezTo>
                  <a:pt x="2006468" y="626090"/>
                  <a:pt x="2004273" y="628376"/>
                  <a:pt x="2001530" y="630296"/>
                </a:cubicBezTo>
                <a:cubicBezTo>
                  <a:pt x="1998787" y="632216"/>
                  <a:pt x="1995861" y="633588"/>
                  <a:pt x="1992660" y="634228"/>
                </a:cubicBezTo>
                <a:cubicBezTo>
                  <a:pt x="1989369" y="634959"/>
                  <a:pt x="1986168" y="635051"/>
                  <a:pt x="1982876" y="634502"/>
                </a:cubicBezTo>
                <a:cubicBezTo>
                  <a:pt x="1979676" y="633954"/>
                  <a:pt x="1976658" y="632765"/>
                  <a:pt x="1973824" y="631027"/>
                </a:cubicBezTo>
                <a:lnTo>
                  <a:pt x="1969618" y="628376"/>
                </a:lnTo>
                <a:cubicBezTo>
                  <a:pt x="1966783" y="626638"/>
                  <a:pt x="1964497" y="624352"/>
                  <a:pt x="1962577" y="621701"/>
                </a:cubicBezTo>
                <a:cubicBezTo>
                  <a:pt x="1960656" y="618957"/>
                  <a:pt x="1959376" y="616031"/>
                  <a:pt x="1958645" y="612831"/>
                </a:cubicBezTo>
                <a:cubicBezTo>
                  <a:pt x="1957913" y="609539"/>
                  <a:pt x="1957822" y="606339"/>
                  <a:pt x="1958370" y="603047"/>
                </a:cubicBezTo>
                <a:cubicBezTo>
                  <a:pt x="1958919" y="599846"/>
                  <a:pt x="1960108" y="596829"/>
                  <a:pt x="1961845" y="593994"/>
                </a:cubicBezTo>
                <a:cubicBezTo>
                  <a:pt x="1963583" y="591251"/>
                  <a:pt x="1965869" y="588874"/>
                  <a:pt x="1968520" y="586953"/>
                </a:cubicBezTo>
                <a:cubicBezTo>
                  <a:pt x="1971264" y="585033"/>
                  <a:pt x="1974190" y="583753"/>
                  <a:pt x="1977390" y="583021"/>
                </a:cubicBezTo>
                <a:cubicBezTo>
                  <a:pt x="1980682" y="582290"/>
                  <a:pt x="1983882" y="582198"/>
                  <a:pt x="1987174" y="582747"/>
                </a:cubicBezTo>
                <a:cubicBezTo>
                  <a:pt x="1990466" y="583296"/>
                  <a:pt x="1993483" y="584484"/>
                  <a:pt x="1996227" y="586222"/>
                </a:cubicBezTo>
              </a:path>
              <a:path w="3887754" h="1096183">
                <a:moveTo>
                  <a:pt x="2004639" y="591617"/>
                </a:moveTo>
                <a:lnTo>
                  <a:pt x="2008937" y="594269"/>
                </a:lnTo>
                <a:cubicBezTo>
                  <a:pt x="2011680" y="596006"/>
                  <a:pt x="2014057" y="598200"/>
                  <a:pt x="2015978" y="600944"/>
                </a:cubicBezTo>
                <a:cubicBezTo>
                  <a:pt x="2017898" y="603595"/>
                  <a:pt x="2019178" y="606613"/>
                  <a:pt x="2019910" y="609813"/>
                </a:cubicBezTo>
                <a:cubicBezTo>
                  <a:pt x="2020641" y="613014"/>
                  <a:pt x="2020733" y="616306"/>
                  <a:pt x="2020184" y="619506"/>
                </a:cubicBezTo>
                <a:cubicBezTo>
                  <a:pt x="2019635" y="622798"/>
                  <a:pt x="2018447" y="625815"/>
                  <a:pt x="2016618" y="628559"/>
                </a:cubicBezTo>
                <a:cubicBezTo>
                  <a:pt x="2014880" y="631393"/>
                  <a:pt x="2012686" y="633771"/>
                  <a:pt x="2009943" y="635599"/>
                </a:cubicBezTo>
                <a:cubicBezTo>
                  <a:pt x="2007291" y="637520"/>
                  <a:pt x="2004273" y="638891"/>
                  <a:pt x="2001073" y="639623"/>
                </a:cubicBezTo>
                <a:cubicBezTo>
                  <a:pt x="1997873" y="640354"/>
                  <a:pt x="1994581" y="640446"/>
                  <a:pt x="1991380" y="639806"/>
                </a:cubicBezTo>
                <a:cubicBezTo>
                  <a:pt x="1988088" y="639257"/>
                  <a:pt x="1985071" y="638160"/>
                  <a:pt x="1982236" y="636331"/>
                </a:cubicBezTo>
                <a:lnTo>
                  <a:pt x="1978030" y="633679"/>
                </a:lnTo>
                <a:cubicBezTo>
                  <a:pt x="1975287" y="631942"/>
                  <a:pt x="1972909" y="629656"/>
                  <a:pt x="1970989" y="627004"/>
                </a:cubicBezTo>
                <a:cubicBezTo>
                  <a:pt x="1969069" y="624261"/>
                  <a:pt x="1967789" y="621335"/>
                  <a:pt x="1967057" y="618134"/>
                </a:cubicBezTo>
                <a:cubicBezTo>
                  <a:pt x="1966326" y="614934"/>
                  <a:pt x="1966234" y="611642"/>
                  <a:pt x="1966783" y="608442"/>
                </a:cubicBezTo>
                <a:cubicBezTo>
                  <a:pt x="1967332" y="605150"/>
                  <a:pt x="1968520" y="602132"/>
                  <a:pt x="1970258" y="599298"/>
                </a:cubicBezTo>
                <a:cubicBezTo>
                  <a:pt x="1972086" y="596555"/>
                  <a:pt x="1974281" y="594177"/>
                  <a:pt x="1976933" y="592257"/>
                </a:cubicBezTo>
                <a:cubicBezTo>
                  <a:pt x="1979676" y="590428"/>
                  <a:pt x="1982602" y="589056"/>
                  <a:pt x="1985894" y="588325"/>
                </a:cubicBezTo>
                <a:cubicBezTo>
                  <a:pt x="1989094" y="587593"/>
                  <a:pt x="1992295" y="587502"/>
                  <a:pt x="1995587" y="588051"/>
                </a:cubicBezTo>
                <a:cubicBezTo>
                  <a:pt x="1998878" y="588691"/>
                  <a:pt x="2001896" y="589788"/>
                  <a:pt x="2004639" y="591617"/>
                </a:cubicBezTo>
              </a:path>
              <a:path w="3887754" h="1096183">
                <a:moveTo>
                  <a:pt x="2013143" y="596920"/>
                </a:moveTo>
                <a:lnTo>
                  <a:pt x="2017349" y="599572"/>
                </a:lnTo>
                <a:cubicBezTo>
                  <a:pt x="2020092" y="601309"/>
                  <a:pt x="2022470" y="603595"/>
                  <a:pt x="2024390" y="606247"/>
                </a:cubicBezTo>
                <a:cubicBezTo>
                  <a:pt x="2026310" y="608990"/>
                  <a:pt x="2027591" y="611916"/>
                  <a:pt x="2028322" y="615117"/>
                </a:cubicBezTo>
                <a:cubicBezTo>
                  <a:pt x="2029054" y="618317"/>
                  <a:pt x="2029145" y="621609"/>
                  <a:pt x="2028596" y="624810"/>
                </a:cubicBezTo>
                <a:cubicBezTo>
                  <a:pt x="2028048" y="628101"/>
                  <a:pt x="2026859" y="631119"/>
                  <a:pt x="2025122" y="633954"/>
                </a:cubicBezTo>
                <a:cubicBezTo>
                  <a:pt x="2023293" y="636697"/>
                  <a:pt x="2021098" y="639074"/>
                  <a:pt x="2018355" y="640994"/>
                </a:cubicBezTo>
                <a:cubicBezTo>
                  <a:pt x="2015703" y="642823"/>
                  <a:pt x="2012686" y="644195"/>
                  <a:pt x="2009485" y="644926"/>
                </a:cubicBezTo>
                <a:cubicBezTo>
                  <a:pt x="2006285" y="645658"/>
                  <a:pt x="2002993" y="645749"/>
                  <a:pt x="1999793" y="645201"/>
                </a:cubicBezTo>
                <a:cubicBezTo>
                  <a:pt x="1996501" y="644561"/>
                  <a:pt x="1993483" y="643463"/>
                  <a:pt x="1990740" y="641634"/>
                </a:cubicBezTo>
                <a:lnTo>
                  <a:pt x="1986443" y="638983"/>
                </a:lnTo>
                <a:cubicBezTo>
                  <a:pt x="1983699" y="637245"/>
                  <a:pt x="1981322" y="635051"/>
                  <a:pt x="1979402" y="632308"/>
                </a:cubicBezTo>
                <a:cubicBezTo>
                  <a:pt x="1977481" y="629656"/>
                  <a:pt x="1976201" y="626638"/>
                  <a:pt x="1975470" y="623438"/>
                </a:cubicBezTo>
                <a:cubicBezTo>
                  <a:pt x="1974738" y="620238"/>
                  <a:pt x="1974647" y="616946"/>
                  <a:pt x="1975195" y="613745"/>
                </a:cubicBezTo>
                <a:cubicBezTo>
                  <a:pt x="1975744" y="610453"/>
                  <a:pt x="1976933" y="607436"/>
                  <a:pt x="1978670" y="604693"/>
                </a:cubicBezTo>
                <a:cubicBezTo>
                  <a:pt x="1980499" y="601858"/>
                  <a:pt x="1982694" y="599481"/>
                  <a:pt x="1985437" y="597652"/>
                </a:cubicBezTo>
                <a:cubicBezTo>
                  <a:pt x="1988088" y="595732"/>
                  <a:pt x="1991106" y="594360"/>
                  <a:pt x="1994306" y="593628"/>
                </a:cubicBezTo>
                <a:cubicBezTo>
                  <a:pt x="1997507" y="592897"/>
                  <a:pt x="2000799" y="592806"/>
                  <a:pt x="2003999" y="593446"/>
                </a:cubicBezTo>
                <a:cubicBezTo>
                  <a:pt x="2007291" y="593994"/>
                  <a:pt x="2010308" y="595092"/>
                  <a:pt x="2013143" y="596920"/>
                </a:cubicBezTo>
              </a:path>
              <a:path w="3887754" h="1096183">
                <a:moveTo>
                  <a:pt x="2021556" y="602224"/>
                </a:moveTo>
                <a:lnTo>
                  <a:pt x="2025762" y="604876"/>
                </a:lnTo>
                <a:cubicBezTo>
                  <a:pt x="2028596" y="606613"/>
                  <a:pt x="2030882" y="608899"/>
                  <a:pt x="2032803" y="611551"/>
                </a:cubicBezTo>
                <a:cubicBezTo>
                  <a:pt x="2034723" y="614294"/>
                  <a:pt x="2036003" y="617220"/>
                  <a:pt x="2036735" y="620420"/>
                </a:cubicBezTo>
                <a:cubicBezTo>
                  <a:pt x="2037466" y="623712"/>
                  <a:pt x="2037558" y="626913"/>
                  <a:pt x="2037009" y="630204"/>
                </a:cubicBezTo>
                <a:cubicBezTo>
                  <a:pt x="2036460" y="633405"/>
                  <a:pt x="2035272" y="636422"/>
                  <a:pt x="2033534" y="639257"/>
                </a:cubicBezTo>
                <a:cubicBezTo>
                  <a:pt x="2031797" y="642000"/>
                  <a:pt x="2029511" y="644378"/>
                  <a:pt x="2026859" y="646298"/>
                </a:cubicBezTo>
                <a:cubicBezTo>
                  <a:pt x="2024116" y="648218"/>
                  <a:pt x="2021190" y="649498"/>
                  <a:pt x="2017898" y="650230"/>
                </a:cubicBezTo>
                <a:cubicBezTo>
                  <a:pt x="2014698" y="650961"/>
                  <a:pt x="2011497" y="651053"/>
                  <a:pt x="2008205" y="650504"/>
                </a:cubicBezTo>
                <a:cubicBezTo>
                  <a:pt x="2004913" y="649956"/>
                  <a:pt x="2001896" y="648767"/>
                  <a:pt x="1999153" y="647029"/>
                </a:cubicBezTo>
                <a:lnTo>
                  <a:pt x="1994946" y="644378"/>
                </a:lnTo>
                <a:cubicBezTo>
                  <a:pt x="1992112" y="642549"/>
                  <a:pt x="1989734" y="640354"/>
                  <a:pt x="1987814" y="637611"/>
                </a:cubicBezTo>
                <a:cubicBezTo>
                  <a:pt x="1985985" y="634959"/>
                  <a:pt x="1984614" y="631942"/>
                  <a:pt x="1983882" y="628741"/>
                </a:cubicBezTo>
                <a:cubicBezTo>
                  <a:pt x="1983151" y="625541"/>
                  <a:pt x="1983059" y="622341"/>
                  <a:pt x="1983699" y="619049"/>
                </a:cubicBezTo>
                <a:cubicBezTo>
                  <a:pt x="1984248" y="615757"/>
                  <a:pt x="1985345" y="612739"/>
                  <a:pt x="1987174" y="609996"/>
                </a:cubicBezTo>
                <a:cubicBezTo>
                  <a:pt x="1988911" y="607162"/>
                  <a:pt x="1991106" y="604876"/>
                  <a:pt x="1993849" y="602955"/>
                </a:cubicBezTo>
                <a:cubicBezTo>
                  <a:pt x="1996501" y="601035"/>
                  <a:pt x="1999518" y="599664"/>
                  <a:pt x="2002719" y="599023"/>
                </a:cubicBezTo>
                <a:cubicBezTo>
                  <a:pt x="2005919" y="598292"/>
                  <a:pt x="2009211" y="598200"/>
                  <a:pt x="2012503" y="598749"/>
                </a:cubicBezTo>
                <a:cubicBezTo>
                  <a:pt x="2015703" y="599298"/>
                  <a:pt x="2018721" y="600486"/>
                  <a:pt x="2021556" y="602224"/>
                </a:cubicBezTo>
              </a:path>
              <a:path w="3887754" h="1096183">
                <a:moveTo>
                  <a:pt x="2029968" y="607527"/>
                </a:moveTo>
                <a:lnTo>
                  <a:pt x="2034174" y="610179"/>
                </a:lnTo>
                <a:cubicBezTo>
                  <a:pt x="2037009" y="611916"/>
                  <a:pt x="2039386" y="614202"/>
                  <a:pt x="2041215" y="616854"/>
                </a:cubicBezTo>
                <a:cubicBezTo>
                  <a:pt x="2043135" y="619597"/>
                  <a:pt x="2044507" y="622524"/>
                  <a:pt x="2045238" y="625815"/>
                </a:cubicBezTo>
                <a:cubicBezTo>
                  <a:pt x="2045970" y="629016"/>
                  <a:pt x="2045970" y="632216"/>
                  <a:pt x="2045421" y="635508"/>
                </a:cubicBezTo>
                <a:cubicBezTo>
                  <a:pt x="2044873" y="638708"/>
                  <a:pt x="2043684" y="641726"/>
                  <a:pt x="2041947" y="644561"/>
                </a:cubicBezTo>
                <a:cubicBezTo>
                  <a:pt x="2040209" y="647304"/>
                  <a:pt x="2037923" y="649681"/>
                  <a:pt x="2035272" y="651601"/>
                </a:cubicBezTo>
                <a:cubicBezTo>
                  <a:pt x="2032528" y="653522"/>
                  <a:pt x="2029602" y="654802"/>
                  <a:pt x="2026402" y="655533"/>
                </a:cubicBezTo>
                <a:cubicBezTo>
                  <a:pt x="2023110" y="656265"/>
                  <a:pt x="2019910" y="656356"/>
                  <a:pt x="2016618" y="655808"/>
                </a:cubicBezTo>
                <a:cubicBezTo>
                  <a:pt x="2013417" y="655259"/>
                  <a:pt x="2010400" y="654070"/>
                  <a:pt x="2007565" y="652333"/>
                </a:cubicBezTo>
                <a:lnTo>
                  <a:pt x="2003359" y="649681"/>
                </a:lnTo>
                <a:cubicBezTo>
                  <a:pt x="2000524" y="647852"/>
                  <a:pt x="1998238" y="645658"/>
                  <a:pt x="1996318" y="643006"/>
                </a:cubicBezTo>
                <a:cubicBezTo>
                  <a:pt x="1994398" y="640263"/>
                  <a:pt x="1993026" y="637337"/>
                  <a:pt x="1992295" y="634045"/>
                </a:cubicBezTo>
                <a:cubicBezTo>
                  <a:pt x="1991563" y="630845"/>
                  <a:pt x="1991563" y="627644"/>
                  <a:pt x="1992112" y="624352"/>
                </a:cubicBezTo>
                <a:cubicBezTo>
                  <a:pt x="1992660" y="621152"/>
                  <a:pt x="1993849" y="618043"/>
                  <a:pt x="1995587" y="615300"/>
                </a:cubicBezTo>
                <a:cubicBezTo>
                  <a:pt x="1997324" y="612465"/>
                  <a:pt x="1999610" y="610179"/>
                  <a:pt x="2002262" y="608259"/>
                </a:cubicBezTo>
                <a:cubicBezTo>
                  <a:pt x="2005005" y="606339"/>
                  <a:pt x="2007931" y="605058"/>
                  <a:pt x="2011131" y="604327"/>
                </a:cubicBezTo>
                <a:cubicBezTo>
                  <a:pt x="2014423" y="603595"/>
                  <a:pt x="2017624" y="603504"/>
                  <a:pt x="2020915" y="604053"/>
                </a:cubicBezTo>
                <a:cubicBezTo>
                  <a:pt x="2024116" y="604601"/>
                  <a:pt x="2027225" y="605790"/>
                  <a:pt x="2029968" y="607527"/>
                </a:cubicBezTo>
              </a:path>
              <a:path w="3887754" h="1096183">
                <a:moveTo>
                  <a:pt x="2038380" y="612831"/>
                </a:moveTo>
                <a:lnTo>
                  <a:pt x="2042587" y="615483"/>
                </a:lnTo>
                <a:cubicBezTo>
                  <a:pt x="2045421" y="617311"/>
                  <a:pt x="2047799" y="619506"/>
                  <a:pt x="2049719" y="622249"/>
                </a:cubicBezTo>
                <a:cubicBezTo>
                  <a:pt x="2051548" y="624901"/>
                  <a:pt x="2052919" y="627827"/>
                  <a:pt x="2053651" y="631119"/>
                </a:cubicBezTo>
                <a:cubicBezTo>
                  <a:pt x="2054382" y="634319"/>
                  <a:pt x="2054474" y="637520"/>
                  <a:pt x="2053925" y="640812"/>
                </a:cubicBezTo>
                <a:cubicBezTo>
                  <a:pt x="2053285" y="644103"/>
                  <a:pt x="2052188" y="647121"/>
                  <a:pt x="2050359" y="649864"/>
                </a:cubicBezTo>
                <a:cubicBezTo>
                  <a:pt x="2048622" y="652699"/>
                  <a:pt x="2046427" y="654985"/>
                  <a:pt x="2043684" y="656905"/>
                </a:cubicBezTo>
                <a:cubicBezTo>
                  <a:pt x="2041032" y="658825"/>
                  <a:pt x="2038015" y="660105"/>
                  <a:pt x="2034814" y="660837"/>
                </a:cubicBezTo>
                <a:cubicBezTo>
                  <a:pt x="2031614" y="661568"/>
                  <a:pt x="2028322" y="661660"/>
                  <a:pt x="2025122" y="661111"/>
                </a:cubicBezTo>
                <a:cubicBezTo>
                  <a:pt x="2021830" y="660563"/>
                  <a:pt x="2018812" y="659374"/>
                  <a:pt x="2015978" y="657636"/>
                </a:cubicBezTo>
                <a:lnTo>
                  <a:pt x="2011771" y="654985"/>
                </a:lnTo>
                <a:cubicBezTo>
                  <a:pt x="2009028" y="653247"/>
                  <a:pt x="2006651" y="650961"/>
                  <a:pt x="2004731" y="648310"/>
                </a:cubicBezTo>
                <a:cubicBezTo>
                  <a:pt x="2002810" y="645566"/>
                  <a:pt x="2001530" y="642640"/>
                  <a:pt x="2000799" y="639440"/>
                </a:cubicBezTo>
                <a:cubicBezTo>
                  <a:pt x="2000067" y="636148"/>
                  <a:pt x="1999976" y="632948"/>
                  <a:pt x="2000524" y="629656"/>
                </a:cubicBezTo>
                <a:cubicBezTo>
                  <a:pt x="2001073" y="626455"/>
                  <a:pt x="2002262" y="623438"/>
                  <a:pt x="2003999" y="620603"/>
                </a:cubicBezTo>
                <a:cubicBezTo>
                  <a:pt x="2005736" y="617860"/>
                  <a:pt x="2008022" y="615483"/>
                  <a:pt x="2010674" y="613562"/>
                </a:cubicBezTo>
                <a:cubicBezTo>
                  <a:pt x="2013417" y="611642"/>
                  <a:pt x="2016343" y="610362"/>
                  <a:pt x="2019635" y="609630"/>
                </a:cubicBezTo>
                <a:cubicBezTo>
                  <a:pt x="2022836" y="608899"/>
                  <a:pt x="2026036" y="608808"/>
                  <a:pt x="2029328" y="609356"/>
                </a:cubicBezTo>
                <a:cubicBezTo>
                  <a:pt x="2032620" y="609905"/>
                  <a:pt x="2035637" y="611094"/>
                  <a:pt x="2038380" y="612831"/>
                </a:cubicBezTo>
              </a:path>
              <a:path w="3887754" h="1096183">
                <a:moveTo>
                  <a:pt x="2046884" y="618134"/>
                </a:moveTo>
                <a:lnTo>
                  <a:pt x="2051091" y="620878"/>
                </a:lnTo>
                <a:cubicBezTo>
                  <a:pt x="2053834" y="622615"/>
                  <a:pt x="2056211" y="624810"/>
                  <a:pt x="2058132" y="627553"/>
                </a:cubicBezTo>
                <a:cubicBezTo>
                  <a:pt x="2060052" y="630204"/>
                  <a:pt x="2061332" y="633222"/>
                  <a:pt x="2062063" y="636422"/>
                </a:cubicBezTo>
                <a:cubicBezTo>
                  <a:pt x="2062795" y="639623"/>
                  <a:pt x="2062886" y="642915"/>
                  <a:pt x="2062338" y="646115"/>
                </a:cubicBezTo>
                <a:cubicBezTo>
                  <a:pt x="2061789" y="649407"/>
                  <a:pt x="2060600" y="652424"/>
                  <a:pt x="2058863" y="655168"/>
                </a:cubicBezTo>
                <a:cubicBezTo>
                  <a:pt x="2057034" y="658002"/>
                  <a:pt x="2054840" y="660380"/>
                  <a:pt x="2052096" y="662208"/>
                </a:cubicBezTo>
                <a:cubicBezTo>
                  <a:pt x="2049445" y="664129"/>
                  <a:pt x="2046427" y="665500"/>
                  <a:pt x="2043227" y="666232"/>
                </a:cubicBezTo>
                <a:cubicBezTo>
                  <a:pt x="2040026" y="666963"/>
                  <a:pt x="2036735" y="666963"/>
                  <a:pt x="2033534" y="666415"/>
                </a:cubicBezTo>
                <a:cubicBezTo>
                  <a:pt x="2030242" y="665866"/>
                  <a:pt x="2027225" y="664677"/>
                  <a:pt x="2024390" y="662940"/>
                </a:cubicBezTo>
                <a:lnTo>
                  <a:pt x="2020184" y="660288"/>
                </a:lnTo>
                <a:cubicBezTo>
                  <a:pt x="2017441" y="658551"/>
                  <a:pt x="2015063" y="656265"/>
                  <a:pt x="2013143" y="653613"/>
                </a:cubicBezTo>
                <a:cubicBezTo>
                  <a:pt x="2011223" y="650870"/>
                  <a:pt x="2009943" y="647944"/>
                  <a:pt x="2009211" y="644743"/>
                </a:cubicBezTo>
                <a:cubicBezTo>
                  <a:pt x="2008480" y="641543"/>
                  <a:pt x="2008388" y="638251"/>
                  <a:pt x="2008937" y="635051"/>
                </a:cubicBezTo>
                <a:cubicBezTo>
                  <a:pt x="2009485" y="631759"/>
                  <a:pt x="2010674" y="628741"/>
                  <a:pt x="2012412" y="625907"/>
                </a:cubicBezTo>
                <a:cubicBezTo>
                  <a:pt x="2014240" y="623164"/>
                  <a:pt x="2016435" y="620786"/>
                  <a:pt x="2019178" y="618866"/>
                </a:cubicBezTo>
                <a:cubicBezTo>
                  <a:pt x="2021830" y="616946"/>
                  <a:pt x="2024847" y="615666"/>
                  <a:pt x="2028048" y="614934"/>
                </a:cubicBezTo>
                <a:cubicBezTo>
                  <a:pt x="2031248" y="614202"/>
                  <a:pt x="2034540" y="614111"/>
                  <a:pt x="2037740" y="614660"/>
                </a:cubicBezTo>
                <a:cubicBezTo>
                  <a:pt x="2041032" y="615208"/>
                  <a:pt x="2044050" y="616397"/>
                  <a:pt x="2046884" y="618134"/>
                </a:cubicBezTo>
              </a:path>
              <a:path w="3887754" h="1096183">
                <a:moveTo>
                  <a:pt x="2055297" y="623529"/>
                </a:moveTo>
                <a:lnTo>
                  <a:pt x="2059503" y="626181"/>
                </a:lnTo>
                <a:cubicBezTo>
                  <a:pt x="2062246" y="627918"/>
                  <a:pt x="2064624" y="630113"/>
                  <a:pt x="2066544" y="632856"/>
                </a:cubicBezTo>
                <a:cubicBezTo>
                  <a:pt x="2068464" y="635508"/>
                  <a:pt x="2069744" y="638526"/>
                  <a:pt x="2070476" y="641726"/>
                </a:cubicBezTo>
                <a:cubicBezTo>
                  <a:pt x="2071207" y="644926"/>
                  <a:pt x="2071299" y="648218"/>
                  <a:pt x="2070750" y="651419"/>
                </a:cubicBezTo>
                <a:cubicBezTo>
                  <a:pt x="2070202" y="654710"/>
                  <a:pt x="2069013" y="657728"/>
                  <a:pt x="2067276" y="660471"/>
                </a:cubicBezTo>
                <a:cubicBezTo>
                  <a:pt x="2065538" y="663306"/>
                  <a:pt x="2063252" y="665683"/>
                  <a:pt x="2060600" y="667603"/>
                </a:cubicBezTo>
                <a:cubicBezTo>
                  <a:pt x="2057857" y="669432"/>
                  <a:pt x="2054931" y="670804"/>
                  <a:pt x="2051639" y="671535"/>
                </a:cubicBezTo>
                <a:cubicBezTo>
                  <a:pt x="2048439" y="672267"/>
                  <a:pt x="2045238" y="672358"/>
                  <a:pt x="2041947" y="671718"/>
                </a:cubicBezTo>
                <a:cubicBezTo>
                  <a:pt x="2038655" y="671170"/>
                  <a:pt x="2035637" y="670072"/>
                  <a:pt x="2032894" y="668244"/>
                </a:cubicBezTo>
                <a:lnTo>
                  <a:pt x="2028688" y="665592"/>
                </a:lnTo>
                <a:cubicBezTo>
                  <a:pt x="2025853" y="663854"/>
                  <a:pt x="2023476" y="661660"/>
                  <a:pt x="2021556" y="658917"/>
                </a:cubicBezTo>
                <a:cubicBezTo>
                  <a:pt x="2019727" y="656265"/>
                  <a:pt x="2018355" y="653247"/>
                  <a:pt x="2017624" y="650047"/>
                </a:cubicBezTo>
                <a:cubicBezTo>
                  <a:pt x="2016892" y="646847"/>
                  <a:pt x="2016801" y="643555"/>
                  <a:pt x="2017349" y="640354"/>
                </a:cubicBezTo>
                <a:cubicBezTo>
                  <a:pt x="2017989" y="637062"/>
                  <a:pt x="2019087" y="634045"/>
                  <a:pt x="2020915" y="631302"/>
                </a:cubicBezTo>
                <a:cubicBezTo>
                  <a:pt x="2022653" y="628467"/>
                  <a:pt x="2024847" y="626090"/>
                  <a:pt x="2027591" y="624169"/>
                </a:cubicBezTo>
                <a:cubicBezTo>
                  <a:pt x="2030242" y="622341"/>
                  <a:pt x="2033260" y="620969"/>
                  <a:pt x="2036460" y="620238"/>
                </a:cubicBezTo>
                <a:cubicBezTo>
                  <a:pt x="2039661" y="619506"/>
                  <a:pt x="2042952" y="619415"/>
                  <a:pt x="2046153" y="620055"/>
                </a:cubicBezTo>
                <a:cubicBezTo>
                  <a:pt x="2049445" y="620603"/>
                  <a:pt x="2052462" y="621701"/>
                  <a:pt x="2055297" y="623529"/>
                </a:cubicBezTo>
              </a:path>
              <a:path w="3887754" h="1096183">
                <a:moveTo>
                  <a:pt x="2063709" y="628833"/>
                </a:moveTo>
                <a:lnTo>
                  <a:pt x="2067916" y="631485"/>
                </a:lnTo>
                <a:cubicBezTo>
                  <a:pt x="2070750" y="633222"/>
                  <a:pt x="2073036" y="635508"/>
                  <a:pt x="2074956" y="638160"/>
                </a:cubicBezTo>
                <a:cubicBezTo>
                  <a:pt x="2076877" y="640903"/>
                  <a:pt x="2078248" y="643829"/>
                  <a:pt x="2078980" y="647029"/>
                </a:cubicBezTo>
                <a:cubicBezTo>
                  <a:pt x="2079620" y="650230"/>
                  <a:pt x="2079711" y="653522"/>
                  <a:pt x="2079163" y="656722"/>
                </a:cubicBezTo>
                <a:cubicBezTo>
                  <a:pt x="2078614" y="660014"/>
                  <a:pt x="2077425" y="663031"/>
                  <a:pt x="2075688" y="665866"/>
                </a:cubicBezTo>
                <a:cubicBezTo>
                  <a:pt x="2073951" y="668609"/>
                  <a:pt x="2071665" y="670987"/>
                  <a:pt x="2069013" y="672907"/>
                </a:cubicBezTo>
                <a:cubicBezTo>
                  <a:pt x="2066270" y="674827"/>
                  <a:pt x="2063344" y="676107"/>
                  <a:pt x="2060143" y="676839"/>
                </a:cubicBezTo>
                <a:cubicBezTo>
                  <a:pt x="2056851" y="677570"/>
                  <a:pt x="2053651" y="677662"/>
                  <a:pt x="2050359" y="677113"/>
                </a:cubicBezTo>
                <a:cubicBezTo>
                  <a:pt x="2047159" y="676565"/>
                  <a:pt x="2044050" y="675376"/>
                  <a:pt x="2041307" y="673638"/>
                </a:cubicBezTo>
                <a:lnTo>
                  <a:pt x="2037100" y="670895"/>
                </a:lnTo>
                <a:cubicBezTo>
                  <a:pt x="2034266" y="669158"/>
                  <a:pt x="2031888" y="666963"/>
                  <a:pt x="2030059" y="664220"/>
                </a:cubicBezTo>
                <a:cubicBezTo>
                  <a:pt x="2028139" y="661568"/>
                  <a:pt x="2026768" y="658551"/>
                  <a:pt x="2026036" y="655350"/>
                </a:cubicBezTo>
                <a:cubicBezTo>
                  <a:pt x="2025305" y="652150"/>
                  <a:pt x="2025305" y="648858"/>
                  <a:pt x="2025853" y="645658"/>
                </a:cubicBezTo>
                <a:cubicBezTo>
                  <a:pt x="2026402" y="642366"/>
                  <a:pt x="2027591" y="639348"/>
                  <a:pt x="2029328" y="636605"/>
                </a:cubicBezTo>
                <a:cubicBezTo>
                  <a:pt x="2031065" y="633771"/>
                  <a:pt x="2033351" y="631393"/>
                  <a:pt x="2036003" y="629564"/>
                </a:cubicBezTo>
                <a:cubicBezTo>
                  <a:pt x="2038746" y="627644"/>
                  <a:pt x="2041672" y="626273"/>
                  <a:pt x="2044873" y="625541"/>
                </a:cubicBezTo>
                <a:cubicBezTo>
                  <a:pt x="2048165" y="624810"/>
                  <a:pt x="2051365" y="624810"/>
                  <a:pt x="2054657" y="625358"/>
                </a:cubicBezTo>
                <a:cubicBezTo>
                  <a:pt x="2057857" y="625907"/>
                  <a:pt x="2060875" y="627096"/>
                  <a:pt x="2063709" y="628833"/>
                </a:cubicBezTo>
              </a:path>
              <a:path w="3887754" h="1096183">
                <a:moveTo>
                  <a:pt x="2072122" y="634136"/>
                </a:moveTo>
                <a:lnTo>
                  <a:pt x="2076328" y="636788"/>
                </a:lnTo>
                <a:cubicBezTo>
                  <a:pt x="2079163" y="638526"/>
                  <a:pt x="2081540" y="640812"/>
                  <a:pt x="2083460" y="643463"/>
                </a:cubicBezTo>
                <a:cubicBezTo>
                  <a:pt x="2085289" y="646206"/>
                  <a:pt x="2086661" y="649133"/>
                  <a:pt x="2087392" y="652333"/>
                </a:cubicBezTo>
                <a:cubicBezTo>
                  <a:pt x="2088124" y="655625"/>
                  <a:pt x="2088215" y="658825"/>
                  <a:pt x="2087575" y="662117"/>
                </a:cubicBezTo>
                <a:cubicBezTo>
                  <a:pt x="2087027" y="665317"/>
                  <a:pt x="2085929" y="668335"/>
                  <a:pt x="2084100" y="671170"/>
                </a:cubicBezTo>
                <a:cubicBezTo>
                  <a:pt x="2082363" y="673913"/>
                  <a:pt x="2080169" y="676290"/>
                  <a:pt x="2077425" y="678210"/>
                </a:cubicBezTo>
                <a:cubicBezTo>
                  <a:pt x="2074682" y="680131"/>
                  <a:pt x="2071756" y="681411"/>
                  <a:pt x="2068556" y="682142"/>
                </a:cubicBezTo>
                <a:cubicBezTo>
                  <a:pt x="2065355" y="682874"/>
                  <a:pt x="2062063" y="682965"/>
                  <a:pt x="2058772" y="682417"/>
                </a:cubicBezTo>
                <a:cubicBezTo>
                  <a:pt x="2055571" y="681868"/>
                  <a:pt x="2052554" y="680679"/>
                  <a:pt x="2049719" y="678942"/>
                </a:cubicBezTo>
                <a:lnTo>
                  <a:pt x="2045513" y="676290"/>
                </a:lnTo>
                <a:cubicBezTo>
                  <a:pt x="2042678" y="674461"/>
                  <a:pt x="2040392" y="672267"/>
                  <a:pt x="2038472" y="669524"/>
                </a:cubicBezTo>
                <a:cubicBezTo>
                  <a:pt x="2036552" y="666872"/>
                  <a:pt x="2035272" y="663946"/>
                  <a:pt x="2034540" y="660654"/>
                </a:cubicBezTo>
                <a:cubicBezTo>
                  <a:pt x="2033808" y="657454"/>
                  <a:pt x="2033717" y="654253"/>
                  <a:pt x="2034266" y="650961"/>
                </a:cubicBezTo>
                <a:cubicBezTo>
                  <a:pt x="2034814" y="647670"/>
                  <a:pt x="2036003" y="644652"/>
                  <a:pt x="2037740" y="641909"/>
                </a:cubicBezTo>
                <a:cubicBezTo>
                  <a:pt x="2039478" y="639074"/>
                  <a:pt x="2041764" y="636788"/>
                  <a:pt x="2044416" y="634868"/>
                </a:cubicBezTo>
                <a:cubicBezTo>
                  <a:pt x="2047159" y="632948"/>
                  <a:pt x="2050085" y="631668"/>
                  <a:pt x="2053377" y="630936"/>
                </a:cubicBezTo>
                <a:cubicBezTo>
                  <a:pt x="2056577" y="630204"/>
                  <a:pt x="2059777" y="630113"/>
                  <a:pt x="2063069" y="630662"/>
                </a:cubicBezTo>
                <a:cubicBezTo>
                  <a:pt x="2066361" y="631210"/>
                  <a:pt x="2069379" y="632399"/>
                  <a:pt x="2072122" y="634136"/>
                </a:cubicBezTo>
              </a:path>
              <a:path w="3887754" h="1096183">
                <a:moveTo>
                  <a:pt x="2080534" y="639440"/>
                </a:moveTo>
                <a:lnTo>
                  <a:pt x="2084832" y="642092"/>
                </a:lnTo>
                <a:cubicBezTo>
                  <a:pt x="2087575" y="643920"/>
                  <a:pt x="2089953" y="646115"/>
                  <a:pt x="2091873" y="648767"/>
                </a:cubicBezTo>
                <a:cubicBezTo>
                  <a:pt x="2093793" y="651510"/>
                  <a:pt x="2095073" y="654436"/>
                  <a:pt x="2095805" y="657728"/>
                </a:cubicBezTo>
                <a:cubicBezTo>
                  <a:pt x="2096536" y="660928"/>
                  <a:pt x="2096628" y="664129"/>
                  <a:pt x="2096079" y="667421"/>
                </a:cubicBezTo>
                <a:cubicBezTo>
                  <a:pt x="2095530" y="670621"/>
                  <a:pt x="2094342" y="673638"/>
                  <a:pt x="2092604" y="676473"/>
                </a:cubicBezTo>
                <a:cubicBezTo>
                  <a:pt x="2090776" y="679308"/>
                  <a:pt x="2088581" y="681594"/>
                  <a:pt x="2085838" y="683514"/>
                </a:cubicBezTo>
                <a:cubicBezTo>
                  <a:pt x="2083186" y="685434"/>
                  <a:pt x="2080169" y="686714"/>
                  <a:pt x="2076968" y="687446"/>
                </a:cubicBezTo>
                <a:cubicBezTo>
                  <a:pt x="2073768" y="688177"/>
                  <a:pt x="2070476" y="688269"/>
                  <a:pt x="2067276" y="687720"/>
                </a:cubicBezTo>
                <a:cubicBezTo>
                  <a:pt x="2063984" y="687172"/>
                  <a:pt x="2060966" y="685983"/>
                  <a:pt x="2058132" y="684246"/>
                </a:cubicBezTo>
                <a:lnTo>
                  <a:pt x="2053925" y="681594"/>
                </a:lnTo>
                <a:cubicBezTo>
                  <a:pt x="2051182" y="679856"/>
                  <a:pt x="2048805" y="677570"/>
                  <a:pt x="2046884" y="674919"/>
                </a:cubicBezTo>
                <a:cubicBezTo>
                  <a:pt x="2044964" y="672175"/>
                  <a:pt x="2043684" y="669249"/>
                  <a:pt x="2042952" y="665958"/>
                </a:cubicBezTo>
                <a:cubicBezTo>
                  <a:pt x="2042221" y="662757"/>
                  <a:pt x="2042130" y="659557"/>
                  <a:pt x="2042678" y="656265"/>
                </a:cubicBezTo>
                <a:cubicBezTo>
                  <a:pt x="2043227" y="653064"/>
                  <a:pt x="2044416" y="650047"/>
                  <a:pt x="2046153" y="647212"/>
                </a:cubicBezTo>
                <a:cubicBezTo>
                  <a:pt x="2047982" y="644378"/>
                  <a:pt x="2050176" y="642092"/>
                  <a:pt x="2052919" y="640171"/>
                </a:cubicBezTo>
                <a:cubicBezTo>
                  <a:pt x="2055571" y="638251"/>
                  <a:pt x="2058589" y="636971"/>
                  <a:pt x="2061789" y="636240"/>
                </a:cubicBezTo>
                <a:cubicBezTo>
                  <a:pt x="2064990" y="635508"/>
                  <a:pt x="2068281" y="635417"/>
                  <a:pt x="2071482" y="635965"/>
                </a:cubicBezTo>
                <a:cubicBezTo>
                  <a:pt x="2074774" y="636514"/>
                  <a:pt x="2077791" y="637703"/>
                  <a:pt x="2080534" y="639440"/>
                </a:cubicBezTo>
              </a:path>
              <a:path w="3887754" h="1096183">
                <a:moveTo>
                  <a:pt x="2089038" y="644743"/>
                </a:moveTo>
                <a:lnTo>
                  <a:pt x="2093244" y="647395"/>
                </a:lnTo>
                <a:cubicBezTo>
                  <a:pt x="2095988" y="649224"/>
                  <a:pt x="2098365" y="651419"/>
                  <a:pt x="2100285" y="654162"/>
                </a:cubicBezTo>
                <a:cubicBezTo>
                  <a:pt x="2102206" y="656814"/>
                  <a:pt x="2103486" y="659831"/>
                  <a:pt x="2104217" y="663031"/>
                </a:cubicBezTo>
                <a:cubicBezTo>
                  <a:pt x="2104949" y="666232"/>
                  <a:pt x="2105040" y="669432"/>
                  <a:pt x="2104492" y="672724"/>
                </a:cubicBezTo>
                <a:cubicBezTo>
                  <a:pt x="2103943" y="676016"/>
                  <a:pt x="2102754" y="679033"/>
                  <a:pt x="2101017" y="681777"/>
                </a:cubicBezTo>
                <a:cubicBezTo>
                  <a:pt x="2099188" y="684611"/>
                  <a:pt x="2096994" y="686897"/>
                  <a:pt x="2094250" y="688818"/>
                </a:cubicBezTo>
                <a:cubicBezTo>
                  <a:pt x="2091599" y="690738"/>
                  <a:pt x="2088672" y="692109"/>
                  <a:pt x="2085381" y="692749"/>
                </a:cubicBezTo>
                <a:cubicBezTo>
                  <a:pt x="2082180" y="693481"/>
                  <a:pt x="2078980" y="693572"/>
                  <a:pt x="2075688" y="693024"/>
                </a:cubicBezTo>
                <a:cubicBezTo>
                  <a:pt x="2072396" y="692475"/>
                  <a:pt x="2069379" y="691286"/>
                  <a:pt x="2066635" y="689549"/>
                </a:cubicBezTo>
                <a:lnTo>
                  <a:pt x="2062338" y="686897"/>
                </a:lnTo>
                <a:cubicBezTo>
                  <a:pt x="2059595" y="685160"/>
                  <a:pt x="2057217" y="682874"/>
                  <a:pt x="2055297" y="680222"/>
                </a:cubicBezTo>
                <a:cubicBezTo>
                  <a:pt x="2053377" y="677479"/>
                  <a:pt x="2052096" y="674553"/>
                  <a:pt x="2051365" y="671352"/>
                </a:cubicBezTo>
                <a:cubicBezTo>
                  <a:pt x="2050633" y="668061"/>
                  <a:pt x="2050542" y="664860"/>
                  <a:pt x="2051091" y="661568"/>
                </a:cubicBezTo>
                <a:cubicBezTo>
                  <a:pt x="2051639" y="658368"/>
                  <a:pt x="2052828" y="655350"/>
                  <a:pt x="2054657" y="652516"/>
                </a:cubicBezTo>
                <a:cubicBezTo>
                  <a:pt x="2056394" y="649773"/>
                  <a:pt x="2058589" y="647395"/>
                  <a:pt x="2061332" y="645475"/>
                </a:cubicBezTo>
                <a:cubicBezTo>
                  <a:pt x="2063984" y="643555"/>
                  <a:pt x="2067001" y="642275"/>
                  <a:pt x="2070202" y="641543"/>
                </a:cubicBezTo>
                <a:cubicBezTo>
                  <a:pt x="2073402" y="640812"/>
                  <a:pt x="2076694" y="640720"/>
                  <a:pt x="2079894" y="641269"/>
                </a:cubicBezTo>
                <a:cubicBezTo>
                  <a:pt x="2083186" y="641817"/>
                  <a:pt x="2086204" y="643006"/>
                  <a:pt x="2089038" y="644743"/>
                </a:cubicBezTo>
              </a:path>
              <a:path w="3887754" h="1096183">
                <a:moveTo>
                  <a:pt x="2097451" y="650138"/>
                </a:moveTo>
                <a:lnTo>
                  <a:pt x="2101657" y="652790"/>
                </a:lnTo>
                <a:cubicBezTo>
                  <a:pt x="2104492" y="654528"/>
                  <a:pt x="2106778" y="656722"/>
                  <a:pt x="2108698" y="659465"/>
                </a:cubicBezTo>
                <a:cubicBezTo>
                  <a:pt x="2110618" y="662117"/>
                  <a:pt x="2111898" y="665135"/>
                  <a:pt x="2112630" y="668335"/>
                </a:cubicBezTo>
                <a:cubicBezTo>
                  <a:pt x="2113361" y="671535"/>
                  <a:pt x="2113453" y="674827"/>
                  <a:pt x="2112904" y="678028"/>
                </a:cubicBezTo>
                <a:cubicBezTo>
                  <a:pt x="2112355" y="681319"/>
                  <a:pt x="2111167" y="684337"/>
                  <a:pt x="2109429" y="687080"/>
                </a:cubicBezTo>
                <a:cubicBezTo>
                  <a:pt x="2107692" y="689915"/>
                  <a:pt x="2105406" y="692292"/>
                  <a:pt x="2102754" y="694121"/>
                </a:cubicBezTo>
                <a:cubicBezTo>
                  <a:pt x="2100011" y="696041"/>
                  <a:pt x="2097085" y="697413"/>
                  <a:pt x="2093793" y="698144"/>
                </a:cubicBezTo>
                <a:cubicBezTo>
                  <a:pt x="2090593" y="698876"/>
                  <a:pt x="2087392" y="698967"/>
                  <a:pt x="2084100" y="698327"/>
                </a:cubicBezTo>
                <a:cubicBezTo>
                  <a:pt x="2080809" y="697779"/>
                  <a:pt x="2077791" y="696681"/>
                  <a:pt x="2075048" y="694853"/>
                </a:cubicBezTo>
                <a:lnTo>
                  <a:pt x="2070842" y="692201"/>
                </a:lnTo>
                <a:cubicBezTo>
                  <a:pt x="2068007" y="690463"/>
                  <a:pt x="2065630" y="688177"/>
                  <a:pt x="2063801" y="685526"/>
                </a:cubicBezTo>
                <a:cubicBezTo>
                  <a:pt x="2061881" y="682782"/>
                  <a:pt x="2060509" y="679856"/>
                  <a:pt x="2059777" y="676656"/>
                </a:cubicBezTo>
                <a:cubicBezTo>
                  <a:pt x="2059046" y="673456"/>
                  <a:pt x="2058954" y="670164"/>
                  <a:pt x="2059595" y="666963"/>
                </a:cubicBezTo>
                <a:cubicBezTo>
                  <a:pt x="2060143" y="663672"/>
                  <a:pt x="2061240" y="660654"/>
                  <a:pt x="2063069" y="657819"/>
                </a:cubicBezTo>
                <a:cubicBezTo>
                  <a:pt x="2064807" y="655076"/>
                  <a:pt x="2067001" y="652699"/>
                  <a:pt x="2069744" y="650778"/>
                </a:cubicBezTo>
                <a:cubicBezTo>
                  <a:pt x="2072488" y="648950"/>
                  <a:pt x="2075414" y="647578"/>
                  <a:pt x="2078614" y="646847"/>
                </a:cubicBezTo>
                <a:cubicBezTo>
                  <a:pt x="2081906" y="646115"/>
                  <a:pt x="2085106" y="646024"/>
                  <a:pt x="2088398" y="646572"/>
                </a:cubicBezTo>
                <a:cubicBezTo>
                  <a:pt x="2091599" y="647212"/>
                  <a:pt x="2094616" y="648310"/>
                  <a:pt x="2097451" y="650138"/>
                </a:cubicBezTo>
              </a:path>
              <a:path w="3887754" h="1096183">
                <a:moveTo>
                  <a:pt x="2105863" y="655442"/>
                </a:moveTo>
                <a:lnTo>
                  <a:pt x="2110069" y="658094"/>
                </a:lnTo>
                <a:cubicBezTo>
                  <a:pt x="2112904" y="659831"/>
                  <a:pt x="2115282" y="662117"/>
                  <a:pt x="2117110" y="664769"/>
                </a:cubicBezTo>
                <a:cubicBezTo>
                  <a:pt x="2119031" y="667512"/>
                  <a:pt x="2120402" y="670438"/>
                  <a:pt x="2121134" y="673638"/>
                </a:cubicBezTo>
                <a:cubicBezTo>
                  <a:pt x="2121865" y="676839"/>
                  <a:pt x="2121957" y="680131"/>
                  <a:pt x="2121317" y="683331"/>
                </a:cubicBezTo>
                <a:cubicBezTo>
                  <a:pt x="2120768" y="686623"/>
                  <a:pt x="2119671" y="689640"/>
                  <a:pt x="2117842" y="692475"/>
                </a:cubicBezTo>
                <a:cubicBezTo>
                  <a:pt x="2116104" y="695218"/>
                  <a:pt x="2113818" y="697596"/>
                  <a:pt x="2111167" y="699516"/>
                </a:cubicBezTo>
                <a:cubicBezTo>
                  <a:pt x="2108424" y="701345"/>
                  <a:pt x="2105497" y="702716"/>
                  <a:pt x="2102297" y="703448"/>
                </a:cubicBezTo>
                <a:cubicBezTo>
                  <a:pt x="2099005" y="704179"/>
                  <a:pt x="2095805" y="704271"/>
                  <a:pt x="2092513" y="703722"/>
                </a:cubicBezTo>
                <a:cubicBezTo>
                  <a:pt x="2089313" y="703082"/>
                  <a:pt x="2086295" y="701985"/>
                  <a:pt x="2083460" y="700156"/>
                </a:cubicBezTo>
                <a:lnTo>
                  <a:pt x="2079254" y="697504"/>
                </a:lnTo>
                <a:cubicBezTo>
                  <a:pt x="2076420" y="695767"/>
                  <a:pt x="2074134" y="693572"/>
                  <a:pt x="2072213" y="690829"/>
                </a:cubicBezTo>
                <a:cubicBezTo>
                  <a:pt x="2070293" y="688177"/>
                  <a:pt x="2068921" y="685160"/>
                  <a:pt x="2068281" y="681960"/>
                </a:cubicBezTo>
                <a:cubicBezTo>
                  <a:pt x="2067550" y="678759"/>
                  <a:pt x="2067458" y="675467"/>
                  <a:pt x="2068007" y="672267"/>
                </a:cubicBezTo>
                <a:cubicBezTo>
                  <a:pt x="2068556" y="668975"/>
                  <a:pt x="2069744" y="665958"/>
                  <a:pt x="2071482" y="663214"/>
                </a:cubicBezTo>
                <a:cubicBezTo>
                  <a:pt x="2073219" y="660380"/>
                  <a:pt x="2075505" y="658002"/>
                  <a:pt x="2078157" y="656173"/>
                </a:cubicBezTo>
                <a:cubicBezTo>
                  <a:pt x="2080900" y="654253"/>
                  <a:pt x="2083826" y="652882"/>
                  <a:pt x="2087027" y="652150"/>
                </a:cubicBezTo>
                <a:cubicBezTo>
                  <a:pt x="2090318" y="651419"/>
                  <a:pt x="2093519" y="651327"/>
                  <a:pt x="2096811" y="651967"/>
                </a:cubicBezTo>
                <a:cubicBezTo>
                  <a:pt x="2100011" y="652516"/>
                  <a:pt x="2103120" y="653613"/>
                  <a:pt x="2105863" y="655442"/>
                </a:cubicBezTo>
              </a:path>
              <a:path w="3887754" h="1096183">
                <a:moveTo>
                  <a:pt x="2114276" y="660745"/>
                </a:moveTo>
                <a:lnTo>
                  <a:pt x="2118573" y="663397"/>
                </a:lnTo>
                <a:cubicBezTo>
                  <a:pt x="2121317" y="665135"/>
                  <a:pt x="2123694" y="667421"/>
                  <a:pt x="2125614" y="670072"/>
                </a:cubicBezTo>
                <a:cubicBezTo>
                  <a:pt x="2127534" y="672816"/>
                  <a:pt x="2128815" y="675742"/>
                  <a:pt x="2129546" y="678942"/>
                </a:cubicBezTo>
                <a:cubicBezTo>
                  <a:pt x="2130278" y="682234"/>
                  <a:pt x="2130369" y="685434"/>
                  <a:pt x="2129820" y="688726"/>
                </a:cubicBezTo>
                <a:cubicBezTo>
                  <a:pt x="2129180" y="691926"/>
                  <a:pt x="2128083" y="694944"/>
                  <a:pt x="2126254" y="697779"/>
                </a:cubicBezTo>
                <a:cubicBezTo>
                  <a:pt x="2124517" y="700522"/>
                  <a:pt x="2122322" y="702899"/>
                  <a:pt x="2119579" y="704820"/>
                </a:cubicBezTo>
                <a:cubicBezTo>
                  <a:pt x="2116927" y="706740"/>
                  <a:pt x="2113910" y="708020"/>
                  <a:pt x="2110710" y="708751"/>
                </a:cubicBezTo>
                <a:cubicBezTo>
                  <a:pt x="2107509" y="709483"/>
                  <a:pt x="2104217" y="709574"/>
                  <a:pt x="2101017" y="709026"/>
                </a:cubicBezTo>
                <a:cubicBezTo>
                  <a:pt x="2097725" y="708477"/>
                  <a:pt x="2094708" y="707288"/>
                  <a:pt x="2091873" y="705551"/>
                </a:cubicBezTo>
                <a:lnTo>
                  <a:pt x="2087667" y="702899"/>
                </a:lnTo>
                <a:cubicBezTo>
                  <a:pt x="2084923" y="701070"/>
                  <a:pt x="2082546" y="698876"/>
                  <a:pt x="2080626" y="696133"/>
                </a:cubicBezTo>
                <a:cubicBezTo>
                  <a:pt x="2078706" y="693481"/>
                  <a:pt x="2077425" y="690463"/>
                  <a:pt x="2076694" y="687263"/>
                </a:cubicBezTo>
                <a:cubicBezTo>
                  <a:pt x="2075962" y="684063"/>
                  <a:pt x="2075871" y="680862"/>
                  <a:pt x="2076420" y="677570"/>
                </a:cubicBezTo>
                <a:cubicBezTo>
                  <a:pt x="2076968" y="674279"/>
                  <a:pt x="2078157" y="671261"/>
                  <a:pt x="2079894" y="668518"/>
                </a:cubicBezTo>
                <a:cubicBezTo>
                  <a:pt x="2081723" y="665683"/>
                  <a:pt x="2083918" y="663397"/>
                  <a:pt x="2086569" y="661477"/>
                </a:cubicBezTo>
                <a:cubicBezTo>
                  <a:pt x="2089313" y="659557"/>
                  <a:pt x="2092239" y="658185"/>
                  <a:pt x="2095530" y="657545"/>
                </a:cubicBezTo>
                <a:cubicBezTo>
                  <a:pt x="2098731" y="656814"/>
                  <a:pt x="2101931" y="656722"/>
                  <a:pt x="2105223" y="657271"/>
                </a:cubicBezTo>
                <a:cubicBezTo>
                  <a:pt x="2108515" y="657819"/>
                  <a:pt x="2111532" y="659008"/>
                  <a:pt x="2114276" y="660745"/>
                </a:cubicBezTo>
              </a:path>
              <a:path w="3887754" h="1096183">
                <a:moveTo>
                  <a:pt x="2122780" y="666049"/>
                </a:moveTo>
                <a:lnTo>
                  <a:pt x="2126986" y="668701"/>
                </a:lnTo>
                <a:cubicBezTo>
                  <a:pt x="2129729" y="670438"/>
                  <a:pt x="2132106" y="672724"/>
                  <a:pt x="2134027" y="675376"/>
                </a:cubicBezTo>
                <a:cubicBezTo>
                  <a:pt x="2135947" y="678119"/>
                  <a:pt x="2137227" y="681045"/>
                  <a:pt x="2137959" y="684246"/>
                </a:cubicBezTo>
                <a:cubicBezTo>
                  <a:pt x="2138690" y="687537"/>
                  <a:pt x="2138782" y="690738"/>
                  <a:pt x="2138233" y="694030"/>
                </a:cubicBezTo>
                <a:cubicBezTo>
                  <a:pt x="2137684" y="697230"/>
                  <a:pt x="2136496" y="700248"/>
                  <a:pt x="2134758" y="703082"/>
                </a:cubicBezTo>
                <a:cubicBezTo>
                  <a:pt x="2132929" y="705825"/>
                  <a:pt x="2130735" y="708203"/>
                  <a:pt x="2127992" y="710123"/>
                </a:cubicBezTo>
                <a:cubicBezTo>
                  <a:pt x="2125340" y="712043"/>
                  <a:pt x="2122322" y="713323"/>
                  <a:pt x="2119122" y="714055"/>
                </a:cubicBezTo>
                <a:cubicBezTo>
                  <a:pt x="2115922" y="714786"/>
                  <a:pt x="2112630" y="714878"/>
                  <a:pt x="2109429" y="714329"/>
                </a:cubicBezTo>
                <a:cubicBezTo>
                  <a:pt x="2106138" y="713781"/>
                  <a:pt x="2103120" y="712592"/>
                  <a:pt x="2100285" y="710855"/>
                </a:cubicBezTo>
                <a:lnTo>
                  <a:pt x="2096079" y="708203"/>
                </a:lnTo>
                <a:cubicBezTo>
                  <a:pt x="2093336" y="706374"/>
                  <a:pt x="2090958" y="704179"/>
                  <a:pt x="2089038" y="701436"/>
                </a:cubicBezTo>
                <a:cubicBezTo>
                  <a:pt x="2087118" y="698784"/>
                  <a:pt x="2085838" y="695858"/>
                  <a:pt x="2085106" y="692567"/>
                </a:cubicBezTo>
                <a:cubicBezTo>
                  <a:pt x="2084375" y="689366"/>
                  <a:pt x="2084283" y="686166"/>
                  <a:pt x="2084832" y="682874"/>
                </a:cubicBezTo>
                <a:cubicBezTo>
                  <a:pt x="2085381" y="679674"/>
                  <a:pt x="2086569" y="676565"/>
                  <a:pt x="2088307" y="673821"/>
                </a:cubicBezTo>
                <a:cubicBezTo>
                  <a:pt x="2090136" y="670987"/>
                  <a:pt x="2092330" y="668701"/>
                  <a:pt x="2095073" y="666780"/>
                </a:cubicBezTo>
                <a:cubicBezTo>
                  <a:pt x="2097725" y="664860"/>
                  <a:pt x="2100743" y="663580"/>
                  <a:pt x="2103943" y="662849"/>
                </a:cubicBezTo>
                <a:cubicBezTo>
                  <a:pt x="2107143" y="662117"/>
                  <a:pt x="2110435" y="662026"/>
                  <a:pt x="2113636" y="662574"/>
                </a:cubicBezTo>
                <a:cubicBezTo>
                  <a:pt x="2116927" y="663123"/>
                  <a:pt x="2119945" y="664312"/>
                  <a:pt x="2122780" y="666049"/>
                </a:cubicBezTo>
              </a:path>
              <a:path w="3887754" h="1096183">
                <a:moveTo>
                  <a:pt x="2131192" y="671352"/>
                </a:moveTo>
                <a:lnTo>
                  <a:pt x="2135398" y="674004"/>
                </a:lnTo>
                <a:cubicBezTo>
                  <a:pt x="2138233" y="675833"/>
                  <a:pt x="2140519" y="678028"/>
                  <a:pt x="2142439" y="680771"/>
                </a:cubicBezTo>
                <a:cubicBezTo>
                  <a:pt x="2144359" y="683423"/>
                  <a:pt x="2145640" y="686349"/>
                  <a:pt x="2146371" y="689640"/>
                </a:cubicBezTo>
                <a:cubicBezTo>
                  <a:pt x="2147103" y="692841"/>
                  <a:pt x="2147194" y="696041"/>
                  <a:pt x="2146645" y="699333"/>
                </a:cubicBezTo>
                <a:cubicBezTo>
                  <a:pt x="2146097" y="702625"/>
                  <a:pt x="2144908" y="705642"/>
                  <a:pt x="2143171" y="708386"/>
                </a:cubicBezTo>
                <a:cubicBezTo>
                  <a:pt x="2141433" y="711220"/>
                  <a:pt x="2139147" y="713506"/>
                  <a:pt x="2136496" y="715427"/>
                </a:cubicBezTo>
                <a:cubicBezTo>
                  <a:pt x="2133752" y="717347"/>
                  <a:pt x="2130826" y="718627"/>
                  <a:pt x="2127534" y="719358"/>
                </a:cubicBezTo>
                <a:cubicBezTo>
                  <a:pt x="2124334" y="720090"/>
                  <a:pt x="2121134" y="720181"/>
                  <a:pt x="2117842" y="719633"/>
                </a:cubicBezTo>
                <a:cubicBezTo>
                  <a:pt x="2114550" y="719084"/>
                  <a:pt x="2111532" y="717895"/>
                  <a:pt x="2108789" y="716158"/>
                </a:cubicBezTo>
                <a:lnTo>
                  <a:pt x="2104583" y="713506"/>
                </a:lnTo>
                <a:cubicBezTo>
                  <a:pt x="2101748" y="711769"/>
                  <a:pt x="2099371" y="709483"/>
                  <a:pt x="2097451" y="706831"/>
                </a:cubicBezTo>
                <a:cubicBezTo>
                  <a:pt x="2095622" y="704088"/>
                  <a:pt x="2094250" y="701162"/>
                  <a:pt x="2093519" y="697962"/>
                </a:cubicBezTo>
                <a:cubicBezTo>
                  <a:pt x="2092787" y="694670"/>
                  <a:pt x="2092696" y="691469"/>
                  <a:pt x="2093244" y="688177"/>
                </a:cubicBezTo>
                <a:cubicBezTo>
                  <a:pt x="2093885" y="684977"/>
                  <a:pt x="2094982" y="681960"/>
                  <a:pt x="2096811" y="679125"/>
                </a:cubicBezTo>
                <a:cubicBezTo>
                  <a:pt x="2098548" y="676382"/>
                  <a:pt x="2100743" y="674004"/>
                  <a:pt x="2103486" y="672084"/>
                </a:cubicBezTo>
                <a:cubicBezTo>
                  <a:pt x="2106138" y="670164"/>
                  <a:pt x="2109155" y="668884"/>
                  <a:pt x="2112355" y="668152"/>
                </a:cubicBezTo>
                <a:cubicBezTo>
                  <a:pt x="2115556" y="667421"/>
                  <a:pt x="2118848" y="667329"/>
                  <a:pt x="2122140" y="667878"/>
                </a:cubicBezTo>
                <a:cubicBezTo>
                  <a:pt x="2125340" y="668426"/>
                  <a:pt x="2128357" y="669615"/>
                  <a:pt x="2131192" y="671352"/>
                </a:cubicBezTo>
              </a:path>
              <a:path w="3887754" h="1096183">
                <a:moveTo>
                  <a:pt x="2139605" y="676656"/>
                </a:moveTo>
                <a:lnTo>
                  <a:pt x="2143811" y="679399"/>
                </a:lnTo>
                <a:cubicBezTo>
                  <a:pt x="2146645" y="681137"/>
                  <a:pt x="2148931" y="683331"/>
                  <a:pt x="2150852" y="686074"/>
                </a:cubicBezTo>
                <a:cubicBezTo>
                  <a:pt x="2152772" y="688726"/>
                  <a:pt x="2154144" y="691744"/>
                  <a:pt x="2154875" y="694944"/>
                </a:cubicBezTo>
                <a:cubicBezTo>
                  <a:pt x="2155607" y="698144"/>
                  <a:pt x="2155607" y="701345"/>
                  <a:pt x="2155058" y="704637"/>
                </a:cubicBezTo>
                <a:cubicBezTo>
                  <a:pt x="2154509" y="707928"/>
                  <a:pt x="2153321" y="710946"/>
                  <a:pt x="2151583" y="713689"/>
                </a:cubicBezTo>
                <a:cubicBezTo>
                  <a:pt x="2149846" y="716524"/>
                  <a:pt x="2147560" y="718901"/>
                  <a:pt x="2144908" y="720730"/>
                </a:cubicBezTo>
                <a:cubicBezTo>
                  <a:pt x="2142165" y="722650"/>
                  <a:pt x="2139239" y="724022"/>
                  <a:pt x="2136038" y="724753"/>
                </a:cubicBezTo>
                <a:cubicBezTo>
                  <a:pt x="2132747" y="725394"/>
                  <a:pt x="2129546" y="725485"/>
                  <a:pt x="2126254" y="724936"/>
                </a:cubicBezTo>
                <a:cubicBezTo>
                  <a:pt x="2123054" y="724388"/>
                  <a:pt x="2120036" y="723199"/>
                  <a:pt x="2117202" y="721462"/>
                </a:cubicBezTo>
                <a:lnTo>
                  <a:pt x="2112996" y="718810"/>
                </a:lnTo>
                <a:cubicBezTo>
                  <a:pt x="2110161" y="717072"/>
                  <a:pt x="2107875" y="714786"/>
                  <a:pt x="2105955" y="712135"/>
                </a:cubicBezTo>
                <a:cubicBezTo>
                  <a:pt x="2104034" y="709392"/>
                  <a:pt x="2102663" y="706465"/>
                  <a:pt x="2101931" y="703265"/>
                </a:cubicBezTo>
                <a:cubicBezTo>
                  <a:pt x="2101200" y="700065"/>
                  <a:pt x="2101200" y="696773"/>
                  <a:pt x="2101748" y="693572"/>
                </a:cubicBezTo>
                <a:cubicBezTo>
                  <a:pt x="2102297" y="690281"/>
                  <a:pt x="2103486" y="687263"/>
                  <a:pt x="2105223" y="684428"/>
                </a:cubicBezTo>
                <a:cubicBezTo>
                  <a:pt x="2106960" y="681685"/>
                  <a:pt x="2109246" y="679308"/>
                  <a:pt x="2111898" y="677388"/>
                </a:cubicBezTo>
                <a:cubicBezTo>
                  <a:pt x="2114641" y="675467"/>
                  <a:pt x="2117568" y="674187"/>
                  <a:pt x="2120768" y="673456"/>
                </a:cubicBezTo>
                <a:cubicBezTo>
                  <a:pt x="2124060" y="672724"/>
                  <a:pt x="2127260" y="672633"/>
                  <a:pt x="2130552" y="673181"/>
                </a:cubicBezTo>
                <a:cubicBezTo>
                  <a:pt x="2133752" y="673730"/>
                  <a:pt x="2136770" y="674919"/>
                  <a:pt x="2139605" y="676656"/>
                </a:cubicBezTo>
              </a:path>
              <a:path w="3887754" h="1096183">
                <a:moveTo>
                  <a:pt x="2148017" y="682051"/>
                </a:moveTo>
                <a:lnTo>
                  <a:pt x="2152223" y="684703"/>
                </a:lnTo>
                <a:cubicBezTo>
                  <a:pt x="2155058" y="686440"/>
                  <a:pt x="2157435" y="688635"/>
                  <a:pt x="2159356" y="691378"/>
                </a:cubicBezTo>
                <a:cubicBezTo>
                  <a:pt x="2161184" y="694030"/>
                  <a:pt x="2162556" y="697047"/>
                  <a:pt x="2163288" y="700248"/>
                </a:cubicBezTo>
                <a:cubicBezTo>
                  <a:pt x="2164019" y="703448"/>
                  <a:pt x="2164110" y="706740"/>
                  <a:pt x="2163562" y="709940"/>
                </a:cubicBezTo>
                <a:cubicBezTo>
                  <a:pt x="2162922" y="713232"/>
                  <a:pt x="2161824" y="716250"/>
                  <a:pt x="2159996" y="718993"/>
                </a:cubicBezTo>
                <a:cubicBezTo>
                  <a:pt x="2158258" y="721827"/>
                  <a:pt x="2156064" y="724205"/>
                  <a:pt x="2153321" y="726125"/>
                </a:cubicBezTo>
                <a:cubicBezTo>
                  <a:pt x="2150669" y="727954"/>
                  <a:pt x="2147651" y="729325"/>
                  <a:pt x="2144451" y="730057"/>
                </a:cubicBezTo>
                <a:cubicBezTo>
                  <a:pt x="2141250" y="730788"/>
                  <a:pt x="2137959" y="730880"/>
                  <a:pt x="2134667" y="730240"/>
                </a:cubicBezTo>
                <a:cubicBezTo>
                  <a:pt x="2131466" y="729691"/>
                  <a:pt x="2128449" y="728594"/>
                  <a:pt x="2125614" y="726765"/>
                </a:cubicBezTo>
                <a:lnTo>
                  <a:pt x="2121408" y="724113"/>
                </a:lnTo>
                <a:cubicBezTo>
                  <a:pt x="2118573" y="722376"/>
                  <a:pt x="2116287" y="720181"/>
                  <a:pt x="2114367" y="717438"/>
                </a:cubicBezTo>
                <a:cubicBezTo>
                  <a:pt x="2112447" y="714786"/>
                  <a:pt x="2111167" y="711769"/>
                  <a:pt x="2110435" y="708569"/>
                </a:cubicBezTo>
                <a:cubicBezTo>
                  <a:pt x="2109704" y="705368"/>
                  <a:pt x="2109612" y="702076"/>
                  <a:pt x="2110161" y="698876"/>
                </a:cubicBezTo>
                <a:cubicBezTo>
                  <a:pt x="2110710" y="695584"/>
                  <a:pt x="2111898" y="692567"/>
                  <a:pt x="2113636" y="689732"/>
                </a:cubicBezTo>
                <a:cubicBezTo>
                  <a:pt x="2115373" y="686989"/>
                  <a:pt x="2117659" y="684611"/>
                  <a:pt x="2120311" y="682691"/>
                </a:cubicBezTo>
                <a:cubicBezTo>
                  <a:pt x="2123054" y="680862"/>
                  <a:pt x="2125980" y="679491"/>
                  <a:pt x="2129272" y="678759"/>
                </a:cubicBezTo>
                <a:cubicBezTo>
                  <a:pt x="2132472" y="678028"/>
                  <a:pt x="2135673" y="677936"/>
                  <a:pt x="2138964" y="678576"/>
                </a:cubicBezTo>
                <a:cubicBezTo>
                  <a:pt x="2142256" y="679125"/>
                  <a:pt x="2145274" y="680222"/>
                  <a:pt x="2148017" y="682051"/>
                </a:cubicBezTo>
              </a:path>
              <a:path w="3887754" h="1096183">
                <a:moveTo>
                  <a:pt x="2156521" y="687354"/>
                </a:moveTo>
                <a:lnTo>
                  <a:pt x="2160727" y="690006"/>
                </a:lnTo>
                <a:cubicBezTo>
                  <a:pt x="2163470" y="691744"/>
                  <a:pt x="2165848" y="694030"/>
                  <a:pt x="2167768" y="696681"/>
                </a:cubicBezTo>
                <a:cubicBezTo>
                  <a:pt x="2169688" y="699425"/>
                  <a:pt x="2170968" y="702351"/>
                  <a:pt x="2171700" y="705551"/>
                </a:cubicBezTo>
                <a:cubicBezTo>
                  <a:pt x="2172432" y="708751"/>
                  <a:pt x="2172523" y="712043"/>
                  <a:pt x="2171974" y="715244"/>
                </a:cubicBezTo>
                <a:cubicBezTo>
                  <a:pt x="2171426" y="718536"/>
                  <a:pt x="2170237" y="721553"/>
                  <a:pt x="2168500" y="724388"/>
                </a:cubicBezTo>
                <a:cubicBezTo>
                  <a:pt x="2166671" y="727131"/>
                  <a:pt x="2164476" y="729508"/>
                  <a:pt x="2161733" y="731429"/>
                </a:cubicBezTo>
                <a:cubicBezTo>
                  <a:pt x="2159081" y="733349"/>
                  <a:pt x="2156064" y="734629"/>
                  <a:pt x="2152863" y="735360"/>
                </a:cubicBezTo>
                <a:cubicBezTo>
                  <a:pt x="2149663" y="736092"/>
                  <a:pt x="2146371" y="736183"/>
                  <a:pt x="2143171" y="735635"/>
                </a:cubicBezTo>
                <a:cubicBezTo>
                  <a:pt x="2139879" y="735086"/>
                  <a:pt x="2136861" y="733897"/>
                  <a:pt x="2134027" y="732160"/>
                </a:cubicBezTo>
                <a:lnTo>
                  <a:pt x="2129820" y="729417"/>
                </a:lnTo>
                <a:cubicBezTo>
                  <a:pt x="2127077" y="727680"/>
                  <a:pt x="2124700" y="725485"/>
                  <a:pt x="2122780" y="722742"/>
                </a:cubicBezTo>
                <a:cubicBezTo>
                  <a:pt x="2120859" y="720090"/>
                  <a:pt x="2119579" y="717072"/>
                  <a:pt x="2118848" y="713872"/>
                </a:cubicBezTo>
                <a:cubicBezTo>
                  <a:pt x="2118116" y="710672"/>
                  <a:pt x="2118025" y="707380"/>
                  <a:pt x="2118573" y="704179"/>
                </a:cubicBezTo>
                <a:cubicBezTo>
                  <a:pt x="2119122" y="700888"/>
                  <a:pt x="2120311" y="697870"/>
                  <a:pt x="2122048" y="695127"/>
                </a:cubicBezTo>
                <a:cubicBezTo>
                  <a:pt x="2123877" y="692292"/>
                  <a:pt x="2126071" y="689915"/>
                  <a:pt x="2128815" y="688086"/>
                </a:cubicBezTo>
                <a:cubicBezTo>
                  <a:pt x="2131466" y="686166"/>
                  <a:pt x="2134484" y="684794"/>
                  <a:pt x="2137684" y="684063"/>
                </a:cubicBezTo>
                <a:cubicBezTo>
                  <a:pt x="2140885" y="683331"/>
                  <a:pt x="2144177" y="683331"/>
                  <a:pt x="2147377" y="683880"/>
                </a:cubicBezTo>
                <a:cubicBezTo>
                  <a:pt x="2150669" y="684428"/>
                  <a:pt x="2153686" y="685617"/>
                  <a:pt x="2156521" y="687354"/>
                </a:cubicBezTo>
              </a:path>
              <a:path w="3887754" h="1096183">
                <a:moveTo>
                  <a:pt x="2164933" y="692658"/>
                </a:moveTo>
                <a:lnTo>
                  <a:pt x="2169140" y="695310"/>
                </a:lnTo>
                <a:cubicBezTo>
                  <a:pt x="2171883" y="697047"/>
                  <a:pt x="2174260" y="699333"/>
                  <a:pt x="2176181" y="701985"/>
                </a:cubicBezTo>
                <a:cubicBezTo>
                  <a:pt x="2178101" y="704728"/>
                  <a:pt x="2179381" y="707654"/>
                  <a:pt x="2180112" y="710855"/>
                </a:cubicBezTo>
                <a:cubicBezTo>
                  <a:pt x="2180844" y="714146"/>
                  <a:pt x="2180935" y="717347"/>
                  <a:pt x="2180387" y="720639"/>
                </a:cubicBezTo>
                <a:cubicBezTo>
                  <a:pt x="2179838" y="723839"/>
                  <a:pt x="2178649" y="726857"/>
                  <a:pt x="2176912" y="729691"/>
                </a:cubicBezTo>
                <a:cubicBezTo>
                  <a:pt x="2175175" y="732434"/>
                  <a:pt x="2172889" y="734812"/>
                  <a:pt x="2170237" y="736732"/>
                </a:cubicBezTo>
                <a:cubicBezTo>
                  <a:pt x="2167494" y="738652"/>
                  <a:pt x="2164568" y="739932"/>
                  <a:pt x="2161276" y="740664"/>
                </a:cubicBezTo>
                <a:cubicBezTo>
                  <a:pt x="2158075" y="741396"/>
                  <a:pt x="2154875" y="741487"/>
                  <a:pt x="2151583" y="740938"/>
                </a:cubicBezTo>
                <a:cubicBezTo>
                  <a:pt x="2148291" y="740390"/>
                  <a:pt x="2145274" y="739201"/>
                  <a:pt x="2142531" y="737464"/>
                </a:cubicBezTo>
                <a:lnTo>
                  <a:pt x="2138324" y="734812"/>
                </a:lnTo>
                <a:cubicBezTo>
                  <a:pt x="2135490" y="732983"/>
                  <a:pt x="2133112" y="730788"/>
                  <a:pt x="2131192" y="728045"/>
                </a:cubicBezTo>
                <a:cubicBezTo>
                  <a:pt x="2129363" y="725394"/>
                  <a:pt x="2127992" y="722467"/>
                  <a:pt x="2127260" y="719176"/>
                </a:cubicBezTo>
                <a:cubicBezTo>
                  <a:pt x="2126529" y="715975"/>
                  <a:pt x="2126437" y="712775"/>
                  <a:pt x="2126986" y="709483"/>
                </a:cubicBezTo>
                <a:cubicBezTo>
                  <a:pt x="2127626" y="706191"/>
                  <a:pt x="2128723" y="703174"/>
                  <a:pt x="2130552" y="700430"/>
                </a:cubicBezTo>
                <a:cubicBezTo>
                  <a:pt x="2132289" y="697596"/>
                  <a:pt x="2134484" y="695310"/>
                  <a:pt x="2137227" y="693390"/>
                </a:cubicBezTo>
                <a:cubicBezTo>
                  <a:pt x="2139879" y="691469"/>
                  <a:pt x="2142896" y="690189"/>
                  <a:pt x="2146097" y="689458"/>
                </a:cubicBezTo>
                <a:cubicBezTo>
                  <a:pt x="2149297" y="688726"/>
                  <a:pt x="2152589" y="688635"/>
                  <a:pt x="2155789" y="689183"/>
                </a:cubicBezTo>
                <a:cubicBezTo>
                  <a:pt x="2159081" y="689732"/>
                  <a:pt x="2162099" y="690921"/>
                  <a:pt x="2164933" y="692658"/>
                </a:cubicBezTo>
              </a:path>
              <a:path w="3887754" h="1096183">
                <a:moveTo>
                  <a:pt x="2173346" y="697962"/>
                </a:moveTo>
                <a:lnTo>
                  <a:pt x="2177552" y="700613"/>
                </a:lnTo>
                <a:cubicBezTo>
                  <a:pt x="2180387" y="702442"/>
                  <a:pt x="2182673" y="704637"/>
                  <a:pt x="2184593" y="707288"/>
                </a:cubicBezTo>
                <a:cubicBezTo>
                  <a:pt x="2186513" y="710032"/>
                  <a:pt x="2187885" y="712958"/>
                  <a:pt x="2188525" y="716250"/>
                </a:cubicBezTo>
                <a:cubicBezTo>
                  <a:pt x="2189256" y="719450"/>
                  <a:pt x="2189348" y="722650"/>
                  <a:pt x="2188799" y="725942"/>
                </a:cubicBezTo>
                <a:cubicBezTo>
                  <a:pt x="2188251" y="729143"/>
                  <a:pt x="2187062" y="732160"/>
                  <a:pt x="2185325" y="734995"/>
                </a:cubicBezTo>
                <a:cubicBezTo>
                  <a:pt x="2183587" y="737829"/>
                  <a:pt x="2181301" y="740115"/>
                  <a:pt x="2178649" y="742036"/>
                </a:cubicBezTo>
                <a:cubicBezTo>
                  <a:pt x="2175906" y="743956"/>
                  <a:pt x="2172980" y="745236"/>
                  <a:pt x="2169780" y="745968"/>
                </a:cubicBezTo>
                <a:cubicBezTo>
                  <a:pt x="2166488" y="746699"/>
                  <a:pt x="2163288" y="746790"/>
                  <a:pt x="2159996" y="746242"/>
                </a:cubicBezTo>
                <a:cubicBezTo>
                  <a:pt x="2156795" y="745693"/>
                  <a:pt x="2153686" y="744504"/>
                  <a:pt x="2150943" y="742767"/>
                </a:cubicBezTo>
                <a:lnTo>
                  <a:pt x="2146737" y="740115"/>
                </a:lnTo>
                <a:cubicBezTo>
                  <a:pt x="2143902" y="738287"/>
                  <a:pt x="2141525" y="736092"/>
                  <a:pt x="2139696" y="733440"/>
                </a:cubicBezTo>
                <a:cubicBezTo>
                  <a:pt x="2137776" y="730697"/>
                  <a:pt x="2136404" y="727771"/>
                  <a:pt x="2135673" y="724479"/>
                </a:cubicBezTo>
                <a:cubicBezTo>
                  <a:pt x="2134941" y="721279"/>
                  <a:pt x="2134850" y="718078"/>
                  <a:pt x="2135490" y="714786"/>
                </a:cubicBezTo>
                <a:cubicBezTo>
                  <a:pt x="2136038" y="711586"/>
                  <a:pt x="2137136" y="708569"/>
                  <a:pt x="2138964" y="705734"/>
                </a:cubicBezTo>
                <a:cubicBezTo>
                  <a:pt x="2140702" y="702899"/>
                  <a:pt x="2142988" y="700613"/>
                  <a:pt x="2145640" y="698693"/>
                </a:cubicBezTo>
                <a:cubicBezTo>
                  <a:pt x="2148383" y="696773"/>
                  <a:pt x="2151309" y="695493"/>
                  <a:pt x="2154509" y="694761"/>
                </a:cubicBezTo>
                <a:cubicBezTo>
                  <a:pt x="2157801" y="694030"/>
                  <a:pt x="2161002" y="693938"/>
                  <a:pt x="2164293" y="694487"/>
                </a:cubicBezTo>
                <a:cubicBezTo>
                  <a:pt x="2167494" y="695035"/>
                  <a:pt x="2170511" y="696224"/>
                  <a:pt x="2173346" y="697962"/>
                </a:cubicBezTo>
              </a:path>
              <a:path w="3887754" h="1096183">
                <a:moveTo>
                  <a:pt x="2181758" y="703265"/>
                </a:moveTo>
                <a:lnTo>
                  <a:pt x="2185965" y="705917"/>
                </a:lnTo>
                <a:cubicBezTo>
                  <a:pt x="2188799" y="707746"/>
                  <a:pt x="2191177" y="709940"/>
                  <a:pt x="2193006" y="712683"/>
                </a:cubicBezTo>
                <a:cubicBezTo>
                  <a:pt x="2194926" y="715335"/>
                  <a:pt x="2196297" y="718353"/>
                  <a:pt x="2197029" y="721553"/>
                </a:cubicBezTo>
                <a:cubicBezTo>
                  <a:pt x="2197760" y="724753"/>
                  <a:pt x="2197852" y="727954"/>
                  <a:pt x="2197212" y="731246"/>
                </a:cubicBezTo>
                <a:cubicBezTo>
                  <a:pt x="2196663" y="734538"/>
                  <a:pt x="2195566" y="737555"/>
                  <a:pt x="2193737" y="740298"/>
                </a:cubicBezTo>
                <a:cubicBezTo>
                  <a:pt x="2192000" y="743133"/>
                  <a:pt x="2189805" y="745419"/>
                  <a:pt x="2187062" y="747339"/>
                </a:cubicBezTo>
                <a:cubicBezTo>
                  <a:pt x="2184319" y="749259"/>
                  <a:pt x="2181393" y="750540"/>
                  <a:pt x="2178192" y="751271"/>
                </a:cubicBezTo>
                <a:cubicBezTo>
                  <a:pt x="2174992" y="752003"/>
                  <a:pt x="2171700" y="752094"/>
                  <a:pt x="2168408" y="751545"/>
                </a:cubicBezTo>
                <a:cubicBezTo>
                  <a:pt x="2165208" y="750997"/>
                  <a:pt x="2162190" y="749808"/>
                  <a:pt x="2159356" y="748071"/>
                </a:cubicBezTo>
                <a:lnTo>
                  <a:pt x="2155149" y="745419"/>
                </a:lnTo>
                <a:cubicBezTo>
                  <a:pt x="2152315" y="743682"/>
                  <a:pt x="2150029" y="741396"/>
                  <a:pt x="2148108" y="738744"/>
                </a:cubicBezTo>
                <a:cubicBezTo>
                  <a:pt x="2146188" y="736001"/>
                  <a:pt x="2144908" y="733074"/>
                  <a:pt x="2144177" y="729874"/>
                </a:cubicBezTo>
                <a:cubicBezTo>
                  <a:pt x="2143445" y="726582"/>
                  <a:pt x="2143354" y="723382"/>
                  <a:pt x="2143902" y="720090"/>
                </a:cubicBezTo>
                <a:cubicBezTo>
                  <a:pt x="2144451" y="716890"/>
                  <a:pt x="2145640" y="713872"/>
                  <a:pt x="2147377" y="711037"/>
                </a:cubicBezTo>
                <a:cubicBezTo>
                  <a:pt x="2149114" y="708294"/>
                  <a:pt x="2151400" y="705917"/>
                  <a:pt x="2154052" y="703997"/>
                </a:cubicBezTo>
                <a:cubicBezTo>
                  <a:pt x="2156795" y="702076"/>
                  <a:pt x="2159721" y="700796"/>
                  <a:pt x="2163013" y="700065"/>
                </a:cubicBezTo>
                <a:cubicBezTo>
                  <a:pt x="2166214" y="699333"/>
                  <a:pt x="2169414" y="699242"/>
                  <a:pt x="2172706" y="699790"/>
                </a:cubicBezTo>
                <a:cubicBezTo>
                  <a:pt x="2175998" y="700339"/>
                  <a:pt x="2179015" y="701528"/>
                  <a:pt x="2181758" y="703265"/>
                </a:cubicBezTo>
              </a:path>
              <a:path w="3887754" h="1096183">
                <a:moveTo>
                  <a:pt x="2190171" y="708660"/>
                </a:moveTo>
                <a:lnTo>
                  <a:pt x="2194469" y="711312"/>
                </a:lnTo>
                <a:cubicBezTo>
                  <a:pt x="2197212" y="713049"/>
                  <a:pt x="2199589" y="715244"/>
                  <a:pt x="2201509" y="717987"/>
                </a:cubicBezTo>
                <a:cubicBezTo>
                  <a:pt x="2203430" y="720639"/>
                  <a:pt x="2204710" y="723656"/>
                  <a:pt x="2205441" y="726857"/>
                </a:cubicBezTo>
                <a:cubicBezTo>
                  <a:pt x="2206173" y="730057"/>
                  <a:pt x="2206264" y="733349"/>
                  <a:pt x="2205716" y="736549"/>
                </a:cubicBezTo>
                <a:cubicBezTo>
                  <a:pt x="2205167" y="739841"/>
                  <a:pt x="2203978" y="742859"/>
                  <a:pt x="2202241" y="745602"/>
                </a:cubicBezTo>
                <a:cubicBezTo>
                  <a:pt x="2200412" y="748436"/>
                  <a:pt x="2198218" y="750814"/>
                  <a:pt x="2195474" y="752643"/>
                </a:cubicBezTo>
                <a:cubicBezTo>
                  <a:pt x="2192823" y="754563"/>
                  <a:pt x="2189805" y="755934"/>
                  <a:pt x="2186605" y="756666"/>
                </a:cubicBezTo>
                <a:cubicBezTo>
                  <a:pt x="2183404" y="757398"/>
                  <a:pt x="2180112" y="757398"/>
                  <a:pt x="2176912" y="756849"/>
                </a:cubicBezTo>
                <a:cubicBezTo>
                  <a:pt x="2173620" y="756300"/>
                  <a:pt x="2170603" y="755203"/>
                  <a:pt x="2167768" y="753374"/>
                </a:cubicBezTo>
                <a:lnTo>
                  <a:pt x="2163562" y="750722"/>
                </a:lnTo>
                <a:cubicBezTo>
                  <a:pt x="2160819" y="748985"/>
                  <a:pt x="2158441" y="746699"/>
                  <a:pt x="2156521" y="744047"/>
                </a:cubicBezTo>
                <a:cubicBezTo>
                  <a:pt x="2154601" y="741304"/>
                  <a:pt x="2153321" y="738378"/>
                  <a:pt x="2152589" y="735178"/>
                </a:cubicBezTo>
                <a:cubicBezTo>
                  <a:pt x="2151858" y="731977"/>
                  <a:pt x="2151766" y="728685"/>
                  <a:pt x="2152315" y="725485"/>
                </a:cubicBezTo>
                <a:cubicBezTo>
                  <a:pt x="2152863" y="722193"/>
                  <a:pt x="2154052" y="719176"/>
                  <a:pt x="2155789" y="716341"/>
                </a:cubicBezTo>
                <a:cubicBezTo>
                  <a:pt x="2157618" y="713598"/>
                  <a:pt x="2159813" y="711220"/>
                  <a:pt x="2162556" y="709300"/>
                </a:cubicBezTo>
                <a:cubicBezTo>
                  <a:pt x="2165208" y="707380"/>
                  <a:pt x="2168134" y="706100"/>
                  <a:pt x="2171426" y="705368"/>
                </a:cubicBezTo>
                <a:cubicBezTo>
                  <a:pt x="2174626" y="704637"/>
                  <a:pt x="2177826" y="704545"/>
                  <a:pt x="2181118" y="705094"/>
                </a:cubicBezTo>
                <a:cubicBezTo>
                  <a:pt x="2184410" y="705734"/>
                  <a:pt x="2187428" y="706831"/>
                  <a:pt x="2190171" y="708660"/>
                </a:cubicBezTo>
              </a:path>
              <a:path w="3887754" h="1096183">
                <a:moveTo>
                  <a:pt x="2198675" y="713964"/>
                </a:moveTo>
                <a:lnTo>
                  <a:pt x="2202881" y="716615"/>
                </a:lnTo>
                <a:cubicBezTo>
                  <a:pt x="2205624" y="718353"/>
                  <a:pt x="2208002" y="720547"/>
                  <a:pt x="2209922" y="723290"/>
                </a:cubicBezTo>
                <a:cubicBezTo>
                  <a:pt x="2211842" y="726034"/>
                  <a:pt x="2213122" y="728960"/>
                  <a:pt x="2213854" y="732160"/>
                </a:cubicBezTo>
                <a:cubicBezTo>
                  <a:pt x="2214585" y="735360"/>
                  <a:pt x="2214677" y="738652"/>
                  <a:pt x="2214128" y="741853"/>
                </a:cubicBezTo>
                <a:cubicBezTo>
                  <a:pt x="2213580" y="745145"/>
                  <a:pt x="2212391" y="748162"/>
                  <a:pt x="2210653" y="750997"/>
                </a:cubicBezTo>
                <a:cubicBezTo>
                  <a:pt x="2208825" y="753740"/>
                  <a:pt x="2206630" y="756117"/>
                  <a:pt x="2203887" y="758038"/>
                </a:cubicBezTo>
                <a:cubicBezTo>
                  <a:pt x="2201235" y="759866"/>
                  <a:pt x="2198309" y="761238"/>
                  <a:pt x="2195017" y="761970"/>
                </a:cubicBezTo>
                <a:cubicBezTo>
                  <a:pt x="2191817" y="762701"/>
                  <a:pt x="2188616" y="762792"/>
                  <a:pt x="2185325" y="762244"/>
                </a:cubicBezTo>
                <a:cubicBezTo>
                  <a:pt x="2182033" y="761604"/>
                  <a:pt x="2179015" y="760506"/>
                  <a:pt x="2176272" y="758678"/>
                </a:cubicBezTo>
                <a:lnTo>
                  <a:pt x="2171974" y="756026"/>
                </a:lnTo>
                <a:cubicBezTo>
                  <a:pt x="2169231" y="754289"/>
                  <a:pt x="2166854" y="752094"/>
                  <a:pt x="2164933" y="749351"/>
                </a:cubicBezTo>
                <a:cubicBezTo>
                  <a:pt x="2163013" y="746699"/>
                  <a:pt x="2161733" y="743682"/>
                  <a:pt x="2161002" y="740481"/>
                </a:cubicBezTo>
                <a:cubicBezTo>
                  <a:pt x="2160270" y="737281"/>
                  <a:pt x="2160179" y="733989"/>
                  <a:pt x="2160727" y="730788"/>
                </a:cubicBezTo>
                <a:cubicBezTo>
                  <a:pt x="2161276" y="727497"/>
                  <a:pt x="2162465" y="724479"/>
                  <a:pt x="2164202" y="721736"/>
                </a:cubicBezTo>
                <a:cubicBezTo>
                  <a:pt x="2166031" y="718901"/>
                  <a:pt x="2168225" y="716524"/>
                  <a:pt x="2170968" y="714695"/>
                </a:cubicBezTo>
                <a:cubicBezTo>
                  <a:pt x="2173620" y="712775"/>
                  <a:pt x="2176638" y="711403"/>
                  <a:pt x="2179838" y="710672"/>
                </a:cubicBezTo>
                <a:cubicBezTo>
                  <a:pt x="2183039" y="709940"/>
                  <a:pt x="2186330" y="709849"/>
                  <a:pt x="2189531" y="710489"/>
                </a:cubicBezTo>
                <a:cubicBezTo>
                  <a:pt x="2192823" y="711037"/>
                  <a:pt x="2195840" y="712135"/>
                  <a:pt x="2198675" y="713964"/>
                </a:cubicBezTo>
              </a:path>
              <a:path w="3887754" h="1096183">
                <a:moveTo>
                  <a:pt x="2207087" y="719267"/>
                </a:moveTo>
                <a:lnTo>
                  <a:pt x="2211294" y="721919"/>
                </a:lnTo>
                <a:cubicBezTo>
                  <a:pt x="2214128" y="723656"/>
                  <a:pt x="2216414" y="725942"/>
                  <a:pt x="2218334" y="728594"/>
                </a:cubicBezTo>
                <a:cubicBezTo>
                  <a:pt x="2220255" y="731337"/>
                  <a:pt x="2221535" y="734263"/>
                  <a:pt x="2222266" y="737464"/>
                </a:cubicBezTo>
                <a:cubicBezTo>
                  <a:pt x="2222998" y="740755"/>
                  <a:pt x="2223089" y="743956"/>
                  <a:pt x="2222541" y="747248"/>
                </a:cubicBezTo>
                <a:cubicBezTo>
                  <a:pt x="2221992" y="750448"/>
                  <a:pt x="2220803" y="753466"/>
                  <a:pt x="2219066" y="756300"/>
                </a:cubicBezTo>
                <a:cubicBezTo>
                  <a:pt x="2217329" y="759043"/>
                  <a:pt x="2215043" y="761421"/>
                  <a:pt x="2212391" y="763341"/>
                </a:cubicBezTo>
                <a:cubicBezTo>
                  <a:pt x="2209648" y="765261"/>
                  <a:pt x="2206722" y="766542"/>
                  <a:pt x="2203430" y="767273"/>
                </a:cubicBezTo>
                <a:cubicBezTo>
                  <a:pt x="2200229" y="768005"/>
                  <a:pt x="2197029" y="768096"/>
                  <a:pt x="2193737" y="767547"/>
                </a:cubicBezTo>
                <a:cubicBezTo>
                  <a:pt x="2190445" y="766999"/>
                  <a:pt x="2187428" y="765810"/>
                  <a:pt x="2184684" y="764073"/>
                </a:cubicBezTo>
                <a:lnTo>
                  <a:pt x="2180478" y="761329"/>
                </a:lnTo>
                <a:cubicBezTo>
                  <a:pt x="2177644" y="759592"/>
                  <a:pt x="2175266" y="757398"/>
                  <a:pt x="2173437" y="754654"/>
                </a:cubicBezTo>
                <a:cubicBezTo>
                  <a:pt x="2171517" y="752003"/>
                  <a:pt x="2170146" y="748985"/>
                  <a:pt x="2169414" y="745785"/>
                </a:cubicBezTo>
                <a:cubicBezTo>
                  <a:pt x="2168682" y="742584"/>
                  <a:pt x="2168591" y="739384"/>
                  <a:pt x="2169231" y="736092"/>
                </a:cubicBezTo>
                <a:cubicBezTo>
                  <a:pt x="2169780" y="732800"/>
                  <a:pt x="2170877" y="729783"/>
                  <a:pt x="2172706" y="727039"/>
                </a:cubicBezTo>
                <a:cubicBezTo>
                  <a:pt x="2174443" y="724205"/>
                  <a:pt x="2176638" y="721919"/>
                  <a:pt x="2179381" y="719999"/>
                </a:cubicBezTo>
                <a:cubicBezTo>
                  <a:pt x="2182124" y="718078"/>
                  <a:pt x="2185050" y="716707"/>
                  <a:pt x="2188251" y="715975"/>
                </a:cubicBezTo>
                <a:cubicBezTo>
                  <a:pt x="2191451" y="715335"/>
                  <a:pt x="2194743" y="715244"/>
                  <a:pt x="2198035" y="715792"/>
                </a:cubicBezTo>
                <a:cubicBezTo>
                  <a:pt x="2201235" y="716341"/>
                  <a:pt x="2204253" y="717530"/>
                  <a:pt x="2207087" y="719267"/>
                </a:cubicBezTo>
              </a:path>
              <a:path w="3887754" h="1096183">
                <a:moveTo>
                  <a:pt x="2215500" y="724571"/>
                </a:moveTo>
                <a:lnTo>
                  <a:pt x="2219706" y="727222"/>
                </a:lnTo>
                <a:cubicBezTo>
                  <a:pt x="2222541" y="728960"/>
                  <a:pt x="2224918" y="731246"/>
                  <a:pt x="2226747" y="733897"/>
                </a:cubicBezTo>
                <a:cubicBezTo>
                  <a:pt x="2228667" y="736641"/>
                  <a:pt x="2230039" y="739567"/>
                  <a:pt x="2230770" y="742767"/>
                </a:cubicBezTo>
                <a:cubicBezTo>
                  <a:pt x="2231502" y="746059"/>
                  <a:pt x="2231593" y="749259"/>
                  <a:pt x="2230953" y="752551"/>
                </a:cubicBezTo>
                <a:cubicBezTo>
                  <a:pt x="2230404" y="755752"/>
                  <a:pt x="2229307" y="758769"/>
                  <a:pt x="2227478" y="761604"/>
                </a:cubicBezTo>
                <a:cubicBezTo>
                  <a:pt x="2225741" y="764347"/>
                  <a:pt x="2223455" y="766724"/>
                  <a:pt x="2220803" y="768645"/>
                </a:cubicBezTo>
                <a:cubicBezTo>
                  <a:pt x="2218060" y="770565"/>
                  <a:pt x="2215134" y="771845"/>
                  <a:pt x="2211934" y="772577"/>
                </a:cubicBezTo>
                <a:cubicBezTo>
                  <a:pt x="2208642" y="773308"/>
                  <a:pt x="2205441" y="773400"/>
                  <a:pt x="2202150" y="772851"/>
                </a:cubicBezTo>
                <a:cubicBezTo>
                  <a:pt x="2198949" y="772302"/>
                  <a:pt x="2195932" y="771114"/>
                  <a:pt x="2193097" y="769376"/>
                </a:cubicBezTo>
                <a:lnTo>
                  <a:pt x="2188891" y="766724"/>
                </a:lnTo>
                <a:cubicBezTo>
                  <a:pt x="2186056" y="764896"/>
                  <a:pt x="2183770" y="762701"/>
                  <a:pt x="2181850" y="759958"/>
                </a:cubicBezTo>
                <a:cubicBezTo>
                  <a:pt x="2179930" y="757306"/>
                  <a:pt x="2178558" y="754380"/>
                  <a:pt x="2177918" y="751088"/>
                </a:cubicBezTo>
                <a:cubicBezTo>
                  <a:pt x="2177186" y="747888"/>
                  <a:pt x="2177095" y="744687"/>
                  <a:pt x="2177644" y="741396"/>
                </a:cubicBezTo>
                <a:cubicBezTo>
                  <a:pt x="2178192" y="738195"/>
                  <a:pt x="2179381" y="735086"/>
                  <a:pt x="2181118" y="732343"/>
                </a:cubicBezTo>
                <a:cubicBezTo>
                  <a:pt x="2182856" y="729508"/>
                  <a:pt x="2185142" y="727222"/>
                  <a:pt x="2187793" y="725302"/>
                </a:cubicBezTo>
                <a:cubicBezTo>
                  <a:pt x="2190537" y="723382"/>
                  <a:pt x="2193463" y="722102"/>
                  <a:pt x="2196663" y="721370"/>
                </a:cubicBezTo>
                <a:cubicBezTo>
                  <a:pt x="2199955" y="720639"/>
                  <a:pt x="2203155" y="720547"/>
                  <a:pt x="2206447" y="721096"/>
                </a:cubicBezTo>
                <a:cubicBezTo>
                  <a:pt x="2209648" y="721644"/>
                  <a:pt x="2212757" y="722833"/>
                  <a:pt x="2215500" y="724571"/>
                </a:cubicBezTo>
              </a:path>
              <a:path w="3887754" h="1096183">
                <a:moveTo>
                  <a:pt x="2223912" y="729874"/>
                </a:moveTo>
                <a:lnTo>
                  <a:pt x="2228118" y="732526"/>
                </a:lnTo>
                <a:cubicBezTo>
                  <a:pt x="2230953" y="734355"/>
                  <a:pt x="2233331" y="736549"/>
                  <a:pt x="2235251" y="739292"/>
                </a:cubicBezTo>
                <a:cubicBezTo>
                  <a:pt x="2237080" y="741944"/>
                  <a:pt x="2238451" y="744870"/>
                  <a:pt x="2239183" y="748162"/>
                </a:cubicBezTo>
                <a:cubicBezTo>
                  <a:pt x="2239914" y="751362"/>
                  <a:pt x="2240006" y="754563"/>
                  <a:pt x="2239457" y="757855"/>
                </a:cubicBezTo>
                <a:cubicBezTo>
                  <a:pt x="2238817" y="761055"/>
                  <a:pt x="2237720" y="764164"/>
                  <a:pt x="2235891" y="766907"/>
                </a:cubicBezTo>
                <a:cubicBezTo>
                  <a:pt x="2234154" y="769742"/>
                  <a:pt x="2231959" y="772028"/>
                  <a:pt x="2229216" y="773948"/>
                </a:cubicBezTo>
                <a:cubicBezTo>
                  <a:pt x="2226564" y="775868"/>
                  <a:pt x="2223546" y="777149"/>
                  <a:pt x="2220346" y="777880"/>
                </a:cubicBezTo>
                <a:cubicBezTo>
                  <a:pt x="2217146" y="778612"/>
                  <a:pt x="2213854" y="778703"/>
                  <a:pt x="2210653" y="778154"/>
                </a:cubicBezTo>
                <a:cubicBezTo>
                  <a:pt x="2207362" y="777606"/>
                  <a:pt x="2204344" y="776417"/>
                  <a:pt x="2201509" y="774680"/>
                </a:cubicBezTo>
                <a:lnTo>
                  <a:pt x="2197303" y="772028"/>
                </a:lnTo>
                <a:cubicBezTo>
                  <a:pt x="2194560" y="770291"/>
                  <a:pt x="2192183" y="768005"/>
                  <a:pt x="2190262" y="765353"/>
                </a:cubicBezTo>
                <a:cubicBezTo>
                  <a:pt x="2188342" y="762610"/>
                  <a:pt x="2187062" y="759684"/>
                  <a:pt x="2186330" y="756483"/>
                </a:cubicBezTo>
                <a:cubicBezTo>
                  <a:pt x="2185599" y="753191"/>
                  <a:pt x="2185507" y="749991"/>
                  <a:pt x="2186056" y="746699"/>
                </a:cubicBezTo>
                <a:cubicBezTo>
                  <a:pt x="2186605" y="743499"/>
                  <a:pt x="2187793" y="740481"/>
                  <a:pt x="2189531" y="737646"/>
                </a:cubicBezTo>
                <a:cubicBezTo>
                  <a:pt x="2191268" y="734903"/>
                  <a:pt x="2193554" y="732526"/>
                  <a:pt x="2196206" y="730606"/>
                </a:cubicBezTo>
                <a:cubicBezTo>
                  <a:pt x="2198949" y="728685"/>
                  <a:pt x="2201875" y="727405"/>
                  <a:pt x="2205167" y="726674"/>
                </a:cubicBezTo>
                <a:cubicBezTo>
                  <a:pt x="2208367" y="725942"/>
                  <a:pt x="2211568" y="725851"/>
                  <a:pt x="2214860" y="726399"/>
                </a:cubicBezTo>
                <a:cubicBezTo>
                  <a:pt x="2218152" y="726948"/>
                  <a:pt x="2221169" y="728137"/>
                  <a:pt x="2223912" y="729874"/>
                </a:cubicBezTo>
              </a:path>
              <a:path w="3887754" h="1096183">
                <a:moveTo>
                  <a:pt x="2232416" y="735178"/>
                </a:moveTo>
                <a:lnTo>
                  <a:pt x="2236622" y="737921"/>
                </a:lnTo>
                <a:cubicBezTo>
                  <a:pt x="2239366" y="739658"/>
                  <a:pt x="2241743" y="741853"/>
                  <a:pt x="2243663" y="744596"/>
                </a:cubicBezTo>
                <a:cubicBezTo>
                  <a:pt x="2245584" y="747248"/>
                  <a:pt x="2246864" y="750265"/>
                  <a:pt x="2247595" y="753466"/>
                </a:cubicBezTo>
                <a:cubicBezTo>
                  <a:pt x="2248327" y="756666"/>
                  <a:pt x="2248418" y="759866"/>
                  <a:pt x="2247870" y="763158"/>
                </a:cubicBezTo>
                <a:cubicBezTo>
                  <a:pt x="2247321" y="766450"/>
                  <a:pt x="2246132" y="769468"/>
                  <a:pt x="2244395" y="772211"/>
                </a:cubicBezTo>
                <a:cubicBezTo>
                  <a:pt x="2242566" y="775045"/>
                  <a:pt x="2240371" y="777423"/>
                  <a:pt x="2237628" y="779252"/>
                </a:cubicBezTo>
                <a:cubicBezTo>
                  <a:pt x="2234976" y="781172"/>
                  <a:pt x="2231959" y="782544"/>
                  <a:pt x="2228759" y="783275"/>
                </a:cubicBezTo>
                <a:cubicBezTo>
                  <a:pt x="2225558" y="783915"/>
                  <a:pt x="2222266" y="784007"/>
                  <a:pt x="2219066" y="783458"/>
                </a:cubicBezTo>
                <a:cubicBezTo>
                  <a:pt x="2215774" y="782909"/>
                  <a:pt x="2212757" y="781721"/>
                  <a:pt x="2209922" y="779983"/>
                </a:cubicBezTo>
                <a:lnTo>
                  <a:pt x="2205716" y="777331"/>
                </a:lnTo>
                <a:cubicBezTo>
                  <a:pt x="2202972" y="775594"/>
                  <a:pt x="2200595" y="773308"/>
                  <a:pt x="2198675" y="770656"/>
                </a:cubicBezTo>
                <a:cubicBezTo>
                  <a:pt x="2196755" y="767913"/>
                  <a:pt x="2195474" y="764987"/>
                  <a:pt x="2194743" y="761787"/>
                </a:cubicBezTo>
                <a:cubicBezTo>
                  <a:pt x="2194011" y="758495"/>
                  <a:pt x="2193920" y="755294"/>
                  <a:pt x="2194469" y="752003"/>
                </a:cubicBezTo>
                <a:cubicBezTo>
                  <a:pt x="2195017" y="748802"/>
                  <a:pt x="2196206" y="745785"/>
                  <a:pt x="2197943" y="742950"/>
                </a:cubicBezTo>
                <a:cubicBezTo>
                  <a:pt x="2199772" y="740207"/>
                  <a:pt x="2201967" y="737829"/>
                  <a:pt x="2204710" y="735909"/>
                </a:cubicBezTo>
                <a:cubicBezTo>
                  <a:pt x="2207362" y="733989"/>
                  <a:pt x="2210379" y="732709"/>
                  <a:pt x="2213580" y="731977"/>
                </a:cubicBezTo>
                <a:cubicBezTo>
                  <a:pt x="2216780" y="731246"/>
                  <a:pt x="2220072" y="731154"/>
                  <a:pt x="2223272" y="731703"/>
                </a:cubicBezTo>
                <a:cubicBezTo>
                  <a:pt x="2226564" y="732252"/>
                  <a:pt x="2229582" y="733440"/>
                  <a:pt x="2232416" y="735178"/>
                </a:cubicBezTo>
              </a:path>
              <a:path w="3887754" h="1096183">
                <a:moveTo>
                  <a:pt x="2240829" y="740573"/>
                </a:moveTo>
                <a:lnTo>
                  <a:pt x="2245035" y="743224"/>
                </a:lnTo>
                <a:cubicBezTo>
                  <a:pt x="2247870" y="744962"/>
                  <a:pt x="2250156" y="747156"/>
                  <a:pt x="2252076" y="749899"/>
                </a:cubicBezTo>
                <a:cubicBezTo>
                  <a:pt x="2253996" y="752551"/>
                  <a:pt x="2255276" y="755569"/>
                  <a:pt x="2256008" y="758769"/>
                </a:cubicBezTo>
                <a:cubicBezTo>
                  <a:pt x="2256739" y="761970"/>
                  <a:pt x="2256831" y="765261"/>
                  <a:pt x="2256282" y="768462"/>
                </a:cubicBezTo>
                <a:cubicBezTo>
                  <a:pt x="2255733" y="771754"/>
                  <a:pt x="2254545" y="774771"/>
                  <a:pt x="2252807" y="777514"/>
                </a:cubicBezTo>
                <a:cubicBezTo>
                  <a:pt x="2251070" y="780349"/>
                  <a:pt x="2248784" y="782726"/>
                  <a:pt x="2246132" y="784647"/>
                </a:cubicBezTo>
                <a:cubicBezTo>
                  <a:pt x="2243389" y="786475"/>
                  <a:pt x="2240463" y="787847"/>
                  <a:pt x="2237171" y="788579"/>
                </a:cubicBezTo>
                <a:cubicBezTo>
                  <a:pt x="2233971" y="789310"/>
                  <a:pt x="2230770" y="789402"/>
                  <a:pt x="2227478" y="788761"/>
                </a:cubicBezTo>
                <a:cubicBezTo>
                  <a:pt x="2224187" y="788213"/>
                  <a:pt x="2221169" y="787116"/>
                  <a:pt x="2218426" y="785287"/>
                </a:cubicBezTo>
                <a:lnTo>
                  <a:pt x="2214220" y="782635"/>
                </a:lnTo>
                <a:cubicBezTo>
                  <a:pt x="2211385" y="780898"/>
                  <a:pt x="2209008" y="778703"/>
                  <a:pt x="2207087" y="775960"/>
                </a:cubicBezTo>
                <a:cubicBezTo>
                  <a:pt x="2205258" y="773308"/>
                  <a:pt x="2203887" y="770291"/>
                  <a:pt x="2203155" y="767090"/>
                </a:cubicBezTo>
                <a:cubicBezTo>
                  <a:pt x="2202424" y="763890"/>
                  <a:pt x="2202332" y="760598"/>
                  <a:pt x="2202881" y="757398"/>
                </a:cubicBezTo>
                <a:cubicBezTo>
                  <a:pt x="2203521" y="754106"/>
                  <a:pt x="2204618" y="751088"/>
                  <a:pt x="2206447" y="748254"/>
                </a:cubicBezTo>
                <a:cubicBezTo>
                  <a:pt x="2208185" y="745510"/>
                  <a:pt x="2210379" y="743133"/>
                  <a:pt x="2213122" y="741213"/>
                </a:cubicBezTo>
                <a:cubicBezTo>
                  <a:pt x="2215774" y="739384"/>
                  <a:pt x="2218792" y="738012"/>
                  <a:pt x="2221992" y="737281"/>
                </a:cubicBezTo>
                <a:cubicBezTo>
                  <a:pt x="2225192" y="736549"/>
                  <a:pt x="2228484" y="736458"/>
                  <a:pt x="2231685" y="737006"/>
                </a:cubicBezTo>
                <a:cubicBezTo>
                  <a:pt x="2234976" y="737646"/>
                  <a:pt x="2237994" y="738744"/>
                  <a:pt x="2240829" y="740573"/>
                </a:cubicBezTo>
              </a:path>
              <a:path w="3887754" h="1096183">
                <a:moveTo>
                  <a:pt x="2249241" y="745876"/>
                </a:moveTo>
                <a:lnTo>
                  <a:pt x="2253447" y="748528"/>
                </a:lnTo>
                <a:cubicBezTo>
                  <a:pt x="2256282" y="750265"/>
                  <a:pt x="2258568" y="752551"/>
                  <a:pt x="2260488" y="755203"/>
                </a:cubicBezTo>
                <a:cubicBezTo>
                  <a:pt x="2262408" y="757946"/>
                  <a:pt x="2263780" y="760872"/>
                  <a:pt x="2264512" y="764073"/>
                </a:cubicBezTo>
                <a:cubicBezTo>
                  <a:pt x="2265243" y="767273"/>
                  <a:pt x="2265243" y="770565"/>
                  <a:pt x="2264694" y="773765"/>
                </a:cubicBezTo>
                <a:cubicBezTo>
                  <a:pt x="2264146" y="777057"/>
                  <a:pt x="2262957" y="780075"/>
                  <a:pt x="2261220" y="782909"/>
                </a:cubicBezTo>
                <a:cubicBezTo>
                  <a:pt x="2259482" y="785652"/>
                  <a:pt x="2257196" y="788030"/>
                  <a:pt x="2254545" y="789950"/>
                </a:cubicBezTo>
                <a:cubicBezTo>
                  <a:pt x="2251801" y="791870"/>
                  <a:pt x="2248875" y="793151"/>
                  <a:pt x="2245675" y="793882"/>
                </a:cubicBezTo>
                <a:cubicBezTo>
                  <a:pt x="2242383" y="794614"/>
                  <a:pt x="2239183" y="794705"/>
                  <a:pt x="2235891" y="794156"/>
                </a:cubicBezTo>
                <a:cubicBezTo>
                  <a:pt x="2232690" y="793516"/>
                  <a:pt x="2229582" y="792419"/>
                  <a:pt x="2226838" y="790590"/>
                </a:cubicBezTo>
                <a:lnTo>
                  <a:pt x="2222632" y="787938"/>
                </a:lnTo>
                <a:cubicBezTo>
                  <a:pt x="2219797" y="786201"/>
                  <a:pt x="2217511" y="784007"/>
                  <a:pt x="2215591" y="781263"/>
                </a:cubicBezTo>
                <a:cubicBezTo>
                  <a:pt x="2213671" y="778612"/>
                  <a:pt x="2212299" y="775594"/>
                  <a:pt x="2211568" y="772394"/>
                </a:cubicBezTo>
                <a:cubicBezTo>
                  <a:pt x="2210836" y="769193"/>
                  <a:pt x="2210836" y="765901"/>
                  <a:pt x="2211385" y="762701"/>
                </a:cubicBezTo>
                <a:cubicBezTo>
                  <a:pt x="2211934" y="759409"/>
                  <a:pt x="2213122" y="756392"/>
                  <a:pt x="2214860" y="753648"/>
                </a:cubicBezTo>
                <a:cubicBezTo>
                  <a:pt x="2216597" y="750814"/>
                  <a:pt x="2218883" y="748436"/>
                  <a:pt x="2221535" y="746608"/>
                </a:cubicBezTo>
                <a:cubicBezTo>
                  <a:pt x="2224278" y="744687"/>
                  <a:pt x="2227204" y="743316"/>
                  <a:pt x="2230404" y="742584"/>
                </a:cubicBezTo>
                <a:cubicBezTo>
                  <a:pt x="2233696" y="741853"/>
                  <a:pt x="2236897" y="741853"/>
                  <a:pt x="2240189" y="742401"/>
                </a:cubicBezTo>
                <a:cubicBezTo>
                  <a:pt x="2243389" y="742950"/>
                  <a:pt x="2246406" y="744139"/>
                  <a:pt x="2249241" y="745876"/>
                </a:cubicBezTo>
              </a:path>
              <a:path w="3887754" h="1096183">
                <a:moveTo>
                  <a:pt x="2257654" y="751180"/>
                </a:moveTo>
                <a:lnTo>
                  <a:pt x="2261860" y="753831"/>
                </a:lnTo>
                <a:cubicBezTo>
                  <a:pt x="2264694" y="755569"/>
                  <a:pt x="2267072" y="757855"/>
                  <a:pt x="2268992" y="760506"/>
                </a:cubicBezTo>
                <a:cubicBezTo>
                  <a:pt x="2270821" y="763250"/>
                  <a:pt x="2272193" y="766176"/>
                  <a:pt x="2272924" y="769376"/>
                </a:cubicBezTo>
                <a:cubicBezTo>
                  <a:pt x="2273656" y="772668"/>
                  <a:pt x="2273747" y="775868"/>
                  <a:pt x="2273198" y="779160"/>
                </a:cubicBezTo>
                <a:cubicBezTo>
                  <a:pt x="2272558" y="782361"/>
                  <a:pt x="2271461" y="785378"/>
                  <a:pt x="2269632" y="788213"/>
                </a:cubicBezTo>
                <a:cubicBezTo>
                  <a:pt x="2267895" y="790956"/>
                  <a:pt x="2265700" y="793333"/>
                  <a:pt x="2262957" y="795254"/>
                </a:cubicBezTo>
                <a:cubicBezTo>
                  <a:pt x="2260305" y="797174"/>
                  <a:pt x="2257288" y="798454"/>
                  <a:pt x="2254087" y="799186"/>
                </a:cubicBezTo>
                <a:cubicBezTo>
                  <a:pt x="2250887" y="799917"/>
                  <a:pt x="2247595" y="800009"/>
                  <a:pt x="2244303" y="799460"/>
                </a:cubicBezTo>
                <a:cubicBezTo>
                  <a:pt x="2241103" y="798911"/>
                  <a:pt x="2238085" y="797723"/>
                  <a:pt x="2235251" y="795985"/>
                </a:cubicBezTo>
                <a:lnTo>
                  <a:pt x="2231045" y="793333"/>
                </a:lnTo>
                <a:cubicBezTo>
                  <a:pt x="2228210" y="791505"/>
                  <a:pt x="2225924" y="789310"/>
                  <a:pt x="2224004" y="786567"/>
                </a:cubicBezTo>
                <a:cubicBezTo>
                  <a:pt x="2222083" y="783915"/>
                  <a:pt x="2220803" y="780989"/>
                  <a:pt x="2220072" y="777697"/>
                </a:cubicBezTo>
                <a:cubicBezTo>
                  <a:pt x="2219340" y="774497"/>
                  <a:pt x="2219249" y="771296"/>
                  <a:pt x="2219797" y="768005"/>
                </a:cubicBezTo>
                <a:cubicBezTo>
                  <a:pt x="2220346" y="764713"/>
                  <a:pt x="2221535" y="761695"/>
                  <a:pt x="2223272" y="758952"/>
                </a:cubicBezTo>
                <a:cubicBezTo>
                  <a:pt x="2225010" y="756117"/>
                  <a:pt x="2227296" y="753831"/>
                  <a:pt x="2229947" y="751911"/>
                </a:cubicBezTo>
                <a:cubicBezTo>
                  <a:pt x="2232690" y="749991"/>
                  <a:pt x="2235617" y="748711"/>
                  <a:pt x="2238908" y="747979"/>
                </a:cubicBezTo>
                <a:cubicBezTo>
                  <a:pt x="2242109" y="747248"/>
                  <a:pt x="2245309" y="747156"/>
                  <a:pt x="2248601" y="747705"/>
                </a:cubicBezTo>
                <a:cubicBezTo>
                  <a:pt x="2251893" y="748254"/>
                  <a:pt x="2254910" y="749442"/>
                  <a:pt x="2257654" y="751180"/>
                </a:cubicBezTo>
              </a:path>
              <a:path w="3887754" h="1096183">
                <a:moveTo>
                  <a:pt x="2266158" y="756483"/>
                </a:moveTo>
                <a:lnTo>
                  <a:pt x="2270364" y="759135"/>
                </a:lnTo>
                <a:cubicBezTo>
                  <a:pt x="2273107" y="760964"/>
                  <a:pt x="2275484" y="763158"/>
                  <a:pt x="2277405" y="765810"/>
                </a:cubicBezTo>
                <a:cubicBezTo>
                  <a:pt x="2279325" y="768553"/>
                  <a:pt x="2280605" y="771479"/>
                  <a:pt x="2281337" y="774771"/>
                </a:cubicBezTo>
                <a:cubicBezTo>
                  <a:pt x="2282068" y="777972"/>
                  <a:pt x="2282160" y="781172"/>
                  <a:pt x="2281611" y="784464"/>
                </a:cubicBezTo>
                <a:cubicBezTo>
                  <a:pt x="2281062" y="787664"/>
                  <a:pt x="2279874" y="790682"/>
                  <a:pt x="2278136" y="793516"/>
                </a:cubicBezTo>
                <a:cubicBezTo>
                  <a:pt x="2276307" y="796351"/>
                  <a:pt x="2274113" y="798637"/>
                  <a:pt x="2271370" y="800557"/>
                </a:cubicBezTo>
                <a:cubicBezTo>
                  <a:pt x="2268718" y="802477"/>
                  <a:pt x="2265700" y="803758"/>
                  <a:pt x="2262500" y="804489"/>
                </a:cubicBezTo>
                <a:cubicBezTo>
                  <a:pt x="2259300" y="805221"/>
                  <a:pt x="2256008" y="805312"/>
                  <a:pt x="2252807" y="804763"/>
                </a:cubicBezTo>
                <a:cubicBezTo>
                  <a:pt x="2249515" y="804215"/>
                  <a:pt x="2246498" y="803026"/>
                  <a:pt x="2243663" y="801289"/>
                </a:cubicBezTo>
                <a:lnTo>
                  <a:pt x="2239457" y="798637"/>
                </a:lnTo>
                <a:cubicBezTo>
                  <a:pt x="2236714" y="796808"/>
                  <a:pt x="2234336" y="794614"/>
                  <a:pt x="2232416" y="791962"/>
                </a:cubicBezTo>
                <a:cubicBezTo>
                  <a:pt x="2230496" y="789219"/>
                  <a:pt x="2229216" y="786293"/>
                  <a:pt x="2228484" y="783001"/>
                </a:cubicBezTo>
                <a:cubicBezTo>
                  <a:pt x="2227753" y="779800"/>
                  <a:pt x="2227661" y="776600"/>
                  <a:pt x="2228210" y="773308"/>
                </a:cubicBezTo>
                <a:cubicBezTo>
                  <a:pt x="2228759" y="770108"/>
                  <a:pt x="2229947" y="767090"/>
                  <a:pt x="2231685" y="764256"/>
                </a:cubicBezTo>
                <a:cubicBezTo>
                  <a:pt x="2233513" y="761421"/>
                  <a:pt x="2235708" y="759135"/>
                  <a:pt x="2238451" y="757215"/>
                </a:cubicBezTo>
                <a:cubicBezTo>
                  <a:pt x="2241103" y="755294"/>
                  <a:pt x="2244120" y="754014"/>
                  <a:pt x="2247321" y="753283"/>
                </a:cubicBezTo>
                <a:cubicBezTo>
                  <a:pt x="2250521" y="752551"/>
                  <a:pt x="2253813" y="752460"/>
                  <a:pt x="2257014" y="753008"/>
                </a:cubicBezTo>
                <a:cubicBezTo>
                  <a:pt x="2260305" y="753557"/>
                  <a:pt x="2263323" y="754746"/>
                  <a:pt x="2266158" y="756483"/>
                </a:cubicBezTo>
              </a:path>
              <a:path w="3887754" h="1096183">
                <a:moveTo>
                  <a:pt x="2274570" y="761787"/>
                </a:moveTo>
                <a:lnTo>
                  <a:pt x="2278776" y="764438"/>
                </a:lnTo>
                <a:cubicBezTo>
                  <a:pt x="2281519" y="766267"/>
                  <a:pt x="2283897" y="768462"/>
                  <a:pt x="2285817" y="771205"/>
                </a:cubicBezTo>
                <a:cubicBezTo>
                  <a:pt x="2287737" y="773857"/>
                  <a:pt x="2289018" y="776783"/>
                  <a:pt x="2289749" y="780075"/>
                </a:cubicBezTo>
                <a:cubicBezTo>
                  <a:pt x="2290481" y="783275"/>
                  <a:pt x="2290572" y="786475"/>
                  <a:pt x="2290023" y="789767"/>
                </a:cubicBezTo>
                <a:cubicBezTo>
                  <a:pt x="2289475" y="793059"/>
                  <a:pt x="2288286" y="796077"/>
                  <a:pt x="2286549" y="798820"/>
                </a:cubicBezTo>
                <a:cubicBezTo>
                  <a:pt x="2284720" y="801654"/>
                  <a:pt x="2282525" y="803940"/>
                  <a:pt x="2279874" y="805861"/>
                </a:cubicBezTo>
                <a:cubicBezTo>
                  <a:pt x="2277130" y="807781"/>
                  <a:pt x="2274204" y="809061"/>
                  <a:pt x="2270912" y="809793"/>
                </a:cubicBezTo>
                <a:cubicBezTo>
                  <a:pt x="2267712" y="810524"/>
                  <a:pt x="2264512" y="810616"/>
                  <a:pt x="2261220" y="810067"/>
                </a:cubicBezTo>
                <a:cubicBezTo>
                  <a:pt x="2257928" y="809518"/>
                  <a:pt x="2254910" y="808330"/>
                  <a:pt x="2252167" y="806592"/>
                </a:cubicBezTo>
                <a:lnTo>
                  <a:pt x="2247870" y="803940"/>
                </a:lnTo>
                <a:cubicBezTo>
                  <a:pt x="2245126" y="802203"/>
                  <a:pt x="2242749" y="799917"/>
                  <a:pt x="2240829" y="797265"/>
                </a:cubicBezTo>
                <a:cubicBezTo>
                  <a:pt x="2238908" y="794522"/>
                  <a:pt x="2237628" y="791596"/>
                  <a:pt x="2236897" y="788396"/>
                </a:cubicBezTo>
                <a:cubicBezTo>
                  <a:pt x="2236165" y="785104"/>
                  <a:pt x="2236074" y="781903"/>
                  <a:pt x="2236622" y="778612"/>
                </a:cubicBezTo>
                <a:cubicBezTo>
                  <a:pt x="2237262" y="775411"/>
                  <a:pt x="2238360" y="772394"/>
                  <a:pt x="2240189" y="769559"/>
                </a:cubicBezTo>
                <a:cubicBezTo>
                  <a:pt x="2241926" y="766816"/>
                  <a:pt x="2244120" y="764438"/>
                  <a:pt x="2246864" y="762518"/>
                </a:cubicBezTo>
                <a:cubicBezTo>
                  <a:pt x="2249515" y="760598"/>
                  <a:pt x="2252533" y="759318"/>
                  <a:pt x="2255733" y="758586"/>
                </a:cubicBezTo>
                <a:cubicBezTo>
                  <a:pt x="2258934" y="757855"/>
                  <a:pt x="2262226" y="757763"/>
                  <a:pt x="2265426" y="758312"/>
                </a:cubicBezTo>
                <a:cubicBezTo>
                  <a:pt x="2268718" y="758861"/>
                  <a:pt x="2271735" y="760049"/>
                  <a:pt x="2274570" y="761787"/>
                </a:cubicBezTo>
              </a:path>
              <a:path w="3887754" h="1096183">
                <a:moveTo>
                  <a:pt x="2282982" y="767182"/>
                </a:moveTo>
                <a:lnTo>
                  <a:pt x="2287189" y="769833"/>
                </a:lnTo>
                <a:cubicBezTo>
                  <a:pt x="2290023" y="771571"/>
                  <a:pt x="2292309" y="773765"/>
                  <a:pt x="2294230" y="776508"/>
                </a:cubicBezTo>
                <a:cubicBezTo>
                  <a:pt x="2296150" y="779160"/>
                  <a:pt x="2297521" y="782178"/>
                  <a:pt x="2298162" y="785378"/>
                </a:cubicBezTo>
                <a:cubicBezTo>
                  <a:pt x="2298893" y="788579"/>
                  <a:pt x="2298984" y="791870"/>
                  <a:pt x="2298436" y="795071"/>
                </a:cubicBezTo>
                <a:cubicBezTo>
                  <a:pt x="2297887" y="798363"/>
                  <a:pt x="2296698" y="801380"/>
                  <a:pt x="2294961" y="804123"/>
                </a:cubicBezTo>
                <a:cubicBezTo>
                  <a:pt x="2293224" y="806958"/>
                  <a:pt x="2290938" y="809335"/>
                  <a:pt x="2288286" y="811164"/>
                </a:cubicBezTo>
                <a:cubicBezTo>
                  <a:pt x="2285543" y="813084"/>
                  <a:pt x="2282617" y="814456"/>
                  <a:pt x="2279416" y="815188"/>
                </a:cubicBezTo>
                <a:cubicBezTo>
                  <a:pt x="2276124" y="815919"/>
                  <a:pt x="2272924" y="815919"/>
                  <a:pt x="2269632" y="815370"/>
                </a:cubicBezTo>
                <a:cubicBezTo>
                  <a:pt x="2266432" y="814822"/>
                  <a:pt x="2263323" y="813633"/>
                  <a:pt x="2260580" y="811896"/>
                </a:cubicBezTo>
                <a:lnTo>
                  <a:pt x="2256373" y="809244"/>
                </a:lnTo>
                <a:cubicBezTo>
                  <a:pt x="2253539" y="807507"/>
                  <a:pt x="2251161" y="805221"/>
                  <a:pt x="2249333" y="802569"/>
                </a:cubicBezTo>
                <a:cubicBezTo>
                  <a:pt x="2247412" y="799826"/>
                  <a:pt x="2246041" y="796900"/>
                  <a:pt x="2245309" y="793699"/>
                </a:cubicBezTo>
                <a:cubicBezTo>
                  <a:pt x="2244578" y="790499"/>
                  <a:pt x="2244486" y="787207"/>
                  <a:pt x="2245126" y="784007"/>
                </a:cubicBezTo>
                <a:cubicBezTo>
                  <a:pt x="2245675" y="780715"/>
                  <a:pt x="2246772" y="777697"/>
                  <a:pt x="2248601" y="774863"/>
                </a:cubicBezTo>
                <a:cubicBezTo>
                  <a:pt x="2250338" y="772119"/>
                  <a:pt x="2252624" y="769742"/>
                  <a:pt x="2255276" y="767822"/>
                </a:cubicBezTo>
                <a:cubicBezTo>
                  <a:pt x="2258019" y="765901"/>
                  <a:pt x="2260945" y="764621"/>
                  <a:pt x="2264146" y="763890"/>
                </a:cubicBezTo>
                <a:cubicBezTo>
                  <a:pt x="2267438" y="763158"/>
                  <a:pt x="2270638" y="763067"/>
                  <a:pt x="2273930" y="763615"/>
                </a:cubicBezTo>
                <a:cubicBezTo>
                  <a:pt x="2277130" y="764256"/>
                  <a:pt x="2280148" y="765353"/>
                  <a:pt x="2282982" y="767182"/>
                </a:cubicBezTo>
              </a:path>
              <a:path w="3887754" h="1096183">
                <a:moveTo>
                  <a:pt x="2291395" y="772485"/>
                </a:moveTo>
                <a:lnTo>
                  <a:pt x="2295601" y="775137"/>
                </a:lnTo>
                <a:cubicBezTo>
                  <a:pt x="2298436" y="776874"/>
                  <a:pt x="2300813" y="779069"/>
                  <a:pt x="2302642" y="781812"/>
                </a:cubicBezTo>
                <a:cubicBezTo>
                  <a:pt x="2304562" y="784464"/>
                  <a:pt x="2305934" y="787481"/>
                  <a:pt x="2306665" y="790682"/>
                </a:cubicBezTo>
                <a:cubicBezTo>
                  <a:pt x="2307397" y="793882"/>
                  <a:pt x="2307488" y="797174"/>
                  <a:pt x="2306848" y="800374"/>
                </a:cubicBezTo>
                <a:cubicBezTo>
                  <a:pt x="2306300" y="803666"/>
                  <a:pt x="2305202" y="806684"/>
                  <a:pt x="2303374" y="809518"/>
                </a:cubicBezTo>
                <a:cubicBezTo>
                  <a:pt x="2301636" y="812262"/>
                  <a:pt x="2299442" y="814639"/>
                  <a:pt x="2296698" y="816559"/>
                </a:cubicBezTo>
                <a:cubicBezTo>
                  <a:pt x="2293955" y="818388"/>
                  <a:pt x="2291029" y="819760"/>
                  <a:pt x="2287829" y="820491"/>
                </a:cubicBezTo>
                <a:cubicBezTo>
                  <a:pt x="2284537" y="821223"/>
                  <a:pt x="2281337" y="821314"/>
                  <a:pt x="2278045" y="820765"/>
                </a:cubicBezTo>
                <a:cubicBezTo>
                  <a:pt x="2274844" y="820125"/>
                  <a:pt x="2271827" y="819028"/>
                  <a:pt x="2268992" y="817199"/>
                </a:cubicBezTo>
                <a:lnTo>
                  <a:pt x="2264786" y="814548"/>
                </a:lnTo>
                <a:cubicBezTo>
                  <a:pt x="2261951" y="812810"/>
                  <a:pt x="2259665" y="810616"/>
                  <a:pt x="2257745" y="807872"/>
                </a:cubicBezTo>
                <a:cubicBezTo>
                  <a:pt x="2255825" y="805221"/>
                  <a:pt x="2254545" y="802203"/>
                  <a:pt x="2253813" y="799003"/>
                </a:cubicBezTo>
                <a:cubicBezTo>
                  <a:pt x="2253082" y="795802"/>
                  <a:pt x="2252990" y="792510"/>
                  <a:pt x="2253539" y="789310"/>
                </a:cubicBezTo>
                <a:cubicBezTo>
                  <a:pt x="2254087" y="786018"/>
                  <a:pt x="2255276" y="783001"/>
                  <a:pt x="2257014" y="780258"/>
                </a:cubicBezTo>
                <a:cubicBezTo>
                  <a:pt x="2258751" y="777423"/>
                  <a:pt x="2261037" y="775045"/>
                  <a:pt x="2263689" y="773125"/>
                </a:cubicBezTo>
                <a:cubicBezTo>
                  <a:pt x="2266432" y="771296"/>
                  <a:pt x="2269358" y="769925"/>
                  <a:pt x="2272558" y="769193"/>
                </a:cubicBezTo>
                <a:cubicBezTo>
                  <a:pt x="2275850" y="768462"/>
                  <a:pt x="2279051" y="768370"/>
                  <a:pt x="2282342" y="769010"/>
                </a:cubicBezTo>
                <a:cubicBezTo>
                  <a:pt x="2285634" y="769559"/>
                  <a:pt x="2288652" y="770656"/>
                  <a:pt x="2291395" y="772485"/>
                </a:cubicBezTo>
              </a:path>
              <a:path w="3887754" h="1096183">
                <a:moveTo>
                  <a:pt x="2299807" y="777789"/>
                </a:moveTo>
                <a:lnTo>
                  <a:pt x="2304105" y="780440"/>
                </a:lnTo>
                <a:cubicBezTo>
                  <a:pt x="2306848" y="782178"/>
                  <a:pt x="2309226" y="784464"/>
                  <a:pt x="2311146" y="787116"/>
                </a:cubicBezTo>
                <a:cubicBezTo>
                  <a:pt x="2313066" y="789859"/>
                  <a:pt x="2314346" y="792785"/>
                  <a:pt x="2315078" y="795985"/>
                </a:cubicBezTo>
                <a:cubicBezTo>
                  <a:pt x="2315809" y="799186"/>
                  <a:pt x="2315901" y="802477"/>
                  <a:pt x="2315352" y="805769"/>
                </a:cubicBezTo>
                <a:cubicBezTo>
                  <a:pt x="2314804" y="808970"/>
                  <a:pt x="2313615" y="811987"/>
                  <a:pt x="2311786" y="814822"/>
                </a:cubicBezTo>
                <a:cubicBezTo>
                  <a:pt x="2310049" y="817565"/>
                  <a:pt x="2307854" y="819942"/>
                  <a:pt x="2305111" y="821863"/>
                </a:cubicBezTo>
                <a:cubicBezTo>
                  <a:pt x="2302459" y="823783"/>
                  <a:pt x="2299442" y="825063"/>
                  <a:pt x="2296241" y="825795"/>
                </a:cubicBezTo>
                <a:cubicBezTo>
                  <a:pt x="2293041" y="826526"/>
                  <a:pt x="2289749" y="826618"/>
                  <a:pt x="2286549" y="826069"/>
                </a:cubicBezTo>
                <a:cubicBezTo>
                  <a:pt x="2283257" y="825520"/>
                  <a:pt x="2280239" y="824332"/>
                  <a:pt x="2277405" y="822594"/>
                </a:cubicBezTo>
                <a:lnTo>
                  <a:pt x="2273198" y="819851"/>
                </a:lnTo>
                <a:cubicBezTo>
                  <a:pt x="2270455" y="818114"/>
                  <a:pt x="2268078" y="815919"/>
                  <a:pt x="2266158" y="813176"/>
                </a:cubicBezTo>
                <a:cubicBezTo>
                  <a:pt x="2264237" y="810524"/>
                  <a:pt x="2262957" y="807507"/>
                  <a:pt x="2262226" y="804306"/>
                </a:cubicBezTo>
                <a:cubicBezTo>
                  <a:pt x="2261494" y="801106"/>
                  <a:pt x="2261403" y="797905"/>
                  <a:pt x="2261951" y="794614"/>
                </a:cubicBezTo>
                <a:cubicBezTo>
                  <a:pt x="2262500" y="791322"/>
                  <a:pt x="2263689" y="788304"/>
                  <a:pt x="2265426" y="785561"/>
                </a:cubicBezTo>
                <a:cubicBezTo>
                  <a:pt x="2267255" y="782726"/>
                  <a:pt x="2269449" y="780440"/>
                  <a:pt x="2272193" y="778520"/>
                </a:cubicBezTo>
                <a:cubicBezTo>
                  <a:pt x="2274844" y="776600"/>
                  <a:pt x="2277770" y="775228"/>
                  <a:pt x="2281062" y="774497"/>
                </a:cubicBezTo>
                <a:cubicBezTo>
                  <a:pt x="2284263" y="773857"/>
                  <a:pt x="2287463" y="773765"/>
                  <a:pt x="2290755" y="774314"/>
                </a:cubicBezTo>
                <a:cubicBezTo>
                  <a:pt x="2294047" y="774863"/>
                  <a:pt x="2297064" y="776051"/>
                  <a:pt x="2299807" y="777789"/>
                </a:cubicBezTo>
              </a:path>
              <a:path w="3887754" h="1096183">
                <a:moveTo>
                  <a:pt x="2308311" y="783092"/>
                </a:moveTo>
                <a:lnTo>
                  <a:pt x="2312518" y="785744"/>
                </a:lnTo>
                <a:cubicBezTo>
                  <a:pt x="2315261" y="787481"/>
                  <a:pt x="2317638" y="789767"/>
                  <a:pt x="2319558" y="792419"/>
                </a:cubicBezTo>
                <a:cubicBezTo>
                  <a:pt x="2321479" y="795162"/>
                  <a:pt x="2322759" y="798088"/>
                  <a:pt x="2323490" y="801289"/>
                </a:cubicBezTo>
                <a:cubicBezTo>
                  <a:pt x="2324222" y="804581"/>
                  <a:pt x="2324313" y="807781"/>
                  <a:pt x="2323765" y="811073"/>
                </a:cubicBezTo>
                <a:cubicBezTo>
                  <a:pt x="2323216" y="814273"/>
                  <a:pt x="2322027" y="817291"/>
                  <a:pt x="2320290" y="820125"/>
                </a:cubicBezTo>
                <a:cubicBezTo>
                  <a:pt x="2318461" y="822869"/>
                  <a:pt x="2316267" y="825246"/>
                  <a:pt x="2313523" y="827166"/>
                </a:cubicBezTo>
                <a:cubicBezTo>
                  <a:pt x="2310872" y="829086"/>
                  <a:pt x="2307854" y="830367"/>
                  <a:pt x="2304654" y="831098"/>
                </a:cubicBezTo>
                <a:cubicBezTo>
                  <a:pt x="2301453" y="831830"/>
                  <a:pt x="2298162" y="831921"/>
                  <a:pt x="2294961" y="831372"/>
                </a:cubicBezTo>
                <a:cubicBezTo>
                  <a:pt x="2291669" y="830824"/>
                  <a:pt x="2288652" y="829635"/>
                  <a:pt x="2285909" y="827898"/>
                </a:cubicBezTo>
                <a:lnTo>
                  <a:pt x="2281611" y="825246"/>
                </a:lnTo>
                <a:cubicBezTo>
                  <a:pt x="2278868" y="823417"/>
                  <a:pt x="2276490" y="821223"/>
                  <a:pt x="2274570" y="818479"/>
                </a:cubicBezTo>
                <a:cubicBezTo>
                  <a:pt x="2272650" y="815828"/>
                  <a:pt x="2271370" y="812902"/>
                  <a:pt x="2270638" y="809610"/>
                </a:cubicBezTo>
                <a:cubicBezTo>
                  <a:pt x="2269907" y="806409"/>
                  <a:pt x="2269815" y="803209"/>
                  <a:pt x="2270364" y="799917"/>
                </a:cubicBezTo>
                <a:cubicBezTo>
                  <a:pt x="2270912" y="796717"/>
                  <a:pt x="2272101" y="793608"/>
                  <a:pt x="2273838" y="790865"/>
                </a:cubicBezTo>
                <a:cubicBezTo>
                  <a:pt x="2275667" y="788030"/>
                  <a:pt x="2277862" y="785744"/>
                  <a:pt x="2280605" y="783824"/>
                </a:cubicBezTo>
                <a:cubicBezTo>
                  <a:pt x="2283257" y="781903"/>
                  <a:pt x="2286274" y="780623"/>
                  <a:pt x="2289475" y="779892"/>
                </a:cubicBezTo>
                <a:cubicBezTo>
                  <a:pt x="2292675" y="779160"/>
                  <a:pt x="2295967" y="779069"/>
                  <a:pt x="2299167" y="779617"/>
                </a:cubicBezTo>
                <a:cubicBezTo>
                  <a:pt x="2302459" y="780166"/>
                  <a:pt x="2305477" y="781355"/>
                  <a:pt x="2308311" y="783092"/>
                </a:cubicBezTo>
              </a:path>
              <a:path w="3887754" h="1096183">
                <a:moveTo>
                  <a:pt x="2316724" y="788396"/>
                </a:moveTo>
                <a:lnTo>
                  <a:pt x="2320930" y="791047"/>
                </a:lnTo>
                <a:cubicBezTo>
                  <a:pt x="2323765" y="792876"/>
                  <a:pt x="2326051" y="795071"/>
                  <a:pt x="2327971" y="797814"/>
                </a:cubicBezTo>
                <a:cubicBezTo>
                  <a:pt x="2329891" y="800466"/>
                  <a:pt x="2331171" y="803392"/>
                  <a:pt x="2331903" y="806684"/>
                </a:cubicBezTo>
                <a:cubicBezTo>
                  <a:pt x="2332634" y="809884"/>
                  <a:pt x="2332726" y="813084"/>
                  <a:pt x="2332177" y="816376"/>
                </a:cubicBezTo>
                <a:cubicBezTo>
                  <a:pt x="2331629" y="819577"/>
                  <a:pt x="2330440" y="822686"/>
                  <a:pt x="2328702" y="825429"/>
                </a:cubicBezTo>
                <a:cubicBezTo>
                  <a:pt x="2326965" y="828264"/>
                  <a:pt x="2324679" y="830550"/>
                  <a:pt x="2322027" y="832470"/>
                </a:cubicBezTo>
                <a:cubicBezTo>
                  <a:pt x="2319284" y="834390"/>
                  <a:pt x="2316358" y="835670"/>
                  <a:pt x="2313066" y="836402"/>
                </a:cubicBezTo>
                <a:cubicBezTo>
                  <a:pt x="2309866" y="837133"/>
                  <a:pt x="2306665" y="837225"/>
                  <a:pt x="2303374" y="836676"/>
                </a:cubicBezTo>
                <a:cubicBezTo>
                  <a:pt x="2300082" y="836127"/>
                  <a:pt x="2297064" y="834939"/>
                  <a:pt x="2294321" y="833201"/>
                </a:cubicBezTo>
                <a:lnTo>
                  <a:pt x="2290115" y="830550"/>
                </a:lnTo>
                <a:cubicBezTo>
                  <a:pt x="2287280" y="828812"/>
                  <a:pt x="2284903" y="826526"/>
                  <a:pt x="2282982" y="823874"/>
                </a:cubicBezTo>
                <a:cubicBezTo>
                  <a:pt x="2281154" y="821131"/>
                  <a:pt x="2279782" y="818205"/>
                  <a:pt x="2279051" y="815005"/>
                </a:cubicBezTo>
                <a:cubicBezTo>
                  <a:pt x="2278319" y="811713"/>
                  <a:pt x="2278228" y="808512"/>
                  <a:pt x="2278868" y="805221"/>
                </a:cubicBezTo>
                <a:cubicBezTo>
                  <a:pt x="2279416" y="802020"/>
                  <a:pt x="2280514" y="799003"/>
                  <a:pt x="2282342" y="796168"/>
                </a:cubicBezTo>
                <a:cubicBezTo>
                  <a:pt x="2284080" y="793425"/>
                  <a:pt x="2286274" y="791047"/>
                  <a:pt x="2289018" y="789127"/>
                </a:cubicBezTo>
                <a:cubicBezTo>
                  <a:pt x="2291761" y="787207"/>
                  <a:pt x="2294687" y="785927"/>
                  <a:pt x="2297887" y="785195"/>
                </a:cubicBezTo>
                <a:cubicBezTo>
                  <a:pt x="2301088" y="784464"/>
                  <a:pt x="2304379" y="784372"/>
                  <a:pt x="2307671" y="784921"/>
                </a:cubicBezTo>
                <a:cubicBezTo>
                  <a:pt x="2310872" y="785470"/>
                  <a:pt x="2313889" y="786658"/>
                  <a:pt x="2316724" y="788396"/>
                </a:cubicBezTo>
              </a:path>
              <a:path w="3887754" h="1096183">
                <a:moveTo>
                  <a:pt x="2325136" y="793699"/>
                </a:moveTo>
                <a:lnTo>
                  <a:pt x="2329343" y="796442"/>
                </a:lnTo>
                <a:cubicBezTo>
                  <a:pt x="2332177" y="798180"/>
                  <a:pt x="2334555" y="800374"/>
                  <a:pt x="2336383" y="803118"/>
                </a:cubicBezTo>
                <a:cubicBezTo>
                  <a:pt x="2338304" y="805769"/>
                  <a:pt x="2339675" y="808787"/>
                  <a:pt x="2340407" y="811987"/>
                </a:cubicBezTo>
                <a:cubicBezTo>
                  <a:pt x="2341138" y="815188"/>
                  <a:pt x="2341138" y="818388"/>
                  <a:pt x="2340590" y="821680"/>
                </a:cubicBezTo>
                <a:cubicBezTo>
                  <a:pt x="2340041" y="824972"/>
                  <a:pt x="2338852" y="827989"/>
                  <a:pt x="2337115" y="830732"/>
                </a:cubicBezTo>
                <a:cubicBezTo>
                  <a:pt x="2335378" y="833567"/>
                  <a:pt x="2333092" y="835853"/>
                  <a:pt x="2330440" y="837773"/>
                </a:cubicBezTo>
                <a:cubicBezTo>
                  <a:pt x="2327697" y="839694"/>
                  <a:pt x="2324771" y="841065"/>
                  <a:pt x="2321570" y="841705"/>
                </a:cubicBezTo>
                <a:cubicBezTo>
                  <a:pt x="2318278" y="842437"/>
                  <a:pt x="2315078" y="842528"/>
                  <a:pt x="2311786" y="841980"/>
                </a:cubicBezTo>
                <a:cubicBezTo>
                  <a:pt x="2308586" y="841431"/>
                  <a:pt x="2305568" y="840242"/>
                  <a:pt x="2302734" y="838505"/>
                </a:cubicBezTo>
                <a:lnTo>
                  <a:pt x="2298527" y="835853"/>
                </a:lnTo>
                <a:cubicBezTo>
                  <a:pt x="2295693" y="834116"/>
                  <a:pt x="2293407" y="831830"/>
                  <a:pt x="2291486" y="829178"/>
                </a:cubicBezTo>
                <a:cubicBezTo>
                  <a:pt x="2289566" y="826435"/>
                  <a:pt x="2288195" y="823509"/>
                  <a:pt x="2287463" y="820308"/>
                </a:cubicBezTo>
                <a:cubicBezTo>
                  <a:pt x="2286823" y="817016"/>
                  <a:pt x="2286732" y="813816"/>
                  <a:pt x="2287280" y="810524"/>
                </a:cubicBezTo>
                <a:cubicBezTo>
                  <a:pt x="2287829" y="807324"/>
                  <a:pt x="2289018" y="804306"/>
                  <a:pt x="2290755" y="801472"/>
                </a:cubicBezTo>
                <a:cubicBezTo>
                  <a:pt x="2292492" y="798728"/>
                  <a:pt x="2294778" y="796351"/>
                  <a:pt x="2297430" y="794431"/>
                </a:cubicBezTo>
                <a:cubicBezTo>
                  <a:pt x="2300173" y="792510"/>
                  <a:pt x="2303099" y="791230"/>
                  <a:pt x="2306300" y="790499"/>
                </a:cubicBezTo>
                <a:cubicBezTo>
                  <a:pt x="2309592" y="789767"/>
                  <a:pt x="2312792" y="789676"/>
                  <a:pt x="2316084" y="790224"/>
                </a:cubicBezTo>
                <a:cubicBezTo>
                  <a:pt x="2319284" y="790773"/>
                  <a:pt x="2322393" y="791962"/>
                  <a:pt x="2325136" y="793699"/>
                </a:cubicBezTo>
              </a:path>
              <a:path w="3887754" h="1096183">
                <a:moveTo>
                  <a:pt x="2333549" y="799094"/>
                </a:moveTo>
                <a:lnTo>
                  <a:pt x="2337755" y="801746"/>
                </a:lnTo>
                <a:cubicBezTo>
                  <a:pt x="2340590" y="803483"/>
                  <a:pt x="2342967" y="805678"/>
                  <a:pt x="2344887" y="808421"/>
                </a:cubicBezTo>
                <a:cubicBezTo>
                  <a:pt x="2346716" y="811073"/>
                  <a:pt x="2348088" y="814090"/>
                  <a:pt x="2348819" y="817291"/>
                </a:cubicBezTo>
                <a:cubicBezTo>
                  <a:pt x="2349551" y="820491"/>
                  <a:pt x="2349642" y="823783"/>
                  <a:pt x="2349094" y="826983"/>
                </a:cubicBezTo>
                <a:cubicBezTo>
                  <a:pt x="2348454" y="830275"/>
                  <a:pt x="2347356" y="833293"/>
                  <a:pt x="2345527" y="836036"/>
                </a:cubicBezTo>
                <a:cubicBezTo>
                  <a:pt x="2343790" y="838871"/>
                  <a:pt x="2341596" y="841248"/>
                  <a:pt x="2338852" y="843077"/>
                </a:cubicBezTo>
                <a:cubicBezTo>
                  <a:pt x="2336201" y="844997"/>
                  <a:pt x="2333183" y="846369"/>
                  <a:pt x="2329983" y="847100"/>
                </a:cubicBezTo>
                <a:cubicBezTo>
                  <a:pt x="2326782" y="847832"/>
                  <a:pt x="2323490" y="847923"/>
                  <a:pt x="2320290" y="847283"/>
                </a:cubicBezTo>
                <a:cubicBezTo>
                  <a:pt x="2316998" y="846734"/>
                  <a:pt x="2313981" y="845637"/>
                  <a:pt x="2311146" y="843808"/>
                </a:cubicBezTo>
                <a:lnTo>
                  <a:pt x="2306940" y="841157"/>
                </a:lnTo>
                <a:cubicBezTo>
                  <a:pt x="2304197" y="839419"/>
                  <a:pt x="2301819" y="837225"/>
                  <a:pt x="2299899" y="834481"/>
                </a:cubicBezTo>
                <a:cubicBezTo>
                  <a:pt x="2297979" y="831738"/>
                  <a:pt x="2296698" y="828812"/>
                  <a:pt x="2295967" y="825612"/>
                </a:cubicBezTo>
                <a:cubicBezTo>
                  <a:pt x="2295235" y="822411"/>
                  <a:pt x="2295144" y="819120"/>
                  <a:pt x="2295693" y="815919"/>
                </a:cubicBezTo>
                <a:cubicBezTo>
                  <a:pt x="2296241" y="812627"/>
                  <a:pt x="2297430" y="809610"/>
                  <a:pt x="2299167" y="806775"/>
                </a:cubicBezTo>
                <a:cubicBezTo>
                  <a:pt x="2300905" y="804032"/>
                  <a:pt x="2303191" y="801654"/>
                  <a:pt x="2305842" y="799734"/>
                </a:cubicBezTo>
                <a:cubicBezTo>
                  <a:pt x="2308586" y="797905"/>
                  <a:pt x="2311512" y="796534"/>
                  <a:pt x="2314804" y="795802"/>
                </a:cubicBezTo>
                <a:cubicBezTo>
                  <a:pt x="2318004" y="795071"/>
                  <a:pt x="2321204" y="794979"/>
                  <a:pt x="2324496" y="795528"/>
                </a:cubicBezTo>
                <a:cubicBezTo>
                  <a:pt x="2327788" y="796168"/>
                  <a:pt x="2330806" y="797265"/>
                  <a:pt x="2333549" y="799094"/>
                </a:cubicBezTo>
              </a:path>
              <a:path w="3887754" h="1096183">
                <a:moveTo>
                  <a:pt x="2342053" y="804398"/>
                </a:moveTo>
                <a:lnTo>
                  <a:pt x="2346259" y="807049"/>
                </a:lnTo>
                <a:cubicBezTo>
                  <a:pt x="2349002" y="808787"/>
                  <a:pt x="2351380" y="811073"/>
                  <a:pt x="2353300" y="813725"/>
                </a:cubicBezTo>
                <a:cubicBezTo>
                  <a:pt x="2355220" y="816468"/>
                  <a:pt x="2356500" y="819394"/>
                  <a:pt x="2357232" y="822594"/>
                </a:cubicBezTo>
                <a:cubicBezTo>
                  <a:pt x="2357963" y="825795"/>
                  <a:pt x="2358055" y="829086"/>
                  <a:pt x="2357506" y="832287"/>
                </a:cubicBezTo>
                <a:cubicBezTo>
                  <a:pt x="2356957" y="835579"/>
                  <a:pt x="2355769" y="838596"/>
                  <a:pt x="2354031" y="841431"/>
                </a:cubicBezTo>
                <a:cubicBezTo>
                  <a:pt x="2352203" y="844174"/>
                  <a:pt x="2350008" y="846552"/>
                  <a:pt x="2347265" y="848472"/>
                </a:cubicBezTo>
                <a:cubicBezTo>
                  <a:pt x="2344613" y="850392"/>
                  <a:pt x="2341596" y="851672"/>
                  <a:pt x="2338395" y="852404"/>
                </a:cubicBezTo>
                <a:cubicBezTo>
                  <a:pt x="2335195" y="853135"/>
                  <a:pt x="2331903" y="853227"/>
                  <a:pt x="2328702" y="852678"/>
                </a:cubicBezTo>
                <a:cubicBezTo>
                  <a:pt x="2325411" y="852038"/>
                  <a:pt x="2322393" y="850941"/>
                  <a:pt x="2319558" y="849112"/>
                </a:cubicBezTo>
                <a:lnTo>
                  <a:pt x="2315352" y="846460"/>
                </a:lnTo>
                <a:cubicBezTo>
                  <a:pt x="2312609" y="844723"/>
                  <a:pt x="2310232" y="842528"/>
                  <a:pt x="2308311" y="839785"/>
                </a:cubicBezTo>
                <a:cubicBezTo>
                  <a:pt x="2306391" y="837133"/>
                  <a:pt x="2305111" y="834116"/>
                  <a:pt x="2304379" y="830915"/>
                </a:cubicBezTo>
                <a:cubicBezTo>
                  <a:pt x="2303648" y="827715"/>
                  <a:pt x="2303556" y="824423"/>
                  <a:pt x="2304105" y="821223"/>
                </a:cubicBezTo>
                <a:cubicBezTo>
                  <a:pt x="2304654" y="817931"/>
                  <a:pt x="2305842" y="814913"/>
                  <a:pt x="2307580" y="812170"/>
                </a:cubicBezTo>
                <a:cubicBezTo>
                  <a:pt x="2309409" y="809335"/>
                  <a:pt x="2311603" y="806958"/>
                  <a:pt x="2314346" y="805129"/>
                </a:cubicBezTo>
                <a:cubicBezTo>
                  <a:pt x="2316998" y="803209"/>
                  <a:pt x="2320016" y="801837"/>
                  <a:pt x="2323216" y="801106"/>
                </a:cubicBezTo>
                <a:cubicBezTo>
                  <a:pt x="2326416" y="800374"/>
                  <a:pt x="2329708" y="800374"/>
                  <a:pt x="2332909" y="800923"/>
                </a:cubicBezTo>
                <a:cubicBezTo>
                  <a:pt x="2336201" y="801472"/>
                  <a:pt x="2339218" y="802569"/>
                  <a:pt x="2342053" y="804398"/>
                </a:cubicBezTo>
              </a:path>
              <a:path w="3887754" h="1096183">
                <a:moveTo>
                  <a:pt x="2350465" y="809701"/>
                </a:moveTo>
                <a:lnTo>
                  <a:pt x="2354671" y="812353"/>
                </a:lnTo>
                <a:cubicBezTo>
                  <a:pt x="2357415" y="814090"/>
                  <a:pt x="2359792" y="816376"/>
                  <a:pt x="2361712" y="819028"/>
                </a:cubicBezTo>
                <a:cubicBezTo>
                  <a:pt x="2363633" y="821771"/>
                  <a:pt x="2364913" y="824697"/>
                  <a:pt x="2365644" y="827898"/>
                </a:cubicBezTo>
                <a:cubicBezTo>
                  <a:pt x="2366376" y="831190"/>
                  <a:pt x="2366467" y="834390"/>
                  <a:pt x="2365919" y="837682"/>
                </a:cubicBezTo>
                <a:cubicBezTo>
                  <a:pt x="2365370" y="840882"/>
                  <a:pt x="2364181" y="843900"/>
                  <a:pt x="2362444" y="846734"/>
                </a:cubicBezTo>
                <a:cubicBezTo>
                  <a:pt x="2360706" y="849478"/>
                  <a:pt x="2358420" y="851855"/>
                  <a:pt x="2355769" y="853775"/>
                </a:cubicBezTo>
                <a:cubicBezTo>
                  <a:pt x="2353026" y="855696"/>
                  <a:pt x="2350099" y="856976"/>
                  <a:pt x="2346808" y="857707"/>
                </a:cubicBezTo>
                <a:cubicBezTo>
                  <a:pt x="2343607" y="858439"/>
                  <a:pt x="2340407" y="858530"/>
                  <a:pt x="2337115" y="857982"/>
                </a:cubicBezTo>
                <a:cubicBezTo>
                  <a:pt x="2333823" y="857433"/>
                  <a:pt x="2330806" y="856244"/>
                  <a:pt x="2328062" y="854507"/>
                </a:cubicBezTo>
                <a:lnTo>
                  <a:pt x="2323856" y="851855"/>
                </a:lnTo>
                <a:cubicBezTo>
                  <a:pt x="2321022" y="850026"/>
                  <a:pt x="2318644" y="847832"/>
                  <a:pt x="2316724" y="845088"/>
                </a:cubicBezTo>
                <a:cubicBezTo>
                  <a:pt x="2314895" y="842437"/>
                  <a:pt x="2313523" y="839419"/>
                  <a:pt x="2312792" y="836219"/>
                </a:cubicBezTo>
                <a:cubicBezTo>
                  <a:pt x="2312060" y="833018"/>
                  <a:pt x="2311969" y="829818"/>
                  <a:pt x="2312518" y="826526"/>
                </a:cubicBezTo>
                <a:cubicBezTo>
                  <a:pt x="2313158" y="823234"/>
                  <a:pt x="2314255" y="820217"/>
                  <a:pt x="2316084" y="817474"/>
                </a:cubicBezTo>
                <a:cubicBezTo>
                  <a:pt x="2317821" y="814639"/>
                  <a:pt x="2320016" y="812353"/>
                  <a:pt x="2322759" y="810433"/>
                </a:cubicBezTo>
                <a:cubicBezTo>
                  <a:pt x="2325411" y="808512"/>
                  <a:pt x="2328428" y="807232"/>
                  <a:pt x="2331629" y="806501"/>
                </a:cubicBezTo>
                <a:cubicBezTo>
                  <a:pt x="2334829" y="805769"/>
                  <a:pt x="2338121" y="805678"/>
                  <a:pt x="2341321" y="806226"/>
                </a:cubicBezTo>
                <a:cubicBezTo>
                  <a:pt x="2344613" y="806775"/>
                  <a:pt x="2347631" y="807964"/>
                  <a:pt x="2350465" y="809701"/>
                </a:cubicBezTo>
              </a:path>
              <a:path w="3887754" h="1096183">
                <a:moveTo>
                  <a:pt x="2358878" y="815005"/>
                </a:moveTo>
                <a:lnTo>
                  <a:pt x="2363084" y="817656"/>
                </a:lnTo>
                <a:cubicBezTo>
                  <a:pt x="2365919" y="819485"/>
                  <a:pt x="2368205" y="821680"/>
                  <a:pt x="2370125" y="824332"/>
                </a:cubicBezTo>
                <a:cubicBezTo>
                  <a:pt x="2372045" y="827075"/>
                  <a:pt x="2373417" y="830001"/>
                  <a:pt x="2374148" y="833293"/>
                </a:cubicBezTo>
                <a:cubicBezTo>
                  <a:pt x="2374788" y="836493"/>
                  <a:pt x="2374880" y="839694"/>
                  <a:pt x="2374331" y="842985"/>
                </a:cubicBezTo>
                <a:cubicBezTo>
                  <a:pt x="2373782" y="846186"/>
                  <a:pt x="2372594" y="849203"/>
                  <a:pt x="2370856" y="852038"/>
                </a:cubicBezTo>
                <a:cubicBezTo>
                  <a:pt x="2369119" y="854873"/>
                  <a:pt x="2366833" y="857159"/>
                  <a:pt x="2364181" y="859079"/>
                </a:cubicBezTo>
                <a:cubicBezTo>
                  <a:pt x="2361438" y="860999"/>
                  <a:pt x="2358512" y="862279"/>
                  <a:pt x="2355312" y="863011"/>
                </a:cubicBezTo>
                <a:cubicBezTo>
                  <a:pt x="2352020" y="863742"/>
                  <a:pt x="2348819" y="863834"/>
                  <a:pt x="2345527" y="863285"/>
                </a:cubicBezTo>
                <a:cubicBezTo>
                  <a:pt x="2342327" y="862736"/>
                  <a:pt x="2339218" y="861548"/>
                  <a:pt x="2336475" y="859810"/>
                </a:cubicBezTo>
                <a:lnTo>
                  <a:pt x="2332269" y="857159"/>
                </a:lnTo>
                <a:cubicBezTo>
                  <a:pt x="2329434" y="855330"/>
                  <a:pt x="2327057" y="853135"/>
                  <a:pt x="2325228" y="850483"/>
                </a:cubicBezTo>
                <a:cubicBezTo>
                  <a:pt x="2323308" y="847740"/>
                  <a:pt x="2321936" y="844814"/>
                  <a:pt x="2321204" y="841522"/>
                </a:cubicBezTo>
                <a:cubicBezTo>
                  <a:pt x="2320473" y="838322"/>
                  <a:pt x="2320473" y="835122"/>
                  <a:pt x="2321022" y="831830"/>
                </a:cubicBezTo>
                <a:cubicBezTo>
                  <a:pt x="2321570" y="828629"/>
                  <a:pt x="2322759" y="825612"/>
                  <a:pt x="2324496" y="822777"/>
                </a:cubicBezTo>
                <a:cubicBezTo>
                  <a:pt x="2326234" y="819942"/>
                  <a:pt x="2328520" y="817656"/>
                  <a:pt x="2331171" y="815736"/>
                </a:cubicBezTo>
                <a:cubicBezTo>
                  <a:pt x="2333915" y="813816"/>
                  <a:pt x="2336841" y="812536"/>
                  <a:pt x="2340041" y="811804"/>
                </a:cubicBezTo>
                <a:cubicBezTo>
                  <a:pt x="2343333" y="811073"/>
                  <a:pt x="2346533" y="810981"/>
                  <a:pt x="2349825" y="811530"/>
                </a:cubicBezTo>
                <a:cubicBezTo>
                  <a:pt x="2353026" y="812079"/>
                  <a:pt x="2356043" y="813267"/>
                  <a:pt x="2358878" y="815005"/>
                </a:cubicBezTo>
              </a:path>
              <a:path w="3887754" h="1096183">
                <a:moveTo>
                  <a:pt x="2367290" y="820308"/>
                </a:moveTo>
                <a:lnTo>
                  <a:pt x="2371496" y="822960"/>
                </a:lnTo>
                <a:cubicBezTo>
                  <a:pt x="2374331" y="824789"/>
                  <a:pt x="2376708" y="826983"/>
                  <a:pt x="2378629" y="829727"/>
                </a:cubicBezTo>
                <a:cubicBezTo>
                  <a:pt x="2380458" y="832378"/>
                  <a:pt x="2381829" y="835304"/>
                  <a:pt x="2382561" y="838596"/>
                </a:cubicBezTo>
                <a:cubicBezTo>
                  <a:pt x="2383292" y="841797"/>
                  <a:pt x="2383384" y="844997"/>
                  <a:pt x="2382744" y="848289"/>
                </a:cubicBezTo>
                <a:cubicBezTo>
                  <a:pt x="2382195" y="851581"/>
                  <a:pt x="2381098" y="854598"/>
                  <a:pt x="2379269" y="857341"/>
                </a:cubicBezTo>
                <a:cubicBezTo>
                  <a:pt x="2377531" y="860176"/>
                  <a:pt x="2375337" y="862462"/>
                  <a:pt x="2372594" y="864382"/>
                </a:cubicBezTo>
                <a:cubicBezTo>
                  <a:pt x="2369850" y="866303"/>
                  <a:pt x="2366924" y="867583"/>
                  <a:pt x="2363724" y="868314"/>
                </a:cubicBezTo>
                <a:cubicBezTo>
                  <a:pt x="2360524" y="869046"/>
                  <a:pt x="2357232" y="869137"/>
                  <a:pt x="2353940" y="868589"/>
                </a:cubicBezTo>
                <a:cubicBezTo>
                  <a:pt x="2350740" y="868040"/>
                  <a:pt x="2347722" y="866851"/>
                  <a:pt x="2344887" y="865114"/>
                </a:cubicBezTo>
                <a:lnTo>
                  <a:pt x="2340681" y="862462"/>
                </a:lnTo>
                <a:cubicBezTo>
                  <a:pt x="2337846" y="860725"/>
                  <a:pt x="2335560" y="858439"/>
                  <a:pt x="2333640" y="855787"/>
                </a:cubicBezTo>
                <a:cubicBezTo>
                  <a:pt x="2331720" y="853044"/>
                  <a:pt x="2330440" y="850118"/>
                  <a:pt x="2329708" y="846917"/>
                </a:cubicBezTo>
                <a:cubicBezTo>
                  <a:pt x="2328977" y="843625"/>
                  <a:pt x="2328885" y="840425"/>
                  <a:pt x="2329434" y="837133"/>
                </a:cubicBezTo>
                <a:cubicBezTo>
                  <a:pt x="2329983" y="833933"/>
                  <a:pt x="2331171" y="830915"/>
                  <a:pt x="2332909" y="828081"/>
                </a:cubicBezTo>
                <a:cubicBezTo>
                  <a:pt x="2334646" y="825337"/>
                  <a:pt x="2336932" y="822960"/>
                  <a:pt x="2339584" y="821040"/>
                </a:cubicBezTo>
                <a:cubicBezTo>
                  <a:pt x="2342327" y="819120"/>
                  <a:pt x="2345253" y="817839"/>
                  <a:pt x="2348545" y="817108"/>
                </a:cubicBezTo>
                <a:cubicBezTo>
                  <a:pt x="2351745" y="816376"/>
                  <a:pt x="2354946" y="816285"/>
                  <a:pt x="2358238" y="816834"/>
                </a:cubicBezTo>
                <a:cubicBezTo>
                  <a:pt x="2361529" y="817382"/>
                  <a:pt x="2364547" y="818571"/>
                  <a:pt x="2367290" y="820308"/>
                </a:cubicBezTo>
              </a:path>
              <a:path w="3887754" h="1096183">
                <a:moveTo>
                  <a:pt x="2375703" y="825703"/>
                </a:moveTo>
                <a:lnTo>
                  <a:pt x="2380000" y="828355"/>
                </a:lnTo>
                <a:cubicBezTo>
                  <a:pt x="2382744" y="830092"/>
                  <a:pt x="2385121" y="832287"/>
                  <a:pt x="2387041" y="835030"/>
                </a:cubicBezTo>
                <a:cubicBezTo>
                  <a:pt x="2388961" y="837682"/>
                  <a:pt x="2390242" y="840699"/>
                  <a:pt x="2390973" y="843900"/>
                </a:cubicBezTo>
                <a:cubicBezTo>
                  <a:pt x="2391705" y="847100"/>
                  <a:pt x="2391796" y="850392"/>
                  <a:pt x="2391247" y="853592"/>
                </a:cubicBezTo>
                <a:cubicBezTo>
                  <a:pt x="2390699" y="856884"/>
                  <a:pt x="2389510" y="859902"/>
                  <a:pt x="2387773" y="862645"/>
                </a:cubicBezTo>
                <a:cubicBezTo>
                  <a:pt x="2385944" y="865480"/>
                  <a:pt x="2383749" y="867857"/>
                  <a:pt x="2381006" y="869686"/>
                </a:cubicBezTo>
                <a:cubicBezTo>
                  <a:pt x="2378354" y="871606"/>
                  <a:pt x="2375337" y="872978"/>
                  <a:pt x="2372136" y="873709"/>
                </a:cubicBezTo>
                <a:cubicBezTo>
                  <a:pt x="2368936" y="874441"/>
                  <a:pt x="2365644" y="874441"/>
                  <a:pt x="2362444" y="873892"/>
                </a:cubicBezTo>
                <a:cubicBezTo>
                  <a:pt x="2359152" y="873343"/>
                  <a:pt x="2356134" y="872155"/>
                  <a:pt x="2353300" y="870417"/>
                </a:cubicBezTo>
                <a:lnTo>
                  <a:pt x="2349094" y="867766"/>
                </a:lnTo>
                <a:cubicBezTo>
                  <a:pt x="2346350" y="866028"/>
                  <a:pt x="2343973" y="863742"/>
                  <a:pt x="2342053" y="861090"/>
                </a:cubicBezTo>
                <a:cubicBezTo>
                  <a:pt x="2340132" y="858347"/>
                  <a:pt x="2338852" y="855421"/>
                  <a:pt x="2338121" y="852221"/>
                </a:cubicBezTo>
                <a:cubicBezTo>
                  <a:pt x="2337389" y="849020"/>
                  <a:pt x="2337298" y="845729"/>
                  <a:pt x="2337846" y="842528"/>
                </a:cubicBezTo>
                <a:cubicBezTo>
                  <a:pt x="2338395" y="839236"/>
                  <a:pt x="2339584" y="836219"/>
                  <a:pt x="2341321" y="833384"/>
                </a:cubicBezTo>
                <a:cubicBezTo>
                  <a:pt x="2343150" y="830641"/>
                  <a:pt x="2345345" y="828264"/>
                  <a:pt x="2348088" y="826343"/>
                </a:cubicBezTo>
                <a:cubicBezTo>
                  <a:pt x="2350740" y="824423"/>
                  <a:pt x="2353757" y="823143"/>
                  <a:pt x="2356957" y="822411"/>
                </a:cubicBezTo>
                <a:cubicBezTo>
                  <a:pt x="2360158" y="821680"/>
                  <a:pt x="2363450" y="821588"/>
                  <a:pt x="2366650" y="822137"/>
                </a:cubicBezTo>
                <a:cubicBezTo>
                  <a:pt x="2369942" y="822777"/>
                  <a:pt x="2372959" y="823874"/>
                  <a:pt x="2375703" y="825703"/>
                </a:cubicBezTo>
              </a:path>
              <a:path w="3887754" h="1096183">
                <a:moveTo>
                  <a:pt x="2384207" y="831007"/>
                </a:moveTo>
                <a:lnTo>
                  <a:pt x="2388413" y="833658"/>
                </a:lnTo>
                <a:cubicBezTo>
                  <a:pt x="2391156" y="835396"/>
                  <a:pt x="2393533" y="837590"/>
                  <a:pt x="2395454" y="840334"/>
                </a:cubicBezTo>
                <a:cubicBezTo>
                  <a:pt x="2397374" y="842985"/>
                  <a:pt x="2398654" y="846003"/>
                  <a:pt x="2399386" y="849203"/>
                </a:cubicBezTo>
                <a:cubicBezTo>
                  <a:pt x="2400117" y="852404"/>
                  <a:pt x="2400209" y="855696"/>
                  <a:pt x="2399660" y="858896"/>
                </a:cubicBezTo>
                <a:cubicBezTo>
                  <a:pt x="2399111" y="862188"/>
                  <a:pt x="2397923" y="865205"/>
                  <a:pt x="2396185" y="868040"/>
                </a:cubicBezTo>
                <a:cubicBezTo>
                  <a:pt x="2394356" y="870783"/>
                  <a:pt x="2392162" y="873161"/>
                  <a:pt x="2389419" y="875081"/>
                </a:cubicBezTo>
                <a:cubicBezTo>
                  <a:pt x="2386767" y="876910"/>
                  <a:pt x="2383841" y="878281"/>
                  <a:pt x="2380549" y="879013"/>
                </a:cubicBezTo>
                <a:cubicBezTo>
                  <a:pt x="2377349" y="879744"/>
                  <a:pt x="2374148" y="879836"/>
                  <a:pt x="2370856" y="879196"/>
                </a:cubicBezTo>
                <a:cubicBezTo>
                  <a:pt x="2367564" y="878647"/>
                  <a:pt x="2364547" y="877550"/>
                  <a:pt x="2361804" y="875721"/>
                </a:cubicBezTo>
                <a:lnTo>
                  <a:pt x="2357506" y="873069"/>
                </a:lnTo>
                <a:cubicBezTo>
                  <a:pt x="2354763" y="871332"/>
                  <a:pt x="2352385" y="869137"/>
                  <a:pt x="2350465" y="866394"/>
                </a:cubicBezTo>
                <a:cubicBezTo>
                  <a:pt x="2348545" y="863742"/>
                  <a:pt x="2347265" y="860725"/>
                  <a:pt x="2346533" y="857524"/>
                </a:cubicBezTo>
                <a:cubicBezTo>
                  <a:pt x="2345802" y="854324"/>
                  <a:pt x="2345710" y="851032"/>
                  <a:pt x="2346259" y="847832"/>
                </a:cubicBezTo>
                <a:cubicBezTo>
                  <a:pt x="2346808" y="844540"/>
                  <a:pt x="2347996" y="841522"/>
                  <a:pt x="2349825" y="838779"/>
                </a:cubicBezTo>
                <a:cubicBezTo>
                  <a:pt x="2351562" y="835944"/>
                  <a:pt x="2353757" y="833567"/>
                  <a:pt x="2356500" y="831647"/>
                </a:cubicBezTo>
                <a:cubicBezTo>
                  <a:pt x="2359152" y="829818"/>
                  <a:pt x="2362170" y="828446"/>
                  <a:pt x="2365370" y="827715"/>
                </a:cubicBezTo>
                <a:cubicBezTo>
                  <a:pt x="2368570" y="826983"/>
                  <a:pt x="2371862" y="826892"/>
                  <a:pt x="2375063" y="827532"/>
                </a:cubicBezTo>
                <a:cubicBezTo>
                  <a:pt x="2378354" y="828081"/>
                  <a:pt x="2381372" y="829178"/>
                  <a:pt x="2384207" y="831007"/>
                </a:cubicBezTo>
              </a:path>
              <a:path w="3887754" h="1096183">
                <a:moveTo>
                  <a:pt x="2392619" y="836310"/>
                </a:moveTo>
                <a:lnTo>
                  <a:pt x="2396825" y="838962"/>
                </a:lnTo>
                <a:cubicBezTo>
                  <a:pt x="2399660" y="840699"/>
                  <a:pt x="2401946" y="842985"/>
                  <a:pt x="2403866" y="845637"/>
                </a:cubicBezTo>
                <a:cubicBezTo>
                  <a:pt x="2405786" y="848380"/>
                  <a:pt x="2407067" y="851306"/>
                  <a:pt x="2407798" y="854507"/>
                </a:cubicBezTo>
                <a:cubicBezTo>
                  <a:pt x="2408530" y="857707"/>
                  <a:pt x="2408621" y="860999"/>
                  <a:pt x="2408072" y="864199"/>
                </a:cubicBezTo>
                <a:cubicBezTo>
                  <a:pt x="2407524" y="867491"/>
                  <a:pt x="2406335" y="870509"/>
                  <a:pt x="2404598" y="873343"/>
                </a:cubicBezTo>
                <a:cubicBezTo>
                  <a:pt x="2402860" y="876087"/>
                  <a:pt x="2400574" y="878464"/>
                  <a:pt x="2397923" y="880384"/>
                </a:cubicBezTo>
                <a:cubicBezTo>
                  <a:pt x="2395179" y="882305"/>
                  <a:pt x="2392253" y="883585"/>
                  <a:pt x="2388961" y="884316"/>
                </a:cubicBezTo>
                <a:cubicBezTo>
                  <a:pt x="2385761" y="885048"/>
                  <a:pt x="2382561" y="885139"/>
                  <a:pt x="2379269" y="884591"/>
                </a:cubicBezTo>
                <a:cubicBezTo>
                  <a:pt x="2375977" y="884042"/>
                  <a:pt x="2372959" y="882853"/>
                  <a:pt x="2370216" y="881116"/>
                </a:cubicBezTo>
                <a:lnTo>
                  <a:pt x="2366010" y="878373"/>
                </a:lnTo>
                <a:cubicBezTo>
                  <a:pt x="2363175" y="876635"/>
                  <a:pt x="2360798" y="874441"/>
                  <a:pt x="2358969" y="871698"/>
                </a:cubicBezTo>
                <a:cubicBezTo>
                  <a:pt x="2357049" y="869046"/>
                  <a:pt x="2355677" y="866028"/>
                  <a:pt x="2354946" y="862828"/>
                </a:cubicBezTo>
                <a:cubicBezTo>
                  <a:pt x="2354214" y="859627"/>
                  <a:pt x="2354123" y="856427"/>
                  <a:pt x="2354763" y="853135"/>
                </a:cubicBezTo>
                <a:cubicBezTo>
                  <a:pt x="2355312" y="849843"/>
                  <a:pt x="2356409" y="846826"/>
                  <a:pt x="2358238" y="844083"/>
                </a:cubicBezTo>
                <a:cubicBezTo>
                  <a:pt x="2359975" y="841248"/>
                  <a:pt x="2362170" y="838871"/>
                  <a:pt x="2364913" y="837042"/>
                </a:cubicBezTo>
                <a:cubicBezTo>
                  <a:pt x="2367656" y="835122"/>
                  <a:pt x="2370582" y="833750"/>
                  <a:pt x="2373782" y="833018"/>
                </a:cubicBezTo>
                <a:cubicBezTo>
                  <a:pt x="2377074" y="832378"/>
                  <a:pt x="2380275" y="832287"/>
                  <a:pt x="2383566" y="832836"/>
                </a:cubicBezTo>
                <a:cubicBezTo>
                  <a:pt x="2386767" y="833384"/>
                  <a:pt x="2389784" y="834573"/>
                  <a:pt x="2392619" y="836310"/>
                </a:cubicBezTo>
              </a:path>
              <a:path w="3887754" h="1096183">
                <a:moveTo>
                  <a:pt x="2401032" y="841614"/>
                </a:moveTo>
                <a:lnTo>
                  <a:pt x="2405238" y="844266"/>
                </a:lnTo>
                <a:cubicBezTo>
                  <a:pt x="2408072" y="846003"/>
                  <a:pt x="2410450" y="848289"/>
                  <a:pt x="2412279" y="850941"/>
                </a:cubicBezTo>
                <a:cubicBezTo>
                  <a:pt x="2414199" y="853684"/>
                  <a:pt x="2415570" y="856610"/>
                  <a:pt x="2416302" y="859810"/>
                </a:cubicBezTo>
                <a:cubicBezTo>
                  <a:pt x="2417034" y="863102"/>
                  <a:pt x="2417125" y="866303"/>
                  <a:pt x="2416485" y="869594"/>
                </a:cubicBezTo>
                <a:cubicBezTo>
                  <a:pt x="2415936" y="872795"/>
                  <a:pt x="2414839" y="875812"/>
                  <a:pt x="2413010" y="878647"/>
                </a:cubicBezTo>
                <a:cubicBezTo>
                  <a:pt x="2411273" y="881390"/>
                  <a:pt x="2408987" y="883768"/>
                  <a:pt x="2406335" y="885688"/>
                </a:cubicBezTo>
                <a:cubicBezTo>
                  <a:pt x="2403592" y="887608"/>
                  <a:pt x="2400666" y="888888"/>
                  <a:pt x="2397465" y="889620"/>
                </a:cubicBezTo>
                <a:cubicBezTo>
                  <a:pt x="2394174" y="890351"/>
                  <a:pt x="2390973" y="890443"/>
                  <a:pt x="2387681" y="889894"/>
                </a:cubicBezTo>
                <a:cubicBezTo>
                  <a:pt x="2384481" y="889345"/>
                  <a:pt x="2381463" y="888157"/>
                  <a:pt x="2378629" y="886419"/>
                </a:cubicBezTo>
                <a:lnTo>
                  <a:pt x="2374422" y="883768"/>
                </a:lnTo>
                <a:cubicBezTo>
                  <a:pt x="2371588" y="881939"/>
                  <a:pt x="2369302" y="879744"/>
                  <a:pt x="2367382" y="877001"/>
                </a:cubicBezTo>
                <a:cubicBezTo>
                  <a:pt x="2365461" y="874349"/>
                  <a:pt x="2364090" y="871423"/>
                  <a:pt x="2363450" y="868131"/>
                </a:cubicBezTo>
                <a:cubicBezTo>
                  <a:pt x="2362718" y="864931"/>
                  <a:pt x="2362627" y="861731"/>
                  <a:pt x="2363175" y="858439"/>
                </a:cubicBezTo>
                <a:cubicBezTo>
                  <a:pt x="2363724" y="855147"/>
                  <a:pt x="2364913" y="852129"/>
                  <a:pt x="2366650" y="849386"/>
                </a:cubicBezTo>
                <a:cubicBezTo>
                  <a:pt x="2368387" y="846552"/>
                  <a:pt x="2370673" y="844266"/>
                  <a:pt x="2373325" y="842345"/>
                </a:cubicBezTo>
                <a:cubicBezTo>
                  <a:pt x="2376068" y="840425"/>
                  <a:pt x="2378994" y="839145"/>
                  <a:pt x="2382195" y="838413"/>
                </a:cubicBezTo>
                <a:cubicBezTo>
                  <a:pt x="2385487" y="837682"/>
                  <a:pt x="2388687" y="837590"/>
                  <a:pt x="2391979" y="838139"/>
                </a:cubicBezTo>
                <a:cubicBezTo>
                  <a:pt x="2395179" y="838688"/>
                  <a:pt x="2398288" y="839876"/>
                  <a:pt x="2401032" y="841614"/>
                </a:cubicBezTo>
              </a:path>
              <a:path w="3887754" h="1096183">
                <a:moveTo>
                  <a:pt x="2409444" y="846917"/>
                </a:moveTo>
                <a:lnTo>
                  <a:pt x="2413742" y="849569"/>
                </a:lnTo>
                <a:cubicBezTo>
                  <a:pt x="2416485" y="851398"/>
                  <a:pt x="2418862" y="853592"/>
                  <a:pt x="2420783" y="856336"/>
                </a:cubicBezTo>
                <a:cubicBezTo>
                  <a:pt x="2422703" y="858987"/>
                  <a:pt x="2423983" y="861913"/>
                  <a:pt x="2424714" y="865205"/>
                </a:cubicBezTo>
                <a:cubicBezTo>
                  <a:pt x="2425446" y="868406"/>
                  <a:pt x="2425537" y="871606"/>
                  <a:pt x="2424989" y="874898"/>
                </a:cubicBezTo>
                <a:cubicBezTo>
                  <a:pt x="2424349" y="878098"/>
                  <a:pt x="2423251" y="881207"/>
                  <a:pt x="2421423" y="883950"/>
                </a:cubicBezTo>
                <a:cubicBezTo>
                  <a:pt x="2419685" y="886785"/>
                  <a:pt x="2417491" y="889071"/>
                  <a:pt x="2414748" y="890991"/>
                </a:cubicBezTo>
                <a:cubicBezTo>
                  <a:pt x="2412096" y="892912"/>
                  <a:pt x="2409078" y="894192"/>
                  <a:pt x="2405878" y="894923"/>
                </a:cubicBezTo>
                <a:cubicBezTo>
                  <a:pt x="2402677" y="895655"/>
                  <a:pt x="2399386" y="895746"/>
                  <a:pt x="2396185" y="895198"/>
                </a:cubicBezTo>
                <a:cubicBezTo>
                  <a:pt x="2392893" y="894649"/>
                  <a:pt x="2389876" y="893460"/>
                  <a:pt x="2387041" y="891723"/>
                </a:cubicBezTo>
                <a:lnTo>
                  <a:pt x="2382835" y="889071"/>
                </a:lnTo>
                <a:cubicBezTo>
                  <a:pt x="2380092" y="887334"/>
                  <a:pt x="2377714" y="885048"/>
                  <a:pt x="2375794" y="882396"/>
                </a:cubicBezTo>
                <a:cubicBezTo>
                  <a:pt x="2373874" y="879653"/>
                  <a:pt x="2372594" y="876727"/>
                  <a:pt x="2371862" y="873526"/>
                </a:cubicBezTo>
                <a:cubicBezTo>
                  <a:pt x="2371131" y="870234"/>
                  <a:pt x="2371039" y="867034"/>
                  <a:pt x="2371588" y="863742"/>
                </a:cubicBezTo>
                <a:cubicBezTo>
                  <a:pt x="2372136" y="860542"/>
                  <a:pt x="2373325" y="857524"/>
                  <a:pt x="2375063" y="854690"/>
                </a:cubicBezTo>
                <a:cubicBezTo>
                  <a:pt x="2376891" y="851946"/>
                  <a:pt x="2379086" y="849569"/>
                  <a:pt x="2381738" y="847649"/>
                </a:cubicBezTo>
                <a:cubicBezTo>
                  <a:pt x="2384481" y="845729"/>
                  <a:pt x="2387407" y="844448"/>
                  <a:pt x="2390699" y="843717"/>
                </a:cubicBezTo>
                <a:cubicBezTo>
                  <a:pt x="2393899" y="842985"/>
                  <a:pt x="2397100" y="842894"/>
                  <a:pt x="2400391" y="843443"/>
                </a:cubicBezTo>
                <a:cubicBezTo>
                  <a:pt x="2403683" y="843991"/>
                  <a:pt x="2406701" y="845180"/>
                  <a:pt x="2409444" y="846917"/>
                </a:cubicBezTo>
              </a:path>
              <a:path w="3887754" h="1096183">
                <a:moveTo>
                  <a:pt x="2417948" y="852221"/>
                </a:moveTo>
                <a:lnTo>
                  <a:pt x="2422154" y="854873"/>
                </a:lnTo>
                <a:cubicBezTo>
                  <a:pt x="2424897" y="856701"/>
                  <a:pt x="2427275" y="858896"/>
                  <a:pt x="2429195" y="861639"/>
                </a:cubicBezTo>
                <a:cubicBezTo>
                  <a:pt x="2431115" y="864291"/>
                  <a:pt x="2432395" y="867308"/>
                  <a:pt x="2433127" y="870509"/>
                </a:cubicBezTo>
                <a:cubicBezTo>
                  <a:pt x="2433858" y="873709"/>
                  <a:pt x="2433950" y="876910"/>
                  <a:pt x="2433401" y="880201"/>
                </a:cubicBezTo>
                <a:cubicBezTo>
                  <a:pt x="2432853" y="883493"/>
                  <a:pt x="2431664" y="886511"/>
                  <a:pt x="2429927" y="889254"/>
                </a:cubicBezTo>
                <a:cubicBezTo>
                  <a:pt x="2428098" y="892089"/>
                  <a:pt x="2425903" y="894375"/>
                  <a:pt x="2423160" y="896295"/>
                </a:cubicBezTo>
                <a:cubicBezTo>
                  <a:pt x="2420508" y="898215"/>
                  <a:pt x="2417491" y="899587"/>
                  <a:pt x="2414290" y="900227"/>
                </a:cubicBezTo>
                <a:cubicBezTo>
                  <a:pt x="2411090" y="900958"/>
                  <a:pt x="2407798" y="901050"/>
                  <a:pt x="2404598" y="900501"/>
                </a:cubicBezTo>
                <a:cubicBezTo>
                  <a:pt x="2401306" y="899952"/>
                  <a:pt x="2398288" y="898764"/>
                  <a:pt x="2395454" y="897026"/>
                </a:cubicBezTo>
                <a:lnTo>
                  <a:pt x="2391247" y="894375"/>
                </a:lnTo>
                <a:cubicBezTo>
                  <a:pt x="2388504" y="892637"/>
                  <a:pt x="2386127" y="890351"/>
                  <a:pt x="2384207" y="887700"/>
                </a:cubicBezTo>
                <a:cubicBezTo>
                  <a:pt x="2382286" y="884956"/>
                  <a:pt x="2381006" y="882030"/>
                  <a:pt x="2380275" y="878830"/>
                </a:cubicBezTo>
                <a:cubicBezTo>
                  <a:pt x="2379543" y="875538"/>
                  <a:pt x="2379452" y="872338"/>
                  <a:pt x="2380000" y="869046"/>
                </a:cubicBezTo>
                <a:cubicBezTo>
                  <a:pt x="2380549" y="865845"/>
                  <a:pt x="2381738" y="862828"/>
                  <a:pt x="2383475" y="859993"/>
                </a:cubicBezTo>
                <a:cubicBezTo>
                  <a:pt x="2385304" y="857250"/>
                  <a:pt x="2387498" y="854873"/>
                  <a:pt x="2390242" y="852952"/>
                </a:cubicBezTo>
                <a:cubicBezTo>
                  <a:pt x="2392893" y="851032"/>
                  <a:pt x="2395911" y="849752"/>
                  <a:pt x="2399111" y="849020"/>
                </a:cubicBezTo>
                <a:cubicBezTo>
                  <a:pt x="2402312" y="848289"/>
                  <a:pt x="2405604" y="848197"/>
                  <a:pt x="2408804" y="848746"/>
                </a:cubicBezTo>
                <a:cubicBezTo>
                  <a:pt x="2412096" y="849295"/>
                  <a:pt x="2415113" y="850483"/>
                  <a:pt x="2417948" y="852221"/>
                </a:cubicBezTo>
              </a:path>
              <a:path w="3887754" h="1096183">
                <a:moveTo>
                  <a:pt x="2426360" y="857616"/>
                </a:moveTo>
                <a:lnTo>
                  <a:pt x="2430567" y="860268"/>
                </a:lnTo>
                <a:cubicBezTo>
                  <a:pt x="2433401" y="862005"/>
                  <a:pt x="2435687" y="864199"/>
                  <a:pt x="2437608" y="866943"/>
                </a:cubicBezTo>
                <a:cubicBezTo>
                  <a:pt x="2439528" y="869594"/>
                  <a:pt x="2440808" y="872612"/>
                  <a:pt x="2441539" y="875812"/>
                </a:cubicBezTo>
                <a:cubicBezTo>
                  <a:pt x="2442271" y="879013"/>
                  <a:pt x="2442362" y="882305"/>
                  <a:pt x="2441814" y="885505"/>
                </a:cubicBezTo>
                <a:cubicBezTo>
                  <a:pt x="2441265" y="888797"/>
                  <a:pt x="2440076" y="891814"/>
                  <a:pt x="2438339" y="894558"/>
                </a:cubicBezTo>
                <a:cubicBezTo>
                  <a:pt x="2436602" y="897392"/>
                  <a:pt x="2434316" y="899770"/>
                  <a:pt x="2431664" y="901598"/>
                </a:cubicBezTo>
                <a:cubicBezTo>
                  <a:pt x="2428921" y="903519"/>
                  <a:pt x="2425995" y="904890"/>
                  <a:pt x="2422703" y="905622"/>
                </a:cubicBezTo>
                <a:cubicBezTo>
                  <a:pt x="2419502" y="906353"/>
                  <a:pt x="2416302" y="906445"/>
                  <a:pt x="2413010" y="905805"/>
                </a:cubicBezTo>
                <a:cubicBezTo>
                  <a:pt x="2409718" y="905256"/>
                  <a:pt x="2406701" y="904159"/>
                  <a:pt x="2403958" y="902330"/>
                </a:cubicBezTo>
                <a:lnTo>
                  <a:pt x="2399751" y="899678"/>
                </a:lnTo>
                <a:cubicBezTo>
                  <a:pt x="2396917" y="897941"/>
                  <a:pt x="2394539" y="895655"/>
                  <a:pt x="2392619" y="893003"/>
                </a:cubicBezTo>
                <a:cubicBezTo>
                  <a:pt x="2390790" y="890260"/>
                  <a:pt x="2389419" y="887334"/>
                  <a:pt x="2388687" y="884133"/>
                </a:cubicBezTo>
                <a:cubicBezTo>
                  <a:pt x="2387956" y="880933"/>
                  <a:pt x="2387864" y="877641"/>
                  <a:pt x="2388413" y="874441"/>
                </a:cubicBezTo>
                <a:cubicBezTo>
                  <a:pt x="2389053" y="871149"/>
                  <a:pt x="2390150" y="868131"/>
                  <a:pt x="2391979" y="865297"/>
                </a:cubicBezTo>
                <a:cubicBezTo>
                  <a:pt x="2393716" y="862554"/>
                  <a:pt x="2395911" y="860176"/>
                  <a:pt x="2398654" y="858256"/>
                </a:cubicBezTo>
                <a:cubicBezTo>
                  <a:pt x="2401306" y="856427"/>
                  <a:pt x="2404323" y="855055"/>
                  <a:pt x="2407524" y="854324"/>
                </a:cubicBezTo>
                <a:cubicBezTo>
                  <a:pt x="2410724" y="853592"/>
                  <a:pt x="2414016" y="853501"/>
                  <a:pt x="2417308" y="854050"/>
                </a:cubicBezTo>
                <a:cubicBezTo>
                  <a:pt x="2420508" y="854690"/>
                  <a:pt x="2423526" y="855787"/>
                  <a:pt x="2426360" y="857616"/>
                </a:cubicBezTo>
              </a:path>
              <a:path w="3887754" h="1096183">
                <a:moveTo>
                  <a:pt x="2434773" y="862919"/>
                </a:moveTo>
                <a:lnTo>
                  <a:pt x="2438979" y="865571"/>
                </a:lnTo>
                <a:cubicBezTo>
                  <a:pt x="2441814" y="867308"/>
                  <a:pt x="2444100" y="869594"/>
                  <a:pt x="2446020" y="872246"/>
                </a:cubicBezTo>
                <a:cubicBezTo>
                  <a:pt x="2447940" y="874989"/>
                  <a:pt x="2449312" y="877915"/>
                  <a:pt x="2450043" y="881116"/>
                </a:cubicBezTo>
                <a:cubicBezTo>
                  <a:pt x="2450775" y="884316"/>
                  <a:pt x="2450775" y="887608"/>
                  <a:pt x="2450226" y="890808"/>
                </a:cubicBezTo>
                <a:cubicBezTo>
                  <a:pt x="2449678" y="894100"/>
                  <a:pt x="2448489" y="897118"/>
                  <a:pt x="2446752" y="899952"/>
                </a:cubicBezTo>
                <a:cubicBezTo>
                  <a:pt x="2445014" y="902696"/>
                  <a:pt x="2442728" y="905073"/>
                  <a:pt x="2440076" y="906993"/>
                </a:cubicBezTo>
                <a:cubicBezTo>
                  <a:pt x="2437333" y="908822"/>
                  <a:pt x="2434407" y="910194"/>
                  <a:pt x="2431207" y="910925"/>
                </a:cubicBezTo>
                <a:cubicBezTo>
                  <a:pt x="2427915" y="911657"/>
                  <a:pt x="2424714" y="911748"/>
                  <a:pt x="2421423" y="911200"/>
                </a:cubicBezTo>
                <a:cubicBezTo>
                  <a:pt x="2418222" y="910560"/>
                  <a:pt x="2415205" y="909462"/>
                  <a:pt x="2412370" y="907633"/>
                </a:cubicBezTo>
                <a:lnTo>
                  <a:pt x="2408164" y="904982"/>
                </a:lnTo>
                <a:cubicBezTo>
                  <a:pt x="2405329" y="903244"/>
                  <a:pt x="2403043" y="901050"/>
                  <a:pt x="2401123" y="898307"/>
                </a:cubicBezTo>
                <a:cubicBezTo>
                  <a:pt x="2399203" y="895655"/>
                  <a:pt x="2397831" y="892637"/>
                  <a:pt x="2397100" y="889437"/>
                </a:cubicBezTo>
                <a:cubicBezTo>
                  <a:pt x="2396368" y="886236"/>
                  <a:pt x="2396368" y="882945"/>
                  <a:pt x="2396917" y="879744"/>
                </a:cubicBezTo>
                <a:cubicBezTo>
                  <a:pt x="2397465" y="876452"/>
                  <a:pt x="2398654" y="873435"/>
                  <a:pt x="2400391" y="870692"/>
                </a:cubicBezTo>
                <a:cubicBezTo>
                  <a:pt x="2402129" y="867857"/>
                  <a:pt x="2404415" y="865480"/>
                  <a:pt x="2407067" y="863651"/>
                </a:cubicBezTo>
                <a:cubicBezTo>
                  <a:pt x="2409810" y="861731"/>
                  <a:pt x="2412736" y="860359"/>
                  <a:pt x="2415936" y="859627"/>
                </a:cubicBezTo>
                <a:cubicBezTo>
                  <a:pt x="2419228" y="858896"/>
                  <a:pt x="2422428" y="858804"/>
                  <a:pt x="2425720" y="859445"/>
                </a:cubicBezTo>
                <a:cubicBezTo>
                  <a:pt x="2428921" y="859993"/>
                  <a:pt x="2432030" y="861090"/>
                  <a:pt x="2434773" y="862919"/>
                </a:cubicBezTo>
              </a:path>
              <a:path w="3887754" h="1096183">
                <a:moveTo>
                  <a:pt x="2443185" y="868223"/>
                </a:moveTo>
                <a:lnTo>
                  <a:pt x="2447392" y="870875"/>
                </a:lnTo>
                <a:cubicBezTo>
                  <a:pt x="2450226" y="872612"/>
                  <a:pt x="2452604" y="874898"/>
                  <a:pt x="2454524" y="877550"/>
                </a:cubicBezTo>
                <a:cubicBezTo>
                  <a:pt x="2456353" y="880293"/>
                  <a:pt x="2457724" y="883219"/>
                  <a:pt x="2458456" y="886419"/>
                </a:cubicBezTo>
                <a:cubicBezTo>
                  <a:pt x="2459187" y="889711"/>
                  <a:pt x="2459279" y="892912"/>
                  <a:pt x="2458730" y="896203"/>
                </a:cubicBezTo>
                <a:cubicBezTo>
                  <a:pt x="2458090" y="899404"/>
                  <a:pt x="2456993" y="902421"/>
                  <a:pt x="2455164" y="905256"/>
                </a:cubicBezTo>
                <a:cubicBezTo>
                  <a:pt x="2453427" y="907999"/>
                  <a:pt x="2451232" y="910377"/>
                  <a:pt x="2448489" y="912297"/>
                </a:cubicBezTo>
                <a:cubicBezTo>
                  <a:pt x="2445837" y="914217"/>
                  <a:pt x="2442820" y="915497"/>
                  <a:pt x="2439619" y="916229"/>
                </a:cubicBezTo>
                <a:cubicBezTo>
                  <a:pt x="2436419" y="916960"/>
                  <a:pt x="2433127" y="917052"/>
                  <a:pt x="2429835" y="916503"/>
                </a:cubicBezTo>
                <a:cubicBezTo>
                  <a:pt x="2426635" y="915954"/>
                  <a:pt x="2423617" y="914766"/>
                  <a:pt x="2420783" y="913028"/>
                </a:cubicBezTo>
                <a:lnTo>
                  <a:pt x="2416576" y="910377"/>
                </a:lnTo>
                <a:cubicBezTo>
                  <a:pt x="2413742" y="908548"/>
                  <a:pt x="2411456" y="906353"/>
                  <a:pt x="2409535" y="903610"/>
                </a:cubicBezTo>
                <a:cubicBezTo>
                  <a:pt x="2407615" y="900958"/>
                  <a:pt x="2406335" y="897941"/>
                  <a:pt x="2405604" y="894740"/>
                </a:cubicBezTo>
                <a:cubicBezTo>
                  <a:pt x="2404872" y="891540"/>
                  <a:pt x="2404781" y="888340"/>
                  <a:pt x="2405329" y="885048"/>
                </a:cubicBezTo>
                <a:cubicBezTo>
                  <a:pt x="2405878" y="881756"/>
                  <a:pt x="2407067" y="878738"/>
                  <a:pt x="2408804" y="875995"/>
                </a:cubicBezTo>
                <a:cubicBezTo>
                  <a:pt x="2410541" y="873161"/>
                  <a:pt x="2412827" y="870875"/>
                  <a:pt x="2415479" y="868954"/>
                </a:cubicBezTo>
                <a:cubicBezTo>
                  <a:pt x="2418222" y="867034"/>
                  <a:pt x="2421148" y="865662"/>
                  <a:pt x="2424440" y="865022"/>
                </a:cubicBezTo>
                <a:cubicBezTo>
                  <a:pt x="2427641" y="864291"/>
                  <a:pt x="2430841" y="864199"/>
                  <a:pt x="2434133" y="864748"/>
                </a:cubicBezTo>
                <a:cubicBezTo>
                  <a:pt x="2437425" y="865297"/>
                  <a:pt x="2440442" y="866485"/>
                  <a:pt x="2443185" y="868223"/>
                </a:cubicBezTo>
              </a:path>
              <a:path w="3887754" h="1096183">
                <a:moveTo>
                  <a:pt x="2451689" y="873526"/>
                </a:moveTo>
                <a:lnTo>
                  <a:pt x="2455896" y="876178"/>
                </a:lnTo>
                <a:cubicBezTo>
                  <a:pt x="2458639" y="878007"/>
                  <a:pt x="2461016" y="880201"/>
                  <a:pt x="2462936" y="882853"/>
                </a:cubicBezTo>
                <a:cubicBezTo>
                  <a:pt x="2464857" y="885596"/>
                  <a:pt x="2466137" y="888522"/>
                  <a:pt x="2466868" y="891814"/>
                </a:cubicBezTo>
                <a:cubicBezTo>
                  <a:pt x="2467600" y="895015"/>
                  <a:pt x="2467691" y="898215"/>
                  <a:pt x="2467143" y="901507"/>
                </a:cubicBezTo>
                <a:cubicBezTo>
                  <a:pt x="2466594" y="904707"/>
                  <a:pt x="2465405" y="907725"/>
                  <a:pt x="2463668" y="910560"/>
                </a:cubicBezTo>
                <a:cubicBezTo>
                  <a:pt x="2461839" y="913303"/>
                  <a:pt x="2459645" y="915680"/>
                  <a:pt x="2456901" y="917600"/>
                </a:cubicBezTo>
                <a:cubicBezTo>
                  <a:pt x="2454250" y="919521"/>
                  <a:pt x="2451232" y="920801"/>
                  <a:pt x="2448032" y="921532"/>
                </a:cubicBezTo>
                <a:cubicBezTo>
                  <a:pt x="2444831" y="922264"/>
                  <a:pt x="2441539" y="922355"/>
                  <a:pt x="2438339" y="921807"/>
                </a:cubicBezTo>
                <a:cubicBezTo>
                  <a:pt x="2435047" y="921258"/>
                  <a:pt x="2432030" y="920069"/>
                  <a:pt x="2429195" y="918332"/>
                </a:cubicBezTo>
                <a:lnTo>
                  <a:pt x="2424989" y="915680"/>
                </a:lnTo>
                <a:cubicBezTo>
                  <a:pt x="2422246" y="913851"/>
                  <a:pt x="2419868" y="911657"/>
                  <a:pt x="2417948" y="909005"/>
                </a:cubicBezTo>
                <a:cubicBezTo>
                  <a:pt x="2416028" y="906262"/>
                  <a:pt x="2414748" y="903336"/>
                  <a:pt x="2414016" y="900044"/>
                </a:cubicBezTo>
                <a:cubicBezTo>
                  <a:pt x="2413284" y="896844"/>
                  <a:pt x="2413193" y="893643"/>
                  <a:pt x="2413742" y="890351"/>
                </a:cubicBezTo>
                <a:cubicBezTo>
                  <a:pt x="2414290" y="887151"/>
                  <a:pt x="2415479" y="884133"/>
                  <a:pt x="2417216" y="881299"/>
                </a:cubicBezTo>
                <a:cubicBezTo>
                  <a:pt x="2419045" y="878464"/>
                  <a:pt x="2421240" y="876178"/>
                  <a:pt x="2423983" y="874258"/>
                </a:cubicBezTo>
                <a:cubicBezTo>
                  <a:pt x="2426635" y="872338"/>
                  <a:pt x="2429652" y="871057"/>
                  <a:pt x="2432853" y="870326"/>
                </a:cubicBezTo>
                <a:cubicBezTo>
                  <a:pt x="2436053" y="869594"/>
                  <a:pt x="2439345" y="869503"/>
                  <a:pt x="2442545" y="870052"/>
                </a:cubicBezTo>
                <a:cubicBezTo>
                  <a:pt x="2445837" y="870600"/>
                  <a:pt x="2448855" y="871789"/>
                  <a:pt x="2451689" y="873526"/>
                </a:cubicBezTo>
              </a:path>
              <a:path w="3887754" h="1096183">
                <a:moveTo>
                  <a:pt x="2460102" y="878830"/>
                </a:moveTo>
                <a:lnTo>
                  <a:pt x="2464308" y="881482"/>
                </a:lnTo>
                <a:cubicBezTo>
                  <a:pt x="2467051" y="883310"/>
                  <a:pt x="2469429" y="885505"/>
                  <a:pt x="2471349" y="888248"/>
                </a:cubicBezTo>
                <a:cubicBezTo>
                  <a:pt x="2473269" y="890900"/>
                  <a:pt x="2474549" y="893826"/>
                  <a:pt x="2475281" y="897118"/>
                </a:cubicBezTo>
                <a:cubicBezTo>
                  <a:pt x="2476012" y="900318"/>
                  <a:pt x="2476104" y="903519"/>
                  <a:pt x="2475555" y="906810"/>
                </a:cubicBezTo>
                <a:cubicBezTo>
                  <a:pt x="2475006" y="910102"/>
                  <a:pt x="2473818" y="913120"/>
                  <a:pt x="2472080" y="915863"/>
                </a:cubicBezTo>
                <a:cubicBezTo>
                  <a:pt x="2470343" y="918698"/>
                  <a:pt x="2468057" y="920984"/>
                  <a:pt x="2465405" y="922904"/>
                </a:cubicBezTo>
                <a:cubicBezTo>
                  <a:pt x="2462662" y="924824"/>
                  <a:pt x="2459736" y="926104"/>
                  <a:pt x="2456444" y="926836"/>
                </a:cubicBezTo>
                <a:cubicBezTo>
                  <a:pt x="2453244" y="927567"/>
                  <a:pt x="2450043" y="927659"/>
                  <a:pt x="2446752" y="927110"/>
                </a:cubicBezTo>
                <a:cubicBezTo>
                  <a:pt x="2443460" y="926562"/>
                  <a:pt x="2440442" y="925373"/>
                  <a:pt x="2437699" y="923635"/>
                </a:cubicBezTo>
                <a:lnTo>
                  <a:pt x="2433493" y="920984"/>
                </a:lnTo>
                <a:cubicBezTo>
                  <a:pt x="2430658" y="919246"/>
                  <a:pt x="2428281" y="916960"/>
                  <a:pt x="2426360" y="914309"/>
                </a:cubicBezTo>
                <a:cubicBezTo>
                  <a:pt x="2424532" y="911565"/>
                  <a:pt x="2423160" y="908639"/>
                  <a:pt x="2422428" y="905439"/>
                </a:cubicBezTo>
                <a:cubicBezTo>
                  <a:pt x="2421697" y="902147"/>
                  <a:pt x="2421606" y="898947"/>
                  <a:pt x="2422154" y="895655"/>
                </a:cubicBezTo>
                <a:cubicBezTo>
                  <a:pt x="2422794" y="892454"/>
                  <a:pt x="2423892" y="889437"/>
                  <a:pt x="2425720" y="886602"/>
                </a:cubicBezTo>
                <a:cubicBezTo>
                  <a:pt x="2427458" y="883859"/>
                  <a:pt x="2429652" y="881482"/>
                  <a:pt x="2432395" y="879561"/>
                </a:cubicBezTo>
                <a:cubicBezTo>
                  <a:pt x="2435047" y="877641"/>
                  <a:pt x="2438065" y="876361"/>
                  <a:pt x="2441265" y="875629"/>
                </a:cubicBezTo>
                <a:cubicBezTo>
                  <a:pt x="2444466" y="874898"/>
                  <a:pt x="2447757" y="874806"/>
                  <a:pt x="2450958" y="875355"/>
                </a:cubicBezTo>
                <a:cubicBezTo>
                  <a:pt x="2454250" y="875904"/>
                  <a:pt x="2457267" y="877092"/>
                  <a:pt x="2460102" y="878830"/>
                </a:cubicBezTo>
              </a:path>
              <a:path w="3887754" h="1096183">
                <a:moveTo>
                  <a:pt x="2468514" y="884133"/>
                </a:moveTo>
                <a:lnTo>
                  <a:pt x="2472720" y="886877"/>
                </a:lnTo>
                <a:cubicBezTo>
                  <a:pt x="2475555" y="888614"/>
                  <a:pt x="2477841" y="890808"/>
                  <a:pt x="2479761" y="893552"/>
                </a:cubicBezTo>
                <a:cubicBezTo>
                  <a:pt x="2481682" y="896203"/>
                  <a:pt x="2483053" y="899221"/>
                  <a:pt x="2483785" y="902421"/>
                </a:cubicBezTo>
                <a:cubicBezTo>
                  <a:pt x="2484425" y="905622"/>
                  <a:pt x="2484516" y="908914"/>
                  <a:pt x="2483968" y="912114"/>
                </a:cubicBezTo>
                <a:cubicBezTo>
                  <a:pt x="2483419" y="915406"/>
                  <a:pt x="2482230" y="918423"/>
                  <a:pt x="2480493" y="921167"/>
                </a:cubicBezTo>
                <a:cubicBezTo>
                  <a:pt x="2478756" y="924001"/>
                  <a:pt x="2476470" y="926379"/>
                  <a:pt x="2473818" y="928207"/>
                </a:cubicBezTo>
                <a:cubicBezTo>
                  <a:pt x="2471075" y="930128"/>
                  <a:pt x="2468148" y="931499"/>
                  <a:pt x="2464948" y="932231"/>
                </a:cubicBezTo>
                <a:cubicBezTo>
                  <a:pt x="2461656" y="932962"/>
                  <a:pt x="2458456" y="932962"/>
                  <a:pt x="2455164" y="932414"/>
                </a:cubicBezTo>
                <a:cubicBezTo>
                  <a:pt x="2451964" y="931865"/>
                  <a:pt x="2448855" y="930676"/>
                  <a:pt x="2446111" y="928939"/>
                </a:cubicBezTo>
                <a:lnTo>
                  <a:pt x="2441905" y="926287"/>
                </a:lnTo>
                <a:cubicBezTo>
                  <a:pt x="2439071" y="924550"/>
                  <a:pt x="2436693" y="922264"/>
                  <a:pt x="2434864" y="919612"/>
                </a:cubicBezTo>
                <a:cubicBezTo>
                  <a:pt x="2432944" y="916869"/>
                  <a:pt x="2431572" y="913943"/>
                  <a:pt x="2430841" y="910742"/>
                </a:cubicBezTo>
                <a:cubicBezTo>
                  <a:pt x="2430109" y="907542"/>
                  <a:pt x="2430018" y="904250"/>
                  <a:pt x="2430658" y="901050"/>
                </a:cubicBezTo>
                <a:cubicBezTo>
                  <a:pt x="2431207" y="897758"/>
                  <a:pt x="2432304" y="894740"/>
                  <a:pt x="2434133" y="891906"/>
                </a:cubicBezTo>
                <a:cubicBezTo>
                  <a:pt x="2435870" y="889163"/>
                  <a:pt x="2438156" y="886785"/>
                  <a:pt x="2440808" y="884865"/>
                </a:cubicBezTo>
                <a:cubicBezTo>
                  <a:pt x="2443551" y="882945"/>
                  <a:pt x="2446477" y="881664"/>
                  <a:pt x="2449678" y="880933"/>
                </a:cubicBezTo>
                <a:cubicBezTo>
                  <a:pt x="2452969" y="880201"/>
                  <a:pt x="2456170" y="880110"/>
                  <a:pt x="2459462" y="880659"/>
                </a:cubicBezTo>
                <a:cubicBezTo>
                  <a:pt x="2462662" y="881207"/>
                  <a:pt x="2465680" y="882396"/>
                  <a:pt x="2468514" y="884133"/>
                </a:cubicBezTo>
              </a:path>
              <a:path w="3887754" h="1096183">
                <a:moveTo>
                  <a:pt x="2476927" y="889528"/>
                </a:moveTo>
                <a:lnTo>
                  <a:pt x="2481133" y="892180"/>
                </a:lnTo>
                <a:cubicBezTo>
                  <a:pt x="2483968" y="893917"/>
                  <a:pt x="2486345" y="896112"/>
                  <a:pt x="2488174" y="898855"/>
                </a:cubicBezTo>
                <a:cubicBezTo>
                  <a:pt x="2490094" y="901507"/>
                  <a:pt x="2491466" y="904524"/>
                  <a:pt x="2492197" y="907725"/>
                </a:cubicBezTo>
                <a:cubicBezTo>
                  <a:pt x="2492929" y="910925"/>
                  <a:pt x="2493020" y="914217"/>
                  <a:pt x="2492380" y="917418"/>
                </a:cubicBezTo>
                <a:cubicBezTo>
                  <a:pt x="2491831" y="920709"/>
                  <a:pt x="2490734" y="923727"/>
                  <a:pt x="2488905" y="926562"/>
                </a:cubicBezTo>
                <a:cubicBezTo>
                  <a:pt x="2487168" y="929305"/>
                  <a:pt x="2484973" y="931682"/>
                  <a:pt x="2482230" y="933602"/>
                </a:cubicBezTo>
                <a:cubicBezTo>
                  <a:pt x="2479487" y="935431"/>
                  <a:pt x="2476561" y="936803"/>
                  <a:pt x="2473361" y="937534"/>
                </a:cubicBezTo>
                <a:cubicBezTo>
                  <a:pt x="2470160" y="938266"/>
                  <a:pt x="2466868" y="938357"/>
                  <a:pt x="2463576" y="937717"/>
                </a:cubicBezTo>
                <a:cubicBezTo>
                  <a:pt x="2460376" y="937169"/>
                  <a:pt x="2457359" y="936071"/>
                  <a:pt x="2454524" y="934242"/>
                </a:cubicBezTo>
                <a:lnTo>
                  <a:pt x="2450318" y="931591"/>
                </a:lnTo>
                <a:cubicBezTo>
                  <a:pt x="2447483" y="929853"/>
                  <a:pt x="2445197" y="927659"/>
                  <a:pt x="2443277" y="924916"/>
                </a:cubicBezTo>
                <a:cubicBezTo>
                  <a:pt x="2441357" y="922264"/>
                  <a:pt x="2440076" y="919246"/>
                  <a:pt x="2439345" y="916046"/>
                </a:cubicBezTo>
                <a:cubicBezTo>
                  <a:pt x="2438613" y="912846"/>
                  <a:pt x="2438522" y="909554"/>
                  <a:pt x="2439071" y="906353"/>
                </a:cubicBezTo>
                <a:cubicBezTo>
                  <a:pt x="2439619" y="903061"/>
                  <a:pt x="2440808" y="900044"/>
                  <a:pt x="2442545" y="897301"/>
                </a:cubicBezTo>
                <a:cubicBezTo>
                  <a:pt x="2444283" y="894466"/>
                  <a:pt x="2446569" y="892089"/>
                  <a:pt x="2449220" y="890168"/>
                </a:cubicBezTo>
                <a:cubicBezTo>
                  <a:pt x="2451964" y="888340"/>
                  <a:pt x="2454890" y="886968"/>
                  <a:pt x="2458182" y="886236"/>
                </a:cubicBezTo>
                <a:cubicBezTo>
                  <a:pt x="2461382" y="885505"/>
                  <a:pt x="2464582" y="885414"/>
                  <a:pt x="2467874" y="886054"/>
                </a:cubicBezTo>
                <a:cubicBezTo>
                  <a:pt x="2471166" y="886602"/>
                  <a:pt x="2474184" y="887700"/>
                  <a:pt x="2476927" y="889528"/>
                </a:cubicBezTo>
              </a:path>
              <a:path w="3887754" h="1096183">
                <a:moveTo>
                  <a:pt x="2485339" y="894832"/>
                </a:moveTo>
                <a:lnTo>
                  <a:pt x="2489637" y="897484"/>
                </a:lnTo>
                <a:cubicBezTo>
                  <a:pt x="2492380" y="899221"/>
                  <a:pt x="2494758" y="901507"/>
                  <a:pt x="2496678" y="904159"/>
                </a:cubicBezTo>
                <a:cubicBezTo>
                  <a:pt x="2498598" y="906902"/>
                  <a:pt x="2499878" y="909828"/>
                  <a:pt x="2500610" y="913028"/>
                </a:cubicBezTo>
                <a:cubicBezTo>
                  <a:pt x="2501341" y="916229"/>
                  <a:pt x="2501433" y="919521"/>
                  <a:pt x="2500884" y="922721"/>
                </a:cubicBezTo>
                <a:cubicBezTo>
                  <a:pt x="2500335" y="926013"/>
                  <a:pt x="2499147" y="929030"/>
                  <a:pt x="2497409" y="931865"/>
                </a:cubicBezTo>
                <a:cubicBezTo>
                  <a:pt x="2495580" y="934608"/>
                  <a:pt x="2493386" y="936986"/>
                  <a:pt x="2490643" y="938906"/>
                </a:cubicBezTo>
                <a:cubicBezTo>
                  <a:pt x="2487991" y="940826"/>
                  <a:pt x="2484973" y="942106"/>
                  <a:pt x="2481773" y="942838"/>
                </a:cubicBezTo>
                <a:cubicBezTo>
                  <a:pt x="2478573" y="943569"/>
                  <a:pt x="2475281" y="943661"/>
                  <a:pt x="2472080" y="943112"/>
                </a:cubicBezTo>
                <a:cubicBezTo>
                  <a:pt x="2468789" y="942564"/>
                  <a:pt x="2465771" y="941375"/>
                  <a:pt x="2462936" y="939637"/>
                </a:cubicBezTo>
                <a:lnTo>
                  <a:pt x="2458730" y="936894"/>
                </a:lnTo>
                <a:cubicBezTo>
                  <a:pt x="2455987" y="935157"/>
                  <a:pt x="2453610" y="932962"/>
                  <a:pt x="2451689" y="930219"/>
                </a:cubicBezTo>
                <a:cubicBezTo>
                  <a:pt x="2449769" y="927567"/>
                  <a:pt x="2448489" y="924550"/>
                  <a:pt x="2447757" y="921349"/>
                </a:cubicBezTo>
                <a:cubicBezTo>
                  <a:pt x="2447026" y="918149"/>
                  <a:pt x="2446934" y="914857"/>
                  <a:pt x="2447483" y="911657"/>
                </a:cubicBezTo>
                <a:cubicBezTo>
                  <a:pt x="2448032" y="908365"/>
                  <a:pt x="2449220" y="905347"/>
                  <a:pt x="2450958" y="902604"/>
                </a:cubicBezTo>
                <a:cubicBezTo>
                  <a:pt x="2452787" y="899770"/>
                  <a:pt x="2454981" y="897392"/>
                  <a:pt x="2457724" y="895563"/>
                </a:cubicBezTo>
                <a:cubicBezTo>
                  <a:pt x="2460376" y="893643"/>
                  <a:pt x="2463302" y="892272"/>
                  <a:pt x="2466594" y="891540"/>
                </a:cubicBezTo>
                <a:cubicBezTo>
                  <a:pt x="2469794" y="890808"/>
                  <a:pt x="2473086" y="890808"/>
                  <a:pt x="2476287" y="891357"/>
                </a:cubicBezTo>
                <a:cubicBezTo>
                  <a:pt x="2479578" y="891906"/>
                  <a:pt x="2482596" y="893094"/>
                  <a:pt x="2485339" y="894832"/>
                </a:cubicBezTo>
              </a:path>
              <a:path w="3887754" h="1096183">
                <a:moveTo>
                  <a:pt x="2493843" y="900135"/>
                </a:moveTo>
                <a:lnTo>
                  <a:pt x="2498049" y="902787"/>
                </a:lnTo>
                <a:cubicBezTo>
                  <a:pt x="2500793" y="904524"/>
                  <a:pt x="2503170" y="906810"/>
                  <a:pt x="2505090" y="909462"/>
                </a:cubicBezTo>
                <a:cubicBezTo>
                  <a:pt x="2507010" y="912205"/>
                  <a:pt x="2508291" y="915132"/>
                  <a:pt x="2509022" y="918332"/>
                </a:cubicBezTo>
                <a:cubicBezTo>
                  <a:pt x="2509754" y="921624"/>
                  <a:pt x="2509845" y="924824"/>
                  <a:pt x="2509296" y="928116"/>
                </a:cubicBezTo>
                <a:cubicBezTo>
                  <a:pt x="2508748" y="931316"/>
                  <a:pt x="2507559" y="934334"/>
                  <a:pt x="2505822" y="937169"/>
                </a:cubicBezTo>
                <a:cubicBezTo>
                  <a:pt x="2503993" y="939912"/>
                  <a:pt x="2501798" y="942289"/>
                  <a:pt x="2499055" y="944209"/>
                </a:cubicBezTo>
                <a:cubicBezTo>
                  <a:pt x="2496403" y="946130"/>
                  <a:pt x="2493477" y="947410"/>
                  <a:pt x="2490186" y="948141"/>
                </a:cubicBezTo>
                <a:cubicBezTo>
                  <a:pt x="2486985" y="948873"/>
                  <a:pt x="2483785" y="948964"/>
                  <a:pt x="2480493" y="948416"/>
                </a:cubicBezTo>
                <a:cubicBezTo>
                  <a:pt x="2477201" y="947867"/>
                  <a:pt x="2474184" y="946678"/>
                  <a:pt x="2471440" y="944941"/>
                </a:cubicBezTo>
                <a:lnTo>
                  <a:pt x="2467143" y="942289"/>
                </a:lnTo>
                <a:cubicBezTo>
                  <a:pt x="2464399" y="940460"/>
                  <a:pt x="2462022" y="938266"/>
                  <a:pt x="2460102" y="935523"/>
                </a:cubicBezTo>
                <a:cubicBezTo>
                  <a:pt x="2458182" y="932871"/>
                  <a:pt x="2456901" y="929945"/>
                  <a:pt x="2456170" y="926653"/>
                </a:cubicBezTo>
                <a:cubicBezTo>
                  <a:pt x="2455438" y="923453"/>
                  <a:pt x="2455347" y="920252"/>
                  <a:pt x="2455896" y="916960"/>
                </a:cubicBezTo>
                <a:cubicBezTo>
                  <a:pt x="2456444" y="913668"/>
                  <a:pt x="2457633" y="910651"/>
                  <a:pt x="2459370" y="907908"/>
                </a:cubicBezTo>
                <a:cubicBezTo>
                  <a:pt x="2461199" y="905073"/>
                  <a:pt x="2463394" y="902787"/>
                  <a:pt x="2466137" y="900867"/>
                </a:cubicBezTo>
                <a:cubicBezTo>
                  <a:pt x="2468789" y="898947"/>
                  <a:pt x="2471806" y="897666"/>
                  <a:pt x="2475006" y="896935"/>
                </a:cubicBezTo>
                <a:cubicBezTo>
                  <a:pt x="2478207" y="896203"/>
                  <a:pt x="2481499" y="896112"/>
                  <a:pt x="2484699" y="896661"/>
                </a:cubicBezTo>
                <a:cubicBezTo>
                  <a:pt x="2487991" y="897209"/>
                  <a:pt x="2491008" y="898398"/>
                  <a:pt x="2493843" y="900135"/>
                </a:cubicBezTo>
              </a:path>
              <a:path w="3887754" h="1096183">
                <a:moveTo>
                  <a:pt x="2502256" y="905439"/>
                </a:moveTo>
                <a:lnTo>
                  <a:pt x="2506462" y="908091"/>
                </a:lnTo>
                <a:cubicBezTo>
                  <a:pt x="2509296" y="909919"/>
                  <a:pt x="2511582" y="912114"/>
                  <a:pt x="2513503" y="914766"/>
                </a:cubicBezTo>
                <a:cubicBezTo>
                  <a:pt x="2515423" y="917509"/>
                  <a:pt x="2516703" y="920435"/>
                  <a:pt x="2517435" y="923727"/>
                </a:cubicBezTo>
                <a:cubicBezTo>
                  <a:pt x="2518166" y="926927"/>
                  <a:pt x="2518258" y="930128"/>
                  <a:pt x="2517709" y="933420"/>
                </a:cubicBezTo>
                <a:cubicBezTo>
                  <a:pt x="2517160" y="936620"/>
                  <a:pt x="2515972" y="939729"/>
                  <a:pt x="2514234" y="942472"/>
                </a:cubicBezTo>
                <a:cubicBezTo>
                  <a:pt x="2512497" y="945307"/>
                  <a:pt x="2510211" y="947593"/>
                  <a:pt x="2507559" y="949513"/>
                </a:cubicBezTo>
                <a:cubicBezTo>
                  <a:pt x="2504816" y="951433"/>
                  <a:pt x="2501890" y="952713"/>
                  <a:pt x="2498598" y="953445"/>
                </a:cubicBezTo>
                <a:cubicBezTo>
                  <a:pt x="2495398" y="954176"/>
                  <a:pt x="2492197" y="954268"/>
                  <a:pt x="2488905" y="953719"/>
                </a:cubicBezTo>
                <a:cubicBezTo>
                  <a:pt x="2485614" y="953171"/>
                  <a:pt x="2482596" y="951982"/>
                  <a:pt x="2479853" y="950244"/>
                </a:cubicBezTo>
                <a:lnTo>
                  <a:pt x="2475647" y="947593"/>
                </a:lnTo>
                <a:cubicBezTo>
                  <a:pt x="2472812" y="945855"/>
                  <a:pt x="2470434" y="943569"/>
                  <a:pt x="2468606" y="940918"/>
                </a:cubicBezTo>
                <a:cubicBezTo>
                  <a:pt x="2466685" y="938174"/>
                  <a:pt x="2465314" y="935248"/>
                  <a:pt x="2464582" y="931956"/>
                </a:cubicBezTo>
                <a:cubicBezTo>
                  <a:pt x="2463851" y="928756"/>
                  <a:pt x="2463759" y="925556"/>
                  <a:pt x="2464399" y="922264"/>
                </a:cubicBezTo>
                <a:cubicBezTo>
                  <a:pt x="2464948" y="919063"/>
                  <a:pt x="2466045" y="916046"/>
                  <a:pt x="2467874" y="913211"/>
                </a:cubicBezTo>
                <a:cubicBezTo>
                  <a:pt x="2469612" y="910468"/>
                  <a:pt x="2471806" y="908091"/>
                  <a:pt x="2474549" y="906170"/>
                </a:cubicBezTo>
                <a:cubicBezTo>
                  <a:pt x="2477292" y="904250"/>
                  <a:pt x="2480219" y="902970"/>
                  <a:pt x="2483419" y="902238"/>
                </a:cubicBezTo>
                <a:cubicBezTo>
                  <a:pt x="2486711" y="901507"/>
                  <a:pt x="2489911" y="901416"/>
                  <a:pt x="2493203" y="901964"/>
                </a:cubicBezTo>
                <a:cubicBezTo>
                  <a:pt x="2496403" y="902513"/>
                  <a:pt x="2499421" y="903702"/>
                  <a:pt x="2502256" y="905439"/>
                </a:cubicBezTo>
              </a:path>
              <a:path w="3887754" h="1096183">
                <a:moveTo>
                  <a:pt x="2510668" y="910742"/>
                </a:moveTo>
                <a:lnTo>
                  <a:pt x="2514874" y="913394"/>
                </a:lnTo>
                <a:cubicBezTo>
                  <a:pt x="2517709" y="915223"/>
                  <a:pt x="2520086" y="917418"/>
                  <a:pt x="2521915" y="920161"/>
                </a:cubicBezTo>
                <a:cubicBezTo>
                  <a:pt x="2523835" y="922812"/>
                  <a:pt x="2525207" y="925830"/>
                  <a:pt x="2525939" y="929030"/>
                </a:cubicBezTo>
                <a:cubicBezTo>
                  <a:pt x="2526670" y="932231"/>
                  <a:pt x="2526762" y="935431"/>
                  <a:pt x="2526121" y="938723"/>
                </a:cubicBezTo>
                <a:cubicBezTo>
                  <a:pt x="2525573" y="942015"/>
                  <a:pt x="2524476" y="945032"/>
                  <a:pt x="2522647" y="947776"/>
                </a:cubicBezTo>
                <a:cubicBezTo>
                  <a:pt x="2520909" y="950610"/>
                  <a:pt x="2518623" y="952896"/>
                  <a:pt x="2515972" y="954816"/>
                </a:cubicBezTo>
                <a:cubicBezTo>
                  <a:pt x="2513228" y="956737"/>
                  <a:pt x="2510302" y="958108"/>
                  <a:pt x="2507102" y="958748"/>
                </a:cubicBezTo>
                <a:cubicBezTo>
                  <a:pt x="2503810" y="959480"/>
                  <a:pt x="2500610" y="959571"/>
                  <a:pt x="2497318" y="959023"/>
                </a:cubicBezTo>
                <a:cubicBezTo>
                  <a:pt x="2494117" y="958474"/>
                  <a:pt x="2491100" y="957285"/>
                  <a:pt x="2488265" y="955548"/>
                </a:cubicBezTo>
                <a:lnTo>
                  <a:pt x="2484059" y="952896"/>
                </a:lnTo>
                <a:cubicBezTo>
                  <a:pt x="2481224" y="951159"/>
                  <a:pt x="2478938" y="948873"/>
                  <a:pt x="2477018" y="946221"/>
                </a:cubicBezTo>
                <a:cubicBezTo>
                  <a:pt x="2475098" y="943478"/>
                  <a:pt x="2473726" y="940552"/>
                  <a:pt x="2473086" y="937351"/>
                </a:cubicBezTo>
                <a:cubicBezTo>
                  <a:pt x="2472355" y="934060"/>
                  <a:pt x="2472263" y="930859"/>
                  <a:pt x="2472812" y="927567"/>
                </a:cubicBezTo>
                <a:cubicBezTo>
                  <a:pt x="2473361" y="924367"/>
                  <a:pt x="2474549" y="921349"/>
                  <a:pt x="2476287" y="918515"/>
                </a:cubicBezTo>
                <a:cubicBezTo>
                  <a:pt x="2478024" y="915772"/>
                  <a:pt x="2480310" y="913394"/>
                  <a:pt x="2482962" y="911474"/>
                </a:cubicBezTo>
                <a:cubicBezTo>
                  <a:pt x="2485705" y="909554"/>
                  <a:pt x="2488631" y="908274"/>
                  <a:pt x="2491831" y="907542"/>
                </a:cubicBezTo>
                <a:cubicBezTo>
                  <a:pt x="2495123" y="906810"/>
                  <a:pt x="2498324" y="906719"/>
                  <a:pt x="2501616" y="907268"/>
                </a:cubicBezTo>
                <a:cubicBezTo>
                  <a:pt x="2504816" y="907816"/>
                  <a:pt x="2507925" y="909005"/>
                  <a:pt x="2510668" y="910742"/>
                </a:cubicBezTo>
              </a:path>
              <a:path w="3887754" h="1096183">
                <a:moveTo>
                  <a:pt x="2519081" y="916137"/>
                </a:moveTo>
                <a:lnTo>
                  <a:pt x="2523287" y="918789"/>
                </a:lnTo>
                <a:cubicBezTo>
                  <a:pt x="2526121" y="920526"/>
                  <a:pt x="2528499" y="922721"/>
                  <a:pt x="2530419" y="925464"/>
                </a:cubicBezTo>
                <a:cubicBezTo>
                  <a:pt x="2532248" y="928116"/>
                  <a:pt x="2533620" y="931134"/>
                  <a:pt x="2534351" y="934334"/>
                </a:cubicBezTo>
                <a:cubicBezTo>
                  <a:pt x="2535083" y="937534"/>
                  <a:pt x="2535174" y="940826"/>
                  <a:pt x="2534625" y="944027"/>
                </a:cubicBezTo>
                <a:cubicBezTo>
                  <a:pt x="2533985" y="947318"/>
                  <a:pt x="2532888" y="950336"/>
                  <a:pt x="2531059" y="953079"/>
                </a:cubicBezTo>
                <a:cubicBezTo>
                  <a:pt x="2529322" y="955914"/>
                  <a:pt x="2527127" y="958291"/>
                  <a:pt x="2524384" y="960120"/>
                </a:cubicBezTo>
                <a:cubicBezTo>
                  <a:pt x="2521732" y="962040"/>
                  <a:pt x="2518715" y="963412"/>
                  <a:pt x="2515514" y="964143"/>
                </a:cubicBezTo>
                <a:cubicBezTo>
                  <a:pt x="2512314" y="964875"/>
                  <a:pt x="2509022" y="964966"/>
                  <a:pt x="2505822" y="964326"/>
                </a:cubicBezTo>
                <a:cubicBezTo>
                  <a:pt x="2502530" y="963778"/>
                  <a:pt x="2499512" y="962680"/>
                  <a:pt x="2496678" y="960852"/>
                </a:cubicBezTo>
                <a:lnTo>
                  <a:pt x="2492472" y="958200"/>
                </a:lnTo>
                <a:cubicBezTo>
                  <a:pt x="2489728" y="956462"/>
                  <a:pt x="2487351" y="954176"/>
                  <a:pt x="2485431" y="951525"/>
                </a:cubicBezTo>
                <a:cubicBezTo>
                  <a:pt x="2483510" y="948781"/>
                  <a:pt x="2482230" y="945855"/>
                  <a:pt x="2481499" y="942655"/>
                </a:cubicBezTo>
                <a:cubicBezTo>
                  <a:pt x="2480767" y="939455"/>
                  <a:pt x="2480676" y="936163"/>
                  <a:pt x="2481224" y="932962"/>
                </a:cubicBezTo>
                <a:cubicBezTo>
                  <a:pt x="2481773" y="929670"/>
                  <a:pt x="2482962" y="926653"/>
                  <a:pt x="2484699" y="923818"/>
                </a:cubicBezTo>
                <a:cubicBezTo>
                  <a:pt x="2486436" y="921075"/>
                  <a:pt x="2488722" y="918698"/>
                  <a:pt x="2491374" y="916777"/>
                </a:cubicBezTo>
                <a:cubicBezTo>
                  <a:pt x="2494117" y="914949"/>
                  <a:pt x="2497044" y="913577"/>
                  <a:pt x="2500335" y="912846"/>
                </a:cubicBezTo>
                <a:cubicBezTo>
                  <a:pt x="2503536" y="912114"/>
                  <a:pt x="2506736" y="912023"/>
                  <a:pt x="2510028" y="912571"/>
                </a:cubicBezTo>
                <a:cubicBezTo>
                  <a:pt x="2513320" y="913211"/>
                  <a:pt x="2516337" y="914309"/>
                  <a:pt x="2519081" y="916137"/>
                </a:cubicBezTo>
              </a:path>
              <a:path w="3887754" h="1096183">
                <a:moveTo>
                  <a:pt x="2527584" y="921441"/>
                </a:moveTo>
                <a:lnTo>
                  <a:pt x="2531791" y="924093"/>
                </a:lnTo>
                <a:cubicBezTo>
                  <a:pt x="2534534" y="925830"/>
                  <a:pt x="2536911" y="928116"/>
                  <a:pt x="2538832" y="930768"/>
                </a:cubicBezTo>
                <a:cubicBezTo>
                  <a:pt x="2540752" y="933511"/>
                  <a:pt x="2542032" y="936437"/>
                  <a:pt x="2542764" y="939637"/>
                </a:cubicBezTo>
                <a:cubicBezTo>
                  <a:pt x="2543495" y="942838"/>
                  <a:pt x="2543586" y="946130"/>
                  <a:pt x="2543038" y="949330"/>
                </a:cubicBezTo>
                <a:cubicBezTo>
                  <a:pt x="2542489" y="952622"/>
                  <a:pt x="2541300" y="955639"/>
                  <a:pt x="2539563" y="958474"/>
                </a:cubicBezTo>
                <a:cubicBezTo>
                  <a:pt x="2537734" y="961217"/>
                  <a:pt x="2535540" y="963595"/>
                  <a:pt x="2532797" y="965515"/>
                </a:cubicBezTo>
                <a:cubicBezTo>
                  <a:pt x="2530145" y="967344"/>
                  <a:pt x="2527127" y="968715"/>
                  <a:pt x="2523927" y="969447"/>
                </a:cubicBezTo>
                <a:cubicBezTo>
                  <a:pt x="2520726" y="970178"/>
                  <a:pt x="2517435" y="970270"/>
                  <a:pt x="2514234" y="969721"/>
                </a:cubicBezTo>
                <a:cubicBezTo>
                  <a:pt x="2510942" y="969081"/>
                  <a:pt x="2507925" y="967984"/>
                  <a:pt x="2505090" y="966155"/>
                </a:cubicBezTo>
                <a:lnTo>
                  <a:pt x="2500884" y="963503"/>
                </a:lnTo>
                <a:cubicBezTo>
                  <a:pt x="2498141" y="961766"/>
                  <a:pt x="2495763" y="959571"/>
                  <a:pt x="2493843" y="956828"/>
                </a:cubicBezTo>
                <a:cubicBezTo>
                  <a:pt x="2491923" y="954176"/>
                  <a:pt x="2490643" y="951159"/>
                  <a:pt x="2489911" y="947958"/>
                </a:cubicBezTo>
                <a:cubicBezTo>
                  <a:pt x="2489180" y="944758"/>
                  <a:pt x="2489088" y="941466"/>
                  <a:pt x="2489637" y="938266"/>
                </a:cubicBezTo>
                <a:cubicBezTo>
                  <a:pt x="2490186" y="934974"/>
                  <a:pt x="2491374" y="931956"/>
                  <a:pt x="2493112" y="929213"/>
                </a:cubicBezTo>
                <a:cubicBezTo>
                  <a:pt x="2494940" y="926379"/>
                  <a:pt x="2497135" y="924001"/>
                  <a:pt x="2499878" y="922172"/>
                </a:cubicBezTo>
                <a:cubicBezTo>
                  <a:pt x="2502530" y="920252"/>
                  <a:pt x="2505547" y="918881"/>
                  <a:pt x="2508748" y="918149"/>
                </a:cubicBezTo>
                <a:cubicBezTo>
                  <a:pt x="2511948" y="917418"/>
                  <a:pt x="2515240" y="917326"/>
                  <a:pt x="2518440" y="917966"/>
                </a:cubicBezTo>
                <a:cubicBezTo>
                  <a:pt x="2521732" y="918515"/>
                  <a:pt x="2524750" y="919612"/>
                  <a:pt x="2527584" y="921441"/>
                </a:cubicBezTo>
              </a:path>
              <a:path w="3887754" h="1096183">
                <a:moveTo>
                  <a:pt x="2535997" y="926744"/>
                </a:moveTo>
                <a:lnTo>
                  <a:pt x="2540203" y="929396"/>
                </a:lnTo>
                <a:cubicBezTo>
                  <a:pt x="2543038" y="931134"/>
                  <a:pt x="2545324" y="933420"/>
                  <a:pt x="2547244" y="936071"/>
                </a:cubicBezTo>
                <a:cubicBezTo>
                  <a:pt x="2549164" y="938814"/>
                  <a:pt x="2550444" y="941741"/>
                  <a:pt x="2551176" y="944941"/>
                </a:cubicBezTo>
                <a:cubicBezTo>
                  <a:pt x="2551908" y="948233"/>
                  <a:pt x="2551999" y="951433"/>
                  <a:pt x="2551450" y="954725"/>
                </a:cubicBezTo>
                <a:cubicBezTo>
                  <a:pt x="2550902" y="957925"/>
                  <a:pt x="2549713" y="960943"/>
                  <a:pt x="2547976" y="963778"/>
                </a:cubicBezTo>
                <a:cubicBezTo>
                  <a:pt x="2546238" y="966521"/>
                  <a:pt x="2543952" y="968898"/>
                  <a:pt x="2541300" y="970818"/>
                </a:cubicBezTo>
                <a:cubicBezTo>
                  <a:pt x="2538557" y="972739"/>
                  <a:pt x="2535631" y="974019"/>
                  <a:pt x="2532339" y="974750"/>
                </a:cubicBezTo>
                <a:cubicBezTo>
                  <a:pt x="2529139" y="975482"/>
                  <a:pt x="2525939" y="975573"/>
                  <a:pt x="2522647" y="975025"/>
                </a:cubicBezTo>
                <a:cubicBezTo>
                  <a:pt x="2519355" y="974476"/>
                  <a:pt x="2516337" y="973287"/>
                  <a:pt x="2513594" y="971550"/>
                </a:cubicBezTo>
                <a:lnTo>
                  <a:pt x="2509388" y="968898"/>
                </a:lnTo>
                <a:cubicBezTo>
                  <a:pt x="2506553" y="967069"/>
                  <a:pt x="2504176" y="964875"/>
                  <a:pt x="2502256" y="962132"/>
                </a:cubicBezTo>
                <a:cubicBezTo>
                  <a:pt x="2500427" y="959480"/>
                  <a:pt x="2499055" y="956462"/>
                  <a:pt x="2498324" y="953262"/>
                </a:cubicBezTo>
                <a:cubicBezTo>
                  <a:pt x="2497592" y="950062"/>
                  <a:pt x="2497501" y="946861"/>
                  <a:pt x="2498049" y="943569"/>
                </a:cubicBezTo>
                <a:cubicBezTo>
                  <a:pt x="2498689" y="940278"/>
                  <a:pt x="2499787" y="937260"/>
                  <a:pt x="2501616" y="934517"/>
                </a:cubicBezTo>
                <a:cubicBezTo>
                  <a:pt x="2503353" y="931682"/>
                  <a:pt x="2505547" y="929396"/>
                  <a:pt x="2508291" y="927476"/>
                </a:cubicBezTo>
                <a:cubicBezTo>
                  <a:pt x="2510942" y="925556"/>
                  <a:pt x="2513960" y="924184"/>
                  <a:pt x="2517160" y="923544"/>
                </a:cubicBezTo>
                <a:cubicBezTo>
                  <a:pt x="2520361" y="922812"/>
                  <a:pt x="2523653" y="922721"/>
                  <a:pt x="2526944" y="923270"/>
                </a:cubicBezTo>
                <a:cubicBezTo>
                  <a:pt x="2530145" y="923818"/>
                  <a:pt x="2533162" y="925007"/>
                  <a:pt x="2535997" y="926744"/>
                </a:cubicBezTo>
              </a:path>
              <a:path w="3887754" h="1096183">
                <a:moveTo>
                  <a:pt x="2544409" y="932048"/>
                </a:moveTo>
                <a:lnTo>
                  <a:pt x="2548616" y="934700"/>
                </a:lnTo>
                <a:cubicBezTo>
                  <a:pt x="2551450" y="936437"/>
                  <a:pt x="2553736" y="938723"/>
                  <a:pt x="2555657" y="941375"/>
                </a:cubicBezTo>
                <a:cubicBezTo>
                  <a:pt x="2557577" y="944118"/>
                  <a:pt x="2558948" y="947044"/>
                  <a:pt x="2559680" y="950244"/>
                </a:cubicBezTo>
                <a:cubicBezTo>
                  <a:pt x="2560411" y="953536"/>
                  <a:pt x="2560411" y="956737"/>
                  <a:pt x="2559863" y="960029"/>
                </a:cubicBezTo>
                <a:cubicBezTo>
                  <a:pt x="2559314" y="963229"/>
                  <a:pt x="2558125" y="966246"/>
                  <a:pt x="2556388" y="969081"/>
                </a:cubicBezTo>
                <a:cubicBezTo>
                  <a:pt x="2554651" y="971824"/>
                  <a:pt x="2552365" y="974202"/>
                  <a:pt x="2549713" y="976122"/>
                </a:cubicBezTo>
                <a:cubicBezTo>
                  <a:pt x="2546970" y="978042"/>
                  <a:pt x="2544044" y="979322"/>
                  <a:pt x="2540843" y="980054"/>
                </a:cubicBezTo>
                <a:cubicBezTo>
                  <a:pt x="2537551" y="980785"/>
                  <a:pt x="2534351" y="980877"/>
                  <a:pt x="2531059" y="980328"/>
                </a:cubicBezTo>
                <a:cubicBezTo>
                  <a:pt x="2527859" y="979780"/>
                  <a:pt x="2524841" y="978591"/>
                  <a:pt x="2522007" y="976854"/>
                </a:cubicBezTo>
                <a:lnTo>
                  <a:pt x="2517800" y="974202"/>
                </a:lnTo>
                <a:cubicBezTo>
                  <a:pt x="2514966" y="972373"/>
                  <a:pt x="2512680" y="970178"/>
                  <a:pt x="2510760" y="967527"/>
                </a:cubicBezTo>
                <a:cubicBezTo>
                  <a:pt x="2508839" y="964783"/>
                  <a:pt x="2507468" y="961857"/>
                  <a:pt x="2506736" y="958566"/>
                </a:cubicBezTo>
                <a:cubicBezTo>
                  <a:pt x="2506005" y="955365"/>
                  <a:pt x="2506005" y="952165"/>
                  <a:pt x="2506553" y="948873"/>
                </a:cubicBezTo>
                <a:cubicBezTo>
                  <a:pt x="2507102" y="945672"/>
                  <a:pt x="2508291" y="942564"/>
                  <a:pt x="2510028" y="939820"/>
                </a:cubicBezTo>
                <a:cubicBezTo>
                  <a:pt x="2511765" y="936986"/>
                  <a:pt x="2514051" y="934700"/>
                  <a:pt x="2516703" y="932779"/>
                </a:cubicBezTo>
                <a:cubicBezTo>
                  <a:pt x="2519446" y="930859"/>
                  <a:pt x="2522372" y="929579"/>
                  <a:pt x="2525573" y="928848"/>
                </a:cubicBezTo>
                <a:cubicBezTo>
                  <a:pt x="2528865" y="928116"/>
                  <a:pt x="2532065" y="928025"/>
                  <a:pt x="2535357" y="928573"/>
                </a:cubicBezTo>
                <a:cubicBezTo>
                  <a:pt x="2538557" y="929122"/>
                  <a:pt x="2541575" y="930311"/>
                  <a:pt x="2544409" y="932048"/>
                </a:cubicBezTo>
              </a:path>
              <a:path w="3887754" h="1096183">
                <a:moveTo>
                  <a:pt x="2552822" y="937351"/>
                </a:moveTo>
                <a:lnTo>
                  <a:pt x="2557028" y="940003"/>
                </a:lnTo>
                <a:cubicBezTo>
                  <a:pt x="2559863" y="941832"/>
                  <a:pt x="2562240" y="944027"/>
                  <a:pt x="2564160" y="946770"/>
                </a:cubicBezTo>
                <a:cubicBezTo>
                  <a:pt x="2565989" y="949422"/>
                  <a:pt x="2567361" y="952348"/>
                  <a:pt x="2568092" y="955639"/>
                </a:cubicBezTo>
                <a:cubicBezTo>
                  <a:pt x="2568824" y="958840"/>
                  <a:pt x="2568915" y="962040"/>
                  <a:pt x="2568367" y="965332"/>
                </a:cubicBezTo>
                <a:cubicBezTo>
                  <a:pt x="2567727" y="968624"/>
                  <a:pt x="2566629" y="971641"/>
                  <a:pt x="2564801" y="974385"/>
                </a:cubicBezTo>
                <a:cubicBezTo>
                  <a:pt x="2563063" y="977219"/>
                  <a:pt x="2560869" y="979505"/>
                  <a:pt x="2558125" y="981426"/>
                </a:cubicBezTo>
                <a:cubicBezTo>
                  <a:pt x="2555474" y="983346"/>
                  <a:pt x="2552456" y="984626"/>
                  <a:pt x="2549256" y="985357"/>
                </a:cubicBezTo>
                <a:cubicBezTo>
                  <a:pt x="2546055" y="986089"/>
                  <a:pt x="2542764" y="986180"/>
                  <a:pt x="2539472" y="985632"/>
                </a:cubicBezTo>
                <a:cubicBezTo>
                  <a:pt x="2536271" y="985083"/>
                  <a:pt x="2533254" y="983894"/>
                  <a:pt x="2530419" y="982157"/>
                </a:cubicBezTo>
                <a:lnTo>
                  <a:pt x="2526213" y="979505"/>
                </a:lnTo>
                <a:cubicBezTo>
                  <a:pt x="2523378" y="977768"/>
                  <a:pt x="2521092" y="975482"/>
                  <a:pt x="2519172" y="972830"/>
                </a:cubicBezTo>
                <a:cubicBezTo>
                  <a:pt x="2517252" y="970087"/>
                  <a:pt x="2515972" y="967161"/>
                  <a:pt x="2515240" y="963960"/>
                </a:cubicBezTo>
                <a:cubicBezTo>
                  <a:pt x="2514509" y="960669"/>
                  <a:pt x="2514417" y="957468"/>
                  <a:pt x="2514966" y="954176"/>
                </a:cubicBezTo>
                <a:cubicBezTo>
                  <a:pt x="2515514" y="950976"/>
                  <a:pt x="2516703" y="947958"/>
                  <a:pt x="2518440" y="945124"/>
                </a:cubicBezTo>
                <a:cubicBezTo>
                  <a:pt x="2520178" y="942381"/>
                  <a:pt x="2522464" y="940003"/>
                  <a:pt x="2525116" y="938083"/>
                </a:cubicBezTo>
                <a:cubicBezTo>
                  <a:pt x="2527859" y="936163"/>
                  <a:pt x="2530785" y="934883"/>
                  <a:pt x="2534077" y="934151"/>
                </a:cubicBezTo>
                <a:cubicBezTo>
                  <a:pt x="2537277" y="933420"/>
                  <a:pt x="2540478" y="933328"/>
                  <a:pt x="2543769" y="933877"/>
                </a:cubicBezTo>
                <a:cubicBezTo>
                  <a:pt x="2547061" y="934425"/>
                  <a:pt x="2550079" y="935614"/>
                  <a:pt x="2552822" y="937351"/>
                </a:cubicBezTo>
              </a:path>
              <a:path w="3887754" h="1096183">
                <a:moveTo>
                  <a:pt x="2561326" y="942655"/>
                </a:moveTo>
                <a:lnTo>
                  <a:pt x="2565532" y="945398"/>
                </a:lnTo>
                <a:cubicBezTo>
                  <a:pt x="2568275" y="947136"/>
                  <a:pt x="2570653" y="949330"/>
                  <a:pt x="2572573" y="952073"/>
                </a:cubicBezTo>
                <a:cubicBezTo>
                  <a:pt x="2574493" y="954725"/>
                  <a:pt x="2575773" y="957743"/>
                  <a:pt x="2576505" y="960943"/>
                </a:cubicBezTo>
                <a:cubicBezTo>
                  <a:pt x="2577236" y="964143"/>
                  <a:pt x="2577328" y="967344"/>
                  <a:pt x="2576779" y="970636"/>
                </a:cubicBezTo>
                <a:cubicBezTo>
                  <a:pt x="2576231" y="973927"/>
                  <a:pt x="2575042" y="976945"/>
                  <a:pt x="2573304" y="979688"/>
                </a:cubicBezTo>
                <a:cubicBezTo>
                  <a:pt x="2571476" y="982523"/>
                  <a:pt x="2569281" y="984900"/>
                  <a:pt x="2566538" y="986729"/>
                </a:cubicBezTo>
                <a:cubicBezTo>
                  <a:pt x="2563886" y="988649"/>
                  <a:pt x="2560869" y="990021"/>
                  <a:pt x="2557668" y="990752"/>
                </a:cubicBezTo>
                <a:cubicBezTo>
                  <a:pt x="2554468" y="991392"/>
                  <a:pt x="2551176" y="991484"/>
                  <a:pt x="2547976" y="990935"/>
                </a:cubicBezTo>
                <a:cubicBezTo>
                  <a:pt x="2544684" y="990387"/>
                  <a:pt x="2541666" y="989198"/>
                  <a:pt x="2538832" y="987461"/>
                </a:cubicBezTo>
                <a:lnTo>
                  <a:pt x="2534625" y="984809"/>
                </a:lnTo>
                <a:cubicBezTo>
                  <a:pt x="2531882" y="983071"/>
                  <a:pt x="2529505" y="980785"/>
                  <a:pt x="2527584" y="978134"/>
                </a:cubicBezTo>
                <a:cubicBezTo>
                  <a:pt x="2525664" y="975390"/>
                  <a:pt x="2524384" y="972464"/>
                  <a:pt x="2523653" y="969264"/>
                </a:cubicBezTo>
                <a:cubicBezTo>
                  <a:pt x="2522921" y="966064"/>
                  <a:pt x="2522830" y="962772"/>
                  <a:pt x="2523378" y="959571"/>
                </a:cubicBezTo>
                <a:cubicBezTo>
                  <a:pt x="2523927" y="956280"/>
                  <a:pt x="2525116" y="953262"/>
                  <a:pt x="2526853" y="950427"/>
                </a:cubicBezTo>
                <a:cubicBezTo>
                  <a:pt x="2528682" y="947684"/>
                  <a:pt x="2530876" y="945307"/>
                  <a:pt x="2533620" y="943386"/>
                </a:cubicBezTo>
                <a:cubicBezTo>
                  <a:pt x="2536271" y="941466"/>
                  <a:pt x="2539289" y="940186"/>
                  <a:pt x="2542489" y="939455"/>
                </a:cubicBezTo>
                <a:cubicBezTo>
                  <a:pt x="2545690" y="938723"/>
                  <a:pt x="2548981" y="938632"/>
                  <a:pt x="2552182" y="939180"/>
                </a:cubicBezTo>
                <a:cubicBezTo>
                  <a:pt x="2555474" y="939729"/>
                  <a:pt x="2558491" y="940918"/>
                  <a:pt x="2561326" y="942655"/>
                </a:cubicBezTo>
              </a:path>
              <a:path w="3887754" h="1096183">
                <a:moveTo>
                  <a:pt x="2569738" y="948050"/>
                </a:moveTo>
                <a:lnTo>
                  <a:pt x="2573945" y="950702"/>
                </a:lnTo>
                <a:cubicBezTo>
                  <a:pt x="2576688" y="952439"/>
                  <a:pt x="2579065" y="954634"/>
                  <a:pt x="2580985" y="957377"/>
                </a:cubicBezTo>
                <a:cubicBezTo>
                  <a:pt x="2582906" y="960029"/>
                  <a:pt x="2584186" y="963046"/>
                  <a:pt x="2584917" y="966246"/>
                </a:cubicBezTo>
                <a:cubicBezTo>
                  <a:pt x="2585649" y="969447"/>
                  <a:pt x="2585740" y="972739"/>
                  <a:pt x="2585192" y="975939"/>
                </a:cubicBezTo>
                <a:cubicBezTo>
                  <a:pt x="2584643" y="979231"/>
                  <a:pt x="2583454" y="982248"/>
                  <a:pt x="2581717" y="984992"/>
                </a:cubicBezTo>
                <a:cubicBezTo>
                  <a:pt x="2579888" y="987826"/>
                  <a:pt x="2577694" y="990204"/>
                  <a:pt x="2575042" y="992124"/>
                </a:cubicBezTo>
                <a:cubicBezTo>
                  <a:pt x="2572299" y="993953"/>
                  <a:pt x="2569373" y="995324"/>
                  <a:pt x="2566081" y="996056"/>
                </a:cubicBezTo>
                <a:cubicBezTo>
                  <a:pt x="2562880" y="996787"/>
                  <a:pt x="2559680" y="996879"/>
                  <a:pt x="2556388" y="996239"/>
                </a:cubicBezTo>
                <a:cubicBezTo>
                  <a:pt x="2553096" y="995690"/>
                  <a:pt x="2550079" y="994593"/>
                  <a:pt x="2547336" y="992764"/>
                </a:cubicBezTo>
                <a:lnTo>
                  <a:pt x="2543038" y="990112"/>
                </a:lnTo>
                <a:cubicBezTo>
                  <a:pt x="2540295" y="988375"/>
                  <a:pt x="2537917" y="986180"/>
                  <a:pt x="2535997" y="983437"/>
                </a:cubicBezTo>
                <a:cubicBezTo>
                  <a:pt x="2534077" y="980785"/>
                  <a:pt x="2532797" y="977768"/>
                  <a:pt x="2532065" y="974568"/>
                </a:cubicBezTo>
                <a:cubicBezTo>
                  <a:pt x="2531334" y="971367"/>
                  <a:pt x="2531242" y="968075"/>
                  <a:pt x="2531791" y="964875"/>
                </a:cubicBezTo>
                <a:cubicBezTo>
                  <a:pt x="2532431" y="961583"/>
                  <a:pt x="2533528" y="958566"/>
                  <a:pt x="2535357" y="955731"/>
                </a:cubicBezTo>
                <a:cubicBezTo>
                  <a:pt x="2537094" y="952988"/>
                  <a:pt x="2539289" y="950610"/>
                  <a:pt x="2542032" y="948690"/>
                </a:cubicBezTo>
                <a:cubicBezTo>
                  <a:pt x="2544684" y="946861"/>
                  <a:pt x="2547701" y="945490"/>
                  <a:pt x="2550902" y="944758"/>
                </a:cubicBezTo>
                <a:cubicBezTo>
                  <a:pt x="2554102" y="944027"/>
                  <a:pt x="2557394" y="943935"/>
                  <a:pt x="2560594" y="944575"/>
                </a:cubicBezTo>
                <a:cubicBezTo>
                  <a:pt x="2563886" y="945124"/>
                  <a:pt x="2566904" y="946221"/>
                  <a:pt x="2569738" y="948050"/>
                </a:cubicBezTo>
              </a:path>
              <a:path w="3887754" h="1096183">
                <a:moveTo>
                  <a:pt x="2578151" y="953353"/>
                </a:moveTo>
                <a:lnTo>
                  <a:pt x="2582357" y="956005"/>
                </a:lnTo>
                <a:cubicBezTo>
                  <a:pt x="2585192" y="957743"/>
                  <a:pt x="2587478" y="960029"/>
                  <a:pt x="2589398" y="962680"/>
                </a:cubicBezTo>
                <a:cubicBezTo>
                  <a:pt x="2591318" y="965424"/>
                  <a:pt x="2592690" y="968350"/>
                  <a:pt x="2593330" y="971550"/>
                </a:cubicBezTo>
                <a:cubicBezTo>
                  <a:pt x="2594061" y="974750"/>
                  <a:pt x="2594153" y="978042"/>
                  <a:pt x="2593604" y="981243"/>
                </a:cubicBezTo>
                <a:cubicBezTo>
                  <a:pt x="2593056" y="984534"/>
                  <a:pt x="2591867" y="987552"/>
                  <a:pt x="2590129" y="990387"/>
                </a:cubicBezTo>
                <a:cubicBezTo>
                  <a:pt x="2588392" y="993130"/>
                  <a:pt x="2586106" y="995507"/>
                  <a:pt x="2583454" y="997428"/>
                </a:cubicBezTo>
                <a:cubicBezTo>
                  <a:pt x="2580711" y="999348"/>
                  <a:pt x="2577785" y="1000628"/>
                  <a:pt x="2574585" y="1001359"/>
                </a:cubicBezTo>
                <a:cubicBezTo>
                  <a:pt x="2571293" y="1002091"/>
                  <a:pt x="2568092" y="1002182"/>
                  <a:pt x="2564801" y="1001634"/>
                </a:cubicBezTo>
                <a:cubicBezTo>
                  <a:pt x="2561600" y="1001085"/>
                  <a:pt x="2558491" y="999896"/>
                  <a:pt x="2555748" y="998159"/>
                </a:cubicBezTo>
                <a:lnTo>
                  <a:pt x="2551542" y="995416"/>
                </a:lnTo>
                <a:cubicBezTo>
                  <a:pt x="2548707" y="993678"/>
                  <a:pt x="2546330" y="991484"/>
                  <a:pt x="2544501" y="988741"/>
                </a:cubicBezTo>
                <a:cubicBezTo>
                  <a:pt x="2542581" y="986089"/>
                  <a:pt x="2541209" y="983071"/>
                  <a:pt x="2540478" y="979871"/>
                </a:cubicBezTo>
                <a:cubicBezTo>
                  <a:pt x="2539746" y="976671"/>
                  <a:pt x="2539655" y="973379"/>
                  <a:pt x="2540295" y="970178"/>
                </a:cubicBezTo>
                <a:cubicBezTo>
                  <a:pt x="2540843" y="966887"/>
                  <a:pt x="2541941" y="963869"/>
                  <a:pt x="2543769" y="961126"/>
                </a:cubicBezTo>
                <a:cubicBezTo>
                  <a:pt x="2545507" y="958291"/>
                  <a:pt x="2547793" y="955914"/>
                  <a:pt x="2550444" y="954085"/>
                </a:cubicBezTo>
                <a:cubicBezTo>
                  <a:pt x="2553188" y="952165"/>
                  <a:pt x="2556114" y="950793"/>
                  <a:pt x="2559314" y="950062"/>
                </a:cubicBezTo>
                <a:cubicBezTo>
                  <a:pt x="2562606" y="949330"/>
                  <a:pt x="2565806" y="949330"/>
                  <a:pt x="2569098" y="949879"/>
                </a:cubicBezTo>
                <a:cubicBezTo>
                  <a:pt x="2572299" y="950427"/>
                  <a:pt x="2575316" y="951616"/>
                  <a:pt x="2578151" y="953353"/>
                </a:cubicBezTo>
              </a:path>
              <a:path w="3887754" h="1096183">
                <a:moveTo>
                  <a:pt x="2586563" y="958657"/>
                </a:moveTo>
                <a:lnTo>
                  <a:pt x="2590770" y="961309"/>
                </a:lnTo>
                <a:cubicBezTo>
                  <a:pt x="2593604" y="963046"/>
                  <a:pt x="2595982" y="965332"/>
                  <a:pt x="2597810" y="967984"/>
                </a:cubicBezTo>
                <a:cubicBezTo>
                  <a:pt x="2599731" y="970727"/>
                  <a:pt x="2601102" y="973653"/>
                  <a:pt x="2601834" y="976854"/>
                </a:cubicBezTo>
                <a:cubicBezTo>
                  <a:pt x="2602565" y="980145"/>
                  <a:pt x="2602657" y="983346"/>
                  <a:pt x="2602017" y="986638"/>
                </a:cubicBezTo>
                <a:cubicBezTo>
                  <a:pt x="2601468" y="989838"/>
                  <a:pt x="2600371" y="992856"/>
                  <a:pt x="2598542" y="995690"/>
                </a:cubicBezTo>
                <a:cubicBezTo>
                  <a:pt x="2596805" y="998433"/>
                  <a:pt x="2594610" y="1000811"/>
                  <a:pt x="2591867" y="1002731"/>
                </a:cubicBezTo>
                <a:cubicBezTo>
                  <a:pt x="2589124" y="1004651"/>
                  <a:pt x="2586198" y="1005931"/>
                  <a:pt x="2582997" y="1006663"/>
                </a:cubicBezTo>
                <a:cubicBezTo>
                  <a:pt x="2579705" y="1007394"/>
                  <a:pt x="2576505" y="1007486"/>
                  <a:pt x="2573213" y="1006937"/>
                </a:cubicBezTo>
                <a:cubicBezTo>
                  <a:pt x="2570013" y="1006389"/>
                  <a:pt x="2566995" y="1005200"/>
                  <a:pt x="2564160" y="1003463"/>
                </a:cubicBezTo>
                <a:lnTo>
                  <a:pt x="2559954" y="1000811"/>
                </a:lnTo>
                <a:cubicBezTo>
                  <a:pt x="2557120" y="998982"/>
                  <a:pt x="2554834" y="996787"/>
                  <a:pt x="2552913" y="994044"/>
                </a:cubicBezTo>
                <a:cubicBezTo>
                  <a:pt x="2550993" y="991392"/>
                  <a:pt x="2549713" y="988466"/>
                  <a:pt x="2548981" y="985175"/>
                </a:cubicBezTo>
                <a:cubicBezTo>
                  <a:pt x="2548250" y="981974"/>
                  <a:pt x="2548158" y="978774"/>
                  <a:pt x="2548707" y="975482"/>
                </a:cubicBezTo>
                <a:cubicBezTo>
                  <a:pt x="2549256" y="972190"/>
                  <a:pt x="2550444" y="969173"/>
                  <a:pt x="2552182" y="966429"/>
                </a:cubicBezTo>
                <a:cubicBezTo>
                  <a:pt x="2553919" y="963595"/>
                  <a:pt x="2556205" y="961309"/>
                  <a:pt x="2558857" y="959388"/>
                </a:cubicBezTo>
                <a:cubicBezTo>
                  <a:pt x="2561600" y="957468"/>
                  <a:pt x="2564526" y="956188"/>
                  <a:pt x="2567818" y="955457"/>
                </a:cubicBezTo>
                <a:cubicBezTo>
                  <a:pt x="2571018" y="954725"/>
                  <a:pt x="2574219" y="954634"/>
                  <a:pt x="2577511" y="955182"/>
                </a:cubicBezTo>
                <a:cubicBezTo>
                  <a:pt x="2580803" y="955731"/>
                  <a:pt x="2583820" y="956920"/>
                  <a:pt x="2586563" y="958657"/>
                </a:cubicBezTo>
              </a:path>
              <a:path w="3887754" h="1096183">
                <a:moveTo>
                  <a:pt x="2594976" y="963960"/>
                </a:moveTo>
                <a:lnTo>
                  <a:pt x="2599273" y="966612"/>
                </a:lnTo>
                <a:cubicBezTo>
                  <a:pt x="2602017" y="968441"/>
                  <a:pt x="2604394" y="970636"/>
                  <a:pt x="2606314" y="973287"/>
                </a:cubicBezTo>
                <a:cubicBezTo>
                  <a:pt x="2608235" y="976031"/>
                  <a:pt x="2609515" y="978957"/>
                  <a:pt x="2610246" y="982248"/>
                </a:cubicBezTo>
                <a:cubicBezTo>
                  <a:pt x="2610978" y="985449"/>
                  <a:pt x="2611069" y="988649"/>
                  <a:pt x="2610521" y="991941"/>
                </a:cubicBezTo>
                <a:cubicBezTo>
                  <a:pt x="2609972" y="995142"/>
                  <a:pt x="2608783" y="998159"/>
                  <a:pt x="2606954" y="1000994"/>
                </a:cubicBezTo>
                <a:cubicBezTo>
                  <a:pt x="2605217" y="1003828"/>
                  <a:pt x="2603022" y="1006114"/>
                  <a:pt x="2600279" y="1008035"/>
                </a:cubicBezTo>
                <a:cubicBezTo>
                  <a:pt x="2597628" y="1009955"/>
                  <a:pt x="2594610" y="1011235"/>
                  <a:pt x="2591410" y="1011966"/>
                </a:cubicBezTo>
                <a:cubicBezTo>
                  <a:pt x="2588209" y="1012698"/>
                  <a:pt x="2584917" y="1012789"/>
                  <a:pt x="2581717" y="1012241"/>
                </a:cubicBezTo>
                <a:cubicBezTo>
                  <a:pt x="2578425" y="1011692"/>
                  <a:pt x="2575408" y="1010503"/>
                  <a:pt x="2572573" y="1008766"/>
                </a:cubicBezTo>
                <a:lnTo>
                  <a:pt x="2568367" y="1006114"/>
                </a:lnTo>
                <a:cubicBezTo>
                  <a:pt x="2565624" y="1004286"/>
                  <a:pt x="2563246" y="1002091"/>
                  <a:pt x="2561326" y="999439"/>
                </a:cubicBezTo>
                <a:cubicBezTo>
                  <a:pt x="2559406" y="996696"/>
                  <a:pt x="2558125" y="993770"/>
                  <a:pt x="2557394" y="990478"/>
                </a:cubicBezTo>
                <a:cubicBezTo>
                  <a:pt x="2556662" y="987278"/>
                  <a:pt x="2556571" y="984077"/>
                  <a:pt x="2557120" y="980785"/>
                </a:cubicBezTo>
                <a:cubicBezTo>
                  <a:pt x="2557668" y="977585"/>
                  <a:pt x="2558857" y="974568"/>
                  <a:pt x="2560594" y="971733"/>
                </a:cubicBezTo>
                <a:cubicBezTo>
                  <a:pt x="2562423" y="968898"/>
                  <a:pt x="2564618" y="966612"/>
                  <a:pt x="2567361" y="964692"/>
                </a:cubicBezTo>
                <a:cubicBezTo>
                  <a:pt x="2570013" y="962772"/>
                  <a:pt x="2572939" y="961492"/>
                  <a:pt x="2576231" y="960760"/>
                </a:cubicBezTo>
                <a:cubicBezTo>
                  <a:pt x="2579431" y="960029"/>
                  <a:pt x="2582631" y="959937"/>
                  <a:pt x="2585923" y="960486"/>
                </a:cubicBezTo>
                <a:cubicBezTo>
                  <a:pt x="2589215" y="961034"/>
                  <a:pt x="2592233" y="962223"/>
                  <a:pt x="2594976" y="963960"/>
                </a:cubicBezTo>
              </a:path>
              <a:path w="3887754" h="1096183">
                <a:moveTo>
                  <a:pt x="2603480" y="969264"/>
                </a:moveTo>
                <a:lnTo>
                  <a:pt x="2607686" y="971916"/>
                </a:lnTo>
                <a:cubicBezTo>
                  <a:pt x="2610429" y="973745"/>
                  <a:pt x="2612807" y="975939"/>
                  <a:pt x="2614727" y="978682"/>
                </a:cubicBezTo>
                <a:cubicBezTo>
                  <a:pt x="2616647" y="981334"/>
                  <a:pt x="2617927" y="984352"/>
                  <a:pt x="2618659" y="987552"/>
                </a:cubicBezTo>
                <a:cubicBezTo>
                  <a:pt x="2619390" y="990752"/>
                  <a:pt x="2619482" y="993953"/>
                  <a:pt x="2618933" y="997245"/>
                </a:cubicBezTo>
                <a:cubicBezTo>
                  <a:pt x="2618384" y="1000536"/>
                  <a:pt x="2617196" y="1003554"/>
                  <a:pt x="2615458" y="1006297"/>
                </a:cubicBezTo>
                <a:cubicBezTo>
                  <a:pt x="2613630" y="1009132"/>
                  <a:pt x="2611435" y="1011418"/>
                  <a:pt x="2608692" y="1013338"/>
                </a:cubicBezTo>
                <a:cubicBezTo>
                  <a:pt x="2606040" y="1015258"/>
                  <a:pt x="2603022" y="1016538"/>
                  <a:pt x="2599822" y="1017270"/>
                </a:cubicBezTo>
                <a:cubicBezTo>
                  <a:pt x="2596622" y="1018002"/>
                  <a:pt x="2593330" y="1018093"/>
                  <a:pt x="2590129" y="1017544"/>
                </a:cubicBezTo>
                <a:cubicBezTo>
                  <a:pt x="2586838" y="1016996"/>
                  <a:pt x="2583820" y="1015807"/>
                  <a:pt x="2581077" y="1014070"/>
                </a:cubicBezTo>
                <a:lnTo>
                  <a:pt x="2576779" y="1011418"/>
                </a:lnTo>
                <a:cubicBezTo>
                  <a:pt x="2574036" y="1009680"/>
                  <a:pt x="2571659" y="1007394"/>
                  <a:pt x="2569738" y="1004743"/>
                </a:cubicBezTo>
                <a:cubicBezTo>
                  <a:pt x="2567818" y="1002000"/>
                  <a:pt x="2566538" y="999073"/>
                  <a:pt x="2565806" y="995873"/>
                </a:cubicBezTo>
                <a:cubicBezTo>
                  <a:pt x="2565075" y="992581"/>
                  <a:pt x="2564983" y="989381"/>
                  <a:pt x="2565532" y="986089"/>
                </a:cubicBezTo>
                <a:cubicBezTo>
                  <a:pt x="2566081" y="982889"/>
                  <a:pt x="2567269" y="979871"/>
                  <a:pt x="2569007" y="977036"/>
                </a:cubicBezTo>
                <a:cubicBezTo>
                  <a:pt x="2570836" y="974293"/>
                  <a:pt x="2573030" y="971916"/>
                  <a:pt x="2575773" y="969996"/>
                </a:cubicBezTo>
                <a:cubicBezTo>
                  <a:pt x="2578425" y="968075"/>
                  <a:pt x="2581443" y="966795"/>
                  <a:pt x="2584643" y="966064"/>
                </a:cubicBezTo>
                <a:cubicBezTo>
                  <a:pt x="2587843" y="965332"/>
                  <a:pt x="2591135" y="965241"/>
                  <a:pt x="2594336" y="965789"/>
                </a:cubicBezTo>
                <a:cubicBezTo>
                  <a:pt x="2597628" y="966338"/>
                  <a:pt x="2600645" y="967527"/>
                  <a:pt x="2603480" y="969264"/>
                </a:cubicBezTo>
              </a:path>
              <a:path w="3887754" h="1096183">
                <a:moveTo>
                  <a:pt x="2611892" y="974659"/>
                </a:moveTo>
                <a:lnTo>
                  <a:pt x="2616098" y="977311"/>
                </a:lnTo>
                <a:cubicBezTo>
                  <a:pt x="2618933" y="979048"/>
                  <a:pt x="2621219" y="981243"/>
                  <a:pt x="2623139" y="983986"/>
                </a:cubicBezTo>
                <a:cubicBezTo>
                  <a:pt x="2625060" y="986638"/>
                  <a:pt x="2626340" y="989655"/>
                  <a:pt x="2627071" y="992856"/>
                </a:cubicBezTo>
                <a:cubicBezTo>
                  <a:pt x="2627803" y="996056"/>
                  <a:pt x="2627894" y="999348"/>
                  <a:pt x="2627346" y="1002548"/>
                </a:cubicBezTo>
                <a:cubicBezTo>
                  <a:pt x="2626797" y="1005840"/>
                  <a:pt x="2625608" y="1008858"/>
                  <a:pt x="2623871" y="1011601"/>
                </a:cubicBezTo>
                <a:cubicBezTo>
                  <a:pt x="2622133" y="1014435"/>
                  <a:pt x="2619847" y="1016813"/>
                  <a:pt x="2617196" y="1018642"/>
                </a:cubicBezTo>
                <a:cubicBezTo>
                  <a:pt x="2614452" y="1020562"/>
                  <a:pt x="2611526" y="1021933"/>
                  <a:pt x="2608235" y="1022665"/>
                </a:cubicBezTo>
                <a:cubicBezTo>
                  <a:pt x="2605034" y="1023396"/>
                  <a:pt x="2601834" y="1023396"/>
                  <a:pt x="2598542" y="1022848"/>
                </a:cubicBezTo>
                <a:cubicBezTo>
                  <a:pt x="2595250" y="1022299"/>
                  <a:pt x="2592233" y="1021202"/>
                  <a:pt x="2589489" y="1019373"/>
                </a:cubicBezTo>
                <a:lnTo>
                  <a:pt x="2585283" y="1016721"/>
                </a:lnTo>
                <a:cubicBezTo>
                  <a:pt x="2582448" y="1014984"/>
                  <a:pt x="2580071" y="1012698"/>
                  <a:pt x="2578151" y="1010046"/>
                </a:cubicBezTo>
                <a:cubicBezTo>
                  <a:pt x="2576322" y="1007303"/>
                  <a:pt x="2574950" y="1004377"/>
                  <a:pt x="2574219" y="1001177"/>
                </a:cubicBezTo>
                <a:cubicBezTo>
                  <a:pt x="2573487" y="997976"/>
                  <a:pt x="2573396" y="994684"/>
                  <a:pt x="2574036" y="991484"/>
                </a:cubicBezTo>
                <a:cubicBezTo>
                  <a:pt x="2574585" y="988192"/>
                  <a:pt x="2575682" y="985175"/>
                  <a:pt x="2577511" y="982340"/>
                </a:cubicBezTo>
                <a:cubicBezTo>
                  <a:pt x="2579248" y="979597"/>
                  <a:pt x="2581443" y="977219"/>
                  <a:pt x="2584186" y="975299"/>
                </a:cubicBezTo>
                <a:cubicBezTo>
                  <a:pt x="2586838" y="973379"/>
                  <a:pt x="2589855" y="972099"/>
                  <a:pt x="2593056" y="971367"/>
                </a:cubicBezTo>
                <a:cubicBezTo>
                  <a:pt x="2596256" y="970636"/>
                  <a:pt x="2599548" y="970544"/>
                  <a:pt x="2602840" y="971093"/>
                </a:cubicBezTo>
                <a:cubicBezTo>
                  <a:pt x="2606040" y="971733"/>
                  <a:pt x="2609058" y="972830"/>
                  <a:pt x="2611892" y="974659"/>
                </a:cubicBezTo>
              </a:path>
              <a:path w="3887754" h="1096183">
                <a:moveTo>
                  <a:pt x="2620305" y="979962"/>
                </a:moveTo>
                <a:lnTo>
                  <a:pt x="2624511" y="982614"/>
                </a:lnTo>
                <a:cubicBezTo>
                  <a:pt x="2627346" y="984352"/>
                  <a:pt x="2629723" y="986638"/>
                  <a:pt x="2631552" y="989289"/>
                </a:cubicBezTo>
                <a:cubicBezTo>
                  <a:pt x="2633472" y="992033"/>
                  <a:pt x="2634844" y="994959"/>
                  <a:pt x="2635575" y="998159"/>
                </a:cubicBezTo>
                <a:cubicBezTo>
                  <a:pt x="2636307" y="1001359"/>
                  <a:pt x="2636307" y="1004651"/>
                  <a:pt x="2635758" y="1007852"/>
                </a:cubicBezTo>
                <a:cubicBezTo>
                  <a:pt x="2635209" y="1011144"/>
                  <a:pt x="2634021" y="1014161"/>
                  <a:pt x="2632283" y="1016996"/>
                </a:cubicBezTo>
                <a:cubicBezTo>
                  <a:pt x="2630546" y="1019739"/>
                  <a:pt x="2628260" y="1022116"/>
                  <a:pt x="2625608" y="1024037"/>
                </a:cubicBezTo>
                <a:cubicBezTo>
                  <a:pt x="2622865" y="1025865"/>
                  <a:pt x="2619939" y="1027237"/>
                  <a:pt x="2616738" y="1027968"/>
                </a:cubicBezTo>
                <a:cubicBezTo>
                  <a:pt x="2613447" y="1028700"/>
                  <a:pt x="2610246" y="1028791"/>
                  <a:pt x="2606954" y="1028243"/>
                </a:cubicBezTo>
                <a:cubicBezTo>
                  <a:pt x="2603754" y="1027603"/>
                  <a:pt x="2600736" y="1026505"/>
                  <a:pt x="2597902" y="1024677"/>
                </a:cubicBezTo>
                <a:lnTo>
                  <a:pt x="2593696" y="1022025"/>
                </a:lnTo>
                <a:cubicBezTo>
                  <a:pt x="2590861" y="1020288"/>
                  <a:pt x="2588575" y="1018093"/>
                  <a:pt x="2586655" y="1015350"/>
                </a:cubicBezTo>
                <a:cubicBezTo>
                  <a:pt x="2584734" y="1012698"/>
                  <a:pt x="2583363" y="1009680"/>
                  <a:pt x="2582631" y="1006480"/>
                </a:cubicBezTo>
                <a:cubicBezTo>
                  <a:pt x="2581991" y="1003280"/>
                  <a:pt x="2581900" y="999988"/>
                  <a:pt x="2582448" y="996787"/>
                </a:cubicBezTo>
                <a:cubicBezTo>
                  <a:pt x="2582997" y="993496"/>
                  <a:pt x="2584186" y="990478"/>
                  <a:pt x="2585923" y="987735"/>
                </a:cubicBezTo>
                <a:cubicBezTo>
                  <a:pt x="2587661" y="984900"/>
                  <a:pt x="2589947" y="982523"/>
                  <a:pt x="2592598" y="980694"/>
                </a:cubicBezTo>
                <a:cubicBezTo>
                  <a:pt x="2595342" y="978774"/>
                  <a:pt x="2598268" y="977402"/>
                  <a:pt x="2601468" y="976671"/>
                </a:cubicBezTo>
                <a:cubicBezTo>
                  <a:pt x="2604760" y="975939"/>
                  <a:pt x="2607960" y="975848"/>
                  <a:pt x="2611252" y="976488"/>
                </a:cubicBezTo>
                <a:cubicBezTo>
                  <a:pt x="2614452" y="977036"/>
                  <a:pt x="2617561" y="978134"/>
                  <a:pt x="2620305" y="979962"/>
                </a:cubicBezTo>
              </a:path>
              <a:path w="3887754" h="1096183">
                <a:moveTo>
                  <a:pt x="2628717" y="985266"/>
                </a:moveTo>
                <a:lnTo>
                  <a:pt x="2632923" y="987918"/>
                </a:lnTo>
                <a:cubicBezTo>
                  <a:pt x="2635758" y="989655"/>
                  <a:pt x="2638135" y="991941"/>
                  <a:pt x="2640056" y="994593"/>
                </a:cubicBezTo>
                <a:cubicBezTo>
                  <a:pt x="2641884" y="997336"/>
                  <a:pt x="2643256" y="1000262"/>
                  <a:pt x="2643988" y="1003463"/>
                </a:cubicBezTo>
                <a:cubicBezTo>
                  <a:pt x="2644719" y="1006754"/>
                  <a:pt x="2644811" y="1009955"/>
                  <a:pt x="2644262" y="1013247"/>
                </a:cubicBezTo>
                <a:cubicBezTo>
                  <a:pt x="2643622" y="1016447"/>
                  <a:pt x="2642525" y="1019465"/>
                  <a:pt x="2640696" y="1022299"/>
                </a:cubicBezTo>
                <a:cubicBezTo>
                  <a:pt x="2638958" y="1025042"/>
                  <a:pt x="2636764" y="1027420"/>
                  <a:pt x="2634021" y="1029340"/>
                </a:cubicBezTo>
                <a:cubicBezTo>
                  <a:pt x="2631369" y="1031260"/>
                  <a:pt x="2628351" y="1032540"/>
                  <a:pt x="2625151" y="1033272"/>
                </a:cubicBezTo>
                <a:cubicBezTo>
                  <a:pt x="2621951" y="1034004"/>
                  <a:pt x="2618659" y="1034095"/>
                  <a:pt x="2615458" y="1033546"/>
                </a:cubicBezTo>
                <a:cubicBezTo>
                  <a:pt x="2612166" y="1032998"/>
                  <a:pt x="2609149" y="1031809"/>
                  <a:pt x="2606314" y="1030072"/>
                </a:cubicBezTo>
                <a:lnTo>
                  <a:pt x="2602108" y="1027328"/>
                </a:lnTo>
                <a:cubicBezTo>
                  <a:pt x="2599365" y="1025591"/>
                  <a:pt x="2596987" y="1023396"/>
                  <a:pt x="2595067" y="1020653"/>
                </a:cubicBezTo>
                <a:cubicBezTo>
                  <a:pt x="2593147" y="1018002"/>
                  <a:pt x="2591867" y="1014984"/>
                  <a:pt x="2591135" y="1011784"/>
                </a:cubicBezTo>
                <a:cubicBezTo>
                  <a:pt x="2590404" y="1008583"/>
                  <a:pt x="2590312" y="1005383"/>
                  <a:pt x="2590861" y="1002091"/>
                </a:cubicBezTo>
                <a:cubicBezTo>
                  <a:pt x="2591410" y="998799"/>
                  <a:pt x="2592598" y="995782"/>
                  <a:pt x="2594336" y="993038"/>
                </a:cubicBezTo>
                <a:cubicBezTo>
                  <a:pt x="2596073" y="990204"/>
                  <a:pt x="2598359" y="987918"/>
                  <a:pt x="2601011" y="985998"/>
                </a:cubicBezTo>
                <a:cubicBezTo>
                  <a:pt x="2603754" y="984077"/>
                  <a:pt x="2606680" y="982706"/>
                  <a:pt x="2609972" y="982066"/>
                </a:cubicBezTo>
                <a:cubicBezTo>
                  <a:pt x="2613172" y="981334"/>
                  <a:pt x="2616373" y="981243"/>
                  <a:pt x="2619665" y="981791"/>
                </a:cubicBezTo>
                <a:cubicBezTo>
                  <a:pt x="2622956" y="982340"/>
                  <a:pt x="2625974" y="983529"/>
                  <a:pt x="2628717" y="985266"/>
                </a:cubicBezTo>
              </a:path>
              <a:path w="3887754" h="1096183">
                <a:moveTo>
                  <a:pt x="2637221" y="990570"/>
                </a:moveTo>
                <a:lnTo>
                  <a:pt x="2641427" y="993221"/>
                </a:lnTo>
                <a:cubicBezTo>
                  <a:pt x="2644170" y="994959"/>
                  <a:pt x="2646548" y="997245"/>
                  <a:pt x="2648468" y="999896"/>
                </a:cubicBezTo>
                <a:cubicBezTo>
                  <a:pt x="2650388" y="1002640"/>
                  <a:pt x="2651669" y="1005566"/>
                  <a:pt x="2652400" y="1008766"/>
                </a:cubicBezTo>
                <a:cubicBezTo>
                  <a:pt x="2653132" y="1012058"/>
                  <a:pt x="2653223" y="1015258"/>
                  <a:pt x="2652674" y="1018550"/>
                </a:cubicBezTo>
                <a:cubicBezTo>
                  <a:pt x="2652126" y="1021751"/>
                  <a:pt x="2650937" y="1024768"/>
                  <a:pt x="2649200" y="1027603"/>
                </a:cubicBezTo>
                <a:cubicBezTo>
                  <a:pt x="2647371" y="1030346"/>
                  <a:pt x="2645176" y="1032723"/>
                  <a:pt x="2642433" y="1034644"/>
                </a:cubicBezTo>
                <a:cubicBezTo>
                  <a:pt x="2639781" y="1036564"/>
                  <a:pt x="2636764" y="1037844"/>
                  <a:pt x="2633563" y="1038576"/>
                </a:cubicBezTo>
                <a:cubicBezTo>
                  <a:pt x="2630363" y="1039307"/>
                  <a:pt x="2627071" y="1039398"/>
                  <a:pt x="2623871" y="1038850"/>
                </a:cubicBezTo>
                <a:cubicBezTo>
                  <a:pt x="2620579" y="1038301"/>
                  <a:pt x="2617561" y="1037112"/>
                  <a:pt x="2614727" y="1035375"/>
                </a:cubicBezTo>
                <a:lnTo>
                  <a:pt x="2610521" y="1032723"/>
                </a:lnTo>
                <a:cubicBezTo>
                  <a:pt x="2607777" y="1030895"/>
                  <a:pt x="2605400" y="1028700"/>
                  <a:pt x="2603480" y="1025957"/>
                </a:cubicBezTo>
                <a:cubicBezTo>
                  <a:pt x="2601559" y="1023305"/>
                  <a:pt x="2600279" y="1020379"/>
                  <a:pt x="2599548" y="1017087"/>
                </a:cubicBezTo>
                <a:cubicBezTo>
                  <a:pt x="2598816" y="1013887"/>
                  <a:pt x="2598725" y="1010686"/>
                  <a:pt x="2599273" y="1007394"/>
                </a:cubicBezTo>
                <a:cubicBezTo>
                  <a:pt x="2599822" y="1004194"/>
                  <a:pt x="2601011" y="1001085"/>
                  <a:pt x="2602748" y="998342"/>
                </a:cubicBezTo>
                <a:cubicBezTo>
                  <a:pt x="2604577" y="995507"/>
                  <a:pt x="2606772" y="993221"/>
                  <a:pt x="2609515" y="991301"/>
                </a:cubicBezTo>
                <a:cubicBezTo>
                  <a:pt x="2612166" y="989381"/>
                  <a:pt x="2615184" y="988101"/>
                  <a:pt x="2618384" y="987369"/>
                </a:cubicBezTo>
                <a:cubicBezTo>
                  <a:pt x="2621585" y="986638"/>
                  <a:pt x="2624877" y="986546"/>
                  <a:pt x="2628077" y="987095"/>
                </a:cubicBezTo>
                <a:cubicBezTo>
                  <a:pt x="2631369" y="987643"/>
                  <a:pt x="2634386" y="988832"/>
                  <a:pt x="2637221" y="990570"/>
                </a:cubicBezTo>
              </a:path>
              <a:path w="3887754" h="1096183">
                <a:moveTo>
                  <a:pt x="2645634" y="995873"/>
                </a:moveTo>
                <a:lnTo>
                  <a:pt x="2649840" y="998525"/>
                </a:lnTo>
                <a:cubicBezTo>
                  <a:pt x="2652674" y="1000354"/>
                  <a:pt x="2654960" y="1002548"/>
                  <a:pt x="2656881" y="1005291"/>
                </a:cubicBezTo>
                <a:cubicBezTo>
                  <a:pt x="2658801" y="1007943"/>
                  <a:pt x="2660081" y="1010869"/>
                  <a:pt x="2660813" y="1014161"/>
                </a:cubicBezTo>
                <a:cubicBezTo>
                  <a:pt x="2661544" y="1017361"/>
                  <a:pt x="2661636" y="1020562"/>
                  <a:pt x="2661087" y="1023854"/>
                </a:cubicBezTo>
                <a:cubicBezTo>
                  <a:pt x="2660538" y="1027054"/>
                  <a:pt x="2659350" y="1030163"/>
                  <a:pt x="2657612" y="1032906"/>
                </a:cubicBezTo>
                <a:cubicBezTo>
                  <a:pt x="2655875" y="1035741"/>
                  <a:pt x="2653589" y="1038027"/>
                  <a:pt x="2650937" y="1039947"/>
                </a:cubicBezTo>
                <a:cubicBezTo>
                  <a:pt x="2648194" y="1041867"/>
                  <a:pt x="2645268" y="1043148"/>
                  <a:pt x="2641976" y="1043879"/>
                </a:cubicBezTo>
                <a:cubicBezTo>
                  <a:pt x="2638776" y="1044611"/>
                  <a:pt x="2635575" y="1044702"/>
                  <a:pt x="2632283" y="1044153"/>
                </a:cubicBezTo>
                <a:cubicBezTo>
                  <a:pt x="2628991" y="1043605"/>
                  <a:pt x="2625974" y="1042416"/>
                  <a:pt x="2623231" y="1040679"/>
                </a:cubicBezTo>
                <a:lnTo>
                  <a:pt x="2619024" y="1038027"/>
                </a:lnTo>
                <a:cubicBezTo>
                  <a:pt x="2616190" y="1036290"/>
                  <a:pt x="2613812" y="1034004"/>
                  <a:pt x="2611892" y="1031352"/>
                </a:cubicBezTo>
                <a:cubicBezTo>
                  <a:pt x="2610063" y="1028609"/>
                  <a:pt x="2608692" y="1025682"/>
                  <a:pt x="2607960" y="1022482"/>
                </a:cubicBezTo>
                <a:cubicBezTo>
                  <a:pt x="2607229" y="1019190"/>
                  <a:pt x="2607137" y="1015990"/>
                  <a:pt x="2607686" y="1012698"/>
                </a:cubicBezTo>
                <a:cubicBezTo>
                  <a:pt x="2608326" y="1009498"/>
                  <a:pt x="2609423" y="1006480"/>
                  <a:pt x="2611252" y="1003645"/>
                </a:cubicBezTo>
                <a:cubicBezTo>
                  <a:pt x="2612989" y="1000902"/>
                  <a:pt x="2615184" y="998525"/>
                  <a:pt x="2617927" y="996605"/>
                </a:cubicBezTo>
                <a:cubicBezTo>
                  <a:pt x="2620579" y="994684"/>
                  <a:pt x="2623596" y="993404"/>
                  <a:pt x="2626797" y="992673"/>
                </a:cubicBezTo>
                <a:cubicBezTo>
                  <a:pt x="2629997" y="991941"/>
                  <a:pt x="2633289" y="991850"/>
                  <a:pt x="2636490" y="992398"/>
                </a:cubicBezTo>
                <a:cubicBezTo>
                  <a:pt x="2639781" y="992947"/>
                  <a:pt x="2642799" y="994136"/>
                  <a:pt x="2645634" y="995873"/>
                </a:cubicBezTo>
              </a:path>
              <a:path w="3887754" h="1096183">
                <a:moveTo>
                  <a:pt x="2654046" y="1001177"/>
                </a:moveTo>
                <a:lnTo>
                  <a:pt x="2658252" y="1003920"/>
                </a:lnTo>
                <a:cubicBezTo>
                  <a:pt x="2661087" y="1005657"/>
                  <a:pt x="2663373" y="1007852"/>
                  <a:pt x="2665293" y="1010595"/>
                </a:cubicBezTo>
                <a:cubicBezTo>
                  <a:pt x="2667213" y="1013247"/>
                  <a:pt x="2668585" y="1016264"/>
                  <a:pt x="2669316" y="1019465"/>
                </a:cubicBezTo>
                <a:cubicBezTo>
                  <a:pt x="2670048" y="1022665"/>
                  <a:pt x="2670048" y="1025865"/>
                  <a:pt x="2669499" y="1029157"/>
                </a:cubicBezTo>
                <a:cubicBezTo>
                  <a:pt x="2668951" y="1032449"/>
                  <a:pt x="2667762" y="1035467"/>
                  <a:pt x="2666025" y="1038210"/>
                </a:cubicBezTo>
                <a:cubicBezTo>
                  <a:pt x="2664287" y="1041044"/>
                  <a:pt x="2662001" y="1043422"/>
                  <a:pt x="2659350" y="1045251"/>
                </a:cubicBezTo>
                <a:cubicBezTo>
                  <a:pt x="2656606" y="1047171"/>
                  <a:pt x="2653680" y="1048542"/>
                  <a:pt x="2650480" y="1049274"/>
                </a:cubicBezTo>
                <a:cubicBezTo>
                  <a:pt x="2647188" y="1049914"/>
                  <a:pt x="2643988" y="1050006"/>
                  <a:pt x="2640696" y="1049457"/>
                </a:cubicBezTo>
                <a:cubicBezTo>
                  <a:pt x="2637495" y="1048908"/>
                  <a:pt x="2634386" y="1047720"/>
                  <a:pt x="2631643" y="1045982"/>
                </a:cubicBezTo>
                <a:lnTo>
                  <a:pt x="2627437" y="1043330"/>
                </a:lnTo>
                <a:cubicBezTo>
                  <a:pt x="2624602" y="1041593"/>
                  <a:pt x="2622225" y="1039307"/>
                  <a:pt x="2620396" y="1036655"/>
                </a:cubicBezTo>
                <a:cubicBezTo>
                  <a:pt x="2618476" y="1033912"/>
                  <a:pt x="2617104" y="1030986"/>
                  <a:pt x="2616373" y="1027786"/>
                </a:cubicBezTo>
                <a:cubicBezTo>
                  <a:pt x="2615641" y="1024494"/>
                  <a:pt x="2615641" y="1021293"/>
                  <a:pt x="2616190" y="1018002"/>
                </a:cubicBezTo>
                <a:cubicBezTo>
                  <a:pt x="2616738" y="1014801"/>
                  <a:pt x="2617927" y="1011784"/>
                  <a:pt x="2619665" y="1008949"/>
                </a:cubicBezTo>
                <a:cubicBezTo>
                  <a:pt x="2621402" y="1006206"/>
                  <a:pt x="2623688" y="1003828"/>
                  <a:pt x="2626340" y="1001908"/>
                </a:cubicBezTo>
                <a:cubicBezTo>
                  <a:pt x="2629083" y="999988"/>
                  <a:pt x="2632009" y="998708"/>
                  <a:pt x="2635209" y="997976"/>
                </a:cubicBezTo>
                <a:cubicBezTo>
                  <a:pt x="2638501" y="997245"/>
                  <a:pt x="2641702" y="997153"/>
                  <a:pt x="2644993" y="997702"/>
                </a:cubicBezTo>
                <a:cubicBezTo>
                  <a:pt x="2648194" y="998250"/>
                  <a:pt x="2651211" y="999439"/>
                  <a:pt x="2654046" y="1001177"/>
                </a:cubicBezTo>
              </a:path>
              <a:path w="3887754" h="1096183">
                <a:moveTo>
                  <a:pt x="2662458" y="1006572"/>
                </a:moveTo>
                <a:lnTo>
                  <a:pt x="2666665" y="1009223"/>
                </a:lnTo>
                <a:cubicBezTo>
                  <a:pt x="2669499" y="1010961"/>
                  <a:pt x="2671877" y="1013155"/>
                  <a:pt x="2673797" y="1015898"/>
                </a:cubicBezTo>
                <a:cubicBezTo>
                  <a:pt x="2675626" y="1018550"/>
                  <a:pt x="2676997" y="1021568"/>
                  <a:pt x="2677729" y="1024768"/>
                </a:cubicBezTo>
                <a:cubicBezTo>
                  <a:pt x="2678460" y="1027968"/>
                  <a:pt x="2678552" y="1031260"/>
                  <a:pt x="2677912" y="1034461"/>
                </a:cubicBezTo>
                <a:cubicBezTo>
                  <a:pt x="2677363" y="1037753"/>
                  <a:pt x="2676266" y="1040770"/>
                  <a:pt x="2674437" y="1043513"/>
                </a:cubicBezTo>
                <a:cubicBezTo>
                  <a:pt x="2672700" y="1046348"/>
                  <a:pt x="2670505" y="1048725"/>
                  <a:pt x="2667762" y="1050646"/>
                </a:cubicBezTo>
                <a:cubicBezTo>
                  <a:pt x="2665019" y="1052474"/>
                  <a:pt x="2662093" y="1053846"/>
                  <a:pt x="2658892" y="1054578"/>
                </a:cubicBezTo>
                <a:cubicBezTo>
                  <a:pt x="2655692" y="1055309"/>
                  <a:pt x="2652400" y="1055400"/>
                  <a:pt x="2649108" y="1054760"/>
                </a:cubicBezTo>
                <a:cubicBezTo>
                  <a:pt x="2645908" y="1054212"/>
                  <a:pt x="2642890" y="1053114"/>
                  <a:pt x="2640056" y="1051286"/>
                </a:cubicBezTo>
                <a:lnTo>
                  <a:pt x="2635849" y="1048634"/>
                </a:lnTo>
                <a:cubicBezTo>
                  <a:pt x="2633015" y="1046897"/>
                  <a:pt x="2630729" y="1044702"/>
                  <a:pt x="2628809" y="1041959"/>
                </a:cubicBezTo>
                <a:cubicBezTo>
                  <a:pt x="2626888" y="1039307"/>
                  <a:pt x="2625608" y="1036290"/>
                  <a:pt x="2624877" y="1033089"/>
                </a:cubicBezTo>
                <a:cubicBezTo>
                  <a:pt x="2624145" y="1029889"/>
                  <a:pt x="2624054" y="1026597"/>
                  <a:pt x="2624602" y="1023396"/>
                </a:cubicBezTo>
                <a:cubicBezTo>
                  <a:pt x="2625151" y="1020105"/>
                  <a:pt x="2626340" y="1017087"/>
                  <a:pt x="2628077" y="1014252"/>
                </a:cubicBezTo>
                <a:cubicBezTo>
                  <a:pt x="2629814" y="1011509"/>
                  <a:pt x="2632100" y="1009132"/>
                  <a:pt x="2634752" y="1007212"/>
                </a:cubicBezTo>
                <a:cubicBezTo>
                  <a:pt x="2637495" y="1005383"/>
                  <a:pt x="2640421" y="1004011"/>
                  <a:pt x="2643713" y="1003280"/>
                </a:cubicBezTo>
                <a:cubicBezTo>
                  <a:pt x="2646914" y="1002548"/>
                  <a:pt x="2650114" y="1002457"/>
                  <a:pt x="2653406" y="1003005"/>
                </a:cubicBezTo>
                <a:cubicBezTo>
                  <a:pt x="2656698" y="1003645"/>
                  <a:pt x="2659715" y="1004743"/>
                  <a:pt x="2662458" y="1006572"/>
                </a:cubicBezTo>
              </a:path>
              <a:path w="3887754" h="1096183">
                <a:moveTo>
                  <a:pt x="2670871" y="1011875"/>
                </a:moveTo>
                <a:lnTo>
                  <a:pt x="2675169" y="1014527"/>
                </a:lnTo>
                <a:cubicBezTo>
                  <a:pt x="2677912" y="1016264"/>
                  <a:pt x="2680289" y="1018550"/>
                  <a:pt x="2682210" y="1021202"/>
                </a:cubicBezTo>
                <a:cubicBezTo>
                  <a:pt x="2684130" y="1023945"/>
                  <a:pt x="2685410" y="1026871"/>
                  <a:pt x="2686141" y="1030072"/>
                </a:cubicBezTo>
                <a:cubicBezTo>
                  <a:pt x="2686873" y="1033272"/>
                  <a:pt x="2686964" y="1036564"/>
                  <a:pt x="2686416" y="1039764"/>
                </a:cubicBezTo>
                <a:cubicBezTo>
                  <a:pt x="2685867" y="1043056"/>
                  <a:pt x="2684678" y="1046074"/>
                  <a:pt x="2682941" y="1048908"/>
                </a:cubicBezTo>
                <a:cubicBezTo>
                  <a:pt x="2681112" y="1051651"/>
                  <a:pt x="2678918" y="1054029"/>
                  <a:pt x="2676174" y="1055949"/>
                </a:cubicBezTo>
                <a:cubicBezTo>
                  <a:pt x="2673523" y="1057869"/>
                  <a:pt x="2670505" y="1059150"/>
                  <a:pt x="2667305" y="1059881"/>
                </a:cubicBezTo>
                <a:cubicBezTo>
                  <a:pt x="2664104" y="1060613"/>
                  <a:pt x="2660813" y="1060704"/>
                  <a:pt x="2657612" y="1060155"/>
                </a:cubicBezTo>
                <a:cubicBezTo>
                  <a:pt x="2654320" y="1059515"/>
                  <a:pt x="2651303" y="1058418"/>
                  <a:pt x="2648468" y="1056589"/>
                </a:cubicBezTo>
                <a:lnTo>
                  <a:pt x="2644262" y="1053937"/>
                </a:lnTo>
                <a:cubicBezTo>
                  <a:pt x="2641519" y="1052200"/>
                  <a:pt x="2639141" y="1050006"/>
                  <a:pt x="2637221" y="1047262"/>
                </a:cubicBezTo>
                <a:cubicBezTo>
                  <a:pt x="2635301" y="1044611"/>
                  <a:pt x="2634021" y="1041593"/>
                  <a:pt x="2633289" y="1038393"/>
                </a:cubicBezTo>
                <a:cubicBezTo>
                  <a:pt x="2632558" y="1035192"/>
                  <a:pt x="2632466" y="1031900"/>
                  <a:pt x="2633015" y="1028700"/>
                </a:cubicBezTo>
                <a:cubicBezTo>
                  <a:pt x="2633563" y="1025408"/>
                  <a:pt x="2634752" y="1022391"/>
                  <a:pt x="2636490" y="1019647"/>
                </a:cubicBezTo>
                <a:cubicBezTo>
                  <a:pt x="2638318" y="1016813"/>
                  <a:pt x="2640513" y="1014435"/>
                  <a:pt x="2643256" y="1012607"/>
                </a:cubicBezTo>
                <a:cubicBezTo>
                  <a:pt x="2645908" y="1010686"/>
                  <a:pt x="2648925" y="1009315"/>
                  <a:pt x="2652126" y="1008583"/>
                </a:cubicBezTo>
                <a:cubicBezTo>
                  <a:pt x="2655326" y="1007852"/>
                  <a:pt x="2658618" y="1007852"/>
                  <a:pt x="2661818" y="1008400"/>
                </a:cubicBezTo>
                <a:cubicBezTo>
                  <a:pt x="2665110" y="1008949"/>
                  <a:pt x="2668128" y="1010138"/>
                  <a:pt x="2670871" y="1011875"/>
                </a:cubicBezTo>
              </a:path>
              <a:path w="3887754" h="1096183">
                <a:moveTo>
                  <a:pt x="2679375" y="1017179"/>
                </a:moveTo>
                <a:lnTo>
                  <a:pt x="2683581" y="1019830"/>
                </a:lnTo>
                <a:cubicBezTo>
                  <a:pt x="2686324" y="1021568"/>
                  <a:pt x="2688702" y="1023854"/>
                  <a:pt x="2690622" y="1026505"/>
                </a:cubicBezTo>
                <a:cubicBezTo>
                  <a:pt x="2692542" y="1029249"/>
                  <a:pt x="2693822" y="1032175"/>
                  <a:pt x="2694554" y="1035375"/>
                </a:cubicBezTo>
                <a:cubicBezTo>
                  <a:pt x="2695285" y="1038667"/>
                  <a:pt x="2695377" y="1041867"/>
                  <a:pt x="2694828" y="1045159"/>
                </a:cubicBezTo>
                <a:cubicBezTo>
                  <a:pt x="2694280" y="1048360"/>
                  <a:pt x="2693091" y="1051377"/>
                  <a:pt x="2691354" y="1054212"/>
                </a:cubicBezTo>
                <a:cubicBezTo>
                  <a:pt x="2689525" y="1056955"/>
                  <a:pt x="2687330" y="1059332"/>
                  <a:pt x="2684587" y="1061253"/>
                </a:cubicBezTo>
                <a:cubicBezTo>
                  <a:pt x="2681935" y="1063173"/>
                  <a:pt x="2679009" y="1064453"/>
                  <a:pt x="2675717" y="1065185"/>
                </a:cubicBezTo>
                <a:cubicBezTo>
                  <a:pt x="2672517" y="1065916"/>
                  <a:pt x="2669316" y="1066008"/>
                  <a:pt x="2666025" y="1065459"/>
                </a:cubicBezTo>
                <a:cubicBezTo>
                  <a:pt x="2662733" y="1064910"/>
                  <a:pt x="2659715" y="1063722"/>
                  <a:pt x="2656972" y="1061984"/>
                </a:cubicBezTo>
                <a:lnTo>
                  <a:pt x="2652674" y="1059332"/>
                </a:lnTo>
                <a:cubicBezTo>
                  <a:pt x="2649931" y="1057504"/>
                  <a:pt x="2647554" y="1055309"/>
                  <a:pt x="2645634" y="1052566"/>
                </a:cubicBezTo>
                <a:cubicBezTo>
                  <a:pt x="2643713" y="1049914"/>
                  <a:pt x="2642433" y="1046988"/>
                  <a:pt x="2641702" y="1043696"/>
                </a:cubicBezTo>
                <a:cubicBezTo>
                  <a:pt x="2640970" y="1040496"/>
                  <a:pt x="2640879" y="1037295"/>
                  <a:pt x="2641427" y="1034004"/>
                </a:cubicBezTo>
                <a:cubicBezTo>
                  <a:pt x="2641976" y="1030712"/>
                  <a:pt x="2643165" y="1027694"/>
                  <a:pt x="2644993" y="1024951"/>
                </a:cubicBezTo>
                <a:cubicBezTo>
                  <a:pt x="2646731" y="1022116"/>
                  <a:pt x="2648925" y="1019830"/>
                  <a:pt x="2651669" y="1017910"/>
                </a:cubicBezTo>
                <a:cubicBezTo>
                  <a:pt x="2654320" y="1015990"/>
                  <a:pt x="2657338" y="1014710"/>
                  <a:pt x="2660538" y="1013978"/>
                </a:cubicBezTo>
                <a:cubicBezTo>
                  <a:pt x="2663739" y="1013247"/>
                  <a:pt x="2667030" y="1013155"/>
                  <a:pt x="2670231" y="1013704"/>
                </a:cubicBezTo>
                <a:cubicBezTo>
                  <a:pt x="2673523" y="1014252"/>
                  <a:pt x="2676540" y="1015441"/>
                  <a:pt x="2679375" y="1017179"/>
                </a:cubicBezTo>
              </a:path>
              <a:path w="3887754" h="1096183">
                <a:moveTo>
                  <a:pt x="2687787" y="1022482"/>
                </a:moveTo>
                <a:lnTo>
                  <a:pt x="2691994" y="1025134"/>
                </a:lnTo>
                <a:cubicBezTo>
                  <a:pt x="2694828" y="1026963"/>
                  <a:pt x="2697114" y="1029157"/>
                  <a:pt x="2699034" y="1031809"/>
                </a:cubicBezTo>
                <a:cubicBezTo>
                  <a:pt x="2700955" y="1034552"/>
                  <a:pt x="2702235" y="1037478"/>
                  <a:pt x="2702966" y="1040770"/>
                </a:cubicBezTo>
                <a:cubicBezTo>
                  <a:pt x="2703698" y="1043970"/>
                  <a:pt x="2703789" y="1047171"/>
                  <a:pt x="2703241" y="1050463"/>
                </a:cubicBezTo>
                <a:cubicBezTo>
                  <a:pt x="2702692" y="1053663"/>
                  <a:pt x="2701503" y="1056681"/>
                  <a:pt x="2699766" y="1059515"/>
                </a:cubicBezTo>
                <a:cubicBezTo>
                  <a:pt x="2698029" y="1062350"/>
                  <a:pt x="2695743" y="1064636"/>
                  <a:pt x="2693091" y="1066556"/>
                </a:cubicBezTo>
                <a:cubicBezTo>
                  <a:pt x="2690348" y="1068476"/>
                  <a:pt x="2687422" y="1069757"/>
                  <a:pt x="2684221" y="1070488"/>
                </a:cubicBezTo>
                <a:cubicBezTo>
                  <a:pt x="2680929" y="1071220"/>
                  <a:pt x="2677729" y="1071311"/>
                  <a:pt x="2674437" y="1070762"/>
                </a:cubicBezTo>
                <a:cubicBezTo>
                  <a:pt x="2671237" y="1070214"/>
                  <a:pt x="2668128" y="1069025"/>
                  <a:pt x="2665385" y="1067288"/>
                </a:cubicBezTo>
                <a:lnTo>
                  <a:pt x="2661178" y="1064636"/>
                </a:lnTo>
                <a:cubicBezTo>
                  <a:pt x="2658344" y="1062807"/>
                  <a:pt x="2655966" y="1060613"/>
                  <a:pt x="2654137" y="1057961"/>
                </a:cubicBezTo>
                <a:cubicBezTo>
                  <a:pt x="2652217" y="1055218"/>
                  <a:pt x="2650846" y="1052292"/>
                  <a:pt x="2650114" y="1049000"/>
                </a:cubicBezTo>
                <a:cubicBezTo>
                  <a:pt x="2649383" y="1045799"/>
                  <a:pt x="2649291" y="1042599"/>
                  <a:pt x="2649931" y="1039307"/>
                </a:cubicBezTo>
                <a:cubicBezTo>
                  <a:pt x="2650480" y="1036107"/>
                  <a:pt x="2651577" y="1033089"/>
                  <a:pt x="2653406" y="1030254"/>
                </a:cubicBezTo>
                <a:cubicBezTo>
                  <a:pt x="2655143" y="1027420"/>
                  <a:pt x="2657338" y="1025134"/>
                  <a:pt x="2660081" y="1023214"/>
                </a:cubicBezTo>
                <a:cubicBezTo>
                  <a:pt x="2662824" y="1021293"/>
                  <a:pt x="2665750" y="1020013"/>
                  <a:pt x="2668951" y="1019282"/>
                </a:cubicBezTo>
                <a:cubicBezTo>
                  <a:pt x="2672243" y="1018550"/>
                  <a:pt x="2675443" y="1018459"/>
                  <a:pt x="2678735" y="1019007"/>
                </a:cubicBezTo>
                <a:cubicBezTo>
                  <a:pt x="2681935" y="1019556"/>
                  <a:pt x="2684953" y="1020745"/>
                  <a:pt x="2687787" y="1022482"/>
                </a:cubicBezTo>
              </a:path>
              <a:path w="3887754" h="1096183">
                <a:moveTo>
                  <a:pt x="2696200" y="1027786"/>
                </a:moveTo>
                <a:lnTo>
                  <a:pt x="2700406" y="1030437"/>
                </a:lnTo>
                <a:cubicBezTo>
                  <a:pt x="2703241" y="1032266"/>
                  <a:pt x="2705618" y="1034461"/>
                  <a:pt x="2707447" y="1037204"/>
                </a:cubicBezTo>
                <a:cubicBezTo>
                  <a:pt x="2709367" y="1039856"/>
                  <a:pt x="2710739" y="1042782"/>
                  <a:pt x="2711470" y="1046074"/>
                </a:cubicBezTo>
                <a:cubicBezTo>
                  <a:pt x="2712202" y="1049274"/>
                  <a:pt x="2712293" y="1052474"/>
                  <a:pt x="2711653" y="1055766"/>
                </a:cubicBezTo>
                <a:cubicBezTo>
                  <a:pt x="2711105" y="1059058"/>
                  <a:pt x="2710007" y="1062076"/>
                  <a:pt x="2708178" y="1064819"/>
                </a:cubicBezTo>
                <a:cubicBezTo>
                  <a:pt x="2706441" y="1067653"/>
                  <a:pt x="2704247" y="1069939"/>
                  <a:pt x="2701503" y="1071860"/>
                </a:cubicBezTo>
                <a:cubicBezTo>
                  <a:pt x="2698760" y="1073780"/>
                  <a:pt x="2695834" y="1075060"/>
                  <a:pt x="2692634" y="1075792"/>
                </a:cubicBezTo>
                <a:cubicBezTo>
                  <a:pt x="2689342" y="1076523"/>
                  <a:pt x="2686141" y="1076615"/>
                  <a:pt x="2682850" y="1076066"/>
                </a:cubicBezTo>
                <a:cubicBezTo>
                  <a:pt x="2679649" y="1075517"/>
                  <a:pt x="2676632" y="1074329"/>
                  <a:pt x="2673797" y="1072591"/>
                </a:cubicBezTo>
                <a:lnTo>
                  <a:pt x="2669591" y="1069939"/>
                </a:lnTo>
                <a:cubicBezTo>
                  <a:pt x="2666756" y="1068202"/>
                  <a:pt x="2664470" y="1065916"/>
                  <a:pt x="2662550" y="1063264"/>
                </a:cubicBezTo>
                <a:cubicBezTo>
                  <a:pt x="2660630" y="1060521"/>
                  <a:pt x="2659350" y="1057595"/>
                  <a:pt x="2658618" y="1054395"/>
                </a:cubicBezTo>
                <a:cubicBezTo>
                  <a:pt x="2657886" y="1051103"/>
                  <a:pt x="2657795" y="1047902"/>
                  <a:pt x="2658344" y="1044611"/>
                </a:cubicBezTo>
                <a:cubicBezTo>
                  <a:pt x="2658892" y="1041410"/>
                  <a:pt x="2660081" y="1038393"/>
                  <a:pt x="2661818" y="1035558"/>
                </a:cubicBezTo>
                <a:cubicBezTo>
                  <a:pt x="2663556" y="1032815"/>
                  <a:pt x="2665842" y="1030437"/>
                  <a:pt x="2668494" y="1028517"/>
                </a:cubicBezTo>
                <a:cubicBezTo>
                  <a:pt x="2671237" y="1026597"/>
                  <a:pt x="2674163" y="1025317"/>
                  <a:pt x="2677363" y="1024585"/>
                </a:cubicBezTo>
                <a:cubicBezTo>
                  <a:pt x="2680655" y="1023854"/>
                  <a:pt x="2683855" y="1023762"/>
                  <a:pt x="2687147" y="1024311"/>
                </a:cubicBezTo>
                <a:cubicBezTo>
                  <a:pt x="2690348" y="1024860"/>
                  <a:pt x="2693457" y="1026048"/>
                  <a:pt x="2696200" y="1027786"/>
                </a:cubicBezTo>
              </a:path>
              <a:path w="3887754" h="1096183">
                <a:moveTo>
                  <a:pt x="2704612" y="1033181"/>
                </a:moveTo>
                <a:lnTo>
                  <a:pt x="2708910" y="1035832"/>
                </a:lnTo>
                <a:cubicBezTo>
                  <a:pt x="2711653" y="1037570"/>
                  <a:pt x="2714031" y="1039764"/>
                  <a:pt x="2715951" y="1042507"/>
                </a:cubicBezTo>
                <a:cubicBezTo>
                  <a:pt x="2717871" y="1045159"/>
                  <a:pt x="2719151" y="1048177"/>
                  <a:pt x="2719883" y="1051377"/>
                </a:cubicBezTo>
                <a:cubicBezTo>
                  <a:pt x="2720614" y="1054578"/>
                  <a:pt x="2720706" y="1057869"/>
                  <a:pt x="2720157" y="1061070"/>
                </a:cubicBezTo>
                <a:cubicBezTo>
                  <a:pt x="2719608" y="1064362"/>
                  <a:pt x="2718420" y="1067379"/>
                  <a:pt x="2716591" y="1070122"/>
                </a:cubicBezTo>
                <a:cubicBezTo>
                  <a:pt x="2714854" y="1072957"/>
                  <a:pt x="2712659" y="1075334"/>
                  <a:pt x="2709916" y="1077163"/>
                </a:cubicBezTo>
                <a:cubicBezTo>
                  <a:pt x="2707264" y="1079083"/>
                  <a:pt x="2704247" y="1080455"/>
                  <a:pt x="2701046" y="1081187"/>
                </a:cubicBezTo>
                <a:cubicBezTo>
                  <a:pt x="2697846" y="1081918"/>
                  <a:pt x="2694554" y="1081918"/>
                  <a:pt x="2691354" y="1081369"/>
                </a:cubicBezTo>
                <a:cubicBezTo>
                  <a:pt x="2688062" y="1080821"/>
                  <a:pt x="2685044" y="1079632"/>
                  <a:pt x="2682210" y="1077895"/>
                </a:cubicBezTo>
                <a:lnTo>
                  <a:pt x="2678003" y="1075243"/>
                </a:lnTo>
                <a:cubicBezTo>
                  <a:pt x="2675260" y="1073506"/>
                  <a:pt x="2672883" y="1071220"/>
                  <a:pt x="2670962" y="1068568"/>
                </a:cubicBezTo>
                <a:cubicBezTo>
                  <a:pt x="2669042" y="1065825"/>
                  <a:pt x="2667762" y="1062899"/>
                  <a:pt x="2667030" y="1059698"/>
                </a:cubicBezTo>
                <a:cubicBezTo>
                  <a:pt x="2666299" y="1056498"/>
                  <a:pt x="2666208" y="1053206"/>
                  <a:pt x="2666756" y="1050006"/>
                </a:cubicBezTo>
                <a:cubicBezTo>
                  <a:pt x="2667305" y="1046714"/>
                  <a:pt x="2668494" y="1043696"/>
                  <a:pt x="2670231" y="1040862"/>
                </a:cubicBezTo>
                <a:cubicBezTo>
                  <a:pt x="2672060" y="1038118"/>
                  <a:pt x="2674254" y="1035741"/>
                  <a:pt x="2676906" y="1033821"/>
                </a:cubicBezTo>
                <a:cubicBezTo>
                  <a:pt x="2679649" y="1031900"/>
                  <a:pt x="2682575" y="1030620"/>
                  <a:pt x="2685867" y="1029889"/>
                </a:cubicBezTo>
                <a:cubicBezTo>
                  <a:pt x="2689068" y="1029157"/>
                  <a:pt x="2692268" y="1029066"/>
                  <a:pt x="2695560" y="1029614"/>
                </a:cubicBezTo>
                <a:cubicBezTo>
                  <a:pt x="2698852" y="1030254"/>
                  <a:pt x="2701869" y="1031352"/>
                  <a:pt x="2704612" y="1033181"/>
                </a:cubicBezTo>
              </a:path>
              <a:path w="3887754" h="1096183">
                <a:moveTo>
                  <a:pt x="2713116" y="1038484"/>
                </a:moveTo>
                <a:lnTo>
                  <a:pt x="2717322" y="1041136"/>
                </a:lnTo>
                <a:cubicBezTo>
                  <a:pt x="2720066" y="1042873"/>
                  <a:pt x="2722443" y="1045068"/>
                  <a:pt x="2724363" y="1047811"/>
                </a:cubicBezTo>
                <a:cubicBezTo>
                  <a:pt x="2726284" y="1050463"/>
                  <a:pt x="2727564" y="1053480"/>
                  <a:pt x="2728295" y="1056681"/>
                </a:cubicBezTo>
                <a:cubicBezTo>
                  <a:pt x="2729027" y="1059881"/>
                  <a:pt x="2729118" y="1063173"/>
                  <a:pt x="2728570" y="1066373"/>
                </a:cubicBezTo>
                <a:cubicBezTo>
                  <a:pt x="2728021" y="1069665"/>
                  <a:pt x="2726832" y="1072683"/>
                  <a:pt x="2725095" y="1075517"/>
                </a:cubicBezTo>
                <a:cubicBezTo>
                  <a:pt x="2723266" y="1078260"/>
                  <a:pt x="2721072" y="1080638"/>
                  <a:pt x="2718328" y="1082558"/>
                </a:cubicBezTo>
                <a:cubicBezTo>
                  <a:pt x="2715677" y="1084387"/>
                  <a:pt x="2712659" y="1085759"/>
                  <a:pt x="2709459" y="1086490"/>
                </a:cubicBezTo>
                <a:cubicBezTo>
                  <a:pt x="2706258" y="1087222"/>
                  <a:pt x="2702966" y="1087313"/>
                  <a:pt x="2699766" y="1086764"/>
                </a:cubicBezTo>
                <a:cubicBezTo>
                  <a:pt x="2696474" y="1086124"/>
                  <a:pt x="2693457" y="1085027"/>
                  <a:pt x="2690713" y="1083198"/>
                </a:cubicBezTo>
                <a:lnTo>
                  <a:pt x="2686416" y="1080546"/>
                </a:lnTo>
                <a:cubicBezTo>
                  <a:pt x="2683673" y="1078809"/>
                  <a:pt x="2681295" y="1076615"/>
                  <a:pt x="2679375" y="1073871"/>
                </a:cubicBezTo>
                <a:cubicBezTo>
                  <a:pt x="2677455" y="1071220"/>
                  <a:pt x="2676174" y="1068202"/>
                  <a:pt x="2675443" y="1065002"/>
                </a:cubicBezTo>
                <a:cubicBezTo>
                  <a:pt x="2674711" y="1061801"/>
                  <a:pt x="2674620" y="1058509"/>
                  <a:pt x="2675169" y="1055309"/>
                </a:cubicBezTo>
                <a:cubicBezTo>
                  <a:pt x="2675717" y="1052017"/>
                  <a:pt x="2676906" y="1049000"/>
                  <a:pt x="2678643" y="1046256"/>
                </a:cubicBezTo>
                <a:cubicBezTo>
                  <a:pt x="2680472" y="1043422"/>
                  <a:pt x="2682667" y="1041044"/>
                  <a:pt x="2685410" y="1039124"/>
                </a:cubicBezTo>
                <a:cubicBezTo>
                  <a:pt x="2688062" y="1037295"/>
                  <a:pt x="2691079" y="1035924"/>
                  <a:pt x="2694280" y="1035192"/>
                </a:cubicBezTo>
                <a:cubicBezTo>
                  <a:pt x="2697480" y="1034461"/>
                  <a:pt x="2700772" y="1034369"/>
                  <a:pt x="2703972" y="1035009"/>
                </a:cubicBezTo>
                <a:cubicBezTo>
                  <a:pt x="2707264" y="1035558"/>
                  <a:pt x="2710282" y="1036655"/>
                  <a:pt x="2713116" y="1038484"/>
                </a:cubicBezTo>
              </a:path>
              <a:path w="3887754" h="1096183">
                <a:moveTo>
                  <a:pt x="2721529" y="1043788"/>
                </a:moveTo>
                <a:lnTo>
                  <a:pt x="2725735" y="1046439"/>
                </a:lnTo>
                <a:cubicBezTo>
                  <a:pt x="2728570" y="1048177"/>
                  <a:pt x="2730856" y="1050463"/>
                  <a:pt x="2732776" y="1053114"/>
                </a:cubicBezTo>
                <a:cubicBezTo>
                  <a:pt x="2734696" y="1055858"/>
                  <a:pt x="2735976" y="1058784"/>
                  <a:pt x="2736708" y="1061984"/>
                </a:cubicBezTo>
                <a:cubicBezTo>
                  <a:pt x="2737439" y="1065276"/>
                  <a:pt x="2737531" y="1068476"/>
                  <a:pt x="2736982" y="1071768"/>
                </a:cubicBezTo>
                <a:cubicBezTo>
                  <a:pt x="2736433" y="1074969"/>
                  <a:pt x="2735245" y="1077986"/>
                  <a:pt x="2733507" y="1080821"/>
                </a:cubicBezTo>
                <a:cubicBezTo>
                  <a:pt x="2731770" y="1083564"/>
                  <a:pt x="2729484" y="1085941"/>
                  <a:pt x="2726832" y="1087862"/>
                </a:cubicBezTo>
                <a:cubicBezTo>
                  <a:pt x="2724089" y="1089782"/>
                  <a:pt x="2721163" y="1091062"/>
                  <a:pt x="2717871" y="1091794"/>
                </a:cubicBezTo>
                <a:cubicBezTo>
                  <a:pt x="2714671" y="1092525"/>
                  <a:pt x="2711470" y="1092617"/>
                  <a:pt x="2708178" y="1092068"/>
                </a:cubicBezTo>
                <a:cubicBezTo>
                  <a:pt x="2704887" y="1091519"/>
                  <a:pt x="2701869" y="1090331"/>
                  <a:pt x="2699126" y="1088593"/>
                </a:cubicBezTo>
                <a:lnTo>
                  <a:pt x="2694920" y="1085850"/>
                </a:lnTo>
                <a:cubicBezTo>
                  <a:pt x="2692085" y="1084113"/>
                  <a:pt x="2689708" y="1081918"/>
                  <a:pt x="2687787" y="1079175"/>
                </a:cubicBezTo>
                <a:cubicBezTo>
                  <a:pt x="2685959" y="1076523"/>
                  <a:pt x="2684587" y="1073506"/>
                  <a:pt x="2683855" y="1070305"/>
                </a:cubicBezTo>
                <a:cubicBezTo>
                  <a:pt x="2683124" y="1067105"/>
                  <a:pt x="2683032" y="1063904"/>
                  <a:pt x="2683581" y="1060613"/>
                </a:cubicBezTo>
                <a:cubicBezTo>
                  <a:pt x="2684221" y="1057321"/>
                  <a:pt x="2685318" y="1054303"/>
                  <a:pt x="2687147" y="1051560"/>
                </a:cubicBezTo>
                <a:cubicBezTo>
                  <a:pt x="2688885" y="1048725"/>
                  <a:pt x="2691079" y="1046439"/>
                  <a:pt x="2693822" y="1044519"/>
                </a:cubicBezTo>
                <a:cubicBezTo>
                  <a:pt x="2696474" y="1042599"/>
                  <a:pt x="2699492" y="1041227"/>
                  <a:pt x="2702692" y="1040496"/>
                </a:cubicBezTo>
                <a:cubicBezTo>
                  <a:pt x="2705892" y="1039856"/>
                  <a:pt x="2709184" y="1039764"/>
                  <a:pt x="2712476" y="1040313"/>
                </a:cubicBezTo>
                <a:cubicBezTo>
                  <a:pt x="2715677" y="1040862"/>
                  <a:pt x="2718694" y="1042050"/>
                  <a:pt x="2721529" y="1043788"/>
                </a:cubicBezTo>
              </a:path>
              <a:path w="3887754" h="1096183">
                <a:moveTo>
                  <a:pt x="2729941" y="1049091"/>
                </a:moveTo>
                <a:lnTo>
                  <a:pt x="2731587" y="1050097"/>
                </a:lnTo>
                <a:lnTo>
                  <a:pt x="2718328" y="1071220"/>
                </a:lnTo>
                <a:lnTo>
                  <a:pt x="2705344" y="1049914"/>
                </a:lnTo>
                <a:lnTo>
                  <a:pt x="2707904" y="1048360"/>
                </a:lnTo>
                <a:cubicBezTo>
                  <a:pt x="2710739" y="1046622"/>
                  <a:pt x="2713756" y="1045525"/>
                  <a:pt x="2717048" y="1044976"/>
                </a:cubicBezTo>
                <a:cubicBezTo>
                  <a:pt x="2720340" y="1044519"/>
                  <a:pt x="2723540" y="1044611"/>
                  <a:pt x="2726741" y="1045434"/>
                </a:cubicBezTo>
                <a:cubicBezTo>
                  <a:pt x="2729941" y="1046165"/>
                  <a:pt x="2732959" y="1047537"/>
                  <a:pt x="2735610" y="1049548"/>
                </a:cubicBezTo>
                <a:cubicBezTo>
                  <a:pt x="2738262" y="1051469"/>
                  <a:pt x="2740457" y="1053846"/>
                  <a:pt x="2742194" y="1056681"/>
                </a:cubicBezTo>
                <a:cubicBezTo>
                  <a:pt x="2743932" y="1059515"/>
                  <a:pt x="2745029" y="1062533"/>
                  <a:pt x="2745486" y="1065825"/>
                </a:cubicBezTo>
                <a:cubicBezTo>
                  <a:pt x="2746035" y="1069025"/>
                  <a:pt x="2745852" y="1072317"/>
                  <a:pt x="2745120" y="1075517"/>
                </a:cubicBezTo>
                <a:cubicBezTo>
                  <a:pt x="2744297" y="1078718"/>
                  <a:pt x="2742926" y="1081644"/>
                  <a:pt x="2741005" y="1084296"/>
                </a:cubicBezTo>
                <a:cubicBezTo>
                  <a:pt x="2739085" y="1086947"/>
                  <a:pt x="2736708" y="1089142"/>
                  <a:pt x="2733873" y="1090879"/>
                </a:cubicBezTo>
                <a:lnTo>
                  <a:pt x="2731221" y="1092434"/>
                </a:lnTo>
                <a:cubicBezTo>
                  <a:pt x="2727198" y="1094903"/>
                  <a:pt x="2722809" y="1096183"/>
                  <a:pt x="2718054" y="1096091"/>
                </a:cubicBezTo>
                <a:cubicBezTo>
                  <a:pt x="2713391" y="1096091"/>
                  <a:pt x="2709001" y="1094811"/>
                  <a:pt x="2704978" y="1092251"/>
                </a:cubicBezTo>
                <a:lnTo>
                  <a:pt x="2703332" y="1091245"/>
                </a:lnTo>
                <a:cubicBezTo>
                  <a:pt x="2700498" y="1089416"/>
                  <a:pt x="2698212" y="1087222"/>
                  <a:pt x="2696291" y="1084478"/>
                </a:cubicBezTo>
                <a:cubicBezTo>
                  <a:pt x="2694371" y="1081827"/>
                  <a:pt x="2692999" y="1078901"/>
                  <a:pt x="2692268" y="1075609"/>
                </a:cubicBezTo>
                <a:cubicBezTo>
                  <a:pt x="2691536" y="1072408"/>
                  <a:pt x="2691536" y="1069208"/>
                  <a:pt x="2692085" y="1065916"/>
                </a:cubicBezTo>
                <a:cubicBezTo>
                  <a:pt x="2692634" y="1062716"/>
                  <a:pt x="2693822" y="1059607"/>
                  <a:pt x="2695560" y="1056864"/>
                </a:cubicBezTo>
                <a:cubicBezTo>
                  <a:pt x="2697297" y="1054029"/>
                  <a:pt x="2699583" y="1051743"/>
                  <a:pt x="2702235" y="1049823"/>
                </a:cubicBezTo>
                <a:cubicBezTo>
                  <a:pt x="2704978" y="1047902"/>
                  <a:pt x="2707904" y="1046622"/>
                  <a:pt x="2711105" y="1045891"/>
                </a:cubicBezTo>
                <a:cubicBezTo>
                  <a:pt x="2714396" y="1045159"/>
                  <a:pt x="2717597" y="1045068"/>
                  <a:pt x="2720889" y="1045616"/>
                </a:cubicBezTo>
                <a:cubicBezTo>
                  <a:pt x="2724089" y="1046165"/>
                  <a:pt x="2727107" y="1047354"/>
                  <a:pt x="2729941" y="1049091"/>
                </a:cubicBezTo>
              </a:path>
              <a:path w="3887754" h="1096183">
                <a:moveTo>
                  <a:pt x="2712202" y="1045799"/>
                </a:moveTo>
                <a:lnTo>
                  <a:pt x="2716408" y="1043148"/>
                </a:lnTo>
                <a:cubicBezTo>
                  <a:pt x="2719243" y="1041410"/>
                  <a:pt x="2722260" y="1040313"/>
                  <a:pt x="2725552" y="1039856"/>
                </a:cubicBezTo>
                <a:cubicBezTo>
                  <a:pt x="2728844" y="1039307"/>
                  <a:pt x="2732044" y="1039490"/>
                  <a:pt x="2735245" y="1040221"/>
                </a:cubicBezTo>
                <a:cubicBezTo>
                  <a:pt x="2738537" y="1041044"/>
                  <a:pt x="2741463" y="1042416"/>
                  <a:pt x="2744114" y="1044336"/>
                </a:cubicBezTo>
                <a:cubicBezTo>
                  <a:pt x="2746766" y="1046256"/>
                  <a:pt x="2748961" y="1048634"/>
                  <a:pt x="2750698" y="1051469"/>
                </a:cubicBezTo>
                <a:cubicBezTo>
                  <a:pt x="2752435" y="1054303"/>
                  <a:pt x="2753533" y="1057321"/>
                  <a:pt x="2754081" y="1060613"/>
                </a:cubicBezTo>
                <a:cubicBezTo>
                  <a:pt x="2754539" y="1063904"/>
                  <a:pt x="2754447" y="1067105"/>
                  <a:pt x="2753624" y="1070305"/>
                </a:cubicBezTo>
                <a:cubicBezTo>
                  <a:pt x="2752801" y="1073506"/>
                  <a:pt x="2751521" y="1076432"/>
                  <a:pt x="2749509" y="1079175"/>
                </a:cubicBezTo>
                <a:cubicBezTo>
                  <a:pt x="2747589" y="1081827"/>
                  <a:pt x="2745212" y="1084021"/>
                  <a:pt x="2742377" y="1085759"/>
                </a:cubicBezTo>
                <a:lnTo>
                  <a:pt x="2738079" y="1088319"/>
                </a:lnTo>
                <a:cubicBezTo>
                  <a:pt x="2735245" y="1090056"/>
                  <a:pt x="2732227" y="1091154"/>
                  <a:pt x="2728935" y="1091611"/>
                </a:cubicBezTo>
                <a:cubicBezTo>
                  <a:pt x="2725735" y="1092159"/>
                  <a:pt x="2722443" y="1091976"/>
                  <a:pt x="2719243" y="1091245"/>
                </a:cubicBezTo>
                <a:cubicBezTo>
                  <a:pt x="2716042" y="1090422"/>
                  <a:pt x="2713116" y="1089050"/>
                  <a:pt x="2710464" y="1087130"/>
                </a:cubicBezTo>
                <a:cubicBezTo>
                  <a:pt x="2707721" y="1085210"/>
                  <a:pt x="2705527" y="1082832"/>
                  <a:pt x="2703881" y="1079998"/>
                </a:cubicBezTo>
                <a:cubicBezTo>
                  <a:pt x="2702143" y="1077163"/>
                  <a:pt x="2701046" y="1074146"/>
                  <a:pt x="2700498" y="1070854"/>
                </a:cubicBezTo>
                <a:cubicBezTo>
                  <a:pt x="2699949" y="1067562"/>
                  <a:pt x="2700132" y="1064362"/>
                  <a:pt x="2700863" y="1061161"/>
                </a:cubicBezTo>
                <a:cubicBezTo>
                  <a:pt x="2701686" y="1057961"/>
                  <a:pt x="2703058" y="1055035"/>
                  <a:pt x="2704978" y="1052292"/>
                </a:cubicBezTo>
                <a:cubicBezTo>
                  <a:pt x="2706990" y="1049640"/>
                  <a:pt x="2709367" y="1047445"/>
                  <a:pt x="2712202" y="1045799"/>
                </a:cubicBezTo>
              </a:path>
              <a:path w="3887754" h="1096183">
                <a:moveTo>
                  <a:pt x="2720706" y="1040587"/>
                </a:moveTo>
                <a:lnTo>
                  <a:pt x="2724912" y="1038027"/>
                </a:lnTo>
                <a:cubicBezTo>
                  <a:pt x="2727747" y="1036290"/>
                  <a:pt x="2730856" y="1035192"/>
                  <a:pt x="2734056" y="1034644"/>
                </a:cubicBezTo>
                <a:cubicBezTo>
                  <a:pt x="2737348" y="1034186"/>
                  <a:pt x="2740640" y="1034278"/>
                  <a:pt x="2743840" y="1035101"/>
                </a:cubicBezTo>
                <a:cubicBezTo>
                  <a:pt x="2747040" y="1035832"/>
                  <a:pt x="2749967" y="1037204"/>
                  <a:pt x="2752618" y="1039124"/>
                </a:cubicBezTo>
                <a:cubicBezTo>
                  <a:pt x="2755270" y="1041136"/>
                  <a:pt x="2757465" y="1043513"/>
                  <a:pt x="2759202" y="1046348"/>
                </a:cubicBezTo>
                <a:cubicBezTo>
                  <a:pt x="2760939" y="1049091"/>
                  <a:pt x="2762037" y="1052200"/>
                  <a:pt x="2762585" y="1055400"/>
                </a:cubicBezTo>
                <a:cubicBezTo>
                  <a:pt x="2763042" y="1058692"/>
                  <a:pt x="2762951" y="1061984"/>
                  <a:pt x="2762128" y="1065185"/>
                </a:cubicBezTo>
                <a:cubicBezTo>
                  <a:pt x="2761397" y="1068385"/>
                  <a:pt x="2760025" y="1071311"/>
                  <a:pt x="2758013" y="1073963"/>
                </a:cubicBezTo>
                <a:cubicBezTo>
                  <a:pt x="2756093" y="1076615"/>
                  <a:pt x="2753716" y="1078809"/>
                  <a:pt x="2750881" y="1080546"/>
                </a:cubicBezTo>
                <a:lnTo>
                  <a:pt x="2746583" y="1083107"/>
                </a:lnTo>
                <a:cubicBezTo>
                  <a:pt x="2743840" y="1084844"/>
                  <a:pt x="2740731" y="1085941"/>
                  <a:pt x="2737439" y="1086490"/>
                </a:cubicBezTo>
                <a:cubicBezTo>
                  <a:pt x="2734239" y="1086947"/>
                  <a:pt x="2730947" y="1086856"/>
                  <a:pt x="2727747" y="1086033"/>
                </a:cubicBezTo>
                <a:cubicBezTo>
                  <a:pt x="2724546" y="1085301"/>
                  <a:pt x="2721620" y="1083930"/>
                  <a:pt x="2718968" y="1081918"/>
                </a:cubicBezTo>
                <a:cubicBezTo>
                  <a:pt x="2716225" y="1079998"/>
                  <a:pt x="2714031" y="1077620"/>
                  <a:pt x="2712385" y="1074786"/>
                </a:cubicBezTo>
                <a:cubicBezTo>
                  <a:pt x="2710647" y="1071951"/>
                  <a:pt x="2709550" y="1068934"/>
                  <a:pt x="2709001" y="1065642"/>
                </a:cubicBezTo>
                <a:cubicBezTo>
                  <a:pt x="2708544" y="1062441"/>
                  <a:pt x="2708636" y="1059150"/>
                  <a:pt x="2709459" y="1055949"/>
                </a:cubicBezTo>
                <a:cubicBezTo>
                  <a:pt x="2710190" y="1052749"/>
                  <a:pt x="2711562" y="1049823"/>
                  <a:pt x="2713482" y="1047171"/>
                </a:cubicBezTo>
                <a:cubicBezTo>
                  <a:pt x="2715494" y="1044519"/>
                  <a:pt x="2717871" y="1042325"/>
                  <a:pt x="2720706" y="1040587"/>
                </a:cubicBezTo>
              </a:path>
              <a:path w="3887754" h="1096183">
                <a:moveTo>
                  <a:pt x="2729210" y="1035375"/>
                </a:moveTo>
                <a:lnTo>
                  <a:pt x="2733507" y="1032815"/>
                </a:lnTo>
                <a:cubicBezTo>
                  <a:pt x="2736342" y="1031077"/>
                  <a:pt x="2739360" y="1029980"/>
                  <a:pt x="2742651" y="1029432"/>
                </a:cubicBezTo>
                <a:cubicBezTo>
                  <a:pt x="2745852" y="1028974"/>
                  <a:pt x="2749144" y="1029066"/>
                  <a:pt x="2752344" y="1029889"/>
                </a:cubicBezTo>
                <a:cubicBezTo>
                  <a:pt x="2755544" y="1030620"/>
                  <a:pt x="2758470" y="1031992"/>
                  <a:pt x="2761122" y="1034004"/>
                </a:cubicBezTo>
                <a:cubicBezTo>
                  <a:pt x="2763865" y="1035924"/>
                  <a:pt x="2766060" y="1038301"/>
                  <a:pt x="2767706" y="1041136"/>
                </a:cubicBezTo>
                <a:cubicBezTo>
                  <a:pt x="2769443" y="1043970"/>
                  <a:pt x="2770541" y="1046988"/>
                  <a:pt x="2771089" y="1050280"/>
                </a:cubicBezTo>
                <a:cubicBezTo>
                  <a:pt x="2771546" y="1053480"/>
                  <a:pt x="2771455" y="1056772"/>
                  <a:pt x="2770632" y="1059972"/>
                </a:cubicBezTo>
                <a:cubicBezTo>
                  <a:pt x="2769900" y="1063173"/>
                  <a:pt x="2768529" y="1066099"/>
                  <a:pt x="2766609" y="1068751"/>
                </a:cubicBezTo>
                <a:cubicBezTo>
                  <a:pt x="2764597" y="1071494"/>
                  <a:pt x="2762220" y="1073597"/>
                  <a:pt x="2759385" y="1075334"/>
                </a:cubicBezTo>
                <a:lnTo>
                  <a:pt x="2755179" y="1077986"/>
                </a:lnTo>
                <a:cubicBezTo>
                  <a:pt x="2752344" y="1079632"/>
                  <a:pt x="2749235" y="1080821"/>
                  <a:pt x="2746035" y="1081278"/>
                </a:cubicBezTo>
                <a:cubicBezTo>
                  <a:pt x="2742743" y="1081827"/>
                  <a:pt x="2739451" y="1081644"/>
                  <a:pt x="2736251" y="1080912"/>
                </a:cubicBezTo>
                <a:cubicBezTo>
                  <a:pt x="2733050" y="1080089"/>
                  <a:pt x="2730124" y="1078718"/>
                  <a:pt x="2727472" y="1076797"/>
                </a:cubicBezTo>
                <a:cubicBezTo>
                  <a:pt x="2724821" y="1074786"/>
                  <a:pt x="2722626" y="1072408"/>
                  <a:pt x="2720889" y="1069665"/>
                </a:cubicBezTo>
                <a:cubicBezTo>
                  <a:pt x="2719151" y="1066830"/>
                  <a:pt x="2718054" y="1063722"/>
                  <a:pt x="2717505" y="1060521"/>
                </a:cubicBezTo>
                <a:cubicBezTo>
                  <a:pt x="2717048" y="1057229"/>
                  <a:pt x="2717140" y="1054029"/>
                  <a:pt x="2717963" y="1050828"/>
                </a:cubicBezTo>
                <a:cubicBezTo>
                  <a:pt x="2718694" y="1047537"/>
                  <a:pt x="2720066" y="1044611"/>
                  <a:pt x="2722077" y="1041959"/>
                </a:cubicBezTo>
                <a:cubicBezTo>
                  <a:pt x="2723998" y="1039307"/>
                  <a:pt x="2726375" y="1037112"/>
                  <a:pt x="2729210" y="1035375"/>
                </a:cubicBezTo>
              </a:path>
              <a:path w="3887754" h="1096183">
                <a:moveTo>
                  <a:pt x="2737714" y="1030254"/>
                </a:moveTo>
                <a:lnTo>
                  <a:pt x="2742011" y="1027603"/>
                </a:lnTo>
                <a:cubicBezTo>
                  <a:pt x="2744846" y="1025865"/>
                  <a:pt x="2747863" y="1024768"/>
                  <a:pt x="2751155" y="1024311"/>
                </a:cubicBezTo>
                <a:cubicBezTo>
                  <a:pt x="2754356" y="1023762"/>
                  <a:pt x="2757648" y="1023945"/>
                  <a:pt x="2760848" y="1024677"/>
                </a:cubicBezTo>
                <a:cubicBezTo>
                  <a:pt x="2764048" y="1025500"/>
                  <a:pt x="2766974" y="1026871"/>
                  <a:pt x="2769718" y="1028791"/>
                </a:cubicBezTo>
                <a:cubicBezTo>
                  <a:pt x="2772369" y="1030712"/>
                  <a:pt x="2774564" y="1033089"/>
                  <a:pt x="2776301" y="1035924"/>
                </a:cubicBezTo>
                <a:cubicBezTo>
                  <a:pt x="2777947" y="1038758"/>
                  <a:pt x="2779136" y="1041776"/>
                  <a:pt x="2779593" y="1045068"/>
                </a:cubicBezTo>
                <a:cubicBezTo>
                  <a:pt x="2780142" y="1048360"/>
                  <a:pt x="2779959" y="1051560"/>
                  <a:pt x="2779227" y="1054760"/>
                </a:cubicBezTo>
                <a:cubicBezTo>
                  <a:pt x="2778404" y="1057961"/>
                  <a:pt x="2777033" y="1060978"/>
                  <a:pt x="2775113" y="1063630"/>
                </a:cubicBezTo>
                <a:cubicBezTo>
                  <a:pt x="2773101" y="1066282"/>
                  <a:pt x="2770723" y="1068476"/>
                  <a:pt x="2767889" y="1070214"/>
                </a:cubicBezTo>
                <a:lnTo>
                  <a:pt x="2763683" y="1072774"/>
                </a:lnTo>
                <a:cubicBezTo>
                  <a:pt x="2760848" y="1074511"/>
                  <a:pt x="2757830" y="1075609"/>
                  <a:pt x="2754539" y="1076066"/>
                </a:cubicBezTo>
                <a:cubicBezTo>
                  <a:pt x="2751247" y="1076615"/>
                  <a:pt x="2748046" y="1076432"/>
                  <a:pt x="2744846" y="1075700"/>
                </a:cubicBezTo>
                <a:cubicBezTo>
                  <a:pt x="2741554" y="1074877"/>
                  <a:pt x="2738628" y="1073506"/>
                  <a:pt x="2735976" y="1071585"/>
                </a:cubicBezTo>
                <a:cubicBezTo>
                  <a:pt x="2733324" y="1069665"/>
                  <a:pt x="2731130" y="1067288"/>
                  <a:pt x="2729393" y="1064453"/>
                </a:cubicBezTo>
                <a:cubicBezTo>
                  <a:pt x="2727655" y="1061618"/>
                  <a:pt x="2726558" y="1058601"/>
                  <a:pt x="2726101" y="1055309"/>
                </a:cubicBezTo>
                <a:cubicBezTo>
                  <a:pt x="2725552" y="1052017"/>
                  <a:pt x="2725644" y="1048817"/>
                  <a:pt x="2726466" y="1045616"/>
                </a:cubicBezTo>
                <a:cubicBezTo>
                  <a:pt x="2727289" y="1042416"/>
                  <a:pt x="2728661" y="1039490"/>
                  <a:pt x="2730581" y="1036838"/>
                </a:cubicBezTo>
                <a:cubicBezTo>
                  <a:pt x="2732502" y="1034095"/>
                  <a:pt x="2734879" y="1031900"/>
                  <a:pt x="2737714" y="1030254"/>
                </a:cubicBezTo>
              </a:path>
              <a:path w="3887754" h="1096183">
                <a:moveTo>
                  <a:pt x="2746218" y="1025042"/>
                </a:moveTo>
                <a:lnTo>
                  <a:pt x="2750515" y="1022482"/>
                </a:lnTo>
                <a:cubicBezTo>
                  <a:pt x="2753350" y="1020745"/>
                  <a:pt x="2756367" y="1019647"/>
                  <a:pt x="2759659" y="1019099"/>
                </a:cubicBezTo>
                <a:cubicBezTo>
                  <a:pt x="2762951" y="1018642"/>
                  <a:pt x="2766151" y="1018733"/>
                  <a:pt x="2769352" y="1019556"/>
                </a:cubicBezTo>
                <a:cubicBezTo>
                  <a:pt x="2772552" y="1020288"/>
                  <a:pt x="2775570" y="1021659"/>
                  <a:pt x="2778222" y="1023579"/>
                </a:cubicBezTo>
                <a:cubicBezTo>
                  <a:pt x="2780873" y="1025591"/>
                  <a:pt x="2783068" y="1027968"/>
                  <a:pt x="2784805" y="1030803"/>
                </a:cubicBezTo>
                <a:cubicBezTo>
                  <a:pt x="2786543" y="1033638"/>
                  <a:pt x="2787640" y="1036655"/>
                  <a:pt x="2788097" y="1039856"/>
                </a:cubicBezTo>
                <a:cubicBezTo>
                  <a:pt x="2788646" y="1043148"/>
                  <a:pt x="2788463" y="1046439"/>
                  <a:pt x="2787731" y="1049640"/>
                </a:cubicBezTo>
                <a:cubicBezTo>
                  <a:pt x="2786908" y="1052840"/>
                  <a:pt x="2785537" y="1055766"/>
                  <a:pt x="2783616" y="1058418"/>
                </a:cubicBezTo>
                <a:cubicBezTo>
                  <a:pt x="2781696" y="1061070"/>
                  <a:pt x="2779227" y="1063264"/>
                  <a:pt x="2776484" y="1065002"/>
                </a:cubicBezTo>
                <a:lnTo>
                  <a:pt x="2772186" y="1067562"/>
                </a:lnTo>
                <a:cubicBezTo>
                  <a:pt x="2769352" y="1069299"/>
                  <a:pt x="2766334" y="1070397"/>
                  <a:pt x="2763042" y="1070945"/>
                </a:cubicBezTo>
                <a:cubicBezTo>
                  <a:pt x="2759751" y="1071402"/>
                  <a:pt x="2756550" y="1071311"/>
                  <a:pt x="2753350" y="1070488"/>
                </a:cubicBezTo>
                <a:cubicBezTo>
                  <a:pt x="2750149" y="1069757"/>
                  <a:pt x="2747132" y="1068385"/>
                  <a:pt x="2744480" y="1066373"/>
                </a:cubicBezTo>
                <a:cubicBezTo>
                  <a:pt x="2741828" y="1064453"/>
                  <a:pt x="2739634" y="1062076"/>
                  <a:pt x="2737896" y="1059241"/>
                </a:cubicBezTo>
                <a:cubicBezTo>
                  <a:pt x="2736159" y="1056406"/>
                  <a:pt x="2735062" y="1053389"/>
                  <a:pt x="2734605" y="1050097"/>
                </a:cubicBezTo>
                <a:cubicBezTo>
                  <a:pt x="2734056" y="1046897"/>
                  <a:pt x="2734239" y="1043605"/>
                  <a:pt x="2734970" y="1040404"/>
                </a:cubicBezTo>
                <a:cubicBezTo>
                  <a:pt x="2735793" y="1037204"/>
                  <a:pt x="2737165" y="1034278"/>
                  <a:pt x="2739085" y="1031626"/>
                </a:cubicBezTo>
                <a:cubicBezTo>
                  <a:pt x="2741005" y="1028974"/>
                  <a:pt x="2743383" y="1026780"/>
                  <a:pt x="2746218" y="1025042"/>
                </a:cubicBezTo>
              </a:path>
              <a:path w="3887754" h="1096183">
                <a:moveTo>
                  <a:pt x="2754813" y="1019830"/>
                </a:moveTo>
                <a:lnTo>
                  <a:pt x="2759019" y="1017270"/>
                </a:lnTo>
                <a:cubicBezTo>
                  <a:pt x="2761854" y="1015533"/>
                  <a:pt x="2764871" y="1014435"/>
                  <a:pt x="2768163" y="1013887"/>
                </a:cubicBezTo>
                <a:cubicBezTo>
                  <a:pt x="2771455" y="1013430"/>
                  <a:pt x="2774655" y="1013521"/>
                  <a:pt x="2777856" y="1014344"/>
                </a:cubicBezTo>
                <a:cubicBezTo>
                  <a:pt x="2781148" y="1015167"/>
                  <a:pt x="2784074" y="1016447"/>
                  <a:pt x="2786725" y="1018459"/>
                </a:cubicBezTo>
                <a:cubicBezTo>
                  <a:pt x="2789377" y="1020379"/>
                  <a:pt x="2791572" y="1022756"/>
                  <a:pt x="2793309" y="1025591"/>
                </a:cubicBezTo>
                <a:cubicBezTo>
                  <a:pt x="2795046" y="1028426"/>
                  <a:pt x="2796144" y="1031443"/>
                  <a:pt x="2796601" y="1034735"/>
                </a:cubicBezTo>
                <a:cubicBezTo>
                  <a:pt x="2797150" y="1038027"/>
                  <a:pt x="2796967" y="1041227"/>
                  <a:pt x="2796235" y="1044428"/>
                </a:cubicBezTo>
                <a:cubicBezTo>
                  <a:pt x="2795412" y="1047628"/>
                  <a:pt x="2794041" y="1050554"/>
                  <a:pt x="2792120" y="1053206"/>
                </a:cubicBezTo>
                <a:cubicBezTo>
                  <a:pt x="2790200" y="1055949"/>
                  <a:pt x="2787823" y="1058144"/>
                  <a:pt x="2784988" y="1059790"/>
                </a:cubicBezTo>
                <a:lnTo>
                  <a:pt x="2780690" y="1062441"/>
                </a:lnTo>
                <a:cubicBezTo>
                  <a:pt x="2777856" y="1064087"/>
                  <a:pt x="2774838" y="1065276"/>
                  <a:pt x="2771546" y="1065733"/>
                </a:cubicBezTo>
                <a:cubicBezTo>
                  <a:pt x="2768255" y="1066282"/>
                  <a:pt x="2765054" y="1066099"/>
                  <a:pt x="2761854" y="1065367"/>
                </a:cubicBezTo>
                <a:cubicBezTo>
                  <a:pt x="2758653" y="1064544"/>
                  <a:pt x="2755727" y="1063173"/>
                  <a:pt x="2752984" y="1061253"/>
                </a:cubicBezTo>
                <a:cubicBezTo>
                  <a:pt x="2750332" y="1059332"/>
                  <a:pt x="2748138" y="1056864"/>
                  <a:pt x="2746400" y="1054120"/>
                </a:cubicBezTo>
                <a:cubicBezTo>
                  <a:pt x="2744754" y="1051286"/>
                  <a:pt x="2743566" y="1048177"/>
                  <a:pt x="2743109" y="1044976"/>
                </a:cubicBezTo>
                <a:cubicBezTo>
                  <a:pt x="2742560" y="1041684"/>
                  <a:pt x="2742743" y="1038484"/>
                  <a:pt x="2743474" y="1035284"/>
                </a:cubicBezTo>
                <a:cubicBezTo>
                  <a:pt x="2744297" y="1031992"/>
                  <a:pt x="2745669" y="1029066"/>
                  <a:pt x="2747589" y="1026414"/>
                </a:cubicBezTo>
                <a:cubicBezTo>
                  <a:pt x="2749601" y="1023762"/>
                  <a:pt x="2751978" y="1021568"/>
                  <a:pt x="2754813" y="1019830"/>
                </a:cubicBezTo>
              </a:path>
              <a:path w="3887754" h="1096183">
                <a:moveTo>
                  <a:pt x="2763317" y="1014710"/>
                </a:moveTo>
                <a:lnTo>
                  <a:pt x="2767523" y="1012058"/>
                </a:lnTo>
                <a:cubicBezTo>
                  <a:pt x="2770358" y="1010412"/>
                  <a:pt x="2773467" y="1009223"/>
                  <a:pt x="2776667" y="1008766"/>
                </a:cubicBezTo>
                <a:cubicBezTo>
                  <a:pt x="2779959" y="1008217"/>
                  <a:pt x="2783159" y="1008400"/>
                  <a:pt x="2786451" y="1009132"/>
                </a:cubicBezTo>
                <a:cubicBezTo>
                  <a:pt x="2789652" y="1009955"/>
                  <a:pt x="2792578" y="1011326"/>
                  <a:pt x="2795229" y="1013247"/>
                </a:cubicBezTo>
                <a:cubicBezTo>
                  <a:pt x="2797881" y="1015167"/>
                  <a:pt x="2800076" y="1017636"/>
                  <a:pt x="2801813" y="1020379"/>
                </a:cubicBezTo>
                <a:cubicBezTo>
                  <a:pt x="2803550" y="1023214"/>
                  <a:pt x="2804648" y="1026231"/>
                  <a:pt x="2805196" y="1029523"/>
                </a:cubicBezTo>
                <a:cubicBezTo>
                  <a:pt x="2805654" y="1032815"/>
                  <a:pt x="2805562" y="1036015"/>
                  <a:pt x="2804739" y="1039216"/>
                </a:cubicBezTo>
                <a:cubicBezTo>
                  <a:pt x="2804008" y="1042416"/>
                  <a:pt x="2802636" y="1045434"/>
                  <a:pt x="2800624" y="1048085"/>
                </a:cubicBezTo>
                <a:cubicBezTo>
                  <a:pt x="2798704" y="1050737"/>
                  <a:pt x="2796327" y="1052932"/>
                  <a:pt x="2793492" y="1054669"/>
                </a:cubicBezTo>
                <a:lnTo>
                  <a:pt x="2789194" y="1057229"/>
                </a:lnTo>
                <a:cubicBezTo>
                  <a:pt x="2786360" y="1058967"/>
                  <a:pt x="2783342" y="1060064"/>
                  <a:pt x="2780050" y="1060521"/>
                </a:cubicBezTo>
                <a:cubicBezTo>
                  <a:pt x="2776850" y="1061070"/>
                  <a:pt x="2773558" y="1060978"/>
                  <a:pt x="2770358" y="1060155"/>
                </a:cubicBezTo>
                <a:cubicBezTo>
                  <a:pt x="2767157" y="1059332"/>
                  <a:pt x="2764231" y="1058052"/>
                  <a:pt x="2761579" y="1056041"/>
                </a:cubicBezTo>
                <a:cubicBezTo>
                  <a:pt x="2758836" y="1054120"/>
                  <a:pt x="2756642" y="1051743"/>
                  <a:pt x="2754996" y="1048908"/>
                </a:cubicBezTo>
                <a:cubicBezTo>
                  <a:pt x="2753258" y="1046074"/>
                  <a:pt x="2752161" y="1043056"/>
                  <a:pt x="2751612" y="1039764"/>
                </a:cubicBezTo>
                <a:cubicBezTo>
                  <a:pt x="2751155" y="1036472"/>
                  <a:pt x="2751247" y="1033272"/>
                  <a:pt x="2752070" y="1030072"/>
                </a:cubicBezTo>
                <a:cubicBezTo>
                  <a:pt x="2752801" y="1026871"/>
                  <a:pt x="2754173" y="1023945"/>
                  <a:pt x="2756093" y="1021293"/>
                </a:cubicBezTo>
                <a:cubicBezTo>
                  <a:pt x="2758105" y="1018550"/>
                  <a:pt x="2760482" y="1016356"/>
                  <a:pt x="2763317" y="1014710"/>
                </a:cubicBezTo>
              </a:path>
              <a:path w="3887754" h="1096183">
                <a:moveTo>
                  <a:pt x="2771821" y="1009498"/>
                </a:moveTo>
                <a:lnTo>
                  <a:pt x="2776118" y="1006937"/>
                </a:lnTo>
                <a:cubicBezTo>
                  <a:pt x="2778862" y="1005200"/>
                  <a:pt x="2781971" y="1004103"/>
                  <a:pt x="2785171" y="1003554"/>
                </a:cubicBezTo>
                <a:cubicBezTo>
                  <a:pt x="2788463" y="1003097"/>
                  <a:pt x="2791755" y="1003188"/>
                  <a:pt x="2794955" y="1004011"/>
                </a:cubicBezTo>
                <a:cubicBezTo>
                  <a:pt x="2798155" y="1004743"/>
                  <a:pt x="2801082" y="1006114"/>
                  <a:pt x="2803733" y="1008035"/>
                </a:cubicBezTo>
                <a:cubicBezTo>
                  <a:pt x="2806385" y="1010046"/>
                  <a:pt x="2808580" y="1012424"/>
                  <a:pt x="2810317" y="1015258"/>
                </a:cubicBezTo>
                <a:cubicBezTo>
                  <a:pt x="2812054" y="1018093"/>
                  <a:pt x="2813152" y="1021110"/>
                  <a:pt x="2813700" y="1024402"/>
                </a:cubicBezTo>
                <a:cubicBezTo>
                  <a:pt x="2814157" y="1027603"/>
                  <a:pt x="2814066" y="1030895"/>
                  <a:pt x="2813243" y="1034095"/>
                </a:cubicBezTo>
                <a:cubicBezTo>
                  <a:pt x="2812512" y="1037295"/>
                  <a:pt x="2811140" y="1040221"/>
                  <a:pt x="2809128" y="1042873"/>
                </a:cubicBezTo>
                <a:cubicBezTo>
                  <a:pt x="2807208" y="1045525"/>
                  <a:pt x="2804831" y="1047720"/>
                  <a:pt x="2801996" y="1049457"/>
                </a:cubicBezTo>
                <a:lnTo>
                  <a:pt x="2797698" y="1052017"/>
                </a:lnTo>
                <a:cubicBezTo>
                  <a:pt x="2794955" y="1053755"/>
                  <a:pt x="2791846" y="1054852"/>
                  <a:pt x="2788646" y="1055400"/>
                </a:cubicBezTo>
                <a:cubicBezTo>
                  <a:pt x="2785354" y="1055858"/>
                  <a:pt x="2782062" y="1055766"/>
                  <a:pt x="2778862" y="1054943"/>
                </a:cubicBezTo>
                <a:cubicBezTo>
                  <a:pt x="2775661" y="1054212"/>
                  <a:pt x="2772735" y="1052840"/>
                  <a:pt x="2770083" y="1050920"/>
                </a:cubicBezTo>
                <a:cubicBezTo>
                  <a:pt x="2767432" y="1048908"/>
                  <a:pt x="2765237" y="1046531"/>
                  <a:pt x="2763500" y="1043696"/>
                </a:cubicBezTo>
                <a:cubicBezTo>
                  <a:pt x="2761762" y="1040862"/>
                  <a:pt x="2760665" y="1037844"/>
                  <a:pt x="2760116" y="1034552"/>
                </a:cubicBezTo>
                <a:cubicBezTo>
                  <a:pt x="2759659" y="1031352"/>
                  <a:pt x="2759751" y="1028060"/>
                  <a:pt x="2760574" y="1024860"/>
                </a:cubicBezTo>
                <a:cubicBezTo>
                  <a:pt x="2761305" y="1021659"/>
                  <a:pt x="2762677" y="1018733"/>
                  <a:pt x="2764688" y="1016081"/>
                </a:cubicBezTo>
                <a:cubicBezTo>
                  <a:pt x="2766609" y="1013430"/>
                  <a:pt x="2768986" y="1011235"/>
                  <a:pt x="2771821" y="1009498"/>
                </a:cubicBezTo>
              </a:path>
              <a:path w="3887754" h="1096183">
                <a:moveTo>
                  <a:pt x="2780325" y="1004286"/>
                </a:moveTo>
                <a:lnTo>
                  <a:pt x="2784622" y="1001725"/>
                </a:lnTo>
                <a:cubicBezTo>
                  <a:pt x="2787457" y="999988"/>
                  <a:pt x="2790474" y="998891"/>
                  <a:pt x="2793766" y="998433"/>
                </a:cubicBezTo>
                <a:cubicBezTo>
                  <a:pt x="2796967" y="997885"/>
                  <a:pt x="2800259" y="997976"/>
                  <a:pt x="2803459" y="998799"/>
                </a:cubicBezTo>
                <a:cubicBezTo>
                  <a:pt x="2806659" y="999622"/>
                  <a:pt x="2809585" y="1000902"/>
                  <a:pt x="2812237" y="1002914"/>
                </a:cubicBezTo>
                <a:cubicBezTo>
                  <a:pt x="2814980" y="1004834"/>
                  <a:pt x="2817175" y="1007212"/>
                  <a:pt x="2818821" y="1010046"/>
                </a:cubicBezTo>
                <a:cubicBezTo>
                  <a:pt x="2820558" y="1012881"/>
                  <a:pt x="2821656" y="1015898"/>
                  <a:pt x="2822204" y="1019190"/>
                </a:cubicBezTo>
                <a:cubicBezTo>
                  <a:pt x="2822661" y="1022482"/>
                  <a:pt x="2822570" y="1025682"/>
                  <a:pt x="2821747" y="1028883"/>
                </a:cubicBezTo>
                <a:cubicBezTo>
                  <a:pt x="2821015" y="1032083"/>
                  <a:pt x="2819644" y="1035009"/>
                  <a:pt x="2817724" y="1037661"/>
                </a:cubicBezTo>
                <a:cubicBezTo>
                  <a:pt x="2815712" y="1040404"/>
                  <a:pt x="2813334" y="1042599"/>
                  <a:pt x="2810500" y="1044245"/>
                </a:cubicBezTo>
                <a:lnTo>
                  <a:pt x="2806294" y="1046897"/>
                </a:lnTo>
                <a:cubicBezTo>
                  <a:pt x="2803459" y="1048542"/>
                  <a:pt x="2800350" y="1049731"/>
                  <a:pt x="2797150" y="1050188"/>
                </a:cubicBezTo>
                <a:cubicBezTo>
                  <a:pt x="2793858" y="1050737"/>
                  <a:pt x="2790657" y="1050554"/>
                  <a:pt x="2787366" y="1049823"/>
                </a:cubicBezTo>
                <a:cubicBezTo>
                  <a:pt x="2784165" y="1049000"/>
                  <a:pt x="2781239" y="1047628"/>
                  <a:pt x="2778587" y="1045708"/>
                </a:cubicBezTo>
                <a:cubicBezTo>
                  <a:pt x="2775936" y="1043788"/>
                  <a:pt x="2773741" y="1041410"/>
                  <a:pt x="2772004" y="1038576"/>
                </a:cubicBezTo>
                <a:cubicBezTo>
                  <a:pt x="2770266" y="1035741"/>
                  <a:pt x="2769169" y="1032723"/>
                  <a:pt x="2768620" y="1029432"/>
                </a:cubicBezTo>
                <a:cubicBezTo>
                  <a:pt x="2768163" y="1026140"/>
                  <a:pt x="2768255" y="1022939"/>
                  <a:pt x="2769078" y="1019739"/>
                </a:cubicBezTo>
                <a:cubicBezTo>
                  <a:pt x="2769809" y="1016538"/>
                  <a:pt x="2771181" y="1013521"/>
                  <a:pt x="2773192" y="1010869"/>
                </a:cubicBezTo>
                <a:cubicBezTo>
                  <a:pt x="2775113" y="1008217"/>
                  <a:pt x="2777490" y="1006023"/>
                  <a:pt x="2780325" y="1004286"/>
                </a:cubicBezTo>
              </a:path>
              <a:path w="3887754" h="1096183">
                <a:moveTo>
                  <a:pt x="2788829" y="999165"/>
                </a:moveTo>
                <a:lnTo>
                  <a:pt x="2793126" y="996513"/>
                </a:lnTo>
                <a:cubicBezTo>
                  <a:pt x="2795961" y="994867"/>
                  <a:pt x="2798978" y="993678"/>
                  <a:pt x="2802270" y="993221"/>
                </a:cubicBezTo>
                <a:cubicBezTo>
                  <a:pt x="2805562" y="992673"/>
                  <a:pt x="2808762" y="992856"/>
                  <a:pt x="2811963" y="993587"/>
                </a:cubicBezTo>
                <a:cubicBezTo>
                  <a:pt x="2815163" y="994410"/>
                  <a:pt x="2818089" y="995782"/>
                  <a:pt x="2820833" y="997702"/>
                </a:cubicBezTo>
                <a:cubicBezTo>
                  <a:pt x="2823484" y="999622"/>
                  <a:pt x="2825679" y="1002091"/>
                  <a:pt x="2827416" y="1004834"/>
                </a:cubicBezTo>
                <a:cubicBezTo>
                  <a:pt x="2829062" y="1007669"/>
                  <a:pt x="2830251" y="1010778"/>
                  <a:pt x="2830708" y="1013978"/>
                </a:cubicBezTo>
                <a:cubicBezTo>
                  <a:pt x="2831257" y="1017270"/>
                  <a:pt x="2831074" y="1020470"/>
                  <a:pt x="2830342" y="1023671"/>
                </a:cubicBezTo>
                <a:cubicBezTo>
                  <a:pt x="2829519" y="1026963"/>
                  <a:pt x="2828148" y="1029889"/>
                  <a:pt x="2826228" y="1032540"/>
                </a:cubicBezTo>
                <a:cubicBezTo>
                  <a:pt x="2824216" y="1035192"/>
                  <a:pt x="2821838" y="1037387"/>
                  <a:pt x="2819004" y="1039124"/>
                </a:cubicBezTo>
                <a:lnTo>
                  <a:pt x="2814798" y="1041684"/>
                </a:lnTo>
                <a:cubicBezTo>
                  <a:pt x="2811963" y="1043422"/>
                  <a:pt x="2808945" y="1044519"/>
                  <a:pt x="2805654" y="1045068"/>
                </a:cubicBezTo>
                <a:cubicBezTo>
                  <a:pt x="2802362" y="1045525"/>
                  <a:pt x="2799161" y="1045434"/>
                  <a:pt x="2795961" y="1044611"/>
                </a:cubicBezTo>
                <a:cubicBezTo>
                  <a:pt x="2792669" y="1043788"/>
                  <a:pt x="2789743" y="1042507"/>
                  <a:pt x="2787091" y="1040496"/>
                </a:cubicBezTo>
                <a:cubicBezTo>
                  <a:pt x="2784439" y="1038576"/>
                  <a:pt x="2782245" y="1036198"/>
                  <a:pt x="2780508" y="1033363"/>
                </a:cubicBezTo>
                <a:cubicBezTo>
                  <a:pt x="2778770" y="1030529"/>
                  <a:pt x="2777673" y="1027511"/>
                  <a:pt x="2777216" y="1024219"/>
                </a:cubicBezTo>
                <a:cubicBezTo>
                  <a:pt x="2776667" y="1020928"/>
                  <a:pt x="2776850" y="1017727"/>
                  <a:pt x="2777581" y="1014527"/>
                </a:cubicBezTo>
                <a:cubicBezTo>
                  <a:pt x="2778404" y="1011326"/>
                  <a:pt x="2779776" y="1008400"/>
                  <a:pt x="2781696" y="1005749"/>
                </a:cubicBezTo>
                <a:cubicBezTo>
                  <a:pt x="2783616" y="1003005"/>
                  <a:pt x="2785994" y="1000811"/>
                  <a:pt x="2788829" y="999165"/>
                </a:cubicBezTo>
              </a:path>
              <a:path w="3887754" h="1096183">
                <a:moveTo>
                  <a:pt x="2797332" y="993953"/>
                </a:moveTo>
                <a:lnTo>
                  <a:pt x="2801630" y="991392"/>
                </a:lnTo>
                <a:cubicBezTo>
                  <a:pt x="2804465" y="989655"/>
                  <a:pt x="2807482" y="988558"/>
                  <a:pt x="2810774" y="988009"/>
                </a:cubicBezTo>
                <a:cubicBezTo>
                  <a:pt x="2814066" y="987552"/>
                  <a:pt x="2817266" y="987643"/>
                  <a:pt x="2820467" y="988466"/>
                </a:cubicBezTo>
                <a:cubicBezTo>
                  <a:pt x="2823667" y="989198"/>
                  <a:pt x="2826685" y="990570"/>
                  <a:pt x="2829336" y="992581"/>
                </a:cubicBezTo>
                <a:cubicBezTo>
                  <a:pt x="2831988" y="994501"/>
                  <a:pt x="2834183" y="996879"/>
                  <a:pt x="2835920" y="999714"/>
                </a:cubicBezTo>
                <a:cubicBezTo>
                  <a:pt x="2837658" y="1002548"/>
                  <a:pt x="2838755" y="1005566"/>
                  <a:pt x="2839212" y="1008858"/>
                </a:cubicBezTo>
                <a:cubicBezTo>
                  <a:pt x="2839761" y="1012058"/>
                  <a:pt x="2839578" y="1015350"/>
                  <a:pt x="2838846" y="1018550"/>
                </a:cubicBezTo>
                <a:cubicBezTo>
                  <a:pt x="2838023" y="1021751"/>
                  <a:pt x="2836652" y="1024677"/>
                  <a:pt x="2834731" y="1027328"/>
                </a:cubicBezTo>
                <a:cubicBezTo>
                  <a:pt x="2832811" y="1029980"/>
                  <a:pt x="2830434" y="1032175"/>
                  <a:pt x="2827599" y="1033912"/>
                </a:cubicBezTo>
                <a:lnTo>
                  <a:pt x="2823301" y="1036472"/>
                </a:lnTo>
                <a:cubicBezTo>
                  <a:pt x="2820467" y="1038210"/>
                  <a:pt x="2817449" y="1039307"/>
                  <a:pt x="2814157" y="1039856"/>
                </a:cubicBezTo>
                <a:cubicBezTo>
                  <a:pt x="2810866" y="1040313"/>
                  <a:pt x="2807665" y="1040221"/>
                  <a:pt x="2804465" y="1039398"/>
                </a:cubicBezTo>
                <a:cubicBezTo>
                  <a:pt x="2801264" y="1038667"/>
                  <a:pt x="2798247" y="1037295"/>
                  <a:pt x="2795595" y="1035375"/>
                </a:cubicBezTo>
                <a:cubicBezTo>
                  <a:pt x="2792943" y="1033363"/>
                  <a:pt x="2790749" y="1030986"/>
                  <a:pt x="2789011" y="1028151"/>
                </a:cubicBezTo>
                <a:cubicBezTo>
                  <a:pt x="2787274" y="1025317"/>
                  <a:pt x="2786177" y="1022299"/>
                  <a:pt x="2785720" y="1019099"/>
                </a:cubicBezTo>
                <a:cubicBezTo>
                  <a:pt x="2785171" y="1015807"/>
                  <a:pt x="2785354" y="1012515"/>
                  <a:pt x="2786085" y="1009315"/>
                </a:cubicBezTo>
                <a:cubicBezTo>
                  <a:pt x="2786908" y="1006114"/>
                  <a:pt x="2788280" y="1003188"/>
                  <a:pt x="2790200" y="1000536"/>
                </a:cubicBezTo>
                <a:cubicBezTo>
                  <a:pt x="2792120" y="997885"/>
                  <a:pt x="2794589" y="995690"/>
                  <a:pt x="2797332" y="993953"/>
                </a:cubicBezTo>
              </a:path>
              <a:path w="3887754" h="1096183">
                <a:moveTo>
                  <a:pt x="2805928" y="988741"/>
                </a:moveTo>
                <a:lnTo>
                  <a:pt x="2810134" y="986180"/>
                </a:lnTo>
                <a:cubicBezTo>
                  <a:pt x="2812969" y="984443"/>
                  <a:pt x="2815986" y="983346"/>
                  <a:pt x="2819278" y="982889"/>
                </a:cubicBezTo>
                <a:cubicBezTo>
                  <a:pt x="2822570" y="982340"/>
                  <a:pt x="2825770" y="982523"/>
                  <a:pt x="2828971" y="983254"/>
                </a:cubicBezTo>
                <a:cubicBezTo>
                  <a:pt x="2832263" y="984077"/>
                  <a:pt x="2835189" y="985449"/>
                  <a:pt x="2837840" y="987369"/>
                </a:cubicBezTo>
                <a:cubicBezTo>
                  <a:pt x="2840492" y="989289"/>
                  <a:pt x="2842687" y="991667"/>
                  <a:pt x="2844424" y="994501"/>
                </a:cubicBezTo>
                <a:cubicBezTo>
                  <a:pt x="2846161" y="997336"/>
                  <a:pt x="2847259" y="1000354"/>
                  <a:pt x="2847716" y="1003645"/>
                </a:cubicBezTo>
                <a:cubicBezTo>
                  <a:pt x="2848265" y="1006937"/>
                  <a:pt x="2848173" y="1010138"/>
                  <a:pt x="2847350" y="1013338"/>
                </a:cubicBezTo>
                <a:cubicBezTo>
                  <a:pt x="2846527" y="1016538"/>
                  <a:pt x="2845247" y="1019465"/>
                  <a:pt x="2843235" y="1022208"/>
                </a:cubicBezTo>
                <a:cubicBezTo>
                  <a:pt x="2841315" y="1024860"/>
                  <a:pt x="2838938" y="1027054"/>
                  <a:pt x="2836103" y="1028700"/>
                </a:cubicBezTo>
                <a:lnTo>
                  <a:pt x="2831805" y="1031352"/>
                </a:lnTo>
                <a:cubicBezTo>
                  <a:pt x="2828971" y="1033089"/>
                  <a:pt x="2825953" y="1034186"/>
                  <a:pt x="2822661" y="1034644"/>
                </a:cubicBezTo>
                <a:cubicBezTo>
                  <a:pt x="2819461" y="1035192"/>
                  <a:pt x="2816169" y="1035009"/>
                  <a:pt x="2812969" y="1034278"/>
                </a:cubicBezTo>
                <a:cubicBezTo>
                  <a:pt x="2809768" y="1033455"/>
                  <a:pt x="2806842" y="1032083"/>
                  <a:pt x="2804099" y="1030163"/>
                </a:cubicBezTo>
                <a:cubicBezTo>
                  <a:pt x="2801447" y="1028243"/>
                  <a:pt x="2799253" y="1025865"/>
                  <a:pt x="2797515" y="1023031"/>
                </a:cubicBezTo>
                <a:cubicBezTo>
                  <a:pt x="2795869" y="1020196"/>
                  <a:pt x="2794772" y="1017179"/>
                  <a:pt x="2794224" y="1013887"/>
                </a:cubicBezTo>
                <a:cubicBezTo>
                  <a:pt x="2793675" y="1010595"/>
                  <a:pt x="2793858" y="1007394"/>
                  <a:pt x="2794589" y="1004194"/>
                </a:cubicBezTo>
                <a:cubicBezTo>
                  <a:pt x="2795412" y="1000994"/>
                  <a:pt x="2796784" y="997976"/>
                  <a:pt x="2798704" y="995324"/>
                </a:cubicBezTo>
                <a:cubicBezTo>
                  <a:pt x="2800716" y="992673"/>
                  <a:pt x="2803093" y="990478"/>
                  <a:pt x="2805928" y="988741"/>
                </a:cubicBezTo>
              </a:path>
              <a:path w="3887754" h="1096183">
                <a:moveTo>
                  <a:pt x="2814432" y="983620"/>
                </a:moveTo>
                <a:lnTo>
                  <a:pt x="2818638" y="980968"/>
                </a:lnTo>
                <a:cubicBezTo>
                  <a:pt x="2821473" y="979322"/>
                  <a:pt x="2824582" y="978134"/>
                  <a:pt x="2827782" y="977676"/>
                </a:cubicBezTo>
                <a:cubicBezTo>
                  <a:pt x="2831074" y="977128"/>
                  <a:pt x="2834274" y="977311"/>
                  <a:pt x="2837566" y="978042"/>
                </a:cubicBezTo>
                <a:cubicBezTo>
                  <a:pt x="2840766" y="978865"/>
                  <a:pt x="2843693" y="980237"/>
                  <a:pt x="2846344" y="982157"/>
                </a:cubicBezTo>
                <a:cubicBezTo>
                  <a:pt x="2848996" y="984169"/>
                  <a:pt x="2851191" y="986546"/>
                  <a:pt x="2852928" y="989289"/>
                </a:cubicBezTo>
                <a:cubicBezTo>
                  <a:pt x="2854665" y="992124"/>
                  <a:pt x="2855763" y="995233"/>
                  <a:pt x="2856311" y="998433"/>
                </a:cubicBezTo>
                <a:cubicBezTo>
                  <a:pt x="2856768" y="1001725"/>
                  <a:pt x="2856677" y="1004926"/>
                  <a:pt x="2855854" y="1008126"/>
                </a:cubicBezTo>
                <a:cubicBezTo>
                  <a:pt x="2855123" y="1011418"/>
                  <a:pt x="2853751" y="1014344"/>
                  <a:pt x="2851739" y="1016996"/>
                </a:cubicBezTo>
                <a:cubicBezTo>
                  <a:pt x="2849819" y="1019647"/>
                  <a:pt x="2847442" y="1021842"/>
                  <a:pt x="2844607" y="1023579"/>
                </a:cubicBezTo>
                <a:lnTo>
                  <a:pt x="2840309" y="1026140"/>
                </a:lnTo>
                <a:cubicBezTo>
                  <a:pt x="2837566" y="1027877"/>
                  <a:pt x="2834457" y="1028974"/>
                  <a:pt x="2831165" y="1029523"/>
                </a:cubicBezTo>
                <a:cubicBezTo>
                  <a:pt x="2827965" y="1029980"/>
                  <a:pt x="2824673" y="1029889"/>
                  <a:pt x="2821473" y="1029066"/>
                </a:cubicBezTo>
                <a:cubicBezTo>
                  <a:pt x="2818272" y="1028334"/>
                  <a:pt x="2815346" y="1026963"/>
                  <a:pt x="2812694" y="1024951"/>
                </a:cubicBezTo>
                <a:cubicBezTo>
                  <a:pt x="2809951" y="1023031"/>
                  <a:pt x="2807757" y="1020653"/>
                  <a:pt x="2806111" y="1017819"/>
                </a:cubicBezTo>
                <a:cubicBezTo>
                  <a:pt x="2804373" y="1014984"/>
                  <a:pt x="2803276" y="1011966"/>
                  <a:pt x="2802727" y="1008675"/>
                </a:cubicBezTo>
                <a:cubicBezTo>
                  <a:pt x="2802270" y="1005474"/>
                  <a:pt x="2802362" y="1002182"/>
                  <a:pt x="2803185" y="998982"/>
                </a:cubicBezTo>
                <a:cubicBezTo>
                  <a:pt x="2803916" y="995782"/>
                  <a:pt x="2805288" y="992856"/>
                  <a:pt x="2807208" y="990204"/>
                </a:cubicBezTo>
                <a:cubicBezTo>
                  <a:pt x="2809220" y="987461"/>
                  <a:pt x="2811597" y="985357"/>
                  <a:pt x="2814432" y="983620"/>
                </a:cubicBezTo>
              </a:path>
              <a:path w="3887754" h="1096183">
                <a:moveTo>
                  <a:pt x="2822936" y="978408"/>
                </a:moveTo>
                <a:lnTo>
                  <a:pt x="2827233" y="975848"/>
                </a:lnTo>
                <a:cubicBezTo>
                  <a:pt x="2829977" y="974110"/>
                  <a:pt x="2833086" y="973013"/>
                  <a:pt x="2836377" y="972464"/>
                </a:cubicBezTo>
                <a:cubicBezTo>
                  <a:pt x="2839578" y="972007"/>
                  <a:pt x="2842870" y="972099"/>
                  <a:pt x="2846070" y="972922"/>
                </a:cubicBezTo>
                <a:cubicBezTo>
                  <a:pt x="2849270" y="973653"/>
                  <a:pt x="2852196" y="975025"/>
                  <a:pt x="2854848" y="977036"/>
                </a:cubicBezTo>
                <a:cubicBezTo>
                  <a:pt x="2857591" y="978957"/>
                  <a:pt x="2859786" y="981334"/>
                  <a:pt x="2861432" y="984169"/>
                </a:cubicBezTo>
                <a:cubicBezTo>
                  <a:pt x="2863169" y="987003"/>
                  <a:pt x="2864267" y="990021"/>
                  <a:pt x="2864815" y="993313"/>
                </a:cubicBezTo>
                <a:cubicBezTo>
                  <a:pt x="2865272" y="996513"/>
                  <a:pt x="2865181" y="999805"/>
                  <a:pt x="2864358" y="1003005"/>
                </a:cubicBezTo>
                <a:cubicBezTo>
                  <a:pt x="2863626" y="1006206"/>
                  <a:pt x="2862255" y="1009132"/>
                  <a:pt x="2860335" y="1011784"/>
                </a:cubicBezTo>
                <a:cubicBezTo>
                  <a:pt x="2858323" y="1014435"/>
                  <a:pt x="2855946" y="1016630"/>
                  <a:pt x="2853111" y="1018367"/>
                </a:cubicBezTo>
                <a:lnTo>
                  <a:pt x="2848905" y="1020928"/>
                </a:lnTo>
                <a:cubicBezTo>
                  <a:pt x="2846070" y="1022665"/>
                  <a:pt x="2842961" y="1023762"/>
                  <a:pt x="2839761" y="1024311"/>
                </a:cubicBezTo>
                <a:cubicBezTo>
                  <a:pt x="2836469" y="1024768"/>
                  <a:pt x="2833177" y="1024677"/>
                  <a:pt x="2829977" y="1023854"/>
                </a:cubicBezTo>
                <a:cubicBezTo>
                  <a:pt x="2826776" y="1023122"/>
                  <a:pt x="2823850" y="1021751"/>
                  <a:pt x="2821198" y="1019830"/>
                </a:cubicBezTo>
                <a:cubicBezTo>
                  <a:pt x="2818547" y="1017819"/>
                  <a:pt x="2816352" y="1015441"/>
                  <a:pt x="2814615" y="1012607"/>
                </a:cubicBezTo>
                <a:cubicBezTo>
                  <a:pt x="2812877" y="1009863"/>
                  <a:pt x="2811780" y="1006754"/>
                  <a:pt x="2811231" y="1003554"/>
                </a:cubicBezTo>
                <a:cubicBezTo>
                  <a:pt x="2810774" y="1000262"/>
                  <a:pt x="2810866" y="996970"/>
                  <a:pt x="2811689" y="993770"/>
                </a:cubicBezTo>
                <a:cubicBezTo>
                  <a:pt x="2812420" y="990570"/>
                  <a:pt x="2813792" y="987643"/>
                  <a:pt x="2815803" y="984992"/>
                </a:cubicBezTo>
                <a:cubicBezTo>
                  <a:pt x="2817724" y="982340"/>
                  <a:pt x="2820101" y="980145"/>
                  <a:pt x="2822936" y="978408"/>
                </a:cubicBezTo>
              </a:path>
              <a:path w="3887754" h="1096183">
                <a:moveTo>
                  <a:pt x="2831440" y="973196"/>
                </a:moveTo>
                <a:lnTo>
                  <a:pt x="2835737" y="970636"/>
                </a:lnTo>
                <a:cubicBezTo>
                  <a:pt x="2838572" y="968898"/>
                  <a:pt x="2841589" y="967801"/>
                  <a:pt x="2844881" y="967344"/>
                </a:cubicBezTo>
                <a:cubicBezTo>
                  <a:pt x="2848082" y="966795"/>
                  <a:pt x="2851374" y="966978"/>
                  <a:pt x="2854574" y="967710"/>
                </a:cubicBezTo>
                <a:cubicBezTo>
                  <a:pt x="2857774" y="968532"/>
                  <a:pt x="2860700" y="969904"/>
                  <a:pt x="2863444" y="971824"/>
                </a:cubicBezTo>
                <a:cubicBezTo>
                  <a:pt x="2866095" y="973745"/>
                  <a:pt x="2868290" y="976122"/>
                  <a:pt x="2869936" y="978957"/>
                </a:cubicBezTo>
                <a:cubicBezTo>
                  <a:pt x="2871673" y="981791"/>
                  <a:pt x="2872770" y="984809"/>
                  <a:pt x="2873319" y="988101"/>
                </a:cubicBezTo>
                <a:cubicBezTo>
                  <a:pt x="2873868" y="991392"/>
                  <a:pt x="2873685" y="994593"/>
                  <a:pt x="2872953" y="997793"/>
                </a:cubicBezTo>
                <a:cubicBezTo>
                  <a:pt x="2872130" y="1000994"/>
                  <a:pt x="2870759" y="1003920"/>
                  <a:pt x="2868839" y="1006663"/>
                </a:cubicBezTo>
                <a:cubicBezTo>
                  <a:pt x="2866827" y="1009315"/>
                  <a:pt x="2864449" y="1011509"/>
                  <a:pt x="2861615" y="1013155"/>
                </a:cubicBezTo>
                <a:lnTo>
                  <a:pt x="2857409" y="1015807"/>
                </a:lnTo>
                <a:cubicBezTo>
                  <a:pt x="2854574" y="1017544"/>
                  <a:pt x="2851556" y="1018642"/>
                  <a:pt x="2848265" y="1019099"/>
                </a:cubicBezTo>
                <a:cubicBezTo>
                  <a:pt x="2844973" y="1019647"/>
                  <a:pt x="2841772" y="1019465"/>
                  <a:pt x="2838572" y="1018733"/>
                </a:cubicBezTo>
                <a:cubicBezTo>
                  <a:pt x="2835280" y="1017910"/>
                  <a:pt x="2832354" y="1016538"/>
                  <a:pt x="2829702" y="1014618"/>
                </a:cubicBezTo>
                <a:cubicBezTo>
                  <a:pt x="2827050" y="1012698"/>
                  <a:pt x="2824856" y="1010321"/>
                  <a:pt x="2823119" y="1007486"/>
                </a:cubicBezTo>
                <a:cubicBezTo>
                  <a:pt x="2821381" y="1004651"/>
                  <a:pt x="2820284" y="1001634"/>
                  <a:pt x="2819735" y="998342"/>
                </a:cubicBezTo>
                <a:cubicBezTo>
                  <a:pt x="2819278" y="995050"/>
                  <a:pt x="2819370" y="991850"/>
                  <a:pt x="2820192" y="988649"/>
                </a:cubicBezTo>
                <a:cubicBezTo>
                  <a:pt x="2821015" y="985449"/>
                  <a:pt x="2822296" y="982523"/>
                  <a:pt x="2824307" y="979780"/>
                </a:cubicBezTo>
                <a:cubicBezTo>
                  <a:pt x="2826228" y="977128"/>
                  <a:pt x="2828605" y="974933"/>
                  <a:pt x="2831440" y="973196"/>
                </a:cubicBezTo>
              </a:path>
              <a:path w="3887754" h="1096183">
                <a:moveTo>
                  <a:pt x="2839944" y="968075"/>
                </a:moveTo>
                <a:lnTo>
                  <a:pt x="2844241" y="965424"/>
                </a:lnTo>
                <a:cubicBezTo>
                  <a:pt x="2847076" y="963778"/>
                  <a:pt x="2850093" y="962680"/>
                  <a:pt x="2853385" y="962132"/>
                </a:cubicBezTo>
                <a:cubicBezTo>
                  <a:pt x="2856677" y="961583"/>
                  <a:pt x="2859877" y="961766"/>
                  <a:pt x="2863078" y="962497"/>
                </a:cubicBezTo>
                <a:cubicBezTo>
                  <a:pt x="2866278" y="963320"/>
                  <a:pt x="2869296" y="964692"/>
                  <a:pt x="2871948" y="966612"/>
                </a:cubicBezTo>
                <a:cubicBezTo>
                  <a:pt x="2874599" y="968624"/>
                  <a:pt x="2876794" y="971001"/>
                  <a:pt x="2878531" y="973836"/>
                </a:cubicBezTo>
                <a:cubicBezTo>
                  <a:pt x="2880177" y="976579"/>
                  <a:pt x="2881366" y="979688"/>
                  <a:pt x="2881823" y="982889"/>
                </a:cubicBezTo>
                <a:cubicBezTo>
                  <a:pt x="2882372" y="986180"/>
                  <a:pt x="2882189" y="989381"/>
                  <a:pt x="2881457" y="992673"/>
                </a:cubicBezTo>
                <a:cubicBezTo>
                  <a:pt x="2880634" y="995873"/>
                  <a:pt x="2879263" y="998799"/>
                  <a:pt x="2877342" y="1001451"/>
                </a:cubicBezTo>
                <a:cubicBezTo>
                  <a:pt x="2875422" y="1004103"/>
                  <a:pt x="2872953" y="1006297"/>
                  <a:pt x="2870210" y="1008035"/>
                </a:cubicBezTo>
                <a:lnTo>
                  <a:pt x="2865912" y="1010595"/>
                </a:lnTo>
                <a:cubicBezTo>
                  <a:pt x="2863078" y="1012332"/>
                  <a:pt x="2860060" y="1013430"/>
                  <a:pt x="2856768" y="1013978"/>
                </a:cubicBezTo>
                <a:cubicBezTo>
                  <a:pt x="2853477" y="1014435"/>
                  <a:pt x="2850276" y="1014344"/>
                  <a:pt x="2847076" y="1013521"/>
                </a:cubicBezTo>
                <a:cubicBezTo>
                  <a:pt x="2843875" y="1012789"/>
                  <a:pt x="2840858" y="1011418"/>
                  <a:pt x="2838206" y="1009406"/>
                </a:cubicBezTo>
                <a:cubicBezTo>
                  <a:pt x="2835554" y="1007486"/>
                  <a:pt x="2833360" y="1005108"/>
                  <a:pt x="2831622" y="1002274"/>
                </a:cubicBezTo>
                <a:cubicBezTo>
                  <a:pt x="2829885" y="999439"/>
                  <a:pt x="2828788" y="996422"/>
                  <a:pt x="2828331" y="993130"/>
                </a:cubicBezTo>
                <a:cubicBezTo>
                  <a:pt x="2827782" y="989929"/>
                  <a:pt x="2827965" y="986638"/>
                  <a:pt x="2828696" y="983437"/>
                </a:cubicBezTo>
                <a:cubicBezTo>
                  <a:pt x="2829519" y="980237"/>
                  <a:pt x="2830891" y="977311"/>
                  <a:pt x="2832811" y="974659"/>
                </a:cubicBezTo>
                <a:cubicBezTo>
                  <a:pt x="2834731" y="972007"/>
                  <a:pt x="2837109" y="969813"/>
                  <a:pt x="2839944" y="968075"/>
                </a:cubicBezTo>
              </a:path>
              <a:path w="3887754" h="1096183">
                <a:moveTo>
                  <a:pt x="2848539" y="962863"/>
                </a:moveTo>
                <a:lnTo>
                  <a:pt x="2852745" y="960303"/>
                </a:lnTo>
                <a:cubicBezTo>
                  <a:pt x="2855580" y="958566"/>
                  <a:pt x="2858597" y="957468"/>
                  <a:pt x="2861889" y="956920"/>
                </a:cubicBezTo>
                <a:cubicBezTo>
                  <a:pt x="2865181" y="956462"/>
                  <a:pt x="2868381" y="956554"/>
                  <a:pt x="2871582" y="957377"/>
                </a:cubicBezTo>
                <a:cubicBezTo>
                  <a:pt x="2874782" y="958108"/>
                  <a:pt x="2877800" y="959480"/>
                  <a:pt x="2880451" y="961492"/>
                </a:cubicBezTo>
                <a:cubicBezTo>
                  <a:pt x="2883103" y="963412"/>
                  <a:pt x="2885298" y="965789"/>
                  <a:pt x="2887035" y="968624"/>
                </a:cubicBezTo>
                <a:cubicBezTo>
                  <a:pt x="2888772" y="971459"/>
                  <a:pt x="2889870" y="974476"/>
                  <a:pt x="2890327" y="977768"/>
                </a:cubicBezTo>
                <a:cubicBezTo>
                  <a:pt x="2890876" y="980968"/>
                  <a:pt x="2890693" y="984260"/>
                  <a:pt x="2889961" y="987461"/>
                </a:cubicBezTo>
                <a:cubicBezTo>
                  <a:pt x="2889138" y="990661"/>
                  <a:pt x="2887767" y="993587"/>
                  <a:pt x="2885846" y="996239"/>
                </a:cubicBezTo>
                <a:cubicBezTo>
                  <a:pt x="2883926" y="998891"/>
                  <a:pt x="2881549" y="1001085"/>
                  <a:pt x="2878714" y="1002822"/>
                </a:cubicBezTo>
                <a:lnTo>
                  <a:pt x="2874416" y="1005383"/>
                </a:lnTo>
                <a:cubicBezTo>
                  <a:pt x="2871582" y="1007120"/>
                  <a:pt x="2868564" y="1008217"/>
                  <a:pt x="2865272" y="1008766"/>
                </a:cubicBezTo>
                <a:cubicBezTo>
                  <a:pt x="2861981" y="1009315"/>
                  <a:pt x="2858780" y="1009132"/>
                  <a:pt x="2855580" y="1008309"/>
                </a:cubicBezTo>
                <a:cubicBezTo>
                  <a:pt x="2852379" y="1007577"/>
                  <a:pt x="2849453" y="1006206"/>
                  <a:pt x="2846710" y="1004286"/>
                </a:cubicBezTo>
                <a:cubicBezTo>
                  <a:pt x="2844058" y="1002274"/>
                  <a:pt x="2841864" y="999896"/>
                  <a:pt x="2840126" y="997062"/>
                </a:cubicBezTo>
                <a:cubicBezTo>
                  <a:pt x="2838480" y="994319"/>
                  <a:pt x="2837292" y="991210"/>
                  <a:pt x="2836835" y="988009"/>
                </a:cubicBezTo>
                <a:cubicBezTo>
                  <a:pt x="2836286" y="984717"/>
                  <a:pt x="2836469" y="981517"/>
                  <a:pt x="2837200" y="978225"/>
                </a:cubicBezTo>
                <a:cubicBezTo>
                  <a:pt x="2838023" y="975025"/>
                  <a:pt x="2839395" y="972099"/>
                  <a:pt x="2841315" y="969447"/>
                </a:cubicBezTo>
                <a:cubicBezTo>
                  <a:pt x="2843327" y="966795"/>
                  <a:pt x="2845704" y="964601"/>
                  <a:pt x="2848539" y="962863"/>
                </a:cubicBezTo>
              </a:path>
              <a:path w="3887754" h="1096183">
                <a:moveTo>
                  <a:pt x="2857043" y="957743"/>
                </a:moveTo>
                <a:lnTo>
                  <a:pt x="2861249" y="955091"/>
                </a:lnTo>
                <a:cubicBezTo>
                  <a:pt x="2864084" y="953353"/>
                  <a:pt x="2867101" y="952256"/>
                  <a:pt x="2870393" y="951799"/>
                </a:cubicBezTo>
                <a:cubicBezTo>
                  <a:pt x="2873685" y="951250"/>
                  <a:pt x="2876885" y="951433"/>
                  <a:pt x="2880177" y="952165"/>
                </a:cubicBezTo>
                <a:cubicBezTo>
                  <a:pt x="2883378" y="952988"/>
                  <a:pt x="2886304" y="954359"/>
                  <a:pt x="2888955" y="956280"/>
                </a:cubicBezTo>
                <a:cubicBezTo>
                  <a:pt x="2891607" y="958200"/>
                  <a:pt x="2893802" y="960577"/>
                  <a:pt x="2895539" y="963412"/>
                </a:cubicBezTo>
                <a:cubicBezTo>
                  <a:pt x="2897276" y="966246"/>
                  <a:pt x="2898374" y="969264"/>
                  <a:pt x="2898922" y="972556"/>
                </a:cubicBezTo>
                <a:cubicBezTo>
                  <a:pt x="2899380" y="975848"/>
                  <a:pt x="2899288" y="979048"/>
                  <a:pt x="2898465" y="982248"/>
                </a:cubicBezTo>
                <a:cubicBezTo>
                  <a:pt x="2897734" y="985449"/>
                  <a:pt x="2896362" y="988375"/>
                  <a:pt x="2894350" y="991118"/>
                </a:cubicBezTo>
                <a:cubicBezTo>
                  <a:pt x="2892430" y="993770"/>
                  <a:pt x="2890053" y="995964"/>
                  <a:pt x="2887218" y="997702"/>
                </a:cubicBezTo>
                <a:lnTo>
                  <a:pt x="2882920" y="1000262"/>
                </a:lnTo>
                <a:cubicBezTo>
                  <a:pt x="2880086" y="1002000"/>
                  <a:pt x="2877068" y="1003097"/>
                  <a:pt x="2873776" y="1003554"/>
                </a:cubicBezTo>
                <a:cubicBezTo>
                  <a:pt x="2870576" y="1004103"/>
                  <a:pt x="2867284" y="1003920"/>
                  <a:pt x="2864084" y="1003188"/>
                </a:cubicBezTo>
                <a:cubicBezTo>
                  <a:pt x="2860883" y="1002365"/>
                  <a:pt x="2857957" y="1000994"/>
                  <a:pt x="2855305" y="999073"/>
                </a:cubicBezTo>
                <a:cubicBezTo>
                  <a:pt x="2852562" y="997153"/>
                  <a:pt x="2850368" y="994776"/>
                  <a:pt x="2848722" y="991941"/>
                </a:cubicBezTo>
                <a:cubicBezTo>
                  <a:pt x="2846984" y="989106"/>
                  <a:pt x="2845887" y="986089"/>
                  <a:pt x="2845338" y="982797"/>
                </a:cubicBezTo>
                <a:cubicBezTo>
                  <a:pt x="2844790" y="979505"/>
                  <a:pt x="2844973" y="976305"/>
                  <a:pt x="2845796" y="973104"/>
                </a:cubicBezTo>
                <a:cubicBezTo>
                  <a:pt x="2846527" y="969904"/>
                  <a:pt x="2847899" y="966978"/>
                  <a:pt x="2849819" y="964235"/>
                </a:cubicBezTo>
                <a:cubicBezTo>
                  <a:pt x="2851831" y="961583"/>
                  <a:pt x="2854208" y="959388"/>
                  <a:pt x="2857043" y="957743"/>
                </a:cubicBezTo>
              </a:path>
              <a:path w="3887754" h="1096183">
                <a:moveTo>
                  <a:pt x="2865547" y="952530"/>
                </a:moveTo>
                <a:lnTo>
                  <a:pt x="2869753" y="949970"/>
                </a:lnTo>
                <a:cubicBezTo>
                  <a:pt x="2872588" y="948233"/>
                  <a:pt x="2875697" y="947136"/>
                  <a:pt x="2878897" y="946587"/>
                </a:cubicBezTo>
                <a:cubicBezTo>
                  <a:pt x="2882189" y="946038"/>
                  <a:pt x="2885481" y="946221"/>
                  <a:pt x="2888681" y="947044"/>
                </a:cubicBezTo>
                <a:cubicBezTo>
                  <a:pt x="2891881" y="947776"/>
                  <a:pt x="2894808" y="949147"/>
                  <a:pt x="2897459" y="951067"/>
                </a:cubicBezTo>
                <a:cubicBezTo>
                  <a:pt x="2900111" y="953079"/>
                  <a:pt x="2902306" y="955457"/>
                  <a:pt x="2904043" y="958291"/>
                </a:cubicBezTo>
                <a:cubicBezTo>
                  <a:pt x="2905780" y="961034"/>
                  <a:pt x="2906878" y="964143"/>
                  <a:pt x="2907426" y="967344"/>
                </a:cubicBezTo>
                <a:cubicBezTo>
                  <a:pt x="2907883" y="970636"/>
                  <a:pt x="2907792" y="973836"/>
                  <a:pt x="2906969" y="977128"/>
                </a:cubicBezTo>
                <a:cubicBezTo>
                  <a:pt x="2906238" y="980328"/>
                  <a:pt x="2904866" y="983254"/>
                  <a:pt x="2902854" y="985906"/>
                </a:cubicBezTo>
                <a:cubicBezTo>
                  <a:pt x="2900934" y="988558"/>
                  <a:pt x="2898557" y="990752"/>
                  <a:pt x="2895722" y="992490"/>
                </a:cubicBezTo>
                <a:lnTo>
                  <a:pt x="2891424" y="995050"/>
                </a:lnTo>
                <a:cubicBezTo>
                  <a:pt x="2888681" y="996787"/>
                  <a:pt x="2885572" y="997885"/>
                  <a:pt x="2882372" y="998433"/>
                </a:cubicBezTo>
                <a:cubicBezTo>
                  <a:pt x="2879080" y="998891"/>
                  <a:pt x="2875788" y="998799"/>
                  <a:pt x="2872588" y="997976"/>
                </a:cubicBezTo>
                <a:cubicBezTo>
                  <a:pt x="2869387" y="997245"/>
                  <a:pt x="2866461" y="995873"/>
                  <a:pt x="2863809" y="993861"/>
                </a:cubicBezTo>
                <a:cubicBezTo>
                  <a:pt x="2861158" y="991941"/>
                  <a:pt x="2858963" y="989564"/>
                  <a:pt x="2857226" y="986729"/>
                </a:cubicBezTo>
                <a:cubicBezTo>
                  <a:pt x="2855488" y="983894"/>
                  <a:pt x="2854391" y="980877"/>
                  <a:pt x="2853842" y="977585"/>
                </a:cubicBezTo>
                <a:cubicBezTo>
                  <a:pt x="2853385" y="974385"/>
                  <a:pt x="2853477" y="971093"/>
                  <a:pt x="2854300" y="967892"/>
                </a:cubicBezTo>
                <a:cubicBezTo>
                  <a:pt x="2855031" y="964692"/>
                  <a:pt x="2856403" y="961766"/>
                  <a:pt x="2858414" y="959114"/>
                </a:cubicBezTo>
                <a:cubicBezTo>
                  <a:pt x="2860335" y="956462"/>
                  <a:pt x="2862712" y="954268"/>
                  <a:pt x="2865547" y="952530"/>
                </a:cubicBezTo>
              </a:path>
              <a:path w="3887754" h="1096183">
                <a:moveTo>
                  <a:pt x="2874051" y="947318"/>
                </a:moveTo>
                <a:lnTo>
                  <a:pt x="2878348" y="944758"/>
                </a:lnTo>
                <a:cubicBezTo>
                  <a:pt x="2881183" y="943021"/>
                  <a:pt x="2884200" y="941923"/>
                  <a:pt x="2887492" y="941375"/>
                </a:cubicBezTo>
                <a:cubicBezTo>
                  <a:pt x="2890693" y="940918"/>
                  <a:pt x="2893985" y="941009"/>
                  <a:pt x="2897185" y="941832"/>
                </a:cubicBezTo>
                <a:cubicBezTo>
                  <a:pt x="2900385" y="942564"/>
                  <a:pt x="2903311" y="943935"/>
                  <a:pt x="2905963" y="945947"/>
                </a:cubicBezTo>
                <a:cubicBezTo>
                  <a:pt x="2908706" y="947867"/>
                  <a:pt x="2910901" y="950244"/>
                  <a:pt x="2912547" y="953079"/>
                </a:cubicBezTo>
                <a:cubicBezTo>
                  <a:pt x="2914284" y="955914"/>
                  <a:pt x="2915382" y="958931"/>
                  <a:pt x="2915930" y="962223"/>
                </a:cubicBezTo>
                <a:cubicBezTo>
                  <a:pt x="2916387" y="965424"/>
                  <a:pt x="2916296" y="968715"/>
                  <a:pt x="2915473" y="971916"/>
                </a:cubicBezTo>
                <a:cubicBezTo>
                  <a:pt x="2914741" y="975116"/>
                  <a:pt x="2913370" y="978042"/>
                  <a:pt x="2911450" y="980694"/>
                </a:cubicBezTo>
                <a:cubicBezTo>
                  <a:pt x="2909438" y="983346"/>
                  <a:pt x="2907060" y="985540"/>
                  <a:pt x="2904226" y="987278"/>
                </a:cubicBezTo>
                <a:lnTo>
                  <a:pt x="2900020" y="989929"/>
                </a:lnTo>
                <a:cubicBezTo>
                  <a:pt x="2897185" y="991575"/>
                  <a:pt x="2894076" y="992673"/>
                  <a:pt x="2890876" y="993221"/>
                </a:cubicBezTo>
                <a:cubicBezTo>
                  <a:pt x="2887584" y="993770"/>
                  <a:pt x="2884383" y="993587"/>
                  <a:pt x="2881092" y="992856"/>
                </a:cubicBezTo>
                <a:cubicBezTo>
                  <a:pt x="2877891" y="992033"/>
                  <a:pt x="2874965" y="990661"/>
                  <a:pt x="2872313" y="988741"/>
                </a:cubicBezTo>
                <a:cubicBezTo>
                  <a:pt x="2869662" y="986729"/>
                  <a:pt x="2867467" y="984352"/>
                  <a:pt x="2865730" y="981517"/>
                </a:cubicBezTo>
                <a:cubicBezTo>
                  <a:pt x="2863992" y="978774"/>
                  <a:pt x="2862895" y="975665"/>
                  <a:pt x="2862346" y="972464"/>
                </a:cubicBezTo>
                <a:cubicBezTo>
                  <a:pt x="2861889" y="969173"/>
                  <a:pt x="2861981" y="965972"/>
                  <a:pt x="2862804" y="962680"/>
                </a:cubicBezTo>
                <a:cubicBezTo>
                  <a:pt x="2863535" y="959480"/>
                  <a:pt x="2864907" y="956554"/>
                  <a:pt x="2866918" y="953902"/>
                </a:cubicBezTo>
                <a:cubicBezTo>
                  <a:pt x="2868839" y="951250"/>
                  <a:pt x="2871216" y="949056"/>
                  <a:pt x="2874051" y="947318"/>
                </a:cubicBezTo>
              </a:path>
              <a:path w="3887754" h="1096183">
                <a:moveTo>
                  <a:pt x="2882555" y="942198"/>
                </a:moveTo>
                <a:lnTo>
                  <a:pt x="2886852" y="939546"/>
                </a:lnTo>
                <a:cubicBezTo>
                  <a:pt x="2889687" y="937809"/>
                  <a:pt x="2892704" y="936711"/>
                  <a:pt x="2895996" y="936254"/>
                </a:cubicBezTo>
                <a:cubicBezTo>
                  <a:pt x="2899197" y="935706"/>
                  <a:pt x="2902488" y="935888"/>
                  <a:pt x="2905689" y="936620"/>
                </a:cubicBezTo>
                <a:cubicBezTo>
                  <a:pt x="2908889" y="937443"/>
                  <a:pt x="2911815" y="938814"/>
                  <a:pt x="2914559" y="940735"/>
                </a:cubicBezTo>
                <a:cubicBezTo>
                  <a:pt x="2917210" y="942655"/>
                  <a:pt x="2919405" y="945032"/>
                  <a:pt x="2921142" y="947867"/>
                </a:cubicBezTo>
                <a:cubicBezTo>
                  <a:pt x="2922788" y="950702"/>
                  <a:pt x="2923977" y="953719"/>
                  <a:pt x="2924434" y="957011"/>
                </a:cubicBezTo>
                <a:cubicBezTo>
                  <a:pt x="2924983" y="960303"/>
                  <a:pt x="2924800" y="963503"/>
                  <a:pt x="2924068" y="966704"/>
                </a:cubicBezTo>
                <a:cubicBezTo>
                  <a:pt x="2923245" y="969904"/>
                  <a:pt x="2921874" y="972830"/>
                  <a:pt x="2919954" y="975573"/>
                </a:cubicBezTo>
                <a:cubicBezTo>
                  <a:pt x="2917942" y="978225"/>
                  <a:pt x="2915564" y="980420"/>
                  <a:pt x="2912730" y="982157"/>
                </a:cubicBezTo>
                <a:lnTo>
                  <a:pt x="2908524" y="984717"/>
                </a:lnTo>
                <a:cubicBezTo>
                  <a:pt x="2905689" y="986455"/>
                  <a:pt x="2902671" y="987552"/>
                  <a:pt x="2899380" y="988009"/>
                </a:cubicBezTo>
                <a:cubicBezTo>
                  <a:pt x="2896088" y="988558"/>
                  <a:pt x="2892887" y="988375"/>
                  <a:pt x="2889687" y="987643"/>
                </a:cubicBezTo>
                <a:cubicBezTo>
                  <a:pt x="2886395" y="986820"/>
                  <a:pt x="2883469" y="985449"/>
                  <a:pt x="2880817" y="983529"/>
                </a:cubicBezTo>
                <a:cubicBezTo>
                  <a:pt x="2878165" y="981608"/>
                  <a:pt x="2875971" y="979231"/>
                  <a:pt x="2874234" y="976396"/>
                </a:cubicBezTo>
                <a:cubicBezTo>
                  <a:pt x="2872496" y="973562"/>
                  <a:pt x="2871399" y="970544"/>
                  <a:pt x="2870942" y="967252"/>
                </a:cubicBezTo>
                <a:cubicBezTo>
                  <a:pt x="2870393" y="963960"/>
                  <a:pt x="2870576" y="960760"/>
                  <a:pt x="2871307" y="957560"/>
                </a:cubicBezTo>
                <a:cubicBezTo>
                  <a:pt x="2872130" y="954359"/>
                  <a:pt x="2873502" y="951433"/>
                  <a:pt x="2875422" y="948690"/>
                </a:cubicBezTo>
                <a:cubicBezTo>
                  <a:pt x="2877342" y="946038"/>
                  <a:pt x="2879720" y="943844"/>
                  <a:pt x="2882555" y="942198"/>
                </a:cubicBezTo>
              </a:path>
              <a:path w="3887754" h="1096183">
                <a:moveTo>
                  <a:pt x="2891058" y="936986"/>
                </a:moveTo>
                <a:lnTo>
                  <a:pt x="2895356" y="934425"/>
                </a:lnTo>
                <a:cubicBezTo>
                  <a:pt x="2898191" y="932688"/>
                  <a:pt x="2901208" y="931591"/>
                  <a:pt x="2904500" y="931042"/>
                </a:cubicBezTo>
                <a:cubicBezTo>
                  <a:pt x="2907792" y="930585"/>
                  <a:pt x="2910992" y="930676"/>
                  <a:pt x="2914193" y="931499"/>
                </a:cubicBezTo>
                <a:cubicBezTo>
                  <a:pt x="2917393" y="932231"/>
                  <a:pt x="2920411" y="933602"/>
                  <a:pt x="2923062" y="935523"/>
                </a:cubicBezTo>
                <a:cubicBezTo>
                  <a:pt x="2925714" y="937534"/>
                  <a:pt x="2927909" y="939912"/>
                  <a:pt x="2929646" y="942746"/>
                </a:cubicBezTo>
                <a:cubicBezTo>
                  <a:pt x="2931384" y="945490"/>
                  <a:pt x="2932481" y="948599"/>
                  <a:pt x="2932938" y="951799"/>
                </a:cubicBezTo>
                <a:cubicBezTo>
                  <a:pt x="2933487" y="955091"/>
                  <a:pt x="2933304" y="958383"/>
                  <a:pt x="2932572" y="961583"/>
                </a:cubicBezTo>
                <a:cubicBezTo>
                  <a:pt x="2931749" y="964783"/>
                  <a:pt x="2930378" y="967710"/>
                  <a:pt x="2928457" y="970361"/>
                </a:cubicBezTo>
                <a:cubicBezTo>
                  <a:pt x="2926537" y="973013"/>
                  <a:pt x="2924068" y="975208"/>
                  <a:pt x="2921325" y="976945"/>
                </a:cubicBezTo>
                <a:lnTo>
                  <a:pt x="2917027" y="979505"/>
                </a:lnTo>
                <a:cubicBezTo>
                  <a:pt x="2914193" y="981243"/>
                  <a:pt x="2911175" y="982340"/>
                  <a:pt x="2907883" y="982889"/>
                </a:cubicBezTo>
                <a:cubicBezTo>
                  <a:pt x="2904592" y="983346"/>
                  <a:pt x="2901391" y="983254"/>
                  <a:pt x="2898191" y="982431"/>
                </a:cubicBezTo>
                <a:cubicBezTo>
                  <a:pt x="2894990" y="981700"/>
                  <a:pt x="2891973" y="980328"/>
                  <a:pt x="2889321" y="978317"/>
                </a:cubicBezTo>
                <a:cubicBezTo>
                  <a:pt x="2886669" y="976396"/>
                  <a:pt x="2884475" y="974019"/>
                  <a:pt x="2882737" y="971184"/>
                </a:cubicBezTo>
                <a:cubicBezTo>
                  <a:pt x="2881000" y="968350"/>
                  <a:pt x="2879903" y="965332"/>
                  <a:pt x="2879446" y="962040"/>
                </a:cubicBezTo>
                <a:cubicBezTo>
                  <a:pt x="2878897" y="958840"/>
                  <a:pt x="2879080" y="955548"/>
                  <a:pt x="2879811" y="952348"/>
                </a:cubicBezTo>
                <a:cubicBezTo>
                  <a:pt x="2880634" y="949147"/>
                  <a:pt x="2882006" y="946221"/>
                  <a:pt x="2883926" y="943569"/>
                </a:cubicBezTo>
                <a:cubicBezTo>
                  <a:pt x="2885846" y="940918"/>
                  <a:pt x="2888315" y="938723"/>
                  <a:pt x="2891058" y="936986"/>
                </a:cubicBezTo>
              </a:path>
              <a:path w="3887754" h="1096183">
                <a:moveTo>
                  <a:pt x="2899654" y="931774"/>
                </a:moveTo>
                <a:lnTo>
                  <a:pt x="2903860" y="929213"/>
                </a:lnTo>
                <a:cubicBezTo>
                  <a:pt x="2906695" y="927476"/>
                  <a:pt x="2909712" y="926379"/>
                  <a:pt x="2913004" y="925830"/>
                </a:cubicBezTo>
                <a:cubicBezTo>
                  <a:pt x="2916296" y="925373"/>
                  <a:pt x="2919496" y="925464"/>
                  <a:pt x="2922697" y="926287"/>
                </a:cubicBezTo>
                <a:cubicBezTo>
                  <a:pt x="2925989" y="927019"/>
                  <a:pt x="2928915" y="928390"/>
                  <a:pt x="2931566" y="930402"/>
                </a:cubicBezTo>
                <a:cubicBezTo>
                  <a:pt x="2934218" y="932322"/>
                  <a:pt x="2936413" y="934700"/>
                  <a:pt x="2938150" y="937534"/>
                </a:cubicBezTo>
                <a:cubicBezTo>
                  <a:pt x="2939887" y="940369"/>
                  <a:pt x="2940985" y="943386"/>
                  <a:pt x="2941442" y="946678"/>
                </a:cubicBezTo>
                <a:cubicBezTo>
                  <a:pt x="2941991" y="949879"/>
                  <a:pt x="2941899" y="953171"/>
                  <a:pt x="2941076" y="956371"/>
                </a:cubicBezTo>
                <a:cubicBezTo>
                  <a:pt x="2940253" y="959571"/>
                  <a:pt x="2938882" y="962497"/>
                  <a:pt x="2936961" y="965149"/>
                </a:cubicBezTo>
                <a:cubicBezTo>
                  <a:pt x="2935041" y="967892"/>
                  <a:pt x="2932664" y="969996"/>
                  <a:pt x="2929829" y="971733"/>
                </a:cubicBezTo>
                <a:lnTo>
                  <a:pt x="2925531" y="974385"/>
                </a:lnTo>
                <a:cubicBezTo>
                  <a:pt x="2922697" y="976031"/>
                  <a:pt x="2919679" y="977219"/>
                  <a:pt x="2916387" y="977676"/>
                </a:cubicBezTo>
                <a:cubicBezTo>
                  <a:pt x="2913187" y="978225"/>
                  <a:pt x="2909895" y="978042"/>
                  <a:pt x="2906695" y="977311"/>
                </a:cubicBezTo>
                <a:cubicBezTo>
                  <a:pt x="2903494" y="976488"/>
                  <a:pt x="2900568" y="975116"/>
                  <a:pt x="2897825" y="973196"/>
                </a:cubicBezTo>
                <a:cubicBezTo>
                  <a:pt x="2895173" y="971184"/>
                  <a:pt x="2892979" y="968807"/>
                  <a:pt x="2891241" y="966064"/>
                </a:cubicBezTo>
                <a:cubicBezTo>
                  <a:pt x="2889595" y="963229"/>
                  <a:pt x="2888407" y="960120"/>
                  <a:pt x="2887950" y="956920"/>
                </a:cubicBezTo>
                <a:cubicBezTo>
                  <a:pt x="2887401" y="953628"/>
                  <a:pt x="2887584" y="950427"/>
                  <a:pt x="2888315" y="947227"/>
                </a:cubicBezTo>
                <a:cubicBezTo>
                  <a:pt x="2889138" y="943935"/>
                  <a:pt x="2890510" y="941009"/>
                  <a:pt x="2892430" y="938357"/>
                </a:cubicBezTo>
                <a:cubicBezTo>
                  <a:pt x="2894442" y="935706"/>
                  <a:pt x="2896819" y="933511"/>
                  <a:pt x="2899654" y="931774"/>
                </a:cubicBezTo>
              </a:path>
              <a:path w="3887754" h="1096183">
                <a:moveTo>
                  <a:pt x="2908158" y="926653"/>
                </a:moveTo>
                <a:lnTo>
                  <a:pt x="2912364" y="924001"/>
                </a:lnTo>
                <a:cubicBezTo>
                  <a:pt x="2915199" y="922264"/>
                  <a:pt x="2918308" y="921167"/>
                  <a:pt x="2921508" y="920709"/>
                </a:cubicBezTo>
                <a:cubicBezTo>
                  <a:pt x="2924800" y="920161"/>
                  <a:pt x="2928000" y="920344"/>
                  <a:pt x="2931292" y="921075"/>
                </a:cubicBezTo>
                <a:cubicBezTo>
                  <a:pt x="2934492" y="921898"/>
                  <a:pt x="2937419" y="923270"/>
                  <a:pt x="2940070" y="925190"/>
                </a:cubicBezTo>
                <a:cubicBezTo>
                  <a:pt x="2942722" y="927110"/>
                  <a:pt x="2944917" y="929488"/>
                  <a:pt x="2946654" y="932322"/>
                </a:cubicBezTo>
                <a:cubicBezTo>
                  <a:pt x="2948391" y="935157"/>
                  <a:pt x="2949489" y="938174"/>
                  <a:pt x="2950037" y="941466"/>
                </a:cubicBezTo>
                <a:cubicBezTo>
                  <a:pt x="2950494" y="944758"/>
                  <a:pt x="2950403" y="947958"/>
                  <a:pt x="2949580" y="951159"/>
                </a:cubicBezTo>
                <a:cubicBezTo>
                  <a:pt x="2948849" y="954359"/>
                  <a:pt x="2947477" y="957377"/>
                  <a:pt x="2945465" y="960029"/>
                </a:cubicBezTo>
                <a:cubicBezTo>
                  <a:pt x="2943545" y="962680"/>
                  <a:pt x="2941168" y="964875"/>
                  <a:pt x="2938333" y="966612"/>
                </a:cubicBezTo>
                <a:lnTo>
                  <a:pt x="2934035" y="969173"/>
                </a:lnTo>
                <a:cubicBezTo>
                  <a:pt x="2931201" y="970910"/>
                  <a:pt x="2928183" y="972007"/>
                  <a:pt x="2924891" y="972464"/>
                </a:cubicBezTo>
                <a:cubicBezTo>
                  <a:pt x="2921691" y="973013"/>
                  <a:pt x="2918399" y="972830"/>
                  <a:pt x="2915199" y="972099"/>
                </a:cubicBezTo>
                <a:cubicBezTo>
                  <a:pt x="2911998" y="971276"/>
                  <a:pt x="2909072" y="969904"/>
                  <a:pt x="2906420" y="967984"/>
                </a:cubicBezTo>
                <a:cubicBezTo>
                  <a:pt x="2903677" y="966064"/>
                  <a:pt x="2901483" y="963686"/>
                  <a:pt x="2899837" y="960852"/>
                </a:cubicBezTo>
                <a:cubicBezTo>
                  <a:pt x="2898099" y="958017"/>
                  <a:pt x="2897002" y="954999"/>
                  <a:pt x="2896453" y="951708"/>
                </a:cubicBezTo>
                <a:cubicBezTo>
                  <a:pt x="2895996" y="948416"/>
                  <a:pt x="2896088" y="945215"/>
                  <a:pt x="2896911" y="942015"/>
                </a:cubicBezTo>
                <a:cubicBezTo>
                  <a:pt x="2897642" y="938814"/>
                  <a:pt x="2899014" y="935888"/>
                  <a:pt x="2900934" y="933237"/>
                </a:cubicBezTo>
                <a:cubicBezTo>
                  <a:pt x="2902946" y="930493"/>
                  <a:pt x="2905323" y="928299"/>
                  <a:pt x="2908158" y="926653"/>
                </a:cubicBezTo>
              </a:path>
              <a:path w="3887754" h="1096183">
                <a:moveTo>
                  <a:pt x="2916662" y="921441"/>
                </a:moveTo>
                <a:lnTo>
                  <a:pt x="2920959" y="918881"/>
                </a:lnTo>
                <a:cubicBezTo>
                  <a:pt x="2923703" y="917143"/>
                  <a:pt x="2926812" y="916046"/>
                  <a:pt x="2930012" y="915497"/>
                </a:cubicBezTo>
                <a:cubicBezTo>
                  <a:pt x="2933304" y="915040"/>
                  <a:pt x="2936596" y="915132"/>
                  <a:pt x="2939796" y="915954"/>
                </a:cubicBezTo>
                <a:cubicBezTo>
                  <a:pt x="2942996" y="916686"/>
                  <a:pt x="2945922" y="918058"/>
                  <a:pt x="2948574" y="919978"/>
                </a:cubicBezTo>
                <a:cubicBezTo>
                  <a:pt x="2951226" y="921990"/>
                  <a:pt x="2953421" y="924367"/>
                  <a:pt x="2955158" y="927202"/>
                </a:cubicBezTo>
                <a:cubicBezTo>
                  <a:pt x="2956895" y="930036"/>
                  <a:pt x="2957993" y="933054"/>
                  <a:pt x="2958541" y="936254"/>
                </a:cubicBezTo>
                <a:cubicBezTo>
                  <a:pt x="2958998" y="939546"/>
                  <a:pt x="2958907" y="942838"/>
                  <a:pt x="2958084" y="946038"/>
                </a:cubicBezTo>
                <a:cubicBezTo>
                  <a:pt x="2957352" y="949239"/>
                  <a:pt x="2955981" y="952165"/>
                  <a:pt x="2953969" y="954816"/>
                </a:cubicBezTo>
                <a:cubicBezTo>
                  <a:pt x="2952049" y="957468"/>
                  <a:pt x="2949672" y="959663"/>
                  <a:pt x="2946837" y="961400"/>
                </a:cubicBezTo>
                <a:lnTo>
                  <a:pt x="2942631" y="963960"/>
                </a:lnTo>
                <a:cubicBezTo>
                  <a:pt x="2939796" y="965698"/>
                  <a:pt x="2936687" y="966795"/>
                  <a:pt x="2933487" y="967344"/>
                </a:cubicBezTo>
                <a:cubicBezTo>
                  <a:pt x="2930195" y="967801"/>
                  <a:pt x="2926903" y="967710"/>
                  <a:pt x="2923703" y="966887"/>
                </a:cubicBezTo>
                <a:cubicBezTo>
                  <a:pt x="2920502" y="966155"/>
                  <a:pt x="2917576" y="964783"/>
                  <a:pt x="2914924" y="962863"/>
                </a:cubicBezTo>
                <a:cubicBezTo>
                  <a:pt x="2912273" y="960852"/>
                  <a:pt x="2910078" y="958474"/>
                  <a:pt x="2908341" y="955639"/>
                </a:cubicBezTo>
                <a:cubicBezTo>
                  <a:pt x="2906603" y="952805"/>
                  <a:pt x="2905506" y="949787"/>
                  <a:pt x="2904957" y="946495"/>
                </a:cubicBezTo>
                <a:cubicBezTo>
                  <a:pt x="2904500" y="943295"/>
                  <a:pt x="2904592" y="940003"/>
                  <a:pt x="2905415" y="936803"/>
                </a:cubicBezTo>
                <a:cubicBezTo>
                  <a:pt x="2906146" y="933602"/>
                  <a:pt x="2907518" y="930676"/>
                  <a:pt x="2909529" y="928025"/>
                </a:cubicBezTo>
                <a:cubicBezTo>
                  <a:pt x="2911450" y="925373"/>
                  <a:pt x="2913827" y="923178"/>
                  <a:pt x="2916662" y="921441"/>
                </a:cubicBezTo>
              </a:path>
              <a:path w="3887754" h="1096183">
                <a:moveTo>
                  <a:pt x="2925166" y="916229"/>
                </a:moveTo>
                <a:lnTo>
                  <a:pt x="2929463" y="913668"/>
                </a:lnTo>
                <a:cubicBezTo>
                  <a:pt x="2932298" y="911931"/>
                  <a:pt x="2935315" y="910834"/>
                  <a:pt x="2938607" y="910285"/>
                </a:cubicBezTo>
                <a:cubicBezTo>
                  <a:pt x="2941808" y="909828"/>
                  <a:pt x="2945100" y="909919"/>
                  <a:pt x="2948300" y="910742"/>
                </a:cubicBezTo>
                <a:cubicBezTo>
                  <a:pt x="2951500" y="911565"/>
                  <a:pt x="2954426" y="912846"/>
                  <a:pt x="2957078" y="914857"/>
                </a:cubicBezTo>
                <a:cubicBezTo>
                  <a:pt x="2959821" y="916777"/>
                  <a:pt x="2962016" y="919155"/>
                  <a:pt x="2963662" y="921990"/>
                </a:cubicBezTo>
                <a:cubicBezTo>
                  <a:pt x="2965399" y="924824"/>
                  <a:pt x="2966496" y="927842"/>
                  <a:pt x="2967045" y="931134"/>
                </a:cubicBezTo>
                <a:cubicBezTo>
                  <a:pt x="2967594" y="934425"/>
                  <a:pt x="2967411" y="937626"/>
                  <a:pt x="2966679" y="940826"/>
                </a:cubicBezTo>
                <a:cubicBezTo>
                  <a:pt x="2965856" y="944027"/>
                  <a:pt x="2964485" y="946953"/>
                  <a:pt x="2962565" y="949604"/>
                </a:cubicBezTo>
                <a:cubicBezTo>
                  <a:pt x="2960553" y="952348"/>
                  <a:pt x="2958175" y="954542"/>
                  <a:pt x="2955341" y="956188"/>
                </a:cubicBezTo>
                <a:lnTo>
                  <a:pt x="2951135" y="958840"/>
                </a:lnTo>
                <a:cubicBezTo>
                  <a:pt x="2948300" y="960486"/>
                  <a:pt x="2945282" y="961674"/>
                  <a:pt x="2941991" y="962132"/>
                </a:cubicBezTo>
                <a:cubicBezTo>
                  <a:pt x="2938699" y="962680"/>
                  <a:pt x="2935498" y="962497"/>
                  <a:pt x="2932206" y="961766"/>
                </a:cubicBezTo>
                <a:cubicBezTo>
                  <a:pt x="2929006" y="960943"/>
                  <a:pt x="2926080" y="959571"/>
                  <a:pt x="2923428" y="957651"/>
                </a:cubicBezTo>
                <a:cubicBezTo>
                  <a:pt x="2920776" y="955731"/>
                  <a:pt x="2918582" y="953262"/>
                  <a:pt x="2916845" y="950519"/>
                </a:cubicBezTo>
                <a:cubicBezTo>
                  <a:pt x="2915107" y="947684"/>
                  <a:pt x="2914010" y="944575"/>
                  <a:pt x="2913461" y="941375"/>
                </a:cubicBezTo>
                <a:cubicBezTo>
                  <a:pt x="2913004" y="938083"/>
                  <a:pt x="2913096" y="934883"/>
                  <a:pt x="2913918" y="931682"/>
                </a:cubicBezTo>
                <a:cubicBezTo>
                  <a:pt x="2914650" y="928482"/>
                  <a:pt x="2916022" y="925464"/>
                  <a:pt x="2918033" y="922812"/>
                </a:cubicBezTo>
                <a:cubicBezTo>
                  <a:pt x="2919954" y="920161"/>
                  <a:pt x="2922331" y="917966"/>
                  <a:pt x="2925166" y="916229"/>
                </a:cubicBezTo>
              </a:path>
              <a:path w="3887754" h="1096183">
                <a:moveTo>
                  <a:pt x="2933670" y="911108"/>
                </a:moveTo>
                <a:lnTo>
                  <a:pt x="2937967" y="908456"/>
                </a:lnTo>
                <a:cubicBezTo>
                  <a:pt x="2940802" y="906810"/>
                  <a:pt x="2943819" y="905622"/>
                  <a:pt x="2947111" y="905165"/>
                </a:cubicBezTo>
                <a:cubicBezTo>
                  <a:pt x="2950403" y="904616"/>
                  <a:pt x="2953603" y="904799"/>
                  <a:pt x="2956804" y="905530"/>
                </a:cubicBezTo>
                <a:cubicBezTo>
                  <a:pt x="2960004" y="906353"/>
                  <a:pt x="2962930" y="907725"/>
                  <a:pt x="2965674" y="909645"/>
                </a:cubicBezTo>
                <a:cubicBezTo>
                  <a:pt x="2968325" y="911565"/>
                  <a:pt x="2970520" y="914034"/>
                  <a:pt x="2972257" y="916777"/>
                </a:cubicBezTo>
                <a:cubicBezTo>
                  <a:pt x="2973903" y="919612"/>
                  <a:pt x="2975092" y="922630"/>
                  <a:pt x="2975549" y="925921"/>
                </a:cubicBezTo>
                <a:cubicBezTo>
                  <a:pt x="2976098" y="929213"/>
                  <a:pt x="2975915" y="932414"/>
                  <a:pt x="2975183" y="935614"/>
                </a:cubicBezTo>
                <a:cubicBezTo>
                  <a:pt x="2974360" y="938814"/>
                  <a:pt x="2972989" y="941832"/>
                  <a:pt x="2971068" y="944484"/>
                </a:cubicBezTo>
                <a:cubicBezTo>
                  <a:pt x="2969148" y="947136"/>
                  <a:pt x="2966679" y="949330"/>
                  <a:pt x="2963845" y="951067"/>
                </a:cubicBezTo>
                <a:lnTo>
                  <a:pt x="2959638" y="953628"/>
                </a:lnTo>
                <a:cubicBezTo>
                  <a:pt x="2956804" y="955365"/>
                  <a:pt x="2953786" y="956462"/>
                  <a:pt x="2950494" y="956920"/>
                </a:cubicBezTo>
                <a:cubicBezTo>
                  <a:pt x="2947203" y="957468"/>
                  <a:pt x="2944002" y="957377"/>
                  <a:pt x="2940802" y="956554"/>
                </a:cubicBezTo>
                <a:cubicBezTo>
                  <a:pt x="2937601" y="955731"/>
                  <a:pt x="2934584" y="954451"/>
                  <a:pt x="2931932" y="952439"/>
                </a:cubicBezTo>
                <a:cubicBezTo>
                  <a:pt x="2929280" y="950519"/>
                  <a:pt x="2927086" y="948141"/>
                  <a:pt x="2925348" y="945307"/>
                </a:cubicBezTo>
                <a:cubicBezTo>
                  <a:pt x="2923611" y="942472"/>
                  <a:pt x="2922514" y="939455"/>
                  <a:pt x="2922057" y="936163"/>
                </a:cubicBezTo>
                <a:cubicBezTo>
                  <a:pt x="2921508" y="932871"/>
                  <a:pt x="2921691" y="929670"/>
                  <a:pt x="2922422" y="926470"/>
                </a:cubicBezTo>
                <a:cubicBezTo>
                  <a:pt x="2923245" y="923270"/>
                  <a:pt x="2924617" y="920344"/>
                  <a:pt x="2926537" y="917692"/>
                </a:cubicBezTo>
                <a:cubicBezTo>
                  <a:pt x="2928457" y="914949"/>
                  <a:pt x="2930835" y="912754"/>
                  <a:pt x="2933670" y="911108"/>
                </a:cubicBezTo>
              </a:path>
              <a:path w="3887754" h="1096183">
                <a:moveTo>
                  <a:pt x="2942265" y="905896"/>
                </a:moveTo>
                <a:lnTo>
                  <a:pt x="2946471" y="903336"/>
                </a:lnTo>
                <a:cubicBezTo>
                  <a:pt x="2949306" y="901598"/>
                  <a:pt x="2952323" y="900501"/>
                  <a:pt x="2955615" y="899952"/>
                </a:cubicBezTo>
                <a:cubicBezTo>
                  <a:pt x="2958907" y="899495"/>
                  <a:pt x="2962107" y="899587"/>
                  <a:pt x="2965308" y="900410"/>
                </a:cubicBezTo>
                <a:cubicBezTo>
                  <a:pt x="2968508" y="901141"/>
                  <a:pt x="2971526" y="902513"/>
                  <a:pt x="2974177" y="904433"/>
                </a:cubicBezTo>
                <a:cubicBezTo>
                  <a:pt x="2976829" y="906445"/>
                  <a:pt x="2979024" y="908822"/>
                  <a:pt x="2980761" y="911657"/>
                </a:cubicBezTo>
                <a:cubicBezTo>
                  <a:pt x="2982498" y="914491"/>
                  <a:pt x="2983596" y="917509"/>
                  <a:pt x="2984053" y="920801"/>
                </a:cubicBezTo>
                <a:cubicBezTo>
                  <a:pt x="2984602" y="924001"/>
                  <a:pt x="2984419" y="927293"/>
                  <a:pt x="2983687" y="930493"/>
                </a:cubicBezTo>
                <a:cubicBezTo>
                  <a:pt x="2982864" y="933694"/>
                  <a:pt x="2981493" y="936620"/>
                  <a:pt x="2979572" y="939272"/>
                </a:cubicBezTo>
                <a:cubicBezTo>
                  <a:pt x="2977652" y="941923"/>
                  <a:pt x="2975275" y="944118"/>
                  <a:pt x="2972440" y="945855"/>
                </a:cubicBezTo>
                <a:lnTo>
                  <a:pt x="2968142" y="948416"/>
                </a:lnTo>
                <a:cubicBezTo>
                  <a:pt x="2965308" y="950153"/>
                  <a:pt x="2962290" y="951250"/>
                  <a:pt x="2958998" y="951799"/>
                </a:cubicBezTo>
                <a:cubicBezTo>
                  <a:pt x="2955707" y="952256"/>
                  <a:pt x="2952506" y="952165"/>
                  <a:pt x="2949306" y="951342"/>
                </a:cubicBezTo>
                <a:cubicBezTo>
                  <a:pt x="2946105" y="950610"/>
                  <a:pt x="2943179" y="949239"/>
                  <a:pt x="2940436" y="947318"/>
                </a:cubicBezTo>
                <a:cubicBezTo>
                  <a:pt x="2937784" y="945307"/>
                  <a:pt x="2935590" y="942929"/>
                  <a:pt x="2933852" y="940095"/>
                </a:cubicBezTo>
                <a:cubicBezTo>
                  <a:pt x="2932206" y="937260"/>
                  <a:pt x="2931018" y="934242"/>
                  <a:pt x="2930561" y="930951"/>
                </a:cubicBezTo>
                <a:cubicBezTo>
                  <a:pt x="2930012" y="927750"/>
                  <a:pt x="2930195" y="924458"/>
                  <a:pt x="2930926" y="921258"/>
                </a:cubicBezTo>
                <a:cubicBezTo>
                  <a:pt x="2931749" y="918058"/>
                  <a:pt x="2933121" y="915132"/>
                  <a:pt x="2935041" y="912480"/>
                </a:cubicBezTo>
                <a:cubicBezTo>
                  <a:pt x="2936961" y="909828"/>
                  <a:pt x="2939430" y="907633"/>
                  <a:pt x="2942265" y="905896"/>
                </a:cubicBezTo>
              </a:path>
              <a:path w="3887754" h="1096183">
                <a:moveTo>
                  <a:pt x="2950769" y="900684"/>
                </a:moveTo>
                <a:lnTo>
                  <a:pt x="2954975" y="898124"/>
                </a:lnTo>
                <a:cubicBezTo>
                  <a:pt x="2957810" y="896386"/>
                  <a:pt x="2960827" y="895289"/>
                  <a:pt x="2964119" y="894832"/>
                </a:cubicBezTo>
                <a:cubicBezTo>
                  <a:pt x="2967411" y="894283"/>
                  <a:pt x="2970611" y="894375"/>
                  <a:pt x="2973903" y="895198"/>
                </a:cubicBezTo>
                <a:cubicBezTo>
                  <a:pt x="2977104" y="896021"/>
                  <a:pt x="2980030" y="897301"/>
                  <a:pt x="2982681" y="899312"/>
                </a:cubicBezTo>
                <a:cubicBezTo>
                  <a:pt x="2985333" y="901233"/>
                  <a:pt x="2987528" y="903610"/>
                  <a:pt x="2989265" y="906445"/>
                </a:cubicBezTo>
                <a:cubicBezTo>
                  <a:pt x="2991002" y="909279"/>
                  <a:pt x="2992100" y="912297"/>
                  <a:pt x="2992648" y="915589"/>
                </a:cubicBezTo>
                <a:cubicBezTo>
                  <a:pt x="2993106" y="918881"/>
                  <a:pt x="2993014" y="922081"/>
                  <a:pt x="2992191" y="925281"/>
                </a:cubicBezTo>
                <a:cubicBezTo>
                  <a:pt x="2991368" y="928482"/>
                  <a:pt x="2990088" y="931408"/>
                  <a:pt x="2988076" y="934060"/>
                </a:cubicBezTo>
                <a:cubicBezTo>
                  <a:pt x="2986156" y="936803"/>
                  <a:pt x="2983779" y="938997"/>
                  <a:pt x="2980944" y="940643"/>
                </a:cubicBezTo>
                <a:lnTo>
                  <a:pt x="2976646" y="943295"/>
                </a:lnTo>
                <a:cubicBezTo>
                  <a:pt x="2973812" y="944941"/>
                  <a:pt x="2970794" y="946130"/>
                  <a:pt x="2967502" y="946587"/>
                </a:cubicBezTo>
                <a:cubicBezTo>
                  <a:pt x="2964302" y="947136"/>
                  <a:pt x="2961010" y="946953"/>
                  <a:pt x="2957810" y="946221"/>
                </a:cubicBezTo>
                <a:cubicBezTo>
                  <a:pt x="2954609" y="945398"/>
                  <a:pt x="2951683" y="944027"/>
                  <a:pt x="2949031" y="942106"/>
                </a:cubicBezTo>
                <a:cubicBezTo>
                  <a:pt x="2946288" y="940186"/>
                  <a:pt x="2944094" y="937809"/>
                  <a:pt x="2942448" y="934974"/>
                </a:cubicBezTo>
                <a:cubicBezTo>
                  <a:pt x="2940710" y="932139"/>
                  <a:pt x="2939613" y="929122"/>
                  <a:pt x="2939064" y="925830"/>
                </a:cubicBezTo>
                <a:cubicBezTo>
                  <a:pt x="2938516" y="922538"/>
                  <a:pt x="2938699" y="919338"/>
                  <a:pt x="2939430" y="916137"/>
                </a:cubicBezTo>
                <a:cubicBezTo>
                  <a:pt x="2940253" y="912937"/>
                  <a:pt x="2941625" y="909919"/>
                  <a:pt x="2943545" y="907268"/>
                </a:cubicBezTo>
                <a:cubicBezTo>
                  <a:pt x="2945557" y="904616"/>
                  <a:pt x="2947934" y="902421"/>
                  <a:pt x="2950769" y="900684"/>
                </a:cubicBezTo>
              </a:path>
              <a:path w="3887754" h="1096183">
                <a:moveTo>
                  <a:pt x="2959273" y="895563"/>
                </a:moveTo>
                <a:lnTo>
                  <a:pt x="2963479" y="892912"/>
                </a:lnTo>
                <a:cubicBezTo>
                  <a:pt x="2966314" y="891266"/>
                  <a:pt x="2969423" y="890077"/>
                  <a:pt x="2972623" y="889620"/>
                </a:cubicBezTo>
                <a:cubicBezTo>
                  <a:pt x="2975915" y="889071"/>
                  <a:pt x="2979207" y="889254"/>
                  <a:pt x="2982407" y="889986"/>
                </a:cubicBezTo>
                <a:cubicBezTo>
                  <a:pt x="2985607" y="890808"/>
                  <a:pt x="2988534" y="892180"/>
                  <a:pt x="2991185" y="894100"/>
                </a:cubicBezTo>
                <a:cubicBezTo>
                  <a:pt x="2993837" y="896021"/>
                  <a:pt x="2996032" y="898489"/>
                  <a:pt x="2997769" y="901233"/>
                </a:cubicBezTo>
                <a:cubicBezTo>
                  <a:pt x="2999506" y="904067"/>
                  <a:pt x="3000604" y="907176"/>
                  <a:pt x="3001152" y="910377"/>
                </a:cubicBezTo>
                <a:cubicBezTo>
                  <a:pt x="3001609" y="913668"/>
                  <a:pt x="3001518" y="916869"/>
                  <a:pt x="3000695" y="920069"/>
                </a:cubicBezTo>
                <a:cubicBezTo>
                  <a:pt x="2999964" y="923361"/>
                  <a:pt x="2998592" y="926287"/>
                  <a:pt x="2996580" y="928939"/>
                </a:cubicBezTo>
                <a:cubicBezTo>
                  <a:pt x="2994660" y="931591"/>
                  <a:pt x="2992283" y="933785"/>
                  <a:pt x="2989448" y="935523"/>
                </a:cubicBezTo>
                <a:lnTo>
                  <a:pt x="2985150" y="938083"/>
                </a:lnTo>
                <a:cubicBezTo>
                  <a:pt x="2982407" y="939820"/>
                  <a:pt x="2979298" y="940918"/>
                  <a:pt x="2976098" y="941466"/>
                </a:cubicBezTo>
                <a:cubicBezTo>
                  <a:pt x="2972806" y="941923"/>
                  <a:pt x="2969514" y="941832"/>
                  <a:pt x="2966314" y="941009"/>
                </a:cubicBezTo>
                <a:cubicBezTo>
                  <a:pt x="2963113" y="940278"/>
                  <a:pt x="2960187" y="938906"/>
                  <a:pt x="2957535" y="936894"/>
                </a:cubicBezTo>
                <a:cubicBezTo>
                  <a:pt x="2954884" y="934974"/>
                  <a:pt x="2952689" y="932597"/>
                  <a:pt x="2950952" y="929762"/>
                </a:cubicBezTo>
                <a:cubicBezTo>
                  <a:pt x="2949214" y="926927"/>
                  <a:pt x="2948117" y="923910"/>
                  <a:pt x="2947568" y="920618"/>
                </a:cubicBezTo>
                <a:cubicBezTo>
                  <a:pt x="2947111" y="917326"/>
                  <a:pt x="2947203" y="914126"/>
                  <a:pt x="2948026" y="910925"/>
                </a:cubicBezTo>
                <a:cubicBezTo>
                  <a:pt x="2948757" y="907725"/>
                  <a:pt x="2950129" y="904799"/>
                  <a:pt x="2952140" y="902147"/>
                </a:cubicBezTo>
                <a:cubicBezTo>
                  <a:pt x="2954061" y="899404"/>
                  <a:pt x="2956438" y="897209"/>
                  <a:pt x="2959273" y="895563"/>
                </a:cubicBezTo>
              </a:path>
              <a:path w="3887754" h="1096183">
                <a:moveTo>
                  <a:pt x="2967777" y="890351"/>
                </a:moveTo>
                <a:lnTo>
                  <a:pt x="2972074" y="887791"/>
                </a:lnTo>
                <a:cubicBezTo>
                  <a:pt x="2974909" y="886054"/>
                  <a:pt x="2977926" y="884956"/>
                  <a:pt x="2981218" y="884408"/>
                </a:cubicBezTo>
                <a:cubicBezTo>
                  <a:pt x="2984419" y="883950"/>
                  <a:pt x="2987711" y="884042"/>
                  <a:pt x="2990911" y="884865"/>
                </a:cubicBezTo>
                <a:cubicBezTo>
                  <a:pt x="2994111" y="885596"/>
                  <a:pt x="2997037" y="886968"/>
                  <a:pt x="2999689" y="888980"/>
                </a:cubicBezTo>
                <a:cubicBezTo>
                  <a:pt x="3002432" y="890900"/>
                  <a:pt x="3004627" y="893277"/>
                  <a:pt x="3006273" y="896112"/>
                </a:cubicBezTo>
                <a:cubicBezTo>
                  <a:pt x="3008010" y="898947"/>
                  <a:pt x="3009108" y="901964"/>
                  <a:pt x="3009656" y="905256"/>
                </a:cubicBezTo>
                <a:cubicBezTo>
                  <a:pt x="3010113" y="908456"/>
                  <a:pt x="3010022" y="911748"/>
                  <a:pt x="3009199" y="914949"/>
                </a:cubicBezTo>
                <a:cubicBezTo>
                  <a:pt x="3008467" y="918149"/>
                  <a:pt x="3007096" y="921075"/>
                  <a:pt x="3005176" y="923727"/>
                </a:cubicBezTo>
                <a:cubicBezTo>
                  <a:pt x="3003164" y="926379"/>
                  <a:pt x="3000786" y="928573"/>
                  <a:pt x="2997952" y="930311"/>
                </a:cubicBezTo>
                <a:lnTo>
                  <a:pt x="2993746" y="932871"/>
                </a:lnTo>
                <a:cubicBezTo>
                  <a:pt x="2990911" y="934608"/>
                  <a:pt x="2987802" y="935706"/>
                  <a:pt x="2984602" y="936254"/>
                </a:cubicBezTo>
                <a:cubicBezTo>
                  <a:pt x="2981310" y="936711"/>
                  <a:pt x="2978109" y="936620"/>
                  <a:pt x="2974818" y="935797"/>
                </a:cubicBezTo>
                <a:cubicBezTo>
                  <a:pt x="2971617" y="935065"/>
                  <a:pt x="2968691" y="933694"/>
                  <a:pt x="2966039" y="931774"/>
                </a:cubicBezTo>
                <a:cubicBezTo>
                  <a:pt x="2963388" y="929762"/>
                  <a:pt x="2961193" y="927384"/>
                  <a:pt x="2959456" y="924550"/>
                </a:cubicBezTo>
                <a:cubicBezTo>
                  <a:pt x="2957718" y="921715"/>
                  <a:pt x="2956621" y="918698"/>
                  <a:pt x="2956072" y="915497"/>
                </a:cubicBezTo>
                <a:cubicBezTo>
                  <a:pt x="2955615" y="912205"/>
                  <a:pt x="2955707" y="908914"/>
                  <a:pt x="2956530" y="905713"/>
                </a:cubicBezTo>
                <a:cubicBezTo>
                  <a:pt x="2957261" y="902513"/>
                  <a:pt x="2958633" y="899587"/>
                  <a:pt x="2960644" y="896935"/>
                </a:cubicBezTo>
                <a:cubicBezTo>
                  <a:pt x="2962565" y="894283"/>
                  <a:pt x="2964942" y="892089"/>
                  <a:pt x="2967777" y="890351"/>
                </a:cubicBezTo>
              </a:path>
              <a:path w="3887754" h="1096183">
                <a:moveTo>
                  <a:pt x="2976281" y="885139"/>
                </a:moveTo>
                <a:lnTo>
                  <a:pt x="2980578" y="882579"/>
                </a:lnTo>
                <a:cubicBezTo>
                  <a:pt x="2983413" y="880842"/>
                  <a:pt x="2986430" y="879744"/>
                  <a:pt x="2989722" y="879287"/>
                </a:cubicBezTo>
                <a:cubicBezTo>
                  <a:pt x="2992923" y="878738"/>
                  <a:pt x="2996214" y="878921"/>
                  <a:pt x="2999415" y="879653"/>
                </a:cubicBezTo>
                <a:cubicBezTo>
                  <a:pt x="3002615" y="880476"/>
                  <a:pt x="3005541" y="881847"/>
                  <a:pt x="3008285" y="883768"/>
                </a:cubicBezTo>
                <a:cubicBezTo>
                  <a:pt x="3010936" y="885688"/>
                  <a:pt x="3013131" y="888065"/>
                  <a:pt x="3014868" y="890900"/>
                </a:cubicBezTo>
                <a:cubicBezTo>
                  <a:pt x="3016514" y="893735"/>
                  <a:pt x="3017703" y="896752"/>
                  <a:pt x="3018160" y="900044"/>
                </a:cubicBezTo>
                <a:cubicBezTo>
                  <a:pt x="3018709" y="903336"/>
                  <a:pt x="3018526" y="906536"/>
                  <a:pt x="3017794" y="909737"/>
                </a:cubicBezTo>
                <a:cubicBezTo>
                  <a:pt x="3016971" y="912937"/>
                  <a:pt x="3015600" y="915863"/>
                  <a:pt x="3013680" y="918606"/>
                </a:cubicBezTo>
                <a:cubicBezTo>
                  <a:pt x="3011668" y="921258"/>
                  <a:pt x="3009290" y="923453"/>
                  <a:pt x="3006456" y="925098"/>
                </a:cubicBezTo>
                <a:lnTo>
                  <a:pt x="3002250" y="927750"/>
                </a:lnTo>
                <a:cubicBezTo>
                  <a:pt x="2999415" y="929488"/>
                  <a:pt x="2996397" y="930585"/>
                  <a:pt x="2993106" y="931042"/>
                </a:cubicBezTo>
                <a:cubicBezTo>
                  <a:pt x="2989814" y="931591"/>
                  <a:pt x="2986613" y="931408"/>
                  <a:pt x="2983413" y="930676"/>
                </a:cubicBezTo>
                <a:cubicBezTo>
                  <a:pt x="2980121" y="929853"/>
                  <a:pt x="2977195" y="928482"/>
                  <a:pt x="2974543" y="926562"/>
                </a:cubicBezTo>
                <a:cubicBezTo>
                  <a:pt x="2971891" y="924641"/>
                  <a:pt x="2969697" y="922264"/>
                  <a:pt x="2967960" y="919429"/>
                </a:cubicBezTo>
                <a:cubicBezTo>
                  <a:pt x="2966222" y="916595"/>
                  <a:pt x="2965125" y="913577"/>
                  <a:pt x="2964668" y="910285"/>
                </a:cubicBezTo>
                <a:cubicBezTo>
                  <a:pt x="2964119" y="906993"/>
                  <a:pt x="2964210" y="903793"/>
                  <a:pt x="2965033" y="900593"/>
                </a:cubicBezTo>
                <a:cubicBezTo>
                  <a:pt x="2965856" y="897392"/>
                  <a:pt x="2967228" y="894375"/>
                  <a:pt x="2969148" y="891723"/>
                </a:cubicBezTo>
                <a:cubicBezTo>
                  <a:pt x="2971068" y="889071"/>
                  <a:pt x="2973446" y="886877"/>
                  <a:pt x="2976281" y="885139"/>
                </a:cubicBezTo>
              </a:path>
              <a:path w="3887754" h="1096183">
                <a:moveTo>
                  <a:pt x="2984784" y="880019"/>
                </a:moveTo>
                <a:lnTo>
                  <a:pt x="2989082" y="877367"/>
                </a:lnTo>
                <a:cubicBezTo>
                  <a:pt x="2991917" y="875721"/>
                  <a:pt x="2994934" y="874532"/>
                  <a:pt x="2998226" y="874075"/>
                </a:cubicBezTo>
                <a:cubicBezTo>
                  <a:pt x="3001518" y="873526"/>
                  <a:pt x="3004718" y="873709"/>
                  <a:pt x="3007919" y="874441"/>
                </a:cubicBezTo>
                <a:cubicBezTo>
                  <a:pt x="3011119" y="875264"/>
                  <a:pt x="3014137" y="876635"/>
                  <a:pt x="3016788" y="878556"/>
                </a:cubicBezTo>
                <a:cubicBezTo>
                  <a:pt x="3019440" y="880567"/>
                  <a:pt x="3021635" y="882945"/>
                  <a:pt x="3023372" y="885688"/>
                </a:cubicBezTo>
                <a:cubicBezTo>
                  <a:pt x="3025110" y="888522"/>
                  <a:pt x="3026207" y="891631"/>
                  <a:pt x="3026664" y="894832"/>
                </a:cubicBezTo>
                <a:cubicBezTo>
                  <a:pt x="3027213" y="898124"/>
                  <a:pt x="3027030" y="901324"/>
                  <a:pt x="3026298" y="904524"/>
                </a:cubicBezTo>
                <a:cubicBezTo>
                  <a:pt x="3025475" y="907816"/>
                  <a:pt x="3024104" y="910742"/>
                  <a:pt x="3022183" y="913394"/>
                </a:cubicBezTo>
                <a:cubicBezTo>
                  <a:pt x="3020263" y="916046"/>
                  <a:pt x="3017794" y="918240"/>
                  <a:pt x="3015051" y="919978"/>
                </a:cubicBezTo>
                <a:lnTo>
                  <a:pt x="3010753" y="922538"/>
                </a:lnTo>
                <a:cubicBezTo>
                  <a:pt x="3007919" y="924276"/>
                  <a:pt x="3004901" y="925373"/>
                  <a:pt x="3001609" y="925921"/>
                </a:cubicBezTo>
                <a:cubicBezTo>
                  <a:pt x="2998318" y="926379"/>
                  <a:pt x="2995117" y="926287"/>
                  <a:pt x="2991917" y="925464"/>
                </a:cubicBezTo>
                <a:cubicBezTo>
                  <a:pt x="2988716" y="924733"/>
                  <a:pt x="2985699" y="923361"/>
                  <a:pt x="2983047" y="921349"/>
                </a:cubicBezTo>
                <a:cubicBezTo>
                  <a:pt x="2980395" y="919429"/>
                  <a:pt x="2978201" y="917052"/>
                  <a:pt x="2976463" y="914217"/>
                </a:cubicBezTo>
                <a:cubicBezTo>
                  <a:pt x="2974726" y="911382"/>
                  <a:pt x="2973629" y="908365"/>
                  <a:pt x="2973172" y="905073"/>
                </a:cubicBezTo>
                <a:cubicBezTo>
                  <a:pt x="2972623" y="901873"/>
                  <a:pt x="2972806" y="898581"/>
                  <a:pt x="2973537" y="895380"/>
                </a:cubicBezTo>
                <a:cubicBezTo>
                  <a:pt x="2974360" y="892180"/>
                  <a:pt x="2975732" y="889254"/>
                  <a:pt x="2977652" y="886602"/>
                </a:cubicBezTo>
                <a:cubicBezTo>
                  <a:pt x="2979572" y="883950"/>
                  <a:pt x="2981950" y="881756"/>
                  <a:pt x="2984784" y="880019"/>
                </a:cubicBezTo>
              </a:path>
              <a:path w="3887754" h="1096183">
                <a:moveTo>
                  <a:pt x="2993380" y="874806"/>
                </a:moveTo>
                <a:lnTo>
                  <a:pt x="2997586" y="872246"/>
                </a:lnTo>
                <a:cubicBezTo>
                  <a:pt x="3000421" y="870509"/>
                  <a:pt x="3003438" y="869412"/>
                  <a:pt x="3006730" y="868863"/>
                </a:cubicBezTo>
                <a:cubicBezTo>
                  <a:pt x="3010022" y="868406"/>
                  <a:pt x="3013222" y="868497"/>
                  <a:pt x="3016423" y="869320"/>
                </a:cubicBezTo>
                <a:cubicBezTo>
                  <a:pt x="3019715" y="870052"/>
                  <a:pt x="3022641" y="871423"/>
                  <a:pt x="3025292" y="873435"/>
                </a:cubicBezTo>
                <a:cubicBezTo>
                  <a:pt x="3027944" y="875355"/>
                  <a:pt x="3030139" y="877733"/>
                  <a:pt x="3031876" y="880567"/>
                </a:cubicBezTo>
                <a:cubicBezTo>
                  <a:pt x="3033613" y="883402"/>
                  <a:pt x="3034711" y="886419"/>
                  <a:pt x="3035168" y="889711"/>
                </a:cubicBezTo>
                <a:cubicBezTo>
                  <a:pt x="3035717" y="892912"/>
                  <a:pt x="3035534" y="896203"/>
                  <a:pt x="3034802" y="899404"/>
                </a:cubicBezTo>
                <a:cubicBezTo>
                  <a:pt x="3033979" y="902604"/>
                  <a:pt x="3032608" y="905530"/>
                  <a:pt x="3030687" y="908182"/>
                </a:cubicBezTo>
                <a:cubicBezTo>
                  <a:pt x="3028767" y="910834"/>
                  <a:pt x="3026390" y="913028"/>
                  <a:pt x="3023555" y="914766"/>
                </a:cubicBezTo>
                <a:lnTo>
                  <a:pt x="3019257" y="917326"/>
                </a:lnTo>
                <a:cubicBezTo>
                  <a:pt x="3016423" y="919063"/>
                  <a:pt x="3013405" y="920161"/>
                  <a:pt x="3010113" y="920709"/>
                </a:cubicBezTo>
                <a:cubicBezTo>
                  <a:pt x="3006822" y="921167"/>
                  <a:pt x="3003621" y="921075"/>
                  <a:pt x="3000421" y="920252"/>
                </a:cubicBezTo>
                <a:cubicBezTo>
                  <a:pt x="2997220" y="919521"/>
                  <a:pt x="2994294" y="918149"/>
                  <a:pt x="2991551" y="916229"/>
                </a:cubicBezTo>
                <a:cubicBezTo>
                  <a:pt x="2988899" y="914217"/>
                  <a:pt x="2986705" y="911840"/>
                  <a:pt x="2984967" y="909005"/>
                </a:cubicBezTo>
                <a:cubicBezTo>
                  <a:pt x="2983321" y="906262"/>
                  <a:pt x="2982133" y="903153"/>
                  <a:pt x="2981676" y="899952"/>
                </a:cubicBezTo>
                <a:cubicBezTo>
                  <a:pt x="2981127" y="896661"/>
                  <a:pt x="2981310" y="893369"/>
                  <a:pt x="2982041" y="890168"/>
                </a:cubicBezTo>
                <a:cubicBezTo>
                  <a:pt x="2982864" y="886968"/>
                  <a:pt x="2984236" y="884042"/>
                  <a:pt x="2986156" y="881390"/>
                </a:cubicBezTo>
                <a:cubicBezTo>
                  <a:pt x="2988168" y="878738"/>
                  <a:pt x="2990545" y="876544"/>
                  <a:pt x="2993380" y="874806"/>
                </a:cubicBezTo>
              </a:path>
              <a:path w="3887754" h="1096183">
                <a:moveTo>
                  <a:pt x="3001884" y="869594"/>
                </a:moveTo>
                <a:lnTo>
                  <a:pt x="3006090" y="867034"/>
                </a:lnTo>
                <a:cubicBezTo>
                  <a:pt x="3008925" y="865297"/>
                  <a:pt x="3012034" y="864199"/>
                  <a:pt x="3015234" y="863742"/>
                </a:cubicBezTo>
                <a:cubicBezTo>
                  <a:pt x="3018526" y="863194"/>
                  <a:pt x="3021726" y="863376"/>
                  <a:pt x="3025018" y="864108"/>
                </a:cubicBezTo>
                <a:cubicBezTo>
                  <a:pt x="3028218" y="864931"/>
                  <a:pt x="3031145" y="866303"/>
                  <a:pt x="3033796" y="868223"/>
                </a:cubicBezTo>
                <a:cubicBezTo>
                  <a:pt x="3036448" y="870143"/>
                  <a:pt x="3038643" y="872520"/>
                  <a:pt x="3040380" y="875355"/>
                </a:cubicBezTo>
                <a:cubicBezTo>
                  <a:pt x="3042117" y="878190"/>
                  <a:pt x="3043215" y="881207"/>
                  <a:pt x="3043763" y="884499"/>
                </a:cubicBezTo>
                <a:cubicBezTo>
                  <a:pt x="3044220" y="887791"/>
                  <a:pt x="3044129" y="890991"/>
                  <a:pt x="3043306" y="894192"/>
                </a:cubicBezTo>
                <a:cubicBezTo>
                  <a:pt x="3042575" y="897392"/>
                  <a:pt x="3041203" y="900318"/>
                  <a:pt x="3039191" y="903061"/>
                </a:cubicBezTo>
                <a:cubicBezTo>
                  <a:pt x="3037271" y="905713"/>
                  <a:pt x="3034894" y="907908"/>
                  <a:pt x="3032059" y="909554"/>
                </a:cubicBezTo>
                <a:lnTo>
                  <a:pt x="3027761" y="912205"/>
                </a:lnTo>
                <a:cubicBezTo>
                  <a:pt x="3024927" y="913943"/>
                  <a:pt x="3021909" y="915040"/>
                  <a:pt x="3018617" y="915497"/>
                </a:cubicBezTo>
                <a:cubicBezTo>
                  <a:pt x="3015417" y="916046"/>
                  <a:pt x="3012125" y="915863"/>
                  <a:pt x="3008925" y="915132"/>
                </a:cubicBezTo>
                <a:cubicBezTo>
                  <a:pt x="3005724" y="914309"/>
                  <a:pt x="3002798" y="912937"/>
                  <a:pt x="3000146" y="911017"/>
                </a:cubicBezTo>
                <a:cubicBezTo>
                  <a:pt x="2997403" y="909096"/>
                  <a:pt x="2995209" y="906719"/>
                  <a:pt x="2993563" y="903884"/>
                </a:cubicBezTo>
                <a:cubicBezTo>
                  <a:pt x="2991825" y="901050"/>
                  <a:pt x="2990728" y="898032"/>
                  <a:pt x="2990179" y="894740"/>
                </a:cubicBezTo>
                <a:cubicBezTo>
                  <a:pt x="2989722" y="891449"/>
                  <a:pt x="2989814" y="888248"/>
                  <a:pt x="2990637" y="885048"/>
                </a:cubicBezTo>
                <a:cubicBezTo>
                  <a:pt x="2991368" y="881847"/>
                  <a:pt x="2992740" y="878921"/>
                  <a:pt x="2994660" y="876178"/>
                </a:cubicBezTo>
                <a:cubicBezTo>
                  <a:pt x="2996672" y="873526"/>
                  <a:pt x="2999049" y="871332"/>
                  <a:pt x="3001884" y="869594"/>
                </a:cubicBezTo>
              </a:path>
              <a:path w="3887754" h="1096183">
                <a:moveTo>
                  <a:pt x="3010388" y="864474"/>
                </a:moveTo>
                <a:lnTo>
                  <a:pt x="3014685" y="861822"/>
                </a:lnTo>
                <a:cubicBezTo>
                  <a:pt x="3017429" y="860176"/>
                  <a:pt x="3020538" y="859079"/>
                  <a:pt x="3023738" y="858530"/>
                </a:cubicBezTo>
                <a:cubicBezTo>
                  <a:pt x="3027030" y="857982"/>
                  <a:pt x="3030322" y="858164"/>
                  <a:pt x="3033522" y="858896"/>
                </a:cubicBezTo>
                <a:cubicBezTo>
                  <a:pt x="3036722" y="859719"/>
                  <a:pt x="3039648" y="861090"/>
                  <a:pt x="3042300" y="863011"/>
                </a:cubicBezTo>
                <a:cubicBezTo>
                  <a:pt x="3044952" y="865022"/>
                  <a:pt x="3047147" y="867400"/>
                  <a:pt x="3048884" y="870234"/>
                </a:cubicBezTo>
                <a:cubicBezTo>
                  <a:pt x="3050621" y="872978"/>
                  <a:pt x="3051719" y="876087"/>
                  <a:pt x="3052267" y="879287"/>
                </a:cubicBezTo>
                <a:cubicBezTo>
                  <a:pt x="3052724" y="882579"/>
                  <a:pt x="3052633" y="885779"/>
                  <a:pt x="3051810" y="889071"/>
                </a:cubicBezTo>
                <a:cubicBezTo>
                  <a:pt x="3051078" y="892272"/>
                  <a:pt x="3049707" y="895198"/>
                  <a:pt x="3047695" y="897849"/>
                </a:cubicBezTo>
                <a:cubicBezTo>
                  <a:pt x="3045775" y="900501"/>
                  <a:pt x="3043398" y="902696"/>
                  <a:pt x="3040563" y="904433"/>
                </a:cubicBezTo>
                <a:lnTo>
                  <a:pt x="3036357" y="906993"/>
                </a:lnTo>
                <a:cubicBezTo>
                  <a:pt x="3033522" y="908731"/>
                  <a:pt x="3030413" y="909828"/>
                  <a:pt x="3027213" y="910377"/>
                </a:cubicBezTo>
                <a:cubicBezTo>
                  <a:pt x="3023921" y="910834"/>
                  <a:pt x="3020629" y="910742"/>
                  <a:pt x="3017429" y="909919"/>
                </a:cubicBezTo>
                <a:cubicBezTo>
                  <a:pt x="3014228" y="909188"/>
                  <a:pt x="3011302" y="907816"/>
                  <a:pt x="3008650" y="905805"/>
                </a:cubicBezTo>
                <a:cubicBezTo>
                  <a:pt x="3005999" y="903884"/>
                  <a:pt x="3003804" y="901507"/>
                  <a:pt x="3002067" y="898672"/>
                </a:cubicBezTo>
                <a:cubicBezTo>
                  <a:pt x="3000329" y="895838"/>
                  <a:pt x="2999232" y="892820"/>
                  <a:pt x="2998683" y="889528"/>
                </a:cubicBezTo>
                <a:cubicBezTo>
                  <a:pt x="2998226" y="886328"/>
                  <a:pt x="2998318" y="883036"/>
                  <a:pt x="2999141" y="879836"/>
                </a:cubicBezTo>
                <a:cubicBezTo>
                  <a:pt x="2999872" y="876635"/>
                  <a:pt x="3001244" y="873709"/>
                  <a:pt x="3003255" y="871057"/>
                </a:cubicBezTo>
                <a:cubicBezTo>
                  <a:pt x="3005176" y="868406"/>
                  <a:pt x="3007553" y="866211"/>
                  <a:pt x="3010388" y="864474"/>
                </a:cubicBezTo>
              </a:path>
              <a:path w="3887754" h="1096183">
                <a:moveTo>
                  <a:pt x="3018892" y="859262"/>
                </a:moveTo>
                <a:lnTo>
                  <a:pt x="3023189" y="856701"/>
                </a:lnTo>
                <a:cubicBezTo>
                  <a:pt x="3026024" y="854964"/>
                  <a:pt x="3029041" y="853867"/>
                  <a:pt x="3032333" y="853318"/>
                </a:cubicBezTo>
                <a:cubicBezTo>
                  <a:pt x="3035534" y="852861"/>
                  <a:pt x="3038826" y="852952"/>
                  <a:pt x="3042026" y="853775"/>
                </a:cubicBezTo>
                <a:cubicBezTo>
                  <a:pt x="3045226" y="854507"/>
                  <a:pt x="3048152" y="855878"/>
                  <a:pt x="3050804" y="857890"/>
                </a:cubicBezTo>
                <a:cubicBezTo>
                  <a:pt x="3053547" y="859810"/>
                  <a:pt x="3055742" y="862188"/>
                  <a:pt x="3057388" y="865022"/>
                </a:cubicBezTo>
                <a:cubicBezTo>
                  <a:pt x="3059125" y="867857"/>
                  <a:pt x="3060222" y="870875"/>
                  <a:pt x="3060771" y="874166"/>
                </a:cubicBezTo>
                <a:cubicBezTo>
                  <a:pt x="3061320" y="877367"/>
                  <a:pt x="3061137" y="880659"/>
                  <a:pt x="3060314" y="883859"/>
                </a:cubicBezTo>
                <a:cubicBezTo>
                  <a:pt x="3059582" y="887059"/>
                  <a:pt x="3058211" y="889986"/>
                  <a:pt x="3056291" y="892637"/>
                </a:cubicBezTo>
                <a:cubicBezTo>
                  <a:pt x="3054279" y="895289"/>
                  <a:pt x="3051901" y="897484"/>
                  <a:pt x="3049067" y="899221"/>
                </a:cubicBezTo>
                <a:lnTo>
                  <a:pt x="3044861" y="901781"/>
                </a:lnTo>
                <a:cubicBezTo>
                  <a:pt x="3042026" y="903519"/>
                  <a:pt x="3038917" y="904616"/>
                  <a:pt x="3035717" y="905165"/>
                </a:cubicBezTo>
                <a:cubicBezTo>
                  <a:pt x="3032425" y="905713"/>
                  <a:pt x="3029224" y="905530"/>
                  <a:pt x="3025932" y="904707"/>
                </a:cubicBezTo>
                <a:cubicBezTo>
                  <a:pt x="3022732" y="903976"/>
                  <a:pt x="3019806" y="902604"/>
                  <a:pt x="3017154" y="900684"/>
                </a:cubicBezTo>
                <a:cubicBezTo>
                  <a:pt x="3014502" y="898672"/>
                  <a:pt x="3012308" y="896295"/>
                  <a:pt x="3010571" y="893460"/>
                </a:cubicBezTo>
                <a:cubicBezTo>
                  <a:pt x="3008833" y="890717"/>
                  <a:pt x="3007736" y="887608"/>
                  <a:pt x="3007187" y="884408"/>
                </a:cubicBezTo>
                <a:cubicBezTo>
                  <a:pt x="3006730" y="881116"/>
                  <a:pt x="3006822" y="877915"/>
                  <a:pt x="3007644" y="874624"/>
                </a:cubicBezTo>
                <a:cubicBezTo>
                  <a:pt x="3008376" y="871423"/>
                  <a:pt x="3009748" y="868497"/>
                  <a:pt x="3011759" y="865845"/>
                </a:cubicBezTo>
                <a:cubicBezTo>
                  <a:pt x="3013680" y="863194"/>
                  <a:pt x="3016057" y="860999"/>
                  <a:pt x="3018892" y="859262"/>
                </a:cubicBezTo>
              </a:path>
              <a:path w="3887754" h="1096183">
                <a:moveTo>
                  <a:pt x="3027396" y="854141"/>
                </a:moveTo>
                <a:lnTo>
                  <a:pt x="3031693" y="851489"/>
                </a:lnTo>
                <a:cubicBezTo>
                  <a:pt x="3034528" y="849752"/>
                  <a:pt x="3037545" y="848655"/>
                  <a:pt x="3040837" y="848197"/>
                </a:cubicBezTo>
                <a:cubicBezTo>
                  <a:pt x="3044129" y="847649"/>
                  <a:pt x="3047329" y="847832"/>
                  <a:pt x="3050530" y="848563"/>
                </a:cubicBezTo>
                <a:cubicBezTo>
                  <a:pt x="3053730" y="849386"/>
                  <a:pt x="3056656" y="850758"/>
                  <a:pt x="3059400" y="852678"/>
                </a:cubicBezTo>
                <a:cubicBezTo>
                  <a:pt x="3062051" y="854598"/>
                  <a:pt x="3064246" y="856976"/>
                  <a:pt x="3065983" y="859810"/>
                </a:cubicBezTo>
                <a:cubicBezTo>
                  <a:pt x="3067629" y="862645"/>
                  <a:pt x="3068818" y="865662"/>
                  <a:pt x="3069275" y="868954"/>
                </a:cubicBezTo>
                <a:cubicBezTo>
                  <a:pt x="3069824" y="872246"/>
                  <a:pt x="3069641" y="875447"/>
                  <a:pt x="3068909" y="878647"/>
                </a:cubicBezTo>
                <a:cubicBezTo>
                  <a:pt x="3068086" y="881847"/>
                  <a:pt x="3066715" y="884773"/>
                  <a:pt x="3064794" y="887517"/>
                </a:cubicBezTo>
                <a:cubicBezTo>
                  <a:pt x="3062783" y="890168"/>
                  <a:pt x="3060405" y="892363"/>
                  <a:pt x="3057571" y="894100"/>
                </a:cubicBezTo>
                <a:lnTo>
                  <a:pt x="3053364" y="896661"/>
                </a:lnTo>
                <a:cubicBezTo>
                  <a:pt x="3050530" y="898398"/>
                  <a:pt x="3047512" y="899495"/>
                  <a:pt x="3044220" y="899952"/>
                </a:cubicBezTo>
                <a:cubicBezTo>
                  <a:pt x="3040929" y="900501"/>
                  <a:pt x="3037728" y="900318"/>
                  <a:pt x="3034528" y="899587"/>
                </a:cubicBezTo>
                <a:cubicBezTo>
                  <a:pt x="3031236" y="898764"/>
                  <a:pt x="3028310" y="897392"/>
                  <a:pt x="3025658" y="895472"/>
                </a:cubicBezTo>
                <a:cubicBezTo>
                  <a:pt x="3023006" y="893552"/>
                  <a:pt x="3020812" y="891174"/>
                  <a:pt x="3019074" y="888340"/>
                </a:cubicBezTo>
                <a:cubicBezTo>
                  <a:pt x="3017337" y="885505"/>
                  <a:pt x="3016240" y="882487"/>
                  <a:pt x="3015783" y="879196"/>
                </a:cubicBezTo>
                <a:cubicBezTo>
                  <a:pt x="3015234" y="875904"/>
                  <a:pt x="3015417" y="872703"/>
                  <a:pt x="3016148" y="869503"/>
                </a:cubicBezTo>
                <a:cubicBezTo>
                  <a:pt x="3016971" y="866303"/>
                  <a:pt x="3018343" y="863376"/>
                  <a:pt x="3020263" y="860633"/>
                </a:cubicBezTo>
                <a:cubicBezTo>
                  <a:pt x="3022183" y="857982"/>
                  <a:pt x="3024561" y="855787"/>
                  <a:pt x="3027396" y="854141"/>
                </a:cubicBezTo>
              </a:path>
              <a:path w="3887754" h="1096183">
                <a:moveTo>
                  <a:pt x="3035899" y="848929"/>
                </a:moveTo>
                <a:lnTo>
                  <a:pt x="3040197" y="846369"/>
                </a:lnTo>
                <a:cubicBezTo>
                  <a:pt x="3043032" y="844631"/>
                  <a:pt x="3046049" y="843534"/>
                  <a:pt x="3049341" y="842985"/>
                </a:cubicBezTo>
                <a:cubicBezTo>
                  <a:pt x="3052633" y="842528"/>
                  <a:pt x="3055833" y="842620"/>
                  <a:pt x="3059034" y="843443"/>
                </a:cubicBezTo>
                <a:cubicBezTo>
                  <a:pt x="3062234" y="844174"/>
                  <a:pt x="3065252" y="845546"/>
                  <a:pt x="3067903" y="847466"/>
                </a:cubicBezTo>
                <a:cubicBezTo>
                  <a:pt x="3070555" y="849478"/>
                  <a:pt x="3072750" y="851855"/>
                  <a:pt x="3074487" y="854690"/>
                </a:cubicBezTo>
                <a:cubicBezTo>
                  <a:pt x="3076224" y="857433"/>
                  <a:pt x="3077322" y="860542"/>
                  <a:pt x="3077779" y="863742"/>
                </a:cubicBezTo>
                <a:cubicBezTo>
                  <a:pt x="3078328" y="867034"/>
                  <a:pt x="3078145" y="870234"/>
                  <a:pt x="3077413" y="873526"/>
                </a:cubicBezTo>
                <a:cubicBezTo>
                  <a:pt x="3076590" y="876727"/>
                  <a:pt x="3075219" y="879653"/>
                  <a:pt x="3073298" y="882305"/>
                </a:cubicBezTo>
                <a:cubicBezTo>
                  <a:pt x="3071378" y="884956"/>
                  <a:pt x="3069001" y="887151"/>
                  <a:pt x="3066166" y="888888"/>
                </a:cubicBezTo>
                <a:lnTo>
                  <a:pt x="3061868" y="891449"/>
                </a:lnTo>
                <a:cubicBezTo>
                  <a:pt x="3059034" y="893186"/>
                  <a:pt x="3056016" y="894283"/>
                  <a:pt x="3052724" y="894832"/>
                </a:cubicBezTo>
                <a:cubicBezTo>
                  <a:pt x="3049433" y="895289"/>
                  <a:pt x="3046232" y="895198"/>
                  <a:pt x="3043032" y="894375"/>
                </a:cubicBezTo>
                <a:cubicBezTo>
                  <a:pt x="3039831" y="893643"/>
                  <a:pt x="3036814" y="892272"/>
                  <a:pt x="3034162" y="890260"/>
                </a:cubicBezTo>
                <a:cubicBezTo>
                  <a:pt x="3031510" y="888340"/>
                  <a:pt x="3029316" y="885962"/>
                  <a:pt x="3027578" y="883128"/>
                </a:cubicBezTo>
                <a:cubicBezTo>
                  <a:pt x="3025932" y="880293"/>
                  <a:pt x="3024744" y="877275"/>
                  <a:pt x="3024287" y="873984"/>
                </a:cubicBezTo>
                <a:cubicBezTo>
                  <a:pt x="3023738" y="870783"/>
                  <a:pt x="3023921" y="867491"/>
                  <a:pt x="3024652" y="864291"/>
                </a:cubicBezTo>
                <a:cubicBezTo>
                  <a:pt x="3025475" y="861090"/>
                  <a:pt x="3026847" y="858164"/>
                  <a:pt x="3028767" y="855513"/>
                </a:cubicBezTo>
                <a:cubicBezTo>
                  <a:pt x="3030687" y="852861"/>
                  <a:pt x="3033156" y="850666"/>
                  <a:pt x="3035899" y="848929"/>
                </a:cubicBezTo>
              </a:path>
              <a:path w="3887754" h="1096183">
                <a:moveTo>
                  <a:pt x="3044495" y="843717"/>
                </a:moveTo>
                <a:lnTo>
                  <a:pt x="3048701" y="841157"/>
                </a:lnTo>
                <a:cubicBezTo>
                  <a:pt x="3051536" y="839419"/>
                  <a:pt x="3054553" y="838322"/>
                  <a:pt x="3057845" y="837773"/>
                </a:cubicBezTo>
                <a:cubicBezTo>
                  <a:pt x="3061137" y="837316"/>
                  <a:pt x="3064337" y="837408"/>
                  <a:pt x="3067538" y="838230"/>
                </a:cubicBezTo>
                <a:cubicBezTo>
                  <a:pt x="3070830" y="838962"/>
                  <a:pt x="3073756" y="840334"/>
                  <a:pt x="3076407" y="842345"/>
                </a:cubicBezTo>
                <a:cubicBezTo>
                  <a:pt x="3079059" y="844266"/>
                  <a:pt x="3081254" y="846643"/>
                  <a:pt x="3082991" y="849478"/>
                </a:cubicBezTo>
                <a:cubicBezTo>
                  <a:pt x="3084728" y="852312"/>
                  <a:pt x="3085826" y="855330"/>
                  <a:pt x="3086374" y="858622"/>
                </a:cubicBezTo>
                <a:cubicBezTo>
                  <a:pt x="3086832" y="861822"/>
                  <a:pt x="3086740" y="865114"/>
                  <a:pt x="3085917" y="868314"/>
                </a:cubicBezTo>
                <a:cubicBezTo>
                  <a:pt x="3085094" y="871515"/>
                  <a:pt x="3083814" y="874441"/>
                  <a:pt x="3081802" y="877092"/>
                </a:cubicBezTo>
                <a:cubicBezTo>
                  <a:pt x="3079882" y="879744"/>
                  <a:pt x="3077505" y="881939"/>
                  <a:pt x="3074670" y="883676"/>
                </a:cubicBezTo>
                <a:lnTo>
                  <a:pt x="3070372" y="886328"/>
                </a:lnTo>
                <a:cubicBezTo>
                  <a:pt x="3067538" y="887974"/>
                  <a:pt x="3064520" y="889071"/>
                  <a:pt x="3061228" y="889620"/>
                </a:cubicBezTo>
                <a:cubicBezTo>
                  <a:pt x="3058028" y="890168"/>
                  <a:pt x="3054736" y="889986"/>
                  <a:pt x="3051536" y="889254"/>
                </a:cubicBezTo>
                <a:cubicBezTo>
                  <a:pt x="3048335" y="888431"/>
                  <a:pt x="3045409" y="887059"/>
                  <a:pt x="3042666" y="885139"/>
                </a:cubicBezTo>
                <a:cubicBezTo>
                  <a:pt x="3040014" y="883128"/>
                  <a:pt x="3037820" y="880750"/>
                  <a:pt x="3036082" y="877915"/>
                </a:cubicBezTo>
                <a:cubicBezTo>
                  <a:pt x="3034436" y="875172"/>
                  <a:pt x="3033248" y="872063"/>
                  <a:pt x="3032790" y="868863"/>
                </a:cubicBezTo>
                <a:cubicBezTo>
                  <a:pt x="3032242" y="865571"/>
                  <a:pt x="3032425" y="862371"/>
                  <a:pt x="3033156" y="859079"/>
                </a:cubicBezTo>
                <a:cubicBezTo>
                  <a:pt x="3033979" y="855878"/>
                  <a:pt x="3035351" y="852952"/>
                  <a:pt x="3037271" y="850301"/>
                </a:cubicBezTo>
                <a:cubicBezTo>
                  <a:pt x="3039283" y="847649"/>
                  <a:pt x="3041660" y="845454"/>
                  <a:pt x="3044495" y="843717"/>
                </a:cubicBezTo>
              </a:path>
              <a:path w="3887754" h="1096183">
                <a:moveTo>
                  <a:pt x="3052999" y="838596"/>
                </a:moveTo>
                <a:lnTo>
                  <a:pt x="3057205" y="835944"/>
                </a:lnTo>
                <a:cubicBezTo>
                  <a:pt x="3060040" y="834207"/>
                  <a:pt x="3063149" y="833110"/>
                  <a:pt x="3066349" y="832653"/>
                </a:cubicBezTo>
                <a:cubicBezTo>
                  <a:pt x="3069641" y="832104"/>
                  <a:pt x="3072933" y="832287"/>
                  <a:pt x="3076133" y="833018"/>
                </a:cubicBezTo>
                <a:cubicBezTo>
                  <a:pt x="3079333" y="833841"/>
                  <a:pt x="3082260" y="835213"/>
                  <a:pt x="3084911" y="837133"/>
                </a:cubicBezTo>
                <a:cubicBezTo>
                  <a:pt x="3087563" y="839053"/>
                  <a:pt x="3089758" y="841431"/>
                  <a:pt x="3091495" y="844266"/>
                </a:cubicBezTo>
                <a:cubicBezTo>
                  <a:pt x="3093232" y="847100"/>
                  <a:pt x="3094330" y="850118"/>
                  <a:pt x="3094878" y="853410"/>
                </a:cubicBezTo>
                <a:cubicBezTo>
                  <a:pt x="3095335" y="856701"/>
                  <a:pt x="3095244" y="859902"/>
                  <a:pt x="3094421" y="863102"/>
                </a:cubicBezTo>
                <a:cubicBezTo>
                  <a:pt x="3093690" y="866303"/>
                  <a:pt x="3092318" y="869320"/>
                  <a:pt x="3090306" y="871972"/>
                </a:cubicBezTo>
                <a:cubicBezTo>
                  <a:pt x="3088386" y="874624"/>
                  <a:pt x="3086009" y="876818"/>
                  <a:pt x="3083174" y="878556"/>
                </a:cubicBezTo>
                <a:lnTo>
                  <a:pt x="3078876" y="881116"/>
                </a:lnTo>
                <a:cubicBezTo>
                  <a:pt x="3076133" y="882853"/>
                  <a:pt x="3073024" y="883950"/>
                  <a:pt x="3069732" y="884408"/>
                </a:cubicBezTo>
                <a:cubicBezTo>
                  <a:pt x="3066532" y="884956"/>
                  <a:pt x="3063240" y="884773"/>
                  <a:pt x="3060040" y="884042"/>
                </a:cubicBezTo>
                <a:cubicBezTo>
                  <a:pt x="3056839" y="883219"/>
                  <a:pt x="3053913" y="881847"/>
                  <a:pt x="3051261" y="879927"/>
                </a:cubicBezTo>
                <a:cubicBezTo>
                  <a:pt x="3048518" y="878007"/>
                  <a:pt x="3046324" y="875629"/>
                  <a:pt x="3044678" y="872795"/>
                </a:cubicBezTo>
                <a:cubicBezTo>
                  <a:pt x="3042940" y="869960"/>
                  <a:pt x="3041843" y="866943"/>
                  <a:pt x="3041294" y="863651"/>
                </a:cubicBezTo>
                <a:cubicBezTo>
                  <a:pt x="3040837" y="860359"/>
                  <a:pt x="3040929" y="857159"/>
                  <a:pt x="3041752" y="853958"/>
                </a:cubicBezTo>
                <a:cubicBezTo>
                  <a:pt x="3042483" y="850758"/>
                  <a:pt x="3043855" y="847832"/>
                  <a:pt x="3045775" y="845088"/>
                </a:cubicBezTo>
                <a:cubicBezTo>
                  <a:pt x="3047787" y="842437"/>
                  <a:pt x="3050164" y="840242"/>
                  <a:pt x="3052999" y="838596"/>
                </a:cubicBezTo>
              </a:path>
              <a:path w="3887754" h="1096183">
                <a:moveTo>
                  <a:pt x="3061503" y="833384"/>
                </a:moveTo>
                <a:lnTo>
                  <a:pt x="3065800" y="830824"/>
                </a:lnTo>
                <a:cubicBezTo>
                  <a:pt x="3068544" y="829086"/>
                  <a:pt x="3071652" y="827989"/>
                  <a:pt x="3074944" y="827441"/>
                </a:cubicBezTo>
                <a:cubicBezTo>
                  <a:pt x="3078145" y="826983"/>
                  <a:pt x="3081437" y="827075"/>
                  <a:pt x="3084637" y="827898"/>
                </a:cubicBezTo>
                <a:cubicBezTo>
                  <a:pt x="3087837" y="828629"/>
                  <a:pt x="3090763" y="830001"/>
                  <a:pt x="3093415" y="831921"/>
                </a:cubicBezTo>
                <a:cubicBezTo>
                  <a:pt x="3096158" y="833933"/>
                  <a:pt x="3098353" y="836310"/>
                  <a:pt x="3099999" y="839145"/>
                </a:cubicBezTo>
                <a:cubicBezTo>
                  <a:pt x="3101736" y="841888"/>
                  <a:pt x="3102834" y="844997"/>
                  <a:pt x="3103382" y="848197"/>
                </a:cubicBezTo>
                <a:cubicBezTo>
                  <a:pt x="3103839" y="851489"/>
                  <a:pt x="3103748" y="854781"/>
                  <a:pt x="3102925" y="857982"/>
                </a:cubicBezTo>
                <a:cubicBezTo>
                  <a:pt x="3102193" y="861182"/>
                  <a:pt x="3100822" y="864108"/>
                  <a:pt x="3098902" y="866760"/>
                </a:cubicBezTo>
                <a:cubicBezTo>
                  <a:pt x="3096890" y="869412"/>
                  <a:pt x="3094512" y="871606"/>
                  <a:pt x="3091678" y="873343"/>
                </a:cubicBezTo>
                <a:lnTo>
                  <a:pt x="3087472" y="875904"/>
                </a:lnTo>
                <a:cubicBezTo>
                  <a:pt x="3084637" y="877641"/>
                  <a:pt x="3081528" y="878738"/>
                  <a:pt x="3078328" y="879287"/>
                </a:cubicBezTo>
                <a:cubicBezTo>
                  <a:pt x="3075036" y="879744"/>
                  <a:pt x="3071744" y="879653"/>
                  <a:pt x="3068544" y="878830"/>
                </a:cubicBezTo>
                <a:cubicBezTo>
                  <a:pt x="3065343" y="878098"/>
                  <a:pt x="3062417" y="876727"/>
                  <a:pt x="3059765" y="874715"/>
                </a:cubicBezTo>
                <a:cubicBezTo>
                  <a:pt x="3057114" y="872795"/>
                  <a:pt x="3054919" y="870417"/>
                  <a:pt x="3053182" y="867583"/>
                </a:cubicBezTo>
                <a:cubicBezTo>
                  <a:pt x="3051444" y="864748"/>
                  <a:pt x="3050347" y="861731"/>
                  <a:pt x="3049798" y="858439"/>
                </a:cubicBezTo>
                <a:cubicBezTo>
                  <a:pt x="3049341" y="855238"/>
                  <a:pt x="3049433" y="851946"/>
                  <a:pt x="3050256" y="848746"/>
                </a:cubicBezTo>
                <a:cubicBezTo>
                  <a:pt x="3050987" y="845546"/>
                  <a:pt x="3052359" y="842620"/>
                  <a:pt x="3054370" y="839968"/>
                </a:cubicBezTo>
                <a:cubicBezTo>
                  <a:pt x="3056291" y="837316"/>
                  <a:pt x="3058668" y="835122"/>
                  <a:pt x="3061503" y="833384"/>
                </a:cubicBezTo>
              </a:path>
              <a:path w="3887754" h="1096183">
                <a:moveTo>
                  <a:pt x="3070007" y="828172"/>
                </a:moveTo>
                <a:lnTo>
                  <a:pt x="3074304" y="825612"/>
                </a:lnTo>
                <a:cubicBezTo>
                  <a:pt x="3077139" y="823874"/>
                  <a:pt x="3080156" y="822777"/>
                  <a:pt x="3083448" y="822228"/>
                </a:cubicBezTo>
                <a:cubicBezTo>
                  <a:pt x="3086649" y="821771"/>
                  <a:pt x="3089940" y="821863"/>
                  <a:pt x="3093141" y="822686"/>
                </a:cubicBezTo>
                <a:cubicBezTo>
                  <a:pt x="3096341" y="823417"/>
                  <a:pt x="3099267" y="824789"/>
                  <a:pt x="3102011" y="826800"/>
                </a:cubicBezTo>
                <a:cubicBezTo>
                  <a:pt x="3104662" y="828721"/>
                  <a:pt x="3106857" y="831098"/>
                  <a:pt x="3108594" y="833933"/>
                </a:cubicBezTo>
                <a:cubicBezTo>
                  <a:pt x="3110240" y="836767"/>
                  <a:pt x="3111337" y="839785"/>
                  <a:pt x="3111886" y="843077"/>
                </a:cubicBezTo>
                <a:cubicBezTo>
                  <a:pt x="3112435" y="846277"/>
                  <a:pt x="3112252" y="849569"/>
                  <a:pt x="3111520" y="852769"/>
                </a:cubicBezTo>
                <a:cubicBezTo>
                  <a:pt x="3110697" y="855970"/>
                  <a:pt x="3109326" y="858896"/>
                  <a:pt x="3107406" y="861548"/>
                </a:cubicBezTo>
                <a:cubicBezTo>
                  <a:pt x="3105394" y="864291"/>
                  <a:pt x="3103016" y="866394"/>
                  <a:pt x="3100182" y="868131"/>
                </a:cubicBezTo>
                <a:lnTo>
                  <a:pt x="3095976" y="870783"/>
                </a:lnTo>
                <a:cubicBezTo>
                  <a:pt x="3093141" y="872429"/>
                  <a:pt x="3090123" y="873618"/>
                  <a:pt x="3086832" y="874075"/>
                </a:cubicBezTo>
                <a:cubicBezTo>
                  <a:pt x="3083540" y="874624"/>
                  <a:pt x="3080339" y="874441"/>
                  <a:pt x="3077139" y="873709"/>
                </a:cubicBezTo>
                <a:cubicBezTo>
                  <a:pt x="3073847" y="872886"/>
                  <a:pt x="3070921" y="871515"/>
                  <a:pt x="3068269" y="869594"/>
                </a:cubicBezTo>
                <a:cubicBezTo>
                  <a:pt x="3065617" y="867583"/>
                  <a:pt x="3063423" y="865205"/>
                  <a:pt x="3061686" y="862462"/>
                </a:cubicBezTo>
                <a:cubicBezTo>
                  <a:pt x="3059948" y="859627"/>
                  <a:pt x="3058851" y="856518"/>
                  <a:pt x="3058302" y="853318"/>
                </a:cubicBezTo>
                <a:cubicBezTo>
                  <a:pt x="3057845" y="850026"/>
                  <a:pt x="3057936" y="846826"/>
                  <a:pt x="3058759" y="843625"/>
                </a:cubicBezTo>
                <a:cubicBezTo>
                  <a:pt x="3059582" y="840334"/>
                  <a:pt x="3060863" y="837408"/>
                  <a:pt x="3062874" y="834756"/>
                </a:cubicBezTo>
                <a:cubicBezTo>
                  <a:pt x="3064794" y="832104"/>
                  <a:pt x="3067172" y="829909"/>
                  <a:pt x="3070007" y="828172"/>
                </a:cubicBezTo>
              </a:path>
              <a:path w="3887754" h="1096183">
                <a:moveTo>
                  <a:pt x="3078510" y="823051"/>
                </a:moveTo>
                <a:lnTo>
                  <a:pt x="3082808" y="820400"/>
                </a:lnTo>
                <a:cubicBezTo>
                  <a:pt x="3085643" y="818754"/>
                  <a:pt x="3088660" y="817565"/>
                  <a:pt x="3091952" y="817108"/>
                </a:cubicBezTo>
                <a:cubicBezTo>
                  <a:pt x="3095244" y="816559"/>
                  <a:pt x="3098444" y="816742"/>
                  <a:pt x="3101645" y="817474"/>
                </a:cubicBezTo>
                <a:cubicBezTo>
                  <a:pt x="3104845" y="818297"/>
                  <a:pt x="3107771" y="819668"/>
                  <a:pt x="3110514" y="821588"/>
                </a:cubicBezTo>
                <a:cubicBezTo>
                  <a:pt x="3113166" y="823509"/>
                  <a:pt x="3115361" y="825886"/>
                  <a:pt x="3117098" y="828721"/>
                </a:cubicBezTo>
                <a:cubicBezTo>
                  <a:pt x="3118744" y="831555"/>
                  <a:pt x="3119933" y="834573"/>
                  <a:pt x="3120390" y="837865"/>
                </a:cubicBezTo>
                <a:cubicBezTo>
                  <a:pt x="3120939" y="841157"/>
                  <a:pt x="3120756" y="844357"/>
                  <a:pt x="3120024" y="847557"/>
                </a:cubicBezTo>
                <a:cubicBezTo>
                  <a:pt x="3119201" y="850758"/>
                  <a:pt x="3117830" y="853775"/>
                  <a:pt x="3115909" y="856427"/>
                </a:cubicBezTo>
                <a:cubicBezTo>
                  <a:pt x="3113989" y="859079"/>
                  <a:pt x="3111520" y="861273"/>
                  <a:pt x="3108777" y="863011"/>
                </a:cubicBezTo>
                <a:lnTo>
                  <a:pt x="3104479" y="865571"/>
                </a:lnTo>
                <a:cubicBezTo>
                  <a:pt x="3101645" y="867308"/>
                  <a:pt x="3098627" y="868406"/>
                  <a:pt x="3095335" y="868863"/>
                </a:cubicBezTo>
                <a:cubicBezTo>
                  <a:pt x="3092044" y="869412"/>
                  <a:pt x="3088843" y="869229"/>
                  <a:pt x="3085643" y="868497"/>
                </a:cubicBezTo>
                <a:cubicBezTo>
                  <a:pt x="3082442" y="867674"/>
                  <a:pt x="3079425" y="866303"/>
                  <a:pt x="3076773" y="864382"/>
                </a:cubicBezTo>
                <a:cubicBezTo>
                  <a:pt x="3074121" y="862462"/>
                  <a:pt x="3071927" y="860085"/>
                  <a:pt x="3070189" y="857250"/>
                </a:cubicBezTo>
                <a:cubicBezTo>
                  <a:pt x="3068452" y="854415"/>
                  <a:pt x="3067355" y="851398"/>
                  <a:pt x="3066898" y="848106"/>
                </a:cubicBezTo>
                <a:cubicBezTo>
                  <a:pt x="3066349" y="844814"/>
                  <a:pt x="3066532" y="841614"/>
                  <a:pt x="3067263" y="838413"/>
                </a:cubicBezTo>
                <a:cubicBezTo>
                  <a:pt x="3068086" y="835213"/>
                  <a:pt x="3069458" y="832287"/>
                  <a:pt x="3071378" y="829635"/>
                </a:cubicBezTo>
                <a:cubicBezTo>
                  <a:pt x="3073298" y="826892"/>
                  <a:pt x="3075676" y="824697"/>
                  <a:pt x="3078510" y="823051"/>
                </a:cubicBezTo>
              </a:path>
              <a:path w="3887754" h="1096183">
                <a:moveTo>
                  <a:pt x="3087106" y="817839"/>
                </a:moveTo>
                <a:lnTo>
                  <a:pt x="3091312" y="815279"/>
                </a:lnTo>
                <a:cubicBezTo>
                  <a:pt x="3094147" y="813542"/>
                  <a:pt x="3097164" y="812444"/>
                  <a:pt x="3100456" y="811896"/>
                </a:cubicBezTo>
                <a:cubicBezTo>
                  <a:pt x="3103748" y="811439"/>
                  <a:pt x="3106948" y="811530"/>
                  <a:pt x="3110149" y="812353"/>
                </a:cubicBezTo>
                <a:cubicBezTo>
                  <a:pt x="3113441" y="813084"/>
                  <a:pt x="3116367" y="814456"/>
                  <a:pt x="3119018" y="816376"/>
                </a:cubicBezTo>
                <a:cubicBezTo>
                  <a:pt x="3121670" y="818388"/>
                  <a:pt x="3123865" y="820765"/>
                  <a:pt x="3125602" y="823600"/>
                </a:cubicBezTo>
                <a:cubicBezTo>
                  <a:pt x="3127339" y="826435"/>
                  <a:pt x="3128437" y="829452"/>
                  <a:pt x="3128894" y="832744"/>
                </a:cubicBezTo>
                <a:cubicBezTo>
                  <a:pt x="3129443" y="835944"/>
                  <a:pt x="3129260" y="839236"/>
                  <a:pt x="3128528" y="842437"/>
                </a:cubicBezTo>
                <a:cubicBezTo>
                  <a:pt x="3127705" y="845637"/>
                  <a:pt x="3126334" y="848563"/>
                  <a:pt x="3124413" y="851215"/>
                </a:cubicBezTo>
                <a:cubicBezTo>
                  <a:pt x="3122493" y="853867"/>
                  <a:pt x="3120116" y="856061"/>
                  <a:pt x="3117281" y="857799"/>
                </a:cubicBezTo>
                <a:lnTo>
                  <a:pt x="3112983" y="860359"/>
                </a:lnTo>
                <a:cubicBezTo>
                  <a:pt x="3110149" y="862096"/>
                  <a:pt x="3107131" y="863194"/>
                  <a:pt x="3103839" y="863742"/>
                </a:cubicBezTo>
                <a:cubicBezTo>
                  <a:pt x="3100548" y="864199"/>
                  <a:pt x="3097347" y="864108"/>
                  <a:pt x="3094147" y="863285"/>
                </a:cubicBezTo>
                <a:cubicBezTo>
                  <a:pt x="3090946" y="862554"/>
                  <a:pt x="3088020" y="861182"/>
                  <a:pt x="3085277" y="859170"/>
                </a:cubicBezTo>
                <a:cubicBezTo>
                  <a:pt x="3082625" y="857250"/>
                  <a:pt x="3080431" y="854873"/>
                  <a:pt x="3078693" y="852038"/>
                </a:cubicBezTo>
                <a:cubicBezTo>
                  <a:pt x="3077047" y="849203"/>
                  <a:pt x="3075859" y="846186"/>
                  <a:pt x="3075402" y="842894"/>
                </a:cubicBezTo>
                <a:cubicBezTo>
                  <a:pt x="3074853" y="839694"/>
                  <a:pt x="3075036" y="836402"/>
                  <a:pt x="3075767" y="833201"/>
                </a:cubicBezTo>
                <a:cubicBezTo>
                  <a:pt x="3076590" y="830001"/>
                  <a:pt x="3077962" y="827075"/>
                  <a:pt x="3079882" y="824423"/>
                </a:cubicBezTo>
                <a:cubicBezTo>
                  <a:pt x="3081894" y="821771"/>
                  <a:pt x="3084271" y="819577"/>
                  <a:pt x="3087106" y="817839"/>
                </a:cubicBezTo>
              </a:path>
              <a:path w="3887754" h="1096183">
                <a:moveTo>
                  <a:pt x="3095610" y="812627"/>
                </a:moveTo>
                <a:lnTo>
                  <a:pt x="3099816" y="810067"/>
                </a:lnTo>
                <a:cubicBezTo>
                  <a:pt x="3102651" y="808330"/>
                  <a:pt x="3105668" y="807232"/>
                  <a:pt x="3108960" y="806684"/>
                </a:cubicBezTo>
                <a:cubicBezTo>
                  <a:pt x="3112252" y="806226"/>
                  <a:pt x="3115452" y="806318"/>
                  <a:pt x="3118744" y="807141"/>
                </a:cubicBezTo>
                <a:cubicBezTo>
                  <a:pt x="3121944" y="807964"/>
                  <a:pt x="3124871" y="809244"/>
                  <a:pt x="3127522" y="811256"/>
                </a:cubicBezTo>
                <a:cubicBezTo>
                  <a:pt x="3130174" y="813176"/>
                  <a:pt x="3132369" y="815553"/>
                  <a:pt x="3134106" y="818388"/>
                </a:cubicBezTo>
                <a:cubicBezTo>
                  <a:pt x="3135843" y="821223"/>
                  <a:pt x="3136941" y="824240"/>
                  <a:pt x="3137489" y="827532"/>
                </a:cubicBezTo>
                <a:cubicBezTo>
                  <a:pt x="3137946" y="830824"/>
                  <a:pt x="3137855" y="834024"/>
                  <a:pt x="3137032" y="837225"/>
                </a:cubicBezTo>
                <a:cubicBezTo>
                  <a:pt x="3136301" y="840425"/>
                  <a:pt x="3134929" y="843351"/>
                  <a:pt x="3132917" y="846003"/>
                </a:cubicBezTo>
                <a:cubicBezTo>
                  <a:pt x="3130997" y="848746"/>
                  <a:pt x="3128620" y="850941"/>
                  <a:pt x="3125785" y="852587"/>
                </a:cubicBezTo>
                <a:lnTo>
                  <a:pt x="3121487" y="855238"/>
                </a:lnTo>
                <a:cubicBezTo>
                  <a:pt x="3118653" y="856884"/>
                  <a:pt x="3115635" y="858073"/>
                  <a:pt x="3112343" y="858530"/>
                </a:cubicBezTo>
                <a:cubicBezTo>
                  <a:pt x="3109143" y="859079"/>
                  <a:pt x="3105851" y="858896"/>
                  <a:pt x="3102651" y="858164"/>
                </a:cubicBezTo>
                <a:cubicBezTo>
                  <a:pt x="3099450" y="857341"/>
                  <a:pt x="3096524" y="855970"/>
                  <a:pt x="3093872" y="854050"/>
                </a:cubicBezTo>
                <a:cubicBezTo>
                  <a:pt x="3091129" y="852129"/>
                  <a:pt x="3088935" y="849660"/>
                  <a:pt x="3087289" y="846917"/>
                </a:cubicBezTo>
                <a:cubicBezTo>
                  <a:pt x="3085551" y="844083"/>
                  <a:pt x="3084454" y="840974"/>
                  <a:pt x="3083905" y="837773"/>
                </a:cubicBezTo>
                <a:cubicBezTo>
                  <a:pt x="3083357" y="834481"/>
                  <a:pt x="3083540" y="831281"/>
                  <a:pt x="3084363" y="828081"/>
                </a:cubicBezTo>
                <a:cubicBezTo>
                  <a:pt x="3085094" y="824880"/>
                  <a:pt x="3086466" y="821863"/>
                  <a:pt x="3088386" y="819211"/>
                </a:cubicBezTo>
                <a:cubicBezTo>
                  <a:pt x="3090398" y="816559"/>
                  <a:pt x="3092775" y="814365"/>
                  <a:pt x="3095610" y="812627"/>
                </a:cubicBezTo>
              </a:path>
              <a:path w="3887754" h="1096183">
                <a:moveTo>
                  <a:pt x="3104114" y="807507"/>
                </a:moveTo>
                <a:lnTo>
                  <a:pt x="3108320" y="804855"/>
                </a:lnTo>
                <a:cubicBezTo>
                  <a:pt x="3111155" y="803209"/>
                  <a:pt x="3114264" y="802020"/>
                  <a:pt x="3117464" y="801563"/>
                </a:cubicBezTo>
                <a:cubicBezTo>
                  <a:pt x="3120756" y="801014"/>
                  <a:pt x="3124048" y="801197"/>
                  <a:pt x="3127248" y="801929"/>
                </a:cubicBezTo>
                <a:cubicBezTo>
                  <a:pt x="3130448" y="802752"/>
                  <a:pt x="3133374" y="804123"/>
                  <a:pt x="3136026" y="806044"/>
                </a:cubicBezTo>
                <a:cubicBezTo>
                  <a:pt x="3138678" y="807964"/>
                  <a:pt x="3140873" y="810433"/>
                  <a:pt x="3142610" y="813176"/>
                </a:cubicBezTo>
                <a:cubicBezTo>
                  <a:pt x="3144347" y="816011"/>
                  <a:pt x="3145445" y="819120"/>
                  <a:pt x="3145993" y="822320"/>
                </a:cubicBezTo>
                <a:cubicBezTo>
                  <a:pt x="3146450" y="825612"/>
                  <a:pt x="3146359" y="828812"/>
                  <a:pt x="3145536" y="832013"/>
                </a:cubicBezTo>
                <a:cubicBezTo>
                  <a:pt x="3144804" y="835213"/>
                  <a:pt x="3143433" y="838230"/>
                  <a:pt x="3141421" y="840882"/>
                </a:cubicBezTo>
                <a:cubicBezTo>
                  <a:pt x="3139501" y="843534"/>
                  <a:pt x="3137124" y="845729"/>
                  <a:pt x="3134289" y="847466"/>
                </a:cubicBezTo>
                <a:lnTo>
                  <a:pt x="3129991" y="850026"/>
                </a:lnTo>
                <a:cubicBezTo>
                  <a:pt x="3127248" y="851764"/>
                  <a:pt x="3124139" y="852861"/>
                  <a:pt x="3120939" y="853318"/>
                </a:cubicBezTo>
                <a:cubicBezTo>
                  <a:pt x="3117647" y="853867"/>
                  <a:pt x="3114355" y="853775"/>
                  <a:pt x="3111155" y="852952"/>
                </a:cubicBezTo>
                <a:cubicBezTo>
                  <a:pt x="3107954" y="852129"/>
                  <a:pt x="3105028" y="850849"/>
                  <a:pt x="3102376" y="848838"/>
                </a:cubicBezTo>
                <a:cubicBezTo>
                  <a:pt x="3099725" y="846917"/>
                  <a:pt x="3097530" y="844540"/>
                  <a:pt x="3095793" y="841705"/>
                </a:cubicBezTo>
                <a:cubicBezTo>
                  <a:pt x="3094055" y="838871"/>
                  <a:pt x="3092958" y="835853"/>
                  <a:pt x="3092409" y="832561"/>
                </a:cubicBezTo>
                <a:cubicBezTo>
                  <a:pt x="3091952" y="829269"/>
                  <a:pt x="3092044" y="826069"/>
                  <a:pt x="3092867" y="822869"/>
                </a:cubicBezTo>
                <a:cubicBezTo>
                  <a:pt x="3093598" y="819668"/>
                  <a:pt x="3094970" y="816742"/>
                  <a:pt x="3096981" y="814090"/>
                </a:cubicBezTo>
                <a:cubicBezTo>
                  <a:pt x="3098902" y="811347"/>
                  <a:pt x="3101279" y="809153"/>
                  <a:pt x="3104114" y="807507"/>
                </a:cubicBezTo>
              </a:path>
              <a:path w="3887754" h="1096183">
                <a:moveTo>
                  <a:pt x="3112618" y="802295"/>
                </a:moveTo>
                <a:lnTo>
                  <a:pt x="3116915" y="799734"/>
                </a:lnTo>
                <a:cubicBezTo>
                  <a:pt x="3119750" y="797997"/>
                  <a:pt x="3122767" y="796900"/>
                  <a:pt x="3126059" y="796351"/>
                </a:cubicBezTo>
                <a:cubicBezTo>
                  <a:pt x="3129260" y="795894"/>
                  <a:pt x="3132552" y="795985"/>
                  <a:pt x="3135752" y="796808"/>
                </a:cubicBezTo>
                <a:cubicBezTo>
                  <a:pt x="3138952" y="797540"/>
                  <a:pt x="3141878" y="798911"/>
                  <a:pt x="3144530" y="800832"/>
                </a:cubicBezTo>
                <a:cubicBezTo>
                  <a:pt x="3147273" y="802843"/>
                  <a:pt x="3149468" y="805221"/>
                  <a:pt x="3151114" y="808055"/>
                </a:cubicBezTo>
                <a:cubicBezTo>
                  <a:pt x="3152851" y="810890"/>
                  <a:pt x="3153948" y="813907"/>
                  <a:pt x="3154497" y="817199"/>
                </a:cubicBezTo>
                <a:cubicBezTo>
                  <a:pt x="3154954" y="820400"/>
                  <a:pt x="3154863" y="823692"/>
                  <a:pt x="3154040" y="826892"/>
                </a:cubicBezTo>
                <a:cubicBezTo>
                  <a:pt x="3153308" y="830092"/>
                  <a:pt x="3151937" y="833018"/>
                  <a:pt x="3150017" y="835670"/>
                </a:cubicBezTo>
                <a:cubicBezTo>
                  <a:pt x="3148005" y="838322"/>
                  <a:pt x="3145627" y="840516"/>
                  <a:pt x="3142793" y="842254"/>
                </a:cubicBezTo>
                <a:lnTo>
                  <a:pt x="3138587" y="844814"/>
                </a:lnTo>
                <a:cubicBezTo>
                  <a:pt x="3135752" y="846552"/>
                  <a:pt x="3132643" y="847649"/>
                  <a:pt x="3129443" y="848197"/>
                </a:cubicBezTo>
                <a:cubicBezTo>
                  <a:pt x="3126151" y="848655"/>
                  <a:pt x="3122950" y="848563"/>
                  <a:pt x="3119658" y="847740"/>
                </a:cubicBezTo>
                <a:cubicBezTo>
                  <a:pt x="3116458" y="847009"/>
                  <a:pt x="3113532" y="845637"/>
                  <a:pt x="3110880" y="843717"/>
                </a:cubicBezTo>
                <a:cubicBezTo>
                  <a:pt x="3108228" y="841705"/>
                  <a:pt x="3106034" y="839328"/>
                  <a:pt x="3104297" y="836493"/>
                </a:cubicBezTo>
                <a:cubicBezTo>
                  <a:pt x="3102559" y="833658"/>
                  <a:pt x="3101462" y="830641"/>
                  <a:pt x="3100913" y="827349"/>
                </a:cubicBezTo>
                <a:cubicBezTo>
                  <a:pt x="3100456" y="824149"/>
                  <a:pt x="3100548" y="820857"/>
                  <a:pt x="3101370" y="817656"/>
                </a:cubicBezTo>
                <a:cubicBezTo>
                  <a:pt x="3102102" y="814456"/>
                  <a:pt x="3103474" y="811530"/>
                  <a:pt x="3105485" y="808878"/>
                </a:cubicBezTo>
                <a:cubicBezTo>
                  <a:pt x="3107406" y="806226"/>
                  <a:pt x="3109783" y="804032"/>
                  <a:pt x="3112618" y="802295"/>
                </a:cubicBezTo>
              </a:path>
              <a:path w="3887754" h="1096183">
                <a:moveTo>
                  <a:pt x="3121122" y="797082"/>
                </a:moveTo>
                <a:lnTo>
                  <a:pt x="3125419" y="794522"/>
                </a:lnTo>
                <a:cubicBezTo>
                  <a:pt x="3128254" y="792785"/>
                  <a:pt x="3131271" y="791688"/>
                  <a:pt x="3134563" y="791230"/>
                </a:cubicBezTo>
                <a:cubicBezTo>
                  <a:pt x="3137855" y="790682"/>
                  <a:pt x="3141055" y="790865"/>
                  <a:pt x="3144256" y="791596"/>
                </a:cubicBezTo>
                <a:cubicBezTo>
                  <a:pt x="3147456" y="792419"/>
                  <a:pt x="3150382" y="793791"/>
                  <a:pt x="3153126" y="795711"/>
                </a:cubicBezTo>
                <a:cubicBezTo>
                  <a:pt x="3155777" y="797631"/>
                  <a:pt x="3157972" y="800009"/>
                  <a:pt x="3159709" y="802843"/>
                </a:cubicBezTo>
                <a:cubicBezTo>
                  <a:pt x="3161355" y="805678"/>
                  <a:pt x="3162544" y="808695"/>
                  <a:pt x="3163001" y="811987"/>
                </a:cubicBezTo>
                <a:cubicBezTo>
                  <a:pt x="3163550" y="815279"/>
                  <a:pt x="3163367" y="818479"/>
                  <a:pt x="3162635" y="821680"/>
                </a:cubicBezTo>
                <a:cubicBezTo>
                  <a:pt x="3161812" y="824880"/>
                  <a:pt x="3160441" y="827806"/>
                  <a:pt x="3158520" y="830458"/>
                </a:cubicBezTo>
                <a:cubicBezTo>
                  <a:pt x="3156509" y="833201"/>
                  <a:pt x="3154131" y="835396"/>
                  <a:pt x="3151297" y="837042"/>
                </a:cubicBezTo>
                <a:lnTo>
                  <a:pt x="3147090" y="839694"/>
                </a:lnTo>
                <a:cubicBezTo>
                  <a:pt x="3144256" y="841339"/>
                  <a:pt x="3141238" y="842528"/>
                  <a:pt x="3137946" y="842985"/>
                </a:cubicBezTo>
                <a:cubicBezTo>
                  <a:pt x="3134655" y="843534"/>
                  <a:pt x="3131454" y="843351"/>
                  <a:pt x="3128254" y="842620"/>
                </a:cubicBezTo>
                <a:cubicBezTo>
                  <a:pt x="3124962" y="841797"/>
                  <a:pt x="3122036" y="840425"/>
                  <a:pt x="3119384" y="838505"/>
                </a:cubicBezTo>
                <a:cubicBezTo>
                  <a:pt x="3116732" y="836585"/>
                  <a:pt x="3114538" y="834207"/>
                  <a:pt x="3112800" y="831372"/>
                </a:cubicBezTo>
                <a:cubicBezTo>
                  <a:pt x="3111063" y="828538"/>
                  <a:pt x="3109966" y="825520"/>
                  <a:pt x="3109509" y="822228"/>
                </a:cubicBezTo>
                <a:cubicBezTo>
                  <a:pt x="3108960" y="818937"/>
                  <a:pt x="3109143" y="815736"/>
                  <a:pt x="3109874" y="812536"/>
                </a:cubicBezTo>
                <a:cubicBezTo>
                  <a:pt x="3110697" y="809335"/>
                  <a:pt x="3112069" y="806318"/>
                  <a:pt x="3113989" y="803666"/>
                </a:cubicBezTo>
                <a:cubicBezTo>
                  <a:pt x="3115909" y="801014"/>
                  <a:pt x="3118287" y="798820"/>
                  <a:pt x="3121122" y="797082"/>
                </a:cubicBezTo>
              </a:path>
              <a:path w="3887754" h="1096183">
                <a:moveTo>
                  <a:pt x="3129625" y="791962"/>
                </a:moveTo>
                <a:lnTo>
                  <a:pt x="3133923" y="789310"/>
                </a:lnTo>
                <a:cubicBezTo>
                  <a:pt x="3136758" y="787664"/>
                  <a:pt x="3139775" y="786475"/>
                  <a:pt x="3143067" y="786018"/>
                </a:cubicBezTo>
                <a:cubicBezTo>
                  <a:pt x="3146359" y="785470"/>
                  <a:pt x="3149559" y="785652"/>
                  <a:pt x="3152760" y="786384"/>
                </a:cubicBezTo>
                <a:cubicBezTo>
                  <a:pt x="3155960" y="787207"/>
                  <a:pt x="3158978" y="788579"/>
                  <a:pt x="3161629" y="790499"/>
                </a:cubicBezTo>
                <a:cubicBezTo>
                  <a:pt x="3164281" y="792419"/>
                  <a:pt x="3166476" y="794888"/>
                  <a:pt x="3168213" y="797631"/>
                </a:cubicBezTo>
                <a:cubicBezTo>
                  <a:pt x="3169950" y="800466"/>
                  <a:pt x="3171048" y="803575"/>
                  <a:pt x="3171505" y="806775"/>
                </a:cubicBezTo>
                <a:cubicBezTo>
                  <a:pt x="3172054" y="810067"/>
                  <a:pt x="3171871" y="813267"/>
                  <a:pt x="3171139" y="816468"/>
                </a:cubicBezTo>
                <a:cubicBezTo>
                  <a:pt x="3170316" y="819760"/>
                  <a:pt x="3168945" y="822686"/>
                  <a:pt x="3167024" y="825337"/>
                </a:cubicBezTo>
                <a:cubicBezTo>
                  <a:pt x="3165104" y="827989"/>
                  <a:pt x="3162727" y="830184"/>
                  <a:pt x="3159892" y="831921"/>
                </a:cubicBezTo>
                <a:lnTo>
                  <a:pt x="3155594" y="834481"/>
                </a:lnTo>
                <a:cubicBezTo>
                  <a:pt x="3152760" y="836219"/>
                  <a:pt x="3149742" y="837316"/>
                  <a:pt x="3146450" y="837865"/>
                </a:cubicBezTo>
                <a:cubicBezTo>
                  <a:pt x="3143159" y="838322"/>
                  <a:pt x="3139958" y="838230"/>
                  <a:pt x="3136758" y="837408"/>
                </a:cubicBezTo>
                <a:cubicBezTo>
                  <a:pt x="3133557" y="836676"/>
                  <a:pt x="3130540" y="835304"/>
                  <a:pt x="3127888" y="833293"/>
                </a:cubicBezTo>
                <a:cubicBezTo>
                  <a:pt x="3125236" y="831372"/>
                  <a:pt x="3123042" y="828995"/>
                  <a:pt x="3121304" y="826160"/>
                </a:cubicBezTo>
                <a:cubicBezTo>
                  <a:pt x="3119567" y="823326"/>
                  <a:pt x="3118470" y="820308"/>
                  <a:pt x="3118013" y="817016"/>
                </a:cubicBezTo>
                <a:cubicBezTo>
                  <a:pt x="3117464" y="813725"/>
                  <a:pt x="3117647" y="810524"/>
                  <a:pt x="3118378" y="807324"/>
                </a:cubicBezTo>
                <a:cubicBezTo>
                  <a:pt x="3119201" y="804123"/>
                  <a:pt x="3120573" y="801197"/>
                  <a:pt x="3122493" y="798546"/>
                </a:cubicBezTo>
                <a:cubicBezTo>
                  <a:pt x="3124413" y="795802"/>
                  <a:pt x="3126882" y="793608"/>
                  <a:pt x="3129625" y="791962"/>
                </a:cubicBezTo>
              </a:path>
              <a:path w="3887754" h="1096183">
                <a:moveTo>
                  <a:pt x="3138221" y="786750"/>
                </a:moveTo>
                <a:lnTo>
                  <a:pt x="3142427" y="784189"/>
                </a:lnTo>
                <a:cubicBezTo>
                  <a:pt x="3145262" y="782452"/>
                  <a:pt x="3148279" y="781355"/>
                  <a:pt x="3151571" y="780806"/>
                </a:cubicBezTo>
                <a:cubicBezTo>
                  <a:pt x="3154863" y="780349"/>
                  <a:pt x="3158063" y="780440"/>
                  <a:pt x="3161264" y="781263"/>
                </a:cubicBezTo>
                <a:cubicBezTo>
                  <a:pt x="3164556" y="781995"/>
                  <a:pt x="3167482" y="783366"/>
                  <a:pt x="3170133" y="785378"/>
                </a:cubicBezTo>
                <a:cubicBezTo>
                  <a:pt x="3172785" y="787298"/>
                  <a:pt x="3174980" y="789676"/>
                  <a:pt x="3176717" y="792510"/>
                </a:cubicBezTo>
                <a:cubicBezTo>
                  <a:pt x="3178454" y="795345"/>
                  <a:pt x="3179552" y="798363"/>
                  <a:pt x="3180009" y="801654"/>
                </a:cubicBezTo>
                <a:cubicBezTo>
                  <a:pt x="3180558" y="804855"/>
                  <a:pt x="3180466" y="808147"/>
                  <a:pt x="3179643" y="811347"/>
                </a:cubicBezTo>
                <a:cubicBezTo>
                  <a:pt x="3178820" y="814548"/>
                  <a:pt x="3177449" y="817474"/>
                  <a:pt x="3175528" y="820125"/>
                </a:cubicBezTo>
                <a:cubicBezTo>
                  <a:pt x="3173608" y="822777"/>
                  <a:pt x="3171231" y="824972"/>
                  <a:pt x="3168396" y="826709"/>
                </a:cubicBezTo>
                <a:lnTo>
                  <a:pt x="3164098" y="829269"/>
                </a:lnTo>
                <a:cubicBezTo>
                  <a:pt x="3161264" y="831007"/>
                  <a:pt x="3158246" y="832104"/>
                  <a:pt x="3154954" y="832653"/>
                </a:cubicBezTo>
                <a:cubicBezTo>
                  <a:pt x="3151754" y="833110"/>
                  <a:pt x="3148462" y="833018"/>
                  <a:pt x="3145262" y="832195"/>
                </a:cubicBezTo>
                <a:cubicBezTo>
                  <a:pt x="3142061" y="831464"/>
                  <a:pt x="3139135" y="830092"/>
                  <a:pt x="3136392" y="828172"/>
                </a:cubicBezTo>
                <a:cubicBezTo>
                  <a:pt x="3133740" y="826160"/>
                  <a:pt x="3131546" y="823783"/>
                  <a:pt x="3129808" y="820948"/>
                </a:cubicBezTo>
                <a:cubicBezTo>
                  <a:pt x="3128162" y="818205"/>
                  <a:pt x="3126974" y="815096"/>
                  <a:pt x="3126516" y="811896"/>
                </a:cubicBezTo>
                <a:cubicBezTo>
                  <a:pt x="3125968" y="808604"/>
                  <a:pt x="3126151" y="805312"/>
                  <a:pt x="3126882" y="802112"/>
                </a:cubicBezTo>
                <a:cubicBezTo>
                  <a:pt x="3127705" y="798911"/>
                  <a:pt x="3129077" y="795985"/>
                  <a:pt x="3130997" y="793333"/>
                </a:cubicBezTo>
                <a:cubicBezTo>
                  <a:pt x="3133009" y="790682"/>
                  <a:pt x="3135386" y="788487"/>
                  <a:pt x="3138221" y="786750"/>
                </a:cubicBezTo>
              </a:path>
              <a:path w="3887754" h="1096183">
                <a:moveTo>
                  <a:pt x="3146725" y="781538"/>
                </a:moveTo>
                <a:lnTo>
                  <a:pt x="3150931" y="778977"/>
                </a:lnTo>
                <a:cubicBezTo>
                  <a:pt x="3153766" y="777240"/>
                  <a:pt x="3156875" y="776143"/>
                  <a:pt x="3160075" y="775686"/>
                </a:cubicBezTo>
                <a:cubicBezTo>
                  <a:pt x="3163367" y="775137"/>
                  <a:pt x="3166567" y="775320"/>
                  <a:pt x="3169859" y="776051"/>
                </a:cubicBezTo>
                <a:cubicBezTo>
                  <a:pt x="3173059" y="776874"/>
                  <a:pt x="3175986" y="778246"/>
                  <a:pt x="3178637" y="780166"/>
                </a:cubicBezTo>
                <a:cubicBezTo>
                  <a:pt x="3181289" y="782086"/>
                  <a:pt x="3183484" y="784464"/>
                  <a:pt x="3185221" y="787298"/>
                </a:cubicBezTo>
                <a:cubicBezTo>
                  <a:pt x="3186958" y="790133"/>
                  <a:pt x="3188056" y="793151"/>
                  <a:pt x="3188604" y="796442"/>
                </a:cubicBezTo>
                <a:cubicBezTo>
                  <a:pt x="3189061" y="799734"/>
                  <a:pt x="3188970" y="802935"/>
                  <a:pt x="3188147" y="806135"/>
                </a:cubicBezTo>
                <a:cubicBezTo>
                  <a:pt x="3187416" y="809335"/>
                  <a:pt x="3186044" y="812262"/>
                  <a:pt x="3184032" y="815005"/>
                </a:cubicBezTo>
                <a:cubicBezTo>
                  <a:pt x="3182112" y="817656"/>
                  <a:pt x="3179735" y="819851"/>
                  <a:pt x="3176900" y="821497"/>
                </a:cubicBezTo>
                <a:lnTo>
                  <a:pt x="3172602" y="824149"/>
                </a:lnTo>
                <a:cubicBezTo>
                  <a:pt x="3169768" y="825886"/>
                  <a:pt x="3166750" y="826983"/>
                  <a:pt x="3163458" y="827441"/>
                </a:cubicBezTo>
                <a:cubicBezTo>
                  <a:pt x="3160258" y="827989"/>
                  <a:pt x="3156966" y="827806"/>
                  <a:pt x="3153766" y="827075"/>
                </a:cubicBezTo>
                <a:cubicBezTo>
                  <a:pt x="3150565" y="826252"/>
                  <a:pt x="3147639" y="824880"/>
                  <a:pt x="3144987" y="822960"/>
                </a:cubicBezTo>
                <a:cubicBezTo>
                  <a:pt x="3142244" y="821040"/>
                  <a:pt x="3140050" y="818662"/>
                  <a:pt x="3138404" y="815828"/>
                </a:cubicBezTo>
                <a:cubicBezTo>
                  <a:pt x="3136666" y="812993"/>
                  <a:pt x="3135569" y="809976"/>
                  <a:pt x="3135020" y="806684"/>
                </a:cubicBezTo>
                <a:cubicBezTo>
                  <a:pt x="3134563" y="803392"/>
                  <a:pt x="3134655" y="800191"/>
                  <a:pt x="3135478" y="796991"/>
                </a:cubicBezTo>
                <a:cubicBezTo>
                  <a:pt x="3136209" y="793791"/>
                  <a:pt x="3137581" y="790773"/>
                  <a:pt x="3139501" y="788121"/>
                </a:cubicBezTo>
                <a:cubicBezTo>
                  <a:pt x="3141513" y="785470"/>
                  <a:pt x="3143890" y="783275"/>
                  <a:pt x="3146725" y="781538"/>
                </a:cubicBezTo>
              </a:path>
              <a:path w="3887754" h="1096183">
                <a:moveTo>
                  <a:pt x="3155229" y="776417"/>
                </a:moveTo>
                <a:lnTo>
                  <a:pt x="3159526" y="773765"/>
                </a:lnTo>
                <a:cubicBezTo>
                  <a:pt x="3162270" y="772119"/>
                  <a:pt x="3165378" y="770931"/>
                  <a:pt x="3168670" y="770473"/>
                </a:cubicBezTo>
                <a:cubicBezTo>
                  <a:pt x="3171871" y="769925"/>
                  <a:pt x="3175163" y="770108"/>
                  <a:pt x="3178363" y="770839"/>
                </a:cubicBezTo>
                <a:cubicBezTo>
                  <a:pt x="3181563" y="771662"/>
                  <a:pt x="3184489" y="773034"/>
                  <a:pt x="3187141" y="774954"/>
                </a:cubicBezTo>
                <a:cubicBezTo>
                  <a:pt x="3189884" y="776966"/>
                  <a:pt x="3192079" y="779343"/>
                  <a:pt x="3193725" y="782086"/>
                </a:cubicBezTo>
                <a:cubicBezTo>
                  <a:pt x="3195462" y="784921"/>
                  <a:pt x="3196560" y="788030"/>
                  <a:pt x="3197108" y="791230"/>
                </a:cubicBezTo>
                <a:cubicBezTo>
                  <a:pt x="3197565" y="794522"/>
                  <a:pt x="3197474" y="797723"/>
                  <a:pt x="3196651" y="800923"/>
                </a:cubicBezTo>
                <a:cubicBezTo>
                  <a:pt x="3195919" y="804215"/>
                  <a:pt x="3194548" y="807141"/>
                  <a:pt x="3192536" y="809793"/>
                </a:cubicBezTo>
                <a:cubicBezTo>
                  <a:pt x="3190616" y="812444"/>
                  <a:pt x="3188238" y="814639"/>
                  <a:pt x="3185404" y="816376"/>
                </a:cubicBezTo>
                <a:lnTo>
                  <a:pt x="3181198" y="818937"/>
                </a:lnTo>
                <a:cubicBezTo>
                  <a:pt x="3178363" y="820674"/>
                  <a:pt x="3175254" y="821771"/>
                  <a:pt x="3172054" y="822320"/>
                </a:cubicBezTo>
                <a:cubicBezTo>
                  <a:pt x="3168762" y="822777"/>
                  <a:pt x="3165470" y="822686"/>
                  <a:pt x="3162270" y="821863"/>
                </a:cubicBezTo>
                <a:cubicBezTo>
                  <a:pt x="3159069" y="821131"/>
                  <a:pt x="3156143" y="819760"/>
                  <a:pt x="3153491" y="817748"/>
                </a:cubicBezTo>
                <a:cubicBezTo>
                  <a:pt x="3150840" y="815828"/>
                  <a:pt x="3148645" y="813450"/>
                  <a:pt x="3146908" y="810616"/>
                </a:cubicBezTo>
                <a:cubicBezTo>
                  <a:pt x="3145170" y="807781"/>
                  <a:pt x="3144073" y="804763"/>
                  <a:pt x="3143524" y="801472"/>
                </a:cubicBezTo>
                <a:cubicBezTo>
                  <a:pt x="3143067" y="798271"/>
                  <a:pt x="3143159" y="794979"/>
                  <a:pt x="3143982" y="791779"/>
                </a:cubicBezTo>
                <a:cubicBezTo>
                  <a:pt x="3144713" y="788579"/>
                  <a:pt x="3146085" y="785652"/>
                  <a:pt x="3148096" y="783001"/>
                </a:cubicBezTo>
                <a:cubicBezTo>
                  <a:pt x="3150017" y="780258"/>
                  <a:pt x="3152394" y="778154"/>
                  <a:pt x="3155229" y="776417"/>
                </a:cubicBezTo>
              </a:path>
              <a:path w="3887754" h="1096183">
                <a:moveTo>
                  <a:pt x="3163733" y="771205"/>
                </a:moveTo>
                <a:lnTo>
                  <a:pt x="3168030" y="768645"/>
                </a:lnTo>
                <a:cubicBezTo>
                  <a:pt x="3170865" y="766907"/>
                  <a:pt x="3173882" y="765810"/>
                  <a:pt x="3177174" y="765261"/>
                </a:cubicBezTo>
                <a:cubicBezTo>
                  <a:pt x="3180375" y="764804"/>
                  <a:pt x="3183666" y="764896"/>
                  <a:pt x="3186867" y="765719"/>
                </a:cubicBezTo>
                <a:cubicBezTo>
                  <a:pt x="3190067" y="766450"/>
                  <a:pt x="3192993" y="767822"/>
                  <a:pt x="3195645" y="769833"/>
                </a:cubicBezTo>
                <a:cubicBezTo>
                  <a:pt x="3198388" y="771754"/>
                  <a:pt x="3200583" y="774131"/>
                  <a:pt x="3202229" y="776966"/>
                </a:cubicBezTo>
                <a:cubicBezTo>
                  <a:pt x="3203966" y="779800"/>
                  <a:pt x="3205063" y="782818"/>
                  <a:pt x="3205612" y="786110"/>
                </a:cubicBezTo>
                <a:cubicBezTo>
                  <a:pt x="3206161" y="789310"/>
                  <a:pt x="3205978" y="792602"/>
                  <a:pt x="3205246" y="795802"/>
                </a:cubicBezTo>
                <a:cubicBezTo>
                  <a:pt x="3204423" y="799003"/>
                  <a:pt x="3203052" y="801929"/>
                  <a:pt x="3201132" y="804581"/>
                </a:cubicBezTo>
                <a:cubicBezTo>
                  <a:pt x="3199120" y="807232"/>
                  <a:pt x="3196742" y="809427"/>
                  <a:pt x="3193908" y="811164"/>
                </a:cubicBezTo>
                <a:lnTo>
                  <a:pt x="3189702" y="813725"/>
                </a:lnTo>
                <a:cubicBezTo>
                  <a:pt x="3186867" y="815462"/>
                  <a:pt x="3183849" y="816559"/>
                  <a:pt x="3180558" y="817108"/>
                </a:cubicBezTo>
                <a:cubicBezTo>
                  <a:pt x="3177266" y="817565"/>
                  <a:pt x="3174065" y="817474"/>
                  <a:pt x="3170773" y="816651"/>
                </a:cubicBezTo>
                <a:cubicBezTo>
                  <a:pt x="3167573" y="815919"/>
                  <a:pt x="3164647" y="814548"/>
                  <a:pt x="3161995" y="812627"/>
                </a:cubicBezTo>
                <a:cubicBezTo>
                  <a:pt x="3159343" y="810616"/>
                  <a:pt x="3157149" y="808238"/>
                  <a:pt x="3155412" y="805404"/>
                </a:cubicBezTo>
                <a:cubicBezTo>
                  <a:pt x="3153674" y="802660"/>
                  <a:pt x="3152577" y="799551"/>
                  <a:pt x="3152028" y="796351"/>
                </a:cubicBezTo>
                <a:cubicBezTo>
                  <a:pt x="3151571" y="793059"/>
                  <a:pt x="3151662" y="789767"/>
                  <a:pt x="3152485" y="786567"/>
                </a:cubicBezTo>
                <a:cubicBezTo>
                  <a:pt x="3153308" y="783366"/>
                  <a:pt x="3154589" y="780440"/>
                  <a:pt x="3156600" y="777789"/>
                </a:cubicBezTo>
                <a:cubicBezTo>
                  <a:pt x="3158520" y="775137"/>
                  <a:pt x="3160898" y="772942"/>
                  <a:pt x="3163733" y="771205"/>
                </a:cubicBezTo>
              </a:path>
              <a:path w="3887754" h="1096183">
                <a:moveTo>
                  <a:pt x="3172236" y="765993"/>
                </a:moveTo>
                <a:lnTo>
                  <a:pt x="3176534" y="763433"/>
                </a:lnTo>
                <a:cubicBezTo>
                  <a:pt x="3179369" y="761695"/>
                  <a:pt x="3182386" y="760598"/>
                  <a:pt x="3185678" y="760141"/>
                </a:cubicBezTo>
                <a:cubicBezTo>
                  <a:pt x="3188970" y="759592"/>
                  <a:pt x="3192170" y="759775"/>
                  <a:pt x="3195371" y="760506"/>
                </a:cubicBezTo>
                <a:cubicBezTo>
                  <a:pt x="3198571" y="761329"/>
                  <a:pt x="3201497" y="762701"/>
                  <a:pt x="3204240" y="764621"/>
                </a:cubicBezTo>
                <a:cubicBezTo>
                  <a:pt x="3206892" y="766542"/>
                  <a:pt x="3209087" y="768919"/>
                  <a:pt x="3210824" y="771754"/>
                </a:cubicBezTo>
                <a:cubicBezTo>
                  <a:pt x="3212470" y="774588"/>
                  <a:pt x="3213659" y="777606"/>
                  <a:pt x="3214116" y="780898"/>
                </a:cubicBezTo>
                <a:cubicBezTo>
                  <a:pt x="3214665" y="784189"/>
                  <a:pt x="3214482" y="787390"/>
                  <a:pt x="3213750" y="790590"/>
                </a:cubicBezTo>
                <a:cubicBezTo>
                  <a:pt x="3212927" y="793791"/>
                  <a:pt x="3211556" y="796717"/>
                  <a:pt x="3209635" y="799460"/>
                </a:cubicBezTo>
                <a:cubicBezTo>
                  <a:pt x="3207715" y="802112"/>
                  <a:pt x="3205246" y="804306"/>
                  <a:pt x="3202503" y="805952"/>
                </a:cubicBezTo>
                <a:lnTo>
                  <a:pt x="3198205" y="808604"/>
                </a:lnTo>
                <a:cubicBezTo>
                  <a:pt x="3195371" y="810341"/>
                  <a:pt x="3192353" y="811439"/>
                  <a:pt x="3189061" y="811896"/>
                </a:cubicBezTo>
                <a:cubicBezTo>
                  <a:pt x="3185770" y="812444"/>
                  <a:pt x="3182569" y="812262"/>
                  <a:pt x="3179369" y="811530"/>
                </a:cubicBezTo>
                <a:cubicBezTo>
                  <a:pt x="3176168" y="810707"/>
                  <a:pt x="3173151" y="809335"/>
                  <a:pt x="3170499" y="807415"/>
                </a:cubicBezTo>
                <a:cubicBezTo>
                  <a:pt x="3167847" y="805495"/>
                  <a:pt x="3165653" y="803118"/>
                  <a:pt x="3163915" y="800283"/>
                </a:cubicBezTo>
                <a:cubicBezTo>
                  <a:pt x="3162178" y="797448"/>
                  <a:pt x="3161081" y="794431"/>
                  <a:pt x="3160624" y="791139"/>
                </a:cubicBezTo>
                <a:cubicBezTo>
                  <a:pt x="3160075" y="787847"/>
                  <a:pt x="3160258" y="784647"/>
                  <a:pt x="3160989" y="781446"/>
                </a:cubicBezTo>
                <a:cubicBezTo>
                  <a:pt x="3161812" y="778246"/>
                  <a:pt x="3163184" y="775320"/>
                  <a:pt x="3165104" y="772577"/>
                </a:cubicBezTo>
                <a:cubicBezTo>
                  <a:pt x="3167024" y="769925"/>
                  <a:pt x="3169402" y="767730"/>
                  <a:pt x="3172236" y="765993"/>
                </a:cubicBezTo>
              </a:path>
              <a:path w="3887754" h="1096183">
                <a:moveTo>
                  <a:pt x="3180832" y="760872"/>
                </a:moveTo>
                <a:lnTo>
                  <a:pt x="3185038" y="758220"/>
                </a:lnTo>
                <a:cubicBezTo>
                  <a:pt x="3187873" y="756575"/>
                  <a:pt x="3190890" y="755477"/>
                  <a:pt x="3194182" y="754929"/>
                </a:cubicBezTo>
                <a:cubicBezTo>
                  <a:pt x="3197474" y="754380"/>
                  <a:pt x="3200674" y="754563"/>
                  <a:pt x="3203875" y="755294"/>
                </a:cubicBezTo>
                <a:cubicBezTo>
                  <a:pt x="3207075" y="756117"/>
                  <a:pt x="3210093" y="757489"/>
                  <a:pt x="3212744" y="759409"/>
                </a:cubicBezTo>
                <a:cubicBezTo>
                  <a:pt x="3215396" y="761421"/>
                  <a:pt x="3217591" y="763798"/>
                  <a:pt x="3219328" y="766633"/>
                </a:cubicBezTo>
                <a:cubicBezTo>
                  <a:pt x="3221065" y="769376"/>
                  <a:pt x="3222163" y="772485"/>
                  <a:pt x="3222620" y="775686"/>
                </a:cubicBezTo>
                <a:cubicBezTo>
                  <a:pt x="3223169" y="778977"/>
                  <a:pt x="3222986" y="782178"/>
                  <a:pt x="3222254" y="785470"/>
                </a:cubicBezTo>
                <a:cubicBezTo>
                  <a:pt x="3221431" y="788670"/>
                  <a:pt x="3220060" y="791596"/>
                  <a:pt x="3218139" y="794248"/>
                </a:cubicBezTo>
                <a:cubicBezTo>
                  <a:pt x="3216219" y="796900"/>
                  <a:pt x="3213842" y="799094"/>
                  <a:pt x="3211007" y="800832"/>
                </a:cubicBezTo>
                <a:lnTo>
                  <a:pt x="3206709" y="803392"/>
                </a:lnTo>
                <a:cubicBezTo>
                  <a:pt x="3203875" y="805129"/>
                  <a:pt x="3200857" y="806226"/>
                  <a:pt x="3197565" y="806775"/>
                </a:cubicBezTo>
                <a:cubicBezTo>
                  <a:pt x="3194274" y="807232"/>
                  <a:pt x="3191073" y="807141"/>
                  <a:pt x="3187873" y="806318"/>
                </a:cubicBezTo>
                <a:cubicBezTo>
                  <a:pt x="3184672" y="805586"/>
                  <a:pt x="3181746" y="804215"/>
                  <a:pt x="3179003" y="802203"/>
                </a:cubicBezTo>
                <a:cubicBezTo>
                  <a:pt x="3176351" y="800283"/>
                  <a:pt x="3174157" y="797905"/>
                  <a:pt x="3172419" y="795071"/>
                </a:cubicBezTo>
                <a:cubicBezTo>
                  <a:pt x="3170773" y="792236"/>
                  <a:pt x="3169585" y="789219"/>
                  <a:pt x="3169128" y="785927"/>
                </a:cubicBezTo>
                <a:cubicBezTo>
                  <a:pt x="3168579" y="782726"/>
                  <a:pt x="3168762" y="779435"/>
                  <a:pt x="3169493" y="776234"/>
                </a:cubicBezTo>
                <a:cubicBezTo>
                  <a:pt x="3170316" y="773034"/>
                  <a:pt x="3171688" y="770108"/>
                  <a:pt x="3173608" y="767456"/>
                </a:cubicBezTo>
                <a:cubicBezTo>
                  <a:pt x="3175528" y="764804"/>
                  <a:pt x="3177997" y="762610"/>
                  <a:pt x="3180832" y="760872"/>
                </a:cubicBezTo>
              </a:path>
              <a:path w="3887754" h="1096183">
                <a:moveTo>
                  <a:pt x="3189336" y="755660"/>
                </a:moveTo>
                <a:lnTo>
                  <a:pt x="3193542" y="753100"/>
                </a:lnTo>
                <a:cubicBezTo>
                  <a:pt x="3196377" y="751362"/>
                  <a:pt x="3199394" y="750265"/>
                  <a:pt x="3202686" y="749717"/>
                </a:cubicBezTo>
                <a:cubicBezTo>
                  <a:pt x="3205978" y="749259"/>
                  <a:pt x="3209178" y="749351"/>
                  <a:pt x="3212470" y="750174"/>
                </a:cubicBezTo>
                <a:cubicBezTo>
                  <a:pt x="3215670" y="750905"/>
                  <a:pt x="3218597" y="752277"/>
                  <a:pt x="3221248" y="754289"/>
                </a:cubicBezTo>
                <a:cubicBezTo>
                  <a:pt x="3223900" y="756209"/>
                  <a:pt x="3226095" y="758586"/>
                  <a:pt x="3227832" y="761421"/>
                </a:cubicBezTo>
                <a:cubicBezTo>
                  <a:pt x="3229569" y="764256"/>
                  <a:pt x="3230667" y="767273"/>
                  <a:pt x="3231215" y="770565"/>
                </a:cubicBezTo>
                <a:cubicBezTo>
                  <a:pt x="3231672" y="773765"/>
                  <a:pt x="3231581" y="777057"/>
                  <a:pt x="3230758" y="780258"/>
                </a:cubicBezTo>
                <a:cubicBezTo>
                  <a:pt x="3229935" y="783458"/>
                  <a:pt x="3228655" y="786384"/>
                  <a:pt x="3226643" y="789036"/>
                </a:cubicBezTo>
                <a:cubicBezTo>
                  <a:pt x="3224723" y="791688"/>
                  <a:pt x="3222346" y="793882"/>
                  <a:pt x="3219511" y="795619"/>
                </a:cubicBezTo>
                <a:lnTo>
                  <a:pt x="3215213" y="798180"/>
                </a:lnTo>
                <a:cubicBezTo>
                  <a:pt x="3212379" y="799917"/>
                  <a:pt x="3209361" y="801014"/>
                  <a:pt x="3206069" y="801563"/>
                </a:cubicBezTo>
                <a:cubicBezTo>
                  <a:pt x="3202869" y="802112"/>
                  <a:pt x="3199577" y="801929"/>
                  <a:pt x="3196377" y="801106"/>
                </a:cubicBezTo>
                <a:cubicBezTo>
                  <a:pt x="3193176" y="800374"/>
                  <a:pt x="3190250" y="799003"/>
                  <a:pt x="3187598" y="797082"/>
                </a:cubicBezTo>
                <a:cubicBezTo>
                  <a:pt x="3184855" y="795071"/>
                  <a:pt x="3182661" y="792693"/>
                  <a:pt x="3181015" y="789859"/>
                </a:cubicBezTo>
                <a:cubicBezTo>
                  <a:pt x="3179277" y="787116"/>
                  <a:pt x="3178180" y="784007"/>
                  <a:pt x="3177631" y="780806"/>
                </a:cubicBezTo>
                <a:cubicBezTo>
                  <a:pt x="3177083" y="777514"/>
                  <a:pt x="3177266" y="774314"/>
                  <a:pt x="3177997" y="771022"/>
                </a:cubicBezTo>
                <a:cubicBezTo>
                  <a:pt x="3178820" y="767822"/>
                  <a:pt x="3180192" y="764896"/>
                  <a:pt x="3182112" y="762244"/>
                </a:cubicBezTo>
                <a:cubicBezTo>
                  <a:pt x="3184124" y="759592"/>
                  <a:pt x="3186501" y="757398"/>
                  <a:pt x="3189336" y="755660"/>
                </a:cubicBezTo>
              </a:path>
              <a:path w="3887754" h="1096183">
                <a:moveTo>
                  <a:pt x="3197840" y="750540"/>
                </a:moveTo>
                <a:lnTo>
                  <a:pt x="3202046" y="747888"/>
                </a:lnTo>
                <a:cubicBezTo>
                  <a:pt x="3204881" y="746150"/>
                  <a:pt x="3207990" y="745053"/>
                  <a:pt x="3211190" y="744596"/>
                </a:cubicBezTo>
                <a:cubicBezTo>
                  <a:pt x="3214482" y="744047"/>
                  <a:pt x="3217774" y="744230"/>
                  <a:pt x="3220974" y="744962"/>
                </a:cubicBezTo>
                <a:cubicBezTo>
                  <a:pt x="3224174" y="745785"/>
                  <a:pt x="3227100" y="747156"/>
                  <a:pt x="3229752" y="749076"/>
                </a:cubicBezTo>
                <a:cubicBezTo>
                  <a:pt x="3232404" y="750997"/>
                  <a:pt x="3234599" y="753374"/>
                  <a:pt x="3236336" y="756209"/>
                </a:cubicBezTo>
                <a:cubicBezTo>
                  <a:pt x="3238073" y="759043"/>
                  <a:pt x="3239171" y="762061"/>
                  <a:pt x="3239719" y="765353"/>
                </a:cubicBezTo>
                <a:cubicBezTo>
                  <a:pt x="3240176" y="768645"/>
                  <a:pt x="3240085" y="771845"/>
                  <a:pt x="3239262" y="775045"/>
                </a:cubicBezTo>
                <a:cubicBezTo>
                  <a:pt x="3238530" y="778246"/>
                  <a:pt x="3237159" y="781172"/>
                  <a:pt x="3235147" y="783915"/>
                </a:cubicBezTo>
                <a:cubicBezTo>
                  <a:pt x="3233227" y="786567"/>
                  <a:pt x="3230850" y="788761"/>
                  <a:pt x="3228015" y="790499"/>
                </a:cubicBezTo>
                <a:lnTo>
                  <a:pt x="3223717" y="793059"/>
                </a:lnTo>
                <a:cubicBezTo>
                  <a:pt x="3220974" y="794796"/>
                  <a:pt x="3217865" y="795894"/>
                  <a:pt x="3214665" y="796351"/>
                </a:cubicBezTo>
                <a:cubicBezTo>
                  <a:pt x="3211373" y="796900"/>
                  <a:pt x="3208081" y="796717"/>
                  <a:pt x="3204881" y="795985"/>
                </a:cubicBezTo>
                <a:cubicBezTo>
                  <a:pt x="3201680" y="795162"/>
                  <a:pt x="3198754" y="793791"/>
                  <a:pt x="3196102" y="791870"/>
                </a:cubicBezTo>
                <a:cubicBezTo>
                  <a:pt x="3193359" y="789950"/>
                  <a:pt x="3191256" y="787573"/>
                  <a:pt x="3189519" y="784738"/>
                </a:cubicBezTo>
                <a:cubicBezTo>
                  <a:pt x="3187781" y="781903"/>
                  <a:pt x="3186684" y="778886"/>
                  <a:pt x="3186135" y="775594"/>
                </a:cubicBezTo>
                <a:cubicBezTo>
                  <a:pt x="3185678" y="772302"/>
                  <a:pt x="3185770" y="769102"/>
                  <a:pt x="3186593" y="765901"/>
                </a:cubicBezTo>
                <a:cubicBezTo>
                  <a:pt x="3187324" y="762701"/>
                  <a:pt x="3188696" y="759775"/>
                  <a:pt x="3190707" y="757032"/>
                </a:cubicBezTo>
                <a:cubicBezTo>
                  <a:pt x="3192628" y="754380"/>
                  <a:pt x="3195005" y="752185"/>
                  <a:pt x="3197840" y="750540"/>
                </a:cubicBezTo>
              </a:path>
              <a:path w="3887754" h="1096183">
                <a:moveTo>
                  <a:pt x="3206344" y="745327"/>
                </a:moveTo>
                <a:lnTo>
                  <a:pt x="3210641" y="742767"/>
                </a:lnTo>
                <a:cubicBezTo>
                  <a:pt x="3213476" y="741030"/>
                  <a:pt x="3216493" y="739932"/>
                  <a:pt x="3219785" y="739384"/>
                </a:cubicBezTo>
                <a:cubicBezTo>
                  <a:pt x="3222986" y="738927"/>
                  <a:pt x="3226278" y="739018"/>
                  <a:pt x="3229478" y="739841"/>
                </a:cubicBezTo>
                <a:cubicBezTo>
                  <a:pt x="3232678" y="740573"/>
                  <a:pt x="3235604" y="741944"/>
                  <a:pt x="3238256" y="743864"/>
                </a:cubicBezTo>
                <a:cubicBezTo>
                  <a:pt x="3240999" y="745876"/>
                  <a:pt x="3243194" y="748254"/>
                  <a:pt x="3244840" y="751088"/>
                </a:cubicBezTo>
                <a:cubicBezTo>
                  <a:pt x="3246577" y="753831"/>
                  <a:pt x="3247674" y="756940"/>
                  <a:pt x="3248223" y="760141"/>
                </a:cubicBezTo>
                <a:cubicBezTo>
                  <a:pt x="3248680" y="763433"/>
                  <a:pt x="3248589" y="766633"/>
                  <a:pt x="3247766" y="769925"/>
                </a:cubicBezTo>
                <a:cubicBezTo>
                  <a:pt x="3247034" y="773125"/>
                  <a:pt x="3245663" y="776051"/>
                  <a:pt x="3243743" y="778703"/>
                </a:cubicBezTo>
                <a:cubicBezTo>
                  <a:pt x="3241731" y="781355"/>
                  <a:pt x="3239353" y="783549"/>
                  <a:pt x="3236519" y="785287"/>
                </a:cubicBezTo>
                <a:lnTo>
                  <a:pt x="3232313" y="787847"/>
                </a:lnTo>
                <a:cubicBezTo>
                  <a:pt x="3229478" y="789584"/>
                  <a:pt x="3226369" y="790682"/>
                  <a:pt x="3223169" y="791230"/>
                </a:cubicBezTo>
                <a:cubicBezTo>
                  <a:pt x="3219877" y="791688"/>
                  <a:pt x="3216676" y="791596"/>
                  <a:pt x="3213384" y="790773"/>
                </a:cubicBezTo>
                <a:cubicBezTo>
                  <a:pt x="3210184" y="790042"/>
                  <a:pt x="3207258" y="788670"/>
                  <a:pt x="3204606" y="786658"/>
                </a:cubicBezTo>
                <a:cubicBezTo>
                  <a:pt x="3201954" y="784738"/>
                  <a:pt x="3199760" y="782361"/>
                  <a:pt x="3198023" y="779526"/>
                </a:cubicBezTo>
                <a:cubicBezTo>
                  <a:pt x="3196285" y="776691"/>
                  <a:pt x="3195188" y="773674"/>
                  <a:pt x="3194639" y="770382"/>
                </a:cubicBezTo>
                <a:cubicBezTo>
                  <a:pt x="3194182" y="767182"/>
                  <a:pt x="3194274" y="763890"/>
                  <a:pt x="3195096" y="760689"/>
                </a:cubicBezTo>
                <a:cubicBezTo>
                  <a:pt x="3195828" y="757489"/>
                  <a:pt x="3197200" y="754563"/>
                  <a:pt x="3199211" y="751911"/>
                </a:cubicBezTo>
                <a:cubicBezTo>
                  <a:pt x="3201132" y="749259"/>
                  <a:pt x="3203509" y="747065"/>
                  <a:pt x="3206344" y="745327"/>
                </a:cubicBezTo>
              </a:path>
              <a:path w="3887754" h="1096183">
                <a:moveTo>
                  <a:pt x="3214848" y="740115"/>
                </a:moveTo>
                <a:lnTo>
                  <a:pt x="3219145" y="737555"/>
                </a:lnTo>
                <a:cubicBezTo>
                  <a:pt x="3221980" y="735818"/>
                  <a:pt x="3224997" y="734720"/>
                  <a:pt x="3228289" y="734172"/>
                </a:cubicBezTo>
                <a:cubicBezTo>
                  <a:pt x="3231490" y="733715"/>
                  <a:pt x="3234781" y="733806"/>
                  <a:pt x="3237982" y="734629"/>
                </a:cubicBezTo>
                <a:cubicBezTo>
                  <a:pt x="3241182" y="735360"/>
                  <a:pt x="3244108" y="736732"/>
                  <a:pt x="3246852" y="738744"/>
                </a:cubicBezTo>
                <a:cubicBezTo>
                  <a:pt x="3249503" y="740664"/>
                  <a:pt x="3251698" y="743041"/>
                  <a:pt x="3253435" y="745876"/>
                </a:cubicBezTo>
                <a:cubicBezTo>
                  <a:pt x="3255081" y="748711"/>
                  <a:pt x="3256270" y="751728"/>
                  <a:pt x="3256727" y="755020"/>
                </a:cubicBezTo>
                <a:cubicBezTo>
                  <a:pt x="3257276" y="758220"/>
                  <a:pt x="3257093" y="761512"/>
                  <a:pt x="3256361" y="764713"/>
                </a:cubicBezTo>
                <a:cubicBezTo>
                  <a:pt x="3255538" y="767913"/>
                  <a:pt x="3254167" y="770839"/>
                  <a:pt x="3252246" y="773491"/>
                </a:cubicBezTo>
                <a:cubicBezTo>
                  <a:pt x="3250235" y="776143"/>
                  <a:pt x="3247857" y="778337"/>
                  <a:pt x="3245023" y="780075"/>
                </a:cubicBezTo>
                <a:lnTo>
                  <a:pt x="3240816" y="782726"/>
                </a:lnTo>
                <a:cubicBezTo>
                  <a:pt x="3237982" y="784372"/>
                  <a:pt x="3234964" y="785470"/>
                  <a:pt x="3231672" y="786018"/>
                </a:cubicBezTo>
                <a:cubicBezTo>
                  <a:pt x="3228381" y="786567"/>
                  <a:pt x="3225180" y="786384"/>
                  <a:pt x="3221980" y="785652"/>
                </a:cubicBezTo>
                <a:cubicBezTo>
                  <a:pt x="3218688" y="784830"/>
                  <a:pt x="3215762" y="783458"/>
                  <a:pt x="3213110" y="781538"/>
                </a:cubicBezTo>
                <a:cubicBezTo>
                  <a:pt x="3210458" y="779526"/>
                  <a:pt x="3208264" y="777149"/>
                  <a:pt x="3206526" y="774405"/>
                </a:cubicBezTo>
                <a:cubicBezTo>
                  <a:pt x="3204789" y="771571"/>
                  <a:pt x="3203692" y="768462"/>
                  <a:pt x="3203235" y="765261"/>
                </a:cubicBezTo>
                <a:cubicBezTo>
                  <a:pt x="3202686" y="761970"/>
                  <a:pt x="3202777" y="758769"/>
                  <a:pt x="3203600" y="755569"/>
                </a:cubicBezTo>
                <a:cubicBezTo>
                  <a:pt x="3204423" y="752277"/>
                  <a:pt x="3205795" y="749351"/>
                  <a:pt x="3207715" y="746699"/>
                </a:cubicBezTo>
                <a:cubicBezTo>
                  <a:pt x="3209635" y="744047"/>
                  <a:pt x="3212013" y="741853"/>
                  <a:pt x="3214848" y="740115"/>
                </a:cubicBezTo>
              </a:path>
              <a:path w="3887754" h="1096183">
                <a:moveTo>
                  <a:pt x="3223351" y="734995"/>
                </a:moveTo>
                <a:lnTo>
                  <a:pt x="3227649" y="732343"/>
                </a:lnTo>
                <a:cubicBezTo>
                  <a:pt x="3230484" y="730606"/>
                  <a:pt x="3233501" y="729508"/>
                  <a:pt x="3236793" y="729051"/>
                </a:cubicBezTo>
                <a:cubicBezTo>
                  <a:pt x="3240085" y="728502"/>
                  <a:pt x="3243285" y="728685"/>
                  <a:pt x="3246486" y="729417"/>
                </a:cubicBezTo>
                <a:cubicBezTo>
                  <a:pt x="3249686" y="730240"/>
                  <a:pt x="3252704" y="731611"/>
                  <a:pt x="3255355" y="733532"/>
                </a:cubicBezTo>
                <a:cubicBezTo>
                  <a:pt x="3258007" y="735452"/>
                  <a:pt x="3260202" y="737829"/>
                  <a:pt x="3261939" y="740664"/>
                </a:cubicBezTo>
                <a:cubicBezTo>
                  <a:pt x="3263676" y="743499"/>
                  <a:pt x="3264774" y="746516"/>
                  <a:pt x="3265231" y="749808"/>
                </a:cubicBezTo>
                <a:cubicBezTo>
                  <a:pt x="3265780" y="753100"/>
                  <a:pt x="3265597" y="756300"/>
                  <a:pt x="3264865" y="759501"/>
                </a:cubicBezTo>
                <a:cubicBezTo>
                  <a:pt x="3264042" y="762701"/>
                  <a:pt x="3262671" y="765719"/>
                  <a:pt x="3260750" y="768370"/>
                </a:cubicBezTo>
                <a:cubicBezTo>
                  <a:pt x="3258830" y="771022"/>
                  <a:pt x="3256361" y="773217"/>
                  <a:pt x="3253618" y="774954"/>
                </a:cubicBezTo>
                <a:lnTo>
                  <a:pt x="3249320" y="777514"/>
                </a:lnTo>
                <a:cubicBezTo>
                  <a:pt x="3246486" y="779252"/>
                  <a:pt x="3243468" y="780349"/>
                  <a:pt x="3240176" y="780806"/>
                </a:cubicBezTo>
                <a:cubicBezTo>
                  <a:pt x="3236885" y="781355"/>
                  <a:pt x="3233684" y="781172"/>
                  <a:pt x="3230484" y="780440"/>
                </a:cubicBezTo>
                <a:cubicBezTo>
                  <a:pt x="3227283" y="779617"/>
                  <a:pt x="3224266" y="778246"/>
                  <a:pt x="3221614" y="776326"/>
                </a:cubicBezTo>
                <a:cubicBezTo>
                  <a:pt x="3218962" y="774405"/>
                  <a:pt x="3216768" y="772028"/>
                  <a:pt x="3215030" y="769193"/>
                </a:cubicBezTo>
                <a:cubicBezTo>
                  <a:pt x="3213293" y="766359"/>
                  <a:pt x="3212196" y="763341"/>
                  <a:pt x="3211739" y="760049"/>
                </a:cubicBezTo>
                <a:cubicBezTo>
                  <a:pt x="3211190" y="756757"/>
                  <a:pt x="3211373" y="753557"/>
                  <a:pt x="3212104" y="750357"/>
                </a:cubicBezTo>
                <a:cubicBezTo>
                  <a:pt x="3212927" y="747156"/>
                  <a:pt x="3214299" y="744230"/>
                  <a:pt x="3216219" y="741487"/>
                </a:cubicBezTo>
                <a:cubicBezTo>
                  <a:pt x="3218139" y="738835"/>
                  <a:pt x="3220608" y="736641"/>
                  <a:pt x="3223351" y="734995"/>
                </a:cubicBezTo>
              </a:path>
              <a:path w="3887754" h="1096183">
                <a:moveTo>
                  <a:pt x="3231947" y="729783"/>
                </a:moveTo>
                <a:lnTo>
                  <a:pt x="3236153" y="727222"/>
                </a:lnTo>
                <a:cubicBezTo>
                  <a:pt x="3238988" y="725485"/>
                  <a:pt x="3242005" y="724388"/>
                  <a:pt x="3245297" y="723839"/>
                </a:cubicBezTo>
                <a:cubicBezTo>
                  <a:pt x="3248589" y="723382"/>
                  <a:pt x="3251789" y="723473"/>
                  <a:pt x="3254990" y="724296"/>
                </a:cubicBezTo>
                <a:cubicBezTo>
                  <a:pt x="3258282" y="725028"/>
                  <a:pt x="3261208" y="726399"/>
                  <a:pt x="3263859" y="728320"/>
                </a:cubicBezTo>
                <a:cubicBezTo>
                  <a:pt x="3266511" y="730331"/>
                  <a:pt x="3268706" y="732709"/>
                  <a:pt x="3270443" y="735543"/>
                </a:cubicBezTo>
                <a:cubicBezTo>
                  <a:pt x="3272180" y="738287"/>
                  <a:pt x="3273278" y="741396"/>
                  <a:pt x="3273735" y="744596"/>
                </a:cubicBezTo>
                <a:cubicBezTo>
                  <a:pt x="3274284" y="747888"/>
                  <a:pt x="3274101" y="751180"/>
                  <a:pt x="3273369" y="754380"/>
                </a:cubicBezTo>
                <a:cubicBezTo>
                  <a:pt x="3272546" y="757580"/>
                  <a:pt x="3271175" y="760506"/>
                  <a:pt x="3269254" y="763158"/>
                </a:cubicBezTo>
                <a:cubicBezTo>
                  <a:pt x="3267334" y="765810"/>
                  <a:pt x="3264957" y="768005"/>
                  <a:pt x="3262122" y="769742"/>
                </a:cubicBezTo>
                <a:lnTo>
                  <a:pt x="3257824" y="772302"/>
                </a:lnTo>
                <a:cubicBezTo>
                  <a:pt x="3254990" y="774040"/>
                  <a:pt x="3251972" y="775137"/>
                  <a:pt x="3248680" y="775686"/>
                </a:cubicBezTo>
                <a:cubicBezTo>
                  <a:pt x="3245388" y="776143"/>
                  <a:pt x="3242188" y="776051"/>
                  <a:pt x="3238988" y="775228"/>
                </a:cubicBezTo>
                <a:cubicBezTo>
                  <a:pt x="3235787" y="774497"/>
                  <a:pt x="3232861" y="773125"/>
                  <a:pt x="3230118" y="771114"/>
                </a:cubicBezTo>
                <a:cubicBezTo>
                  <a:pt x="3227466" y="769193"/>
                  <a:pt x="3225272" y="766816"/>
                  <a:pt x="3223534" y="763981"/>
                </a:cubicBezTo>
                <a:cubicBezTo>
                  <a:pt x="3221888" y="761147"/>
                  <a:pt x="3220700" y="758129"/>
                  <a:pt x="3220242" y="754837"/>
                </a:cubicBezTo>
                <a:cubicBezTo>
                  <a:pt x="3219694" y="751637"/>
                  <a:pt x="3219877" y="748345"/>
                  <a:pt x="3220608" y="745145"/>
                </a:cubicBezTo>
                <a:cubicBezTo>
                  <a:pt x="3221431" y="741944"/>
                  <a:pt x="3222803" y="739018"/>
                  <a:pt x="3224723" y="736366"/>
                </a:cubicBezTo>
                <a:cubicBezTo>
                  <a:pt x="3226735" y="733715"/>
                  <a:pt x="3229112" y="731520"/>
                  <a:pt x="3231947" y="729783"/>
                </a:cubicBezTo>
              </a:path>
              <a:path w="3887754" h="1096183">
                <a:moveTo>
                  <a:pt x="3240451" y="724571"/>
                </a:moveTo>
                <a:lnTo>
                  <a:pt x="3244657" y="722010"/>
                </a:lnTo>
                <a:cubicBezTo>
                  <a:pt x="3247492" y="720273"/>
                  <a:pt x="3250601" y="719176"/>
                  <a:pt x="3253801" y="718627"/>
                </a:cubicBezTo>
                <a:cubicBezTo>
                  <a:pt x="3257093" y="718170"/>
                  <a:pt x="3260293" y="718261"/>
                  <a:pt x="3263585" y="719084"/>
                </a:cubicBezTo>
                <a:cubicBezTo>
                  <a:pt x="3266785" y="719816"/>
                  <a:pt x="3269712" y="721187"/>
                  <a:pt x="3272363" y="723199"/>
                </a:cubicBezTo>
                <a:cubicBezTo>
                  <a:pt x="3275015" y="725119"/>
                  <a:pt x="3277210" y="727497"/>
                  <a:pt x="3278947" y="730331"/>
                </a:cubicBezTo>
                <a:cubicBezTo>
                  <a:pt x="3280684" y="733166"/>
                  <a:pt x="3281782" y="736183"/>
                  <a:pt x="3282330" y="739475"/>
                </a:cubicBezTo>
                <a:cubicBezTo>
                  <a:pt x="3282787" y="742676"/>
                  <a:pt x="3282696" y="745968"/>
                  <a:pt x="3281873" y="749168"/>
                </a:cubicBezTo>
                <a:cubicBezTo>
                  <a:pt x="3281142" y="752368"/>
                  <a:pt x="3279770" y="755294"/>
                  <a:pt x="3277758" y="757946"/>
                </a:cubicBezTo>
                <a:cubicBezTo>
                  <a:pt x="3275838" y="760689"/>
                  <a:pt x="3273461" y="762792"/>
                  <a:pt x="3270626" y="764530"/>
                </a:cubicBezTo>
                <a:lnTo>
                  <a:pt x="3266328" y="767182"/>
                </a:lnTo>
                <a:cubicBezTo>
                  <a:pt x="3263494" y="768828"/>
                  <a:pt x="3260476" y="770016"/>
                  <a:pt x="3257184" y="770473"/>
                </a:cubicBezTo>
                <a:cubicBezTo>
                  <a:pt x="3253984" y="771022"/>
                  <a:pt x="3250692" y="770839"/>
                  <a:pt x="3247492" y="770108"/>
                </a:cubicBezTo>
                <a:cubicBezTo>
                  <a:pt x="3244291" y="769285"/>
                  <a:pt x="3241365" y="767913"/>
                  <a:pt x="3238713" y="765993"/>
                </a:cubicBezTo>
                <a:cubicBezTo>
                  <a:pt x="3235970" y="763981"/>
                  <a:pt x="3233776" y="761604"/>
                  <a:pt x="3232130" y="758861"/>
                </a:cubicBezTo>
                <a:cubicBezTo>
                  <a:pt x="3230392" y="756026"/>
                  <a:pt x="3229295" y="752917"/>
                  <a:pt x="3228746" y="749717"/>
                </a:cubicBezTo>
                <a:cubicBezTo>
                  <a:pt x="3228289" y="746425"/>
                  <a:pt x="3228381" y="743224"/>
                  <a:pt x="3229204" y="740024"/>
                </a:cubicBezTo>
                <a:cubicBezTo>
                  <a:pt x="3229935" y="736732"/>
                  <a:pt x="3231307" y="733806"/>
                  <a:pt x="3233227" y="731154"/>
                </a:cubicBezTo>
                <a:cubicBezTo>
                  <a:pt x="3235239" y="728502"/>
                  <a:pt x="3237616" y="726308"/>
                  <a:pt x="3240451" y="724571"/>
                </a:cubicBezTo>
              </a:path>
              <a:path w="3887754" h="1096183">
                <a:moveTo>
                  <a:pt x="3248955" y="719450"/>
                </a:moveTo>
                <a:lnTo>
                  <a:pt x="3253252" y="716798"/>
                </a:lnTo>
                <a:cubicBezTo>
                  <a:pt x="3255996" y="715152"/>
                  <a:pt x="3259104" y="713964"/>
                  <a:pt x="3262305" y="713506"/>
                </a:cubicBezTo>
                <a:cubicBezTo>
                  <a:pt x="3265597" y="712958"/>
                  <a:pt x="3268889" y="713141"/>
                  <a:pt x="3272089" y="713872"/>
                </a:cubicBezTo>
                <a:cubicBezTo>
                  <a:pt x="3275289" y="714695"/>
                  <a:pt x="3278215" y="716067"/>
                  <a:pt x="3280867" y="717987"/>
                </a:cubicBezTo>
                <a:cubicBezTo>
                  <a:pt x="3283519" y="719907"/>
                  <a:pt x="3285714" y="722285"/>
                  <a:pt x="3287451" y="725119"/>
                </a:cubicBezTo>
                <a:cubicBezTo>
                  <a:pt x="3289188" y="727954"/>
                  <a:pt x="3290286" y="730971"/>
                  <a:pt x="3290834" y="734263"/>
                </a:cubicBezTo>
                <a:cubicBezTo>
                  <a:pt x="3291291" y="737555"/>
                  <a:pt x="3291200" y="740755"/>
                  <a:pt x="3290377" y="743956"/>
                </a:cubicBezTo>
                <a:cubicBezTo>
                  <a:pt x="3289645" y="747156"/>
                  <a:pt x="3288274" y="750174"/>
                  <a:pt x="3286262" y="752826"/>
                </a:cubicBezTo>
                <a:cubicBezTo>
                  <a:pt x="3284342" y="755477"/>
                  <a:pt x="3281964" y="757672"/>
                  <a:pt x="3279130" y="759409"/>
                </a:cubicBezTo>
                <a:lnTo>
                  <a:pt x="3274924" y="761970"/>
                </a:lnTo>
                <a:cubicBezTo>
                  <a:pt x="3272089" y="763707"/>
                  <a:pt x="3268980" y="764804"/>
                  <a:pt x="3265780" y="765261"/>
                </a:cubicBezTo>
                <a:cubicBezTo>
                  <a:pt x="3262488" y="765810"/>
                  <a:pt x="3259196" y="765627"/>
                  <a:pt x="3255996" y="764896"/>
                </a:cubicBezTo>
                <a:cubicBezTo>
                  <a:pt x="3252795" y="764073"/>
                  <a:pt x="3249869" y="762701"/>
                  <a:pt x="3247217" y="760781"/>
                </a:cubicBezTo>
                <a:cubicBezTo>
                  <a:pt x="3244566" y="758861"/>
                  <a:pt x="3242371" y="756483"/>
                  <a:pt x="3240634" y="753648"/>
                </a:cubicBezTo>
                <a:cubicBezTo>
                  <a:pt x="3238896" y="750814"/>
                  <a:pt x="3237799" y="747796"/>
                  <a:pt x="3237250" y="744504"/>
                </a:cubicBezTo>
                <a:cubicBezTo>
                  <a:pt x="3236793" y="741213"/>
                  <a:pt x="3236885" y="738012"/>
                  <a:pt x="3237708" y="734812"/>
                </a:cubicBezTo>
                <a:cubicBezTo>
                  <a:pt x="3238439" y="731611"/>
                  <a:pt x="3239811" y="728685"/>
                  <a:pt x="3241822" y="726034"/>
                </a:cubicBezTo>
                <a:cubicBezTo>
                  <a:pt x="3243743" y="723290"/>
                  <a:pt x="3246120" y="721096"/>
                  <a:pt x="3248955" y="719450"/>
                </a:cubicBezTo>
              </a:path>
              <a:path w="3887754" h="1096183">
                <a:moveTo>
                  <a:pt x="3257459" y="714238"/>
                </a:moveTo>
                <a:lnTo>
                  <a:pt x="3261756" y="711678"/>
                </a:lnTo>
                <a:cubicBezTo>
                  <a:pt x="3264591" y="709940"/>
                  <a:pt x="3267608" y="708843"/>
                  <a:pt x="3270900" y="708294"/>
                </a:cubicBezTo>
                <a:cubicBezTo>
                  <a:pt x="3274101" y="707837"/>
                  <a:pt x="3277392" y="707928"/>
                  <a:pt x="3280593" y="708751"/>
                </a:cubicBezTo>
                <a:cubicBezTo>
                  <a:pt x="3283793" y="709483"/>
                  <a:pt x="3286719" y="710855"/>
                  <a:pt x="3289371" y="712775"/>
                </a:cubicBezTo>
                <a:cubicBezTo>
                  <a:pt x="3292114" y="714786"/>
                  <a:pt x="3294309" y="717164"/>
                  <a:pt x="3295955" y="719999"/>
                </a:cubicBezTo>
                <a:cubicBezTo>
                  <a:pt x="3297692" y="722833"/>
                  <a:pt x="3298789" y="725851"/>
                  <a:pt x="3299338" y="729143"/>
                </a:cubicBezTo>
                <a:cubicBezTo>
                  <a:pt x="3299887" y="732343"/>
                  <a:pt x="3299704" y="735635"/>
                  <a:pt x="3298881" y="738835"/>
                </a:cubicBezTo>
                <a:cubicBezTo>
                  <a:pt x="3298149" y="742036"/>
                  <a:pt x="3296778" y="744962"/>
                  <a:pt x="3294858" y="747613"/>
                </a:cubicBezTo>
                <a:cubicBezTo>
                  <a:pt x="3292846" y="750265"/>
                  <a:pt x="3290468" y="752460"/>
                  <a:pt x="3287634" y="754197"/>
                </a:cubicBezTo>
                <a:lnTo>
                  <a:pt x="3283428" y="756757"/>
                </a:lnTo>
                <a:cubicBezTo>
                  <a:pt x="3280593" y="758495"/>
                  <a:pt x="3277484" y="759592"/>
                  <a:pt x="3274284" y="760141"/>
                </a:cubicBezTo>
                <a:cubicBezTo>
                  <a:pt x="3270992" y="760598"/>
                  <a:pt x="3267791" y="760506"/>
                  <a:pt x="3264499" y="759684"/>
                </a:cubicBezTo>
                <a:cubicBezTo>
                  <a:pt x="3261299" y="758952"/>
                  <a:pt x="3258373" y="757580"/>
                  <a:pt x="3255721" y="755660"/>
                </a:cubicBezTo>
                <a:cubicBezTo>
                  <a:pt x="3253069" y="753648"/>
                  <a:pt x="3250875" y="751271"/>
                  <a:pt x="3249138" y="748436"/>
                </a:cubicBezTo>
                <a:cubicBezTo>
                  <a:pt x="3247400" y="745602"/>
                  <a:pt x="3246303" y="742584"/>
                  <a:pt x="3245754" y="739292"/>
                </a:cubicBezTo>
                <a:cubicBezTo>
                  <a:pt x="3245297" y="736092"/>
                  <a:pt x="3245388" y="732800"/>
                  <a:pt x="3246211" y="729600"/>
                </a:cubicBezTo>
                <a:cubicBezTo>
                  <a:pt x="3246943" y="726399"/>
                  <a:pt x="3248315" y="723473"/>
                  <a:pt x="3250326" y="720822"/>
                </a:cubicBezTo>
                <a:cubicBezTo>
                  <a:pt x="3252246" y="718170"/>
                  <a:pt x="3254624" y="715975"/>
                  <a:pt x="3257459" y="714238"/>
                </a:cubicBezTo>
              </a:path>
              <a:path w="3887754" h="1096183">
                <a:moveTo>
                  <a:pt x="3265962" y="709026"/>
                </a:moveTo>
                <a:lnTo>
                  <a:pt x="3270260" y="706465"/>
                </a:lnTo>
                <a:cubicBezTo>
                  <a:pt x="3273095" y="704728"/>
                  <a:pt x="3276112" y="703631"/>
                  <a:pt x="3279404" y="703174"/>
                </a:cubicBezTo>
                <a:cubicBezTo>
                  <a:pt x="3282696" y="702625"/>
                  <a:pt x="3285896" y="702716"/>
                  <a:pt x="3289097" y="703539"/>
                </a:cubicBezTo>
                <a:cubicBezTo>
                  <a:pt x="3292297" y="704362"/>
                  <a:pt x="3295223" y="705642"/>
                  <a:pt x="3297966" y="707654"/>
                </a:cubicBezTo>
                <a:cubicBezTo>
                  <a:pt x="3300618" y="709574"/>
                  <a:pt x="3302813" y="711952"/>
                  <a:pt x="3304550" y="714786"/>
                </a:cubicBezTo>
                <a:cubicBezTo>
                  <a:pt x="3306196" y="717621"/>
                  <a:pt x="3307385" y="720639"/>
                  <a:pt x="3307842" y="723930"/>
                </a:cubicBezTo>
                <a:cubicBezTo>
                  <a:pt x="3308391" y="727222"/>
                  <a:pt x="3308208" y="730423"/>
                  <a:pt x="3307476" y="733623"/>
                </a:cubicBezTo>
                <a:cubicBezTo>
                  <a:pt x="3306653" y="736824"/>
                  <a:pt x="3305282" y="739750"/>
                  <a:pt x="3303361" y="742401"/>
                </a:cubicBezTo>
                <a:cubicBezTo>
                  <a:pt x="3301350" y="745145"/>
                  <a:pt x="3298972" y="747339"/>
                  <a:pt x="3296138" y="748985"/>
                </a:cubicBezTo>
                <a:lnTo>
                  <a:pt x="3291931" y="751637"/>
                </a:lnTo>
                <a:cubicBezTo>
                  <a:pt x="3289097" y="753283"/>
                  <a:pt x="3286079" y="754471"/>
                  <a:pt x="3282787" y="754929"/>
                </a:cubicBezTo>
                <a:cubicBezTo>
                  <a:pt x="3279496" y="755477"/>
                  <a:pt x="3276295" y="755294"/>
                  <a:pt x="3273095" y="754563"/>
                </a:cubicBezTo>
                <a:cubicBezTo>
                  <a:pt x="3269803" y="753740"/>
                  <a:pt x="3266877" y="752368"/>
                  <a:pt x="3264225" y="750448"/>
                </a:cubicBezTo>
                <a:cubicBezTo>
                  <a:pt x="3261573" y="748528"/>
                  <a:pt x="3259379" y="746059"/>
                  <a:pt x="3257641" y="743316"/>
                </a:cubicBezTo>
                <a:cubicBezTo>
                  <a:pt x="3255904" y="740481"/>
                  <a:pt x="3254807" y="737372"/>
                  <a:pt x="3254350" y="734172"/>
                </a:cubicBezTo>
                <a:cubicBezTo>
                  <a:pt x="3253801" y="730880"/>
                  <a:pt x="3253984" y="727680"/>
                  <a:pt x="3254715" y="724479"/>
                </a:cubicBezTo>
                <a:cubicBezTo>
                  <a:pt x="3255538" y="721279"/>
                  <a:pt x="3256910" y="718261"/>
                  <a:pt x="3258830" y="715609"/>
                </a:cubicBezTo>
                <a:cubicBezTo>
                  <a:pt x="3260750" y="712958"/>
                  <a:pt x="3263128" y="710763"/>
                  <a:pt x="3265962" y="709026"/>
                </a:cubicBezTo>
              </a:path>
              <a:path w="3887754" h="1096183">
                <a:moveTo>
                  <a:pt x="3274466" y="703905"/>
                </a:moveTo>
                <a:lnTo>
                  <a:pt x="3278764" y="701253"/>
                </a:lnTo>
                <a:cubicBezTo>
                  <a:pt x="3281599" y="699607"/>
                  <a:pt x="3284616" y="698419"/>
                  <a:pt x="3287908" y="697962"/>
                </a:cubicBezTo>
                <a:cubicBezTo>
                  <a:pt x="3291200" y="697413"/>
                  <a:pt x="3294400" y="697596"/>
                  <a:pt x="3297601" y="698327"/>
                </a:cubicBezTo>
                <a:cubicBezTo>
                  <a:pt x="3300801" y="699150"/>
                  <a:pt x="3303819" y="700522"/>
                  <a:pt x="3306470" y="702442"/>
                </a:cubicBezTo>
                <a:cubicBezTo>
                  <a:pt x="3309122" y="704362"/>
                  <a:pt x="3311317" y="706831"/>
                  <a:pt x="3313054" y="709574"/>
                </a:cubicBezTo>
                <a:cubicBezTo>
                  <a:pt x="3314791" y="712409"/>
                  <a:pt x="3315889" y="715518"/>
                  <a:pt x="3316346" y="718718"/>
                </a:cubicBezTo>
                <a:cubicBezTo>
                  <a:pt x="3316895" y="722010"/>
                  <a:pt x="3316712" y="725211"/>
                  <a:pt x="3315980" y="728411"/>
                </a:cubicBezTo>
                <a:cubicBezTo>
                  <a:pt x="3315157" y="731611"/>
                  <a:pt x="3313786" y="734629"/>
                  <a:pt x="3311865" y="737281"/>
                </a:cubicBezTo>
                <a:cubicBezTo>
                  <a:pt x="3309945" y="739932"/>
                  <a:pt x="3307568" y="742127"/>
                  <a:pt x="3304733" y="743864"/>
                </a:cubicBezTo>
                <a:lnTo>
                  <a:pt x="3300435" y="746425"/>
                </a:lnTo>
                <a:cubicBezTo>
                  <a:pt x="3297601" y="748162"/>
                  <a:pt x="3294583" y="749259"/>
                  <a:pt x="3291291" y="749717"/>
                </a:cubicBezTo>
                <a:cubicBezTo>
                  <a:pt x="3288000" y="750265"/>
                  <a:pt x="3284799" y="750174"/>
                  <a:pt x="3281599" y="749351"/>
                </a:cubicBezTo>
                <a:cubicBezTo>
                  <a:pt x="3278398" y="748528"/>
                  <a:pt x="3275472" y="747248"/>
                  <a:pt x="3272729" y="745236"/>
                </a:cubicBezTo>
                <a:cubicBezTo>
                  <a:pt x="3270077" y="743316"/>
                  <a:pt x="3267883" y="740938"/>
                  <a:pt x="3266145" y="738104"/>
                </a:cubicBezTo>
                <a:cubicBezTo>
                  <a:pt x="3264499" y="735269"/>
                  <a:pt x="3263311" y="732252"/>
                  <a:pt x="3262854" y="728960"/>
                </a:cubicBezTo>
                <a:cubicBezTo>
                  <a:pt x="3262305" y="725668"/>
                  <a:pt x="3262488" y="722467"/>
                  <a:pt x="3263219" y="719267"/>
                </a:cubicBezTo>
                <a:cubicBezTo>
                  <a:pt x="3264042" y="716067"/>
                  <a:pt x="3265414" y="713141"/>
                  <a:pt x="3267334" y="710489"/>
                </a:cubicBezTo>
                <a:cubicBezTo>
                  <a:pt x="3269254" y="707746"/>
                  <a:pt x="3271723" y="705551"/>
                  <a:pt x="3274466" y="703905"/>
                </a:cubicBezTo>
              </a:path>
              <a:path w="3887754" h="1096183">
                <a:moveTo>
                  <a:pt x="3283062" y="698693"/>
                </a:moveTo>
                <a:lnTo>
                  <a:pt x="3287268" y="696133"/>
                </a:lnTo>
                <a:cubicBezTo>
                  <a:pt x="3290103" y="694395"/>
                  <a:pt x="3293120" y="693298"/>
                  <a:pt x="3296412" y="692749"/>
                </a:cubicBezTo>
                <a:cubicBezTo>
                  <a:pt x="3299704" y="692292"/>
                  <a:pt x="3302904" y="692384"/>
                  <a:pt x="3306105" y="693207"/>
                </a:cubicBezTo>
                <a:cubicBezTo>
                  <a:pt x="3309396" y="693938"/>
                  <a:pt x="3312323" y="695310"/>
                  <a:pt x="3314974" y="697230"/>
                </a:cubicBezTo>
                <a:cubicBezTo>
                  <a:pt x="3317626" y="699242"/>
                  <a:pt x="3319821" y="701619"/>
                  <a:pt x="3321558" y="704454"/>
                </a:cubicBezTo>
                <a:cubicBezTo>
                  <a:pt x="3323295" y="707288"/>
                  <a:pt x="3324393" y="710306"/>
                  <a:pt x="3324941" y="713598"/>
                </a:cubicBezTo>
                <a:cubicBezTo>
                  <a:pt x="3325398" y="716798"/>
                  <a:pt x="3325307" y="720090"/>
                  <a:pt x="3324484" y="723290"/>
                </a:cubicBezTo>
                <a:cubicBezTo>
                  <a:pt x="3323661" y="726491"/>
                  <a:pt x="3322381" y="729417"/>
                  <a:pt x="3320369" y="732069"/>
                </a:cubicBezTo>
                <a:cubicBezTo>
                  <a:pt x="3318449" y="734720"/>
                  <a:pt x="3316072" y="736915"/>
                  <a:pt x="3313237" y="738652"/>
                </a:cubicBezTo>
                <a:lnTo>
                  <a:pt x="3308939" y="741213"/>
                </a:lnTo>
                <a:cubicBezTo>
                  <a:pt x="3306105" y="742950"/>
                  <a:pt x="3303087" y="744047"/>
                  <a:pt x="3299795" y="744596"/>
                </a:cubicBezTo>
                <a:cubicBezTo>
                  <a:pt x="3296595" y="745053"/>
                  <a:pt x="3293303" y="744962"/>
                  <a:pt x="3290103" y="744139"/>
                </a:cubicBezTo>
                <a:cubicBezTo>
                  <a:pt x="3286902" y="743407"/>
                  <a:pt x="3283976" y="742036"/>
                  <a:pt x="3281233" y="740115"/>
                </a:cubicBezTo>
                <a:cubicBezTo>
                  <a:pt x="3278581" y="738104"/>
                  <a:pt x="3276387" y="735726"/>
                  <a:pt x="3274741" y="732892"/>
                </a:cubicBezTo>
                <a:cubicBezTo>
                  <a:pt x="3273003" y="730057"/>
                  <a:pt x="3271906" y="727039"/>
                  <a:pt x="3271357" y="723748"/>
                </a:cubicBezTo>
                <a:cubicBezTo>
                  <a:pt x="3270809" y="720547"/>
                  <a:pt x="3270992" y="717255"/>
                  <a:pt x="3271723" y="714055"/>
                </a:cubicBezTo>
                <a:cubicBezTo>
                  <a:pt x="3272546" y="710855"/>
                  <a:pt x="3273918" y="707928"/>
                  <a:pt x="3275838" y="705277"/>
                </a:cubicBezTo>
                <a:cubicBezTo>
                  <a:pt x="3277850" y="702625"/>
                  <a:pt x="3280227" y="700430"/>
                  <a:pt x="3283062" y="698693"/>
                </a:cubicBezTo>
              </a:path>
              <a:path w="3887754" h="1096183">
                <a:moveTo>
                  <a:pt x="3291566" y="693481"/>
                </a:moveTo>
                <a:lnTo>
                  <a:pt x="3295772" y="690921"/>
                </a:lnTo>
                <a:cubicBezTo>
                  <a:pt x="3298607" y="689183"/>
                  <a:pt x="3301716" y="688086"/>
                  <a:pt x="3304916" y="687629"/>
                </a:cubicBezTo>
                <a:cubicBezTo>
                  <a:pt x="3308208" y="687080"/>
                  <a:pt x="3311500" y="687263"/>
                  <a:pt x="3314700" y="687995"/>
                </a:cubicBezTo>
                <a:cubicBezTo>
                  <a:pt x="3317900" y="688818"/>
                  <a:pt x="3320826" y="690189"/>
                  <a:pt x="3323478" y="692109"/>
                </a:cubicBezTo>
                <a:cubicBezTo>
                  <a:pt x="3326130" y="694030"/>
                  <a:pt x="3328325" y="696407"/>
                  <a:pt x="3330062" y="699242"/>
                </a:cubicBezTo>
                <a:cubicBezTo>
                  <a:pt x="3331799" y="702076"/>
                  <a:pt x="3332897" y="705094"/>
                  <a:pt x="3333445" y="708386"/>
                </a:cubicBezTo>
                <a:cubicBezTo>
                  <a:pt x="3333902" y="711678"/>
                  <a:pt x="3333811" y="714878"/>
                  <a:pt x="3332988" y="718078"/>
                </a:cubicBezTo>
                <a:cubicBezTo>
                  <a:pt x="3332256" y="721279"/>
                  <a:pt x="3330885" y="724205"/>
                  <a:pt x="3328873" y="726857"/>
                </a:cubicBezTo>
                <a:cubicBezTo>
                  <a:pt x="3326953" y="729600"/>
                  <a:pt x="3324576" y="731794"/>
                  <a:pt x="3321741" y="733440"/>
                </a:cubicBezTo>
                <a:lnTo>
                  <a:pt x="3317443" y="736092"/>
                </a:lnTo>
                <a:cubicBezTo>
                  <a:pt x="3314700" y="737738"/>
                  <a:pt x="3311591" y="738927"/>
                  <a:pt x="3308299" y="739384"/>
                </a:cubicBezTo>
                <a:cubicBezTo>
                  <a:pt x="3305099" y="739932"/>
                  <a:pt x="3301807" y="739750"/>
                  <a:pt x="3298607" y="739018"/>
                </a:cubicBezTo>
                <a:cubicBezTo>
                  <a:pt x="3295406" y="738195"/>
                  <a:pt x="3292480" y="736824"/>
                  <a:pt x="3289828" y="734903"/>
                </a:cubicBezTo>
                <a:cubicBezTo>
                  <a:pt x="3287085" y="732983"/>
                  <a:pt x="3284891" y="730606"/>
                  <a:pt x="3283245" y="727771"/>
                </a:cubicBezTo>
                <a:cubicBezTo>
                  <a:pt x="3281507" y="724936"/>
                  <a:pt x="3280410" y="721919"/>
                  <a:pt x="3279861" y="718627"/>
                </a:cubicBezTo>
                <a:cubicBezTo>
                  <a:pt x="3279404" y="715335"/>
                  <a:pt x="3279496" y="712135"/>
                  <a:pt x="3280319" y="708934"/>
                </a:cubicBezTo>
                <a:cubicBezTo>
                  <a:pt x="3281050" y="705734"/>
                  <a:pt x="3282422" y="702716"/>
                  <a:pt x="3284342" y="700065"/>
                </a:cubicBezTo>
                <a:cubicBezTo>
                  <a:pt x="3286354" y="697413"/>
                  <a:pt x="3288731" y="695218"/>
                  <a:pt x="3291566" y="693481"/>
                </a:cubicBezTo>
              </a:path>
              <a:path w="3887754" h="1096183">
                <a:moveTo>
                  <a:pt x="3300070" y="688360"/>
                </a:moveTo>
                <a:lnTo>
                  <a:pt x="3304367" y="685709"/>
                </a:lnTo>
                <a:cubicBezTo>
                  <a:pt x="3307110" y="684063"/>
                  <a:pt x="3310219" y="682874"/>
                  <a:pt x="3313511" y="682417"/>
                </a:cubicBezTo>
                <a:cubicBezTo>
                  <a:pt x="3316712" y="681868"/>
                  <a:pt x="3320004" y="682051"/>
                  <a:pt x="3323204" y="682782"/>
                </a:cubicBezTo>
                <a:cubicBezTo>
                  <a:pt x="3326404" y="683605"/>
                  <a:pt x="3329330" y="684977"/>
                  <a:pt x="3331982" y="686897"/>
                </a:cubicBezTo>
                <a:cubicBezTo>
                  <a:pt x="3334725" y="688818"/>
                  <a:pt x="3336920" y="691286"/>
                  <a:pt x="3338566" y="694030"/>
                </a:cubicBezTo>
                <a:cubicBezTo>
                  <a:pt x="3340303" y="696864"/>
                  <a:pt x="3341400" y="699973"/>
                  <a:pt x="3341949" y="703174"/>
                </a:cubicBezTo>
                <a:cubicBezTo>
                  <a:pt x="3342406" y="706465"/>
                  <a:pt x="3342315" y="709666"/>
                  <a:pt x="3341492" y="712866"/>
                </a:cubicBezTo>
                <a:cubicBezTo>
                  <a:pt x="3340760" y="716158"/>
                  <a:pt x="3339389" y="719084"/>
                  <a:pt x="3337469" y="721736"/>
                </a:cubicBezTo>
                <a:cubicBezTo>
                  <a:pt x="3335457" y="724388"/>
                  <a:pt x="3333079" y="726582"/>
                  <a:pt x="3330245" y="728320"/>
                </a:cubicBezTo>
                <a:lnTo>
                  <a:pt x="3326039" y="730880"/>
                </a:lnTo>
                <a:cubicBezTo>
                  <a:pt x="3323204" y="732617"/>
                  <a:pt x="3320095" y="733715"/>
                  <a:pt x="3316895" y="734263"/>
                </a:cubicBezTo>
                <a:cubicBezTo>
                  <a:pt x="3313603" y="734720"/>
                  <a:pt x="3310311" y="734629"/>
                  <a:pt x="3307110" y="733806"/>
                </a:cubicBezTo>
                <a:cubicBezTo>
                  <a:pt x="3303910" y="733074"/>
                  <a:pt x="3300984" y="731703"/>
                  <a:pt x="3298332" y="729691"/>
                </a:cubicBezTo>
                <a:cubicBezTo>
                  <a:pt x="3295680" y="727771"/>
                  <a:pt x="3293486" y="725394"/>
                  <a:pt x="3291749" y="722559"/>
                </a:cubicBezTo>
                <a:cubicBezTo>
                  <a:pt x="3290011" y="719724"/>
                  <a:pt x="3288914" y="716707"/>
                  <a:pt x="3288365" y="713415"/>
                </a:cubicBezTo>
                <a:cubicBezTo>
                  <a:pt x="3287908" y="710123"/>
                  <a:pt x="3288000" y="706923"/>
                  <a:pt x="3288822" y="703722"/>
                </a:cubicBezTo>
                <a:cubicBezTo>
                  <a:pt x="3289554" y="700522"/>
                  <a:pt x="3290926" y="697596"/>
                  <a:pt x="3292937" y="694944"/>
                </a:cubicBezTo>
                <a:cubicBezTo>
                  <a:pt x="3294858" y="692201"/>
                  <a:pt x="3297235" y="690006"/>
                  <a:pt x="3300070" y="688360"/>
                </a:cubicBezTo>
              </a:path>
              <a:path w="3887754" h="1096183">
                <a:moveTo>
                  <a:pt x="3308574" y="683148"/>
                </a:moveTo>
                <a:lnTo>
                  <a:pt x="3312871" y="680588"/>
                </a:lnTo>
                <a:cubicBezTo>
                  <a:pt x="3315706" y="678851"/>
                  <a:pt x="3318723" y="677753"/>
                  <a:pt x="3322015" y="677205"/>
                </a:cubicBezTo>
                <a:cubicBezTo>
                  <a:pt x="3325216" y="676747"/>
                  <a:pt x="3328507" y="676839"/>
                  <a:pt x="3331708" y="677662"/>
                </a:cubicBezTo>
                <a:cubicBezTo>
                  <a:pt x="3334908" y="678393"/>
                  <a:pt x="3337834" y="679765"/>
                  <a:pt x="3340578" y="681777"/>
                </a:cubicBezTo>
                <a:cubicBezTo>
                  <a:pt x="3343229" y="683697"/>
                  <a:pt x="3345424" y="686074"/>
                  <a:pt x="3347161" y="688909"/>
                </a:cubicBezTo>
                <a:cubicBezTo>
                  <a:pt x="3348807" y="691744"/>
                  <a:pt x="3349904" y="694761"/>
                  <a:pt x="3350453" y="698053"/>
                </a:cubicBezTo>
                <a:cubicBezTo>
                  <a:pt x="3351002" y="701253"/>
                  <a:pt x="3350819" y="704545"/>
                  <a:pt x="3350087" y="707746"/>
                </a:cubicBezTo>
                <a:cubicBezTo>
                  <a:pt x="3349264" y="710946"/>
                  <a:pt x="3347893" y="713872"/>
                  <a:pt x="3345972" y="716524"/>
                </a:cubicBezTo>
                <a:cubicBezTo>
                  <a:pt x="3343961" y="719176"/>
                  <a:pt x="3341583" y="721370"/>
                  <a:pt x="3338749" y="723108"/>
                </a:cubicBezTo>
                <a:lnTo>
                  <a:pt x="3334542" y="725668"/>
                </a:lnTo>
                <a:cubicBezTo>
                  <a:pt x="3331708" y="727405"/>
                  <a:pt x="3328690" y="728502"/>
                  <a:pt x="3325398" y="729051"/>
                </a:cubicBezTo>
                <a:cubicBezTo>
                  <a:pt x="3322107" y="729508"/>
                  <a:pt x="3318906" y="729417"/>
                  <a:pt x="3315706" y="728594"/>
                </a:cubicBezTo>
                <a:cubicBezTo>
                  <a:pt x="3312414" y="727862"/>
                  <a:pt x="3309488" y="726491"/>
                  <a:pt x="3306836" y="724571"/>
                </a:cubicBezTo>
                <a:cubicBezTo>
                  <a:pt x="3304184" y="722559"/>
                  <a:pt x="3301990" y="720181"/>
                  <a:pt x="3300252" y="717347"/>
                </a:cubicBezTo>
                <a:cubicBezTo>
                  <a:pt x="3298515" y="714604"/>
                  <a:pt x="3297418" y="711495"/>
                  <a:pt x="3296961" y="708294"/>
                </a:cubicBezTo>
                <a:cubicBezTo>
                  <a:pt x="3296412" y="705002"/>
                  <a:pt x="3296503" y="701711"/>
                  <a:pt x="3297326" y="698510"/>
                </a:cubicBezTo>
                <a:cubicBezTo>
                  <a:pt x="3298149" y="695310"/>
                  <a:pt x="3299430" y="692384"/>
                  <a:pt x="3301441" y="689732"/>
                </a:cubicBezTo>
                <a:cubicBezTo>
                  <a:pt x="3303361" y="687080"/>
                  <a:pt x="3305739" y="684886"/>
                  <a:pt x="3308574" y="683148"/>
                </a:cubicBezTo>
              </a:path>
              <a:path w="3887754" h="1096183">
                <a:moveTo>
                  <a:pt x="3317077" y="677936"/>
                </a:moveTo>
                <a:lnTo>
                  <a:pt x="3321375" y="675376"/>
                </a:lnTo>
                <a:cubicBezTo>
                  <a:pt x="3324210" y="673638"/>
                  <a:pt x="3327227" y="672541"/>
                  <a:pt x="3330519" y="672084"/>
                </a:cubicBezTo>
                <a:cubicBezTo>
                  <a:pt x="3333811" y="671535"/>
                  <a:pt x="3337011" y="671718"/>
                  <a:pt x="3340212" y="672450"/>
                </a:cubicBezTo>
                <a:cubicBezTo>
                  <a:pt x="3343412" y="673273"/>
                  <a:pt x="3346430" y="674644"/>
                  <a:pt x="3349081" y="676565"/>
                </a:cubicBezTo>
                <a:cubicBezTo>
                  <a:pt x="3351733" y="678485"/>
                  <a:pt x="3353928" y="680862"/>
                  <a:pt x="3355665" y="683697"/>
                </a:cubicBezTo>
                <a:cubicBezTo>
                  <a:pt x="3357311" y="686532"/>
                  <a:pt x="3358500" y="689549"/>
                  <a:pt x="3358957" y="692841"/>
                </a:cubicBezTo>
                <a:cubicBezTo>
                  <a:pt x="3359506" y="696133"/>
                  <a:pt x="3359323" y="699333"/>
                  <a:pt x="3358591" y="702534"/>
                </a:cubicBezTo>
                <a:cubicBezTo>
                  <a:pt x="3357768" y="705734"/>
                  <a:pt x="3356397" y="708660"/>
                  <a:pt x="3354476" y="711403"/>
                </a:cubicBezTo>
                <a:cubicBezTo>
                  <a:pt x="3352556" y="714055"/>
                  <a:pt x="3350087" y="716250"/>
                  <a:pt x="3347344" y="717895"/>
                </a:cubicBezTo>
                <a:lnTo>
                  <a:pt x="3343046" y="720547"/>
                </a:lnTo>
                <a:cubicBezTo>
                  <a:pt x="3340212" y="722285"/>
                  <a:pt x="3337194" y="723382"/>
                  <a:pt x="3333902" y="723839"/>
                </a:cubicBezTo>
                <a:cubicBezTo>
                  <a:pt x="3330611" y="724388"/>
                  <a:pt x="3327410" y="724205"/>
                  <a:pt x="3324210" y="723473"/>
                </a:cubicBezTo>
                <a:cubicBezTo>
                  <a:pt x="3321009" y="722650"/>
                  <a:pt x="3317992" y="721279"/>
                  <a:pt x="3315340" y="719358"/>
                </a:cubicBezTo>
                <a:cubicBezTo>
                  <a:pt x="3312688" y="717438"/>
                  <a:pt x="3310494" y="715061"/>
                  <a:pt x="3308756" y="712226"/>
                </a:cubicBezTo>
                <a:cubicBezTo>
                  <a:pt x="3307019" y="709392"/>
                  <a:pt x="3305922" y="706374"/>
                  <a:pt x="3305465" y="703082"/>
                </a:cubicBezTo>
                <a:cubicBezTo>
                  <a:pt x="3304916" y="699790"/>
                  <a:pt x="3305099" y="696590"/>
                  <a:pt x="3305830" y="693390"/>
                </a:cubicBezTo>
                <a:cubicBezTo>
                  <a:pt x="3306653" y="690189"/>
                  <a:pt x="3308025" y="687172"/>
                  <a:pt x="3309945" y="684520"/>
                </a:cubicBezTo>
                <a:cubicBezTo>
                  <a:pt x="3311865" y="681868"/>
                  <a:pt x="3314243" y="679674"/>
                  <a:pt x="3317077" y="677936"/>
                </a:cubicBezTo>
              </a:path>
              <a:path w="3887754" h="1096183">
                <a:moveTo>
                  <a:pt x="3325673" y="672816"/>
                </a:moveTo>
                <a:lnTo>
                  <a:pt x="3329879" y="670164"/>
                </a:lnTo>
                <a:cubicBezTo>
                  <a:pt x="3332714" y="668518"/>
                  <a:pt x="3335731" y="667329"/>
                  <a:pt x="3339023" y="666872"/>
                </a:cubicBezTo>
                <a:cubicBezTo>
                  <a:pt x="3342315" y="666323"/>
                  <a:pt x="3345515" y="666506"/>
                  <a:pt x="3348716" y="667238"/>
                </a:cubicBezTo>
                <a:cubicBezTo>
                  <a:pt x="3352008" y="668061"/>
                  <a:pt x="3354934" y="669432"/>
                  <a:pt x="3357585" y="671352"/>
                </a:cubicBezTo>
                <a:cubicBezTo>
                  <a:pt x="3360237" y="673364"/>
                  <a:pt x="3362432" y="675742"/>
                  <a:pt x="3364169" y="678485"/>
                </a:cubicBezTo>
                <a:cubicBezTo>
                  <a:pt x="3365906" y="681319"/>
                  <a:pt x="3367004" y="684428"/>
                  <a:pt x="3367461" y="687629"/>
                </a:cubicBezTo>
                <a:cubicBezTo>
                  <a:pt x="3368010" y="690921"/>
                  <a:pt x="3367827" y="694121"/>
                  <a:pt x="3367095" y="697321"/>
                </a:cubicBezTo>
                <a:cubicBezTo>
                  <a:pt x="3366272" y="700613"/>
                  <a:pt x="3364901" y="703539"/>
                  <a:pt x="3362980" y="706191"/>
                </a:cubicBezTo>
                <a:cubicBezTo>
                  <a:pt x="3361060" y="708843"/>
                  <a:pt x="3358683" y="711037"/>
                  <a:pt x="3355848" y="712775"/>
                </a:cubicBezTo>
                <a:lnTo>
                  <a:pt x="3351550" y="715335"/>
                </a:lnTo>
                <a:cubicBezTo>
                  <a:pt x="3348716" y="717072"/>
                  <a:pt x="3345698" y="718170"/>
                  <a:pt x="3342406" y="718718"/>
                </a:cubicBezTo>
                <a:cubicBezTo>
                  <a:pt x="3339114" y="719176"/>
                  <a:pt x="3335914" y="719084"/>
                  <a:pt x="3332714" y="718261"/>
                </a:cubicBezTo>
                <a:cubicBezTo>
                  <a:pt x="3329513" y="717530"/>
                  <a:pt x="3326587" y="716158"/>
                  <a:pt x="3323844" y="714146"/>
                </a:cubicBezTo>
                <a:cubicBezTo>
                  <a:pt x="3321192" y="712226"/>
                  <a:pt x="3318998" y="709849"/>
                  <a:pt x="3317260" y="707014"/>
                </a:cubicBezTo>
                <a:cubicBezTo>
                  <a:pt x="3315614" y="704179"/>
                  <a:pt x="3314426" y="701162"/>
                  <a:pt x="3313968" y="697870"/>
                </a:cubicBezTo>
                <a:cubicBezTo>
                  <a:pt x="3313420" y="694670"/>
                  <a:pt x="3313603" y="691378"/>
                  <a:pt x="3314334" y="688177"/>
                </a:cubicBezTo>
                <a:cubicBezTo>
                  <a:pt x="3315157" y="684977"/>
                  <a:pt x="3316529" y="682051"/>
                  <a:pt x="3318449" y="679399"/>
                </a:cubicBezTo>
                <a:cubicBezTo>
                  <a:pt x="3320461" y="676747"/>
                  <a:pt x="3322838" y="674553"/>
                  <a:pt x="3325673" y="672816"/>
                </a:cubicBezTo>
              </a:path>
              <a:path w="3887754" h="1096183">
                <a:moveTo>
                  <a:pt x="3334177" y="667603"/>
                </a:moveTo>
                <a:lnTo>
                  <a:pt x="3338383" y="665043"/>
                </a:lnTo>
                <a:cubicBezTo>
                  <a:pt x="3341218" y="663306"/>
                  <a:pt x="3344327" y="662208"/>
                  <a:pt x="3347527" y="661660"/>
                </a:cubicBezTo>
                <a:cubicBezTo>
                  <a:pt x="3350819" y="661203"/>
                  <a:pt x="3354019" y="661294"/>
                  <a:pt x="3357311" y="662117"/>
                </a:cubicBezTo>
                <a:cubicBezTo>
                  <a:pt x="3360511" y="662849"/>
                  <a:pt x="3363438" y="664220"/>
                  <a:pt x="3366089" y="666232"/>
                </a:cubicBezTo>
                <a:cubicBezTo>
                  <a:pt x="3368741" y="668152"/>
                  <a:pt x="3370936" y="670530"/>
                  <a:pt x="3372673" y="673364"/>
                </a:cubicBezTo>
                <a:cubicBezTo>
                  <a:pt x="3374410" y="676199"/>
                  <a:pt x="3375508" y="679216"/>
                  <a:pt x="3376056" y="682508"/>
                </a:cubicBezTo>
                <a:cubicBezTo>
                  <a:pt x="3376513" y="685709"/>
                  <a:pt x="3376422" y="689000"/>
                  <a:pt x="3375599" y="692201"/>
                </a:cubicBezTo>
                <a:cubicBezTo>
                  <a:pt x="3374868" y="695401"/>
                  <a:pt x="3373496" y="698327"/>
                  <a:pt x="3371484" y="700979"/>
                </a:cubicBezTo>
                <a:cubicBezTo>
                  <a:pt x="3369564" y="703631"/>
                  <a:pt x="3367187" y="705825"/>
                  <a:pt x="3364352" y="707563"/>
                </a:cubicBezTo>
                <a:lnTo>
                  <a:pt x="3360054" y="710123"/>
                </a:lnTo>
                <a:cubicBezTo>
                  <a:pt x="3357220" y="711860"/>
                  <a:pt x="3354202" y="712958"/>
                  <a:pt x="3350910" y="713506"/>
                </a:cubicBezTo>
                <a:cubicBezTo>
                  <a:pt x="3347710" y="713964"/>
                  <a:pt x="3344418" y="713872"/>
                  <a:pt x="3341218" y="713049"/>
                </a:cubicBezTo>
                <a:cubicBezTo>
                  <a:pt x="3338017" y="712318"/>
                  <a:pt x="3335091" y="710946"/>
                  <a:pt x="3332439" y="709026"/>
                </a:cubicBezTo>
                <a:cubicBezTo>
                  <a:pt x="3329696" y="707014"/>
                  <a:pt x="3327502" y="704637"/>
                  <a:pt x="3325856" y="701802"/>
                </a:cubicBezTo>
                <a:cubicBezTo>
                  <a:pt x="3324118" y="699059"/>
                  <a:pt x="3323021" y="695950"/>
                  <a:pt x="3322472" y="692749"/>
                </a:cubicBezTo>
                <a:cubicBezTo>
                  <a:pt x="3321924" y="689458"/>
                  <a:pt x="3322107" y="686166"/>
                  <a:pt x="3322930" y="682965"/>
                </a:cubicBezTo>
                <a:cubicBezTo>
                  <a:pt x="3323661" y="679765"/>
                  <a:pt x="3325033" y="676839"/>
                  <a:pt x="3326953" y="674187"/>
                </a:cubicBezTo>
                <a:cubicBezTo>
                  <a:pt x="3328965" y="671535"/>
                  <a:pt x="3331342" y="669341"/>
                  <a:pt x="3334177" y="667603"/>
                </a:cubicBezTo>
              </a:path>
              <a:path w="3887754" h="1096183">
                <a:moveTo>
                  <a:pt x="3342681" y="662391"/>
                </a:moveTo>
                <a:lnTo>
                  <a:pt x="3346887" y="659831"/>
                </a:lnTo>
                <a:cubicBezTo>
                  <a:pt x="3349722" y="658094"/>
                  <a:pt x="3352830" y="656996"/>
                  <a:pt x="3356031" y="656539"/>
                </a:cubicBezTo>
                <a:cubicBezTo>
                  <a:pt x="3359323" y="655991"/>
                  <a:pt x="3362615" y="656173"/>
                  <a:pt x="3365815" y="656905"/>
                </a:cubicBezTo>
                <a:cubicBezTo>
                  <a:pt x="3369015" y="657728"/>
                  <a:pt x="3371941" y="659100"/>
                  <a:pt x="3374593" y="661020"/>
                </a:cubicBezTo>
                <a:cubicBezTo>
                  <a:pt x="3377245" y="662940"/>
                  <a:pt x="3379440" y="665317"/>
                  <a:pt x="3381177" y="668152"/>
                </a:cubicBezTo>
                <a:cubicBezTo>
                  <a:pt x="3382914" y="670987"/>
                  <a:pt x="3384012" y="674004"/>
                  <a:pt x="3384560" y="677296"/>
                </a:cubicBezTo>
                <a:cubicBezTo>
                  <a:pt x="3385017" y="680588"/>
                  <a:pt x="3384926" y="683788"/>
                  <a:pt x="3384103" y="686989"/>
                </a:cubicBezTo>
                <a:cubicBezTo>
                  <a:pt x="3383371" y="690189"/>
                  <a:pt x="3382000" y="693115"/>
                  <a:pt x="3379988" y="695858"/>
                </a:cubicBezTo>
                <a:cubicBezTo>
                  <a:pt x="3378068" y="698510"/>
                  <a:pt x="3375690" y="700705"/>
                  <a:pt x="3372856" y="702351"/>
                </a:cubicBezTo>
                <a:lnTo>
                  <a:pt x="3368558" y="705002"/>
                </a:lnTo>
                <a:cubicBezTo>
                  <a:pt x="3365815" y="706740"/>
                  <a:pt x="3362706" y="707837"/>
                  <a:pt x="3359506" y="708294"/>
                </a:cubicBezTo>
                <a:cubicBezTo>
                  <a:pt x="3356214" y="708843"/>
                  <a:pt x="3352922" y="708660"/>
                  <a:pt x="3349722" y="707928"/>
                </a:cubicBezTo>
                <a:cubicBezTo>
                  <a:pt x="3346521" y="707106"/>
                  <a:pt x="3343595" y="705734"/>
                  <a:pt x="3340943" y="703814"/>
                </a:cubicBezTo>
                <a:cubicBezTo>
                  <a:pt x="3338292" y="701893"/>
                  <a:pt x="3336097" y="699516"/>
                  <a:pt x="3334360" y="696681"/>
                </a:cubicBezTo>
                <a:cubicBezTo>
                  <a:pt x="3332622" y="693847"/>
                  <a:pt x="3331525" y="690829"/>
                  <a:pt x="3330976" y="687537"/>
                </a:cubicBezTo>
                <a:cubicBezTo>
                  <a:pt x="3330519" y="684246"/>
                  <a:pt x="3330611" y="681045"/>
                  <a:pt x="3331434" y="677845"/>
                </a:cubicBezTo>
                <a:cubicBezTo>
                  <a:pt x="3332165" y="674644"/>
                  <a:pt x="3333537" y="671718"/>
                  <a:pt x="3335548" y="668975"/>
                </a:cubicBezTo>
                <a:cubicBezTo>
                  <a:pt x="3337469" y="666323"/>
                  <a:pt x="3339846" y="664129"/>
                  <a:pt x="3342681" y="662391"/>
                </a:cubicBezTo>
              </a:path>
              <a:path w="3887754" h="1096183">
                <a:moveTo>
                  <a:pt x="3351185" y="657271"/>
                </a:moveTo>
                <a:lnTo>
                  <a:pt x="3355482" y="654619"/>
                </a:lnTo>
                <a:cubicBezTo>
                  <a:pt x="3358317" y="652973"/>
                  <a:pt x="3361334" y="651876"/>
                  <a:pt x="3364626" y="651327"/>
                </a:cubicBezTo>
                <a:cubicBezTo>
                  <a:pt x="3367827" y="650778"/>
                  <a:pt x="3371118" y="650961"/>
                  <a:pt x="3374319" y="651693"/>
                </a:cubicBezTo>
                <a:cubicBezTo>
                  <a:pt x="3377519" y="652516"/>
                  <a:pt x="3380445" y="653887"/>
                  <a:pt x="3383097" y="655808"/>
                </a:cubicBezTo>
                <a:cubicBezTo>
                  <a:pt x="3385840" y="657819"/>
                  <a:pt x="3388035" y="660197"/>
                  <a:pt x="3389681" y="663031"/>
                </a:cubicBezTo>
                <a:cubicBezTo>
                  <a:pt x="3391418" y="665775"/>
                  <a:pt x="3392515" y="668884"/>
                  <a:pt x="3393064" y="672084"/>
                </a:cubicBezTo>
                <a:cubicBezTo>
                  <a:pt x="3393521" y="675376"/>
                  <a:pt x="3393430" y="678576"/>
                  <a:pt x="3392607" y="681868"/>
                </a:cubicBezTo>
                <a:cubicBezTo>
                  <a:pt x="3391875" y="685068"/>
                  <a:pt x="3390504" y="687995"/>
                  <a:pt x="3388584" y="690646"/>
                </a:cubicBezTo>
                <a:cubicBezTo>
                  <a:pt x="3386572" y="693298"/>
                  <a:pt x="3384194" y="695493"/>
                  <a:pt x="3381360" y="697230"/>
                </a:cubicBezTo>
                <a:lnTo>
                  <a:pt x="3377154" y="699790"/>
                </a:lnTo>
                <a:cubicBezTo>
                  <a:pt x="3374319" y="701528"/>
                  <a:pt x="3371210" y="702625"/>
                  <a:pt x="3368010" y="703174"/>
                </a:cubicBezTo>
                <a:cubicBezTo>
                  <a:pt x="3364718" y="703631"/>
                  <a:pt x="3361517" y="703539"/>
                  <a:pt x="3358225" y="702716"/>
                </a:cubicBezTo>
                <a:cubicBezTo>
                  <a:pt x="3355025" y="701985"/>
                  <a:pt x="3352099" y="700613"/>
                  <a:pt x="3349447" y="698602"/>
                </a:cubicBezTo>
                <a:cubicBezTo>
                  <a:pt x="3346795" y="696681"/>
                  <a:pt x="3344601" y="694304"/>
                  <a:pt x="3342864" y="691469"/>
                </a:cubicBezTo>
                <a:cubicBezTo>
                  <a:pt x="3341126" y="688635"/>
                  <a:pt x="3340029" y="685617"/>
                  <a:pt x="3339480" y="682325"/>
                </a:cubicBezTo>
                <a:cubicBezTo>
                  <a:pt x="3339023" y="679125"/>
                  <a:pt x="3339114" y="675833"/>
                  <a:pt x="3339937" y="672633"/>
                </a:cubicBezTo>
                <a:cubicBezTo>
                  <a:pt x="3340669" y="669432"/>
                  <a:pt x="3342041" y="666506"/>
                  <a:pt x="3344052" y="663854"/>
                </a:cubicBezTo>
                <a:cubicBezTo>
                  <a:pt x="3345972" y="661203"/>
                  <a:pt x="3348350" y="659008"/>
                  <a:pt x="3351185" y="657271"/>
                </a:cubicBezTo>
              </a:path>
              <a:path w="3887754" h="1096183">
                <a:moveTo>
                  <a:pt x="3359688" y="652059"/>
                </a:moveTo>
                <a:lnTo>
                  <a:pt x="3363986" y="649498"/>
                </a:lnTo>
                <a:cubicBezTo>
                  <a:pt x="3366821" y="647761"/>
                  <a:pt x="3369838" y="646664"/>
                  <a:pt x="3373130" y="646115"/>
                </a:cubicBezTo>
                <a:cubicBezTo>
                  <a:pt x="3376422" y="645658"/>
                  <a:pt x="3379622" y="645749"/>
                  <a:pt x="3382823" y="646572"/>
                </a:cubicBezTo>
                <a:cubicBezTo>
                  <a:pt x="3386023" y="647304"/>
                  <a:pt x="3388949" y="648675"/>
                  <a:pt x="3391692" y="650687"/>
                </a:cubicBezTo>
                <a:cubicBezTo>
                  <a:pt x="3394344" y="652607"/>
                  <a:pt x="3396539" y="654985"/>
                  <a:pt x="3398276" y="657819"/>
                </a:cubicBezTo>
                <a:cubicBezTo>
                  <a:pt x="3399922" y="660654"/>
                  <a:pt x="3401111" y="663672"/>
                  <a:pt x="3401568" y="666963"/>
                </a:cubicBezTo>
                <a:cubicBezTo>
                  <a:pt x="3402117" y="670164"/>
                  <a:pt x="3401934" y="673456"/>
                  <a:pt x="3401202" y="676656"/>
                </a:cubicBezTo>
                <a:cubicBezTo>
                  <a:pt x="3400379" y="679856"/>
                  <a:pt x="3399008" y="682782"/>
                  <a:pt x="3397087" y="685434"/>
                </a:cubicBezTo>
                <a:cubicBezTo>
                  <a:pt x="3395076" y="688086"/>
                  <a:pt x="3392698" y="690281"/>
                  <a:pt x="3389864" y="692018"/>
                </a:cubicBezTo>
                <a:lnTo>
                  <a:pt x="3385657" y="694670"/>
                </a:lnTo>
                <a:cubicBezTo>
                  <a:pt x="3382823" y="696316"/>
                  <a:pt x="3379805" y="697413"/>
                  <a:pt x="3376513" y="697962"/>
                </a:cubicBezTo>
                <a:cubicBezTo>
                  <a:pt x="3373222" y="698510"/>
                  <a:pt x="3370021" y="698327"/>
                  <a:pt x="3366821" y="697504"/>
                </a:cubicBezTo>
                <a:cubicBezTo>
                  <a:pt x="3363529" y="696773"/>
                  <a:pt x="3360603" y="695401"/>
                  <a:pt x="3357951" y="693481"/>
                </a:cubicBezTo>
                <a:cubicBezTo>
                  <a:pt x="3355299" y="691469"/>
                  <a:pt x="3353105" y="689092"/>
                  <a:pt x="3351367" y="686257"/>
                </a:cubicBezTo>
                <a:cubicBezTo>
                  <a:pt x="3349630" y="683514"/>
                  <a:pt x="3348533" y="680405"/>
                  <a:pt x="3348076" y="677205"/>
                </a:cubicBezTo>
                <a:cubicBezTo>
                  <a:pt x="3347527" y="673913"/>
                  <a:pt x="3347710" y="670712"/>
                  <a:pt x="3348441" y="667421"/>
                </a:cubicBezTo>
                <a:cubicBezTo>
                  <a:pt x="3349264" y="664220"/>
                  <a:pt x="3350636" y="661294"/>
                  <a:pt x="3352556" y="658642"/>
                </a:cubicBezTo>
                <a:cubicBezTo>
                  <a:pt x="3354476" y="655991"/>
                  <a:pt x="3356854" y="653796"/>
                  <a:pt x="3359688" y="652059"/>
                </a:cubicBezTo>
              </a:path>
              <a:path w="3887754" h="1096183">
                <a:moveTo>
                  <a:pt x="3368192" y="646938"/>
                </a:moveTo>
                <a:lnTo>
                  <a:pt x="3372490" y="644286"/>
                </a:lnTo>
                <a:cubicBezTo>
                  <a:pt x="3375325" y="642549"/>
                  <a:pt x="3378342" y="641452"/>
                  <a:pt x="3381634" y="640994"/>
                </a:cubicBezTo>
                <a:cubicBezTo>
                  <a:pt x="3384926" y="640446"/>
                  <a:pt x="3388126" y="640629"/>
                  <a:pt x="3391327" y="641360"/>
                </a:cubicBezTo>
                <a:cubicBezTo>
                  <a:pt x="3394527" y="642183"/>
                  <a:pt x="3397545" y="643555"/>
                  <a:pt x="3400196" y="645475"/>
                </a:cubicBezTo>
                <a:cubicBezTo>
                  <a:pt x="3402848" y="647395"/>
                  <a:pt x="3405043" y="649773"/>
                  <a:pt x="3406780" y="652607"/>
                </a:cubicBezTo>
                <a:cubicBezTo>
                  <a:pt x="3408517" y="655442"/>
                  <a:pt x="3409615" y="658459"/>
                  <a:pt x="3410072" y="661751"/>
                </a:cubicBezTo>
                <a:cubicBezTo>
                  <a:pt x="3410621" y="665043"/>
                  <a:pt x="3410438" y="668244"/>
                  <a:pt x="3409706" y="671444"/>
                </a:cubicBezTo>
                <a:cubicBezTo>
                  <a:pt x="3408883" y="674644"/>
                  <a:pt x="3407512" y="677570"/>
                  <a:pt x="3405591" y="680314"/>
                </a:cubicBezTo>
                <a:cubicBezTo>
                  <a:pt x="3403671" y="682965"/>
                  <a:pt x="3401294" y="685160"/>
                  <a:pt x="3398459" y="686897"/>
                </a:cubicBezTo>
                <a:lnTo>
                  <a:pt x="3394161" y="689458"/>
                </a:lnTo>
                <a:cubicBezTo>
                  <a:pt x="3391327" y="691195"/>
                  <a:pt x="3388309" y="692292"/>
                  <a:pt x="3385017" y="692749"/>
                </a:cubicBezTo>
                <a:cubicBezTo>
                  <a:pt x="3381726" y="693298"/>
                  <a:pt x="3378525" y="693115"/>
                  <a:pt x="3375325" y="692384"/>
                </a:cubicBezTo>
                <a:cubicBezTo>
                  <a:pt x="3372124" y="691561"/>
                  <a:pt x="3369107" y="690189"/>
                  <a:pt x="3366455" y="688269"/>
                </a:cubicBezTo>
                <a:cubicBezTo>
                  <a:pt x="3363803" y="686349"/>
                  <a:pt x="3361609" y="683971"/>
                  <a:pt x="3359871" y="681137"/>
                </a:cubicBezTo>
                <a:cubicBezTo>
                  <a:pt x="3358134" y="678302"/>
                  <a:pt x="3357037" y="675284"/>
                  <a:pt x="3356580" y="671993"/>
                </a:cubicBezTo>
                <a:cubicBezTo>
                  <a:pt x="3356031" y="668701"/>
                  <a:pt x="3356214" y="665500"/>
                  <a:pt x="3356945" y="662300"/>
                </a:cubicBezTo>
                <a:cubicBezTo>
                  <a:pt x="3357768" y="659100"/>
                  <a:pt x="3359140" y="656173"/>
                  <a:pt x="3361060" y="653430"/>
                </a:cubicBezTo>
                <a:cubicBezTo>
                  <a:pt x="3362980" y="650778"/>
                  <a:pt x="3365449" y="648584"/>
                  <a:pt x="3368192" y="646938"/>
                </a:cubicBezTo>
              </a:path>
              <a:path w="3887754" h="1096183">
                <a:moveTo>
                  <a:pt x="3376788" y="641726"/>
                </a:moveTo>
                <a:lnTo>
                  <a:pt x="3380994" y="639166"/>
                </a:lnTo>
                <a:cubicBezTo>
                  <a:pt x="3383829" y="637428"/>
                  <a:pt x="3386846" y="636331"/>
                  <a:pt x="3390138" y="635782"/>
                </a:cubicBezTo>
                <a:cubicBezTo>
                  <a:pt x="3393430" y="635325"/>
                  <a:pt x="3396630" y="635417"/>
                  <a:pt x="3399831" y="636240"/>
                </a:cubicBezTo>
                <a:cubicBezTo>
                  <a:pt x="3403122" y="636971"/>
                  <a:pt x="3406049" y="638343"/>
                  <a:pt x="3408700" y="640263"/>
                </a:cubicBezTo>
                <a:cubicBezTo>
                  <a:pt x="3411352" y="642275"/>
                  <a:pt x="3413547" y="644652"/>
                  <a:pt x="3415284" y="647487"/>
                </a:cubicBezTo>
                <a:cubicBezTo>
                  <a:pt x="3417021" y="650230"/>
                  <a:pt x="3418119" y="653339"/>
                  <a:pt x="3418576" y="656539"/>
                </a:cubicBezTo>
                <a:cubicBezTo>
                  <a:pt x="3419124" y="659831"/>
                  <a:pt x="3419033" y="663031"/>
                  <a:pt x="3418210" y="666323"/>
                </a:cubicBezTo>
                <a:cubicBezTo>
                  <a:pt x="3417387" y="669524"/>
                  <a:pt x="3416016" y="672450"/>
                  <a:pt x="3414095" y="675102"/>
                </a:cubicBezTo>
                <a:cubicBezTo>
                  <a:pt x="3412175" y="677753"/>
                  <a:pt x="3409798" y="679948"/>
                  <a:pt x="3406963" y="681685"/>
                </a:cubicBezTo>
                <a:lnTo>
                  <a:pt x="3402665" y="684246"/>
                </a:lnTo>
                <a:cubicBezTo>
                  <a:pt x="3399831" y="685983"/>
                  <a:pt x="3396813" y="687080"/>
                  <a:pt x="3393521" y="687629"/>
                </a:cubicBezTo>
                <a:cubicBezTo>
                  <a:pt x="3390321" y="688086"/>
                  <a:pt x="3387029" y="687995"/>
                  <a:pt x="3383829" y="687172"/>
                </a:cubicBezTo>
                <a:cubicBezTo>
                  <a:pt x="3380628" y="686440"/>
                  <a:pt x="3377702" y="685068"/>
                  <a:pt x="3374959" y="683057"/>
                </a:cubicBezTo>
                <a:cubicBezTo>
                  <a:pt x="3372307" y="681137"/>
                  <a:pt x="3370113" y="678759"/>
                  <a:pt x="3368375" y="675924"/>
                </a:cubicBezTo>
                <a:cubicBezTo>
                  <a:pt x="3366729" y="673090"/>
                  <a:pt x="3365541" y="670072"/>
                  <a:pt x="3365083" y="666780"/>
                </a:cubicBezTo>
                <a:cubicBezTo>
                  <a:pt x="3364535" y="663580"/>
                  <a:pt x="3364718" y="660288"/>
                  <a:pt x="3365449" y="657088"/>
                </a:cubicBezTo>
                <a:cubicBezTo>
                  <a:pt x="3366272" y="653887"/>
                  <a:pt x="3367644" y="650961"/>
                  <a:pt x="3369564" y="648310"/>
                </a:cubicBezTo>
                <a:cubicBezTo>
                  <a:pt x="3371576" y="645658"/>
                  <a:pt x="3373953" y="643463"/>
                  <a:pt x="3376788" y="641726"/>
                </a:cubicBezTo>
              </a:path>
              <a:path w="3887754" h="1096183">
                <a:moveTo>
                  <a:pt x="3385292" y="636514"/>
                </a:moveTo>
                <a:lnTo>
                  <a:pt x="3389498" y="633954"/>
                </a:lnTo>
                <a:cubicBezTo>
                  <a:pt x="3392333" y="632216"/>
                  <a:pt x="3395442" y="631119"/>
                  <a:pt x="3398642" y="630570"/>
                </a:cubicBezTo>
                <a:cubicBezTo>
                  <a:pt x="3401934" y="630113"/>
                  <a:pt x="3405134" y="630204"/>
                  <a:pt x="3408426" y="631027"/>
                </a:cubicBezTo>
                <a:cubicBezTo>
                  <a:pt x="3411626" y="631759"/>
                  <a:pt x="3414552" y="633131"/>
                  <a:pt x="3417204" y="635142"/>
                </a:cubicBezTo>
                <a:cubicBezTo>
                  <a:pt x="3419856" y="637062"/>
                  <a:pt x="3422051" y="639440"/>
                  <a:pt x="3423788" y="642275"/>
                </a:cubicBezTo>
                <a:cubicBezTo>
                  <a:pt x="3425525" y="645109"/>
                  <a:pt x="3426623" y="648127"/>
                  <a:pt x="3427171" y="651419"/>
                </a:cubicBezTo>
                <a:cubicBezTo>
                  <a:pt x="3427628" y="654619"/>
                  <a:pt x="3427537" y="657911"/>
                  <a:pt x="3426714" y="661111"/>
                </a:cubicBezTo>
                <a:cubicBezTo>
                  <a:pt x="3425982" y="664312"/>
                  <a:pt x="3424611" y="667238"/>
                  <a:pt x="3422599" y="669889"/>
                </a:cubicBezTo>
                <a:cubicBezTo>
                  <a:pt x="3420679" y="672541"/>
                  <a:pt x="3418302" y="674736"/>
                  <a:pt x="3415467" y="676473"/>
                </a:cubicBezTo>
                <a:lnTo>
                  <a:pt x="3411169" y="679125"/>
                </a:lnTo>
                <a:cubicBezTo>
                  <a:pt x="3408335" y="680771"/>
                  <a:pt x="3405317" y="681868"/>
                  <a:pt x="3402025" y="682417"/>
                </a:cubicBezTo>
                <a:cubicBezTo>
                  <a:pt x="3398825" y="682965"/>
                  <a:pt x="3395533" y="682782"/>
                  <a:pt x="3392333" y="682051"/>
                </a:cubicBezTo>
                <a:cubicBezTo>
                  <a:pt x="3389132" y="681228"/>
                  <a:pt x="3386206" y="679856"/>
                  <a:pt x="3383554" y="677936"/>
                </a:cubicBezTo>
                <a:cubicBezTo>
                  <a:pt x="3380811" y="675924"/>
                  <a:pt x="3378617" y="673547"/>
                  <a:pt x="3376971" y="670804"/>
                </a:cubicBezTo>
                <a:cubicBezTo>
                  <a:pt x="3375233" y="667969"/>
                  <a:pt x="3374136" y="664860"/>
                  <a:pt x="3373587" y="661660"/>
                </a:cubicBezTo>
                <a:cubicBezTo>
                  <a:pt x="3373130" y="658368"/>
                  <a:pt x="3373222" y="655168"/>
                  <a:pt x="3374045" y="651967"/>
                </a:cubicBezTo>
                <a:cubicBezTo>
                  <a:pt x="3374776" y="648675"/>
                  <a:pt x="3376148" y="645749"/>
                  <a:pt x="3378068" y="643098"/>
                </a:cubicBezTo>
                <a:cubicBezTo>
                  <a:pt x="3380080" y="640446"/>
                  <a:pt x="3382457" y="638251"/>
                  <a:pt x="3385292" y="636514"/>
                </a:cubicBezTo>
              </a:path>
              <a:path w="3887754" h="1096183">
                <a:moveTo>
                  <a:pt x="3393796" y="631393"/>
                </a:moveTo>
                <a:lnTo>
                  <a:pt x="3398093" y="628741"/>
                </a:lnTo>
                <a:cubicBezTo>
                  <a:pt x="3400836" y="627004"/>
                  <a:pt x="3403945" y="625907"/>
                  <a:pt x="3407146" y="625450"/>
                </a:cubicBezTo>
                <a:cubicBezTo>
                  <a:pt x="3410438" y="624901"/>
                  <a:pt x="3413730" y="625084"/>
                  <a:pt x="3416930" y="625815"/>
                </a:cubicBezTo>
                <a:cubicBezTo>
                  <a:pt x="3420130" y="626638"/>
                  <a:pt x="3423056" y="628010"/>
                  <a:pt x="3425708" y="629930"/>
                </a:cubicBezTo>
                <a:cubicBezTo>
                  <a:pt x="3428360" y="631850"/>
                  <a:pt x="3430554" y="634228"/>
                  <a:pt x="3432292" y="637062"/>
                </a:cubicBezTo>
                <a:cubicBezTo>
                  <a:pt x="3434029" y="639897"/>
                  <a:pt x="3435126" y="642915"/>
                  <a:pt x="3435675" y="646206"/>
                </a:cubicBezTo>
                <a:cubicBezTo>
                  <a:pt x="3436132" y="649498"/>
                  <a:pt x="3436041" y="652699"/>
                  <a:pt x="3435218" y="655899"/>
                </a:cubicBezTo>
                <a:cubicBezTo>
                  <a:pt x="3434486" y="659100"/>
                  <a:pt x="3433115" y="662117"/>
                  <a:pt x="3431195" y="664769"/>
                </a:cubicBezTo>
                <a:cubicBezTo>
                  <a:pt x="3429183" y="667421"/>
                  <a:pt x="3426805" y="669615"/>
                  <a:pt x="3423971" y="671352"/>
                </a:cubicBezTo>
                <a:lnTo>
                  <a:pt x="3419765" y="673913"/>
                </a:lnTo>
                <a:cubicBezTo>
                  <a:pt x="3416930" y="675650"/>
                  <a:pt x="3413821" y="676747"/>
                  <a:pt x="3410621" y="677205"/>
                </a:cubicBezTo>
                <a:cubicBezTo>
                  <a:pt x="3407329" y="677753"/>
                  <a:pt x="3404037" y="677570"/>
                  <a:pt x="3400836" y="676839"/>
                </a:cubicBezTo>
                <a:cubicBezTo>
                  <a:pt x="3397636" y="676016"/>
                  <a:pt x="3394710" y="674644"/>
                  <a:pt x="3392058" y="672724"/>
                </a:cubicBezTo>
                <a:cubicBezTo>
                  <a:pt x="3389406" y="670804"/>
                  <a:pt x="3387212" y="668426"/>
                  <a:pt x="3385475" y="665592"/>
                </a:cubicBezTo>
                <a:cubicBezTo>
                  <a:pt x="3383737" y="662757"/>
                  <a:pt x="3382640" y="659740"/>
                  <a:pt x="3382091" y="656448"/>
                </a:cubicBezTo>
                <a:cubicBezTo>
                  <a:pt x="3381634" y="653156"/>
                  <a:pt x="3381726" y="649956"/>
                  <a:pt x="3382548" y="646755"/>
                </a:cubicBezTo>
                <a:cubicBezTo>
                  <a:pt x="3383280" y="643555"/>
                  <a:pt x="3384652" y="640629"/>
                  <a:pt x="3386663" y="637885"/>
                </a:cubicBezTo>
                <a:cubicBezTo>
                  <a:pt x="3388584" y="635234"/>
                  <a:pt x="3390961" y="633039"/>
                  <a:pt x="3393796" y="631393"/>
                </a:cubicBezTo>
              </a:path>
              <a:path w="3887754" h="1096183">
                <a:moveTo>
                  <a:pt x="3402300" y="626181"/>
                </a:moveTo>
                <a:lnTo>
                  <a:pt x="3406597" y="623621"/>
                </a:lnTo>
                <a:cubicBezTo>
                  <a:pt x="3409432" y="621883"/>
                  <a:pt x="3412449" y="620786"/>
                  <a:pt x="3415741" y="620238"/>
                </a:cubicBezTo>
                <a:cubicBezTo>
                  <a:pt x="3418942" y="619780"/>
                  <a:pt x="3422233" y="619872"/>
                  <a:pt x="3425434" y="620695"/>
                </a:cubicBezTo>
                <a:cubicBezTo>
                  <a:pt x="3428634" y="621426"/>
                  <a:pt x="3431560" y="622798"/>
                  <a:pt x="3434212" y="624718"/>
                </a:cubicBezTo>
                <a:cubicBezTo>
                  <a:pt x="3436955" y="626730"/>
                  <a:pt x="3439150" y="629107"/>
                  <a:pt x="3440796" y="631942"/>
                </a:cubicBezTo>
                <a:cubicBezTo>
                  <a:pt x="3442533" y="634685"/>
                  <a:pt x="3443630" y="637794"/>
                  <a:pt x="3444179" y="640994"/>
                </a:cubicBezTo>
                <a:cubicBezTo>
                  <a:pt x="3444728" y="644286"/>
                  <a:pt x="3444545" y="647578"/>
                  <a:pt x="3443813" y="650778"/>
                </a:cubicBezTo>
                <a:cubicBezTo>
                  <a:pt x="3442990" y="653979"/>
                  <a:pt x="3441619" y="656905"/>
                  <a:pt x="3439698" y="659557"/>
                </a:cubicBezTo>
                <a:cubicBezTo>
                  <a:pt x="3437687" y="662208"/>
                  <a:pt x="3435309" y="664403"/>
                  <a:pt x="3432475" y="666140"/>
                </a:cubicBezTo>
                <a:lnTo>
                  <a:pt x="3428268" y="668701"/>
                </a:lnTo>
                <a:cubicBezTo>
                  <a:pt x="3425434" y="670438"/>
                  <a:pt x="3422416" y="671535"/>
                  <a:pt x="3419124" y="672084"/>
                </a:cubicBezTo>
                <a:cubicBezTo>
                  <a:pt x="3415833" y="672541"/>
                  <a:pt x="3412632" y="672450"/>
                  <a:pt x="3409340" y="671627"/>
                </a:cubicBezTo>
                <a:cubicBezTo>
                  <a:pt x="3406140" y="670895"/>
                  <a:pt x="3403214" y="669524"/>
                  <a:pt x="3400562" y="667512"/>
                </a:cubicBezTo>
                <a:cubicBezTo>
                  <a:pt x="3397910" y="665592"/>
                  <a:pt x="3395716" y="663214"/>
                  <a:pt x="3393978" y="660380"/>
                </a:cubicBezTo>
                <a:cubicBezTo>
                  <a:pt x="3392241" y="657545"/>
                  <a:pt x="3391144" y="654528"/>
                  <a:pt x="3390595" y="651236"/>
                </a:cubicBezTo>
                <a:cubicBezTo>
                  <a:pt x="3390138" y="648035"/>
                  <a:pt x="3390229" y="644743"/>
                  <a:pt x="3391052" y="641543"/>
                </a:cubicBezTo>
                <a:cubicBezTo>
                  <a:pt x="3391875" y="638343"/>
                  <a:pt x="3393156" y="635417"/>
                  <a:pt x="3395167" y="632765"/>
                </a:cubicBezTo>
                <a:cubicBezTo>
                  <a:pt x="3397087" y="630113"/>
                  <a:pt x="3399465" y="627918"/>
                  <a:pt x="3402300" y="626181"/>
                </a:cubicBezTo>
              </a:path>
              <a:path w="3887754" h="1096183">
                <a:moveTo>
                  <a:pt x="3410803" y="620969"/>
                </a:moveTo>
                <a:lnTo>
                  <a:pt x="3415101" y="618409"/>
                </a:lnTo>
                <a:cubicBezTo>
                  <a:pt x="3417936" y="616671"/>
                  <a:pt x="3420953" y="615574"/>
                  <a:pt x="3424245" y="615025"/>
                </a:cubicBezTo>
                <a:cubicBezTo>
                  <a:pt x="3427537" y="614568"/>
                  <a:pt x="3430737" y="614660"/>
                  <a:pt x="3433938" y="615483"/>
                </a:cubicBezTo>
                <a:cubicBezTo>
                  <a:pt x="3437138" y="616214"/>
                  <a:pt x="3440064" y="617586"/>
                  <a:pt x="3442807" y="619597"/>
                </a:cubicBezTo>
                <a:cubicBezTo>
                  <a:pt x="3445459" y="621518"/>
                  <a:pt x="3447654" y="623895"/>
                  <a:pt x="3449391" y="626730"/>
                </a:cubicBezTo>
                <a:cubicBezTo>
                  <a:pt x="3451037" y="629564"/>
                  <a:pt x="3452226" y="632582"/>
                  <a:pt x="3452683" y="635874"/>
                </a:cubicBezTo>
                <a:cubicBezTo>
                  <a:pt x="3453232" y="639074"/>
                  <a:pt x="3453049" y="642366"/>
                  <a:pt x="3452317" y="645566"/>
                </a:cubicBezTo>
                <a:cubicBezTo>
                  <a:pt x="3451494" y="648767"/>
                  <a:pt x="3450123" y="651693"/>
                  <a:pt x="3448202" y="654345"/>
                </a:cubicBezTo>
                <a:cubicBezTo>
                  <a:pt x="3446282" y="657088"/>
                  <a:pt x="3443813" y="659282"/>
                  <a:pt x="3441070" y="660928"/>
                </a:cubicBezTo>
                <a:lnTo>
                  <a:pt x="3436772" y="663580"/>
                </a:lnTo>
                <a:cubicBezTo>
                  <a:pt x="3433938" y="665226"/>
                  <a:pt x="3430920" y="666415"/>
                  <a:pt x="3427628" y="666872"/>
                </a:cubicBezTo>
                <a:cubicBezTo>
                  <a:pt x="3424337" y="667421"/>
                  <a:pt x="3421136" y="667238"/>
                  <a:pt x="3417936" y="666506"/>
                </a:cubicBezTo>
                <a:cubicBezTo>
                  <a:pt x="3414735" y="665683"/>
                  <a:pt x="3411718" y="664312"/>
                  <a:pt x="3409066" y="662391"/>
                </a:cubicBezTo>
                <a:cubicBezTo>
                  <a:pt x="3406414" y="660471"/>
                  <a:pt x="3404220" y="658002"/>
                  <a:pt x="3402482" y="655259"/>
                </a:cubicBezTo>
                <a:cubicBezTo>
                  <a:pt x="3400745" y="652424"/>
                  <a:pt x="3399648" y="649315"/>
                  <a:pt x="3399191" y="646115"/>
                </a:cubicBezTo>
                <a:cubicBezTo>
                  <a:pt x="3398642" y="642823"/>
                  <a:pt x="3398825" y="639623"/>
                  <a:pt x="3399556" y="636422"/>
                </a:cubicBezTo>
                <a:cubicBezTo>
                  <a:pt x="3400379" y="633131"/>
                  <a:pt x="3401751" y="630204"/>
                  <a:pt x="3403671" y="627553"/>
                </a:cubicBezTo>
                <a:cubicBezTo>
                  <a:pt x="3405591" y="624901"/>
                  <a:pt x="3407969" y="622706"/>
                  <a:pt x="3410803" y="620969"/>
                </a:cubicBezTo>
              </a:path>
              <a:path w="3887754" h="1096183">
                <a:moveTo>
                  <a:pt x="3419399" y="615848"/>
                </a:moveTo>
                <a:lnTo>
                  <a:pt x="3423605" y="613197"/>
                </a:lnTo>
                <a:cubicBezTo>
                  <a:pt x="3426440" y="611551"/>
                  <a:pt x="3429457" y="610362"/>
                  <a:pt x="3432749" y="609905"/>
                </a:cubicBezTo>
                <a:cubicBezTo>
                  <a:pt x="3436041" y="609356"/>
                  <a:pt x="3439241" y="609539"/>
                  <a:pt x="3442442" y="610271"/>
                </a:cubicBezTo>
                <a:cubicBezTo>
                  <a:pt x="3445642" y="611094"/>
                  <a:pt x="3448660" y="612465"/>
                  <a:pt x="3451311" y="614385"/>
                </a:cubicBezTo>
                <a:cubicBezTo>
                  <a:pt x="3453963" y="616306"/>
                  <a:pt x="3456158" y="618683"/>
                  <a:pt x="3457895" y="621518"/>
                </a:cubicBezTo>
                <a:cubicBezTo>
                  <a:pt x="3459632" y="624352"/>
                  <a:pt x="3460730" y="627370"/>
                  <a:pt x="3461187" y="630662"/>
                </a:cubicBezTo>
                <a:cubicBezTo>
                  <a:pt x="3461736" y="633954"/>
                  <a:pt x="3461553" y="637154"/>
                  <a:pt x="3460821" y="640354"/>
                </a:cubicBezTo>
                <a:cubicBezTo>
                  <a:pt x="3459998" y="643555"/>
                  <a:pt x="3458627" y="646572"/>
                  <a:pt x="3456706" y="649224"/>
                </a:cubicBezTo>
                <a:cubicBezTo>
                  <a:pt x="3454786" y="651876"/>
                  <a:pt x="3452409" y="654070"/>
                  <a:pt x="3449574" y="655808"/>
                </a:cubicBezTo>
                <a:lnTo>
                  <a:pt x="3445276" y="658368"/>
                </a:lnTo>
                <a:cubicBezTo>
                  <a:pt x="3442442" y="660105"/>
                  <a:pt x="3439424" y="661203"/>
                  <a:pt x="3436132" y="661660"/>
                </a:cubicBezTo>
                <a:cubicBezTo>
                  <a:pt x="3432840" y="662208"/>
                  <a:pt x="3429640" y="662026"/>
                  <a:pt x="3426440" y="661294"/>
                </a:cubicBezTo>
                <a:cubicBezTo>
                  <a:pt x="3423239" y="660471"/>
                  <a:pt x="3420313" y="659100"/>
                  <a:pt x="3417570" y="657179"/>
                </a:cubicBezTo>
                <a:cubicBezTo>
                  <a:pt x="3414918" y="655259"/>
                  <a:pt x="3412724" y="652882"/>
                  <a:pt x="3410986" y="650047"/>
                </a:cubicBezTo>
                <a:cubicBezTo>
                  <a:pt x="3409340" y="647212"/>
                  <a:pt x="3408152" y="644195"/>
                  <a:pt x="3407694" y="640903"/>
                </a:cubicBezTo>
                <a:cubicBezTo>
                  <a:pt x="3407146" y="637611"/>
                  <a:pt x="3407329" y="634411"/>
                  <a:pt x="3408060" y="631210"/>
                </a:cubicBezTo>
                <a:cubicBezTo>
                  <a:pt x="3408883" y="628010"/>
                  <a:pt x="3410255" y="625084"/>
                  <a:pt x="3412175" y="622432"/>
                </a:cubicBezTo>
                <a:cubicBezTo>
                  <a:pt x="3414187" y="619689"/>
                  <a:pt x="3416564" y="617494"/>
                  <a:pt x="3419399" y="615848"/>
                </a:cubicBezTo>
              </a:path>
              <a:path w="3887754" h="1096183">
                <a:moveTo>
                  <a:pt x="3427903" y="610636"/>
                </a:moveTo>
                <a:lnTo>
                  <a:pt x="3432109" y="608076"/>
                </a:lnTo>
                <a:cubicBezTo>
                  <a:pt x="3434944" y="606339"/>
                  <a:pt x="3437961" y="605241"/>
                  <a:pt x="3441253" y="604693"/>
                </a:cubicBezTo>
                <a:cubicBezTo>
                  <a:pt x="3444545" y="604236"/>
                  <a:pt x="3447745" y="604327"/>
                  <a:pt x="3451037" y="605150"/>
                </a:cubicBezTo>
                <a:cubicBezTo>
                  <a:pt x="3454237" y="605881"/>
                  <a:pt x="3457164" y="607253"/>
                  <a:pt x="3459815" y="609173"/>
                </a:cubicBezTo>
                <a:cubicBezTo>
                  <a:pt x="3462467" y="611185"/>
                  <a:pt x="3464662" y="613562"/>
                  <a:pt x="3466399" y="616397"/>
                </a:cubicBezTo>
                <a:cubicBezTo>
                  <a:pt x="3468136" y="619232"/>
                  <a:pt x="3469234" y="622249"/>
                  <a:pt x="3469782" y="625541"/>
                </a:cubicBezTo>
                <a:cubicBezTo>
                  <a:pt x="3470239" y="628741"/>
                  <a:pt x="3470148" y="632033"/>
                  <a:pt x="3469325" y="635234"/>
                </a:cubicBezTo>
                <a:cubicBezTo>
                  <a:pt x="3468502" y="638434"/>
                  <a:pt x="3467222" y="641360"/>
                  <a:pt x="3465210" y="644012"/>
                </a:cubicBezTo>
                <a:cubicBezTo>
                  <a:pt x="3463290" y="646664"/>
                  <a:pt x="3460913" y="648858"/>
                  <a:pt x="3458078" y="650596"/>
                </a:cubicBezTo>
                <a:lnTo>
                  <a:pt x="3453780" y="653156"/>
                </a:lnTo>
                <a:cubicBezTo>
                  <a:pt x="3450946" y="654893"/>
                  <a:pt x="3447928" y="655991"/>
                  <a:pt x="3444636" y="656539"/>
                </a:cubicBezTo>
                <a:cubicBezTo>
                  <a:pt x="3441436" y="656996"/>
                  <a:pt x="3438144" y="656905"/>
                  <a:pt x="3434944" y="656082"/>
                </a:cubicBezTo>
                <a:cubicBezTo>
                  <a:pt x="3431743" y="655350"/>
                  <a:pt x="3428817" y="653979"/>
                  <a:pt x="3426165" y="652059"/>
                </a:cubicBezTo>
                <a:cubicBezTo>
                  <a:pt x="3423422" y="650047"/>
                  <a:pt x="3421228" y="647670"/>
                  <a:pt x="3419582" y="644835"/>
                </a:cubicBezTo>
                <a:cubicBezTo>
                  <a:pt x="3417844" y="642000"/>
                  <a:pt x="3416747" y="638983"/>
                  <a:pt x="3416198" y="635691"/>
                </a:cubicBezTo>
                <a:cubicBezTo>
                  <a:pt x="3415650" y="632490"/>
                  <a:pt x="3415833" y="629199"/>
                  <a:pt x="3416656" y="625998"/>
                </a:cubicBezTo>
                <a:cubicBezTo>
                  <a:pt x="3417387" y="622798"/>
                  <a:pt x="3418759" y="619872"/>
                  <a:pt x="3420679" y="617220"/>
                </a:cubicBezTo>
                <a:cubicBezTo>
                  <a:pt x="3422691" y="614568"/>
                  <a:pt x="3425068" y="612374"/>
                  <a:pt x="3427903" y="610636"/>
                </a:cubicBezTo>
              </a:path>
              <a:path w="3887754" h="1096183">
                <a:moveTo>
                  <a:pt x="3436407" y="605424"/>
                </a:moveTo>
                <a:lnTo>
                  <a:pt x="3440613" y="602864"/>
                </a:lnTo>
                <a:cubicBezTo>
                  <a:pt x="3443448" y="601127"/>
                  <a:pt x="3446556" y="600029"/>
                  <a:pt x="3449757" y="599572"/>
                </a:cubicBezTo>
                <a:cubicBezTo>
                  <a:pt x="3453049" y="599023"/>
                  <a:pt x="3456341" y="599115"/>
                  <a:pt x="3459541" y="599938"/>
                </a:cubicBezTo>
                <a:cubicBezTo>
                  <a:pt x="3462741" y="600761"/>
                  <a:pt x="3465667" y="602041"/>
                  <a:pt x="3468319" y="604053"/>
                </a:cubicBezTo>
                <a:cubicBezTo>
                  <a:pt x="3470971" y="605973"/>
                  <a:pt x="3473166" y="608350"/>
                  <a:pt x="3474903" y="611185"/>
                </a:cubicBezTo>
                <a:cubicBezTo>
                  <a:pt x="3476640" y="614020"/>
                  <a:pt x="3477738" y="617037"/>
                  <a:pt x="3478286" y="620329"/>
                </a:cubicBezTo>
                <a:cubicBezTo>
                  <a:pt x="3478743" y="623621"/>
                  <a:pt x="3478652" y="626821"/>
                  <a:pt x="3477829" y="630022"/>
                </a:cubicBezTo>
                <a:cubicBezTo>
                  <a:pt x="3477097" y="633222"/>
                  <a:pt x="3475726" y="636148"/>
                  <a:pt x="3473714" y="638800"/>
                </a:cubicBezTo>
                <a:cubicBezTo>
                  <a:pt x="3471794" y="641543"/>
                  <a:pt x="3469416" y="643738"/>
                  <a:pt x="3466582" y="645384"/>
                </a:cubicBezTo>
                <a:lnTo>
                  <a:pt x="3462284" y="648035"/>
                </a:lnTo>
                <a:cubicBezTo>
                  <a:pt x="3459541" y="649681"/>
                  <a:pt x="3456432" y="650870"/>
                  <a:pt x="3453232" y="651327"/>
                </a:cubicBezTo>
                <a:cubicBezTo>
                  <a:pt x="3449940" y="651876"/>
                  <a:pt x="3446648" y="651693"/>
                  <a:pt x="3443448" y="650961"/>
                </a:cubicBezTo>
                <a:cubicBezTo>
                  <a:pt x="3440247" y="650138"/>
                  <a:pt x="3437321" y="648767"/>
                  <a:pt x="3434669" y="646847"/>
                </a:cubicBezTo>
                <a:cubicBezTo>
                  <a:pt x="3432018" y="644926"/>
                  <a:pt x="3429823" y="642457"/>
                  <a:pt x="3428086" y="639714"/>
                </a:cubicBezTo>
                <a:cubicBezTo>
                  <a:pt x="3426348" y="636880"/>
                  <a:pt x="3425251" y="633771"/>
                  <a:pt x="3424702" y="630570"/>
                </a:cubicBezTo>
                <a:cubicBezTo>
                  <a:pt x="3424245" y="627278"/>
                  <a:pt x="3424337" y="624078"/>
                  <a:pt x="3425160" y="620878"/>
                </a:cubicBezTo>
                <a:cubicBezTo>
                  <a:pt x="3425891" y="617677"/>
                  <a:pt x="3427263" y="614660"/>
                  <a:pt x="3429274" y="612008"/>
                </a:cubicBezTo>
                <a:cubicBezTo>
                  <a:pt x="3431195" y="609356"/>
                  <a:pt x="3433572" y="607162"/>
                  <a:pt x="3436407" y="605424"/>
                </a:cubicBezTo>
              </a:path>
              <a:path w="3887754" h="1096183">
                <a:moveTo>
                  <a:pt x="3444911" y="600304"/>
                </a:moveTo>
                <a:lnTo>
                  <a:pt x="3449208" y="597652"/>
                </a:lnTo>
                <a:cubicBezTo>
                  <a:pt x="3452043" y="596006"/>
                  <a:pt x="3455060" y="594817"/>
                  <a:pt x="3458352" y="594360"/>
                </a:cubicBezTo>
                <a:cubicBezTo>
                  <a:pt x="3461553" y="593811"/>
                  <a:pt x="3464844" y="593994"/>
                  <a:pt x="3468045" y="594726"/>
                </a:cubicBezTo>
                <a:cubicBezTo>
                  <a:pt x="3471245" y="595549"/>
                  <a:pt x="3474171" y="596920"/>
                  <a:pt x="3476823" y="598841"/>
                </a:cubicBezTo>
                <a:cubicBezTo>
                  <a:pt x="3479566" y="600761"/>
                  <a:pt x="3481761" y="603230"/>
                  <a:pt x="3483407" y="605973"/>
                </a:cubicBezTo>
                <a:cubicBezTo>
                  <a:pt x="3485144" y="608808"/>
                  <a:pt x="3486241" y="611916"/>
                  <a:pt x="3486790" y="615117"/>
                </a:cubicBezTo>
                <a:cubicBezTo>
                  <a:pt x="3487247" y="618409"/>
                  <a:pt x="3487156" y="621609"/>
                  <a:pt x="3486333" y="624810"/>
                </a:cubicBezTo>
                <a:cubicBezTo>
                  <a:pt x="3485601" y="628010"/>
                  <a:pt x="3484230" y="631027"/>
                  <a:pt x="3482310" y="633679"/>
                </a:cubicBezTo>
                <a:cubicBezTo>
                  <a:pt x="3480298" y="636331"/>
                  <a:pt x="3477920" y="638526"/>
                  <a:pt x="3475086" y="640263"/>
                </a:cubicBezTo>
                <a:lnTo>
                  <a:pt x="3470880" y="642823"/>
                </a:lnTo>
                <a:cubicBezTo>
                  <a:pt x="3468045" y="644561"/>
                  <a:pt x="3464936" y="645658"/>
                  <a:pt x="3461736" y="646115"/>
                </a:cubicBezTo>
                <a:cubicBezTo>
                  <a:pt x="3458444" y="646664"/>
                  <a:pt x="3455243" y="646572"/>
                  <a:pt x="3451951" y="645749"/>
                </a:cubicBezTo>
                <a:cubicBezTo>
                  <a:pt x="3448751" y="644926"/>
                  <a:pt x="3445825" y="643646"/>
                  <a:pt x="3443173" y="641634"/>
                </a:cubicBezTo>
                <a:cubicBezTo>
                  <a:pt x="3440521" y="639714"/>
                  <a:pt x="3438327" y="637337"/>
                  <a:pt x="3436590" y="634502"/>
                </a:cubicBezTo>
                <a:cubicBezTo>
                  <a:pt x="3434852" y="631668"/>
                  <a:pt x="3433755" y="628650"/>
                  <a:pt x="3433206" y="625358"/>
                </a:cubicBezTo>
                <a:cubicBezTo>
                  <a:pt x="3432749" y="622066"/>
                  <a:pt x="3432840" y="618866"/>
                  <a:pt x="3433663" y="615666"/>
                </a:cubicBezTo>
                <a:cubicBezTo>
                  <a:pt x="3434395" y="612465"/>
                  <a:pt x="3435767" y="609539"/>
                  <a:pt x="3437778" y="606887"/>
                </a:cubicBezTo>
                <a:cubicBezTo>
                  <a:pt x="3439698" y="604144"/>
                  <a:pt x="3442076" y="601950"/>
                  <a:pt x="3444911" y="600304"/>
                </a:cubicBezTo>
              </a:path>
              <a:path w="3887754" h="1096183">
                <a:moveTo>
                  <a:pt x="3453414" y="595092"/>
                </a:moveTo>
                <a:lnTo>
                  <a:pt x="3457712" y="592531"/>
                </a:lnTo>
                <a:cubicBezTo>
                  <a:pt x="3460547" y="590794"/>
                  <a:pt x="3463564" y="589697"/>
                  <a:pt x="3466856" y="589148"/>
                </a:cubicBezTo>
                <a:cubicBezTo>
                  <a:pt x="3470057" y="588691"/>
                  <a:pt x="3473348" y="588782"/>
                  <a:pt x="3476549" y="589605"/>
                </a:cubicBezTo>
                <a:cubicBezTo>
                  <a:pt x="3479749" y="590337"/>
                  <a:pt x="3482675" y="591708"/>
                  <a:pt x="3485418" y="593628"/>
                </a:cubicBezTo>
                <a:cubicBezTo>
                  <a:pt x="3488070" y="595640"/>
                  <a:pt x="3490265" y="598018"/>
                  <a:pt x="3492002" y="600852"/>
                </a:cubicBezTo>
                <a:cubicBezTo>
                  <a:pt x="3493648" y="603687"/>
                  <a:pt x="3494837" y="606704"/>
                  <a:pt x="3495294" y="609996"/>
                </a:cubicBezTo>
                <a:cubicBezTo>
                  <a:pt x="3495843" y="613197"/>
                  <a:pt x="3495660" y="616488"/>
                  <a:pt x="3494928" y="619689"/>
                </a:cubicBezTo>
                <a:cubicBezTo>
                  <a:pt x="3494105" y="622889"/>
                  <a:pt x="3492734" y="625815"/>
                  <a:pt x="3490813" y="628467"/>
                </a:cubicBezTo>
                <a:cubicBezTo>
                  <a:pt x="3488802" y="631119"/>
                  <a:pt x="3486424" y="633313"/>
                  <a:pt x="3483590" y="635051"/>
                </a:cubicBezTo>
                <a:lnTo>
                  <a:pt x="3479383" y="637611"/>
                </a:lnTo>
                <a:cubicBezTo>
                  <a:pt x="3476549" y="639348"/>
                  <a:pt x="3473531" y="640446"/>
                  <a:pt x="3470239" y="640994"/>
                </a:cubicBezTo>
                <a:cubicBezTo>
                  <a:pt x="3466948" y="641452"/>
                  <a:pt x="3463747" y="641360"/>
                  <a:pt x="3460547" y="640537"/>
                </a:cubicBezTo>
                <a:cubicBezTo>
                  <a:pt x="3457255" y="639806"/>
                  <a:pt x="3454329" y="638434"/>
                  <a:pt x="3451677" y="636514"/>
                </a:cubicBezTo>
                <a:cubicBezTo>
                  <a:pt x="3449025" y="634502"/>
                  <a:pt x="3446831" y="632125"/>
                  <a:pt x="3445093" y="629290"/>
                </a:cubicBezTo>
                <a:cubicBezTo>
                  <a:pt x="3443356" y="626455"/>
                  <a:pt x="3442259" y="623438"/>
                  <a:pt x="3441802" y="620146"/>
                </a:cubicBezTo>
                <a:cubicBezTo>
                  <a:pt x="3441253" y="616946"/>
                  <a:pt x="3441344" y="613654"/>
                  <a:pt x="3442167" y="610453"/>
                </a:cubicBezTo>
                <a:cubicBezTo>
                  <a:pt x="3442990" y="607253"/>
                  <a:pt x="3444362" y="604327"/>
                  <a:pt x="3446282" y="601675"/>
                </a:cubicBezTo>
                <a:cubicBezTo>
                  <a:pt x="3448202" y="599023"/>
                  <a:pt x="3450580" y="596829"/>
                  <a:pt x="3453414" y="595092"/>
                </a:cubicBezTo>
              </a:path>
              <a:path w="3887754" h="1096183">
                <a:moveTo>
                  <a:pt x="3461918" y="589879"/>
                </a:moveTo>
                <a:lnTo>
                  <a:pt x="3466216" y="587319"/>
                </a:lnTo>
                <a:cubicBezTo>
                  <a:pt x="3469051" y="585582"/>
                  <a:pt x="3472068" y="584484"/>
                  <a:pt x="3475360" y="584027"/>
                </a:cubicBezTo>
                <a:cubicBezTo>
                  <a:pt x="3478652" y="583479"/>
                  <a:pt x="3481852" y="583662"/>
                  <a:pt x="3485053" y="584393"/>
                </a:cubicBezTo>
                <a:cubicBezTo>
                  <a:pt x="3488253" y="585216"/>
                  <a:pt x="3491271" y="586588"/>
                  <a:pt x="3493922" y="588508"/>
                </a:cubicBezTo>
                <a:cubicBezTo>
                  <a:pt x="3496574" y="590428"/>
                  <a:pt x="3498769" y="592806"/>
                  <a:pt x="3500506" y="595640"/>
                </a:cubicBezTo>
                <a:cubicBezTo>
                  <a:pt x="3502243" y="598475"/>
                  <a:pt x="3503341" y="601492"/>
                  <a:pt x="3503798" y="604784"/>
                </a:cubicBezTo>
                <a:cubicBezTo>
                  <a:pt x="3504347" y="608076"/>
                  <a:pt x="3504164" y="611276"/>
                  <a:pt x="3503432" y="614477"/>
                </a:cubicBezTo>
                <a:cubicBezTo>
                  <a:pt x="3502609" y="617677"/>
                  <a:pt x="3501238" y="620603"/>
                  <a:pt x="3499317" y="623255"/>
                </a:cubicBezTo>
                <a:cubicBezTo>
                  <a:pt x="3497397" y="625998"/>
                  <a:pt x="3494928" y="628193"/>
                  <a:pt x="3492185" y="629839"/>
                </a:cubicBezTo>
                <a:lnTo>
                  <a:pt x="3487887" y="632490"/>
                </a:lnTo>
                <a:cubicBezTo>
                  <a:pt x="3485053" y="634136"/>
                  <a:pt x="3482035" y="635325"/>
                  <a:pt x="3478743" y="635782"/>
                </a:cubicBezTo>
                <a:cubicBezTo>
                  <a:pt x="3475452" y="636331"/>
                  <a:pt x="3472251" y="636148"/>
                  <a:pt x="3469051" y="635417"/>
                </a:cubicBezTo>
                <a:cubicBezTo>
                  <a:pt x="3465850" y="634594"/>
                  <a:pt x="3462833" y="633222"/>
                  <a:pt x="3460181" y="631302"/>
                </a:cubicBezTo>
                <a:cubicBezTo>
                  <a:pt x="3457529" y="629382"/>
                  <a:pt x="3455335" y="627004"/>
                  <a:pt x="3453597" y="624169"/>
                </a:cubicBezTo>
                <a:cubicBezTo>
                  <a:pt x="3451860" y="621335"/>
                  <a:pt x="3450763" y="618317"/>
                  <a:pt x="3450306" y="615025"/>
                </a:cubicBezTo>
                <a:cubicBezTo>
                  <a:pt x="3449757" y="611734"/>
                  <a:pt x="3449940" y="608533"/>
                  <a:pt x="3450671" y="605333"/>
                </a:cubicBezTo>
                <a:cubicBezTo>
                  <a:pt x="3451494" y="602132"/>
                  <a:pt x="3452866" y="599115"/>
                  <a:pt x="3454786" y="596463"/>
                </a:cubicBezTo>
                <a:cubicBezTo>
                  <a:pt x="3456706" y="593811"/>
                  <a:pt x="3459175" y="591617"/>
                  <a:pt x="3461918" y="589879"/>
                </a:cubicBezTo>
              </a:path>
              <a:path w="3887754" h="1096183">
                <a:moveTo>
                  <a:pt x="3470514" y="584759"/>
                </a:moveTo>
                <a:lnTo>
                  <a:pt x="3474720" y="582107"/>
                </a:lnTo>
                <a:cubicBezTo>
                  <a:pt x="3477555" y="580461"/>
                  <a:pt x="3480572" y="579272"/>
                  <a:pt x="3483864" y="578815"/>
                </a:cubicBezTo>
                <a:cubicBezTo>
                  <a:pt x="3487156" y="578267"/>
                  <a:pt x="3490356" y="578449"/>
                  <a:pt x="3493557" y="579181"/>
                </a:cubicBezTo>
                <a:cubicBezTo>
                  <a:pt x="3496848" y="580004"/>
                  <a:pt x="3499775" y="581376"/>
                  <a:pt x="3502426" y="583296"/>
                </a:cubicBezTo>
                <a:cubicBezTo>
                  <a:pt x="3505078" y="585307"/>
                  <a:pt x="3507273" y="587685"/>
                  <a:pt x="3509010" y="590428"/>
                </a:cubicBezTo>
                <a:cubicBezTo>
                  <a:pt x="3510747" y="593263"/>
                  <a:pt x="3511845" y="596372"/>
                  <a:pt x="3512302" y="599572"/>
                </a:cubicBezTo>
                <a:cubicBezTo>
                  <a:pt x="3512850" y="602864"/>
                  <a:pt x="3512759" y="606064"/>
                  <a:pt x="3511936" y="609265"/>
                </a:cubicBezTo>
                <a:cubicBezTo>
                  <a:pt x="3511113" y="612557"/>
                  <a:pt x="3509742" y="615483"/>
                  <a:pt x="3507821" y="618134"/>
                </a:cubicBezTo>
                <a:cubicBezTo>
                  <a:pt x="3505901" y="620786"/>
                  <a:pt x="3503524" y="622981"/>
                  <a:pt x="3500689" y="624718"/>
                </a:cubicBezTo>
                <a:lnTo>
                  <a:pt x="3496391" y="627278"/>
                </a:lnTo>
                <a:cubicBezTo>
                  <a:pt x="3493557" y="629016"/>
                  <a:pt x="3490539" y="630113"/>
                  <a:pt x="3487247" y="630662"/>
                </a:cubicBezTo>
                <a:cubicBezTo>
                  <a:pt x="3483955" y="631119"/>
                  <a:pt x="3480755" y="631027"/>
                  <a:pt x="3477555" y="630204"/>
                </a:cubicBezTo>
                <a:cubicBezTo>
                  <a:pt x="3474354" y="629473"/>
                  <a:pt x="3471428" y="628101"/>
                  <a:pt x="3468685" y="626090"/>
                </a:cubicBezTo>
                <a:cubicBezTo>
                  <a:pt x="3466033" y="624169"/>
                  <a:pt x="3463839" y="621792"/>
                  <a:pt x="3462101" y="618957"/>
                </a:cubicBezTo>
                <a:cubicBezTo>
                  <a:pt x="3460455" y="616123"/>
                  <a:pt x="3459267" y="613105"/>
                  <a:pt x="3458809" y="609813"/>
                </a:cubicBezTo>
                <a:cubicBezTo>
                  <a:pt x="3458261" y="606522"/>
                  <a:pt x="3458444" y="603321"/>
                  <a:pt x="3459175" y="600121"/>
                </a:cubicBezTo>
                <a:cubicBezTo>
                  <a:pt x="3459998" y="596920"/>
                  <a:pt x="3461370" y="593994"/>
                  <a:pt x="3463290" y="591342"/>
                </a:cubicBezTo>
                <a:cubicBezTo>
                  <a:pt x="3465302" y="588599"/>
                  <a:pt x="3467679" y="586405"/>
                  <a:pt x="3470514" y="584759"/>
                </a:cubicBezTo>
              </a:path>
              <a:path w="3887754" h="1096183">
                <a:moveTo>
                  <a:pt x="3479018" y="579547"/>
                </a:moveTo>
                <a:lnTo>
                  <a:pt x="3483224" y="576986"/>
                </a:lnTo>
                <a:cubicBezTo>
                  <a:pt x="3486059" y="575249"/>
                  <a:pt x="3489168" y="574152"/>
                  <a:pt x="3492368" y="573603"/>
                </a:cubicBezTo>
                <a:cubicBezTo>
                  <a:pt x="3495660" y="573146"/>
                  <a:pt x="3498860" y="573237"/>
                  <a:pt x="3502152" y="574060"/>
                </a:cubicBezTo>
                <a:cubicBezTo>
                  <a:pt x="3505352" y="574792"/>
                  <a:pt x="3508278" y="576163"/>
                  <a:pt x="3510930" y="578175"/>
                </a:cubicBezTo>
                <a:cubicBezTo>
                  <a:pt x="3513582" y="580095"/>
                  <a:pt x="3515777" y="582473"/>
                  <a:pt x="3517514" y="585307"/>
                </a:cubicBezTo>
                <a:cubicBezTo>
                  <a:pt x="3519251" y="588142"/>
                  <a:pt x="3520349" y="591160"/>
                  <a:pt x="3520897" y="594451"/>
                </a:cubicBezTo>
                <a:cubicBezTo>
                  <a:pt x="3521354" y="597652"/>
                  <a:pt x="3521263" y="600944"/>
                  <a:pt x="3520440" y="604144"/>
                </a:cubicBezTo>
                <a:cubicBezTo>
                  <a:pt x="3519708" y="607344"/>
                  <a:pt x="3518337" y="610271"/>
                  <a:pt x="3516325" y="612922"/>
                </a:cubicBezTo>
                <a:cubicBezTo>
                  <a:pt x="3514405" y="615574"/>
                  <a:pt x="3512028" y="617769"/>
                  <a:pt x="3509193" y="619506"/>
                </a:cubicBezTo>
                <a:lnTo>
                  <a:pt x="3504895" y="622066"/>
                </a:lnTo>
                <a:cubicBezTo>
                  <a:pt x="3502061" y="623804"/>
                  <a:pt x="3499043" y="624901"/>
                  <a:pt x="3495751" y="625450"/>
                </a:cubicBezTo>
                <a:cubicBezTo>
                  <a:pt x="3492551" y="625907"/>
                  <a:pt x="3489259" y="625815"/>
                  <a:pt x="3486059" y="624992"/>
                </a:cubicBezTo>
                <a:cubicBezTo>
                  <a:pt x="3482858" y="624261"/>
                  <a:pt x="3479932" y="622889"/>
                  <a:pt x="3477280" y="620969"/>
                </a:cubicBezTo>
                <a:cubicBezTo>
                  <a:pt x="3474537" y="618957"/>
                  <a:pt x="3472343" y="616580"/>
                  <a:pt x="3470697" y="613745"/>
                </a:cubicBezTo>
                <a:cubicBezTo>
                  <a:pt x="3468959" y="611002"/>
                  <a:pt x="3467862" y="607893"/>
                  <a:pt x="3467313" y="604693"/>
                </a:cubicBezTo>
                <a:cubicBezTo>
                  <a:pt x="3466856" y="601401"/>
                  <a:pt x="3466948" y="598109"/>
                  <a:pt x="3467771" y="594909"/>
                </a:cubicBezTo>
                <a:cubicBezTo>
                  <a:pt x="3468502" y="591708"/>
                  <a:pt x="3469874" y="588782"/>
                  <a:pt x="3471794" y="586130"/>
                </a:cubicBezTo>
                <a:cubicBezTo>
                  <a:pt x="3473806" y="583479"/>
                  <a:pt x="3476183" y="581284"/>
                  <a:pt x="3479018" y="579547"/>
                </a:cubicBezTo>
              </a:path>
              <a:path w="3887754" h="1096183">
                <a:moveTo>
                  <a:pt x="3487522" y="574335"/>
                </a:moveTo>
                <a:lnTo>
                  <a:pt x="3491819" y="571774"/>
                </a:lnTo>
                <a:cubicBezTo>
                  <a:pt x="3494562" y="570037"/>
                  <a:pt x="3497671" y="568940"/>
                  <a:pt x="3500872" y="568482"/>
                </a:cubicBezTo>
                <a:cubicBezTo>
                  <a:pt x="3504164" y="567934"/>
                  <a:pt x="3507456" y="568117"/>
                  <a:pt x="3510656" y="568848"/>
                </a:cubicBezTo>
                <a:cubicBezTo>
                  <a:pt x="3513856" y="569671"/>
                  <a:pt x="3516782" y="571043"/>
                  <a:pt x="3519434" y="572963"/>
                </a:cubicBezTo>
                <a:cubicBezTo>
                  <a:pt x="3522086" y="574883"/>
                  <a:pt x="3524280" y="577261"/>
                  <a:pt x="3526018" y="580095"/>
                </a:cubicBezTo>
                <a:cubicBezTo>
                  <a:pt x="3527755" y="582930"/>
                  <a:pt x="3528852" y="585948"/>
                  <a:pt x="3529401" y="589239"/>
                </a:cubicBezTo>
                <a:cubicBezTo>
                  <a:pt x="3529858" y="592531"/>
                  <a:pt x="3529767" y="595732"/>
                  <a:pt x="3528944" y="598932"/>
                </a:cubicBezTo>
                <a:cubicBezTo>
                  <a:pt x="3528212" y="602132"/>
                  <a:pt x="3526841" y="605058"/>
                  <a:pt x="3524829" y="607802"/>
                </a:cubicBezTo>
                <a:cubicBezTo>
                  <a:pt x="3522909" y="610453"/>
                  <a:pt x="3520531" y="612648"/>
                  <a:pt x="3517697" y="614294"/>
                </a:cubicBezTo>
                <a:lnTo>
                  <a:pt x="3513491" y="616946"/>
                </a:lnTo>
                <a:cubicBezTo>
                  <a:pt x="3510656" y="618683"/>
                  <a:pt x="3507547" y="619780"/>
                  <a:pt x="3504347" y="620238"/>
                </a:cubicBezTo>
                <a:cubicBezTo>
                  <a:pt x="3501055" y="620786"/>
                  <a:pt x="3497763" y="620603"/>
                  <a:pt x="3494562" y="619872"/>
                </a:cubicBezTo>
                <a:cubicBezTo>
                  <a:pt x="3491362" y="619049"/>
                  <a:pt x="3488436" y="617677"/>
                  <a:pt x="3485784" y="615757"/>
                </a:cubicBezTo>
                <a:cubicBezTo>
                  <a:pt x="3483132" y="613837"/>
                  <a:pt x="3480938" y="611459"/>
                  <a:pt x="3479201" y="608625"/>
                </a:cubicBezTo>
                <a:cubicBezTo>
                  <a:pt x="3477463" y="605790"/>
                  <a:pt x="3476366" y="602772"/>
                  <a:pt x="3475817" y="599481"/>
                </a:cubicBezTo>
                <a:cubicBezTo>
                  <a:pt x="3475360" y="596189"/>
                  <a:pt x="3475452" y="592988"/>
                  <a:pt x="3476274" y="589788"/>
                </a:cubicBezTo>
                <a:cubicBezTo>
                  <a:pt x="3477006" y="586588"/>
                  <a:pt x="3478378" y="583570"/>
                  <a:pt x="3480389" y="580918"/>
                </a:cubicBezTo>
                <a:cubicBezTo>
                  <a:pt x="3482310" y="578267"/>
                  <a:pt x="3484687" y="576072"/>
                  <a:pt x="3487522" y="574335"/>
                </a:cubicBezTo>
              </a:path>
              <a:path w="3887754" h="1096183">
                <a:moveTo>
                  <a:pt x="3496026" y="569214"/>
                </a:moveTo>
                <a:lnTo>
                  <a:pt x="3500323" y="566562"/>
                </a:lnTo>
                <a:cubicBezTo>
                  <a:pt x="3503158" y="564916"/>
                  <a:pt x="3506175" y="563819"/>
                  <a:pt x="3509467" y="563270"/>
                </a:cubicBezTo>
                <a:cubicBezTo>
                  <a:pt x="3512668" y="562722"/>
                  <a:pt x="3515959" y="562905"/>
                  <a:pt x="3519160" y="563636"/>
                </a:cubicBezTo>
                <a:cubicBezTo>
                  <a:pt x="3522360" y="564459"/>
                  <a:pt x="3525286" y="565831"/>
                  <a:pt x="3527938" y="567751"/>
                </a:cubicBezTo>
                <a:cubicBezTo>
                  <a:pt x="3530681" y="569763"/>
                  <a:pt x="3532876" y="572140"/>
                  <a:pt x="3534522" y="574883"/>
                </a:cubicBezTo>
                <a:cubicBezTo>
                  <a:pt x="3536259" y="577718"/>
                  <a:pt x="3537356" y="580827"/>
                  <a:pt x="3537905" y="584027"/>
                </a:cubicBezTo>
                <a:cubicBezTo>
                  <a:pt x="3538454" y="587319"/>
                  <a:pt x="3538271" y="590520"/>
                  <a:pt x="3537448" y="593720"/>
                </a:cubicBezTo>
                <a:cubicBezTo>
                  <a:pt x="3536716" y="597012"/>
                  <a:pt x="3535345" y="599938"/>
                  <a:pt x="3533424" y="602590"/>
                </a:cubicBezTo>
                <a:cubicBezTo>
                  <a:pt x="3531413" y="605241"/>
                  <a:pt x="3529035" y="607436"/>
                  <a:pt x="3526201" y="609173"/>
                </a:cubicBezTo>
                <a:lnTo>
                  <a:pt x="3521994" y="611734"/>
                </a:lnTo>
                <a:cubicBezTo>
                  <a:pt x="3519160" y="613471"/>
                  <a:pt x="3516051" y="614568"/>
                  <a:pt x="3512850" y="615117"/>
                </a:cubicBezTo>
                <a:cubicBezTo>
                  <a:pt x="3509559" y="615574"/>
                  <a:pt x="3506358" y="615483"/>
                  <a:pt x="3503066" y="614660"/>
                </a:cubicBezTo>
                <a:cubicBezTo>
                  <a:pt x="3499866" y="613928"/>
                  <a:pt x="3496940" y="612557"/>
                  <a:pt x="3494288" y="610545"/>
                </a:cubicBezTo>
                <a:cubicBezTo>
                  <a:pt x="3491636" y="608625"/>
                  <a:pt x="3489442" y="606247"/>
                  <a:pt x="3487704" y="603413"/>
                </a:cubicBezTo>
                <a:cubicBezTo>
                  <a:pt x="3485967" y="600578"/>
                  <a:pt x="3484870" y="597560"/>
                  <a:pt x="3484321" y="594269"/>
                </a:cubicBezTo>
                <a:cubicBezTo>
                  <a:pt x="3483864" y="591068"/>
                  <a:pt x="3483955" y="587776"/>
                  <a:pt x="3484778" y="584576"/>
                </a:cubicBezTo>
                <a:cubicBezTo>
                  <a:pt x="3485510" y="581376"/>
                  <a:pt x="3486882" y="578449"/>
                  <a:pt x="3488893" y="575798"/>
                </a:cubicBezTo>
                <a:cubicBezTo>
                  <a:pt x="3490813" y="573146"/>
                  <a:pt x="3493191" y="570951"/>
                  <a:pt x="3496026" y="569214"/>
                </a:cubicBezTo>
              </a:path>
              <a:path w="3887754" h="1096183">
                <a:moveTo>
                  <a:pt x="3504529" y="564002"/>
                </a:moveTo>
                <a:lnTo>
                  <a:pt x="3508827" y="561442"/>
                </a:lnTo>
                <a:cubicBezTo>
                  <a:pt x="3511662" y="559704"/>
                  <a:pt x="3514679" y="558607"/>
                  <a:pt x="3517971" y="558058"/>
                </a:cubicBezTo>
                <a:cubicBezTo>
                  <a:pt x="3521263" y="557601"/>
                  <a:pt x="3524463" y="557693"/>
                  <a:pt x="3527664" y="558516"/>
                </a:cubicBezTo>
                <a:cubicBezTo>
                  <a:pt x="3530864" y="559247"/>
                  <a:pt x="3533790" y="560619"/>
                  <a:pt x="3536533" y="562630"/>
                </a:cubicBezTo>
                <a:cubicBezTo>
                  <a:pt x="3539185" y="564551"/>
                  <a:pt x="3541380" y="566928"/>
                  <a:pt x="3543117" y="569763"/>
                </a:cubicBezTo>
                <a:cubicBezTo>
                  <a:pt x="3544763" y="572597"/>
                  <a:pt x="3545952" y="575615"/>
                  <a:pt x="3546409" y="578907"/>
                </a:cubicBezTo>
                <a:cubicBezTo>
                  <a:pt x="3546958" y="582107"/>
                  <a:pt x="3546775" y="585399"/>
                  <a:pt x="3546043" y="588599"/>
                </a:cubicBezTo>
                <a:cubicBezTo>
                  <a:pt x="3545220" y="591800"/>
                  <a:pt x="3543849" y="594726"/>
                  <a:pt x="3541928" y="597378"/>
                </a:cubicBezTo>
                <a:cubicBezTo>
                  <a:pt x="3539917" y="600029"/>
                  <a:pt x="3537539" y="602224"/>
                  <a:pt x="3534705" y="603961"/>
                </a:cubicBezTo>
                <a:lnTo>
                  <a:pt x="3530498" y="606522"/>
                </a:lnTo>
                <a:cubicBezTo>
                  <a:pt x="3527664" y="608259"/>
                  <a:pt x="3524646" y="609356"/>
                  <a:pt x="3521354" y="609905"/>
                </a:cubicBezTo>
                <a:cubicBezTo>
                  <a:pt x="3518063" y="610362"/>
                  <a:pt x="3514862" y="610271"/>
                  <a:pt x="3511662" y="609448"/>
                </a:cubicBezTo>
                <a:cubicBezTo>
                  <a:pt x="3508370" y="608716"/>
                  <a:pt x="3505444" y="607344"/>
                  <a:pt x="3502792" y="605424"/>
                </a:cubicBezTo>
                <a:cubicBezTo>
                  <a:pt x="3500140" y="603413"/>
                  <a:pt x="3497946" y="601035"/>
                  <a:pt x="3496208" y="598200"/>
                </a:cubicBezTo>
                <a:cubicBezTo>
                  <a:pt x="3494471" y="595457"/>
                  <a:pt x="3493374" y="592348"/>
                  <a:pt x="3492917" y="589148"/>
                </a:cubicBezTo>
                <a:cubicBezTo>
                  <a:pt x="3492368" y="585856"/>
                  <a:pt x="3492551" y="582656"/>
                  <a:pt x="3493282" y="579364"/>
                </a:cubicBezTo>
                <a:cubicBezTo>
                  <a:pt x="3494105" y="576163"/>
                  <a:pt x="3495477" y="573237"/>
                  <a:pt x="3497397" y="570586"/>
                </a:cubicBezTo>
                <a:cubicBezTo>
                  <a:pt x="3499317" y="567934"/>
                  <a:pt x="3501695" y="565739"/>
                  <a:pt x="3504529" y="564002"/>
                </a:cubicBezTo>
              </a:path>
              <a:path w="3887754" h="1096183">
                <a:moveTo>
                  <a:pt x="3513033" y="558790"/>
                </a:moveTo>
                <a:lnTo>
                  <a:pt x="3517331" y="556230"/>
                </a:lnTo>
                <a:cubicBezTo>
                  <a:pt x="3520166" y="554492"/>
                  <a:pt x="3523183" y="553395"/>
                  <a:pt x="3526475" y="552938"/>
                </a:cubicBezTo>
                <a:cubicBezTo>
                  <a:pt x="3529767" y="552389"/>
                  <a:pt x="3532967" y="552572"/>
                  <a:pt x="3536168" y="553303"/>
                </a:cubicBezTo>
                <a:cubicBezTo>
                  <a:pt x="3539368" y="554126"/>
                  <a:pt x="3542386" y="555498"/>
                  <a:pt x="3545037" y="557418"/>
                </a:cubicBezTo>
                <a:cubicBezTo>
                  <a:pt x="3547689" y="559338"/>
                  <a:pt x="3549884" y="561716"/>
                  <a:pt x="3551621" y="564551"/>
                </a:cubicBezTo>
                <a:cubicBezTo>
                  <a:pt x="3553358" y="567385"/>
                  <a:pt x="3554456" y="570403"/>
                  <a:pt x="3554913" y="573695"/>
                </a:cubicBezTo>
                <a:cubicBezTo>
                  <a:pt x="3555462" y="576986"/>
                  <a:pt x="3555279" y="580187"/>
                  <a:pt x="3554547" y="583387"/>
                </a:cubicBezTo>
                <a:cubicBezTo>
                  <a:pt x="3553724" y="586588"/>
                  <a:pt x="3552353" y="589514"/>
                  <a:pt x="3550432" y="592257"/>
                </a:cubicBezTo>
                <a:cubicBezTo>
                  <a:pt x="3548512" y="594909"/>
                  <a:pt x="3546135" y="597103"/>
                  <a:pt x="3543300" y="598749"/>
                </a:cubicBezTo>
                <a:lnTo>
                  <a:pt x="3539002" y="601401"/>
                </a:lnTo>
                <a:cubicBezTo>
                  <a:pt x="3536168" y="603138"/>
                  <a:pt x="3533150" y="604236"/>
                  <a:pt x="3529858" y="604693"/>
                </a:cubicBezTo>
                <a:cubicBezTo>
                  <a:pt x="3526566" y="605241"/>
                  <a:pt x="3523366" y="605058"/>
                  <a:pt x="3520166" y="604327"/>
                </a:cubicBezTo>
                <a:cubicBezTo>
                  <a:pt x="3516965" y="603504"/>
                  <a:pt x="3513948" y="602132"/>
                  <a:pt x="3511296" y="600212"/>
                </a:cubicBezTo>
                <a:cubicBezTo>
                  <a:pt x="3508644" y="598292"/>
                  <a:pt x="3506450" y="595914"/>
                  <a:pt x="3504712" y="593080"/>
                </a:cubicBezTo>
                <a:cubicBezTo>
                  <a:pt x="3503066" y="590245"/>
                  <a:pt x="3501878" y="587228"/>
                  <a:pt x="3501420" y="583936"/>
                </a:cubicBezTo>
                <a:cubicBezTo>
                  <a:pt x="3500872" y="580644"/>
                  <a:pt x="3501055" y="577444"/>
                  <a:pt x="3501786" y="574243"/>
                </a:cubicBezTo>
                <a:cubicBezTo>
                  <a:pt x="3502609" y="571043"/>
                  <a:pt x="3503981" y="568117"/>
                  <a:pt x="3505901" y="565374"/>
                </a:cubicBezTo>
                <a:cubicBezTo>
                  <a:pt x="3507821" y="562722"/>
                  <a:pt x="3510290" y="560527"/>
                  <a:pt x="3513033" y="558790"/>
                </a:cubicBezTo>
              </a:path>
              <a:path w="3887754" h="1096183">
                <a:moveTo>
                  <a:pt x="3521629" y="553669"/>
                </a:moveTo>
                <a:lnTo>
                  <a:pt x="3525835" y="551109"/>
                </a:lnTo>
                <a:cubicBezTo>
                  <a:pt x="3528670" y="549372"/>
                  <a:pt x="3531687" y="548274"/>
                  <a:pt x="3534979" y="547726"/>
                </a:cubicBezTo>
                <a:cubicBezTo>
                  <a:pt x="3538271" y="547177"/>
                  <a:pt x="3541471" y="547360"/>
                  <a:pt x="3544672" y="548091"/>
                </a:cubicBezTo>
                <a:cubicBezTo>
                  <a:pt x="3547963" y="548914"/>
                  <a:pt x="3550890" y="550286"/>
                  <a:pt x="3553541" y="552206"/>
                </a:cubicBezTo>
                <a:cubicBezTo>
                  <a:pt x="3556193" y="554218"/>
                  <a:pt x="3558388" y="556595"/>
                  <a:pt x="3560125" y="559430"/>
                </a:cubicBezTo>
                <a:cubicBezTo>
                  <a:pt x="3561862" y="562173"/>
                  <a:pt x="3562960" y="565282"/>
                  <a:pt x="3563508" y="568482"/>
                </a:cubicBezTo>
                <a:cubicBezTo>
                  <a:pt x="3563965" y="571774"/>
                  <a:pt x="3563874" y="574975"/>
                  <a:pt x="3563051" y="578267"/>
                </a:cubicBezTo>
                <a:cubicBezTo>
                  <a:pt x="3562228" y="581467"/>
                  <a:pt x="3560948" y="584393"/>
                  <a:pt x="3558936" y="587045"/>
                </a:cubicBezTo>
                <a:cubicBezTo>
                  <a:pt x="3557016" y="589697"/>
                  <a:pt x="3554639" y="591891"/>
                  <a:pt x="3551804" y="593628"/>
                </a:cubicBezTo>
                <a:lnTo>
                  <a:pt x="3547506" y="596189"/>
                </a:lnTo>
                <a:cubicBezTo>
                  <a:pt x="3544672" y="597926"/>
                  <a:pt x="3541654" y="599023"/>
                  <a:pt x="3538362" y="599572"/>
                </a:cubicBezTo>
                <a:cubicBezTo>
                  <a:pt x="3535162" y="600029"/>
                  <a:pt x="3531870" y="599938"/>
                  <a:pt x="3528670" y="599115"/>
                </a:cubicBezTo>
                <a:cubicBezTo>
                  <a:pt x="3525469" y="598383"/>
                  <a:pt x="3522543" y="597012"/>
                  <a:pt x="3519800" y="595000"/>
                </a:cubicBezTo>
                <a:cubicBezTo>
                  <a:pt x="3517148" y="593080"/>
                  <a:pt x="3514954" y="590702"/>
                  <a:pt x="3513308" y="587868"/>
                </a:cubicBezTo>
                <a:cubicBezTo>
                  <a:pt x="3511570" y="585033"/>
                  <a:pt x="3510473" y="582016"/>
                  <a:pt x="3509924" y="578724"/>
                </a:cubicBezTo>
                <a:cubicBezTo>
                  <a:pt x="3509376" y="575523"/>
                  <a:pt x="3509559" y="572232"/>
                  <a:pt x="3510290" y="569031"/>
                </a:cubicBezTo>
                <a:cubicBezTo>
                  <a:pt x="3511113" y="565831"/>
                  <a:pt x="3512485" y="562905"/>
                  <a:pt x="3514405" y="560253"/>
                </a:cubicBezTo>
                <a:cubicBezTo>
                  <a:pt x="3516417" y="557601"/>
                  <a:pt x="3518794" y="555407"/>
                  <a:pt x="3521629" y="553669"/>
                </a:cubicBezTo>
              </a:path>
              <a:path w="3887754" h="1096183">
                <a:moveTo>
                  <a:pt x="3530133" y="548457"/>
                </a:moveTo>
                <a:lnTo>
                  <a:pt x="3534339" y="545897"/>
                </a:lnTo>
                <a:cubicBezTo>
                  <a:pt x="3537174" y="544159"/>
                  <a:pt x="3540282" y="543062"/>
                  <a:pt x="3543483" y="542514"/>
                </a:cubicBezTo>
                <a:cubicBezTo>
                  <a:pt x="3546775" y="542056"/>
                  <a:pt x="3550067" y="542148"/>
                  <a:pt x="3553267" y="542971"/>
                </a:cubicBezTo>
                <a:cubicBezTo>
                  <a:pt x="3556467" y="543702"/>
                  <a:pt x="3559393" y="545074"/>
                  <a:pt x="3562045" y="547086"/>
                </a:cubicBezTo>
                <a:cubicBezTo>
                  <a:pt x="3564697" y="549006"/>
                  <a:pt x="3566892" y="551383"/>
                  <a:pt x="3568629" y="554218"/>
                </a:cubicBezTo>
                <a:cubicBezTo>
                  <a:pt x="3570366" y="557052"/>
                  <a:pt x="3571464" y="560070"/>
                  <a:pt x="3572012" y="563362"/>
                </a:cubicBezTo>
                <a:cubicBezTo>
                  <a:pt x="3572469" y="566562"/>
                  <a:pt x="3572378" y="569854"/>
                  <a:pt x="3571555" y="573054"/>
                </a:cubicBezTo>
                <a:cubicBezTo>
                  <a:pt x="3570823" y="576255"/>
                  <a:pt x="3569452" y="579181"/>
                  <a:pt x="3567440" y="581833"/>
                </a:cubicBezTo>
                <a:cubicBezTo>
                  <a:pt x="3565520" y="584484"/>
                  <a:pt x="3563142" y="586679"/>
                  <a:pt x="3560308" y="588416"/>
                </a:cubicBezTo>
                <a:lnTo>
                  <a:pt x="3556010" y="591068"/>
                </a:lnTo>
                <a:cubicBezTo>
                  <a:pt x="3553267" y="592714"/>
                  <a:pt x="3550158" y="593811"/>
                  <a:pt x="3546866" y="594360"/>
                </a:cubicBezTo>
                <a:cubicBezTo>
                  <a:pt x="3543666" y="594909"/>
                  <a:pt x="3540374" y="594726"/>
                  <a:pt x="3537174" y="593994"/>
                </a:cubicBezTo>
                <a:cubicBezTo>
                  <a:pt x="3533973" y="593171"/>
                  <a:pt x="3531047" y="591800"/>
                  <a:pt x="3528395" y="589879"/>
                </a:cubicBezTo>
                <a:cubicBezTo>
                  <a:pt x="3525652" y="587868"/>
                  <a:pt x="3523458" y="585490"/>
                  <a:pt x="3521812" y="582656"/>
                </a:cubicBezTo>
                <a:cubicBezTo>
                  <a:pt x="3520074" y="579912"/>
                  <a:pt x="3518977" y="576804"/>
                  <a:pt x="3518428" y="573603"/>
                </a:cubicBezTo>
                <a:cubicBezTo>
                  <a:pt x="3517971" y="570311"/>
                  <a:pt x="3518063" y="567111"/>
                  <a:pt x="3518886" y="563819"/>
                </a:cubicBezTo>
                <a:cubicBezTo>
                  <a:pt x="3519617" y="560619"/>
                  <a:pt x="3520989" y="557693"/>
                  <a:pt x="3522909" y="555041"/>
                </a:cubicBezTo>
                <a:cubicBezTo>
                  <a:pt x="3524921" y="552389"/>
                  <a:pt x="3527298" y="550194"/>
                  <a:pt x="3530133" y="548457"/>
                </a:cubicBezTo>
              </a:path>
              <a:path w="3887754" h="1096183">
                <a:moveTo>
                  <a:pt x="3538637" y="543336"/>
                </a:moveTo>
                <a:lnTo>
                  <a:pt x="3542934" y="540685"/>
                </a:lnTo>
                <a:cubicBezTo>
                  <a:pt x="3545677" y="538947"/>
                  <a:pt x="3548786" y="537850"/>
                  <a:pt x="3552078" y="537393"/>
                </a:cubicBezTo>
                <a:cubicBezTo>
                  <a:pt x="3555279" y="536844"/>
                  <a:pt x="3558570" y="537027"/>
                  <a:pt x="3561771" y="537759"/>
                </a:cubicBezTo>
                <a:cubicBezTo>
                  <a:pt x="3564971" y="538582"/>
                  <a:pt x="3567897" y="539953"/>
                  <a:pt x="3570549" y="541873"/>
                </a:cubicBezTo>
                <a:cubicBezTo>
                  <a:pt x="3573292" y="543794"/>
                  <a:pt x="3575487" y="546171"/>
                  <a:pt x="3577133" y="549006"/>
                </a:cubicBezTo>
                <a:cubicBezTo>
                  <a:pt x="3578870" y="551840"/>
                  <a:pt x="3579967" y="554858"/>
                  <a:pt x="3580516" y="558150"/>
                </a:cubicBezTo>
                <a:cubicBezTo>
                  <a:pt x="3580973" y="561442"/>
                  <a:pt x="3580882" y="564642"/>
                  <a:pt x="3580059" y="567842"/>
                </a:cubicBezTo>
                <a:cubicBezTo>
                  <a:pt x="3579327" y="571043"/>
                  <a:pt x="3577956" y="573969"/>
                  <a:pt x="3576036" y="576712"/>
                </a:cubicBezTo>
                <a:cubicBezTo>
                  <a:pt x="3574024" y="579364"/>
                  <a:pt x="3571646" y="581558"/>
                  <a:pt x="3568812" y="583296"/>
                </a:cubicBezTo>
                <a:lnTo>
                  <a:pt x="3564606" y="585856"/>
                </a:lnTo>
                <a:cubicBezTo>
                  <a:pt x="3561771" y="587593"/>
                  <a:pt x="3558662" y="588691"/>
                  <a:pt x="3555462" y="589148"/>
                </a:cubicBezTo>
                <a:cubicBezTo>
                  <a:pt x="3552170" y="589697"/>
                  <a:pt x="3548969" y="589514"/>
                  <a:pt x="3545677" y="588782"/>
                </a:cubicBezTo>
                <a:cubicBezTo>
                  <a:pt x="3542477" y="587959"/>
                  <a:pt x="3539551" y="586588"/>
                  <a:pt x="3536899" y="584667"/>
                </a:cubicBezTo>
                <a:cubicBezTo>
                  <a:pt x="3534247" y="582747"/>
                  <a:pt x="3532053" y="580370"/>
                  <a:pt x="3530316" y="577535"/>
                </a:cubicBezTo>
                <a:cubicBezTo>
                  <a:pt x="3528578" y="574700"/>
                  <a:pt x="3527481" y="571683"/>
                  <a:pt x="3526932" y="568391"/>
                </a:cubicBezTo>
                <a:cubicBezTo>
                  <a:pt x="3526475" y="565099"/>
                  <a:pt x="3526566" y="561899"/>
                  <a:pt x="3527389" y="558698"/>
                </a:cubicBezTo>
                <a:cubicBezTo>
                  <a:pt x="3528121" y="555498"/>
                  <a:pt x="3529493" y="552572"/>
                  <a:pt x="3531504" y="549829"/>
                </a:cubicBezTo>
                <a:cubicBezTo>
                  <a:pt x="3533424" y="547177"/>
                  <a:pt x="3535802" y="544982"/>
                  <a:pt x="3538637" y="543336"/>
                </a:cubicBezTo>
              </a:path>
              <a:path w="3887754" h="1096183">
                <a:moveTo>
                  <a:pt x="3547140" y="538124"/>
                </a:moveTo>
                <a:lnTo>
                  <a:pt x="3551438" y="535564"/>
                </a:lnTo>
                <a:cubicBezTo>
                  <a:pt x="3554273" y="533827"/>
                  <a:pt x="3557290" y="532729"/>
                  <a:pt x="3560582" y="532181"/>
                </a:cubicBezTo>
                <a:cubicBezTo>
                  <a:pt x="3563783" y="531724"/>
                  <a:pt x="3567074" y="531815"/>
                  <a:pt x="3570275" y="532638"/>
                </a:cubicBezTo>
                <a:cubicBezTo>
                  <a:pt x="3573475" y="533370"/>
                  <a:pt x="3576401" y="534741"/>
                  <a:pt x="3579144" y="536661"/>
                </a:cubicBezTo>
                <a:cubicBezTo>
                  <a:pt x="3581796" y="538673"/>
                  <a:pt x="3583991" y="541050"/>
                  <a:pt x="3585728" y="543885"/>
                </a:cubicBezTo>
                <a:cubicBezTo>
                  <a:pt x="3587374" y="546628"/>
                  <a:pt x="3588563" y="549737"/>
                  <a:pt x="3589020" y="552938"/>
                </a:cubicBezTo>
                <a:cubicBezTo>
                  <a:pt x="3589569" y="556230"/>
                  <a:pt x="3589386" y="559521"/>
                  <a:pt x="3588654" y="562722"/>
                </a:cubicBezTo>
                <a:cubicBezTo>
                  <a:pt x="3587831" y="565922"/>
                  <a:pt x="3586460" y="568848"/>
                  <a:pt x="3584539" y="571500"/>
                </a:cubicBezTo>
                <a:cubicBezTo>
                  <a:pt x="3582528" y="574152"/>
                  <a:pt x="3580150" y="576346"/>
                  <a:pt x="3577316" y="578084"/>
                </a:cubicBezTo>
                <a:lnTo>
                  <a:pt x="3573109" y="580644"/>
                </a:lnTo>
                <a:cubicBezTo>
                  <a:pt x="3570275" y="582381"/>
                  <a:pt x="3567257" y="583479"/>
                  <a:pt x="3563965" y="584027"/>
                </a:cubicBezTo>
                <a:cubicBezTo>
                  <a:pt x="3560674" y="584484"/>
                  <a:pt x="3557473" y="584393"/>
                  <a:pt x="3554273" y="583570"/>
                </a:cubicBezTo>
                <a:cubicBezTo>
                  <a:pt x="3550981" y="582839"/>
                  <a:pt x="3548055" y="581467"/>
                  <a:pt x="3545403" y="579455"/>
                </a:cubicBezTo>
                <a:cubicBezTo>
                  <a:pt x="3542751" y="577535"/>
                  <a:pt x="3540557" y="575158"/>
                  <a:pt x="3538819" y="572323"/>
                </a:cubicBezTo>
                <a:cubicBezTo>
                  <a:pt x="3537082" y="569488"/>
                  <a:pt x="3535985" y="566471"/>
                  <a:pt x="3535528" y="563179"/>
                </a:cubicBezTo>
                <a:cubicBezTo>
                  <a:pt x="3534979" y="559979"/>
                  <a:pt x="3535070" y="556687"/>
                  <a:pt x="3535893" y="553486"/>
                </a:cubicBezTo>
                <a:cubicBezTo>
                  <a:pt x="3536716" y="550286"/>
                  <a:pt x="3537996" y="547360"/>
                  <a:pt x="3540008" y="544708"/>
                </a:cubicBezTo>
                <a:cubicBezTo>
                  <a:pt x="3541928" y="542056"/>
                  <a:pt x="3544306" y="539862"/>
                  <a:pt x="3547140" y="538124"/>
                </a:cubicBezTo>
              </a:path>
              <a:path w="3887754" h="1096183">
                <a:moveTo>
                  <a:pt x="3555644" y="532912"/>
                </a:moveTo>
                <a:lnTo>
                  <a:pt x="3559942" y="530352"/>
                </a:lnTo>
                <a:cubicBezTo>
                  <a:pt x="3562777" y="528615"/>
                  <a:pt x="3565794" y="527517"/>
                  <a:pt x="3569086" y="526969"/>
                </a:cubicBezTo>
                <a:cubicBezTo>
                  <a:pt x="3572378" y="526512"/>
                  <a:pt x="3575578" y="526603"/>
                  <a:pt x="3578779" y="527426"/>
                </a:cubicBezTo>
                <a:cubicBezTo>
                  <a:pt x="3581979" y="528157"/>
                  <a:pt x="3584997" y="529529"/>
                  <a:pt x="3587648" y="531541"/>
                </a:cubicBezTo>
                <a:cubicBezTo>
                  <a:pt x="3590300" y="533461"/>
                  <a:pt x="3592495" y="535838"/>
                  <a:pt x="3594232" y="538673"/>
                </a:cubicBezTo>
                <a:cubicBezTo>
                  <a:pt x="3595878" y="541508"/>
                  <a:pt x="3597067" y="544525"/>
                  <a:pt x="3597524" y="547817"/>
                </a:cubicBezTo>
                <a:cubicBezTo>
                  <a:pt x="3598073" y="551017"/>
                  <a:pt x="3597890" y="554309"/>
                  <a:pt x="3597158" y="557510"/>
                </a:cubicBezTo>
                <a:cubicBezTo>
                  <a:pt x="3596335" y="560710"/>
                  <a:pt x="3594964" y="563636"/>
                  <a:pt x="3593043" y="566288"/>
                </a:cubicBezTo>
                <a:cubicBezTo>
                  <a:pt x="3591123" y="568940"/>
                  <a:pt x="3588654" y="571134"/>
                  <a:pt x="3585911" y="572872"/>
                </a:cubicBezTo>
                <a:lnTo>
                  <a:pt x="3581613" y="575523"/>
                </a:lnTo>
                <a:cubicBezTo>
                  <a:pt x="3578779" y="577169"/>
                  <a:pt x="3575761" y="578267"/>
                  <a:pt x="3572469" y="578815"/>
                </a:cubicBezTo>
                <a:cubicBezTo>
                  <a:pt x="3569178" y="579364"/>
                  <a:pt x="3565977" y="579181"/>
                  <a:pt x="3562777" y="578449"/>
                </a:cubicBezTo>
                <a:cubicBezTo>
                  <a:pt x="3559576" y="577626"/>
                  <a:pt x="3556559" y="576255"/>
                  <a:pt x="3553907" y="574335"/>
                </a:cubicBezTo>
                <a:cubicBezTo>
                  <a:pt x="3551255" y="572323"/>
                  <a:pt x="3549061" y="569946"/>
                  <a:pt x="3547323" y="567202"/>
                </a:cubicBezTo>
                <a:cubicBezTo>
                  <a:pt x="3545586" y="564368"/>
                  <a:pt x="3544489" y="561259"/>
                  <a:pt x="3544032" y="558058"/>
                </a:cubicBezTo>
                <a:cubicBezTo>
                  <a:pt x="3543483" y="554766"/>
                  <a:pt x="3543666" y="551566"/>
                  <a:pt x="3544397" y="548366"/>
                </a:cubicBezTo>
                <a:cubicBezTo>
                  <a:pt x="3545220" y="545074"/>
                  <a:pt x="3546592" y="542148"/>
                  <a:pt x="3548512" y="539496"/>
                </a:cubicBezTo>
                <a:cubicBezTo>
                  <a:pt x="3550432" y="536844"/>
                  <a:pt x="3552810" y="534650"/>
                  <a:pt x="3555644" y="532912"/>
                </a:cubicBezTo>
              </a:path>
              <a:path w="3887754" h="1096183">
                <a:moveTo>
                  <a:pt x="3564240" y="527792"/>
                </a:moveTo>
                <a:lnTo>
                  <a:pt x="3568446" y="525140"/>
                </a:lnTo>
                <a:cubicBezTo>
                  <a:pt x="3571281" y="523403"/>
                  <a:pt x="3574298" y="522305"/>
                  <a:pt x="3577590" y="521848"/>
                </a:cubicBezTo>
                <a:cubicBezTo>
                  <a:pt x="3580882" y="521299"/>
                  <a:pt x="3584082" y="521482"/>
                  <a:pt x="3587283" y="522214"/>
                </a:cubicBezTo>
                <a:cubicBezTo>
                  <a:pt x="3590574" y="523037"/>
                  <a:pt x="3593501" y="524408"/>
                  <a:pt x="3596152" y="526329"/>
                </a:cubicBezTo>
                <a:cubicBezTo>
                  <a:pt x="3598804" y="528249"/>
                  <a:pt x="3600999" y="530626"/>
                  <a:pt x="3602736" y="533461"/>
                </a:cubicBezTo>
                <a:cubicBezTo>
                  <a:pt x="3604473" y="536296"/>
                  <a:pt x="3605571" y="539313"/>
                  <a:pt x="3606028" y="542605"/>
                </a:cubicBezTo>
                <a:cubicBezTo>
                  <a:pt x="3606576" y="545897"/>
                  <a:pt x="3606394" y="549097"/>
                  <a:pt x="3605662" y="552298"/>
                </a:cubicBezTo>
                <a:cubicBezTo>
                  <a:pt x="3604839" y="555498"/>
                  <a:pt x="3603468" y="558516"/>
                  <a:pt x="3601547" y="561167"/>
                </a:cubicBezTo>
                <a:cubicBezTo>
                  <a:pt x="3599627" y="563819"/>
                  <a:pt x="3597250" y="566014"/>
                  <a:pt x="3594415" y="567751"/>
                </a:cubicBezTo>
                <a:lnTo>
                  <a:pt x="3590117" y="570311"/>
                </a:lnTo>
                <a:cubicBezTo>
                  <a:pt x="3587283" y="572049"/>
                  <a:pt x="3584265" y="573146"/>
                  <a:pt x="3580973" y="573603"/>
                </a:cubicBezTo>
                <a:cubicBezTo>
                  <a:pt x="3577681" y="574152"/>
                  <a:pt x="3574481" y="573969"/>
                  <a:pt x="3571281" y="573237"/>
                </a:cubicBezTo>
                <a:cubicBezTo>
                  <a:pt x="3568080" y="572414"/>
                  <a:pt x="3565154" y="571043"/>
                  <a:pt x="3562411" y="569123"/>
                </a:cubicBezTo>
                <a:cubicBezTo>
                  <a:pt x="3559759" y="567202"/>
                  <a:pt x="3557565" y="564825"/>
                  <a:pt x="3555827" y="561990"/>
                </a:cubicBezTo>
                <a:cubicBezTo>
                  <a:pt x="3554181" y="559156"/>
                  <a:pt x="3552993" y="556138"/>
                  <a:pt x="3552535" y="552846"/>
                </a:cubicBezTo>
                <a:cubicBezTo>
                  <a:pt x="3551987" y="549554"/>
                  <a:pt x="3552170" y="546354"/>
                  <a:pt x="3552901" y="543154"/>
                </a:cubicBezTo>
                <a:cubicBezTo>
                  <a:pt x="3553724" y="539953"/>
                  <a:pt x="3555096" y="537027"/>
                  <a:pt x="3557016" y="534284"/>
                </a:cubicBezTo>
                <a:cubicBezTo>
                  <a:pt x="3559028" y="531632"/>
                  <a:pt x="3561405" y="529438"/>
                  <a:pt x="3564240" y="527792"/>
                </a:cubicBezTo>
              </a:path>
              <a:path w="3887754" h="1096183">
                <a:moveTo>
                  <a:pt x="3572744" y="522580"/>
                </a:moveTo>
                <a:lnTo>
                  <a:pt x="3576950" y="520019"/>
                </a:lnTo>
                <a:cubicBezTo>
                  <a:pt x="3579785" y="518282"/>
                  <a:pt x="3582894" y="517185"/>
                  <a:pt x="3586094" y="516636"/>
                </a:cubicBezTo>
                <a:cubicBezTo>
                  <a:pt x="3589386" y="516179"/>
                  <a:pt x="3592586" y="516270"/>
                  <a:pt x="3595878" y="517093"/>
                </a:cubicBezTo>
                <a:cubicBezTo>
                  <a:pt x="3599078" y="517825"/>
                  <a:pt x="3602004" y="519196"/>
                  <a:pt x="3604656" y="521117"/>
                </a:cubicBezTo>
                <a:cubicBezTo>
                  <a:pt x="3607308" y="523128"/>
                  <a:pt x="3609503" y="525506"/>
                  <a:pt x="3611240" y="528340"/>
                </a:cubicBezTo>
                <a:cubicBezTo>
                  <a:pt x="3612977" y="531084"/>
                  <a:pt x="3614075" y="534192"/>
                  <a:pt x="3614623" y="537393"/>
                </a:cubicBezTo>
                <a:cubicBezTo>
                  <a:pt x="3615080" y="540685"/>
                  <a:pt x="3614989" y="543977"/>
                  <a:pt x="3614166" y="547177"/>
                </a:cubicBezTo>
                <a:cubicBezTo>
                  <a:pt x="3613434" y="550377"/>
                  <a:pt x="3612063" y="553303"/>
                  <a:pt x="3610051" y="555955"/>
                </a:cubicBezTo>
                <a:cubicBezTo>
                  <a:pt x="3608131" y="558607"/>
                  <a:pt x="3605754" y="560802"/>
                  <a:pt x="3602919" y="562539"/>
                </a:cubicBezTo>
                <a:lnTo>
                  <a:pt x="3598621" y="565099"/>
                </a:lnTo>
                <a:cubicBezTo>
                  <a:pt x="3595787" y="566837"/>
                  <a:pt x="3592769" y="567934"/>
                  <a:pt x="3589477" y="568482"/>
                </a:cubicBezTo>
                <a:cubicBezTo>
                  <a:pt x="3586277" y="568940"/>
                  <a:pt x="3582985" y="568848"/>
                  <a:pt x="3579785" y="568025"/>
                </a:cubicBezTo>
                <a:cubicBezTo>
                  <a:pt x="3576584" y="567294"/>
                  <a:pt x="3573658" y="565922"/>
                  <a:pt x="3571006" y="563910"/>
                </a:cubicBezTo>
                <a:cubicBezTo>
                  <a:pt x="3568263" y="561990"/>
                  <a:pt x="3566069" y="559613"/>
                  <a:pt x="3564423" y="556778"/>
                </a:cubicBezTo>
                <a:cubicBezTo>
                  <a:pt x="3562685" y="553944"/>
                  <a:pt x="3561588" y="550926"/>
                  <a:pt x="3561039" y="547634"/>
                </a:cubicBezTo>
                <a:cubicBezTo>
                  <a:pt x="3560491" y="544434"/>
                  <a:pt x="3560674" y="541142"/>
                  <a:pt x="3561497" y="537942"/>
                </a:cubicBezTo>
                <a:cubicBezTo>
                  <a:pt x="3562228" y="534741"/>
                  <a:pt x="3563600" y="531815"/>
                  <a:pt x="3565520" y="529163"/>
                </a:cubicBezTo>
                <a:cubicBezTo>
                  <a:pt x="3567532" y="526512"/>
                  <a:pt x="3569909" y="524317"/>
                  <a:pt x="3572744" y="522580"/>
                </a:cubicBezTo>
              </a:path>
              <a:path w="3887754" h="1096183">
                <a:moveTo>
                  <a:pt x="3581248" y="517368"/>
                </a:moveTo>
                <a:lnTo>
                  <a:pt x="3585545" y="514807"/>
                </a:lnTo>
                <a:cubicBezTo>
                  <a:pt x="3588288" y="513070"/>
                  <a:pt x="3591397" y="511973"/>
                  <a:pt x="3594598" y="511424"/>
                </a:cubicBezTo>
                <a:cubicBezTo>
                  <a:pt x="3597890" y="510967"/>
                  <a:pt x="3601182" y="511058"/>
                  <a:pt x="3604382" y="511881"/>
                </a:cubicBezTo>
                <a:cubicBezTo>
                  <a:pt x="3607582" y="512613"/>
                  <a:pt x="3610508" y="513984"/>
                  <a:pt x="3613160" y="515996"/>
                </a:cubicBezTo>
                <a:cubicBezTo>
                  <a:pt x="3615812" y="517916"/>
                  <a:pt x="3618006" y="520294"/>
                  <a:pt x="3619744" y="523128"/>
                </a:cubicBezTo>
                <a:cubicBezTo>
                  <a:pt x="3621481" y="525963"/>
                  <a:pt x="3622578" y="528980"/>
                  <a:pt x="3623127" y="532272"/>
                </a:cubicBezTo>
                <a:cubicBezTo>
                  <a:pt x="3623584" y="535564"/>
                  <a:pt x="3623493" y="538764"/>
                  <a:pt x="3622670" y="541965"/>
                </a:cubicBezTo>
                <a:cubicBezTo>
                  <a:pt x="3621938" y="545165"/>
                  <a:pt x="3620567" y="548091"/>
                  <a:pt x="3618555" y="550743"/>
                </a:cubicBezTo>
                <a:cubicBezTo>
                  <a:pt x="3616635" y="553486"/>
                  <a:pt x="3614257" y="555681"/>
                  <a:pt x="3611423" y="557327"/>
                </a:cubicBezTo>
                <a:lnTo>
                  <a:pt x="3607217" y="559979"/>
                </a:lnTo>
                <a:cubicBezTo>
                  <a:pt x="3604382" y="561624"/>
                  <a:pt x="3601273" y="562813"/>
                  <a:pt x="3598073" y="563270"/>
                </a:cubicBezTo>
                <a:cubicBezTo>
                  <a:pt x="3594781" y="563819"/>
                  <a:pt x="3591489" y="563636"/>
                  <a:pt x="3588288" y="562905"/>
                </a:cubicBezTo>
                <a:cubicBezTo>
                  <a:pt x="3585088" y="562082"/>
                  <a:pt x="3582162" y="560710"/>
                  <a:pt x="3579510" y="558790"/>
                </a:cubicBezTo>
                <a:cubicBezTo>
                  <a:pt x="3576858" y="556870"/>
                  <a:pt x="3574664" y="554401"/>
                  <a:pt x="3572927" y="551658"/>
                </a:cubicBezTo>
                <a:cubicBezTo>
                  <a:pt x="3571189" y="548823"/>
                  <a:pt x="3570092" y="545714"/>
                  <a:pt x="3569543" y="542514"/>
                </a:cubicBezTo>
                <a:cubicBezTo>
                  <a:pt x="3569086" y="539222"/>
                  <a:pt x="3569178" y="536021"/>
                  <a:pt x="3570000" y="532821"/>
                </a:cubicBezTo>
                <a:cubicBezTo>
                  <a:pt x="3570732" y="529529"/>
                  <a:pt x="3572104" y="526603"/>
                  <a:pt x="3574115" y="523951"/>
                </a:cubicBezTo>
                <a:cubicBezTo>
                  <a:pt x="3576036" y="521299"/>
                  <a:pt x="3578413" y="519105"/>
                  <a:pt x="3581248" y="517368"/>
                </a:cubicBezTo>
              </a:path>
              <a:path w="3887754" h="1096183">
                <a:moveTo>
                  <a:pt x="3589752" y="512247"/>
                </a:moveTo>
                <a:lnTo>
                  <a:pt x="3594049" y="509595"/>
                </a:lnTo>
                <a:cubicBezTo>
                  <a:pt x="3596884" y="507949"/>
                  <a:pt x="3599901" y="506760"/>
                  <a:pt x="3603193" y="506303"/>
                </a:cubicBezTo>
                <a:cubicBezTo>
                  <a:pt x="3606394" y="505755"/>
                  <a:pt x="3609685" y="505938"/>
                  <a:pt x="3612886" y="506669"/>
                </a:cubicBezTo>
                <a:cubicBezTo>
                  <a:pt x="3616086" y="507492"/>
                  <a:pt x="3619012" y="508864"/>
                  <a:pt x="3621664" y="510784"/>
                </a:cubicBezTo>
                <a:cubicBezTo>
                  <a:pt x="3624407" y="512704"/>
                  <a:pt x="3626602" y="515082"/>
                  <a:pt x="3628248" y="517916"/>
                </a:cubicBezTo>
                <a:cubicBezTo>
                  <a:pt x="3629985" y="520751"/>
                  <a:pt x="3631082" y="523768"/>
                  <a:pt x="3631631" y="527060"/>
                </a:cubicBezTo>
                <a:cubicBezTo>
                  <a:pt x="3632088" y="530352"/>
                  <a:pt x="3631997" y="533552"/>
                  <a:pt x="3631174" y="536753"/>
                </a:cubicBezTo>
                <a:cubicBezTo>
                  <a:pt x="3630442" y="539953"/>
                  <a:pt x="3629071" y="542971"/>
                  <a:pt x="3627150" y="545622"/>
                </a:cubicBezTo>
                <a:cubicBezTo>
                  <a:pt x="3625139" y="548274"/>
                  <a:pt x="3622761" y="550469"/>
                  <a:pt x="3619927" y="552206"/>
                </a:cubicBezTo>
                <a:lnTo>
                  <a:pt x="3615720" y="554766"/>
                </a:lnTo>
                <a:cubicBezTo>
                  <a:pt x="3612886" y="556504"/>
                  <a:pt x="3609777" y="557601"/>
                  <a:pt x="3606576" y="558058"/>
                </a:cubicBezTo>
                <a:cubicBezTo>
                  <a:pt x="3603285" y="558607"/>
                  <a:pt x="3600084" y="558424"/>
                  <a:pt x="3596792" y="557693"/>
                </a:cubicBezTo>
                <a:cubicBezTo>
                  <a:pt x="3593592" y="556870"/>
                  <a:pt x="3590666" y="555498"/>
                  <a:pt x="3588014" y="553578"/>
                </a:cubicBezTo>
                <a:cubicBezTo>
                  <a:pt x="3585362" y="551658"/>
                  <a:pt x="3583168" y="549280"/>
                  <a:pt x="3581430" y="546445"/>
                </a:cubicBezTo>
                <a:cubicBezTo>
                  <a:pt x="3579693" y="543611"/>
                  <a:pt x="3578596" y="540593"/>
                  <a:pt x="3578047" y="537301"/>
                </a:cubicBezTo>
                <a:cubicBezTo>
                  <a:pt x="3577590" y="534010"/>
                  <a:pt x="3577681" y="530809"/>
                  <a:pt x="3578504" y="527609"/>
                </a:cubicBezTo>
                <a:cubicBezTo>
                  <a:pt x="3579236" y="524408"/>
                  <a:pt x="3580608" y="521482"/>
                  <a:pt x="3582619" y="518831"/>
                </a:cubicBezTo>
                <a:cubicBezTo>
                  <a:pt x="3584539" y="516087"/>
                  <a:pt x="3586917" y="513893"/>
                  <a:pt x="3589752" y="512247"/>
                </a:cubicBezTo>
              </a:path>
              <a:path w="3887754" h="1096183">
                <a:moveTo>
                  <a:pt x="3598255" y="507035"/>
                </a:moveTo>
                <a:lnTo>
                  <a:pt x="3602553" y="504474"/>
                </a:lnTo>
                <a:cubicBezTo>
                  <a:pt x="3605388" y="502737"/>
                  <a:pt x="3608405" y="501640"/>
                  <a:pt x="3611697" y="501091"/>
                </a:cubicBezTo>
                <a:cubicBezTo>
                  <a:pt x="3614989" y="500634"/>
                  <a:pt x="3618189" y="500725"/>
                  <a:pt x="3621390" y="501548"/>
                </a:cubicBezTo>
                <a:cubicBezTo>
                  <a:pt x="3624590" y="502280"/>
                  <a:pt x="3627516" y="503652"/>
                  <a:pt x="3630259" y="505572"/>
                </a:cubicBezTo>
                <a:cubicBezTo>
                  <a:pt x="3632911" y="507583"/>
                  <a:pt x="3635106" y="509961"/>
                  <a:pt x="3636843" y="512796"/>
                </a:cubicBezTo>
                <a:cubicBezTo>
                  <a:pt x="3638489" y="515630"/>
                  <a:pt x="3639678" y="518648"/>
                  <a:pt x="3640135" y="521940"/>
                </a:cubicBezTo>
                <a:cubicBezTo>
                  <a:pt x="3640684" y="525140"/>
                  <a:pt x="3640501" y="528432"/>
                  <a:pt x="3639769" y="531632"/>
                </a:cubicBezTo>
                <a:cubicBezTo>
                  <a:pt x="3638946" y="534833"/>
                  <a:pt x="3637575" y="537759"/>
                  <a:pt x="3635654" y="540410"/>
                </a:cubicBezTo>
                <a:cubicBezTo>
                  <a:pt x="3633643" y="543062"/>
                  <a:pt x="3631265" y="545257"/>
                  <a:pt x="3628431" y="546994"/>
                </a:cubicBezTo>
                <a:lnTo>
                  <a:pt x="3624224" y="549554"/>
                </a:lnTo>
                <a:cubicBezTo>
                  <a:pt x="3621390" y="551292"/>
                  <a:pt x="3618372" y="552389"/>
                  <a:pt x="3615080" y="552938"/>
                </a:cubicBezTo>
                <a:cubicBezTo>
                  <a:pt x="3611789" y="553395"/>
                  <a:pt x="3608588" y="553303"/>
                  <a:pt x="3605388" y="552480"/>
                </a:cubicBezTo>
                <a:cubicBezTo>
                  <a:pt x="3602096" y="551749"/>
                  <a:pt x="3599170" y="550377"/>
                  <a:pt x="3596518" y="548457"/>
                </a:cubicBezTo>
                <a:cubicBezTo>
                  <a:pt x="3593866" y="546445"/>
                  <a:pt x="3591672" y="544068"/>
                  <a:pt x="3589934" y="541233"/>
                </a:cubicBezTo>
                <a:cubicBezTo>
                  <a:pt x="3588197" y="538399"/>
                  <a:pt x="3587100" y="535381"/>
                  <a:pt x="3586643" y="532089"/>
                </a:cubicBezTo>
                <a:cubicBezTo>
                  <a:pt x="3586094" y="528889"/>
                  <a:pt x="3586277" y="525597"/>
                  <a:pt x="3587008" y="522397"/>
                </a:cubicBezTo>
                <a:cubicBezTo>
                  <a:pt x="3587831" y="519196"/>
                  <a:pt x="3589203" y="516270"/>
                  <a:pt x="3591123" y="513618"/>
                </a:cubicBezTo>
                <a:cubicBezTo>
                  <a:pt x="3593043" y="510967"/>
                  <a:pt x="3595421" y="508772"/>
                  <a:pt x="3598255" y="507035"/>
                </a:cubicBezTo>
              </a:path>
              <a:path w="3887754" h="1096183">
                <a:moveTo>
                  <a:pt x="3606759" y="501823"/>
                </a:moveTo>
                <a:lnTo>
                  <a:pt x="3611057" y="499262"/>
                </a:lnTo>
                <a:cubicBezTo>
                  <a:pt x="3613892" y="497525"/>
                  <a:pt x="3616909" y="496428"/>
                  <a:pt x="3620201" y="495971"/>
                </a:cubicBezTo>
                <a:cubicBezTo>
                  <a:pt x="3623493" y="495422"/>
                  <a:pt x="3626693" y="495513"/>
                  <a:pt x="3629894" y="496336"/>
                </a:cubicBezTo>
                <a:cubicBezTo>
                  <a:pt x="3633094" y="497159"/>
                  <a:pt x="3636112" y="498439"/>
                  <a:pt x="3638763" y="500451"/>
                </a:cubicBezTo>
                <a:cubicBezTo>
                  <a:pt x="3641415" y="502371"/>
                  <a:pt x="3643610" y="504749"/>
                  <a:pt x="3645347" y="507583"/>
                </a:cubicBezTo>
                <a:cubicBezTo>
                  <a:pt x="3647084" y="510418"/>
                  <a:pt x="3648182" y="513436"/>
                  <a:pt x="3648639" y="516727"/>
                </a:cubicBezTo>
                <a:cubicBezTo>
                  <a:pt x="3649188" y="520019"/>
                  <a:pt x="3649005" y="523220"/>
                  <a:pt x="3648273" y="526420"/>
                </a:cubicBezTo>
                <a:cubicBezTo>
                  <a:pt x="3647450" y="529620"/>
                  <a:pt x="3646079" y="532547"/>
                  <a:pt x="3644158" y="535198"/>
                </a:cubicBezTo>
                <a:cubicBezTo>
                  <a:pt x="3642238" y="537942"/>
                  <a:pt x="3639861" y="540136"/>
                  <a:pt x="3637026" y="541782"/>
                </a:cubicBezTo>
                <a:lnTo>
                  <a:pt x="3632728" y="544434"/>
                </a:lnTo>
                <a:cubicBezTo>
                  <a:pt x="3629894" y="546080"/>
                  <a:pt x="3626876" y="547268"/>
                  <a:pt x="3623584" y="547726"/>
                </a:cubicBezTo>
                <a:cubicBezTo>
                  <a:pt x="3620292" y="548274"/>
                  <a:pt x="3617092" y="548091"/>
                  <a:pt x="3613892" y="547360"/>
                </a:cubicBezTo>
                <a:cubicBezTo>
                  <a:pt x="3610691" y="546537"/>
                  <a:pt x="3607674" y="545165"/>
                  <a:pt x="3605022" y="543245"/>
                </a:cubicBezTo>
                <a:cubicBezTo>
                  <a:pt x="3602370" y="541325"/>
                  <a:pt x="3600176" y="538856"/>
                  <a:pt x="3598438" y="536113"/>
                </a:cubicBezTo>
                <a:cubicBezTo>
                  <a:pt x="3596701" y="533278"/>
                  <a:pt x="3595604" y="530169"/>
                  <a:pt x="3595146" y="526969"/>
                </a:cubicBezTo>
                <a:cubicBezTo>
                  <a:pt x="3594598" y="523677"/>
                  <a:pt x="3594781" y="520476"/>
                  <a:pt x="3595512" y="517276"/>
                </a:cubicBezTo>
                <a:cubicBezTo>
                  <a:pt x="3596335" y="514076"/>
                  <a:pt x="3597707" y="511058"/>
                  <a:pt x="3599627" y="508406"/>
                </a:cubicBezTo>
                <a:cubicBezTo>
                  <a:pt x="3601547" y="505755"/>
                  <a:pt x="3604016" y="503560"/>
                  <a:pt x="3606759" y="501823"/>
                </a:cubicBezTo>
              </a:path>
              <a:path w="3887754" h="1096183">
                <a:moveTo>
                  <a:pt x="3615355" y="496702"/>
                </a:moveTo>
                <a:lnTo>
                  <a:pt x="3619561" y="494050"/>
                </a:lnTo>
                <a:cubicBezTo>
                  <a:pt x="3622396" y="492404"/>
                  <a:pt x="3625413" y="491216"/>
                  <a:pt x="3628705" y="490758"/>
                </a:cubicBezTo>
                <a:cubicBezTo>
                  <a:pt x="3631997" y="490210"/>
                  <a:pt x="3635197" y="490393"/>
                  <a:pt x="3638398" y="491124"/>
                </a:cubicBezTo>
                <a:cubicBezTo>
                  <a:pt x="3641689" y="491947"/>
                  <a:pt x="3644616" y="493319"/>
                  <a:pt x="3647267" y="495239"/>
                </a:cubicBezTo>
                <a:cubicBezTo>
                  <a:pt x="3649919" y="497159"/>
                  <a:pt x="3652114" y="499628"/>
                  <a:pt x="3653851" y="502371"/>
                </a:cubicBezTo>
                <a:cubicBezTo>
                  <a:pt x="3655588" y="505206"/>
                  <a:pt x="3656686" y="508315"/>
                  <a:pt x="3657143" y="511515"/>
                </a:cubicBezTo>
                <a:cubicBezTo>
                  <a:pt x="3657691" y="514807"/>
                  <a:pt x="3657600" y="518008"/>
                  <a:pt x="3656777" y="521208"/>
                </a:cubicBezTo>
                <a:cubicBezTo>
                  <a:pt x="3655954" y="524408"/>
                  <a:pt x="3654582" y="527426"/>
                  <a:pt x="3652662" y="530078"/>
                </a:cubicBezTo>
                <a:cubicBezTo>
                  <a:pt x="3650742" y="532729"/>
                  <a:pt x="3648365" y="534924"/>
                  <a:pt x="3645530" y="536661"/>
                </a:cubicBezTo>
                <a:lnTo>
                  <a:pt x="3641232" y="539222"/>
                </a:lnTo>
                <a:cubicBezTo>
                  <a:pt x="3638398" y="540959"/>
                  <a:pt x="3635380" y="542056"/>
                  <a:pt x="3632088" y="542605"/>
                </a:cubicBezTo>
                <a:cubicBezTo>
                  <a:pt x="3628888" y="543062"/>
                  <a:pt x="3625596" y="542971"/>
                  <a:pt x="3622396" y="542148"/>
                </a:cubicBezTo>
                <a:cubicBezTo>
                  <a:pt x="3619195" y="541325"/>
                  <a:pt x="3616269" y="540045"/>
                  <a:pt x="3613526" y="538033"/>
                </a:cubicBezTo>
                <a:cubicBezTo>
                  <a:pt x="3610874" y="536113"/>
                  <a:pt x="3608680" y="533735"/>
                  <a:pt x="3606942" y="530901"/>
                </a:cubicBezTo>
                <a:cubicBezTo>
                  <a:pt x="3605296" y="528066"/>
                  <a:pt x="3604108" y="525048"/>
                  <a:pt x="3603650" y="521757"/>
                </a:cubicBezTo>
                <a:cubicBezTo>
                  <a:pt x="3603102" y="518465"/>
                  <a:pt x="3603285" y="515264"/>
                  <a:pt x="3604016" y="512064"/>
                </a:cubicBezTo>
                <a:cubicBezTo>
                  <a:pt x="3604839" y="508864"/>
                  <a:pt x="3606211" y="505938"/>
                  <a:pt x="3608131" y="503286"/>
                </a:cubicBezTo>
                <a:cubicBezTo>
                  <a:pt x="3610143" y="500543"/>
                  <a:pt x="3612520" y="498348"/>
                  <a:pt x="3615355" y="496702"/>
                </a:cubicBezTo>
              </a:path>
              <a:path w="3887754" h="1096183">
                <a:moveTo>
                  <a:pt x="3623859" y="491490"/>
                </a:moveTo>
                <a:lnTo>
                  <a:pt x="3628065" y="488930"/>
                </a:lnTo>
                <a:cubicBezTo>
                  <a:pt x="3630900" y="487192"/>
                  <a:pt x="3634008" y="486095"/>
                  <a:pt x="3637209" y="485546"/>
                </a:cubicBezTo>
                <a:cubicBezTo>
                  <a:pt x="3640501" y="485089"/>
                  <a:pt x="3643701" y="485181"/>
                  <a:pt x="3646993" y="486004"/>
                </a:cubicBezTo>
                <a:cubicBezTo>
                  <a:pt x="3650193" y="486735"/>
                  <a:pt x="3653119" y="488107"/>
                  <a:pt x="3655771" y="490027"/>
                </a:cubicBezTo>
                <a:cubicBezTo>
                  <a:pt x="3658423" y="492039"/>
                  <a:pt x="3660618" y="494416"/>
                  <a:pt x="3662355" y="497251"/>
                </a:cubicBezTo>
                <a:cubicBezTo>
                  <a:pt x="3664092" y="500085"/>
                  <a:pt x="3665190" y="503103"/>
                  <a:pt x="3665738" y="506395"/>
                </a:cubicBezTo>
                <a:cubicBezTo>
                  <a:pt x="3666195" y="509595"/>
                  <a:pt x="3666104" y="512887"/>
                  <a:pt x="3665281" y="516087"/>
                </a:cubicBezTo>
                <a:cubicBezTo>
                  <a:pt x="3664549" y="519288"/>
                  <a:pt x="3663178" y="522214"/>
                  <a:pt x="3661166" y="524866"/>
                </a:cubicBezTo>
                <a:cubicBezTo>
                  <a:pt x="3659246" y="527517"/>
                  <a:pt x="3656868" y="529712"/>
                  <a:pt x="3654034" y="531449"/>
                </a:cubicBezTo>
                <a:lnTo>
                  <a:pt x="3649736" y="534010"/>
                </a:lnTo>
                <a:cubicBezTo>
                  <a:pt x="3646993" y="535747"/>
                  <a:pt x="3643884" y="536844"/>
                  <a:pt x="3640592" y="537393"/>
                </a:cubicBezTo>
                <a:cubicBezTo>
                  <a:pt x="3637392" y="537850"/>
                  <a:pt x="3634100" y="537759"/>
                  <a:pt x="3630900" y="536936"/>
                </a:cubicBezTo>
                <a:cubicBezTo>
                  <a:pt x="3627699" y="536204"/>
                  <a:pt x="3624773" y="534833"/>
                  <a:pt x="3622121" y="532912"/>
                </a:cubicBezTo>
                <a:cubicBezTo>
                  <a:pt x="3619378" y="530901"/>
                  <a:pt x="3617184" y="528523"/>
                  <a:pt x="3615538" y="525689"/>
                </a:cubicBezTo>
                <a:cubicBezTo>
                  <a:pt x="3613800" y="522854"/>
                  <a:pt x="3612703" y="519836"/>
                  <a:pt x="3612154" y="516636"/>
                </a:cubicBezTo>
                <a:cubicBezTo>
                  <a:pt x="3611697" y="513344"/>
                  <a:pt x="3611789" y="510052"/>
                  <a:pt x="3612612" y="506852"/>
                </a:cubicBezTo>
                <a:cubicBezTo>
                  <a:pt x="3613343" y="503652"/>
                  <a:pt x="3614715" y="500725"/>
                  <a:pt x="3616635" y="498074"/>
                </a:cubicBezTo>
                <a:cubicBezTo>
                  <a:pt x="3618647" y="495422"/>
                  <a:pt x="3621024" y="493227"/>
                  <a:pt x="3623859" y="491490"/>
                </a:cubicBezTo>
              </a:path>
              <a:path w="3887754" h="1096183">
                <a:moveTo>
                  <a:pt x="3632363" y="486278"/>
                </a:moveTo>
                <a:lnTo>
                  <a:pt x="3636660" y="483718"/>
                </a:lnTo>
                <a:cubicBezTo>
                  <a:pt x="3639403" y="481980"/>
                  <a:pt x="3642512" y="480883"/>
                  <a:pt x="3645804" y="480426"/>
                </a:cubicBezTo>
                <a:cubicBezTo>
                  <a:pt x="3649005" y="479877"/>
                  <a:pt x="3652296" y="480060"/>
                  <a:pt x="3655497" y="480792"/>
                </a:cubicBezTo>
                <a:cubicBezTo>
                  <a:pt x="3658697" y="481614"/>
                  <a:pt x="3661623" y="482986"/>
                  <a:pt x="3664275" y="484906"/>
                </a:cubicBezTo>
                <a:cubicBezTo>
                  <a:pt x="3667018" y="486827"/>
                  <a:pt x="3669213" y="489204"/>
                  <a:pt x="3670859" y="492039"/>
                </a:cubicBezTo>
                <a:cubicBezTo>
                  <a:pt x="3672596" y="494873"/>
                  <a:pt x="3673693" y="497891"/>
                  <a:pt x="3674242" y="501183"/>
                </a:cubicBezTo>
                <a:cubicBezTo>
                  <a:pt x="3674699" y="504474"/>
                  <a:pt x="3674608" y="507675"/>
                  <a:pt x="3673785" y="510875"/>
                </a:cubicBezTo>
                <a:cubicBezTo>
                  <a:pt x="3673053" y="514076"/>
                  <a:pt x="3671682" y="517002"/>
                  <a:pt x="3669762" y="519654"/>
                </a:cubicBezTo>
                <a:cubicBezTo>
                  <a:pt x="3667750" y="522397"/>
                  <a:pt x="3665372" y="524591"/>
                  <a:pt x="3662538" y="526237"/>
                </a:cubicBezTo>
                <a:lnTo>
                  <a:pt x="3658332" y="528889"/>
                </a:lnTo>
                <a:cubicBezTo>
                  <a:pt x="3655497" y="530535"/>
                  <a:pt x="3652388" y="531724"/>
                  <a:pt x="3649188" y="532181"/>
                </a:cubicBezTo>
                <a:cubicBezTo>
                  <a:pt x="3645896" y="532729"/>
                  <a:pt x="3642604" y="532547"/>
                  <a:pt x="3639403" y="531815"/>
                </a:cubicBezTo>
                <a:cubicBezTo>
                  <a:pt x="3636203" y="530992"/>
                  <a:pt x="3633277" y="529620"/>
                  <a:pt x="3630625" y="527700"/>
                </a:cubicBezTo>
                <a:cubicBezTo>
                  <a:pt x="3627973" y="525780"/>
                  <a:pt x="3625779" y="523403"/>
                  <a:pt x="3624042" y="520568"/>
                </a:cubicBezTo>
                <a:cubicBezTo>
                  <a:pt x="3622304" y="517733"/>
                  <a:pt x="3621207" y="514716"/>
                  <a:pt x="3620658" y="511424"/>
                </a:cubicBezTo>
                <a:cubicBezTo>
                  <a:pt x="3620201" y="508132"/>
                  <a:pt x="3620292" y="504932"/>
                  <a:pt x="3621115" y="501731"/>
                </a:cubicBezTo>
                <a:cubicBezTo>
                  <a:pt x="3621847" y="498531"/>
                  <a:pt x="3623219" y="495513"/>
                  <a:pt x="3625230" y="492862"/>
                </a:cubicBezTo>
                <a:cubicBezTo>
                  <a:pt x="3627150" y="490210"/>
                  <a:pt x="3629528" y="488015"/>
                  <a:pt x="3632363" y="486278"/>
                </a:cubicBezTo>
              </a:path>
              <a:path w="3887754" h="1096183">
                <a:moveTo>
                  <a:pt x="3640866" y="481157"/>
                </a:moveTo>
                <a:lnTo>
                  <a:pt x="3645164" y="478506"/>
                </a:lnTo>
                <a:cubicBezTo>
                  <a:pt x="3647999" y="476860"/>
                  <a:pt x="3651016" y="475671"/>
                  <a:pt x="3654308" y="475214"/>
                </a:cubicBezTo>
                <a:cubicBezTo>
                  <a:pt x="3657509" y="474665"/>
                  <a:pt x="3660800" y="474848"/>
                  <a:pt x="3664001" y="475579"/>
                </a:cubicBezTo>
                <a:cubicBezTo>
                  <a:pt x="3667201" y="476402"/>
                  <a:pt x="3670127" y="477774"/>
                  <a:pt x="3672779" y="479694"/>
                </a:cubicBezTo>
                <a:cubicBezTo>
                  <a:pt x="3675522" y="481706"/>
                  <a:pt x="3677717" y="484083"/>
                  <a:pt x="3679363" y="486827"/>
                </a:cubicBezTo>
                <a:cubicBezTo>
                  <a:pt x="3681100" y="489661"/>
                  <a:pt x="3682197" y="492770"/>
                  <a:pt x="3682746" y="495971"/>
                </a:cubicBezTo>
                <a:cubicBezTo>
                  <a:pt x="3683295" y="499262"/>
                  <a:pt x="3683112" y="502463"/>
                  <a:pt x="3682380" y="505663"/>
                </a:cubicBezTo>
                <a:cubicBezTo>
                  <a:pt x="3681557" y="508955"/>
                  <a:pt x="3680186" y="511881"/>
                  <a:pt x="3678265" y="514533"/>
                </a:cubicBezTo>
                <a:cubicBezTo>
                  <a:pt x="3676254" y="517185"/>
                  <a:pt x="3673876" y="519379"/>
                  <a:pt x="3671042" y="521117"/>
                </a:cubicBezTo>
                <a:lnTo>
                  <a:pt x="3666835" y="523677"/>
                </a:lnTo>
                <a:cubicBezTo>
                  <a:pt x="3664001" y="525414"/>
                  <a:pt x="3660983" y="526512"/>
                  <a:pt x="3657691" y="527060"/>
                </a:cubicBezTo>
                <a:cubicBezTo>
                  <a:pt x="3654400" y="527517"/>
                  <a:pt x="3651199" y="527426"/>
                  <a:pt x="3647999" y="526603"/>
                </a:cubicBezTo>
                <a:cubicBezTo>
                  <a:pt x="3644707" y="525871"/>
                  <a:pt x="3641781" y="524500"/>
                  <a:pt x="3639129" y="522488"/>
                </a:cubicBezTo>
                <a:cubicBezTo>
                  <a:pt x="3636477" y="520568"/>
                  <a:pt x="3634283" y="518190"/>
                  <a:pt x="3632545" y="515356"/>
                </a:cubicBezTo>
                <a:cubicBezTo>
                  <a:pt x="3630808" y="512521"/>
                  <a:pt x="3629711" y="509504"/>
                  <a:pt x="3629162" y="506212"/>
                </a:cubicBezTo>
                <a:cubicBezTo>
                  <a:pt x="3628705" y="503011"/>
                  <a:pt x="3628796" y="499720"/>
                  <a:pt x="3629619" y="496519"/>
                </a:cubicBezTo>
                <a:cubicBezTo>
                  <a:pt x="3630442" y="493319"/>
                  <a:pt x="3631722" y="490393"/>
                  <a:pt x="3633734" y="487741"/>
                </a:cubicBezTo>
                <a:cubicBezTo>
                  <a:pt x="3635654" y="484998"/>
                  <a:pt x="3638032" y="482895"/>
                  <a:pt x="3640866" y="481157"/>
                </a:cubicBezTo>
              </a:path>
              <a:path w="3887754" h="1096183">
                <a:moveTo>
                  <a:pt x="3649370" y="475945"/>
                </a:moveTo>
                <a:lnTo>
                  <a:pt x="3653668" y="473385"/>
                </a:lnTo>
                <a:cubicBezTo>
                  <a:pt x="3656503" y="471648"/>
                  <a:pt x="3659520" y="470550"/>
                  <a:pt x="3662812" y="470002"/>
                </a:cubicBezTo>
                <a:cubicBezTo>
                  <a:pt x="3666104" y="469544"/>
                  <a:pt x="3669304" y="469636"/>
                  <a:pt x="3672505" y="470459"/>
                </a:cubicBezTo>
                <a:cubicBezTo>
                  <a:pt x="3675705" y="471190"/>
                  <a:pt x="3678631" y="472562"/>
                  <a:pt x="3681374" y="474574"/>
                </a:cubicBezTo>
                <a:cubicBezTo>
                  <a:pt x="3684026" y="476494"/>
                  <a:pt x="3686221" y="478871"/>
                  <a:pt x="3687958" y="481706"/>
                </a:cubicBezTo>
                <a:cubicBezTo>
                  <a:pt x="3689604" y="484541"/>
                  <a:pt x="3690793" y="487558"/>
                  <a:pt x="3691250" y="490850"/>
                </a:cubicBezTo>
                <a:cubicBezTo>
                  <a:pt x="3691799" y="494050"/>
                  <a:pt x="3691616" y="497342"/>
                  <a:pt x="3690884" y="500543"/>
                </a:cubicBezTo>
                <a:cubicBezTo>
                  <a:pt x="3690061" y="503743"/>
                  <a:pt x="3688690" y="506669"/>
                  <a:pt x="3686769" y="509321"/>
                </a:cubicBezTo>
                <a:cubicBezTo>
                  <a:pt x="3684849" y="511973"/>
                  <a:pt x="3682380" y="514167"/>
                  <a:pt x="3679637" y="515904"/>
                </a:cubicBezTo>
                <a:lnTo>
                  <a:pt x="3675339" y="518465"/>
                </a:lnTo>
                <a:cubicBezTo>
                  <a:pt x="3672505" y="520202"/>
                  <a:pt x="3669487" y="521299"/>
                  <a:pt x="3666195" y="521848"/>
                </a:cubicBezTo>
                <a:cubicBezTo>
                  <a:pt x="3662904" y="522305"/>
                  <a:pt x="3659703" y="522214"/>
                  <a:pt x="3656503" y="521391"/>
                </a:cubicBezTo>
                <a:cubicBezTo>
                  <a:pt x="3653302" y="520659"/>
                  <a:pt x="3650285" y="519288"/>
                  <a:pt x="3647633" y="517368"/>
                </a:cubicBezTo>
                <a:cubicBezTo>
                  <a:pt x="3644981" y="515356"/>
                  <a:pt x="3642787" y="512978"/>
                  <a:pt x="3641049" y="510144"/>
                </a:cubicBezTo>
                <a:cubicBezTo>
                  <a:pt x="3639312" y="507401"/>
                  <a:pt x="3638215" y="504292"/>
                  <a:pt x="3637758" y="501091"/>
                </a:cubicBezTo>
                <a:cubicBezTo>
                  <a:pt x="3637209" y="497799"/>
                  <a:pt x="3637392" y="494508"/>
                  <a:pt x="3638123" y="491307"/>
                </a:cubicBezTo>
                <a:cubicBezTo>
                  <a:pt x="3638946" y="488107"/>
                  <a:pt x="3640318" y="485181"/>
                  <a:pt x="3642238" y="482529"/>
                </a:cubicBezTo>
                <a:cubicBezTo>
                  <a:pt x="3644158" y="479877"/>
                  <a:pt x="3646536" y="477683"/>
                  <a:pt x="3649370" y="475945"/>
                </a:cubicBezTo>
              </a:path>
              <a:path w="3887754" h="1096183">
                <a:moveTo>
                  <a:pt x="3657966" y="470733"/>
                </a:moveTo>
                <a:lnTo>
                  <a:pt x="3662172" y="468173"/>
                </a:lnTo>
                <a:cubicBezTo>
                  <a:pt x="3665007" y="466435"/>
                  <a:pt x="3668024" y="465338"/>
                  <a:pt x="3671316" y="464881"/>
                </a:cubicBezTo>
                <a:cubicBezTo>
                  <a:pt x="3674608" y="464332"/>
                  <a:pt x="3677808" y="464515"/>
                  <a:pt x="3681009" y="465247"/>
                </a:cubicBezTo>
                <a:cubicBezTo>
                  <a:pt x="3684209" y="466070"/>
                  <a:pt x="3687227" y="467441"/>
                  <a:pt x="3689878" y="469362"/>
                </a:cubicBezTo>
                <a:cubicBezTo>
                  <a:pt x="3692530" y="471282"/>
                  <a:pt x="3694725" y="473659"/>
                  <a:pt x="3696462" y="476494"/>
                </a:cubicBezTo>
                <a:cubicBezTo>
                  <a:pt x="3698199" y="479328"/>
                  <a:pt x="3699297" y="482346"/>
                  <a:pt x="3699754" y="485638"/>
                </a:cubicBezTo>
                <a:cubicBezTo>
                  <a:pt x="3700302" y="488930"/>
                  <a:pt x="3700120" y="492130"/>
                  <a:pt x="3699388" y="495330"/>
                </a:cubicBezTo>
                <a:cubicBezTo>
                  <a:pt x="3698565" y="498531"/>
                  <a:pt x="3697194" y="501457"/>
                  <a:pt x="3695273" y="504200"/>
                </a:cubicBezTo>
                <a:cubicBezTo>
                  <a:pt x="3693353" y="506852"/>
                  <a:pt x="3690976" y="509046"/>
                  <a:pt x="3688141" y="510692"/>
                </a:cubicBezTo>
                <a:lnTo>
                  <a:pt x="3683843" y="513344"/>
                </a:lnTo>
                <a:cubicBezTo>
                  <a:pt x="3681009" y="515082"/>
                  <a:pt x="3677991" y="516179"/>
                  <a:pt x="3674699" y="516636"/>
                </a:cubicBezTo>
                <a:cubicBezTo>
                  <a:pt x="3671407" y="517185"/>
                  <a:pt x="3668207" y="517002"/>
                  <a:pt x="3665007" y="516270"/>
                </a:cubicBezTo>
                <a:cubicBezTo>
                  <a:pt x="3661806" y="515447"/>
                  <a:pt x="3658880" y="514076"/>
                  <a:pt x="3656137" y="512155"/>
                </a:cubicBezTo>
                <a:cubicBezTo>
                  <a:pt x="3653485" y="510235"/>
                  <a:pt x="3651291" y="507858"/>
                  <a:pt x="3649553" y="505023"/>
                </a:cubicBezTo>
                <a:cubicBezTo>
                  <a:pt x="3647907" y="502188"/>
                  <a:pt x="3646719" y="499171"/>
                  <a:pt x="3646261" y="495879"/>
                </a:cubicBezTo>
                <a:cubicBezTo>
                  <a:pt x="3645713" y="492587"/>
                  <a:pt x="3645896" y="489387"/>
                  <a:pt x="3646627" y="486186"/>
                </a:cubicBezTo>
                <a:cubicBezTo>
                  <a:pt x="3647450" y="482986"/>
                  <a:pt x="3648822" y="479969"/>
                  <a:pt x="3650742" y="477317"/>
                </a:cubicBezTo>
                <a:cubicBezTo>
                  <a:pt x="3652754" y="474665"/>
                  <a:pt x="3655131" y="472470"/>
                  <a:pt x="3657966" y="470733"/>
                </a:cubicBezTo>
              </a:path>
              <a:path w="3887754" h="1096183">
                <a:moveTo>
                  <a:pt x="3666470" y="465612"/>
                </a:moveTo>
                <a:lnTo>
                  <a:pt x="3670676" y="462961"/>
                </a:lnTo>
                <a:cubicBezTo>
                  <a:pt x="3673511" y="461315"/>
                  <a:pt x="3676528" y="460218"/>
                  <a:pt x="3679820" y="459669"/>
                </a:cubicBezTo>
                <a:cubicBezTo>
                  <a:pt x="3683112" y="459120"/>
                  <a:pt x="3686312" y="459303"/>
                  <a:pt x="3689604" y="460035"/>
                </a:cubicBezTo>
                <a:cubicBezTo>
                  <a:pt x="3692804" y="460858"/>
                  <a:pt x="3695730" y="462229"/>
                  <a:pt x="3698382" y="464149"/>
                </a:cubicBezTo>
                <a:cubicBezTo>
                  <a:pt x="3701034" y="466161"/>
                  <a:pt x="3703229" y="468539"/>
                  <a:pt x="3704966" y="471282"/>
                </a:cubicBezTo>
                <a:cubicBezTo>
                  <a:pt x="3706703" y="474116"/>
                  <a:pt x="3707801" y="477225"/>
                  <a:pt x="3708349" y="480426"/>
                </a:cubicBezTo>
                <a:cubicBezTo>
                  <a:pt x="3708806" y="483718"/>
                  <a:pt x="3708715" y="486918"/>
                  <a:pt x="3707892" y="490118"/>
                </a:cubicBezTo>
                <a:cubicBezTo>
                  <a:pt x="3707160" y="493410"/>
                  <a:pt x="3705789" y="496336"/>
                  <a:pt x="3703777" y="498988"/>
                </a:cubicBezTo>
                <a:cubicBezTo>
                  <a:pt x="3701857" y="501640"/>
                  <a:pt x="3699480" y="503834"/>
                  <a:pt x="3696645" y="505572"/>
                </a:cubicBezTo>
                <a:lnTo>
                  <a:pt x="3692347" y="508132"/>
                </a:lnTo>
                <a:cubicBezTo>
                  <a:pt x="3689513" y="509869"/>
                  <a:pt x="3686495" y="510967"/>
                  <a:pt x="3683203" y="511515"/>
                </a:cubicBezTo>
                <a:cubicBezTo>
                  <a:pt x="3680003" y="511973"/>
                  <a:pt x="3676711" y="511881"/>
                  <a:pt x="3673511" y="511058"/>
                </a:cubicBezTo>
                <a:cubicBezTo>
                  <a:pt x="3670310" y="510327"/>
                  <a:pt x="3667384" y="508955"/>
                  <a:pt x="3664732" y="506943"/>
                </a:cubicBezTo>
                <a:cubicBezTo>
                  <a:pt x="3661989" y="505023"/>
                  <a:pt x="3659795" y="502646"/>
                  <a:pt x="3658149" y="499811"/>
                </a:cubicBezTo>
                <a:cubicBezTo>
                  <a:pt x="3656411" y="496976"/>
                  <a:pt x="3655314" y="493959"/>
                  <a:pt x="3654765" y="490667"/>
                </a:cubicBezTo>
                <a:cubicBezTo>
                  <a:pt x="3654217" y="487467"/>
                  <a:pt x="3654400" y="484175"/>
                  <a:pt x="3655223" y="480974"/>
                </a:cubicBezTo>
                <a:cubicBezTo>
                  <a:pt x="3655954" y="477774"/>
                  <a:pt x="3657326" y="474848"/>
                  <a:pt x="3659246" y="472196"/>
                </a:cubicBezTo>
                <a:cubicBezTo>
                  <a:pt x="3661258" y="469544"/>
                  <a:pt x="3663635" y="467350"/>
                  <a:pt x="3666470" y="465612"/>
                </a:cubicBezTo>
              </a:path>
              <a:path w="3887754" h="1096183">
                <a:moveTo>
                  <a:pt x="3674974" y="460400"/>
                </a:moveTo>
                <a:lnTo>
                  <a:pt x="3679180" y="457840"/>
                </a:lnTo>
                <a:cubicBezTo>
                  <a:pt x="3682014" y="456103"/>
                  <a:pt x="3685123" y="455005"/>
                  <a:pt x="3688324" y="454457"/>
                </a:cubicBezTo>
                <a:cubicBezTo>
                  <a:pt x="3691616" y="454000"/>
                  <a:pt x="3694908" y="454091"/>
                  <a:pt x="3698108" y="454914"/>
                </a:cubicBezTo>
                <a:cubicBezTo>
                  <a:pt x="3701308" y="455646"/>
                  <a:pt x="3704234" y="457017"/>
                  <a:pt x="3706886" y="459029"/>
                </a:cubicBezTo>
                <a:cubicBezTo>
                  <a:pt x="3709538" y="460949"/>
                  <a:pt x="3711732" y="463326"/>
                  <a:pt x="3713470" y="466161"/>
                </a:cubicBezTo>
                <a:cubicBezTo>
                  <a:pt x="3715207" y="468996"/>
                  <a:pt x="3716304" y="472013"/>
                  <a:pt x="3716853" y="475305"/>
                </a:cubicBezTo>
                <a:cubicBezTo>
                  <a:pt x="3717310" y="478506"/>
                  <a:pt x="3717219" y="481797"/>
                  <a:pt x="3716396" y="484998"/>
                </a:cubicBezTo>
                <a:cubicBezTo>
                  <a:pt x="3715664" y="488198"/>
                  <a:pt x="3714293" y="491124"/>
                  <a:pt x="3712281" y="493776"/>
                </a:cubicBezTo>
                <a:cubicBezTo>
                  <a:pt x="3710361" y="496428"/>
                  <a:pt x="3707983" y="498622"/>
                  <a:pt x="3705149" y="500360"/>
                </a:cubicBezTo>
                <a:lnTo>
                  <a:pt x="3700851" y="502920"/>
                </a:lnTo>
                <a:cubicBezTo>
                  <a:pt x="3698108" y="504657"/>
                  <a:pt x="3694999" y="505755"/>
                  <a:pt x="3691799" y="506303"/>
                </a:cubicBezTo>
                <a:cubicBezTo>
                  <a:pt x="3688507" y="506760"/>
                  <a:pt x="3685215" y="506669"/>
                  <a:pt x="3682014" y="505846"/>
                </a:cubicBezTo>
                <a:cubicBezTo>
                  <a:pt x="3678814" y="505115"/>
                  <a:pt x="3675888" y="503743"/>
                  <a:pt x="3673236" y="501823"/>
                </a:cubicBezTo>
                <a:cubicBezTo>
                  <a:pt x="3670584" y="499811"/>
                  <a:pt x="3668390" y="497434"/>
                  <a:pt x="3666653" y="494599"/>
                </a:cubicBezTo>
                <a:cubicBezTo>
                  <a:pt x="3664915" y="491856"/>
                  <a:pt x="3663818" y="488747"/>
                  <a:pt x="3663269" y="485546"/>
                </a:cubicBezTo>
                <a:cubicBezTo>
                  <a:pt x="3662812" y="482255"/>
                  <a:pt x="3662904" y="479054"/>
                  <a:pt x="3663726" y="475762"/>
                </a:cubicBezTo>
                <a:cubicBezTo>
                  <a:pt x="3664458" y="472562"/>
                  <a:pt x="3665830" y="469636"/>
                  <a:pt x="3667841" y="466984"/>
                </a:cubicBezTo>
                <a:cubicBezTo>
                  <a:pt x="3669762" y="464332"/>
                  <a:pt x="3672139" y="462138"/>
                  <a:pt x="3674974" y="460400"/>
                </a:cubicBezTo>
              </a:path>
              <a:path w="3887754" h="1096183">
                <a:moveTo>
                  <a:pt x="3683478" y="455188"/>
                </a:moveTo>
                <a:lnTo>
                  <a:pt x="3687775" y="452628"/>
                </a:lnTo>
                <a:cubicBezTo>
                  <a:pt x="3690610" y="450891"/>
                  <a:pt x="3693627" y="449793"/>
                  <a:pt x="3696919" y="449336"/>
                </a:cubicBezTo>
                <a:cubicBezTo>
                  <a:pt x="3700120" y="448788"/>
                  <a:pt x="3703411" y="448970"/>
                  <a:pt x="3706612" y="449702"/>
                </a:cubicBezTo>
                <a:cubicBezTo>
                  <a:pt x="3709812" y="450525"/>
                  <a:pt x="3712738" y="451896"/>
                  <a:pt x="3715390" y="453817"/>
                </a:cubicBezTo>
                <a:cubicBezTo>
                  <a:pt x="3718133" y="455737"/>
                  <a:pt x="3720328" y="458114"/>
                  <a:pt x="3721974" y="460949"/>
                </a:cubicBezTo>
                <a:cubicBezTo>
                  <a:pt x="3723711" y="463784"/>
                  <a:pt x="3724808" y="466801"/>
                  <a:pt x="3725357" y="470093"/>
                </a:cubicBezTo>
                <a:cubicBezTo>
                  <a:pt x="3725814" y="473385"/>
                  <a:pt x="3725723" y="476585"/>
                  <a:pt x="3724900" y="479786"/>
                </a:cubicBezTo>
                <a:cubicBezTo>
                  <a:pt x="3724168" y="482986"/>
                  <a:pt x="3722797" y="485912"/>
                  <a:pt x="3720876" y="488655"/>
                </a:cubicBezTo>
                <a:cubicBezTo>
                  <a:pt x="3718865" y="491307"/>
                  <a:pt x="3716487" y="493502"/>
                  <a:pt x="3713653" y="495148"/>
                </a:cubicBezTo>
                <a:lnTo>
                  <a:pt x="3709446" y="497799"/>
                </a:lnTo>
                <a:cubicBezTo>
                  <a:pt x="3706612" y="499537"/>
                  <a:pt x="3703503" y="500634"/>
                  <a:pt x="3700302" y="501091"/>
                </a:cubicBezTo>
                <a:cubicBezTo>
                  <a:pt x="3697011" y="501640"/>
                  <a:pt x="3693810" y="501457"/>
                  <a:pt x="3690518" y="500725"/>
                </a:cubicBezTo>
                <a:cubicBezTo>
                  <a:pt x="3687318" y="499902"/>
                  <a:pt x="3684392" y="498531"/>
                  <a:pt x="3681740" y="496611"/>
                </a:cubicBezTo>
                <a:cubicBezTo>
                  <a:pt x="3679088" y="494690"/>
                  <a:pt x="3676894" y="492313"/>
                  <a:pt x="3675156" y="489478"/>
                </a:cubicBezTo>
                <a:cubicBezTo>
                  <a:pt x="3673419" y="486644"/>
                  <a:pt x="3672322" y="483626"/>
                  <a:pt x="3671773" y="480334"/>
                </a:cubicBezTo>
                <a:cubicBezTo>
                  <a:pt x="3671316" y="477042"/>
                  <a:pt x="3671407" y="473842"/>
                  <a:pt x="3672230" y="470642"/>
                </a:cubicBezTo>
                <a:cubicBezTo>
                  <a:pt x="3672962" y="467441"/>
                  <a:pt x="3674334" y="464515"/>
                  <a:pt x="3676345" y="461772"/>
                </a:cubicBezTo>
                <a:cubicBezTo>
                  <a:pt x="3678265" y="459120"/>
                  <a:pt x="3680643" y="456926"/>
                  <a:pt x="3683478" y="455188"/>
                </a:cubicBezTo>
              </a:path>
              <a:path w="3887754" h="1096183">
                <a:moveTo>
                  <a:pt x="3691981" y="450068"/>
                </a:moveTo>
                <a:lnTo>
                  <a:pt x="3696279" y="447507"/>
                </a:lnTo>
                <a:cubicBezTo>
                  <a:pt x="3699114" y="445770"/>
                  <a:pt x="3702131" y="444673"/>
                  <a:pt x="3705423" y="444124"/>
                </a:cubicBezTo>
                <a:cubicBezTo>
                  <a:pt x="3708715" y="443575"/>
                  <a:pt x="3711915" y="443758"/>
                  <a:pt x="3715116" y="444581"/>
                </a:cubicBezTo>
                <a:cubicBezTo>
                  <a:pt x="3718316" y="445313"/>
                  <a:pt x="3721242" y="446684"/>
                  <a:pt x="3723985" y="448605"/>
                </a:cubicBezTo>
                <a:cubicBezTo>
                  <a:pt x="3726637" y="450616"/>
                  <a:pt x="3728832" y="452994"/>
                  <a:pt x="3730569" y="455828"/>
                </a:cubicBezTo>
                <a:cubicBezTo>
                  <a:pt x="3732215" y="458572"/>
                  <a:pt x="3733404" y="461681"/>
                  <a:pt x="3733861" y="464881"/>
                </a:cubicBezTo>
                <a:cubicBezTo>
                  <a:pt x="3734410" y="468173"/>
                  <a:pt x="3734227" y="471373"/>
                  <a:pt x="3733495" y="474665"/>
                </a:cubicBezTo>
                <a:cubicBezTo>
                  <a:pt x="3732672" y="477865"/>
                  <a:pt x="3731301" y="480792"/>
                  <a:pt x="3729380" y="483443"/>
                </a:cubicBezTo>
                <a:cubicBezTo>
                  <a:pt x="3727369" y="486095"/>
                  <a:pt x="3724991" y="488290"/>
                  <a:pt x="3722157" y="490027"/>
                </a:cubicBezTo>
                <a:lnTo>
                  <a:pt x="3717950" y="492587"/>
                </a:lnTo>
                <a:cubicBezTo>
                  <a:pt x="3715116" y="494325"/>
                  <a:pt x="3712098" y="495422"/>
                  <a:pt x="3708806" y="495971"/>
                </a:cubicBezTo>
                <a:cubicBezTo>
                  <a:pt x="3705515" y="496428"/>
                  <a:pt x="3702314" y="496336"/>
                  <a:pt x="3699114" y="495513"/>
                </a:cubicBezTo>
                <a:cubicBezTo>
                  <a:pt x="3695822" y="494782"/>
                  <a:pt x="3692896" y="493410"/>
                  <a:pt x="3690244" y="491399"/>
                </a:cubicBezTo>
                <a:cubicBezTo>
                  <a:pt x="3687592" y="489478"/>
                  <a:pt x="3685398" y="487101"/>
                  <a:pt x="3683660" y="484266"/>
                </a:cubicBezTo>
                <a:cubicBezTo>
                  <a:pt x="3681923" y="481432"/>
                  <a:pt x="3680826" y="478414"/>
                  <a:pt x="3680369" y="475122"/>
                </a:cubicBezTo>
                <a:cubicBezTo>
                  <a:pt x="3679820" y="471922"/>
                  <a:pt x="3679911" y="468630"/>
                  <a:pt x="3680734" y="465430"/>
                </a:cubicBezTo>
                <a:cubicBezTo>
                  <a:pt x="3681557" y="462229"/>
                  <a:pt x="3682929" y="459303"/>
                  <a:pt x="3684849" y="456651"/>
                </a:cubicBezTo>
                <a:cubicBezTo>
                  <a:pt x="3686769" y="454000"/>
                  <a:pt x="3689147" y="451805"/>
                  <a:pt x="3691981" y="450068"/>
                </a:cubicBezTo>
              </a:path>
              <a:path w="3887754" h="1096183">
                <a:moveTo>
                  <a:pt x="3700485" y="444856"/>
                </a:moveTo>
                <a:lnTo>
                  <a:pt x="3704783" y="442295"/>
                </a:lnTo>
                <a:cubicBezTo>
                  <a:pt x="3707618" y="440558"/>
                  <a:pt x="3710635" y="439461"/>
                  <a:pt x="3713927" y="438912"/>
                </a:cubicBezTo>
                <a:cubicBezTo>
                  <a:pt x="3717219" y="438455"/>
                  <a:pt x="3720419" y="438546"/>
                  <a:pt x="3723620" y="439369"/>
                </a:cubicBezTo>
                <a:cubicBezTo>
                  <a:pt x="3726820" y="440101"/>
                  <a:pt x="3729838" y="441472"/>
                  <a:pt x="3732489" y="443484"/>
                </a:cubicBezTo>
                <a:cubicBezTo>
                  <a:pt x="3735141" y="445404"/>
                  <a:pt x="3737336" y="447782"/>
                  <a:pt x="3739073" y="450616"/>
                </a:cubicBezTo>
                <a:cubicBezTo>
                  <a:pt x="3740810" y="453451"/>
                  <a:pt x="3741908" y="456468"/>
                  <a:pt x="3742365" y="459760"/>
                </a:cubicBezTo>
                <a:cubicBezTo>
                  <a:pt x="3742914" y="462961"/>
                  <a:pt x="3742731" y="466253"/>
                  <a:pt x="3741999" y="469453"/>
                </a:cubicBezTo>
                <a:cubicBezTo>
                  <a:pt x="3741176" y="472653"/>
                  <a:pt x="3739805" y="475579"/>
                  <a:pt x="3737884" y="478231"/>
                </a:cubicBezTo>
                <a:cubicBezTo>
                  <a:pt x="3735964" y="480883"/>
                  <a:pt x="3733495" y="483078"/>
                  <a:pt x="3730752" y="484815"/>
                </a:cubicBezTo>
                <a:lnTo>
                  <a:pt x="3726454" y="487467"/>
                </a:lnTo>
                <a:cubicBezTo>
                  <a:pt x="3723620" y="489113"/>
                  <a:pt x="3720602" y="490210"/>
                  <a:pt x="3717310" y="490758"/>
                </a:cubicBezTo>
                <a:cubicBezTo>
                  <a:pt x="3714018" y="491307"/>
                  <a:pt x="3710818" y="491124"/>
                  <a:pt x="3707618" y="490393"/>
                </a:cubicBezTo>
                <a:cubicBezTo>
                  <a:pt x="3704417" y="489570"/>
                  <a:pt x="3701400" y="488198"/>
                  <a:pt x="3698748" y="486278"/>
                </a:cubicBezTo>
                <a:cubicBezTo>
                  <a:pt x="3696096" y="484266"/>
                  <a:pt x="3693902" y="481889"/>
                  <a:pt x="3692164" y="479054"/>
                </a:cubicBezTo>
                <a:cubicBezTo>
                  <a:pt x="3690427" y="476311"/>
                  <a:pt x="3689330" y="473202"/>
                  <a:pt x="3688872" y="470002"/>
                </a:cubicBezTo>
                <a:cubicBezTo>
                  <a:pt x="3688324" y="466710"/>
                  <a:pt x="3688507" y="463509"/>
                  <a:pt x="3689238" y="460218"/>
                </a:cubicBezTo>
                <a:cubicBezTo>
                  <a:pt x="3690061" y="457017"/>
                  <a:pt x="3691433" y="454091"/>
                  <a:pt x="3693353" y="451439"/>
                </a:cubicBezTo>
                <a:cubicBezTo>
                  <a:pt x="3695273" y="448788"/>
                  <a:pt x="3697742" y="446593"/>
                  <a:pt x="3700485" y="444856"/>
                </a:cubicBezTo>
              </a:path>
              <a:path w="3887754" h="1096183">
                <a:moveTo>
                  <a:pt x="3709081" y="439735"/>
                </a:moveTo>
                <a:lnTo>
                  <a:pt x="3713287" y="437083"/>
                </a:lnTo>
                <a:cubicBezTo>
                  <a:pt x="3716122" y="435346"/>
                  <a:pt x="3719139" y="434249"/>
                  <a:pt x="3722431" y="433791"/>
                </a:cubicBezTo>
                <a:cubicBezTo>
                  <a:pt x="3725723" y="433243"/>
                  <a:pt x="3728923" y="433426"/>
                  <a:pt x="3732124" y="434157"/>
                </a:cubicBezTo>
                <a:cubicBezTo>
                  <a:pt x="3735415" y="434980"/>
                  <a:pt x="3738342" y="436352"/>
                  <a:pt x="3740993" y="438272"/>
                </a:cubicBezTo>
                <a:cubicBezTo>
                  <a:pt x="3743645" y="440192"/>
                  <a:pt x="3745840" y="442570"/>
                  <a:pt x="3747577" y="445404"/>
                </a:cubicBezTo>
                <a:cubicBezTo>
                  <a:pt x="3749314" y="448239"/>
                  <a:pt x="3750412" y="451256"/>
                  <a:pt x="3750869" y="454548"/>
                </a:cubicBezTo>
                <a:cubicBezTo>
                  <a:pt x="3751417" y="457840"/>
                  <a:pt x="3751326" y="461040"/>
                  <a:pt x="3750503" y="464241"/>
                </a:cubicBezTo>
                <a:cubicBezTo>
                  <a:pt x="3749680" y="467441"/>
                  <a:pt x="3748308" y="470367"/>
                  <a:pt x="3746388" y="473111"/>
                </a:cubicBezTo>
                <a:cubicBezTo>
                  <a:pt x="3744468" y="475762"/>
                  <a:pt x="3742091" y="477957"/>
                  <a:pt x="3739256" y="479694"/>
                </a:cubicBezTo>
                <a:lnTo>
                  <a:pt x="3734958" y="482255"/>
                </a:lnTo>
                <a:cubicBezTo>
                  <a:pt x="3732124" y="483992"/>
                  <a:pt x="3729106" y="485089"/>
                  <a:pt x="3725814" y="485546"/>
                </a:cubicBezTo>
                <a:cubicBezTo>
                  <a:pt x="3722614" y="486095"/>
                  <a:pt x="3719322" y="485912"/>
                  <a:pt x="3716122" y="485181"/>
                </a:cubicBezTo>
                <a:cubicBezTo>
                  <a:pt x="3712921" y="484358"/>
                  <a:pt x="3709995" y="482986"/>
                  <a:pt x="3707252" y="481066"/>
                </a:cubicBezTo>
                <a:cubicBezTo>
                  <a:pt x="3704600" y="479146"/>
                  <a:pt x="3702406" y="476768"/>
                  <a:pt x="3700668" y="473934"/>
                </a:cubicBezTo>
                <a:cubicBezTo>
                  <a:pt x="3699022" y="471099"/>
                  <a:pt x="3697834" y="468081"/>
                  <a:pt x="3697376" y="464790"/>
                </a:cubicBezTo>
                <a:cubicBezTo>
                  <a:pt x="3696828" y="461498"/>
                  <a:pt x="3697011" y="458297"/>
                  <a:pt x="3697742" y="455097"/>
                </a:cubicBezTo>
                <a:cubicBezTo>
                  <a:pt x="3698565" y="451896"/>
                  <a:pt x="3699937" y="448970"/>
                  <a:pt x="3701857" y="446227"/>
                </a:cubicBezTo>
                <a:cubicBezTo>
                  <a:pt x="3703869" y="443575"/>
                  <a:pt x="3706246" y="441381"/>
                  <a:pt x="3709081" y="439735"/>
                </a:cubicBezTo>
              </a:path>
              <a:path w="3887754" h="1096183">
                <a:moveTo>
                  <a:pt x="3717585" y="434523"/>
                </a:moveTo>
                <a:lnTo>
                  <a:pt x="3721791" y="431963"/>
                </a:lnTo>
                <a:cubicBezTo>
                  <a:pt x="3724626" y="430225"/>
                  <a:pt x="3727734" y="429128"/>
                  <a:pt x="3730935" y="428579"/>
                </a:cubicBezTo>
                <a:cubicBezTo>
                  <a:pt x="3734227" y="428122"/>
                  <a:pt x="3737427" y="428214"/>
                  <a:pt x="3740719" y="429036"/>
                </a:cubicBezTo>
                <a:cubicBezTo>
                  <a:pt x="3743919" y="429768"/>
                  <a:pt x="3746845" y="431140"/>
                  <a:pt x="3749497" y="433060"/>
                </a:cubicBezTo>
                <a:cubicBezTo>
                  <a:pt x="3752149" y="435072"/>
                  <a:pt x="3754344" y="437449"/>
                  <a:pt x="3756081" y="440284"/>
                </a:cubicBezTo>
                <a:cubicBezTo>
                  <a:pt x="3757818" y="443027"/>
                  <a:pt x="3758916" y="446136"/>
                  <a:pt x="3759464" y="449336"/>
                </a:cubicBezTo>
                <a:cubicBezTo>
                  <a:pt x="3759921" y="452628"/>
                  <a:pt x="3759830" y="455828"/>
                  <a:pt x="3759007" y="459120"/>
                </a:cubicBezTo>
                <a:cubicBezTo>
                  <a:pt x="3758275" y="462321"/>
                  <a:pt x="3756904" y="465247"/>
                  <a:pt x="3754892" y="467898"/>
                </a:cubicBezTo>
                <a:cubicBezTo>
                  <a:pt x="3752972" y="470550"/>
                  <a:pt x="3750594" y="472745"/>
                  <a:pt x="3747760" y="474482"/>
                </a:cubicBezTo>
                <a:lnTo>
                  <a:pt x="3743462" y="477042"/>
                </a:lnTo>
                <a:cubicBezTo>
                  <a:pt x="3740628" y="478780"/>
                  <a:pt x="3737610" y="479877"/>
                  <a:pt x="3734318" y="480426"/>
                </a:cubicBezTo>
                <a:cubicBezTo>
                  <a:pt x="3731118" y="480883"/>
                  <a:pt x="3727826" y="480792"/>
                  <a:pt x="3724626" y="479969"/>
                </a:cubicBezTo>
                <a:cubicBezTo>
                  <a:pt x="3721425" y="479237"/>
                  <a:pt x="3718499" y="477865"/>
                  <a:pt x="3715847" y="475854"/>
                </a:cubicBezTo>
                <a:cubicBezTo>
                  <a:pt x="3713104" y="473934"/>
                  <a:pt x="3710910" y="471556"/>
                  <a:pt x="3709264" y="468721"/>
                </a:cubicBezTo>
                <a:cubicBezTo>
                  <a:pt x="3707526" y="465887"/>
                  <a:pt x="3706429" y="462869"/>
                  <a:pt x="3705880" y="459577"/>
                </a:cubicBezTo>
                <a:cubicBezTo>
                  <a:pt x="3705423" y="456377"/>
                  <a:pt x="3705515" y="453085"/>
                  <a:pt x="3706338" y="449885"/>
                </a:cubicBezTo>
                <a:cubicBezTo>
                  <a:pt x="3707069" y="446684"/>
                  <a:pt x="3708441" y="443758"/>
                  <a:pt x="3710361" y="441107"/>
                </a:cubicBezTo>
                <a:cubicBezTo>
                  <a:pt x="3712373" y="438455"/>
                  <a:pt x="3714750" y="436260"/>
                  <a:pt x="3717585" y="434523"/>
                </a:cubicBezTo>
              </a:path>
              <a:path w="3887754" h="1096183">
                <a:moveTo>
                  <a:pt x="3726089" y="429311"/>
                </a:moveTo>
                <a:lnTo>
                  <a:pt x="3730386" y="426750"/>
                </a:lnTo>
                <a:cubicBezTo>
                  <a:pt x="3733129" y="425013"/>
                  <a:pt x="3736238" y="423916"/>
                  <a:pt x="3739439" y="423367"/>
                </a:cubicBezTo>
                <a:cubicBezTo>
                  <a:pt x="3742731" y="422910"/>
                  <a:pt x="3746022" y="423001"/>
                  <a:pt x="3749223" y="423824"/>
                </a:cubicBezTo>
                <a:cubicBezTo>
                  <a:pt x="3752423" y="424556"/>
                  <a:pt x="3755349" y="425928"/>
                  <a:pt x="3758001" y="427939"/>
                </a:cubicBezTo>
                <a:cubicBezTo>
                  <a:pt x="3760653" y="429859"/>
                  <a:pt x="3762847" y="432237"/>
                  <a:pt x="3764585" y="435072"/>
                </a:cubicBezTo>
                <a:cubicBezTo>
                  <a:pt x="3766322" y="437906"/>
                  <a:pt x="3767419" y="440924"/>
                  <a:pt x="3767968" y="444216"/>
                </a:cubicBezTo>
                <a:cubicBezTo>
                  <a:pt x="3768425" y="447416"/>
                  <a:pt x="3768334" y="450708"/>
                  <a:pt x="3767511" y="453908"/>
                </a:cubicBezTo>
                <a:cubicBezTo>
                  <a:pt x="3766779" y="457109"/>
                  <a:pt x="3765408" y="460035"/>
                  <a:pt x="3763396" y="462686"/>
                </a:cubicBezTo>
                <a:cubicBezTo>
                  <a:pt x="3761476" y="465338"/>
                  <a:pt x="3759098" y="467533"/>
                  <a:pt x="3756264" y="469270"/>
                </a:cubicBezTo>
                <a:lnTo>
                  <a:pt x="3752058" y="471922"/>
                </a:lnTo>
                <a:cubicBezTo>
                  <a:pt x="3749223" y="473568"/>
                  <a:pt x="3746114" y="474756"/>
                  <a:pt x="3742914" y="475214"/>
                </a:cubicBezTo>
                <a:cubicBezTo>
                  <a:pt x="3739622" y="475762"/>
                  <a:pt x="3736330" y="475579"/>
                  <a:pt x="3733129" y="474848"/>
                </a:cubicBezTo>
                <a:cubicBezTo>
                  <a:pt x="3729929" y="474025"/>
                  <a:pt x="3727003" y="472653"/>
                  <a:pt x="3724351" y="470733"/>
                </a:cubicBezTo>
                <a:cubicBezTo>
                  <a:pt x="3721699" y="468721"/>
                  <a:pt x="3719505" y="466344"/>
                  <a:pt x="3717768" y="463601"/>
                </a:cubicBezTo>
                <a:cubicBezTo>
                  <a:pt x="3716030" y="460766"/>
                  <a:pt x="3714933" y="457657"/>
                  <a:pt x="3714384" y="454457"/>
                </a:cubicBezTo>
                <a:cubicBezTo>
                  <a:pt x="3713927" y="451165"/>
                  <a:pt x="3714018" y="447965"/>
                  <a:pt x="3714841" y="444764"/>
                </a:cubicBezTo>
                <a:cubicBezTo>
                  <a:pt x="3715573" y="441472"/>
                  <a:pt x="3716945" y="438546"/>
                  <a:pt x="3718956" y="435894"/>
                </a:cubicBezTo>
                <a:cubicBezTo>
                  <a:pt x="3720876" y="433243"/>
                  <a:pt x="3723254" y="431048"/>
                  <a:pt x="3726089" y="429311"/>
                </a:cubicBezTo>
              </a:path>
              <a:path w="3887754" h="1096183">
                <a:moveTo>
                  <a:pt x="3734592" y="424190"/>
                </a:moveTo>
                <a:lnTo>
                  <a:pt x="3738890" y="421538"/>
                </a:lnTo>
                <a:cubicBezTo>
                  <a:pt x="3741725" y="419801"/>
                  <a:pt x="3744742" y="418704"/>
                  <a:pt x="3748034" y="418247"/>
                </a:cubicBezTo>
                <a:cubicBezTo>
                  <a:pt x="3751235" y="417698"/>
                  <a:pt x="3754526" y="417881"/>
                  <a:pt x="3757727" y="418612"/>
                </a:cubicBezTo>
                <a:cubicBezTo>
                  <a:pt x="3760927" y="419435"/>
                  <a:pt x="3763853" y="420807"/>
                  <a:pt x="3766505" y="422727"/>
                </a:cubicBezTo>
                <a:cubicBezTo>
                  <a:pt x="3769248" y="424647"/>
                  <a:pt x="3771443" y="427025"/>
                  <a:pt x="3773089" y="429859"/>
                </a:cubicBezTo>
                <a:cubicBezTo>
                  <a:pt x="3774826" y="432694"/>
                  <a:pt x="3775923" y="435712"/>
                  <a:pt x="3776472" y="439003"/>
                </a:cubicBezTo>
                <a:cubicBezTo>
                  <a:pt x="3777021" y="442295"/>
                  <a:pt x="3776838" y="445496"/>
                  <a:pt x="3776015" y="448696"/>
                </a:cubicBezTo>
                <a:cubicBezTo>
                  <a:pt x="3775283" y="451896"/>
                  <a:pt x="3773912" y="454914"/>
                  <a:pt x="3771991" y="457566"/>
                </a:cubicBezTo>
                <a:cubicBezTo>
                  <a:pt x="3769980" y="460218"/>
                  <a:pt x="3767602" y="462412"/>
                  <a:pt x="3764768" y="464149"/>
                </a:cubicBezTo>
                <a:lnTo>
                  <a:pt x="3760561" y="466710"/>
                </a:lnTo>
                <a:cubicBezTo>
                  <a:pt x="3757727" y="468447"/>
                  <a:pt x="3754709" y="469544"/>
                  <a:pt x="3751417" y="470002"/>
                </a:cubicBezTo>
                <a:cubicBezTo>
                  <a:pt x="3748126" y="470550"/>
                  <a:pt x="3744925" y="470367"/>
                  <a:pt x="3741633" y="469636"/>
                </a:cubicBezTo>
                <a:cubicBezTo>
                  <a:pt x="3738433" y="468813"/>
                  <a:pt x="3735507" y="467441"/>
                  <a:pt x="3732855" y="465521"/>
                </a:cubicBezTo>
                <a:cubicBezTo>
                  <a:pt x="3730203" y="463601"/>
                  <a:pt x="3728009" y="461223"/>
                  <a:pt x="3726271" y="458389"/>
                </a:cubicBezTo>
                <a:cubicBezTo>
                  <a:pt x="3724534" y="455554"/>
                  <a:pt x="3723437" y="452537"/>
                  <a:pt x="3722888" y="449245"/>
                </a:cubicBezTo>
                <a:cubicBezTo>
                  <a:pt x="3722431" y="445953"/>
                  <a:pt x="3722522" y="442752"/>
                  <a:pt x="3723345" y="439552"/>
                </a:cubicBezTo>
                <a:cubicBezTo>
                  <a:pt x="3724077" y="436352"/>
                  <a:pt x="3725448" y="433426"/>
                  <a:pt x="3727460" y="430682"/>
                </a:cubicBezTo>
                <a:cubicBezTo>
                  <a:pt x="3729380" y="428031"/>
                  <a:pt x="3731758" y="425836"/>
                  <a:pt x="3734592" y="424190"/>
                </a:cubicBezTo>
              </a:path>
              <a:path w="3887754" h="1096183">
                <a:moveTo>
                  <a:pt x="3743096" y="418978"/>
                </a:moveTo>
                <a:lnTo>
                  <a:pt x="3747394" y="416418"/>
                </a:lnTo>
                <a:cubicBezTo>
                  <a:pt x="3750229" y="414680"/>
                  <a:pt x="3753246" y="413583"/>
                  <a:pt x="3756538" y="413034"/>
                </a:cubicBezTo>
                <a:cubicBezTo>
                  <a:pt x="3759830" y="412577"/>
                  <a:pt x="3763030" y="412669"/>
                  <a:pt x="3766231" y="413492"/>
                </a:cubicBezTo>
                <a:cubicBezTo>
                  <a:pt x="3769431" y="414223"/>
                  <a:pt x="3772357" y="415595"/>
                  <a:pt x="3775100" y="417515"/>
                </a:cubicBezTo>
                <a:cubicBezTo>
                  <a:pt x="3777752" y="419527"/>
                  <a:pt x="3779947" y="421904"/>
                  <a:pt x="3781684" y="424739"/>
                </a:cubicBezTo>
                <a:cubicBezTo>
                  <a:pt x="3783330" y="427573"/>
                  <a:pt x="3784519" y="430591"/>
                  <a:pt x="3784976" y="433791"/>
                </a:cubicBezTo>
                <a:cubicBezTo>
                  <a:pt x="3785525" y="437083"/>
                  <a:pt x="3785342" y="440375"/>
                  <a:pt x="3784610" y="443575"/>
                </a:cubicBezTo>
                <a:cubicBezTo>
                  <a:pt x="3783787" y="446776"/>
                  <a:pt x="3782416" y="449702"/>
                  <a:pt x="3780495" y="452354"/>
                </a:cubicBezTo>
                <a:cubicBezTo>
                  <a:pt x="3778484" y="455005"/>
                  <a:pt x="3776106" y="457200"/>
                  <a:pt x="3773272" y="458937"/>
                </a:cubicBezTo>
                <a:lnTo>
                  <a:pt x="3769065" y="461498"/>
                </a:lnTo>
                <a:cubicBezTo>
                  <a:pt x="3766231" y="463235"/>
                  <a:pt x="3763213" y="464332"/>
                  <a:pt x="3759921" y="464881"/>
                </a:cubicBezTo>
                <a:cubicBezTo>
                  <a:pt x="3756630" y="465338"/>
                  <a:pt x="3753429" y="465247"/>
                  <a:pt x="3750229" y="464424"/>
                </a:cubicBezTo>
                <a:cubicBezTo>
                  <a:pt x="3746937" y="463692"/>
                  <a:pt x="3744011" y="462321"/>
                  <a:pt x="3741359" y="460309"/>
                </a:cubicBezTo>
                <a:cubicBezTo>
                  <a:pt x="3738707" y="458389"/>
                  <a:pt x="3736513" y="456011"/>
                  <a:pt x="3734775" y="453177"/>
                </a:cubicBezTo>
                <a:cubicBezTo>
                  <a:pt x="3733038" y="450342"/>
                  <a:pt x="3731941" y="447324"/>
                  <a:pt x="3731484" y="444033"/>
                </a:cubicBezTo>
                <a:cubicBezTo>
                  <a:pt x="3730935" y="440832"/>
                  <a:pt x="3731118" y="437540"/>
                  <a:pt x="3731849" y="434340"/>
                </a:cubicBezTo>
                <a:cubicBezTo>
                  <a:pt x="3732672" y="431140"/>
                  <a:pt x="3734044" y="428214"/>
                  <a:pt x="3735964" y="425562"/>
                </a:cubicBezTo>
                <a:cubicBezTo>
                  <a:pt x="3737884" y="422910"/>
                  <a:pt x="3740262" y="420715"/>
                  <a:pt x="3743096" y="418978"/>
                </a:cubicBezTo>
              </a:path>
              <a:path w="3887754" h="1096183">
                <a:moveTo>
                  <a:pt x="3751600" y="413766"/>
                </a:moveTo>
                <a:lnTo>
                  <a:pt x="3755898" y="411206"/>
                </a:lnTo>
                <a:cubicBezTo>
                  <a:pt x="3758733" y="409468"/>
                  <a:pt x="3761750" y="408371"/>
                  <a:pt x="3765042" y="407822"/>
                </a:cubicBezTo>
                <a:cubicBezTo>
                  <a:pt x="3768334" y="407365"/>
                  <a:pt x="3771534" y="407457"/>
                  <a:pt x="3774735" y="408280"/>
                </a:cubicBezTo>
                <a:cubicBezTo>
                  <a:pt x="3777935" y="409011"/>
                  <a:pt x="3780953" y="410383"/>
                  <a:pt x="3783604" y="412394"/>
                </a:cubicBezTo>
                <a:cubicBezTo>
                  <a:pt x="3786256" y="414315"/>
                  <a:pt x="3788451" y="416692"/>
                  <a:pt x="3790188" y="419527"/>
                </a:cubicBezTo>
                <a:cubicBezTo>
                  <a:pt x="3791925" y="422361"/>
                  <a:pt x="3793023" y="425379"/>
                  <a:pt x="3793480" y="428671"/>
                </a:cubicBezTo>
                <a:cubicBezTo>
                  <a:pt x="3794028" y="431963"/>
                  <a:pt x="3793846" y="435163"/>
                  <a:pt x="3793114" y="438363"/>
                </a:cubicBezTo>
                <a:cubicBezTo>
                  <a:pt x="3792291" y="441564"/>
                  <a:pt x="3790920" y="444490"/>
                  <a:pt x="3788999" y="447142"/>
                </a:cubicBezTo>
                <a:cubicBezTo>
                  <a:pt x="3787079" y="449885"/>
                  <a:pt x="3784702" y="452079"/>
                  <a:pt x="3781867" y="453725"/>
                </a:cubicBezTo>
                <a:lnTo>
                  <a:pt x="3777569" y="456377"/>
                </a:lnTo>
                <a:cubicBezTo>
                  <a:pt x="3774735" y="458023"/>
                  <a:pt x="3771717" y="459212"/>
                  <a:pt x="3768425" y="459669"/>
                </a:cubicBezTo>
                <a:cubicBezTo>
                  <a:pt x="3765133" y="460218"/>
                  <a:pt x="3761933" y="460035"/>
                  <a:pt x="3758733" y="459303"/>
                </a:cubicBezTo>
                <a:cubicBezTo>
                  <a:pt x="3755532" y="458480"/>
                  <a:pt x="3752606" y="457109"/>
                  <a:pt x="3749863" y="455188"/>
                </a:cubicBezTo>
                <a:cubicBezTo>
                  <a:pt x="3747211" y="453268"/>
                  <a:pt x="3745017" y="450799"/>
                  <a:pt x="3743279" y="448056"/>
                </a:cubicBezTo>
                <a:cubicBezTo>
                  <a:pt x="3741633" y="445221"/>
                  <a:pt x="3740445" y="442112"/>
                  <a:pt x="3739987" y="438912"/>
                </a:cubicBezTo>
                <a:cubicBezTo>
                  <a:pt x="3739439" y="435620"/>
                  <a:pt x="3739622" y="432420"/>
                  <a:pt x="3740353" y="429219"/>
                </a:cubicBezTo>
                <a:cubicBezTo>
                  <a:pt x="3741176" y="425928"/>
                  <a:pt x="3742548" y="423001"/>
                  <a:pt x="3744468" y="420350"/>
                </a:cubicBezTo>
                <a:cubicBezTo>
                  <a:pt x="3746388" y="417698"/>
                  <a:pt x="3748857" y="415503"/>
                  <a:pt x="3751600" y="413766"/>
                </a:cubicBezTo>
              </a:path>
              <a:path w="3887754" h="1096183">
                <a:moveTo>
                  <a:pt x="3760196" y="408645"/>
                </a:moveTo>
                <a:lnTo>
                  <a:pt x="3764402" y="405994"/>
                </a:lnTo>
                <a:cubicBezTo>
                  <a:pt x="3767237" y="404348"/>
                  <a:pt x="3770254" y="403159"/>
                  <a:pt x="3773546" y="402702"/>
                </a:cubicBezTo>
                <a:cubicBezTo>
                  <a:pt x="3776838" y="402153"/>
                  <a:pt x="3780038" y="402336"/>
                  <a:pt x="3783239" y="403068"/>
                </a:cubicBezTo>
                <a:cubicBezTo>
                  <a:pt x="3786530" y="403890"/>
                  <a:pt x="3789456" y="405262"/>
                  <a:pt x="3792108" y="407182"/>
                </a:cubicBezTo>
                <a:cubicBezTo>
                  <a:pt x="3794760" y="409103"/>
                  <a:pt x="3796955" y="411480"/>
                  <a:pt x="3798692" y="414315"/>
                </a:cubicBezTo>
                <a:cubicBezTo>
                  <a:pt x="3800429" y="417149"/>
                  <a:pt x="3801527" y="420167"/>
                  <a:pt x="3802075" y="423459"/>
                </a:cubicBezTo>
                <a:cubicBezTo>
                  <a:pt x="3802532" y="426750"/>
                  <a:pt x="3802441" y="429951"/>
                  <a:pt x="3801618" y="433151"/>
                </a:cubicBezTo>
                <a:cubicBezTo>
                  <a:pt x="3800795" y="436352"/>
                  <a:pt x="3799515" y="439369"/>
                  <a:pt x="3797503" y="442021"/>
                </a:cubicBezTo>
                <a:cubicBezTo>
                  <a:pt x="3795583" y="444673"/>
                  <a:pt x="3793206" y="446867"/>
                  <a:pt x="3790371" y="448605"/>
                </a:cubicBezTo>
                <a:lnTo>
                  <a:pt x="3786073" y="451165"/>
                </a:lnTo>
                <a:cubicBezTo>
                  <a:pt x="3783239" y="452902"/>
                  <a:pt x="3780221" y="454000"/>
                  <a:pt x="3776929" y="454457"/>
                </a:cubicBezTo>
                <a:cubicBezTo>
                  <a:pt x="3773729" y="455005"/>
                  <a:pt x="3770437" y="454914"/>
                  <a:pt x="3767237" y="454091"/>
                </a:cubicBezTo>
                <a:cubicBezTo>
                  <a:pt x="3764036" y="453268"/>
                  <a:pt x="3761110" y="451988"/>
                  <a:pt x="3758458" y="449976"/>
                </a:cubicBezTo>
                <a:cubicBezTo>
                  <a:pt x="3755715" y="448056"/>
                  <a:pt x="3753521" y="445679"/>
                  <a:pt x="3751875" y="442844"/>
                </a:cubicBezTo>
                <a:cubicBezTo>
                  <a:pt x="3750137" y="440009"/>
                  <a:pt x="3749040" y="436992"/>
                  <a:pt x="3748491" y="433700"/>
                </a:cubicBezTo>
                <a:cubicBezTo>
                  <a:pt x="3747943" y="430408"/>
                  <a:pt x="3748126" y="427208"/>
                  <a:pt x="3748857" y="424007"/>
                </a:cubicBezTo>
                <a:cubicBezTo>
                  <a:pt x="3749680" y="420807"/>
                  <a:pt x="3751052" y="417881"/>
                  <a:pt x="3752972" y="415229"/>
                </a:cubicBezTo>
                <a:cubicBezTo>
                  <a:pt x="3754984" y="412486"/>
                  <a:pt x="3757361" y="410291"/>
                  <a:pt x="3760196" y="408645"/>
                </a:cubicBezTo>
              </a:path>
              <a:path w="3887754" h="1096183">
                <a:moveTo>
                  <a:pt x="3768700" y="403433"/>
                </a:moveTo>
                <a:lnTo>
                  <a:pt x="3772906" y="400873"/>
                </a:lnTo>
                <a:cubicBezTo>
                  <a:pt x="3775740" y="399136"/>
                  <a:pt x="3778849" y="398038"/>
                  <a:pt x="3782050" y="397490"/>
                </a:cubicBezTo>
                <a:cubicBezTo>
                  <a:pt x="3785342" y="397032"/>
                  <a:pt x="3788634" y="397124"/>
                  <a:pt x="3791834" y="397947"/>
                </a:cubicBezTo>
                <a:cubicBezTo>
                  <a:pt x="3795034" y="398678"/>
                  <a:pt x="3797960" y="400050"/>
                  <a:pt x="3800612" y="401970"/>
                </a:cubicBezTo>
                <a:cubicBezTo>
                  <a:pt x="3803264" y="403982"/>
                  <a:pt x="3805458" y="406359"/>
                  <a:pt x="3807196" y="409194"/>
                </a:cubicBezTo>
                <a:cubicBezTo>
                  <a:pt x="3808933" y="412029"/>
                  <a:pt x="3810030" y="415046"/>
                  <a:pt x="3810579" y="418338"/>
                </a:cubicBezTo>
                <a:cubicBezTo>
                  <a:pt x="3811036" y="421538"/>
                  <a:pt x="3810945" y="424830"/>
                  <a:pt x="3810122" y="428031"/>
                </a:cubicBezTo>
                <a:cubicBezTo>
                  <a:pt x="3809390" y="431231"/>
                  <a:pt x="3808019" y="434157"/>
                  <a:pt x="3806007" y="436809"/>
                </a:cubicBezTo>
                <a:cubicBezTo>
                  <a:pt x="3804087" y="439461"/>
                  <a:pt x="3801709" y="441655"/>
                  <a:pt x="3798875" y="443393"/>
                </a:cubicBezTo>
                <a:lnTo>
                  <a:pt x="3794577" y="445953"/>
                </a:lnTo>
                <a:cubicBezTo>
                  <a:pt x="3791834" y="447690"/>
                  <a:pt x="3788725" y="448788"/>
                  <a:pt x="3785433" y="449336"/>
                </a:cubicBezTo>
                <a:cubicBezTo>
                  <a:pt x="3782233" y="449793"/>
                  <a:pt x="3778941" y="449702"/>
                  <a:pt x="3775740" y="448879"/>
                </a:cubicBezTo>
                <a:cubicBezTo>
                  <a:pt x="3772540" y="448147"/>
                  <a:pt x="3769614" y="446776"/>
                  <a:pt x="3766962" y="444856"/>
                </a:cubicBezTo>
                <a:cubicBezTo>
                  <a:pt x="3764219" y="442844"/>
                  <a:pt x="3762024" y="440466"/>
                  <a:pt x="3760379" y="437632"/>
                </a:cubicBezTo>
                <a:cubicBezTo>
                  <a:pt x="3758641" y="434797"/>
                  <a:pt x="3757544" y="431780"/>
                  <a:pt x="3756995" y="428488"/>
                </a:cubicBezTo>
                <a:cubicBezTo>
                  <a:pt x="3756538" y="425287"/>
                  <a:pt x="3756630" y="421996"/>
                  <a:pt x="3757452" y="418795"/>
                </a:cubicBezTo>
                <a:cubicBezTo>
                  <a:pt x="3758184" y="415595"/>
                  <a:pt x="3759556" y="412669"/>
                  <a:pt x="3761476" y="410017"/>
                </a:cubicBezTo>
                <a:cubicBezTo>
                  <a:pt x="3763488" y="407365"/>
                  <a:pt x="3765865" y="405171"/>
                  <a:pt x="3768700" y="403433"/>
                </a:cubicBezTo>
              </a:path>
              <a:path w="3887754" h="1096183">
                <a:moveTo>
                  <a:pt x="3777204" y="398221"/>
                </a:moveTo>
                <a:lnTo>
                  <a:pt x="3781501" y="395661"/>
                </a:lnTo>
                <a:cubicBezTo>
                  <a:pt x="3784336" y="393924"/>
                  <a:pt x="3787353" y="392826"/>
                  <a:pt x="3790645" y="392369"/>
                </a:cubicBezTo>
                <a:cubicBezTo>
                  <a:pt x="3793846" y="391820"/>
                  <a:pt x="3797137" y="391912"/>
                  <a:pt x="3800338" y="392735"/>
                </a:cubicBezTo>
                <a:cubicBezTo>
                  <a:pt x="3803538" y="393558"/>
                  <a:pt x="3806464" y="394838"/>
                  <a:pt x="3809116" y="396850"/>
                </a:cubicBezTo>
                <a:cubicBezTo>
                  <a:pt x="3811859" y="398770"/>
                  <a:pt x="3814054" y="401147"/>
                  <a:pt x="3815700" y="403982"/>
                </a:cubicBezTo>
                <a:cubicBezTo>
                  <a:pt x="3817437" y="406817"/>
                  <a:pt x="3818534" y="409834"/>
                  <a:pt x="3819083" y="413126"/>
                </a:cubicBezTo>
                <a:cubicBezTo>
                  <a:pt x="3819540" y="416418"/>
                  <a:pt x="3819449" y="419618"/>
                  <a:pt x="3818626" y="422819"/>
                </a:cubicBezTo>
                <a:cubicBezTo>
                  <a:pt x="3817894" y="426019"/>
                  <a:pt x="3816523" y="428945"/>
                  <a:pt x="3814602" y="431597"/>
                </a:cubicBezTo>
                <a:cubicBezTo>
                  <a:pt x="3812591" y="434340"/>
                  <a:pt x="3810213" y="436535"/>
                  <a:pt x="3807379" y="438180"/>
                </a:cubicBezTo>
                <a:lnTo>
                  <a:pt x="3803172" y="440832"/>
                </a:lnTo>
                <a:cubicBezTo>
                  <a:pt x="3800338" y="442478"/>
                  <a:pt x="3797229" y="443667"/>
                  <a:pt x="3794028" y="444124"/>
                </a:cubicBezTo>
                <a:cubicBezTo>
                  <a:pt x="3790737" y="444673"/>
                  <a:pt x="3787536" y="444490"/>
                  <a:pt x="3784244" y="443758"/>
                </a:cubicBezTo>
                <a:cubicBezTo>
                  <a:pt x="3781044" y="442935"/>
                  <a:pt x="3778118" y="441564"/>
                  <a:pt x="3775466" y="439644"/>
                </a:cubicBezTo>
                <a:cubicBezTo>
                  <a:pt x="3772814" y="437723"/>
                  <a:pt x="3770620" y="435254"/>
                  <a:pt x="3768882" y="432511"/>
                </a:cubicBezTo>
                <a:cubicBezTo>
                  <a:pt x="3767145" y="429677"/>
                  <a:pt x="3766048" y="426568"/>
                  <a:pt x="3765499" y="423367"/>
                </a:cubicBezTo>
                <a:cubicBezTo>
                  <a:pt x="3765042" y="420075"/>
                  <a:pt x="3765133" y="416875"/>
                  <a:pt x="3765956" y="413675"/>
                </a:cubicBezTo>
                <a:cubicBezTo>
                  <a:pt x="3766688" y="410474"/>
                  <a:pt x="3768060" y="407457"/>
                  <a:pt x="3770071" y="404805"/>
                </a:cubicBezTo>
                <a:cubicBezTo>
                  <a:pt x="3771991" y="402153"/>
                  <a:pt x="3774369" y="399959"/>
                  <a:pt x="3777204" y="398221"/>
                </a:cubicBezTo>
              </a:path>
              <a:path w="3887754" h="1096183">
                <a:moveTo>
                  <a:pt x="3785707" y="393101"/>
                </a:moveTo>
                <a:lnTo>
                  <a:pt x="3790005" y="390449"/>
                </a:lnTo>
                <a:cubicBezTo>
                  <a:pt x="3792840" y="388803"/>
                  <a:pt x="3795857" y="387614"/>
                  <a:pt x="3799149" y="387157"/>
                </a:cubicBezTo>
                <a:cubicBezTo>
                  <a:pt x="3802350" y="386608"/>
                  <a:pt x="3805641" y="386791"/>
                  <a:pt x="3808842" y="387523"/>
                </a:cubicBezTo>
                <a:cubicBezTo>
                  <a:pt x="3812042" y="388346"/>
                  <a:pt x="3814968" y="389717"/>
                  <a:pt x="3817711" y="391638"/>
                </a:cubicBezTo>
                <a:cubicBezTo>
                  <a:pt x="3820363" y="393558"/>
                  <a:pt x="3822558" y="396027"/>
                  <a:pt x="3824295" y="398770"/>
                </a:cubicBezTo>
                <a:cubicBezTo>
                  <a:pt x="3825941" y="401604"/>
                  <a:pt x="3827130" y="404713"/>
                  <a:pt x="3827587" y="407914"/>
                </a:cubicBezTo>
                <a:cubicBezTo>
                  <a:pt x="3828136" y="411206"/>
                  <a:pt x="3827953" y="414406"/>
                  <a:pt x="3827221" y="417606"/>
                </a:cubicBezTo>
                <a:cubicBezTo>
                  <a:pt x="3826398" y="420807"/>
                  <a:pt x="3825027" y="423824"/>
                  <a:pt x="3823106" y="426476"/>
                </a:cubicBezTo>
                <a:cubicBezTo>
                  <a:pt x="3821095" y="429128"/>
                  <a:pt x="3818717" y="431322"/>
                  <a:pt x="3815883" y="433060"/>
                </a:cubicBezTo>
                <a:lnTo>
                  <a:pt x="3811676" y="435620"/>
                </a:lnTo>
                <a:cubicBezTo>
                  <a:pt x="3808842" y="437358"/>
                  <a:pt x="3805824" y="438455"/>
                  <a:pt x="3802532" y="439003"/>
                </a:cubicBezTo>
                <a:cubicBezTo>
                  <a:pt x="3799241" y="439461"/>
                  <a:pt x="3796040" y="439369"/>
                  <a:pt x="3792840" y="438546"/>
                </a:cubicBezTo>
                <a:cubicBezTo>
                  <a:pt x="3789548" y="437723"/>
                  <a:pt x="3786622" y="436443"/>
                  <a:pt x="3783970" y="434431"/>
                </a:cubicBezTo>
                <a:cubicBezTo>
                  <a:pt x="3781318" y="432511"/>
                  <a:pt x="3779124" y="430134"/>
                  <a:pt x="3777386" y="427299"/>
                </a:cubicBezTo>
                <a:cubicBezTo>
                  <a:pt x="3775649" y="424464"/>
                  <a:pt x="3774552" y="421447"/>
                  <a:pt x="3774095" y="418155"/>
                </a:cubicBezTo>
                <a:cubicBezTo>
                  <a:pt x="3773546" y="414863"/>
                  <a:pt x="3773637" y="411663"/>
                  <a:pt x="3774460" y="408462"/>
                </a:cubicBezTo>
                <a:cubicBezTo>
                  <a:pt x="3775283" y="405262"/>
                  <a:pt x="3776655" y="402336"/>
                  <a:pt x="3778575" y="399684"/>
                </a:cubicBezTo>
                <a:cubicBezTo>
                  <a:pt x="3780495" y="396941"/>
                  <a:pt x="3782873" y="394746"/>
                  <a:pt x="3785707" y="393101"/>
                </a:cubicBezTo>
              </a:path>
              <a:path w="3887754" h="1096183">
                <a:moveTo>
                  <a:pt x="3794211" y="387888"/>
                </a:moveTo>
                <a:lnTo>
                  <a:pt x="3798509" y="385328"/>
                </a:lnTo>
                <a:cubicBezTo>
                  <a:pt x="3801344" y="383591"/>
                  <a:pt x="3804361" y="382494"/>
                  <a:pt x="3807653" y="381945"/>
                </a:cubicBezTo>
                <a:cubicBezTo>
                  <a:pt x="3810945" y="381488"/>
                  <a:pt x="3814145" y="381579"/>
                  <a:pt x="3817346" y="382402"/>
                </a:cubicBezTo>
                <a:cubicBezTo>
                  <a:pt x="3820546" y="383134"/>
                  <a:pt x="3823564" y="384505"/>
                  <a:pt x="3826215" y="386425"/>
                </a:cubicBezTo>
                <a:cubicBezTo>
                  <a:pt x="3828867" y="388437"/>
                  <a:pt x="3831062" y="390815"/>
                  <a:pt x="3832799" y="393649"/>
                </a:cubicBezTo>
                <a:cubicBezTo>
                  <a:pt x="3834536" y="396484"/>
                  <a:pt x="3835634" y="399501"/>
                  <a:pt x="3836091" y="402793"/>
                </a:cubicBezTo>
                <a:cubicBezTo>
                  <a:pt x="3836640" y="405994"/>
                  <a:pt x="3836457" y="409285"/>
                  <a:pt x="3835725" y="412486"/>
                </a:cubicBezTo>
                <a:cubicBezTo>
                  <a:pt x="3834902" y="415686"/>
                  <a:pt x="3833531" y="418612"/>
                  <a:pt x="3831610" y="421264"/>
                </a:cubicBezTo>
                <a:cubicBezTo>
                  <a:pt x="3829690" y="423916"/>
                  <a:pt x="3827221" y="426110"/>
                  <a:pt x="3824478" y="427848"/>
                </a:cubicBezTo>
                <a:lnTo>
                  <a:pt x="3820180" y="430408"/>
                </a:lnTo>
                <a:cubicBezTo>
                  <a:pt x="3817346" y="432145"/>
                  <a:pt x="3814328" y="433243"/>
                  <a:pt x="3811036" y="433791"/>
                </a:cubicBezTo>
                <a:cubicBezTo>
                  <a:pt x="3807744" y="434249"/>
                  <a:pt x="3804544" y="434157"/>
                  <a:pt x="3801344" y="433334"/>
                </a:cubicBezTo>
                <a:cubicBezTo>
                  <a:pt x="3798143" y="432603"/>
                  <a:pt x="3795126" y="431231"/>
                  <a:pt x="3792474" y="429311"/>
                </a:cubicBezTo>
                <a:cubicBezTo>
                  <a:pt x="3789822" y="427299"/>
                  <a:pt x="3787628" y="424922"/>
                  <a:pt x="3785890" y="422087"/>
                </a:cubicBezTo>
                <a:cubicBezTo>
                  <a:pt x="3784153" y="419252"/>
                  <a:pt x="3783056" y="416235"/>
                  <a:pt x="3782598" y="412943"/>
                </a:cubicBezTo>
                <a:cubicBezTo>
                  <a:pt x="3782050" y="409743"/>
                  <a:pt x="3782233" y="406451"/>
                  <a:pt x="3782964" y="403250"/>
                </a:cubicBezTo>
                <a:cubicBezTo>
                  <a:pt x="3783787" y="400050"/>
                  <a:pt x="3785159" y="397124"/>
                  <a:pt x="3787079" y="394472"/>
                </a:cubicBezTo>
                <a:cubicBezTo>
                  <a:pt x="3788999" y="391820"/>
                  <a:pt x="3791377" y="389626"/>
                  <a:pt x="3794211" y="387888"/>
                </a:cubicBezTo>
              </a:path>
              <a:path w="3887754" h="1096183">
                <a:moveTo>
                  <a:pt x="3802807" y="382676"/>
                </a:moveTo>
                <a:lnTo>
                  <a:pt x="3807013" y="380116"/>
                </a:lnTo>
                <a:cubicBezTo>
                  <a:pt x="3809848" y="378379"/>
                  <a:pt x="3812865" y="377281"/>
                  <a:pt x="3816157" y="376824"/>
                </a:cubicBezTo>
                <a:cubicBezTo>
                  <a:pt x="3819449" y="376276"/>
                  <a:pt x="3822649" y="376458"/>
                  <a:pt x="3825850" y="377190"/>
                </a:cubicBezTo>
                <a:cubicBezTo>
                  <a:pt x="3829141" y="378013"/>
                  <a:pt x="3832068" y="379385"/>
                  <a:pt x="3834719" y="381305"/>
                </a:cubicBezTo>
                <a:cubicBezTo>
                  <a:pt x="3837371" y="383225"/>
                  <a:pt x="3839566" y="385602"/>
                  <a:pt x="3841303" y="388437"/>
                </a:cubicBezTo>
                <a:cubicBezTo>
                  <a:pt x="3843040" y="391272"/>
                  <a:pt x="3844138" y="394289"/>
                  <a:pt x="3844595" y="397581"/>
                </a:cubicBezTo>
                <a:cubicBezTo>
                  <a:pt x="3845143" y="400873"/>
                  <a:pt x="3844961" y="404073"/>
                  <a:pt x="3844229" y="407274"/>
                </a:cubicBezTo>
                <a:cubicBezTo>
                  <a:pt x="3843406" y="410474"/>
                  <a:pt x="3842034" y="413400"/>
                  <a:pt x="3840114" y="416052"/>
                </a:cubicBezTo>
                <a:cubicBezTo>
                  <a:pt x="3838194" y="418795"/>
                  <a:pt x="3835817" y="420990"/>
                  <a:pt x="3832982" y="422636"/>
                </a:cubicBezTo>
                <a:lnTo>
                  <a:pt x="3828684" y="425287"/>
                </a:lnTo>
                <a:cubicBezTo>
                  <a:pt x="3825850" y="426933"/>
                  <a:pt x="3822832" y="428122"/>
                  <a:pt x="3819540" y="428579"/>
                </a:cubicBezTo>
                <a:cubicBezTo>
                  <a:pt x="3816248" y="429128"/>
                  <a:pt x="3813048" y="428945"/>
                  <a:pt x="3809848" y="428214"/>
                </a:cubicBezTo>
                <a:cubicBezTo>
                  <a:pt x="3806647" y="427391"/>
                  <a:pt x="3803721" y="426019"/>
                  <a:pt x="3800978" y="424099"/>
                </a:cubicBezTo>
                <a:cubicBezTo>
                  <a:pt x="3798326" y="422178"/>
                  <a:pt x="3796132" y="419801"/>
                  <a:pt x="3794394" y="416966"/>
                </a:cubicBezTo>
                <a:cubicBezTo>
                  <a:pt x="3792748" y="414132"/>
                  <a:pt x="3791560" y="411114"/>
                  <a:pt x="3791102" y="407822"/>
                </a:cubicBezTo>
                <a:cubicBezTo>
                  <a:pt x="3790554" y="404531"/>
                  <a:pt x="3790737" y="401330"/>
                  <a:pt x="3791468" y="398130"/>
                </a:cubicBezTo>
                <a:cubicBezTo>
                  <a:pt x="3792291" y="394929"/>
                  <a:pt x="3793663" y="391912"/>
                  <a:pt x="3795583" y="389260"/>
                </a:cubicBezTo>
                <a:cubicBezTo>
                  <a:pt x="3797595" y="386608"/>
                  <a:pt x="3799972" y="384414"/>
                  <a:pt x="3802807" y="382676"/>
                </a:cubicBezTo>
              </a:path>
              <a:path w="3887754" h="1096183">
                <a:moveTo>
                  <a:pt x="3811311" y="377556"/>
                </a:moveTo>
                <a:lnTo>
                  <a:pt x="3815517" y="374904"/>
                </a:lnTo>
                <a:cubicBezTo>
                  <a:pt x="3818352" y="373258"/>
                  <a:pt x="3821460" y="372069"/>
                  <a:pt x="3824661" y="371612"/>
                </a:cubicBezTo>
                <a:cubicBezTo>
                  <a:pt x="3827953" y="371064"/>
                  <a:pt x="3831153" y="371246"/>
                  <a:pt x="3834445" y="371978"/>
                </a:cubicBezTo>
                <a:cubicBezTo>
                  <a:pt x="3837645" y="372801"/>
                  <a:pt x="3840571" y="374172"/>
                  <a:pt x="3843223" y="376093"/>
                </a:cubicBezTo>
                <a:cubicBezTo>
                  <a:pt x="3845875" y="378104"/>
                  <a:pt x="3848070" y="380482"/>
                  <a:pt x="3849807" y="383225"/>
                </a:cubicBezTo>
                <a:cubicBezTo>
                  <a:pt x="3851544" y="386060"/>
                  <a:pt x="3852642" y="389169"/>
                  <a:pt x="3853190" y="392369"/>
                </a:cubicBezTo>
                <a:cubicBezTo>
                  <a:pt x="3853647" y="395661"/>
                  <a:pt x="3853556" y="398861"/>
                  <a:pt x="3852733" y="402062"/>
                </a:cubicBezTo>
                <a:cubicBezTo>
                  <a:pt x="3852001" y="405354"/>
                  <a:pt x="3850630" y="408280"/>
                  <a:pt x="3848618" y="410931"/>
                </a:cubicBezTo>
                <a:cubicBezTo>
                  <a:pt x="3846698" y="413583"/>
                  <a:pt x="3844320" y="415778"/>
                  <a:pt x="3841486" y="417515"/>
                </a:cubicBezTo>
                <a:lnTo>
                  <a:pt x="3837188" y="420075"/>
                </a:lnTo>
                <a:cubicBezTo>
                  <a:pt x="3834354" y="421813"/>
                  <a:pt x="3831336" y="422910"/>
                  <a:pt x="3828044" y="423459"/>
                </a:cubicBezTo>
                <a:cubicBezTo>
                  <a:pt x="3824844" y="423916"/>
                  <a:pt x="3821552" y="423824"/>
                  <a:pt x="3818352" y="423001"/>
                </a:cubicBezTo>
                <a:cubicBezTo>
                  <a:pt x="3815151" y="422270"/>
                  <a:pt x="3812225" y="420898"/>
                  <a:pt x="3809573" y="418887"/>
                </a:cubicBezTo>
                <a:cubicBezTo>
                  <a:pt x="3806830" y="416966"/>
                  <a:pt x="3804636" y="414589"/>
                  <a:pt x="3802990" y="411754"/>
                </a:cubicBezTo>
                <a:cubicBezTo>
                  <a:pt x="3801252" y="408920"/>
                  <a:pt x="3800155" y="405902"/>
                  <a:pt x="3799606" y="402610"/>
                </a:cubicBezTo>
                <a:cubicBezTo>
                  <a:pt x="3799149" y="399410"/>
                  <a:pt x="3799241" y="396118"/>
                  <a:pt x="3800064" y="392918"/>
                </a:cubicBezTo>
                <a:cubicBezTo>
                  <a:pt x="3800795" y="389717"/>
                  <a:pt x="3802167" y="386791"/>
                  <a:pt x="3804087" y="384139"/>
                </a:cubicBezTo>
                <a:cubicBezTo>
                  <a:pt x="3806099" y="381396"/>
                  <a:pt x="3808476" y="379293"/>
                  <a:pt x="3811311" y="377556"/>
                </a:cubicBezTo>
              </a:path>
              <a:path w="3887754" h="1096183">
                <a:moveTo>
                  <a:pt x="3819815" y="372344"/>
                </a:moveTo>
                <a:lnTo>
                  <a:pt x="3824112" y="369783"/>
                </a:lnTo>
                <a:cubicBezTo>
                  <a:pt x="3826855" y="368046"/>
                  <a:pt x="3829964" y="366949"/>
                  <a:pt x="3833165" y="366400"/>
                </a:cubicBezTo>
                <a:cubicBezTo>
                  <a:pt x="3836457" y="365943"/>
                  <a:pt x="3839748" y="366034"/>
                  <a:pt x="3842949" y="366857"/>
                </a:cubicBezTo>
                <a:cubicBezTo>
                  <a:pt x="3846149" y="367589"/>
                  <a:pt x="3849075" y="368960"/>
                  <a:pt x="3851727" y="370972"/>
                </a:cubicBezTo>
                <a:cubicBezTo>
                  <a:pt x="3854379" y="372892"/>
                  <a:pt x="3856573" y="375270"/>
                  <a:pt x="3858311" y="378104"/>
                </a:cubicBezTo>
                <a:cubicBezTo>
                  <a:pt x="3860048" y="380939"/>
                  <a:pt x="3861145" y="383957"/>
                  <a:pt x="3861694" y="387248"/>
                </a:cubicBezTo>
                <a:cubicBezTo>
                  <a:pt x="3862151" y="390449"/>
                  <a:pt x="3862060" y="393741"/>
                  <a:pt x="3861237" y="396941"/>
                </a:cubicBezTo>
                <a:cubicBezTo>
                  <a:pt x="3860505" y="400141"/>
                  <a:pt x="3859134" y="403068"/>
                  <a:pt x="3857122" y="405719"/>
                </a:cubicBezTo>
                <a:cubicBezTo>
                  <a:pt x="3855202" y="408371"/>
                  <a:pt x="3852824" y="410566"/>
                  <a:pt x="3849990" y="412303"/>
                </a:cubicBezTo>
                <a:lnTo>
                  <a:pt x="3845784" y="414863"/>
                </a:lnTo>
                <a:cubicBezTo>
                  <a:pt x="3842949" y="416601"/>
                  <a:pt x="3839840" y="417698"/>
                  <a:pt x="3836640" y="418247"/>
                </a:cubicBezTo>
                <a:cubicBezTo>
                  <a:pt x="3833348" y="418704"/>
                  <a:pt x="3830056" y="418612"/>
                  <a:pt x="3826855" y="417789"/>
                </a:cubicBezTo>
                <a:cubicBezTo>
                  <a:pt x="3823655" y="417058"/>
                  <a:pt x="3820729" y="415686"/>
                  <a:pt x="3818077" y="413766"/>
                </a:cubicBezTo>
                <a:cubicBezTo>
                  <a:pt x="3815425" y="411754"/>
                  <a:pt x="3813231" y="409377"/>
                  <a:pt x="3811494" y="406542"/>
                </a:cubicBezTo>
                <a:cubicBezTo>
                  <a:pt x="3809756" y="403799"/>
                  <a:pt x="3808659" y="400690"/>
                  <a:pt x="3808110" y="397490"/>
                </a:cubicBezTo>
                <a:cubicBezTo>
                  <a:pt x="3807653" y="394198"/>
                  <a:pt x="3807744" y="390906"/>
                  <a:pt x="3808567" y="387706"/>
                </a:cubicBezTo>
                <a:cubicBezTo>
                  <a:pt x="3809299" y="384505"/>
                  <a:pt x="3810671" y="381579"/>
                  <a:pt x="3812682" y="378927"/>
                </a:cubicBezTo>
                <a:cubicBezTo>
                  <a:pt x="3814602" y="376276"/>
                  <a:pt x="3816980" y="374081"/>
                  <a:pt x="3819815" y="372344"/>
                </a:cubicBezTo>
              </a:path>
              <a:path w="3887754" h="1096183">
                <a:moveTo>
                  <a:pt x="3828318" y="367132"/>
                </a:moveTo>
                <a:lnTo>
                  <a:pt x="3832616" y="364571"/>
                </a:lnTo>
                <a:cubicBezTo>
                  <a:pt x="3835451" y="362834"/>
                  <a:pt x="3838468" y="361737"/>
                  <a:pt x="3841760" y="361279"/>
                </a:cubicBezTo>
                <a:cubicBezTo>
                  <a:pt x="3844961" y="360731"/>
                  <a:pt x="3848252" y="360914"/>
                  <a:pt x="3851453" y="361645"/>
                </a:cubicBezTo>
                <a:cubicBezTo>
                  <a:pt x="3854653" y="362468"/>
                  <a:pt x="3857579" y="363840"/>
                  <a:pt x="3860231" y="365760"/>
                </a:cubicBezTo>
                <a:cubicBezTo>
                  <a:pt x="3862974" y="367680"/>
                  <a:pt x="3865169" y="370058"/>
                  <a:pt x="3866815" y="372892"/>
                </a:cubicBezTo>
                <a:cubicBezTo>
                  <a:pt x="3868552" y="375727"/>
                  <a:pt x="3869649" y="378744"/>
                  <a:pt x="3870198" y="382036"/>
                </a:cubicBezTo>
                <a:cubicBezTo>
                  <a:pt x="3870747" y="385328"/>
                  <a:pt x="3870564" y="388529"/>
                  <a:pt x="3869741" y="391729"/>
                </a:cubicBezTo>
                <a:cubicBezTo>
                  <a:pt x="3869009" y="394929"/>
                  <a:pt x="3867638" y="397855"/>
                  <a:pt x="3865717" y="400599"/>
                </a:cubicBezTo>
                <a:cubicBezTo>
                  <a:pt x="3863706" y="403250"/>
                  <a:pt x="3861328" y="405445"/>
                  <a:pt x="3858494" y="407091"/>
                </a:cubicBezTo>
                <a:lnTo>
                  <a:pt x="3854287" y="409743"/>
                </a:lnTo>
                <a:cubicBezTo>
                  <a:pt x="3851453" y="411480"/>
                  <a:pt x="3848344" y="412577"/>
                  <a:pt x="3845143" y="413034"/>
                </a:cubicBezTo>
                <a:cubicBezTo>
                  <a:pt x="3841852" y="413583"/>
                  <a:pt x="3838651" y="413400"/>
                  <a:pt x="3835359" y="412669"/>
                </a:cubicBezTo>
                <a:cubicBezTo>
                  <a:pt x="3832159" y="411846"/>
                  <a:pt x="3829233" y="410474"/>
                  <a:pt x="3826581" y="408554"/>
                </a:cubicBezTo>
                <a:cubicBezTo>
                  <a:pt x="3823929" y="406634"/>
                  <a:pt x="3821735" y="404256"/>
                  <a:pt x="3819997" y="401422"/>
                </a:cubicBezTo>
                <a:cubicBezTo>
                  <a:pt x="3818260" y="398587"/>
                  <a:pt x="3817163" y="395569"/>
                  <a:pt x="3816614" y="392278"/>
                </a:cubicBezTo>
                <a:cubicBezTo>
                  <a:pt x="3816157" y="388986"/>
                  <a:pt x="3816248" y="385785"/>
                  <a:pt x="3817071" y="382585"/>
                </a:cubicBezTo>
                <a:cubicBezTo>
                  <a:pt x="3817803" y="379385"/>
                  <a:pt x="3819174" y="376367"/>
                  <a:pt x="3821186" y="373715"/>
                </a:cubicBezTo>
                <a:cubicBezTo>
                  <a:pt x="3823106" y="371064"/>
                  <a:pt x="3825484" y="368869"/>
                  <a:pt x="3828318" y="367132"/>
                </a:cubicBezTo>
              </a:path>
              <a:path w="3887754" h="1096183">
                <a:moveTo>
                  <a:pt x="3836822" y="362011"/>
                </a:moveTo>
                <a:lnTo>
                  <a:pt x="3841120" y="359359"/>
                </a:lnTo>
                <a:cubicBezTo>
                  <a:pt x="3843955" y="357713"/>
                  <a:pt x="3846972" y="356616"/>
                  <a:pt x="3850264" y="356067"/>
                </a:cubicBezTo>
                <a:cubicBezTo>
                  <a:pt x="3853556" y="355519"/>
                  <a:pt x="3856756" y="355702"/>
                  <a:pt x="3859957" y="356433"/>
                </a:cubicBezTo>
                <a:cubicBezTo>
                  <a:pt x="3863157" y="357256"/>
                  <a:pt x="3866083" y="358628"/>
                  <a:pt x="3868826" y="360548"/>
                </a:cubicBezTo>
                <a:cubicBezTo>
                  <a:pt x="3871478" y="362560"/>
                  <a:pt x="3873673" y="364937"/>
                  <a:pt x="3875410" y="367772"/>
                </a:cubicBezTo>
                <a:cubicBezTo>
                  <a:pt x="3877056" y="370515"/>
                  <a:pt x="3878245" y="373624"/>
                  <a:pt x="3878702" y="376824"/>
                </a:cubicBezTo>
                <a:cubicBezTo>
                  <a:pt x="3879251" y="380116"/>
                  <a:pt x="3879068" y="383316"/>
                  <a:pt x="3878336" y="386608"/>
                </a:cubicBezTo>
                <a:cubicBezTo>
                  <a:pt x="3877513" y="389809"/>
                  <a:pt x="3876142" y="392735"/>
                  <a:pt x="3874221" y="395387"/>
                </a:cubicBezTo>
                <a:cubicBezTo>
                  <a:pt x="3872210" y="398038"/>
                  <a:pt x="3869832" y="400233"/>
                  <a:pt x="3866998" y="401970"/>
                </a:cubicBezTo>
                <a:lnTo>
                  <a:pt x="3862791" y="404531"/>
                </a:lnTo>
                <a:cubicBezTo>
                  <a:pt x="3859957" y="406268"/>
                  <a:pt x="3856939" y="407365"/>
                  <a:pt x="3853647" y="407914"/>
                </a:cubicBezTo>
                <a:cubicBezTo>
                  <a:pt x="3850356" y="408371"/>
                  <a:pt x="3847155" y="408280"/>
                  <a:pt x="3843955" y="407457"/>
                </a:cubicBezTo>
                <a:cubicBezTo>
                  <a:pt x="3840663" y="406725"/>
                  <a:pt x="3837737" y="405354"/>
                  <a:pt x="3835085" y="403342"/>
                </a:cubicBezTo>
                <a:cubicBezTo>
                  <a:pt x="3832433" y="401422"/>
                  <a:pt x="3830239" y="399044"/>
                  <a:pt x="3828501" y="396210"/>
                </a:cubicBezTo>
                <a:cubicBezTo>
                  <a:pt x="3826764" y="393375"/>
                  <a:pt x="3825667" y="390357"/>
                  <a:pt x="3825210" y="387066"/>
                </a:cubicBezTo>
                <a:cubicBezTo>
                  <a:pt x="3824661" y="383865"/>
                  <a:pt x="3824844" y="380573"/>
                  <a:pt x="3825575" y="377373"/>
                </a:cubicBezTo>
                <a:cubicBezTo>
                  <a:pt x="3826398" y="374172"/>
                  <a:pt x="3827770" y="371246"/>
                  <a:pt x="3829690" y="368595"/>
                </a:cubicBezTo>
                <a:cubicBezTo>
                  <a:pt x="3831610" y="365943"/>
                  <a:pt x="3833988" y="363748"/>
                  <a:pt x="3836822" y="362011"/>
                </a:cubicBezTo>
              </a:path>
              <a:path w="3887754" h="1096183">
                <a:moveTo>
                  <a:pt x="3845326" y="356799"/>
                </a:moveTo>
                <a:lnTo>
                  <a:pt x="3849624" y="354239"/>
                </a:lnTo>
                <a:cubicBezTo>
                  <a:pt x="3852459" y="352501"/>
                  <a:pt x="3855476" y="351404"/>
                  <a:pt x="3858768" y="350855"/>
                </a:cubicBezTo>
                <a:cubicBezTo>
                  <a:pt x="3862060" y="350398"/>
                  <a:pt x="3865260" y="350490"/>
                  <a:pt x="3868461" y="351312"/>
                </a:cubicBezTo>
                <a:cubicBezTo>
                  <a:pt x="3871661" y="352044"/>
                  <a:pt x="3874679" y="353416"/>
                  <a:pt x="3877330" y="355427"/>
                </a:cubicBezTo>
                <a:cubicBezTo>
                  <a:pt x="3879982" y="357348"/>
                  <a:pt x="3882177" y="359725"/>
                  <a:pt x="3883914" y="362560"/>
                </a:cubicBezTo>
                <a:cubicBezTo>
                  <a:pt x="3885651" y="365394"/>
                  <a:pt x="3886749" y="368412"/>
                  <a:pt x="3887206" y="371704"/>
                </a:cubicBezTo>
                <a:cubicBezTo>
                  <a:pt x="3887754" y="374904"/>
                  <a:pt x="3887572" y="378196"/>
                  <a:pt x="3886840" y="381396"/>
                </a:cubicBezTo>
                <a:cubicBezTo>
                  <a:pt x="3886017" y="384597"/>
                  <a:pt x="3884646" y="387523"/>
                  <a:pt x="3882725" y="390174"/>
                </a:cubicBezTo>
                <a:cubicBezTo>
                  <a:pt x="3880805" y="392826"/>
                  <a:pt x="3878428" y="395021"/>
                  <a:pt x="3875593" y="396758"/>
                </a:cubicBezTo>
                <a:lnTo>
                  <a:pt x="3871295" y="399318"/>
                </a:lnTo>
                <a:cubicBezTo>
                  <a:pt x="3868461" y="401056"/>
                  <a:pt x="3865443" y="402153"/>
                  <a:pt x="3862151" y="402702"/>
                </a:cubicBezTo>
                <a:cubicBezTo>
                  <a:pt x="3858859" y="403159"/>
                  <a:pt x="3855659" y="403068"/>
                  <a:pt x="3852459" y="402245"/>
                </a:cubicBezTo>
                <a:cubicBezTo>
                  <a:pt x="3849258" y="401513"/>
                  <a:pt x="3846241" y="400141"/>
                  <a:pt x="3843589" y="398221"/>
                </a:cubicBezTo>
                <a:cubicBezTo>
                  <a:pt x="3840937" y="396210"/>
                  <a:pt x="3838743" y="393832"/>
                  <a:pt x="3837005" y="390997"/>
                </a:cubicBezTo>
                <a:cubicBezTo>
                  <a:pt x="3835359" y="388254"/>
                  <a:pt x="3834171" y="385145"/>
                  <a:pt x="3833713" y="381945"/>
                </a:cubicBezTo>
                <a:cubicBezTo>
                  <a:pt x="3833165" y="378653"/>
                  <a:pt x="3833348" y="375453"/>
                  <a:pt x="3834079" y="372161"/>
                </a:cubicBezTo>
                <a:cubicBezTo>
                  <a:pt x="3834902" y="368960"/>
                  <a:pt x="3836274" y="366034"/>
                  <a:pt x="3838194" y="363383"/>
                </a:cubicBezTo>
                <a:cubicBezTo>
                  <a:pt x="3840114" y="360731"/>
                  <a:pt x="3842583" y="358536"/>
                  <a:pt x="3845326" y="356799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1" name="Forma 174"/>
          <p:cNvSpPr/>
          <p:nvPr/>
        </p:nvSpPr>
        <p:spPr>
          <a:xfrm>
            <a:off x="4226174" y="2877342"/>
            <a:ext cx="3959901" cy="916595"/>
          </a:xfrm>
          <a:custGeom>
            <a:avLst/>
            <a:gdLst/>
            <a:ahLst/>
            <a:cxnLst/>
            <a:rect l="l" t="t" r="r" b="b"/>
            <a:pathLst>
              <a:path w="3959901" h="916595">
                <a:moveTo>
                  <a:pt x="119695" y="508132"/>
                </a:moveTo>
                <a:cubicBezTo>
                  <a:pt x="119695" y="512064"/>
                  <a:pt x="119329" y="515904"/>
                  <a:pt x="118506" y="519745"/>
                </a:cubicBezTo>
                <a:cubicBezTo>
                  <a:pt x="117775" y="523585"/>
                  <a:pt x="116677" y="527334"/>
                  <a:pt x="115123" y="530992"/>
                </a:cubicBezTo>
                <a:cubicBezTo>
                  <a:pt x="113660" y="534558"/>
                  <a:pt x="111831" y="538033"/>
                  <a:pt x="109637" y="541325"/>
                </a:cubicBezTo>
                <a:cubicBezTo>
                  <a:pt x="107442" y="544525"/>
                  <a:pt x="104973" y="547543"/>
                  <a:pt x="102138" y="550377"/>
                </a:cubicBezTo>
                <a:cubicBezTo>
                  <a:pt x="99395" y="553121"/>
                  <a:pt x="96378" y="555589"/>
                  <a:pt x="93086" y="557784"/>
                </a:cubicBezTo>
                <a:cubicBezTo>
                  <a:pt x="89794" y="559979"/>
                  <a:pt x="86411" y="561807"/>
                  <a:pt x="82753" y="563362"/>
                </a:cubicBezTo>
                <a:cubicBezTo>
                  <a:pt x="79096" y="564825"/>
                  <a:pt x="75347" y="565922"/>
                  <a:pt x="71506" y="566745"/>
                </a:cubicBezTo>
                <a:cubicBezTo>
                  <a:pt x="67666" y="567477"/>
                  <a:pt x="63734" y="567842"/>
                  <a:pt x="59893" y="567842"/>
                </a:cubicBezTo>
                <a:cubicBezTo>
                  <a:pt x="55961" y="567842"/>
                  <a:pt x="52029" y="567477"/>
                  <a:pt x="48189" y="566745"/>
                </a:cubicBezTo>
                <a:cubicBezTo>
                  <a:pt x="44348" y="565922"/>
                  <a:pt x="40599" y="564825"/>
                  <a:pt x="36942" y="563362"/>
                </a:cubicBezTo>
                <a:cubicBezTo>
                  <a:pt x="33284" y="561807"/>
                  <a:pt x="29901" y="559979"/>
                  <a:pt x="26609" y="557784"/>
                </a:cubicBezTo>
                <a:cubicBezTo>
                  <a:pt x="23317" y="555589"/>
                  <a:pt x="20300" y="553121"/>
                  <a:pt x="17556" y="550377"/>
                </a:cubicBezTo>
                <a:cubicBezTo>
                  <a:pt x="14722" y="547543"/>
                  <a:pt x="12253" y="544525"/>
                  <a:pt x="10058" y="541325"/>
                </a:cubicBezTo>
                <a:cubicBezTo>
                  <a:pt x="7864" y="538033"/>
                  <a:pt x="6035" y="534558"/>
                  <a:pt x="4572" y="530992"/>
                </a:cubicBezTo>
                <a:cubicBezTo>
                  <a:pt x="3018" y="527334"/>
                  <a:pt x="1920" y="523585"/>
                  <a:pt x="1189" y="519745"/>
                </a:cubicBezTo>
                <a:cubicBezTo>
                  <a:pt x="366" y="515904"/>
                  <a:pt x="0" y="512064"/>
                  <a:pt x="0" y="508132"/>
                </a:cubicBezTo>
                <a:cubicBezTo>
                  <a:pt x="0" y="504200"/>
                  <a:pt x="366" y="500268"/>
                  <a:pt x="1189" y="496428"/>
                </a:cubicBezTo>
                <a:cubicBezTo>
                  <a:pt x="1920" y="492587"/>
                  <a:pt x="3018" y="488838"/>
                  <a:pt x="4572" y="485181"/>
                </a:cubicBezTo>
                <a:cubicBezTo>
                  <a:pt x="6035" y="481614"/>
                  <a:pt x="7864" y="478140"/>
                  <a:pt x="10058" y="474848"/>
                </a:cubicBezTo>
                <a:cubicBezTo>
                  <a:pt x="12253" y="471648"/>
                  <a:pt x="14722" y="468630"/>
                  <a:pt x="17556" y="465795"/>
                </a:cubicBezTo>
                <a:cubicBezTo>
                  <a:pt x="20300" y="463052"/>
                  <a:pt x="23317" y="460583"/>
                  <a:pt x="26609" y="458389"/>
                </a:cubicBezTo>
                <a:cubicBezTo>
                  <a:pt x="29901" y="456194"/>
                  <a:pt x="33284" y="454365"/>
                  <a:pt x="36942" y="452902"/>
                </a:cubicBezTo>
                <a:cubicBezTo>
                  <a:pt x="40599" y="451348"/>
                  <a:pt x="44348" y="450251"/>
                  <a:pt x="48189" y="449428"/>
                </a:cubicBezTo>
                <a:cubicBezTo>
                  <a:pt x="52029" y="448696"/>
                  <a:pt x="55961" y="448330"/>
                  <a:pt x="59893" y="448330"/>
                </a:cubicBezTo>
                <a:cubicBezTo>
                  <a:pt x="63734" y="448330"/>
                  <a:pt x="67666" y="448696"/>
                  <a:pt x="71506" y="449428"/>
                </a:cubicBezTo>
                <a:cubicBezTo>
                  <a:pt x="75347" y="450251"/>
                  <a:pt x="79096" y="451348"/>
                  <a:pt x="82753" y="452902"/>
                </a:cubicBezTo>
                <a:cubicBezTo>
                  <a:pt x="86411" y="454365"/>
                  <a:pt x="89794" y="456194"/>
                  <a:pt x="93086" y="458389"/>
                </a:cubicBezTo>
                <a:cubicBezTo>
                  <a:pt x="96378" y="460583"/>
                  <a:pt x="99395" y="463052"/>
                  <a:pt x="102138" y="465795"/>
                </a:cubicBezTo>
                <a:cubicBezTo>
                  <a:pt x="104973" y="468630"/>
                  <a:pt x="107442" y="471648"/>
                  <a:pt x="109637" y="474848"/>
                </a:cubicBezTo>
                <a:cubicBezTo>
                  <a:pt x="111831" y="478140"/>
                  <a:pt x="113660" y="481614"/>
                  <a:pt x="115123" y="485181"/>
                </a:cubicBezTo>
                <a:cubicBezTo>
                  <a:pt x="116677" y="488838"/>
                  <a:pt x="117775" y="492587"/>
                  <a:pt x="118506" y="496428"/>
                </a:cubicBezTo>
                <a:cubicBezTo>
                  <a:pt x="119329" y="500268"/>
                  <a:pt x="119695" y="504200"/>
                  <a:pt x="119695" y="508132"/>
                </a:cubicBezTo>
              </a:path>
              <a:path w="3959901" h="916595">
                <a:moveTo>
                  <a:pt x="3959901" y="59802"/>
                </a:moveTo>
                <a:cubicBezTo>
                  <a:pt x="3959901" y="63734"/>
                  <a:pt x="3959535" y="67574"/>
                  <a:pt x="3958803" y="71415"/>
                </a:cubicBezTo>
                <a:cubicBezTo>
                  <a:pt x="3957980" y="75255"/>
                  <a:pt x="3956883" y="79004"/>
                  <a:pt x="3955329" y="82662"/>
                </a:cubicBezTo>
                <a:cubicBezTo>
                  <a:pt x="3953866" y="86319"/>
                  <a:pt x="3952037" y="89703"/>
                  <a:pt x="3949842" y="92994"/>
                </a:cubicBezTo>
                <a:cubicBezTo>
                  <a:pt x="3947648" y="96286"/>
                  <a:pt x="3945179" y="99304"/>
                  <a:pt x="3942344" y="102047"/>
                </a:cubicBezTo>
                <a:cubicBezTo>
                  <a:pt x="3939601" y="104790"/>
                  <a:pt x="3936583" y="107259"/>
                  <a:pt x="3933292" y="109454"/>
                </a:cubicBezTo>
                <a:cubicBezTo>
                  <a:pt x="3930000" y="111648"/>
                  <a:pt x="3926616" y="113477"/>
                  <a:pt x="3922959" y="115032"/>
                </a:cubicBezTo>
                <a:cubicBezTo>
                  <a:pt x="3919301" y="116495"/>
                  <a:pt x="3915552" y="117592"/>
                  <a:pt x="3911712" y="118415"/>
                </a:cubicBezTo>
                <a:cubicBezTo>
                  <a:pt x="3907871" y="119146"/>
                  <a:pt x="3904031" y="119512"/>
                  <a:pt x="3900099" y="119512"/>
                </a:cubicBezTo>
                <a:cubicBezTo>
                  <a:pt x="3896167" y="119512"/>
                  <a:pt x="3892235" y="119146"/>
                  <a:pt x="3888395" y="118415"/>
                </a:cubicBezTo>
                <a:cubicBezTo>
                  <a:pt x="3884554" y="117592"/>
                  <a:pt x="3880805" y="116495"/>
                  <a:pt x="3877147" y="115032"/>
                </a:cubicBezTo>
                <a:cubicBezTo>
                  <a:pt x="3873490" y="113477"/>
                  <a:pt x="3870107" y="111648"/>
                  <a:pt x="3866815" y="109454"/>
                </a:cubicBezTo>
                <a:cubicBezTo>
                  <a:pt x="3863523" y="107259"/>
                  <a:pt x="3860505" y="104790"/>
                  <a:pt x="3857762" y="102047"/>
                </a:cubicBezTo>
                <a:cubicBezTo>
                  <a:pt x="3854928" y="99304"/>
                  <a:pt x="3852459" y="96286"/>
                  <a:pt x="3850264" y="92994"/>
                </a:cubicBezTo>
                <a:cubicBezTo>
                  <a:pt x="3848161" y="89703"/>
                  <a:pt x="3846241" y="86319"/>
                  <a:pt x="3844778" y="82662"/>
                </a:cubicBezTo>
                <a:cubicBezTo>
                  <a:pt x="3843223" y="79004"/>
                  <a:pt x="3842126" y="75255"/>
                  <a:pt x="3841394" y="71415"/>
                </a:cubicBezTo>
                <a:cubicBezTo>
                  <a:pt x="3840571" y="67574"/>
                  <a:pt x="3840206" y="63734"/>
                  <a:pt x="3840206" y="59802"/>
                </a:cubicBezTo>
                <a:cubicBezTo>
                  <a:pt x="3840206" y="55870"/>
                  <a:pt x="3840571" y="51938"/>
                  <a:pt x="3841394" y="48097"/>
                </a:cubicBezTo>
                <a:cubicBezTo>
                  <a:pt x="3842126" y="44257"/>
                  <a:pt x="3843223" y="40508"/>
                  <a:pt x="3844778" y="36942"/>
                </a:cubicBezTo>
                <a:cubicBezTo>
                  <a:pt x="3846241" y="33284"/>
                  <a:pt x="3848161" y="29809"/>
                  <a:pt x="3850264" y="26609"/>
                </a:cubicBezTo>
                <a:cubicBezTo>
                  <a:pt x="3852459" y="23317"/>
                  <a:pt x="3854928" y="20300"/>
                  <a:pt x="3857762" y="17465"/>
                </a:cubicBezTo>
                <a:cubicBezTo>
                  <a:pt x="3860505" y="14722"/>
                  <a:pt x="3863523" y="12253"/>
                  <a:pt x="3866815" y="10058"/>
                </a:cubicBezTo>
                <a:cubicBezTo>
                  <a:pt x="3870107" y="7864"/>
                  <a:pt x="3873490" y="6035"/>
                  <a:pt x="3877147" y="4572"/>
                </a:cubicBezTo>
                <a:cubicBezTo>
                  <a:pt x="3880805" y="3018"/>
                  <a:pt x="3884554" y="1920"/>
                  <a:pt x="3888395" y="1189"/>
                </a:cubicBezTo>
                <a:cubicBezTo>
                  <a:pt x="3892235" y="366"/>
                  <a:pt x="3896167" y="0"/>
                  <a:pt x="3900099" y="0"/>
                </a:cubicBezTo>
                <a:cubicBezTo>
                  <a:pt x="3904031" y="0"/>
                  <a:pt x="3907871" y="366"/>
                  <a:pt x="3911712" y="1189"/>
                </a:cubicBezTo>
                <a:cubicBezTo>
                  <a:pt x="3915552" y="1920"/>
                  <a:pt x="3919301" y="3018"/>
                  <a:pt x="3922959" y="4572"/>
                </a:cubicBezTo>
                <a:cubicBezTo>
                  <a:pt x="3926616" y="6035"/>
                  <a:pt x="3930000" y="7864"/>
                  <a:pt x="3933292" y="10058"/>
                </a:cubicBezTo>
                <a:cubicBezTo>
                  <a:pt x="3936583" y="12253"/>
                  <a:pt x="3939601" y="14722"/>
                  <a:pt x="3942344" y="17465"/>
                </a:cubicBezTo>
                <a:cubicBezTo>
                  <a:pt x="3945179" y="20300"/>
                  <a:pt x="3947648" y="23317"/>
                  <a:pt x="3949842" y="26609"/>
                </a:cubicBezTo>
                <a:cubicBezTo>
                  <a:pt x="3952037" y="29809"/>
                  <a:pt x="3953866" y="33284"/>
                  <a:pt x="3955329" y="36942"/>
                </a:cubicBezTo>
                <a:cubicBezTo>
                  <a:pt x="3956883" y="40508"/>
                  <a:pt x="3957980" y="44257"/>
                  <a:pt x="3958803" y="48097"/>
                </a:cubicBezTo>
                <a:cubicBezTo>
                  <a:pt x="3959535" y="51938"/>
                  <a:pt x="3959901" y="55870"/>
                  <a:pt x="3959901" y="59802"/>
                </a:cubicBezTo>
              </a:path>
              <a:path w="3959901" h="916595">
                <a:moveTo>
                  <a:pt x="3959901" y="856793"/>
                </a:moveTo>
                <a:cubicBezTo>
                  <a:pt x="3959901" y="860725"/>
                  <a:pt x="3959535" y="864565"/>
                  <a:pt x="3958803" y="868406"/>
                </a:cubicBezTo>
                <a:cubicBezTo>
                  <a:pt x="3957980" y="872338"/>
                  <a:pt x="3956883" y="875995"/>
                  <a:pt x="3955329" y="879653"/>
                </a:cubicBezTo>
                <a:cubicBezTo>
                  <a:pt x="3953866" y="883310"/>
                  <a:pt x="3952037" y="886694"/>
                  <a:pt x="3949842" y="889986"/>
                </a:cubicBezTo>
                <a:cubicBezTo>
                  <a:pt x="3947648" y="893277"/>
                  <a:pt x="3945179" y="896295"/>
                  <a:pt x="3942344" y="899038"/>
                </a:cubicBezTo>
                <a:cubicBezTo>
                  <a:pt x="3939601" y="901873"/>
                  <a:pt x="3936583" y="904342"/>
                  <a:pt x="3933292" y="906445"/>
                </a:cubicBezTo>
                <a:cubicBezTo>
                  <a:pt x="3930000" y="908639"/>
                  <a:pt x="3926616" y="910468"/>
                  <a:pt x="3922959" y="912023"/>
                </a:cubicBezTo>
                <a:cubicBezTo>
                  <a:pt x="3919301" y="913486"/>
                  <a:pt x="3915552" y="914674"/>
                  <a:pt x="3911712" y="915406"/>
                </a:cubicBezTo>
                <a:cubicBezTo>
                  <a:pt x="3907871" y="916137"/>
                  <a:pt x="3904031" y="916595"/>
                  <a:pt x="3900099" y="916595"/>
                </a:cubicBezTo>
                <a:cubicBezTo>
                  <a:pt x="3896167" y="916595"/>
                  <a:pt x="3892235" y="916137"/>
                  <a:pt x="3888395" y="915406"/>
                </a:cubicBezTo>
                <a:cubicBezTo>
                  <a:pt x="3884554" y="914674"/>
                  <a:pt x="3880805" y="913486"/>
                  <a:pt x="3877147" y="912023"/>
                </a:cubicBezTo>
                <a:cubicBezTo>
                  <a:pt x="3873490" y="910468"/>
                  <a:pt x="3870107" y="908639"/>
                  <a:pt x="3866815" y="906445"/>
                </a:cubicBezTo>
                <a:cubicBezTo>
                  <a:pt x="3863523" y="904342"/>
                  <a:pt x="3860505" y="901873"/>
                  <a:pt x="3857762" y="899038"/>
                </a:cubicBezTo>
                <a:cubicBezTo>
                  <a:pt x="3854928" y="896295"/>
                  <a:pt x="3852459" y="893277"/>
                  <a:pt x="3850264" y="889986"/>
                </a:cubicBezTo>
                <a:cubicBezTo>
                  <a:pt x="3848161" y="886694"/>
                  <a:pt x="3846241" y="883310"/>
                  <a:pt x="3844778" y="879653"/>
                </a:cubicBezTo>
                <a:cubicBezTo>
                  <a:pt x="3843223" y="875995"/>
                  <a:pt x="3842126" y="872338"/>
                  <a:pt x="3841394" y="868406"/>
                </a:cubicBezTo>
                <a:cubicBezTo>
                  <a:pt x="3840571" y="864565"/>
                  <a:pt x="3840206" y="860725"/>
                  <a:pt x="3840206" y="856793"/>
                </a:cubicBezTo>
                <a:cubicBezTo>
                  <a:pt x="3840206" y="852861"/>
                  <a:pt x="3840571" y="849020"/>
                  <a:pt x="3841394" y="845088"/>
                </a:cubicBezTo>
                <a:cubicBezTo>
                  <a:pt x="3842126" y="841248"/>
                  <a:pt x="3843223" y="837499"/>
                  <a:pt x="3844778" y="833933"/>
                </a:cubicBezTo>
                <a:cubicBezTo>
                  <a:pt x="3846241" y="830275"/>
                  <a:pt x="3848161" y="826800"/>
                  <a:pt x="3850264" y="823600"/>
                </a:cubicBezTo>
                <a:cubicBezTo>
                  <a:pt x="3852459" y="820308"/>
                  <a:pt x="3854928" y="817291"/>
                  <a:pt x="3857762" y="814548"/>
                </a:cubicBezTo>
                <a:cubicBezTo>
                  <a:pt x="3860505" y="811713"/>
                  <a:pt x="3863523" y="809244"/>
                  <a:pt x="3866815" y="807049"/>
                </a:cubicBezTo>
                <a:cubicBezTo>
                  <a:pt x="3870107" y="804946"/>
                  <a:pt x="3873490" y="803026"/>
                  <a:pt x="3877147" y="801563"/>
                </a:cubicBezTo>
                <a:cubicBezTo>
                  <a:pt x="3880805" y="800100"/>
                  <a:pt x="3884554" y="798911"/>
                  <a:pt x="3888395" y="798180"/>
                </a:cubicBezTo>
                <a:cubicBezTo>
                  <a:pt x="3892235" y="797357"/>
                  <a:pt x="3896167" y="796991"/>
                  <a:pt x="3900099" y="796991"/>
                </a:cubicBezTo>
                <a:cubicBezTo>
                  <a:pt x="3904031" y="796991"/>
                  <a:pt x="3907871" y="797357"/>
                  <a:pt x="3911712" y="798180"/>
                </a:cubicBezTo>
                <a:cubicBezTo>
                  <a:pt x="3915552" y="798911"/>
                  <a:pt x="3919301" y="800100"/>
                  <a:pt x="3922959" y="801563"/>
                </a:cubicBezTo>
                <a:cubicBezTo>
                  <a:pt x="3926616" y="803026"/>
                  <a:pt x="3930000" y="804946"/>
                  <a:pt x="3933292" y="807049"/>
                </a:cubicBezTo>
                <a:cubicBezTo>
                  <a:pt x="3936583" y="809244"/>
                  <a:pt x="3939601" y="811713"/>
                  <a:pt x="3942344" y="814548"/>
                </a:cubicBezTo>
                <a:cubicBezTo>
                  <a:pt x="3945179" y="817291"/>
                  <a:pt x="3947648" y="820308"/>
                  <a:pt x="3949842" y="823600"/>
                </a:cubicBezTo>
                <a:cubicBezTo>
                  <a:pt x="3952037" y="826800"/>
                  <a:pt x="3953866" y="830275"/>
                  <a:pt x="3955329" y="833933"/>
                </a:cubicBezTo>
                <a:cubicBezTo>
                  <a:pt x="3956883" y="837499"/>
                  <a:pt x="3957980" y="841248"/>
                  <a:pt x="3958803" y="845088"/>
                </a:cubicBezTo>
                <a:cubicBezTo>
                  <a:pt x="3959535" y="849020"/>
                  <a:pt x="3959901" y="852861"/>
                  <a:pt x="3959901" y="856793"/>
                </a:cubicBezTo>
              </a:path>
            </a:pathLst>
          </a:custGeom>
          <a:solidFill>
            <a:srgbClr val="FBFAF6"/>
          </a:solidFill>
          <a:ln w="19952">
            <a:solidFill>
              <a:srgbClr val="202722"/>
            </a:solidFill>
            <a:prstDash val="solid"/>
          </a:ln>
        </p:spPr>
      </p:sp>
      <p:sp>
        <p:nvSpPr>
          <p:cNvPr id="12" name="Forma 175"/>
          <p:cNvSpPr/>
          <p:nvPr/>
        </p:nvSpPr>
        <p:spPr>
          <a:xfrm>
            <a:off x="615757" y="2758105"/>
            <a:ext cx="18654" cy="400690"/>
          </a:xfrm>
          <a:custGeom>
            <a:avLst/>
            <a:gdLst/>
            <a:ahLst/>
            <a:cxnLst/>
            <a:rect l="l" t="t" r="r" b="b"/>
            <a:pathLst>
              <a:path w="18654" h="400690">
                <a:moveTo>
                  <a:pt x="0" y="0"/>
                </a:moveTo>
                <a:lnTo>
                  <a:pt x="18654" y="0"/>
                </a:lnTo>
                <a:lnTo>
                  <a:pt x="18654" y="400690"/>
                </a:lnTo>
                <a:lnTo>
                  <a:pt x="0" y="400690"/>
                </a:lnTo>
                <a:close/>
              </a:path>
            </a:pathLst>
          </a:custGeom>
          <a:solidFill>
            <a:srgbClr val="B9B6AB">
              <a:alpha val="50000"/>
            </a:srgbClr>
          </a:solidFill>
          <a:ln/>
        </p:spPr>
      </p:sp>
      <p:sp>
        <p:nvSpPr>
          <p:cNvPr id="13" name="Forma 176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5757" y="1518818"/>
            <a:ext cx="331844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3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 / 7.2 · YEN + SELECCIÓN PROPIA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601309" y="1781617"/>
            <a:ext cx="3233410" cy="1037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98"/>
              </a:lnSpc>
              <a:buNone/>
            </a:pPr>
            <a:r>
              <a:rPr lang="en-US" sz="2272" b="1" spc="-6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Yen genera</a:t>
            </a:r>
            <a:endParaRPr lang="en-US" sz="2272" dirty="0"/>
          </a:p>
          <a:p>
            <a:pPr algn="l" indent="0" marL="0">
              <a:lnSpc>
                <a:spcPts val="2498"/>
              </a:lnSpc>
              <a:buNone/>
            </a:pPr>
            <a:r>
              <a:rPr lang="en-US" sz="2272" b="1" spc="-7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candidatas, el grupo</a:t>
            </a:r>
            <a:endParaRPr lang="en-US" sz="2272" dirty="0"/>
          </a:p>
          <a:p>
            <a:pPr algn="l" indent="0" marL="0">
              <a:lnSpc>
                <a:spcPts val="2498"/>
              </a:lnSpc>
              <a:buNone/>
            </a:pPr>
            <a:r>
              <a:rPr lang="en-US" sz="2272" b="1" spc="-7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selecciona el par</a:t>
            </a:r>
            <a:endParaRPr lang="en-US" sz="2272" dirty="0"/>
          </a:p>
        </p:txBody>
      </p:sp>
      <p:sp>
        <p:nvSpPr>
          <p:cNvPr id="16" name="Text 14"/>
          <p:cNvSpPr txBox="1"/>
          <p:nvPr/>
        </p:nvSpPr>
        <p:spPr>
          <a:xfrm>
            <a:off x="755660" y="3291108"/>
            <a:ext cx="2958633" cy="436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descartan las candidatas fuera del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desvío máximo α frente a la más corta.</a:t>
            </a:r>
            <a:endParaRPr lang="en-US" sz="1175" dirty="0"/>
          </a:p>
        </p:txBody>
      </p:sp>
      <p:sp>
        <p:nvSpPr>
          <p:cNvPr id="17" name="Text 15"/>
          <p:cNvSpPr txBox="1"/>
          <p:nvPr/>
        </p:nvSpPr>
        <p:spPr>
          <a:xfrm>
            <a:off x="755660" y="3822192"/>
            <a:ext cx="2964302" cy="436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pares válidos se ponderan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alargamiento, solape espacial y riesgo.</a:t>
            </a:r>
            <a:endParaRPr lang="en-US" sz="1175" dirty="0"/>
          </a:p>
        </p:txBody>
      </p:sp>
      <p:sp>
        <p:nvSpPr>
          <p:cNvPr id="18" name="Text 16"/>
          <p:cNvSpPr txBox="1"/>
          <p:nvPr/>
        </p:nvSpPr>
        <p:spPr>
          <a:xfrm>
            <a:off x="615757" y="4435297"/>
            <a:ext cx="1979950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Yen, 1971 · caminos loopless</a:t>
            </a:r>
            <a:endParaRPr lang="en-US" sz="1028" dirty="0"/>
          </a:p>
        </p:txBody>
      </p:sp>
      <p:sp>
        <p:nvSpPr>
          <p:cNvPr id="19" name="Text 17"/>
          <p:cNvSpPr txBox="1"/>
          <p:nvPr/>
        </p:nvSpPr>
        <p:spPr>
          <a:xfrm>
            <a:off x="755660" y="2741371"/>
            <a:ext cx="2938516" cy="436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8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pgr_KSP produce hasta </a:t>
            </a:r>
            <a:pPr algn="l" indent="0" marL="0">
              <a:lnSpc>
                <a:spcPts val="1543"/>
              </a:lnSpc>
              <a:buNone/>
            </a:pPr>
            <a:r>
              <a:rPr lang="en-US" sz="1175" b="1" dirty="0">
                <a:solidFill>
                  <a:srgbClr val="8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8</a:t>
            </a:r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8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caminos</a:t>
            </a:r>
            <a:endParaRPr lang="en-US" sz="1175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175" dirty="0">
                <a:solidFill>
                  <a:srgbClr val="8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por tramo.</a:t>
            </a:r>
            <a:endParaRPr lang="en-US" sz="1175" dirty="0"/>
          </a:p>
        </p:txBody>
      </p:sp>
      <p:sp>
        <p:nvSpPr>
          <p:cNvPr id="20" name="Text 18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35</a:t>
            </a:r>
            <a:endParaRPr lang="en-US" sz="88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77"/>
          <p:cNvSpPr/>
          <p:nvPr/>
        </p:nvSpPr>
        <p:spPr>
          <a:xfrm>
            <a:off x="0" y="0"/>
            <a:ext cx="6129223" cy="5143500"/>
          </a:xfrm>
          <a:custGeom>
            <a:avLst/>
            <a:gdLst/>
            <a:ahLst/>
            <a:cxnLst/>
            <a:rect l="l" t="t" r="r" b="b"/>
            <a:pathLst>
              <a:path w="6129223" h="5143500">
                <a:moveTo>
                  <a:pt x="0" y="0"/>
                </a:moveTo>
                <a:lnTo>
                  <a:pt x="6129223" y="0"/>
                </a:lnTo>
                <a:lnTo>
                  <a:pt x="6129223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ECE8DC"/>
          </a:solidFill>
          <a:ln/>
        </p:spPr>
      </p:sp>
      <p:sp>
        <p:nvSpPr>
          <p:cNvPr id="3" name="Forma 178"/>
          <p:cNvSpPr/>
          <p:nvPr/>
        </p:nvSpPr>
        <p:spPr>
          <a:xfrm>
            <a:off x="422453" y="1435882"/>
            <a:ext cx="5280569" cy="2373417"/>
          </a:xfrm>
          <a:custGeom>
            <a:avLst/>
            <a:gdLst/>
            <a:ahLst/>
            <a:cxnLst/>
            <a:rect l="l" t="t" r="r" b="b"/>
            <a:pathLst>
              <a:path w="5280569" h="2373417">
                <a:moveTo>
                  <a:pt x="0" y="2056943"/>
                </a:moveTo>
                <a:lnTo>
                  <a:pt x="897666" y="1265804"/>
                </a:lnTo>
                <a:lnTo>
                  <a:pt x="1795424" y="1740469"/>
                </a:lnTo>
                <a:lnTo>
                  <a:pt x="2693091" y="843900"/>
                </a:lnTo>
                <a:lnTo>
                  <a:pt x="3590757" y="1318565"/>
                </a:lnTo>
                <a:lnTo>
                  <a:pt x="4541276" y="474665"/>
                </a:lnTo>
                <a:lnTo>
                  <a:pt x="5280569" y="1107613"/>
                </a:lnTo>
                <a:moveTo>
                  <a:pt x="0" y="2056943"/>
                </a:moveTo>
                <a:lnTo>
                  <a:pt x="897666" y="421904"/>
                </a:lnTo>
                <a:lnTo>
                  <a:pt x="1795424" y="1740469"/>
                </a:lnTo>
                <a:lnTo>
                  <a:pt x="2429012" y="0"/>
                </a:lnTo>
                <a:lnTo>
                  <a:pt x="3590757" y="1318565"/>
                </a:lnTo>
                <a:lnTo>
                  <a:pt x="4330050" y="2320656"/>
                </a:lnTo>
                <a:lnTo>
                  <a:pt x="5280569" y="1107613"/>
                </a:lnTo>
                <a:moveTo>
                  <a:pt x="897666" y="421904"/>
                </a:moveTo>
                <a:lnTo>
                  <a:pt x="2429012" y="0"/>
                </a:lnTo>
                <a:lnTo>
                  <a:pt x="3273918" y="210952"/>
                </a:lnTo>
                <a:lnTo>
                  <a:pt x="4541276" y="474665"/>
                </a:lnTo>
                <a:moveTo>
                  <a:pt x="1795424" y="1740469"/>
                </a:moveTo>
                <a:lnTo>
                  <a:pt x="2745852" y="2373417"/>
                </a:lnTo>
                <a:lnTo>
                  <a:pt x="4330050" y="2320656"/>
                </a:lnTo>
                <a:moveTo>
                  <a:pt x="2693091" y="843900"/>
                </a:moveTo>
                <a:lnTo>
                  <a:pt x="3273918" y="210952"/>
                </a:lnTo>
                <a:lnTo>
                  <a:pt x="4541276" y="474665"/>
                </a:lnTo>
                <a:moveTo>
                  <a:pt x="3590757" y="1318565"/>
                </a:moveTo>
                <a:lnTo>
                  <a:pt x="4330050" y="2320656"/>
                </a:lnTo>
              </a:path>
            </a:pathLst>
          </a:custGeom>
          <a:ln w="15837">
            <a:solidFill>
              <a:srgbClr val="AAA79C"/>
            </a:solidFill>
            <a:prstDash val="solid"/>
          </a:ln>
        </p:spPr>
      </p:sp>
      <p:sp>
        <p:nvSpPr>
          <p:cNvPr id="4" name="Forma 179"/>
          <p:cNvSpPr/>
          <p:nvPr/>
        </p:nvSpPr>
        <p:spPr>
          <a:xfrm>
            <a:off x="422453" y="1910547"/>
            <a:ext cx="5280569" cy="1582278"/>
          </a:xfrm>
          <a:custGeom>
            <a:avLst/>
            <a:gdLst/>
            <a:ahLst/>
            <a:cxnLst/>
            <a:rect l="l" t="t" r="r" b="b"/>
            <a:pathLst>
              <a:path w="5280569" h="1582278">
                <a:moveTo>
                  <a:pt x="0" y="1582278"/>
                </a:moveTo>
                <a:lnTo>
                  <a:pt x="897666" y="791139"/>
                </a:lnTo>
                <a:lnTo>
                  <a:pt x="1795424" y="1265804"/>
                </a:lnTo>
                <a:lnTo>
                  <a:pt x="2693091" y="369235"/>
                </a:lnTo>
                <a:lnTo>
                  <a:pt x="3590757" y="843900"/>
                </a:lnTo>
                <a:lnTo>
                  <a:pt x="4541276" y="0"/>
                </a:lnTo>
                <a:lnTo>
                  <a:pt x="5280569" y="632948"/>
                </a:lnTo>
              </a:path>
            </a:pathLst>
          </a:custGeom>
          <a:ln w="42240" cap="rnd">
            <a:solidFill>
              <a:srgbClr val="2D6075"/>
            </a:solidFill>
            <a:prstDash val="solid"/>
            <a:round/>
          </a:ln>
        </p:spPr>
      </p:sp>
      <p:sp>
        <p:nvSpPr>
          <p:cNvPr id="5" name="Forma 180"/>
          <p:cNvSpPr/>
          <p:nvPr/>
        </p:nvSpPr>
        <p:spPr>
          <a:xfrm>
            <a:off x="401147" y="1419332"/>
            <a:ext cx="5307635" cy="2094799"/>
          </a:xfrm>
          <a:custGeom>
            <a:avLst/>
            <a:gdLst/>
            <a:ahLst/>
            <a:cxnLst/>
            <a:rect l="l" t="t" r="r" b="b"/>
            <a:pathLst>
              <a:path w="5307635" h="2094799">
                <a:moveTo>
                  <a:pt x="2743" y="2063344"/>
                </a:moveTo>
                <a:lnTo>
                  <a:pt x="35753" y="2003176"/>
                </a:lnTo>
                <a:cubicBezTo>
                  <a:pt x="37125" y="2000799"/>
                  <a:pt x="38862" y="1998696"/>
                  <a:pt x="41057" y="1996867"/>
                </a:cubicBezTo>
                <a:cubicBezTo>
                  <a:pt x="43251" y="1995129"/>
                  <a:pt x="45720" y="1993849"/>
                  <a:pt x="48372" y="1993118"/>
                </a:cubicBezTo>
                <a:cubicBezTo>
                  <a:pt x="51115" y="1992295"/>
                  <a:pt x="53858" y="1992112"/>
                  <a:pt x="56601" y="1992386"/>
                </a:cubicBezTo>
                <a:cubicBezTo>
                  <a:pt x="59345" y="1992660"/>
                  <a:pt x="61996" y="1993483"/>
                  <a:pt x="64465" y="1994855"/>
                </a:cubicBezTo>
                <a:cubicBezTo>
                  <a:pt x="66934" y="1996227"/>
                  <a:pt x="69037" y="1997964"/>
                  <a:pt x="70775" y="2000159"/>
                </a:cubicBezTo>
                <a:cubicBezTo>
                  <a:pt x="72512" y="2002353"/>
                  <a:pt x="73792" y="2004731"/>
                  <a:pt x="74615" y="2007474"/>
                </a:cubicBezTo>
                <a:cubicBezTo>
                  <a:pt x="75347" y="2010126"/>
                  <a:pt x="75621" y="2012869"/>
                  <a:pt x="75347" y="2015612"/>
                </a:cubicBezTo>
                <a:cubicBezTo>
                  <a:pt x="74981" y="2018447"/>
                  <a:pt x="74158" y="2021007"/>
                  <a:pt x="72786" y="2023476"/>
                </a:cubicBezTo>
                <a:lnTo>
                  <a:pt x="39776" y="2083643"/>
                </a:lnTo>
                <a:cubicBezTo>
                  <a:pt x="38496" y="2086112"/>
                  <a:pt x="36667" y="2088215"/>
                  <a:pt x="34564" y="2089953"/>
                </a:cubicBezTo>
                <a:cubicBezTo>
                  <a:pt x="32370" y="2091690"/>
                  <a:pt x="29901" y="2092970"/>
                  <a:pt x="27249" y="2093702"/>
                </a:cubicBezTo>
                <a:cubicBezTo>
                  <a:pt x="24506" y="2094525"/>
                  <a:pt x="21763" y="2094799"/>
                  <a:pt x="19020" y="2094433"/>
                </a:cubicBezTo>
                <a:cubicBezTo>
                  <a:pt x="16185" y="2094159"/>
                  <a:pt x="13625" y="2093336"/>
                  <a:pt x="11156" y="2091964"/>
                </a:cubicBezTo>
                <a:cubicBezTo>
                  <a:pt x="8687" y="2090593"/>
                  <a:pt x="6584" y="2088855"/>
                  <a:pt x="4846" y="2086661"/>
                </a:cubicBezTo>
                <a:cubicBezTo>
                  <a:pt x="3109" y="2084466"/>
                  <a:pt x="1829" y="2082089"/>
                  <a:pt x="1006" y="2079346"/>
                </a:cubicBezTo>
                <a:cubicBezTo>
                  <a:pt x="274" y="2076694"/>
                  <a:pt x="0" y="2073951"/>
                  <a:pt x="274" y="2071207"/>
                </a:cubicBezTo>
                <a:cubicBezTo>
                  <a:pt x="640" y="2068373"/>
                  <a:pt x="1463" y="2065812"/>
                  <a:pt x="2743" y="2063344"/>
                </a:cubicBezTo>
              </a:path>
              <a:path w="5307635" h="2094799">
                <a:moveTo>
                  <a:pt x="58613" y="1961571"/>
                </a:moveTo>
                <a:lnTo>
                  <a:pt x="91623" y="1901495"/>
                </a:lnTo>
                <a:cubicBezTo>
                  <a:pt x="92994" y="1899026"/>
                  <a:pt x="94732" y="1896923"/>
                  <a:pt x="96926" y="1895185"/>
                </a:cubicBezTo>
                <a:cubicBezTo>
                  <a:pt x="99121" y="1893448"/>
                  <a:pt x="101590" y="1892168"/>
                  <a:pt x="104242" y="1891345"/>
                </a:cubicBezTo>
                <a:cubicBezTo>
                  <a:pt x="106985" y="1890613"/>
                  <a:pt x="109637" y="1890339"/>
                  <a:pt x="112471" y="1890613"/>
                </a:cubicBezTo>
                <a:cubicBezTo>
                  <a:pt x="115214" y="1890979"/>
                  <a:pt x="117866" y="1891802"/>
                  <a:pt x="120335" y="1893082"/>
                </a:cubicBezTo>
                <a:cubicBezTo>
                  <a:pt x="122804" y="1894454"/>
                  <a:pt x="124907" y="1896191"/>
                  <a:pt x="126644" y="1898386"/>
                </a:cubicBezTo>
                <a:cubicBezTo>
                  <a:pt x="128382" y="1900580"/>
                  <a:pt x="129662" y="1903049"/>
                  <a:pt x="130485" y="1905701"/>
                </a:cubicBezTo>
                <a:cubicBezTo>
                  <a:pt x="131216" y="1908444"/>
                  <a:pt x="131491" y="1911096"/>
                  <a:pt x="131125" y="1913931"/>
                </a:cubicBezTo>
                <a:cubicBezTo>
                  <a:pt x="130851" y="1916674"/>
                  <a:pt x="130028" y="1919326"/>
                  <a:pt x="128656" y="1921794"/>
                </a:cubicBezTo>
                <a:lnTo>
                  <a:pt x="95646" y="1981871"/>
                </a:lnTo>
                <a:cubicBezTo>
                  <a:pt x="94366" y="1984339"/>
                  <a:pt x="92537" y="1986443"/>
                  <a:pt x="90343" y="1988180"/>
                </a:cubicBezTo>
                <a:cubicBezTo>
                  <a:pt x="88240" y="1989917"/>
                  <a:pt x="85771" y="1991197"/>
                  <a:pt x="83119" y="1992020"/>
                </a:cubicBezTo>
                <a:cubicBezTo>
                  <a:pt x="80376" y="1992752"/>
                  <a:pt x="77633" y="1993026"/>
                  <a:pt x="74889" y="1992752"/>
                </a:cubicBezTo>
                <a:cubicBezTo>
                  <a:pt x="72055" y="1992386"/>
                  <a:pt x="69494" y="1991563"/>
                  <a:pt x="67026" y="1990283"/>
                </a:cubicBezTo>
                <a:cubicBezTo>
                  <a:pt x="64557" y="1988911"/>
                  <a:pt x="62454" y="1987174"/>
                  <a:pt x="60716" y="1984980"/>
                </a:cubicBezTo>
                <a:cubicBezTo>
                  <a:pt x="58979" y="1982785"/>
                  <a:pt x="57699" y="1980316"/>
                  <a:pt x="56876" y="1977664"/>
                </a:cubicBezTo>
                <a:cubicBezTo>
                  <a:pt x="56144" y="1974921"/>
                  <a:pt x="55870" y="1972269"/>
                  <a:pt x="56144" y="1969435"/>
                </a:cubicBezTo>
                <a:cubicBezTo>
                  <a:pt x="56510" y="1966692"/>
                  <a:pt x="57333" y="1964040"/>
                  <a:pt x="58613" y="1961571"/>
                </a:cubicBezTo>
              </a:path>
              <a:path w="5307635" h="2094799">
                <a:moveTo>
                  <a:pt x="114483" y="1859890"/>
                </a:moveTo>
                <a:lnTo>
                  <a:pt x="147493" y="1799722"/>
                </a:lnTo>
                <a:cubicBezTo>
                  <a:pt x="148864" y="1797253"/>
                  <a:pt x="150602" y="1795150"/>
                  <a:pt x="152796" y="1793413"/>
                </a:cubicBezTo>
                <a:cubicBezTo>
                  <a:pt x="154991" y="1791675"/>
                  <a:pt x="157460" y="1790395"/>
                  <a:pt x="160111" y="1789664"/>
                </a:cubicBezTo>
                <a:cubicBezTo>
                  <a:pt x="162763" y="1788841"/>
                  <a:pt x="165506" y="1788566"/>
                  <a:pt x="168341" y="1788932"/>
                </a:cubicBezTo>
                <a:cubicBezTo>
                  <a:pt x="171084" y="1789206"/>
                  <a:pt x="173736" y="1790029"/>
                  <a:pt x="176205" y="1791401"/>
                </a:cubicBezTo>
                <a:cubicBezTo>
                  <a:pt x="178674" y="1792773"/>
                  <a:pt x="180777" y="1794510"/>
                  <a:pt x="182514" y="1796705"/>
                </a:cubicBezTo>
                <a:cubicBezTo>
                  <a:pt x="184252" y="1798899"/>
                  <a:pt x="185532" y="1801277"/>
                  <a:pt x="186263" y="1804020"/>
                </a:cubicBezTo>
                <a:cubicBezTo>
                  <a:pt x="187086" y="1806672"/>
                  <a:pt x="187361" y="1809415"/>
                  <a:pt x="186995" y="1812158"/>
                </a:cubicBezTo>
                <a:cubicBezTo>
                  <a:pt x="186720" y="1814993"/>
                  <a:pt x="185898" y="1817553"/>
                  <a:pt x="184526" y="1820022"/>
                </a:cubicBezTo>
                <a:lnTo>
                  <a:pt x="151516" y="1880189"/>
                </a:lnTo>
                <a:cubicBezTo>
                  <a:pt x="150236" y="1882567"/>
                  <a:pt x="148407" y="1884670"/>
                  <a:pt x="146213" y="1886407"/>
                </a:cubicBezTo>
                <a:cubicBezTo>
                  <a:pt x="144018" y="1888236"/>
                  <a:pt x="141641" y="1889425"/>
                  <a:pt x="138897" y="1890248"/>
                </a:cubicBezTo>
                <a:cubicBezTo>
                  <a:pt x="136246" y="1891071"/>
                  <a:pt x="133502" y="1891254"/>
                  <a:pt x="130759" y="1890979"/>
                </a:cubicBezTo>
                <a:cubicBezTo>
                  <a:pt x="127925" y="1890705"/>
                  <a:pt x="125364" y="1889882"/>
                  <a:pt x="122895" y="1888510"/>
                </a:cubicBezTo>
                <a:cubicBezTo>
                  <a:pt x="120426" y="1887139"/>
                  <a:pt x="118323" y="1885401"/>
                  <a:pt x="116586" y="1883207"/>
                </a:cubicBezTo>
                <a:cubicBezTo>
                  <a:pt x="114757" y="1881012"/>
                  <a:pt x="113568" y="1878635"/>
                  <a:pt x="112746" y="1875892"/>
                </a:cubicBezTo>
                <a:cubicBezTo>
                  <a:pt x="111923" y="1873240"/>
                  <a:pt x="111740" y="1870497"/>
                  <a:pt x="112014" y="1867662"/>
                </a:cubicBezTo>
                <a:cubicBezTo>
                  <a:pt x="112288" y="1864919"/>
                  <a:pt x="113111" y="1862267"/>
                  <a:pt x="114483" y="1859890"/>
                </a:cubicBezTo>
              </a:path>
              <a:path w="5307635" h="2094799">
                <a:moveTo>
                  <a:pt x="170353" y="1758117"/>
                </a:moveTo>
                <a:lnTo>
                  <a:pt x="203363" y="1698041"/>
                </a:lnTo>
                <a:cubicBezTo>
                  <a:pt x="204734" y="1695572"/>
                  <a:pt x="206472" y="1693469"/>
                  <a:pt x="208666" y="1691731"/>
                </a:cubicBezTo>
                <a:cubicBezTo>
                  <a:pt x="210861" y="1689903"/>
                  <a:pt x="213238" y="1688714"/>
                  <a:pt x="215981" y="1687891"/>
                </a:cubicBezTo>
                <a:cubicBezTo>
                  <a:pt x="218633" y="1687068"/>
                  <a:pt x="221376" y="1686885"/>
                  <a:pt x="224211" y="1687159"/>
                </a:cubicBezTo>
                <a:cubicBezTo>
                  <a:pt x="226954" y="1687434"/>
                  <a:pt x="229606" y="1688257"/>
                  <a:pt x="232075" y="1689628"/>
                </a:cubicBezTo>
                <a:cubicBezTo>
                  <a:pt x="234544" y="1691000"/>
                  <a:pt x="236647" y="1692737"/>
                  <a:pt x="238384" y="1694932"/>
                </a:cubicBezTo>
                <a:cubicBezTo>
                  <a:pt x="240121" y="1697126"/>
                  <a:pt x="241402" y="1699595"/>
                  <a:pt x="242133" y="1702247"/>
                </a:cubicBezTo>
                <a:cubicBezTo>
                  <a:pt x="242956" y="1704899"/>
                  <a:pt x="243230" y="1707642"/>
                  <a:pt x="242865" y="1710477"/>
                </a:cubicBezTo>
                <a:cubicBezTo>
                  <a:pt x="242590" y="1713220"/>
                  <a:pt x="241767" y="1715872"/>
                  <a:pt x="240396" y="1718249"/>
                </a:cubicBezTo>
                <a:lnTo>
                  <a:pt x="207386" y="1778417"/>
                </a:lnTo>
                <a:cubicBezTo>
                  <a:pt x="206014" y="1780885"/>
                  <a:pt x="204277" y="1782989"/>
                  <a:pt x="202082" y="1784726"/>
                </a:cubicBezTo>
                <a:cubicBezTo>
                  <a:pt x="199888" y="1786463"/>
                  <a:pt x="197510" y="1787743"/>
                  <a:pt x="194767" y="1788475"/>
                </a:cubicBezTo>
                <a:cubicBezTo>
                  <a:pt x="192115" y="1789298"/>
                  <a:pt x="189372" y="1789572"/>
                  <a:pt x="186538" y="1789206"/>
                </a:cubicBezTo>
                <a:cubicBezTo>
                  <a:pt x="183794" y="1788932"/>
                  <a:pt x="181143" y="1788109"/>
                  <a:pt x="178765" y="1786738"/>
                </a:cubicBezTo>
                <a:cubicBezTo>
                  <a:pt x="176296" y="1785457"/>
                  <a:pt x="174193" y="1783629"/>
                  <a:pt x="172364" y="1781434"/>
                </a:cubicBezTo>
                <a:cubicBezTo>
                  <a:pt x="170627" y="1779331"/>
                  <a:pt x="169347" y="1776862"/>
                  <a:pt x="168615" y="1774210"/>
                </a:cubicBezTo>
                <a:cubicBezTo>
                  <a:pt x="167792" y="1771467"/>
                  <a:pt x="167610" y="1768724"/>
                  <a:pt x="167884" y="1765981"/>
                </a:cubicBezTo>
                <a:cubicBezTo>
                  <a:pt x="168158" y="1763146"/>
                  <a:pt x="168981" y="1760586"/>
                  <a:pt x="170353" y="1758117"/>
                </a:cubicBezTo>
              </a:path>
              <a:path w="5307635" h="2094799">
                <a:moveTo>
                  <a:pt x="226223" y="1656344"/>
                </a:moveTo>
                <a:lnTo>
                  <a:pt x="259232" y="1596268"/>
                </a:lnTo>
                <a:cubicBezTo>
                  <a:pt x="260604" y="1593799"/>
                  <a:pt x="262341" y="1591696"/>
                  <a:pt x="264536" y="1589959"/>
                </a:cubicBezTo>
                <a:cubicBezTo>
                  <a:pt x="266730" y="1588221"/>
                  <a:pt x="269108" y="1586941"/>
                  <a:pt x="271851" y="1586118"/>
                </a:cubicBezTo>
                <a:cubicBezTo>
                  <a:pt x="274503" y="1585387"/>
                  <a:pt x="277246" y="1585112"/>
                  <a:pt x="280081" y="1585387"/>
                </a:cubicBezTo>
                <a:cubicBezTo>
                  <a:pt x="282824" y="1585752"/>
                  <a:pt x="285476" y="1586575"/>
                  <a:pt x="287945" y="1587947"/>
                </a:cubicBezTo>
                <a:cubicBezTo>
                  <a:pt x="290322" y="1589227"/>
                  <a:pt x="292425" y="1591056"/>
                  <a:pt x="294254" y="1593159"/>
                </a:cubicBezTo>
                <a:cubicBezTo>
                  <a:pt x="295991" y="1595354"/>
                  <a:pt x="297271" y="1597823"/>
                  <a:pt x="298003" y="1600474"/>
                </a:cubicBezTo>
                <a:cubicBezTo>
                  <a:pt x="298826" y="1603218"/>
                  <a:pt x="299009" y="1605961"/>
                  <a:pt x="298734" y="1608704"/>
                </a:cubicBezTo>
                <a:cubicBezTo>
                  <a:pt x="298460" y="1611447"/>
                  <a:pt x="297637" y="1614099"/>
                  <a:pt x="296266" y="1616568"/>
                </a:cubicBezTo>
                <a:lnTo>
                  <a:pt x="263256" y="1676644"/>
                </a:lnTo>
                <a:cubicBezTo>
                  <a:pt x="261884" y="1679113"/>
                  <a:pt x="260147" y="1681216"/>
                  <a:pt x="257952" y="1682953"/>
                </a:cubicBezTo>
                <a:cubicBezTo>
                  <a:pt x="255758" y="1684691"/>
                  <a:pt x="253380" y="1685971"/>
                  <a:pt x="250637" y="1686794"/>
                </a:cubicBezTo>
                <a:cubicBezTo>
                  <a:pt x="247985" y="1687525"/>
                  <a:pt x="245242" y="1687800"/>
                  <a:pt x="242407" y="1687525"/>
                </a:cubicBezTo>
                <a:cubicBezTo>
                  <a:pt x="239664" y="1687159"/>
                  <a:pt x="237012" y="1686336"/>
                  <a:pt x="234544" y="1685056"/>
                </a:cubicBezTo>
                <a:cubicBezTo>
                  <a:pt x="232166" y="1683685"/>
                  <a:pt x="230063" y="1681947"/>
                  <a:pt x="228234" y="1679753"/>
                </a:cubicBezTo>
                <a:cubicBezTo>
                  <a:pt x="226497" y="1677558"/>
                  <a:pt x="225217" y="1675089"/>
                  <a:pt x="224485" y="1672438"/>
                </a:cubicBezTo>
                <a:cubicBezTo>
                  <a:pt x="223662" y="1669786"/>
                  <a:pt x="223479" y="1667043"/>
                  <a:pt x="223754" y="1664208"/>
                </a:cubicBezTo>
                <a:cubicBezTo>
                  <a:pt x="224028" y="1661465"/>
                  <a:pt x="224851" y="1658813"/>
                  <a:pt x="226223" y="1656344"/>
                </a:cubicBezTo>
              </a:path>
              <a:path w="5307635" h="2094799">
                <a:moveTo>
                  <a:pt x="282092" y="1554663"/>
                </a:moveTo>
                <a:lnTo>
                  <a:pt x="315102" y="1494495"/>
                </a:lnTo>
                <a:cubicBezTo>
                  <a:pt x="316474" y="1492026"/>
                  <a:pt x="318211" y="1489923"/>
                  <a:pt x="320406" y="1488186"/>
                </a:cubicBezTo>
                <a:cubicBezTo>
                  <a:pt x="322600" y="1486449"/>
                  <a:pt x="324978" y="1485168"/>
                  <a:pt x="327721" y="1484437"/>
                </a:cubicBezTo>
                <a:cubicBezTo>
                  <a:pt x="330373" y="1483614"/>
                  <a:pt x="333116" y="1483431"/>
                  <a:pt x="335859" y="1483705"/>
                </a:cubicBezTo>
                <a:cubicBezTo>
                  <a:pt x="338694" y="1483980"/>
                  <a:pt x="341346" y="1484803"/>
                  <a:pt x="343723" y="1486174"/>
                </a:cubicBezTo>
                <a:cubicBezTo>
                  <a:pt x="346192" y="1487546"/>
                  <a:pt x="348295" y="1489283"/>
                  <a:pt x="350032" y="1491478"/>
                </a:cubicBezTo>
                <a:cubicBezTo>
                  <a:pt x="351861" y="1493672"/>
                  <a:pt x="353141" y="1496050"/>
                  <a:pt x="353873" y="1498793"/>
                </a:cubicBezTo>
                <a:cubicBezTo>
                  <a:pt x="354696" y="1501445"/>
                  <a:pt x="354879" y="1504188"/>
                  <a:pt x="354604" y="1506931"/>
                </a:cubicBezTo>
                <a:cubicBezTo>
                  <a:pt x="354330" y="1509766"/>
                  <a:pt x="353507" y="1512326"/>
                  <a:pt x="352135" y="1514795"/>
                </a:cubicBezTo>
                <a:lnTo>
                  <a:pt x="319126" y="1574963"/>
                </a:lnTo>
                <a:cubicBezTo>
                  <a:pt x="317754" y="1577340"/>
                  <a:pt x="316017" y="1579443"/>
                  <a:pt x="313822" y="1581272"/>
                </a:cubicBezTo>
                <a:cubicBezTo>
                  <a:pt x="311628" y="1583009"/>
                  <a:pt x="309159" y="1584289"/>
                  <a:pt x="306507" y="1585021"/>
                </a:cubicBezTo>
                <a:cubicBezTo>
                  <a:pt x="303855" y="1585844"/>
                  <a:pt x="301112" y="1586027"/>
                  <a:pt x="298277" y="1585752"/>
                </a:cubicBezTo>
                <a:cubicBezTo>
                  <a:pt x="295534" y="1585478"/>
                  <a:pt x="292882" y="1584655"/>
                  <a:pt x="290413" y="1583284"/>
                </a:cubicBezTo>
                <a:cubicBezTo>
                  <a:pt x="287945" y="1581912"/>
                  <a:pt x="285841" y="1580175"/>
                  <a:pt x="284104" y="1577980"/>
                </a:cubicBezTo>
                <a:cubicBezTo>
                  <a:pt x="282367" y="1575786"/>
                  <a:pt x="281087" y="1573408"/>
                  <a:pt x="280355" y="1570665"/>
                </a:cubicBezTo>
                <a:cubicBezTo>
                  <a:pt x="279532" y="1568013"/>
                  <a:pt x="279258" y="1565270"/>
                  <a:pt x="279624" y="1562527"/>
                </a:cubicBezTo>
                <a:cubicBezTo>
                  <a:pt x="279898" y="1559692"/>
                  <a:pt x="280721" y="1557132"/>
                  <a:pt x="282092" y="1554663"/>
                </a:cubicBezTo>
              </a:path>
              <a:path w="5307635" h="2094799">
                <a:moveTo>
                  <a:pt x="337962" y="1452890"/>
                </a:moveTo>
                <a:lnTo>
                  <a:pt x="370972" y="1392814"/>
                </a:lnTo>
                <a:cubicBezTo>
                  <a:pt x="372252" y="1390345"/>
                  <a:pt x="374081" y="1388242"/>
                  <a:pt x="376276" y="1386505"/>
                </a:cubicBezTo>
                <a:cubicBezTo>
                  <a:pt x="378470" y="1384767"/>
                  <a:pt x="380848" y="1383487"/>
                  <a:pt x="383591" y="1382664"/>
                </a:cubicBezTo>
                <a:cubicBezTo>
                  <a:pt x="386243" y="1381933"/>
                  <a:pt x="388986" y="1381658"/>
                  <a:pt x="391729" y="1381933"/>
                </a:cubicBezTo>
                <a:cubicBezTo>
                  <a:pt x="394564" y="1382298"/>
                  <a:pt x="397124" y="1383121"/>
                  <a:pt x="399593" y="1384402"/>
                </a:cubicBezTo>
                <a:cubicBezTo>
                  <a:pt x="402062" y="1385773"/>
                  <a:pt x="404165" y="1387511"/>
                  <a:pt x="405902" y="1389705"/>
                </a:cubicBezTo>
                <a:cubicBezTo>
                  <a:pt x="407731" y="1391900"/>
                  <a:pt x="408920" y="1394369"/>
                  <a:pt x="409743" y="1397020"/>
                </a:cubicBezTo>
                <a:cubicBezTo>
                  <a:pt x="410566" y="1399672"/>
                  <a:pt x="410748" y="1402415"/>
                  <a:pt x="410474" y="1405250"/>
                </a:cubicBezTo>
                <a:cubicBezTo>
                  <a:pt x="410200" y="1407993"/>
                  <a:pt x="409285" y="1410645"/>
                  <a:pt x="408005" y="1413114"/>
                </a:cubicBezTo>
                <a:lnTo>
                  <a:pt x="374995" y="1473190"/>
                </a:lnTo>
                <a:cubicBezTo>
                  <a:pt x="373624" y="1475659"/>
                  <a:pt x="371886" y="1477762"/>
                  <a:pt x="369692" y="1479499"/>
                </a:cubicBezTo>
                <a:cubicBezTo>
                  <a:pt x="367497" y="1481237"/>
                  <a:pt x="365028" y="1482517"/>
                  <a:pt x="362377" y="1483340"/>
                </a:cubicBezTo>
                <a:cubicBezTo>
                  <a:pt x="359725" y="1484071"/>
                  <a:pt x="356982" y="1484346"/>
                  <a:pt x="354147" y="1483980"/>
                </a:cubicBezTo>
                <a:cubicBezTo>
                  <a:pt x="351404" y="1483705"/>
                  <a:pt x="348752" y="1482882"/>
                  <a:pt x="346283" y="1481511"/>
                </a:cubicBezTo>
                <a:cubicBezTo>
                  <a:pt x="343814" y="1480231"/>
                  <a:pt x="341711" y="1478402"/>
                  <a:pt x="339974" y="1476207"/>
                </a:cubicBezTo>
                <a:cubicBezTo>
                  <a:pt x="338237" y="1474104"/>
                  <a:pt x="336956" y="1471635"/>
                  <a:pt x="336225" y="1468984"/>
                </a:cubicBezTo>
                <a:cubicBezTo>
                  <a:pt x="335402" y="1466240"/>
                  <a:pt x="335128" y="1463497"/>
                  <a:pt x="335493" y="1460754"/>
                </a:cubicBezTo>
                <a:cubicBezTo>
                  <a:pt x="335768" y="1458011"/>
                  <a:pt x="336591" y="1455359"/>
                  <a:pt x="337962" y="1452890"/>
                </a:cubicBezTo>
              </a:path>
              <a:path w="5307635" h="2094799">
                <a:moveTo>
                  <a:pt x="393832" y="1351117"/>
                </a:moveTo>
                <a:lnTo>
                  <a:pt x="426842" y="1291041"/>
                </a:lnTo>
                <a:cubicBezTo>
                  <a:pt x="428122" y="1288572"/>
                  <a:pt x="429951" y="1286469"/>
                  <a:pt x="432054" y="1284732"/>
                </a:cubicBezTo>
                <a:cubicBezTo>
                  <a:pt x="434249" y="1282995"/>
                  <a:pt x="436717" y="1281714"/>
                  <a:pt x="439369" y="1280892"/>
                </a:cubicBezTo>
                <a:cubicBezTo>
                  <a:pt x="442112" y="1280160"/>
                  <a:pt x="444856" y="1279886"/>
                  <a:pt x="447599" y="1280251"/>
                </a:cubicBezTo>
                <a:cubicBezTo>
                  <a:pt x="450433" y="1280526"/>
                  <a:pt x="452994" y="1281349"/>
                  <a:pt x="455463" y="1282720"/>
                </a:cubicBezTo>
                <a:cubicBezTo>
                  <a:pt x="457932" y="1284000"/>
                  <a:pt x="460035" y="1285829"/>
                  <a:pt x="461772" y="1288024"/>
                </a:cubicBezTo>
                <a:cubicBezTo>
                  <a:pt x="463509" y="1290127"/>
                  <a:pt x="464790" y="1292596"/>
                  <a:pt x="465612" y="1295248"/>
                </a:cubicBezTo>
                <a:cubicBezTo>
                  <a:pt x="466344" y="1297991"/>
                  <a:pt x="466618" y="1300734"/>
                  <a:pt x="466344" y="1303477"/>
                </a:cubicBezTo>
                <a:cubicBezTo>
                  <a:pt x="465978" y="1306220"/>
                  <a:pt x="465155" y="1308872"/>
                  <a:pt x="463875" y="1311341"/>
                </a:cubicBezTo>
                <a:lnTo>
                  <a:pt x="430865" y="1371417"/>
                </a:lnTo>
                <a:cubicBezTo>
                  <a:pt x="429494" y="1373886"/>
                  <a:pt x="427756" y="1375989"/>
                  <a:pt x="425562" y="1377726"/>
                </a:cubicBezTo>
                <a:cubicBezTo>
                  <a:pt x="423367" y="1379464"/>
                  <a:pt x="420898" y="1380744"/>
                  <a:pt x="418247" y="1381567"/>
                </a:cubicBezTo>
                <a:cubicBezTo>
                  <a:pt x="415503" y="1382298"/>
                  <a:pt x="412760" y="1382573"/>
                  <a:pt x="410017" y="1382298"/>
                </a:cubicBezTo>
                <a:cubicBezTo>
                  <a:pt x="407274" y="1381933"/>
                  <a:pt x="404622" y="1381110"/>
                  <a:pt x="402153" y="1379830"/>
                </a:cubicBezTo>
                <a:cubicBezTo>
                  <a:pt x="399684" y="1378458"/>
                  <a:pt x="397581" y="1376721"/>
                  <a:pt x="395844" y="1374526"/>
                </a:cubicBezTo>
                <a:cubicBezTo>
                  <a:pt x="394106" y="1372332"/>
                  <a:pt x="392826" y="1369863"/>
                  <a:pt x="392003" y="1367211"/>
                </a:cubicBezTo>
                <a:cubicBezTo>
                  <a:pt x="391272" y="1364559"/>
                  <a:pt x="390997" y="1361816"/>
                  <a:pt x="391363" y="1358981"/>
                </a:cubicBezTo>
                <a:cubicBezTo>
                  <a:pt x="391638" y="1356238"/>
                  <a:pt x="392460" y="1353586"/>
                  <a:pt x="393832" y="1351117"/>
                </a:cubicBezTo>
              </a:path>
              <a:path w="5307635" h="2094799">
                <a:moveTo>
                  <a:pt x="449610" y="1249436"/>
                </a:moveTo>
                <a:lnTo>
                  <a:pt x="482620" y="1189269"/>
                </a:lnTo>
                <a:cubicBezTo>
                  <a:pt x="483992" y="1186891"/>
                  <a:pt x="485729" y="1184788"/>
                  <a:pt x="487924" y="1182959"/>
                </a:cubicBezTo>
                <a:cubicBezTo>
                  <a:pt x="490118" y="1181222"/>
                  <a:pt x="492587" y="1179942"/>
                  <a:pt x="495239" y="1179210"/>
                </a:cubicBezTo>
                <a:cubicBezTo>
                  <a:pt x="497982" y="1178387"/>
                  <a:pt x="500725" y="1178204"/>
                  <a:pt x="503469" y="1178479"/>
                </a:cubicBezTo>
                <a:cubicBezTo>
                  <a:pt x="506303" y="1178753"/>
                  <a:pt x="508864" y="1179576"/>
                  <a:pt x="511332" y="1180948"/>
                </a:cubicBezTo>
                <a:cubicBezTo>
                  <a:pt x="513801" y="1182319"/>
                  <a:pt x="515904" y="1184057"/>
                  <a:pt x="517642" y="1186251"/>
                </a:cubicBezTo>
                <a:cubicBezTo>
                  <a:pt x="519379" y="1188446"/>
                  <a:pt x="520659" y="1190823"/>
                  <a:pt x="521482" y="1193566"/>
                </a:cubicBezTo>
                <a:cubicBezTo>
                  <a:pt x="522214" y="1196218"/>
                  <a:pt x="522488" y="1198961"/>
                  <a:pt x="522214" y="1201704"/>
                </a:cubicBezTo>
                <a:cubicBezTo>
                  <a:pt x="521848" y="1204539"/>
                  <a:pt x="521025" y="1207099"/>
                  <a:pt x="519745" y="1209568"/>
                </a:cubicBezTo>
                <a:lnTo>
                  <a:pt x="486735" y="1269736"/>
                </a:lnTo>
                <a:cubicBezTo>
                  <a:pt x="485364" y="1272205"/>
                  <a:pt x="483626" y="1274308"/>
                  <a:pt x="481432" y="1276045"/>
                </a:cubicBezTo>
                <a:cubicBezTo>
                  <a:pt x="479237" y="1277783"/>
                  <a:pt x="476768" y="1279063"/>
                  <a:pt x="474116" y="1279794"/>
                </a:cubicBezTo>
                <a:cubicBezTo>
                  <a:pt x="471373" y="1280617"/>
                  <a:pt x="468630" y="1280800"/>
                  <a:pt x="465887" y="1280526"/>
                </a:cubicBezTo>
                <a:cubicBezTo>
                  <a:pt x="463052" y="1280251"/>
                  <a:pt x="460492" y="1279428"/>
                  <a:pt x="458023" y="1278057"/>
                </a:cubicBezTo>
                <a:cubicBezTo>
                  <a:pt x="455554" y="1276685"/>
                  <a:pt x="453451" y="1274948"/>
                  <a:pt x="451714" y="1272753"/>
                </a:cubicBezTo>
                <a:cubicBezTo>
                  <a:pt x="449976" y="1270559"/>
                  <a:pt x="448696" y="1268181"/>
                  <a:pt x="447873" y="1265438"/>
                </a:cubicBezTo>
                <a:cubicBezTo>
                  <a:pt x="447142" y="1262786"/>
                  <a:pt x="446867" y="1260043"/>
                  <a:pt x="447142" y="1257300"/>
                </a:cubicBezTo>
                <a:cubicBezTo>
                  <a:pt x="447507" y="1254465"/>
                  <a:pt x="448330" y="1251905"/>
                  <a:pt x="449610" y="1249436"/>
                </a:cubicBezTo>
              </a:path>
              <a:path w="5307635" h="2094799">
                <a:moveTo>
                  <a:pt x="505480" y="1147663"/>
                </a:moveTo>
                <a:lnTo>
                  <a:pt x="538490" y="1087587"/>
                </a:lnTo>
                <a:cubicBezTo>
                  <a:pt x="539862" y="1085118"/>
                  <a:pt x="541599" y="1083015"/>
                  <a:pt x="543794" y="1081278"/>
                </a:cubicBezTo>
                <a:cubicBezTo>
                  <a:pt x="545988" y="1079541"/>
                  <a:pt x="548457" y="1078260"/>
                  <a:pt x="551109" y="1077438"/>
                </a:cubicBezTo>
                <a:cubicBezTo>
                  <a:pt x="553852" y="1076706"/>
                  <a:pt x="556595" y="1076432"/>
                  <a:pt x="559338" y="1076706"/>
                </a:cubicBezTo>
                <a:cubicBezTo>
                  <a:pt x="562082" y="1077072"/>
                  <a:pt x="564733" y="1077895"/>
                  <a:pt x="567202" y="1079175"/>
                </a:cubicBezTo>
                <a:cubicBezTo>
                  <a:pt x="569671" y="1080546"/>
                  <a:pt x="571774" y="1082284"/>
                  <a:pt x="573512" y="1084478"/>
                </a:cubicBezTo>
                <a:cubicBezTo>
                  <a:pt x="575249" y="1086673"/>
                  <a:pt x="576529" y="1089142"/>
                  <a:pt x="577352" y="1091794"/>
                </a:cubicBezTo>
                <a:cubicBezTo>
                  <a:pt x="578084" y="1094445"/>
                  <a:pt x="578358" y="1097189"/>
                  <a:pt x="578084" y="1100023"/>
                </a:cubicBezTo>
                <a:cubicBezTo>
                  <a:pt x="577718" y="1102766"/>
                  <a:pt x="576895" y="1105418"/>
                  <a:pt x="575523" y="1107887"/>
                </a:cubicBezTo>
                <a:lnTo>
                  <a:pt x="542514" y="1167963"/>
                </a:lnTo>
                <a:cubicBezTo>
                  <a:pt x="541233" y="1170432"/>
                  <a:pt x="539405" y="1172535"/>
                  <a:pt x="537301" y="1174272"/>
                </a:cubicBezTo>
                <a:cubicBezTo>
                  <a:pt x="535107" y="1176010"/>
                  <a:pt x="532638" y="1177290"/>
                  <a:pt x="529986" y="1178113"/>
                </a:cubicBezTo>
                <a:cubicBezTo>
                  <a:pt x="527243" y="1178844"/>
                  <a:pt x="524500" y="1179119"/>
                  <a:pt x="521757" y="1178753"/>
                </a:cubicBezTo>
                <a:cubicBezTo>
                  <a:pt x="518922" y="1178479"/>
                  <a:pt x="516362" y="1177656"/>
                  <a:pt x="513893" y="1176284"/>
                </a:cubicBezTo>
                <a:cubicBezTo>
                  <a:pt x="511424" y="1175004"/>
                  <a:pt x="509321" y="1173175"/>
                  <a:pt x="507583" y="1171072"/>
                </a:cubicBezTo>
                <a:cubicBezTo>
                  <a:pt x="505846" y="1168878"/>
                  <a:pt x="504566" y="1166409"/>
                  <a:pt x="503743" y="1163757"/>
                </a:cubicBezTo>
                <a:cubicBezTo>
                  <a:pt x="503011" y="1161014"/>
                  <a:pt x="502737" y="1158270"/>
                  <a:pt x="503011" y="1155527"/>
                </a:cubicBezTo>
                <a:cubicBezTo>
                  <a:pt x="503377" y="1152784"/>
                  <a:pt x="504200" y="1150132"/>
                  <a:pt x="505480" y="1147663"/>
                </a:cubicBezTo>
              </a:path>
              <a:path w="5307635" h="2094799">
                <a:moveTo>
                  <a:pt x="561350" y="1045982"/>
                </a:moveTo>
                <a:lnTo>
                  <a:pt x="594360" y="985815"/>
                </a:lnTo>
                <a:cubicBezTo>
                  <a:pt x="595732" y="983346"/>
                  <a:pt x="597469" y="981243"/>
                  <a:pt x="599664" y="979505"/>
                </a:cubicBezTo>
                <a:cubicBezTo>
                  <a:pt x="601858" y="977768"/>
                  <a:pt x="604327" y="976488"/>
                  <a:pt x="606979" y="975756"/>
                </a:cubicBezTo>
                <a:cubicBezTo>
                  <a:pt x="609630" y="974933"/>
                  <a:pt x="612374" y="974659"/>
                  <a:pt x="615208" y="975025"/>
                </a:cubicBezTo>
                <a:cubicBezTo>
                  <a:pt x="617952" y="975299"/>
                  <a:pt x="620603" y="976122"/>
                  <a:pt x="623072" y="977494"/>
                </a:cubicBezTo>
                <a:cubicBezTo>
                  <a:pt x="625541" y="978774"/>
                  <a:pt x="627644" y="980603"/>
                  <a:pt x="629382" y="982797"/>
                </a:cubicBezTo>
                <a:cubicBezTo>
                  <a:pt x="631119" y="984900"/>
                  <a:pt x="632399" y="987369"/>
                  <a:pt x="633222" y="990021"/>
                </a:cubicBezTo>
                <a:cubicBezTo>
                  <a:pt x="633954" y="992764"/>
                  <a:pt x="634228" y="995507"/>
                  <a:pt x="633862" y="998250"/>
                </a:cubicBezTo>
                <a:cubicBezTo>
                  <a:pt x="633588" y="1001085"/>
                  <a:pt x="632765" y="1003645"/>
                  <a:pt x="631393" y="1006114"/>
                </a:cubicBezTo>
                <a:lnTo>
                  <a:pt x="598383" y="1066190"/>
                </a:lnTo>
                <a:cubicBezTo>
                  <a:pt x="597103" y="1068659"/>
                  <a:pt x="595274" y="1070762"/>
                  <a:pt x="593080" y="1072500"/>
                </a:cubicBezTo>
                <a:cubicBezTo>
                  <a:pt x="590977" y="1074329"/>
                  <a:pt x="588508" y="1075517"/>
                  <a:pt x="585765" y="1076340"/>
                </a:cubicBezTo>
                <a:cubicBezTo>
                  <a:pt x="583113" y="1077163"/>
                  <a:pt x="580370" y="1077346"/>
                  <a:pt x="577626" y="1077072"/>
                </a:cubicBezTo>
                <a:cubicBezTo>
                  <a:pt x="574792" y="1076797"/>
                  <a:pt x="572232" y="1075974"/>
                  <a:pt x="569763" y="1074603"/>
                </a:cubicBezTo>
                <a:cubicBezTo>
                  <a:pt x="567294" y="1073231"/>
                  <a:pt x="565191" y="1071494"/>
                  <a:pt x="563453" y="1069299"/>
                </a:cubicBezTo>
                <a:cubicBezTo>
                  <a:pt x="561624" y="1067105"/>
                  <a:pt x="560436" y="1064636"/>
                  <a:pt x="559613" y="1061984"/>
                </a:cubicBezTo>
                <a:cubicBezTo>
                  <a:pt x="558790" y="1059332"/>
                  <a:pt x="558607" y="1056589"/>
                  <a:pt x="558881" y="1053755"/>
                </a:cubicBezTo>
                <a:cubicBezTo>
                  <a:pt x="559156" y="1051011"/>
                  <a:pt x="560070" y="1048360"/>
                  <a:pt x="561350" y="1045982"/>
                </a:cubicBezTo>
              </a:path>
              <a:path w="5307635" h="2094799">
                <a:moveTo>
                  <a:pt x="617220" y="944209"/>
                </a:moveTo>
                <a:lnTo>
                  <a:pt x="650230" y="884042"/>
                </a:lnTo>
                <a:cubicBezTo>
                  <a:pt x="651601" y="881664"/>
                  <a:pt x="653339" y="879561"/>
                  <a:pt x="655533" y="877824"/>
                </a:cubicBezTo>
                <a:cubicBezTo>
                  <a:pt x="657728" y="875995"/>
                  <a:pt x="660197" y="874715"/>
                  <a:pt x="662849" y="873984"/>
                </a:cubicBezTo>
                <a:cubicBezTo>
                  <a:pt x="665500" y="873161"/>
                  <a:pt x="668244" y="872978"/>
                  <a:pt x="671078" y="873252"/>
                </a:cubicBezTo>
                <a:cubicBezTo>
                  <a:pt x="673821" y="873526"/>
                  <a:pt x="676473" y="874349"/>
                  <a:pt x="678942" y="875721"/>
                </a:cubicBezTo>
                <a:cubicBezTo>
                  <a:pt x="681411" y="877092"/>
                  <a:pt x="683514" y="878830"/>
                  <a:pt x="685251" y="881024"/>
                </a:cubicBezTo>
                <a:cubicBezTo>
                  <a:pt x="686989" y="883219"/>
                  <a:pt x="688269" y="885596"/>
                  <a:pt x="689000" y="888340"/>
                </a:cubicBezTo>
                <a:cubicBezTo>
                  <a:pt x="689823" y="890991"/>
                  <a:pt x="690098" y="893735"/>
                  <a:pt x="689732" y="896569"/>
                </a:cubicBezTo>
                <a:cubicBezTo>
                  <a:pt x="689458" y="899312"/>
                  <a:pt x="688635" y="901964"/>
                  <a:pt x="687263" y="904342"/>
                </a:cubicBezTo>
                <a:lnTo>
                  <a:pt x="654253" y="964509"/>
                </a:lnTo>
                <a:cubicBezTo>
                  <a:pt x="652882" y="966978"/>
                  <a:pt x="651144" y="969081"/>
                  <a:pt x="648950" y="970818"/>
                </a:cubicBezTo>
                <a:cubicBezTo>
                  <a:pt x="646755" y="972556"/>
                  <a:pt x="644378" y="973836"/>
                  <a:pt x="641634" y="974568"/>
                </a:cubicBezTo>
                <a:cubicBezTo>
                  <a:pt x="638983" y="975390"/>
                  <a:pt x="636240" y="975665"/>
                  <a:pt x="633496" y="975299"/>
                </a:cubicBezTo>
                <a:cubicBezTo>
                  <a:pt x="630662" y="975025"/>
                  <a:pt x="628010" y="974202"/>
                  <a:pt x="625632" y="972830"/>
                </a:cubicBezTo>
                <a:cubicBezTo>
                  <a:pt x="623164" y="971459"/>
                  <a:pt x="621060" y="969721"/>
                  <a:pt x="619323" y="967527"/>
                </a:cubicBezTo>
                <a:cubicBezTo>
                  <a:pt x="617494" y="965332"/>
                  <a:pt x="616214" y="962955"/>
                  <a:pt x="615483" y="960211"/>
                </a:cubicBezTo>
                <a:cubicBezTo>
                  <a:pt x="614660" y="957560"/>
                  <a:pt x="614477" y="954816"/>
                  <a:pt x="614751" y="952073"/>
                </a:cubicBezTo>
                <a:cubicBezTo>
                  <a:pt x="615025" y="949239"/>
                  <a:pt x="615848" y="946678"/>
                  <a:pt x="617220" y="944209"/>
                </a:cubicBezTo>
              </a:path>
              <a:path w="5307635" h="2094799">
                <a:moveTo>
                  <a:pt x="673090" y="842437"/>
                </a:moveTo>
                <a:lnTo>
                  <a:pt x="706100" y="782361"/>
                </a:lnTo>
                <a:cubicBezTo>
                  <a:pt x="707471" y="779892"/>
                  <a:pt x="709209" y="777789"/>
                  <a:pt x="711403" y="776051"/>
                </a:cubicBezTo>
                <a:cubicBezTo>
                  <a:pt x="713598" y="774314"/>
                  <a:pt x="715975" y="773034"/>
                  <a:pt x="718718" y="772211"/>
                </a:cubicBezTo>
                <a:cubicBezTo>
                  <a:pt x="721370" y="771479"/>
                  <a:pt x="724113" y="771205"/>
                  <a:pt x="726948" y="771479"/>
                </a:cubicBezTo>
                <a:cubicBezTo>
                  <a:pt x="729691" y="771845"/>
                  <a:pt x="732343" y="772668"/>
                  <a:pt x="734812" y="773948"/>
                </a:cubicBezTo>
                <a:cubicBezTo>
                  <a:pt x="737189" y="775320"/>
                  <a:pt x="739292" y="777057"/>
                  <a:pt x="741121" y="779252"/>
                </a:cubicBezTo>
                <a:cubicBezTo>
                  <a:pt x="742859" y="781446"/>
                  <a:pt x="744139" y="783915"/>
                  <a:pt x="744870" y="786567"/>
                </a:cubicBezTo>
                <a:cubicBezTo>
                  <a:pt x="745693" y="789310"/>
                  <a:pt x="745876" y="791962"/>
                  <a:pt x="745602" y="794796"/>
                </a:cubicBezTo>
                <a:cubicBezTo>
                  <a:pt x="745327" y="797540"/>
                  <a:pt x="744504" y="800191"/>
                  <a:pt x="743133" y="802660"/>
                </a:cubicBezTo>
                <a:lnTo>
                  <a:pt x="710123" y="862736"/>
                </a:lnTo>
                <a:cubicBezTo>
                  <a:pt x="708751" y="865205"/>
                  <a:pt x="707014" y="867308"/>
                  <a:pt x="704820" y="869046"/>
                </a:cubicBezTo>
                <a:cubicBezTo>
                  <a:pt x="702625" y="870783"/>
                  <a:pt x="700248" y="872063"/>
                  <a:pt x="697504" y="872886"/>
                </a:cubicBezTo>
                <a:cubicBezTo>
                  <a:pt x="694853" y="873618"/>
                  <a:pt x="692109" y="873892"/>
                  <a:pt x="689275" y="873618"/>
                </a:cubicBezTo>
                <a:cubicBezTo>
                  <a:pt x="686532" y="873252"/>
                  <a:pt x="683880" y="872429"/>
                  <a:pt x="681411" y="871149"/>
                </a:cubicBezTo>
                <a:cubicBezTo>
                  <a:pt x="679033" y="869777"/>
                  <a:pt x="676930" y="868040"/>
                  <a:pt x="675102" y="865845"/>
                </a:cubicBezTo>
                <a:cubicBezTo>
                  <a:pt x="673364" y="863651"/>
                  <a:pt x="672084" y="861182"/>
                  <a:pt x="671352" y="858530"/>
                </a:cubicBezTo>
                <a:cubicBezTo>
                  <a:pt x="670530" y="855787"/>
                  <a:pt x="670347" y="853135"/>
                  <a:pt x="670621" y="850301"/>
                </a:cubicBezTo>
                <a:cubicBezTo>
                  <a:pt x="670895" y="847557"/>
                  <a:pt x="671718" y="844906"/>
                  <a:pt x="673090" y="842437"/>
                </a:cubicBezTo>
              </a:path>
              <a:path w="5307635" h="2094799">
                <a:moveTo>
                  <a:pt x="728960" y="740755"/>
                </a:moveTo>
                <a:lnTo>
                  <a:pt x="761970" y="680588"/>
                </a:lnTo>
                <a:cubicBezTo>
                  <a:pt x="763341" y="678119"/>
                  <a:pt x="765078" y="676016"/>
                  <a:pt x="767273" y="674279"/>
                </a:cubicBezTo>
                <a:cubicBezTo>
                  <a:pt x="769468" y="672541"/>
                  <a:pt x="771845" y="671261"/>
                  <a:pt x="774588" y="670530"/>
                </a:cubicBezTo>
                <a:cubicBezTo>
                  <a:pt x="777240" y="669707"/>
                  <a:pt x="779983" y="669432"/>
                  <a:pt x="782818" y="669798"/>
                </a:cubicBezTo>
                <a:cubicBezTo>
                  <a:pt x="785561" y="670072"/>
                  <a:pt x="788213" y="670895"/>
                  <a:pt x="790590" y="672267"/>
                </a:cubicBezTo>
                <a:cubicBezTo>
                  <a:pt x="793059" y="673638"/>
                  <a:pt x="795162" y="675376"/>
                  <a:pt x="796991" y="677570"/>
                </a:cubicBezTo>
                <a:cubicBezTo>
                  <a:pt x="798728" y="679765"/>
                  <a:pt x="800009" y="682142"/>
                  <a:pt x="800740" y="684886"/>
                </a:cubicBezTo>
                <a:cubicBezTo>
                  <a:pt x="801563" y="687537"/>
                  <a:pt x="801746" y="690281"/>
                  <a:pt x="801472" y="693024"/>
                </a:cubicBezTo>
                <a:cubicBezTo>
                  <a:pt x="801197" y="695858"/>
                  <a:pt x="800374" y="698419"/>
                  <a:pt x="799003" y="700888"/>
                </a:cubicBezTo>
                <a:lnTo>
                  <a:pt x="765993" y="761055"/>
                </a:lnTo>
                <a:cubicBezTo>
                  <a:pt x="764621" y="763433"/>
                  <a:pt x="762884" y="765536"/>
                  <a:pt x="760689" y="767364"/>
                </a:cubicBezTo>
                <a:cubicBezTo>
                  <a:pt x="758495" y="769102"/>
                  <a:pt x="756117" y="770382"/>
                  <a:pt x="753374" y="771114"/>
                </a:cubicBezTo>
                <a:cubicBezTo>
                  <a:pt x="750722" y="771936"/>
                  <a:pt x="747979" y="772119"/>
                  <a:pt x="745145" y="771845"/>
                </a:cubicBezTo>
                <a:cubicBezTo>
                  <a:pt x="742401" y="771571"/>
                  <a:pt x="739750" y="770748"/>
                  <a:pt x="737281" y="769376"/>
                </a:cubicBezTo>
                <a:cubicBezTo>
                  <a:pt x="734903" y="768005"/>
                  <a:pt x="732709" y="766267"/>
                  <a:pt x="730971" y="764073"/>
                </a:cubicBezTo>
                <a:cubicBezTo>
                  <a:pt x="729234" y="761878"/>
                  <a:pt x="727954" y="759501"/>
                  <a:pt x="727222" y="756757"/>
                </a:cubicBezTo>
                <a:cubicBezTo>
                  <a:pt x="726399" y="754106"/>
                  <a:pt x="726125" y="751362"/>
                  <a:pt x="726491" y="748619"/>
                </a:cubicBezTo>
                <a:cubicBezTo>
                  <a:pt x="726765" y="745785"/>
                  <a:pt x="727588" y="743224"/>
                  <a:pt x="728960" y="740755"/>
                </a:cubicBezTo>
              </a:path>
              <a:path w="5307635" h="2094799">
                <a:moveTo>
                  <a:pt x="784830" y="638983"/>
                </a:moveTo>
                <a:lnTo>
                  <a:pt x="817839" y="578907"/>
                </a:lnTo>
                <a:cubicBezTo>
                  <a:pt x="819120" y="576438"/>
                  <a:pt x="820948" y="574335"/>
                  <a:pt x="823143" y="572597"/>
                </a:cubicBezTo>
                <a:cubicBezTo>
                  <a:pt x="825337" y="570768"/>
                  <a:pt x="827715" y="569580"/>
                  <a:pt x="830458" y="568757"/>
                </a:cubicBezTo>
                <a:cubicBezTo>
                  <a:pt x="833110" y="567934"/>
                  <a:pt x="835853" y="567751"/>
                  <a:pt x="838596" y="568025"/>
                </a:cubicBezTo>
                <a:cubicBezTo>
                  <a:pt x="841431" y="568391"/>
                  <a:pt x="844083" y="569214"/>
                  <a:pt x="846460" y="570494"/>
                </a:cubicBezTo>
                <a:cubicBezTo>
                  <a:pt x="848929" y="571866"/>
                  <a:pt x="851032" y="573603"/>
                  <a:pt x="852769" y="575798"/>
                </a:cubicBezTo>
                <a:cubicBezTo>
                  <a:pt x="854598" y="577992"/>
                  <a:pt x="855787" y="580461"/>
                  <a:pt x="856610" y="583113"/>
                </a:cubicBezTo>
                <a:cubicBezTo>
                  <a:pt x="857433" y="585765"/>
                  <a:pt x="857616" y="588508"/>
                  <a:pt x="857341" y="591342"/>
                </a:cubicBezTo>
                <a:cubicBezTo>
                  <a:pt x="857067" y="594086"/>
                  <a:pt x="856244" y="596737"/>
                  <a:pt x="854873" y="599115"/>
                </a:cubicBezTo>
                <a:lnTo>
                  <a:pt x="821863" y="659282"/>
                </a:lnTo>
                <a:cubicBezTo>
                  <a:pt x="820491" y="661751"/>
                  <a:pt x="818754" y="663854"/>
                  <a:pt x="816559" y="665592"/>
                </a:cubicBezTo>
                <a:cubicBezTo>
                  <a:pt x="814365" y="667329"/>
                  <a:pt x="811896" y="668609"/>
                  <a:pt x="809244" y="669341"/>
                </a:cubicBezTo>
                <a:cubicBezTo>
                  <a:pt x="806592" y="670164"/>
                  <a:pt x="803849" y="670438"/>
                  <a:pt x="801014" y="670072"/>
                </a:cubicBezTo>
                <a:cubicBezTo>
                  <a:pt x="798271" y="669798"/>
                  <a:pt x="795619" y="668975"/>
                  <a:pt x="793151" y="667603"/>
                </a:cubicBezTo>
                <a:cubicBezTo>
                  <a:pt x="790682" y="666323"/>
                  <a:pt x="788579" y="664494"/>
                  <a:pt x="786841" y="662300"/>
                </a:cubicBezTo>
                <a:cubicBezTo>
                  <a:pt x="785104" y="660197"/>
                  <a:pt x="783824" y="657728"/>
                  <a:pt x="783092" y="655076"/>
                </a:cubicBezTo>
                <a:cubicBezTo>
                  <a:pt x="782269" y="652333"/>
                  <a:pt x="781995" y="649590"/>
                  <a:pt x="782361" y="646847"/>
                </a:cubicBezTo>
                <a:cubicBezTo>
                  <a:pt x="782635" y="644103"/>
                  <a:pt x="783458" y="641452"/>
                  <a:pt x="784830" y="638983"/>
                </a:cubicBezTo>
              </a:path>
              <a:path w="5307635" h="2094799">
                <a:moveTo>
                  <a:pt x="840699" y="537210"/>
                </a:moveTo>
                <a:lnTo>
                  <a:pt x="873709" y="477134"/>
                </a:lnTo>
                <a:cubicBezTo>
                  <a:pt x="874989" y="474665"/>
                  <a:pt x="876818" y="472562"/>
                  <a:pt x="879013" y="470825"/>
                </a:cubicBezTo>
                <a:cubicBezTo>
                  <a:pt x="881116" y="469087"/>
                  <a:pt x="883585" y="467807"/>
                  <a:pt x="886328" y="466984"/>
                </a:cubicBezTo>
                <a:cubicBezTo>
                  <a:pt x="888980" y="466253"/>
                  <a:pt x="891723" y="465978"/>
                  <a:pt x="894466" y="466344"/>
                </a:cubicBezTo>
                <a:cubicBezTo>
                  <a:pt x="897301" y="466618"/>
                  <a:pt x="899861" y="467441"/>
                  <a:pt x="902330" y="468813"/>
                </a:cubicBezTo>
                <a:cubicBezTo>
                  <a:pt x="904799" y="470093"/>
                  <a:pt x="906902" y="471922"/>
                  <a:pt x="908639" y="474025"/>
                </a:cubicBezTo>
                <a:cubicBezTo>
                  <a:pt x="910377" y="476220"/>
                  <a:pt x="911657" y="478688"/>
                  <a:pt x="912480" y="481340"/>
                </a:cubicBezTo>
                <a:cubicBezTo>
                  <a:pt x="913303" y="484083"/>
                  <a:pt x="913486" y="486827"/>
                  <a:pt x="913211" y="489570"/>
                </a:cubicBezTo>
                <a:cubicBezTo>
                  <a:pt x="912846" y="492313"/>
                  <a:pt x="912023" y="494965"/>
                  <a:pt x="910742" y="497434"/>
                </a:cubicBezTo>
                <a:lnTo>
                  <a:pt x="877733" y="557510"/>
                </a:lnTo>
                <a:cubicBezTo>
                  <a:pt x="876361" y="559979"/>
                  <a:pt x="874624" y="562082"/>
                  <a:pt x="872429" y="563819"/>
                </a:cubicBezTo>
                <a:cubicBezTo>
                  <a:pt x="870234" y="565556"/>
                  <a:pt x="867766" y="566837"/>
                  <a:pt x="865114" y="567660"/>
                </a:cubicBezTo>
                <a:cubicBezTo>
                  <a:pt x="862371" y="568391"/>
                  <a:pt x="859719" y="568665"/>
                  <a:pt x="856884" y="568391"/>
                </a:cubicBezTo>
                <a:cubicBezTo>
                  <a:pt x="854141" y="568025"/>
                  <a:pt x="851489" y="567202"/>
                  <a:pt x="849020" y="565922"/>
                </a:cubicBezTo>
                <a:cubicBezTo>
                  <a:pt x="846552" y="564551"/>
                  <a:pt x="844448" y="562813"/>
                  <a:pt x="842711" y="560619"/>
                </a:cubicBezTo>
                <a:cubicBezTo>
                  <a:pt x="840974" y="558424"/>
                  <a:pt x="839694" y="555955"/>
                  <a:pt x="838871" y="553303"/>
                </a:cubicBezTo>
                <a:cubicBezTo>
                  <a:pt x="838139" y="550652"/>
                  <a:pt x="837865" y="547908"/>
                  <a:pt x="838230" y="545074"/>
                </a:cubicBezTo>
                <a:cubicBezTo>
                  <a:pt x="838505" y="542331"/>
                  <a:pt x="839328" y="539679"/>
                  <a:pt x="840699" y="537210"/>
                </a:cubicBezTo>
              </a:path>
              <a:path w="5307635" h="2094799">
                <a:moveTo>
                  <a:pt x="896569" y="435529"/>
                </a:moveTo>
                <a:lnTo>
                  <a:pt x="900501" y="428305"/>
                </a:lnTo>
                <a:cubicBezTo>
                  <a:pt x="903336" y="423093"/>
                  <a:pt x="907633" y="419710"/>
                  <a:pt x="913394" y="418155"/>
                </a:cubicBezTo>
                <a:lnTo>
                  <a:pt x="971641" y="402062"/>
                </a:lnTo>
                <a:cubicBezTo>
                  <a:pt x="974385" y="401330"/>
                  <a:pt x="977128" y="401147"/>
                  <a:pt x="979871" y="401513"/>
                </a:cubicBezTo>
                <a:cubicBezTo>
                  <a:pt x="982614" y="401787"/>
                  <a:pt x="985266" y="402702"/>
                  <a:pt x="987643" y="404073"/>
                </a:cubicBezTo>
                <a:cubicBezTo>
                  <a:pt x="990112" y="405445"/>
                  <a:pt x="992215" y="407274"/>
                  <a:pt x="993953" y="409468"/>
                </a:cubicBezTo>
                <a:cubicBezTo>
                  <a:pt x="995599" y="411663"/>
                  <a:pt x="996879" y="414132"/>
                  <a:pt x="997610" y="416784"/>
                </a:cubicBezTo>
                <a:cubicBezTo>
                  <a:pt x="998342" y="419527"/>
                  <a:pt x="998525" y="422270"/>
                  <a:pt x="998250" y="425013"/>
                </a:cubicBezTo>
                <a:cubicBezTo>
                  <a:pt x="997885" y="427756"/>
                  <a:pt x="996970" y="430408"/>
                  <a:pt x="995599" y="432786"/>
                </a:cubicBezTo>
                <a:cubicBezTo>
                  <a:pt x="994227" y="435254"/>
                  <a:pt x="992490" y="437358"/>
                  <a:pt x="990204" y="439095"/>
                </a:cubicBezTo>
                <a:cubicBezTo>
                  <a:pt x="988009" y="440741"/>
                  <a:pt x="985540" y="442021"/>
                  <a:pt x="982889" y="442752"/>
                </a:cubicBezTo>
                <a:lnTo>
                  <a:pt x="924641" y="458846"/>
                </a:lnTo>
                <a:lnTo>
                  <a:pt x="918972" y="438455"/>
                </a:lnTo>
                <a:lnTo>
                  <a:pt x="937534" y="448605"/>
                </a:lnTo>
                <a:lnTo>
                  <a:pt x="933602" y="455828"/>
                </a:lnTo>
                <a:cubicBezTo>
                  <a:pt x="932231" y="458206"/>
                  <a:pt x="930493" y="460309"/>
                  <a:pt x="928299" y="462138"/>
                </a:cubicBezTo>
                <a:cubicBezTo>
                  <a:pt x="926104" y="463875"/>
                  <a:pt x="923635" y="465155"/>
                  <a:pt x="920984" y="465887"/>
                </a:cubicBezTo>
                <a:cubicBezTo>
                  <a:pt x="918240" y="466710"/>
                  <a:pt x="915497" y="466893"/>
                  <a:pt x="912754" y="466618"/>
                </a:cubicBezTo>
                <a:cubicBezTo>
                  <a:pt x="910011" y="466344"/>
                  <a:pt x="907359" y="465521"/>
                  <a:pt x="904890" y="464149"/>
                </a:cubicBezTo>
                <a:cubicBezTo>
                  <a:pt x="902421" y="462778"/>
                  <a:pt x="900318" y="461040"/>
                  <a:pt x="898581" y="458846"/>
                </a:cubicBezTo>
                <a:cubicBezTo>
                  <a:pt x="896844" y="456651"/>
                  <a:pt x="895563" y="454274"/>
                  <a:pt x="894740" y="451531"/>
                </a:cubicBezTo>
                <a:cubicBezTo>
                  <a:pt x="894009" y="448879"/>
                  <a:pt x="893735" y="446136"/>
                  <a:pt x="894009" y="443393"/>
                </a:cubicBezTo>
                <a:cubicBezTo>
                  <a:pt x="894375" y="440558"/>
                  <a:pt x="895198" y="437998"/>
                  <a:pt x="896569" y="435529"/>
                </a:cubicBezTo>
              </a:path>
              <a:path w="5307635" h="2094799">
                <a:moveTo>
                  <a:pt x="1017453" y="389443"/>
                </a:moveTo>
                <a:lnTo>
                  <a:pt x="1083655" y="371246"/>
                </a:lnTo>
                <a:cubicBezTo>
                  <a:pt x="1086307" y="370515"/>
                  <a:pt x="1089050" y="370241"/>
                  <a:pt x="1091885" y="370606"/>
                </a:cubicBezTo>
                <a:cubicBezTo>
                  <a:pt x="1094628" y="370972"/>
                  <a:pt x="1097280" y="371795"/>
                  <a:pt x="1099657" y="373167"/>
                </a:cubicBezTo>
                <a:cubicBezTo>
                  <a:pt x="1102126" y="374630"/>
                  <a:pt x="1104229" y="376367"/>
                  <a:pt x="1105875" y="378562"/>
                </a:cubicBezTo>
                <a:cubicBezTo>
                  <a:pt x="1107613" y="380756"/>
                  <a:pt x="1108893" y="383225"/>
                  <a:pt x="1109624" y="385968"/>
                </a:cubicBezTo>
                <a:cubicBezTo>
                  <a:pt x="1110356" y="388620"/>
                  <a:pt x="1110539" y="391363"/>
                  <a:pt x="1110173" y="394198"/>
                </a:cubicBezTo>
                <a:cubicBezTo>
                  <a:pt x="1109899" y="396941"/>
                  <a:pt x="1108984" y="399501"/>
                  <a:pt x="1107613" y="401970"/>
                </a:cubicBezTo>
                <a:cubicBezTo>
                  <a:pt x="1106241" y="404439"/>
                  <a:pt x="1104412" y="406451"/>
                  <a:pt x="1102218" y="408188"/>
                </a:cubicBezTo>
                <a:cubicBezTo>
                  <a:pt x="1100023" y="409926"/>
                  <a:pt x="1097554" y="411114"/>
                  <a:pt x="1094903" y="411937"/>
                </a:cubicBezTo>
                <a:lnTo>
                  <a:pt x="1028700" y="430134"/>
                </a:lnTo>
                <a:cubicBezTo>
                  <a:pt x="1025957" y="430865"/>
                  <a:pt x="1023214" y="431048"/>
                  <a:pt x="1020470" y="430774"/>
                </a:cubicBezTo>
                <a:cubicBezTo>
                  <a:pt x="1017727" y="430408"/>
                  <a:pt x="1015075" y="429494"/>
                  <a:pt x="1012607" y="428122"/>
                </a:cubicBezTo>
                <a:cubicBezTo>
                  <a:pt x="1010229" y="426750"/>
                  <a:pt x="1008126" y="424922"/>
                  <a:pt x="1006389" y="422727"/>
                </a:cubicBezTo>
                <a:cubicBezTo>
                  <a:pt x="1004651" y="420533"/>
                  <a:pt x="1003463" y="418064"/>
                  <a:pt x="1002731" y="415412"/>
                </a:cubicBezTo>
                <a:cubicBezTo>
                  <a:pt x="1002000" y="412669"/>
                  <a:pt x="1001725" y="409926"/>
                  <a:pt x="1002091" y="407182"/>
                </a:cubicBezTo>
                <a:cubicBezTo>
                  <a:pt x="1002457" y="404439"/>
                  <a:pt x="1003280" y="401787"/>
                  <a:pt x="1004743" y="399410"/>
                </a:cubicBezTo>
                <a:cubicBezTo>
                  <a:pt x="1006114" y="396941"/>
                  <a:pt x="1007852" y="394838"/>
                  <a:pt x="1010138" y="393192"/>
                </a:cubicBezTo>
                <a:cubicBezTo>
                  <a:pt x="1012332" y="391455"/>
                  <a:pt x="1014801" y="390174"/>
                  <a:pt x="1017453" y="389443"/>
                </a:cubicBezTo>
              </a:path>
              <a:path w="5307635" h="2094799">
                <a:moveTo>
                  <a:pt x="1129467" y="358628"/>
                </a:moveTo>
                <a:lnTo>
                  <a:pt x="1195578" y="340340"/>
                </a:lnTo>
                <a:cubicBezTo>
                  <a:pt x="1198321" y="339608"/>
                  <a:pt x="1201064" y="339425"/>
                  <a:pt x="1203808" y="339791"/>
                </a:cubicBezTo>
                <a:cubicBezTo>
                  <a:pt x="1206642" y="340065"/>
                  <a:pt x="1209203" y="340980"/>
                  <a:pt x="1211671" y="342351"/>
                </a:cubicBezTo>
                <a:cubicBezTo>
                  <a:pt x="1214140" y="343723"/>
                  <a:pt x="1216152" y="345552"/>
                  <a:pt x="1217889" y="347746"/>
                </a:cubicBezTo>
                <a:cubicBezTo>
                  <a:pt x="1219627" y="349941"/>
                  <a:pt x="1220815" y="352410"/>
                  <a:pt x="1221638" y="355062"/>
                </a:cubicBezTo>
                <a:cubicBezTo>
                  <a:pt x="1222370" y="357805"/>
                  <a:pt x="1222553" y="360548"/>
                  <a:pt x="1222187" y="363291"/>
                </a:cubicBezTo>
                <a:cubicBezTo>
                  <a:pt x="1221821" y="366034"/>
                  <a:pt x="1220998" y="368686"/>
                  <a:pt x="1219627" y="371155"/>
                </a:cubicBezTo>
                <a:cubicBezTo>
                  <a:pt x="1218255" y="373532"/>
                  <a:pt x="1216426" y="375636"/>
                  <a:pt x="1214232" y="377373"/>
                </a:cubicBezTo>
                <a:cubicBezTo>
                  <a:pt x="1212037" y="379019"/>
                  <a:pt x="1209568" y="380299"/>
                  <a:pt x="1206825" y="381030"/>
                </a:cubicBezTo>
                <a:lnTo>
                  <a:pt x="1140714" y="399318"/>
                </a:lnTo>
                <a:cubicBezTo>
                  <a:pt x="1137971" y="400050"/>
                  <a:pt x="1135228" y="400233"/>
                  <a:pt x="1132484" y="399867"/>
                </a:cubicBezTo>
                <a:cubicBezTo>
                  <a:pt x="1129650" y="399501"/>
                  <a:pt x="1127089" y="398678"/>
                  <a:pt x="1124621" y="397307"/>
                </a:cubicBezTo>
                <a:cubicBezTo>
                  <a:pt x="1122243" y="395935"/>
                  <a:pt x="1120140" y="394106"/>
                  <a:pt x="1118403" y="391912"/>
                </a:cubicBezTo>
                <a:cubicBezTo>
                  <a:pt x="1116665" y="389717"/>
                  <a:pt x="1115477" y="387248"/>
                  <a:pt x="1114745" y="384505"/>
                </a:cubicBezTo>
                <a:cubicBezTo>
                  <a:pt x="1113922" y="381853"/>
                  <a:pt x="1113739" y="379110"/>
                  <a:pt x="1114105" y="376367"/>
                </a:cubicBezTo>
                <a:cubicBezTo>
                  <a:pt x="1114471" y="373532"/>
                  <a:pt x="1115294" y="370972"/>
                  <a:pt x="1116665" y="368503"/>
                </a:cubicBezTo>
                <a:cubicBezTo>
                  <a:pt x="1118037" y="366126"/>
                  <a:pt x="1119866" y="364023"/>
                  <a:pt x="1122060" y="362285"/>
                </a:cubicBezTo>
                <a:cubicBezTo>
                  <a:pt x="1124255" y="360548"/>
                  <a:pt x="1126724" y="359359"/>
                  <a:pt x="1129467" y="358628"/>
                </a:cubicBezTo>
              </a:path>
              <a:path w="5307635" h="2094799">
                <a:moveTo>
                  <a:pt x="1241389" y="327721"/>
                </a:moveTo>
                <a:lnTo>
                  <a:pt x="1307592" y="309524"/>
                </a:lnTo>
                <a:cubicBezTo>
                  <a:pt x="1310335" y="308793"/>
                  <a:pt x="1313078" y="308610"/>
                  <a:pt x="1315822" y="308884"/>
                </a:cubicBezTo>
                <a:cubicBezTo>
                  <a:pt x="1318565" y="309250"/>
                  <a:pt x="1321217" y="310073"/>
                  <a:pt x="1323685" y="311536"/>
                </a:cubicBezTo>
                <a:cubicBezTo>
                  <a:pt x="1326063" y="312908"/>
                  <a:pt x="1328166" y="314645"/>
                  <a:pt x="1329903" y="316840"/>
                </a:cubicBezTo>
                <a:cubicBezTo>
                  <a:pt x="1331641" y="319126"/>
                  <a:pt x="1332829" y="321503"/>
                  <a:pt x="1333561" y="324246"/>
                </a:cubicBezTo>
                <a:cubicBezTo>
                  <a:pt x="1334292" y="326898"/>
                  <a:pt x="1334567" y="329641"/>
                  <a:pt x="1334201" y="332476"/>
                </a:cubicBezTo>
                <a:cubicBezTo>
                  <a:pt x="1333835" y="335219"/>
                  <a:pt x="1333012" y="337871"/>
                  <a:pt x="1331641" y="340248"/>
                </a:cubicBezTo>
                <a:cubicBezTo>
                  <a:pt x="1330178" y="342717"/>
                  <a:pt x="1328440" y="344729"/>
                  <a:pt x="1326246" y="346466"/>
                </a:cubicBezTo>
                <a:cubicBezTo>
                  <a:pt x="1323960" y="348204"/>
                  <a:pt x="1321582" y="349484"/>
                  <a:pt x="1318839" y="350215"/>
                </a:cubicBezTo>
                <a:lnTo>
                  <a:pt x="1252637" y="368412"/>
                </a:lnTo>
                <a:cubicBezTo>
                  <a:pt x="1249985" y="369143"/>
                  <a:pt x="1247242" y="369326"/>
                  <a:pt x="1244407" y="369052"/>
                </a:cubicBezTo>
                <a:cubicBezTo>
                  <a:pt x="1241664" y="368686"/>
                  <a:pt x="1239103" y="367772"/>
                  <a:pt x="1236635" y="366400"/>
                </a:cubicBezTo>
                <a:cubicBezTo>
                  <a:pt x="1234166" y="365028"/>
                  <a:pt x="1232154" y="363291"/>
                  <a:pt x="1230417" y="361005"/>
                </a:cubicBezTo>
                <a:cubicBezTo>
                  <a:pt x="1228679" y="358811"/>
                  <a:pt x="1227399" y="356342"/>
                  <a:pt x="1226668" y="353690"/>
                </a:cubicBezTo>
                <a:cubicBezTo>
                  <a:pt x="1225936" y="351038"/>
                  <a:pt x="1225753" y="348295"/>
                  <a:pt x="1226119" y="345460"/>
                </a:cubicBezTo>
                <a:cubicBezTo>
                  <a:pt x="1226393" y="342717"/>
                  <a:pt x="1227308" y="340065"/>
                  <a:pt x="1228679" y="337688"/>
                </a:cubicBezTo>
                <a:cubicBezTo>
                  <a:pt x="1230051" y="335219"/>
                  <a:pt x="1231880" y="333116"/>
                  <a:pt x="1234074" y="331470"/>
                </a:cubicBezTo>
                <a:cubicBezTo>
                  <a:pt x="1236269" y="329733"/>
                  <a:pt x="1238738" y="328452"/>
                  <a:pt x="1241389" y="327721"/>
                </a:cubicBezTo>
              </a:path>
              <a:path w="5307635" h="2094799">
                <a:moveTo>
                  <a:pt x="1353403" y="296906"/>
                </a:moveTo>
                <a:lnTo>
                  <a:pt x="1419606" y="278618"/>
                </a:lnTo>
                <a:cubicBezTo>
                  <a:pt x="1422258" y="277886"/>
                  <a:pt x="1425001" y="277703"/>
                  <a:pt x="1427836" y="278069"/>
                </a:cubicBezTo>
                <a:cubicBezTo>
                  <a:pt x="1430579" y="278435"/>
                  <a:pt x="1433231" y="279258"/>
                  <a:pt x="1435608" y="280629"/>
                </a:cubicBezTo>
                <a:cubicBezTo>
                  <a:pt x="1438077" y="282001"/>
                  <a:pt x="1440180" y="283830"/>
                  <a:pt x="1441917" y="286024"/>
                </a:cubicBezTo>
                <a:cubicBezTo>
                  <a:pt x="1443563" y="288219"/>
                  <a:pt x="1444843" y="290688"/>
                  <a:pt x="1445575" y="293340"/>
                </a:cubicBezTo>
                <a:cubicBezTo>
                  <a:pt x="1446306" y="296083"/>
                  <a:pt x="1446489" y="298826"/>
                  <a:pt x="1446215" y="301569"/>
                </a:cubicBezTo>
                <a:cubicBezTo>
                  <a:pt x="1445849" y="304404"/>
                  <a:pt x="1444935" y="306964"/>
                  <a:pt x="1443563" y="309433"/>
                </a:cubicBezTo>
                <a:cubicBezTo>
                  <a:pt x="1442192" y="311810"/>
                  <a:pt x="1440363" y="313914"/>
                  <a:pt x="1438168" y="315651"/>
                </a:cubicBezTo>
                <a:cubicBezTo>
                  <a:pt x="1435974" y="317388"/>
                  <a:pt x="1433505" y="318577"/>
                  <a:pt x="1430853" y="319308"/>
                </a:cubicBezTo>
                <a:lnTo>
                  <a:pt x="1364651" y="337596"/>
                </a:lnTo>
                <a:cubicBezTo>
                  <a:pt x="1361999" y="338328"/>
                  <a:pt x="1359256" y="338511"/>
                  <a:pt x="1356421" y="338145"/>
                </a:cubicBezTo>
                <a:cubicBezTo>
                  <a:pt x="1353678" y="337779"/>
                  <a:pt x="1351026" y="336956"/>
                  <a:pt x="1348649" y="335585"/>
                </a:cubicBezTo>
                <a:cubicBezTo>
                  <a:pt x="1346180" y="334213"/>
                  <a:pt x="1344077" y="332384"/>
                  <a:pt x="1342339" y="330190"/>
                </a:cubicBezTo>
                <a:cubicBezTo>
                  <a:pt x="1340693" y="327995"/>
                  <a:pt x="1339413" y="325526"/>
                  <a:pt x="1338682" y="322875"/>
                </a:cubicBezTo>
                <a:cubicBezTo>
                  <a:pt x="1337950" y="320131"/>
                  <a:pt x="1337767" y="317388"/>
                  <a:pt x="1338042" y="314645"/>
                </a:cubicBezTo>
                <a:cubicBezTo>
                  <a:pt x="1338407" y="311810"/>
                  <a:pt x="1339322" y="309250"/>
                  <a:pt x="1340693" y="306781"/>
                </a:cubicBezTo>
                <a:cubicBezTo>
                  <a:pt x="1342065" y="304404"/>
                  <a:pt x="1343894" y="302301"/>
                  <a:pt x="1346088" y="300563"/>
                </a:cubicBezTo>
                <a:cubicBezTo>
                  <a:pt x="1348283" y="298826"/>
                  <a:pt x="1350752" y="297637"/>
                  <a:pt x="1353403" y="296906"/>
                </a:cubicBezTo>
              </a:path>
              <a:path w="5307635" h="2094799">
                <a:moveTo>
                  <a:pt x="1465417" y="265999"/>
                </a:moveTo>
                <a:lnTo>
                  <a:pt x="1531620" y="247802"/>
                </a:lnTo>
                <a:cubicBezTo>
                  <a:pt x="1534272" y="247071"/>
                  <a:pt x="1537015" y="246888"/>
                  <a:pt x="1539850" y="247162"/>
                </a:cubicBezTo>
                <a:cubicBezTo>
                  <a:pt x="1542593" y="247528"/>
                  <a:pt x="1545153" y="248442"/>
                  <a:pt x="1547622" y="249814"/>
                </a:cubicBezTo>
                <a:cubicBezTo>
                  <a:pt x="1550091" y="251186"/>
                  <a:pt x="1552103" y="252923"/>
                  <a:pt x="1553840" y="255209"/>
                </a:cubicBezTo>
                <a:cubicBezTo>
                  <a:pt x="1555577" y="257404"/>
                  <a:pt x="1556857" y="259781"/>
                  <a:pt x="1557589" y="262524"/>
                </a:cubicBezTo>
                <a:cubicBezTo>
                  <a:pt x="1558320" y="265176"/>
                  <a:pt x="1558503" y="267919"/>
                  <a:pt x="1558138" y="270754"/>
                </a:cubicBezTo>
                <a:cubicBezTo>
                  <a:pt x="1557863" y="273497"/>
                  <a:pt x="1556949" y="276149"/>
                  <a:pt x="1555577" y="278526"/>
                </a:cubicBezTo>
                <a:cubicBezTo>
                  <a:pt x="1554206" y="280995"/>
                  <a:pt x="1552377" y="283098"/>
                  <a:pt x="1550182" y="284744"/>
                </a:cubicBezTo>
                <a:cubicBezTo>
                  <a:pt x="1547988" y="286482"/>
                  <a:pt x="1545519" y="287762"/>
                  <a:pt x="1542776" y="288493"/>
                </a:cubicBezTo>
                <a:lnTo>
                  <a:pt x="1476665" y="306690"/>
                </a:lnTo>
                <a:cubicBezTo>
                  <a:pt x="1473921" y="307421"/>
                  <a:pt x="1471178" y="307604"/>
                  <a:pt x="1468435" y="307330"/>
                </a:cubicBezTo>
                <a:cubicBezTo>
                  <a:pt x="1465692" y="306964"/>
                  <a:pt x="1463040" y="306050"/>
                  <a:pt x="1460571" y="304678"/>
                </a:cubicBezTo>
                <a:cubicBezTo>
                  <a:pt x="1458194" y="303306"/>
                  <a:pt x="1456091" y="301569"/>
                  <a:pt x="1454353" y="299375"/>
                </a:cubicBezTo>
                <a:cubicBezTo>
                  <a:pt x="1452616" y="297089"/>
                  <a:pt x="1451427" y="294711"/>
                  <a:pt x="1450696" y="291968"/>
                </a:cubicBezTo>
                <a:cubicBezTo>
                  <a:pt x="1449964" y="289316"/>
                  <a:pt x="1449690" y="286573"/>
                  <a:pt x="1450056" y="283738"/>
                </a:cubicBezTo>
                <a:cubicBezTo>
                  <a:pt x="1450421" y="280995"/>
                  <a:pt x="1451244" y="278343"/>
                  <a:pt x="1452616" y="275966"/>
                </a:cubicBezTo>
                <a:cubicBezTo>
                  <a:pt x="1454079" y="273497"/>
                  <a:pt x="1455816" y="271485"/>
                  <a:pt x="1458011" y="269748"/>
                </a:cubicBezTo>
                <a:cubicBezTo>
                  <a:pt x="1460297" y="268011"/>
                  <a:pt x="1462674" y="266730"/>
                  <a:pt x="1465417" y="265999"/>
                </a:cubicBezTo>
              </a:path>
              <a:path w="5307635" h="2094799">
                <a:moveTo>
                  <a:pt x="1577431" y="235184"/>
                </a:moveTo>
                <a:lnTo>
                  <a:pt x="1643543" y="216896"/>
                </a:lnTo>
                <a:cubicBezTo>
                  <a:pt x="1646286" y="216164"/>
                  <a:pt x="1649029" y="215981"/>
                  <a:pt x="1651772" y="216347"/>
                </a:cubicBezTo>
                <a:cubicBezTo>
                  <a:pt x="1654607" y="216713"/>
                  <a:pt x="1657167" y="217536"/>
                  <a:pt x="1659636" y="218907"/>
                </a:cubicBezTo>
                <a:cubicBezTo>
                  <a:pt x="1662013" y="220279"/>
                  <a:pt x="1664117" y="222108"/>
                  <a:pt x="1665854" y="224302"/>
                </a:cubicBezTo>
                <a:cubicBezTo>
                  <a:pt x="1667591" y="226497"/>
                  <a:pt x="1668780" y="228966"/>
                  <a:pt x="1669512" y="231709"/>
                </a:cubicBezTo>
                <a:cubicBezTo>
                  <a:pt x="1670334" y="234361"/>
                  <a:pt x="1670517" y="237104"/>
                  <a:pt x="1670152" y="239847"/>
                </a:cubicBezTo>
                <a:cubicBezTo>
                  <a:pt x="1669786" y="242682"/>
                  <a:pt x="1668963" y="245242"/>
                  <a:pt x="1667591" y="247711"/>
                </a:cubicBezTo>
                <a:cubicBezTo>
                  <a:pt x="1666220" y="250088"/>
                  <a:pt x="1664391" y="252192"/>
                  <a:pt x="1662196" y="253929"/>
                </a:cubicBezTo>
                <a:cubicBezTo>
                  <a:pt x="1660002" y="255666"/>
                  <a:pt x="1657533" y="256855"/>
                  <a:pt x="1654790" y="257586"/>
                </a:cubicBezTo>
                <a:lnTo>
                  <a:pt x="1588679" y="275874"/>
                </a:lnTo>
                <a:cubicBezTo>
                  <a:pt x="1585935" y="276606"/>
                  <a:pt x="1583192" y="276789"/>
                  <a:pt x="1580449" y="276423"/>
                </a:cubicBezTo>
                <a:cubicBezTo>
                  <a:pt x="1577614" y="276057"/>
                  <a:pt x="1575054" y="275234"/>
                  <a:pt x="1572585" y="273863"/>
                </a:cubicBezTo>
                <a:cubicBezTo>
                  <a:pt x="1570116" y="272491"/>
                  <a:pt x="1568105" y="270662"/>
                  <a:pt x="1566367" y="268468"/>
                </a:cubicBezTo>
                <a:cubicBezTo>
                  <a:pt x="1564630" y="266273"/>
                  <a:pt x="1563441" y="263804"/>
                  <a:pt x="1562618" y="261153"/>
                </a:cubicBezTo>
                <a:cubicBezTo>
                  <a:pt x="1561887" y="258409"/>
                  <a:pt x="1561704" y="255666"/>
                  <a:pt x="1562070" y="252923"/>
                </a:cubicBezTo>
                <a:cubicBezTo>
                  <a:pt x="1562435" y="250088"/>
                  <a:pt x="1563258" y="247528"/>
                  <a:pt x="1564630" y="245059"/>
                </a:cubicBezTo>
                <a:cubicBezTo>
                  <a:pt x="1566001" y="242682"/>
                  <a:pt x="1567830" y="240579"/>
                  <a:pt x="1570025" y="238841"/>
                </a:cubicBezTo>
                <a:cubicBezTo>
                  <a:pt x="1572219" y="237104"/>
                  <a:pt x="1574688" y="235915"/>
                  <a:pt x="1577431" y="235184"/>
                </a:cubicBezTo>
              </a:path>
              <a:path w="5307635" h="2094799">
                <a:moveTo>
                  <a:pt x="1689354" y="204277"/>
                </a:moveTo>
                <a:lnTo>
                  <a:pt x="1755557" y="186080"/>
                </a:lnTo>
                <a:cubicBezTo>
                  <a:pt x="1758300" y="185349"/>
                  <a:pt x="1761043" y="185166"/>
                  <a:pt x="1763786" y="185440"/>
                </a:cubicBezTo>
                <a:cubicBezTo>
                  <a:pt x="1766529" y="185806"/>
                  <a:pt x="1769181" y="186720"/>
                  <a:pt x="1771650" y="188092"/>
                </a:cubicBezTo>
                <a:cubicBezTo>
                  <a:pt x="1774027" y="189464"/>
                  <a:pt x="1776131" y="191292"/>
                  <a:pt x="1777868" y="193487"/>
                </a:cubicBezTo>
                <a:cubicBezTo>
                  <a:pt x="1779605" y="195682"/>
                  <a:pt x="1780794" y="198150"/>
                  <a:pt x="1781526" y="200802"/>
                </a:cubicBezTo>
                <a:cubicBezTo>
                  <a:pt x="1782257" y="203545"/>
                  <a:pt x="1782531" y="206289"/>
                  <a:pt x="1782166" y="209032"/>
                </a:cubicBezTo>
                <a:cubicBezTo>
                  <a:pt x="1781800" y="211775"/>
                  <a:pt x="1780977" y="214427"/>
                  <a:pt x="1779514" y="216804"/>
                </a:cubicBezTo>
                <a:cubicBezTo>
                  <a:pt x="1778142" y="219273"/>
                  <a:pt x="1776405" y="221376"/>
                  <a:pt x="1774119" y="223022"/>
                </a:cubicBezTo>
                <a:cubicBezTo>
                  <a:pt x="1771924" y="224760"/>
                  <a:pt x="1769455" y="226040"/>
                  <a:pt x="1766804" y="226771"/>
                </a:cubicBezTo>
                <a:lnTo>
                  <a:pt x="1700601" y="244968"/>
                </a:lnTo>
                <a:cubicBezTo>
                  <a:pt x="1697949" y="245699"/>
                  <a:pt x="1695206" y="245974"/>
                  <a:pt x="1692372" y="245608"/>
                </a:cubicBezTo>
                <a:cubicBezTo>
                  <a:pt x="1689628" y="245242"/>
                  <a:pt x="1686977" y="244419"/>
                  <a:pt x="1684599" y="242956"/>
                </a:cubicBezTo>
                <a:cubicBezTo>
                  <a:pt x="1682130" y="241584"/>
                  <a:pt x="1680027" y="239847"/>
                  <a:pt x="1678381" y="237653"/>
                </a:cubicBezTo>
                <a:cubicBezTo>
                  <a:pt x="1676644" y="235458"/>
                  <a:pt x="1675364" y="232989"/>
                  <a:pt x="1674632" y="230246"/>
                </a:cubicBezTo>
                <a:cubicBezTo>
                  <a:pt x="1673901" y="227594"/>
                  <a:pt x="1673718" y="224851"/>
                  <a:pt x="1674084" y="222016"/>
                </a:cubicBezTo>
                <a:cubicBezTo>
                  <a:pt x="1674358" y="219273"/>
                  <a:pt x="1675272" y="216713"/>
                  <a:pt x="1676644" y="214244"/>
                </a:cubicBezTo>
                <a:cubicBezTo>
                  <a:pt x="1678015" y="211775"/>
                  <a:pt x="1679844" y="209763"/>
                  <a:pt x="1682039" y="208026"/>
                </a:cubicBezTo>
                <a:cubicBezTo>
                  <a:pt x="1684233" y="206289"/>
                  <a:pt x="1686702" y="205100"/>
                  <a:pt x="1689354" y="204277"/>
                </a:cubicBezTo>
              </a:path>
              <a:path w="5307635" h="2094799">
                <a:moveTo>
                  <a:pt x="1801368" y="173462"/>
                </a:moveTo>
                <a:lnTo>
                  <a:pt x="1867571" y="155265"/>
                </a:lnTo>
                <a:cubicBezTo>
                  <a:pt x="1870222" y="154442"/>
                  <a:pt x="1872966" y="154259"/>
                  <a:pt x="1875800" y="154625"/>
                </a:cubicBezTo>
                <a:cubicBezTo>
                  <a:pt x="1878543" y="154991"/>
                  <a:pt x="1881195" y="155814"/>
                  <a:pt x="1883573" y="157185"/>
                </a:cubicBezTo>
                <a:cubicBezTo>
                  <a:pt x="1886041" y="158557"/>
                  <a:pt x="1888145" y="160386"/>
                  <a:pt x="1889790" y="162580"/>
                </a:cubicBezTo>
                <a:cubicBezTo>
                  <a:pt x="1891528" y="164775"/>
                  <a:pt x="1892808" y="167244"/>
                  <a:pt x="1893540" y="169987"/>
                </a:cubicBezTo>
                <a:cubicBezTo>
                  <a:pt x="1894271" y="172639"/>
                  <a:pt x="1894454" y="175382"/>
                  <a:pt x="1894088" y="178125"/>
                </a:cubicBezTo>
                <a:cubicBezTo>
                  <a:pt x="1893814" y="180960"/>
                  <a:pt x="1892899" y="183520"/>
                  <a:pt x="1891528" y="185989"/>
                </a:cubicBezTo>
                <a:cubicBezTo>
                  <a:pt x="1890156" y="188366"/>
                  <a:pt x="1888327" y="190470"/>
                  <a:pt x="1886133" y="192207"/>
                </a:cubicBezTo>
                <a:cubicBezTo>
                  <a:pt x="1883938" y="193944"/>
                  <a:pt x="1881469" y="195133"/>
                  <a:pt x="1878818" y="195864"/>
                </a:cubicBezTo>
                <a:lnTo>
                  <a:pt x="1812615" y="214152"/>
                </a:lnTo>
                <a:cubicBezTo>
                  <a:pt x="1809872" y="214884"/>
                  <a:pt x="1807129" y="215067"/>
                  <a:pt x="1804386" y="214701"/>
                </a:cubicBezTo>
                <a:cubicBezTo>
                  <a:pt x="1801642" y="214427"/>
                  <a:pt x="1798991" y="213512"/>
                  <a:pt x="1796613" y="212141"/>
                </a:cubicBezTo>
                <a:cubicBezTo>
                  <a:pt x="1794144" y="210769"/>
                  <a:pt x="1792041" y="208940"/>
                  <a:pt x="1790304" y="206746"/>
                </a:cubicBezTo>
                <a:cubicBezTo>
                  <a:pt x="1788566" y="204551"/>
                  <a:pt x="1787378" y="202082"/>
                  <a:pt x="1786646" y="199431"/>
                </a:cubicBezTo>
                <a:cubicBezTo>
                  <a:pt x="1785915" y="196687"/>
                  <a:pt x="1785732" y="193944"/>
                  <a:pt x="1786006" y="191201"/>
                </a:cubicBezTo>
                <a:cubicBezTo>
                  <a:pt x="1786372" y="188458"/>
                  <a:pt x="1787286" y="185806"/>
                  <a:pt x="1788658" y="183429"/>
                </a:cubicBezTo>
                <a:cubicBezTo>
                  <a:pt x="1790029" y="180960"/>
                  <a:pt x="1791767" y="178857"/>
                  <a:pt x="1794053" y="177119"/>
                </a:cubicBezTo>
                <a:cubicBezTo>
                  <a:pt x="1796247" y="175473"/>
                  <a:pt x="1798716" y="174193"/>
                  <a:pt x="1801368" y="173462"/>
                </a:cubicBezTo>
              </a:path>
              <a:path w="5307635" h="2094799">
                <a:moveTo>
                  <a:pt x="1913382" y="142646"/>
                </a:moveTo>
                <a:lnTo>
                  <a:pt x="1979585" y="124358"/>
                </a:lnTo>
                <a:cubicBezTo>
                  <a:pt x="1982236" y="123627"/>
                  <a:pt x="1984980" y="123444"/>
                  <a:pt x="1987723" y="123810"/>
                </a:cubicBezTo>
                <a:cubicBezTo>
                  <a:pt x="1990557" y="124084"/>
                  <a:pt x="1993118" y="124998"/>
                  <a:pt x="1995587" y="126370"/>
                </a:cubicBezTo>
                <a:cubicBezTo>
                  <a:pt x="1998055" y="127742"/>
                  <a:pt x="2000067" y="129570"/>
                  <a:pt x="2001804" y="131765"/>
                </a:cubicBezTo>
                <a:cubicBezTo>
                  <a:pt x="2003542" y="133960"/>
                  <a:pt x="2004731" y="136428"/>
                  <a:pt x="2005554" y="139080"/>
                </a:cubicBezTo>
                <a:cubicBezTo>
                  <a:pt x="2006285" y="141823"/>
                  <a:pt x="2006468" y="144567"/>
                  <a:pt x="2006102" y="147310"/>
                </a:cubicBezTo>
                <a:cubicBezTo>
                  <a:pt x="2005736" y="150053"/>
                  <a:pt x="2004913" y="152705"/>
                  <a:pt x="2003542" y="155082"/>
                </a:cubicBezTo>
                <a:cubicBezTo>
                  <a:pt x="2002170" y="157551"/>
                  <a:pt x="2000341" y="159654"/>
                  <a:pt x="1998147" y="161392"/>
                </a:cubicBezTo>
                <a:cubicBezTo>
                  <a:pt x="1995952" y="163038"/>
                  <a:pt x="1993483" y="164318"/>
                  <a:pt x="1990740" y="165049"/>
                </a:cubicBezTo>
                <a:lnTo>
                  <a:pt x="1924629" y="183246"/>
                </a:lnTo>
                <a:cubicBezTo>
                  <a:pt x="1921886" y="183977"/>
                  <a:pt x="1919143" y="184252"/>
                  <a:pt x="1916400" y="183886"/>
                </a:cubicBezTo>
                <a:cubicBezTo>
                  <a:pt x="1913565" y="183520"/>
                  <a:pt x="1911005" y="182697"/>
                  <a:pt x="1908536" y="181326"/>
                </a:cubicBezTo>
                <a:cubicBezTo>
                  <a:pt x="1906158" y="179862"/>
                  <a:pt x="1904055" y="178125"/>
                  <a:pt x="1902318" y="175931"/>
                </a:cubicBezTo>
                <a:cubicBezTo>
                  <a:pt x="1900580" y="173736"/>
                  <a:pt x="1899392" y="171267"/>
                  <a:pt x="1898660" y="168524"/>
                </a:cubicBezTo>
                <a:cubicBezTo>
                  <a:pt x="1897837" y="165872"/>
                  <a:pt x="1897654" y="163129"/>
                  <a:pt x="1898020" y="160386"/>
                </a:cubicBezTo>
                <a:cubicBezTo>
                  <a:pt x="1898386" y="157551"/>
                  <a:pt x="1899209" y="154991"/>
                  <a:pt x="1900580" y="152522"/>
                </a:cubicBezTo>
                <a:cubicBezTo>
                  <a:pt x="1901952" y="150053"/>
                  <a:pt x="1903781" y="148041"/>
                  <a:pt x="1905975" y="146304"/>
                </a:cubicBezTo>
                <a:cubicBezTo>
                  <a:pt x="1908170" y="144567"/>
                  <a:pt x="1910639" y="143378"/>
                  <a:pt x="1913382" y="142646"/>
                </a:cubicBezTo>
              </a:path>
              <a:path w="5307635" h="2094799">
                <a:moveTo>
                  <a:pt x="2025396" y="111740"/>
                </a:moveTo>
                <a:lnTo>
                  <a:pt x="2091507" y="93543"/>
                </a:lnTo>
                <a:cubicBezTo>
                  <a:pt x="2094250" y="92812"/>
                  <a:pt x="2096994" y="92537"/>
                  <a:pt x="2099737" y="92903"/>
                </a:cubicBezTo>
                <a:cubicBezTo>
                  <a:pt x="2102571" y="93269"/>
                  <a:pt x="2105132" y="94092"/>
                  <a:pt x="2107601" y="95463"/>
                </a:cubicBezTo>
                <a:cubicBezTo>
                  <a:pt x="2109978" y="96926"/>
                  <a:pt x="2112081" y="98664"/>
                  <a:pt x="2113818" y="100858"/>
                </a:cubicBezTo>
                <a:cubicBezTo>
                  <a:pt x="2115556" y="103053"/>
                  <a:pt x="2116745" y="105522"/>
                  <a:pt x="2117476" y="108265"/>
                </a:cubicBezTo>
                <a:cubicBezTo>
                  <a:pt x="2118299" y="110917"/>
                  <a:pt x="2118482" y="113660"/>
                  <a:pt x="2118116" y="116495"/>
                </a:cubicBezTo>
                <a:cubicBezTo>
                  <a:pt x="2117750" y="119238"/>
                  <a:pt x="2116927" y="121798"/>
                  <a:pt x="2115556" y="124267"/>
                </a:cubicBezTo>
                <a:cubicBezTo>
                  <a:pt x="2114093" y="126736"/>
                  <a:pt x="2112355" y="128748"/>
                  <a:pt x="2110161" y="130485"/>
                </a:cubicBezTo>
                <a:cubicBezTo>
                  <a:pt x="2107875" y="132222"/>
                  <a:pt x="2105497" y="133411"/>
                  <a:pt x="2102754" y="134142"/>
                </a:cubicBezTo>
                <a:lnTo>
                  <a:pt x="2036552" y="152430"/>
                </a:lnTo>
                <a:cubicBezTo>
                  <a:pt x="2033900" y="153162"/>
                  <a:pt x="2031157" y="153345"/>
                  <a:pt x="2028414" y="152979"/>
                </a:cubicBezTo>
                <a:cubicBezTo>
                  <a:pt x="2025579" y="152705"/>
                  <a:pt x="2023019" y="151790"/>
                  <a:pt x="2020550" y="150419"/>
                </a:cubicBezTo>
                <a:cubicBezTo>
                  <a:pt x="2018081" y="149047"/>
                  <a:pt x="2016069" y="147218"/>
                  <a:pt x="2014332" y="145024"/>
                </a:cubicBezTo>
                <a:cubicBezTo>
                  <a:pt x="2012594" y="142829"/>
                  <a:pt x="2011314" y="140360"/>
                  <a:pt x="2010583" y="137709"/>
                </a:cubicBezTo>
                <a:cubicBezTo>
                  <a:pt x="2009851" y="134965"/>
                  <a:pt x="2009668" y="132222"/>
                  <a:pt x="2010034" y="129479"/>
                </a:cubicBezTo>
                <a:cubicBezTo>
                  <a:pt x="2010400" y="126736"/>
                  <a:pt x="2011223" y="124084"/>
                  <a:pt x="2012594" y="121707"/>
                </a:cubicBezTo>
                <a:cubicBezTo>
                  <a:pt x="2013966" y="119238"/>
                  <a:pt x="2015795" y="117135"/>
                  <a:pt x="2017989" y="115397"/>
                </a:cubicBezTo>
                <a:cubicBezTo>
                  <a:pt x="2020184" y="113751"/>
                  <a:pt x="2022653" y="112471"/>
                  <a:pt x="2025396" y="111740"/>
                </a:cubicBezTo>
              </a:path>
              <a:path w="5307635" h="2094799">
                <a:moveTo>
                  <a:pt x="2137319" y="80924"/>
                </a:moveTo>
                <a:lnTo>
                  <a:pt x="2203521" y="62636"/>
                </a:lnTo>
                <a:cubicBezTo>
                  <a:pt x="2206264" y="61905"/>
                  <a:pt x="2208916" y="61722"/>
                  <a:pt x="2211751" y="62088"/>
                </a:cubicBezTo>
                <a:cubicBezTo>
                  <a:pt x="2214494" y="62362"/>
                  <a:pt x="2217146" y="63276"/>
                  <a:pt x="2219523" y="64648"/>
                </a:cubicBezTo>
                <a:cubicBezTo>
                  <a:pt x="2221992" y="66020"/>
                  <a:pt x="2224095" y="67848"/>
                  <a:pt x="2225832" y="70043"/>
                </a:cubicBezTo>
                <a:cubicBezTo>
                  <a:pt x="2227478" y="72238"/>
                  <a:pt x="2228759" y="74706"/>
                  <a:pt x="2229490" y="77358"/>
                </a:cubicBezTo>
                <a:cubicBezTo>
                  <a:pt x="2230222" y="80101"/>
                  <a:pt x="2230404" y="82845"/>
                  <a:pt x="2230130" y="85588"/>
                </a:cubicBezTo>
                <a:cubicBezTo>
                  <a:pt x="2229764" y="88331"/>
                  <a:pt x="2228850" y="90983"/>
                  <a:pt x="2227478" y="93452"/>
                </a:cubicBezTo>
                <a:cubicBezTo>
                  <a:pt x="2226107" y="95829"/>
                  <a:pt x="2224369" y="97932"/>
                  <a:pt x="2222083" y="99670"/>
                </a:cubicBezTo>
                <a:cubicBezTo>
                  <a:pt x="2219889" y="101316"/>
                  <a:pt x="2217420" y="102596"/>
                  <a:pt x="2214768" y="103327"/>
                </a:cubicBezTo>
                <a:lnTo>
                  <a:pt x="2148566" y="121524"/>
                </a:lnTo>
                <a:cubicBezTo>
                  <a:pt x="2145914" y="122347"/>
                  <a:pt x="2143171" y="122530"/>
                  <a:pt x="2140336" y="122164"/>
                </a:cubicBezTo>
                <a:cubicBezTo>
                  <a:pt x="2137593" y="121798"/>
                  <a:pt x="2134941" y="120975"/>
                  <a:pt x="2132564" y="119604"/>
                </a:cubicBezTo>
                <a:cubicBezTo>
                  <a:pt x="2130095" y="118232"/>
                  <a:pt x="2127992" y="116403"/>
                  <a:pt x="2126254" y="114209"/>
                </a:cubicBezTo>
                <a:cubicBezTo>
                  <a:pt x="2124608" y="112014"/>
                  <a:pt x="2123328" y="109545"/>
                  <a:pt x="2122597" y="106802"/>
                </a:cubicBezTo>
                <a:cubicBezTo>
                  <a:pt x="2121865" y="104150"/>
                  <a:pt x="2121682" y="101407"/>
                  <a:pt x="2121957" y="98664"/>
                </a:cubicBezTo>
                <a:cubicBezTo>
                  <a:pt x="2122322" y="95829"/>
                  <a:pt x="2123237" y="93269"/>
                  <a:pt x="2124608" y="90800"/>
                </a:cubicBezTo>
                <a:cubicBezTo>
                  <a:pt x="2125980" y="88422"/>
                  <a:pt x="2127809" y="86319"/>
                  <a:pt x="2130003" y="84582"/>
                </a:cubicBezTo>
                <a:cubicBezTo>
                  <a:pt x="2132198" y="82845"/>
                  <a:pt x="2134667" y="81656"/>
                  <a:pt x="2137319" y="80924"/>
                </a:cubicBezTo>
              </a:path>
              <a:path w="5307635" h="2094799">
                <a:moveTo>
                  <a:pt x="2249333" y="50018"/>
                </a:moveTo>
                <a:lnTo>
                  <a:pt x="2315535" y="31821"/>
                </a:lnTo>
                <a:cubicBezTo>
                  <a:pt x="2318187" y="31090"/>
                  <a:pt x="2320930" y="30815"/>
                  <a:pt x="2323765" y="31181"/>
                </a:cubicBezTo>
                <a:cubicBezTo>
                  <a:pt x="2326508" y="31547"/>
                  <a:pt x="2329160" y="32370"/>
                  <a:pt x="2331537" y="33833"/>
                </a:cubicBezTo>
                <a:cubicBezTo>
                  <a:pt x="2334006" y="35204"/>
                  <a:pt x="2336109" y="36942"/>
                  <a:pt x="2337755" y="39136"/>
                </a:cubicBezTo>
                <a:cubicBezTo>
                  <a:pt x="2339492" y="41422"/>
                  <a:pt x="2340773" y="43800"/>
                  <a:pt x="2341504" y="46543"/>
                </a:cubicBezTo>
                <a:cubicBezTo>
                  <a:pt x="2342236" y="49195"/>
                  <a:pt x="2342418" y="51938"/>
                  <a:pt x="2342053" y="54773"/>
                </a:cubicBezTo>
                <a:cubicBezTo>
                  <a:pt x="2341778" y="57516"/>
                  <a:pt x="2340864" y="60076"/>
                  <a:pt x="2339492" y="62545"/>
                </a:cubicBezTo>
                <a:cubicBezTo>
                  <a:pt x="2338121" y="65014"/>
                  <a:pt x="2336292" y="67026"/>
                  <a:pt x="2334097" y="68763"/>
                </a:cubicBezTo>
                <a:cubicBezTo>
                  <a:pt x="2331903" y="70500"/>
                  <a:pt x="2329434" y="71689"/>
                  <a:pt x="2326782" y="72512"/>
                </a:cubicBezTo>
                <a:lnTo>
                  <a:pt x="2260580" y="90708"/>
                </a:lnTo>
                <a:cubicBezTo>
                  <a:pt x="2257836" y="91440"/>
                  <a:pt x="2255093" y="91623"/>
                  <a:pt x="2252350" y="91349"/>
                </a:cubicBezTo>
                <a:cubicBezTo>
                  <a:pt x="2249607" y="90983"/>
                  <a:pt x="2246955" y="90068"/>
                  <a:pt x="2244486" y="88697"/>
                </a:cubicBezTo>
                <a:cubicBezTo>
                  <a:pt x="2242109" y="87325"/>
                  <a:pt x="2240006" y="85588"/>
                  <a:pt x="2238268" y="83302"/>
                </a:cubicBezTo>
                <a:cubicBezTo>
                  <a:pt x="2236531" y="81107"/>
                  <a:pt x="2235342" y="78638"/>
                  <a:pt x="2234611" y="75987"/>
                </a:cubicBezTo>
                <a:cubicBezTo>
                  <a:pt x="2233879" y="73243"/>
                  <a:pt x="2233605" y="70592"/>
                  <a:pt x="2233971" y="67757"/>
                </a:cubicBezTo>
                <a:cubicBezTo>
                  <a:pt x="2234336" y="65014"/>
                  <a:pt x="2235159" y="62362"/>
                  <a:pt x="2236622" y="59985"/>
                </a:cubicBezTo>
                <a:cubicBezTo>
                  <a:pt x="2237994" y="57516"/>
                  <a:pt x="2239731" y="55413"/>
                  <a:pt x="2241926" y="53767"/>
                </a:cubicBezTo>
                <a:cubicBezTo>
                  <a:pt x="2244212" y="52029"/>
                  <a:pt x="2246589" y="50749"/>
                  <a:pt x="2249333" y="50018"/>
                </a:cubicBezTo>
              </a:path>
              <a:path w="5307635" h="2094799">
                <a:moveTo>
                  <a:pt x="2361347" y="19202"/>
                </a:moveTo>
                <a:lnTo>
                  <a:pt x="2427458" y="914"/>
                </a:lnTo>
                <a:cubicBezTo>
                  <a:pt x="2430201" y="183"/>
                  <a:pt x="2432944" y="0"/>
                  <a:pt x="2435687" y="366"/>
                </a:cubicBezTo>
                <a:cubicBezTo>
                  <a:pt x="2438522" y="732"/>
                  <a:pt x="2441082" y="1554"/>
                  <a:pt x="2443551" y="2926"/>
                </a:cubicBezTo>
                <a:cubicBezTo>
                  <a:pt x="2446020" y="4298"/>
                  <a:pt x="2448032" y="6126"/>
                  <a:pt x="2449769" y="8321"/>
                </a:cubicBezTo>
                <a:cubicBezTo>
                  <a:pt x="2451506" y="10516"/>
                  <a:pt x="2452695" y="12984"/>
                  <a:pt x="2453518" y="15636"/>
                </a:cubicBezTo>
                <a:cubicBezTo>
                  <a:pt x="2454250" y="18379"/>
                  <a:pt x="2454432" y="21123"/>
                  <a:pt x="2454067" y="23866"/>
                </a:cubicBezTo>
                <a:cubicBezTo>
                  <a:pt x="2453701" y="26700"/>
                  <a:pt x="2452878" y="29261"/>
                  <a:pt x="2451506" y="31730"/>
                </a:cubicBezTo>
                <a:cubicBezTo>
                  <a:pt x="2450135" y="34107"/>
                  <a:pt x="2448306" y="36210"/>
                  <a:pt x="2446111" y="37948"/>
                </a:cubicBezTo>
                <a:cubicBezTo>
                  <a:pt x="2443917" y="39685"/>
                  <a:pt x="2441448" y="40874"/>
                  <a:pt x="2438705" y="41605"/>
                </a:cubicBezTo>
                <a:lnTo>
                  <a:pt x="2372594" y="59893"/>
                </a:lnTo>
                <a:cubicBezTo>
                  <a:pt x="2369850" y="60625"/>
                  <a:pt x="2367107" y="60808"/>
                  <a:pt x="2364364" y="60442"/>
                </a:cubicBezTo>
                <a:cubicBezTo>
                  <a:pt x="2361529" y="60076"/>
                  <a:pt x="2358969" y="59253"/>
                  <a:pt x="2356500" y="57882"/>
                </a:cubicBezTo>
                <a:cubicBezTo>
                  <a:pt x="2354031" y="56510"/>
                  <a:pt x="2352020" y="54681"/>
                  <a:pt x="2350282" y="52487"/>
                </a:cubicBezTo>
                <a:cubicBezTo>
                  <a:pt x="2348545" y="50292"/>
                  <a:pt x="2347356" y="47823"/>
                  <a:pt x="2346533" y="45080"/>
                </a:cubicBezTo>
                <a:cubicBezTo>
                  <a:pt x="2345802" y="42428"/>
                  <a:pt x="2345619" y="39685"/>
                  <a:pt x="2345985" y="36942"/>
                </a:cubicBezTo>
                <a:cubicBezTo>
                  <a:pt x="2346350" y="34107"/>
                  <a:pt x="2347173" y="31547"/>
                  <a:pt x="2348545" y="29078"/>
                </a:cubicBezTo>
                <a:cubicBezTo>
                  <a:pt x="2349917" y="26700"/>
                  <a:pt x="2351745" y="24597"/>
                  <a:pt x="2353940" y="22860"/>
                </a:cubicBezTo>
                <a:cubicBezTo>
                  <a:pt x="2356134" y="21123"/>
                  <a:pt x="2358603" y="19934"/>
                  <a:pt x="2361347" y="19202"/>
                </a:cubicBezTo>
              </a:path>
              <a:path w="5307635" h="2094799">
                <a:moveTo>
                  <a:pt x="2484242" y="3292"/>
                </a:moveTo>
                <a:lnTo>
                  <a:pt x="2550810" y="19842"/>
                </a:lnTo>
                <a:cubicBezTo>
                  <a:pt x="2553553" y="20574"/>
                  <a:pt x="2556022" y="21763"/>
                  <a:pt x="2558308" y="23409"/>
                </a:cubicBezTo>
                <a:cubicBezTo>
                  <a:pt x="2560503" y="25055"/>
                  <a:pt x="2562423" y="27066"/>
                  <a:pt x="2563795" y="29444"/>
                </a:cubicBezTo>
                <a:cubicBezTo>
                  <a:pt x="2565258" y="31913"/>
                  <a:pt x="2566172" y="34473"/>
                  <a:pt x="2566629" y="37216"/>
                </a:cubicBezTo>
                <a:cubicBezTo>
                  <a:pt x="2566995" y="40051"/>
                  <a:pt x="2566904" y="42702"/>
                  <a:pt x="2566172" y="45446"/>
                </a:cubicBezTo>
                <a:cubicBezTo>
                  <a:pt x="2565532" y="48189"/>
                  <a:pt x="2564343" y="50658"/>
                  <a:pt x="2562697" y="52944"/>
                </a:cubicBezTo>
                <a:cubicBezTo>
                  <a:pt x="2561052" y="55138"/>
                  <a:pt x="2558948" y="56967"/>
                  <a:pt x="2556571" y="58430"/>
                </a:cubicBezTo>
                <a:cubicBezTo>
                  <a:pt x="2554194" y="59893"/>
                  <a:pt x="2551542" y="60808"/>
                  <a:pt x="2548799" y="61173"/>
                </a:cubicBezTo>
                <a:cubicBezTo>
                  <a:pt x="2546055" y="61631"/>
                  <a:pt x="2543312" y="61448"/>
                  <a:pt x="2540569" y="60808"/>
                </a:cubicBezTo>
                <a:lnTo>
                  <a:pt x="2474001" y="44166"/>
                </a:lnTo>
                <a:cubicBezTo>
                  <a:pt x="2471257" y="43525"/>
                  <a:pt x="2468789" y="42337"/>
                  <a:pt x="2466503" y="40691"/>
                </a:cubicBezTo>
                <a:cubicBezTo>
                  <a:pt x="2464308" y="39045"/>
                  <a:pt x="2462479" y="36942"/>
                  <a:pt x="2461016" y="34564"/>
                </a:cubicBezTo>
                <a:cubicBezTo>
                  <a:pt x="2459553" y="32187"/>
                  <a:pt x="2458639" y="29627"/>
                  <a:pt x="2458182" y="26792"/>
                </a:cubicBezTo>
                <a:cubicBezTo>
                  <a:pt x="2457816" y="24049"/>
                  <a:pt x="2457907" y="21306"/>
                  <a:pt x="2458639" y="18562"/>
                </a:cubicBezTo>
                <a:cubicBezTo>
                  <a:pt x="2459279" y="15911"/>
                  <a:pt x="2460468" y="13442"/>
                  <a:pt x="2462113" y="11156"/>
                </a:cubicBezTo>
                <a:cubicBezTo>
                  <a:pt x="2463851" y="8870"/>
                  <a:pt x="2465862" y="7041"/>
                  <a:pt x="2468240" y="5669"/>
                </a:cubicBezTo>
                <a:cubicBezTo>
                  <a:pt x="2470617" y="4206"/>
                  <a:pt x="2473269" y="3292"/>
                  <a:pt x="2476012" y="2835"/>
                </a:cubicBezTo>
                <a:cubicBezTo>
                  <a:pt x="2478756" y="2469"/>
                  <a:pt x="2481499" y="2560"/>
                  <a:pt x="2484242" y="3292"/>
                </a:cubicBezTo>
              </a:path>
              <a:path w="5307635" h="2094799">
                <a:moveTo>
                  <a:pt x="2596896" y="31364"/>
                </a:moveTo>
                <a:lnTo>
                  <a:pt x="2663556" y="48006"/>
                </a:lnTo>
                <a:cubicBezTo>
                  <a:pt x="2666208" y="48738"/>
                  <a:pt x="2668768" y="49835"/>
                  <a:pt x="2670962" y="51572"/>
                </a:cubicBezTo>
                <a:cubicBezTo>
                  <a:pt x="2673248" y="53218"/>
                  <a:pt x="2675077" y="55230"/>
                  <a:pt x="2676540" y="57607"/>
                </a:cubicBezTo>
                <a:cubicBezTo>
                  <a:pt x="2678003" y="59985"/>
                  <a:pt x="2678918" y="62636"/>
                  <a:pt x="2679283" y="65380"/>
                </a:cubicBezTo>
                <a:cubicBezTo>
                  <a:pt x="2679741" y="68123"/>
                  <a:pt x="2679558" y="70866"/>
                  <a:pt x="2678918" y="73609"/>
                </a:cubicBezTo>
                <a:cubicBezTo>
                  <a:pt x="2678186" y="76352"/>
                  <a:pt x="2677089" y="78821"/>
                  <a:pt x="2675352" y="81016"/>
                </a:cubicBezTo>
                <a:cubicBezTo>
                  <a:pt x="2673706" y="83302"/>
                  <a:pt x="2671694" y="85131"/>
                  <a:pt x="2669316" y="86594"/>
                </a:cubicBezTo>
                <a:cubicBezTo>
                  <a:pt x="2666848" y="88057"/>
                  <a:pt x="2664287" y="88971"/>
                  <a:pt x="2661544" y="89337"/>
                </a:cubicBezTo>
                <a:cubicBezTo>
                  <a:pt x="2658709" y="89794"/>
                  <a:pt x="2655966" y="89611"/>
                  <a:pt x="2653314" y="88971"/>
                </a:cubicBezTo>
                <a:lnTo>
                  <a:pt x="2586655" y="72329"/>
                </a:lnTo>
                <a:cubicBezTo>
                  <a:pt x="2584003" y="71689"/>
                  <a:pt x="2581443" y="70500"/>
                  <a:pt x="2579248" y="68763"/>
                </a:cubicBezTo>
                <a:cubicBezTo>
                  <a:pt x="2576962" y="67117"/>
                  <a:pt x="2575133" y="65105"/>
                  <a:pt x="2573670" y="62728"/>
                </a:cubicBezTo>
                <a:cubicBezTo>
                  <a:pt x="2572299" y="60350"/>
                  <a:pt x="2571293" y="57699"/>
                  <a:pt x="2570927" y="54955"/>
                </a:cubicBezTo>
                <a:cubicBezTo>
                  <a:pt x="2570470" y="52212"/>
                  <a:pt x="2570653" y="49469"/>
                  <a:pt x="2571293" y="46726"/>
                </a:cubicBezTo>
                <a:cubicBezTo>
                  <a:pt x="2572024" y="43983"/>
                  <a:pt x="2573213" y="41514"/>
                  <a:pt x="2574859" y="39319"/>
                </a:cubicBezTo>
                <a:cubicBezTo>
                  <a:pt x="2576505" y="37033"/>
                  <a:pt x="2578517" y="35204"/>
                  <a:pt x="2580985" y="33741"/>
                </a:cubicBezTo>
                <a:cubicBezTo>
                  <a:pt x="2583363" y="32370"/>
                  <a:pt x="2585923" y="31364"/>
                  <a:pt x="2588666" y="30998"/>
                </a:cubicBezTo>
                <a:cubicBezTo>
                  <a:pt x="2591501" y="30541"/>
                  <a:pt x="2594244" y="30724"/>
                  <a:pt x="2596896" y="31364"/>
                </a:cubicBezTo>
              </a:path>
              <a:path w="5307635" h="2094799">
                <a:moveTo>
                  <a:pt x="2709642" y="59527"/>
                </a:moveTo>
                <a:lnTo>
                  <a:pt x="2776210" y="76170"/>
                </a:lnTo>
                <a:cubicBezTo>
                  <a:pt x="2778953" y="76810"/>
                  <a:pt x="2781422" y="77998"/>
                  <a:pt x="2783708" y="79644"/>
                </a:cubicBezTo>
                <a:cubicBezTo>
                  <a:pt x="2785902" y="81382"/>
                  <a:pt x="2787823" y="83393"/>
                  <a:pt x="2789194" y="85771"/>
                </a:cubicBezTo>
                <a:cubicBezTo>
                  <a:pt x="2790657" y="88148"/>
                  <a:pt x="2791572" y="90800"/>
                  <a:pt x="2792029" y="93543"/>
                </a:cubicBezTo>
                <a:cubicBezTo>
                  <a:pt x="2792395" y="96286"/>
                  <a:pt x="2792303" y="99030"/>
                  <a:pt x="2791572" y="101773"/>
                </a:cubicBezTo>
                <a:cubicBezTo>
                  <a:pt x="2790932" y="104424"/>
                  <a:pt x="2789743" y="106985"/>
                  <a:pt x="2788097" y="109179"/>
                </a:cubicBezTo>
                <a:cubicBezTo>
                  <a:pt x="2786451" y="111465"/>
                  <a:pt x="2784348" y="113294"/>
                  <a:pt x="2781971" y="114757"/>
                </a:cubicBezTo>
                <a:cubicBezTo>
                  <a:pt x="2779593" y="116129"/>
                  <a:pt x="2777033" y="117043"/>
                  <a:pt x="2774198" y="117500"/>
                </a:cubicBezTo>
                <a:cubicBezTo>
                  <a:pt x="2771455" y="117866"/>
                  <a:pt x="2768712" y="117775"/>
                  <a:pt x="2765969" y="117135"/>
                </a:cubicBezTo>
                <a:lnTo>
                  <a:pt x="2699400" y="100493"/>
                </a:lnTo>
                <a:cubicBezTo>
                  <a:pt x="2696657" y="99761"/>
                  <a:pt x="2694188" y="98572"/>
                  <a:pt x="2691902" y="96926"/>
                </a:cubicBezTo>
                <a:cubicBezTo>
                  <a:pt x="2689708" y="95280"/>
                  <a:pt x="2687879" y="93269"/>
                  <a:pt x="2686416" y="90891"/>
                </a:cubicBezTo>
                <a:cubicBezTo>
                  <a:pt x="2684953" y="88422"/>
                  <a:pt x="2684038" y="85862"/>
                  <a:pt x="2683581" y="83119"/>
                </a:cubicBezTo>
                <a:cubicBezTo>
                  <a:pt x="2683215" y="80376"/>
                  <a:pt x="2683307" y="77633"/>
                  <a:pt x="2684038" y="74889"/>
                </a:cubicBezTo>
                <a:cubicBezTo>
                  <a:pt x="2684678" y="72146"/>
                  <a:pt x="2685867" y="69677"/>
                  <a:pt x="2687513" y="67483"/>
                </a:cubicBezTo>
                <a:cubicBezTo>
                  <a:pt x="2689250" y="65197"/>
                  <a:pt x="2691262" y="63368"/>
                  <a:pt x="2693640" y="61905"/>
                </a:cubicBezTo>
                <a:cubicBezTo>
                  <a:pt x="2696017" y="60442"/>
                  <a:pt x="2698669" y="59527"/>
                  <a:pt x="2701412" y="59162"/>
                </a:cubicBezTo>
                <a:cubicBezTo>
                  <a:pt x="2704155" y="58704"/>
                  <a:pt x="2706898" y="58887"/>
                  <a:pt x="2709642" y="59527"/>
                </a:cubicBezTo>
              </a:path>
              <a:path w="5307635" h="2094799">
                <a:moveTo>
                  <a:pt x="2822387" y="87691"/>
                </a:moveTo>
                <a:lnTo>
                  <a:pt x="2888955" y="104333"/>
                </a:lnTo>
                <a:cubicBezTo>
                  <a:pt x="2891699" y="104973"/>
                  <a:pt x="2894167" y="106162"/>
                  <a:pt x="2896362" y="107808"/>
                </a:cubicBezTo>
                <a:cubicBezTo>
                  <a:pt x="2898648" y="109454"/>
                  <a:pt x="2900477" y="111557"/>
                  <a:pt x="2901940" y="113934"/>
                </a:cubicBezTo>
                <a:cubicBezTo>
                  <a:pt x="2903403" y="116312"/>
                  <a:pt x="2904317" y="118872"/>
                  <a:pt x="2904683" y="121707"/>
                </a:cubicBezTo>
                <a:cubicBezTo>
                  <a:pt x="2905140" y="124450"/>
                  <a:pt x="2904957" y="127193"/>
                  <a:pt x="2904317" y="129845"/>
                </a:cubicBezTo>
                <a:cubicBezTo>
                  <a:pt x="2903586" y="132588"/>
                  <a:pt x="2902488" y="135057"/>
                  <a:pt x="2900751" y="137343"/>
                </a:cubicBezTo>
                <a:cubicBezTo>
                  <a:pt x="2899105" y="139537"/>
                  <a:pt x="2897094" y="141458"/>
                  <a:pt x="2894716" y="142829"/>
                </a:cubicBezTo>
                <a:cubicBezTo>
                  <a:pt x="2892247" y="144292"/>
                  <a:pt x="2889687" y="145207"/>
                  <a:pt x="2886944" y="145664"/>
                </a:cubicBezTo>
                <a:cubicBezTo>
                  <a:pt x="2884109" y="146030"/>
                  <a:pt x="2881366" y="145938"/>
                  <a:pt x="2878714" y="145207"/>
                </a:cubicBezTo>
                <a:lnTo>
                  <a:pt x="2812054" y="128565"/>
                </a:lnTo>
                <a:cubicBezTo>
                  <a:pt x="2809403" y="127925"/>
                  <a:pt x="2806934" y="126736"/>
                  <a:pt x="2804648" y="125090"/>
                </a:cubicBezTo>
                <a:cubicBezTo>
                  <a:pt x="2802362" y="123444"/>
                  <a:pt x="2800533" y="121432"/>
                  <a:pt x="2799070" y="118963"/>
                </a:cubicBezTo>
                <a:cubicBezTo>
                  <a:pt x="2797698" y="116586"/>
                  <a:pt x="2796784" y="114026"/>
                  <a:pt x="2796327" y="111282"/>
                </a:cubicBezTo>
                <a:cubicBezTo>
                  <a:pt x="2795869" y="108448"/>
                  <a:pt x="2796052" y="105705"/>
                  <a:pt x="2796692" y="103053"/>
                </a:cubicBezTo>
                <a:cubicBezTo>
                  <a:pt x="2797424" y="100310"/>
                  <a:pt x="2798613" y="97841"/>
                  <a:pt x="2800259" y="95555"/>
                </a:cubicBezTo>
                <a:cubicBezTo>
                  <a:pt x="2801904" y="93360"/>
                  <a:pt x="2803916" y="91531"/>
                  <a:pt x="2806385" y="90068"/>
                </a:cubicBezTo>
                <a:cubicBezTo>
                  <a:pt x="2808762" y="88605"/>
                  <a:pt x="2811323" y="87691"/>
                  <a:pt x="2814066" y="87234"/>
                </a:cubicBezTo>
                <a:cubicBezTo>
                  <a:pt x="2816901" y="86868"/>
                  <a:pt x="2819644" y="86959"/>
                  <a:pt x="2822387" y="87691"/>
                </a:cubicBezTo>
              </a:path>
              <a:path w="5307635" h="2094799">
                <a:moveTo>
                  <a:pt x="2935041" y="115854"/>
                </a:moveTo>
                <a:lnTo>
                  <a:pt x="3001609" y="132405"/>
                </a:lnTo>
                <a:cubicBezTo>
                  <a:pt x="3004353" y="133137"/>
                  <a:pt x="3006822" y="134325"/>
                  <a:pt x="3009108" y="135971"/>
                </a:cubicBezTo>
                <a:cubicBezTo>
                  <a:pt x="3011302" y="137617"/>
                  <a:pt x="3013222" y="139629"/>
                  <a:pt x="3014594" y="142098"/>
                </a:cubicBezTo>
                <a:cubicBezTo>
                  <a:pt x="3016057" y="144475"/>
                  <a:pt x="3016971" y="147036"/>
                  <a:pt x="3017429" y="149779"/>
                </a:cubicBezTo>
                <a:cubicBezTo>
                  <a:pt x="3017794" y="152613"/>
                  <a:pt x="3017703" y="155357"/>
                  <a:pt x="3016971" y="158008"/>
                </a:cubicBezTo>
                <a:cubicBezTo>
                  <a:pt x="3016331" y="160752"/>
                  <a:pt x="3015143" y="163220"/>
                  <a:pt x="3013497" y="165506"/>
                </a:cubicBezTo>
                <a:cubicBezTo>
                  <a:pt x="3011851" y="167701"/>
                  <a:pt x="3009748" y="169530"/>
                  <a:pt x="3007370" y="170993"/>
                </a:cubicBezTo>
                <a:cubicBezTo>
                  <a:pt x="3004993" y="172456"/>
                  <a:pt x="3002432" y="173370"/>
                  <a:pt x="2999598" y="173736"/>
                </a:cubicBezTo>
                <a:cubicBezTo>
                  <a:pt x="2996855" y="174193"/>
                  <a:pt x="2994111" y="174102"/>
                  <a:pt x="2991368" y="173370"/>
                </a:cubicBezTo>
                <a:lnTo>
                  <a:pt x="2924800" y="156728"/>
                </a:lnTo>
                <a:cubicBezTo>
                  <a:pt x="2922057" y="156088"/>
                  <a:pt x="2919588" y="154899"/>
                  <a:pt x="2917393" y="153253"/>
                </a:cubicBezTo>
                <a:cubicBezTo>
                  <a:pt x="2915107" y="151608"/>
                  <a:pt x="2913278" y="149504"/>
                  <a:pt x="2911815" y="147127"/>
                </a:cubicBezTo>
                <a:cubicBezTo>
                  <a:pt x="2910352" y="144750"/>
                  <a:pt x="2909438" y="142189"/>
                  <a:pt x="2909072" y="139355"/>
                </a:cubicBezTo>
                <a:cubicBezTo>
                  <a:pt x="2908615" y="136611"/>
                  <a:pt x="2908706" y="133868"/>
                  <a:pt x="2909438" y="131125"/>
                </a:cubicBezTo>
                <a:cubicBezTo>
                  <a:pt x="2910078" y="128473"/>
                  <a:pt x="2911267" y="126004"/>
                  <a:pt x="2912913" y="123718"/>
                </a:cubicBezTo>
                <a:cubicBezTo>
                  <a:pt x="2914650" y="121432"/>
                  <a:pt x="2916662" y="119604"/>
                  <a:pt x="2919039" y="118232"/>
                </a:cubicBezTo>
                <a:cubicBezTo>
                  <a:pt x="2921417" y="116769"/>
                  <a:pt x="2924068" y="115854"/>
                  <a:pt x="2926812" y="115397"/>
                </a:cubicBezTo>
                <a:cubicBezTo>
                  <a:pt x="2929555" y="115032"/>
                  <a:pt x="2932298" y="115123"/>
                  <a:pt x="2935041" y="115854"/>
                </a:cubicBezTo>
              </a:path>
              <a:path w="5307635" h="2094799">
                <a:moveTo>
                  <a:pt x="3047787" y="143927"/>
                </a:moveTo>
                <a:lnTo>
                  <a:pt x="3114355" y="160569"/>
                </a:lnTo>
                <a:cubicBezTo>
                  <a:pt x="3117098" y="161300"/>
                  <a:pt x="3119567" y="162397"/>
                  <a:pt x="3121762" y="164135"/>
                </a:cubicBezTo>
                <a:cubicBezTo>
                  <a:pt x="3124048" y="165781"/>
                  <a:pt x="3125876" y="167792"/>
                  <a:pt x="3127339" y="170170"/>
                </a:cubicBezTo>
                <a:cubicBezTo>
                  <a:pt x="3128802" y="172639"/>
                  <a:pt x="3129717" y="175199"/>
                  <a:pt x="3130083" y="177942"/>
                </a:cubicBezTo>
                <a:cubicBezTo>
                  <a:pt x="3130540" y="180685"/>
                  <a:pt x="3130357" y="183429"/>
                  <a:pt x="3129717" y="186172"/>
                </a:cubicBezTo>
                <a:cubicBezTo>
                  <a:pt x="3129077" y="188915"/>
                  <a:pt x="3127888" y="191384"/>
                  <a:pt x="3126151" y="193578"/>
                </a:cubicBezTo>
                <a:cubicBezTo>
                  <a:pt x="3124505" y="195864"/>
                  <a:pt x="3122493" y="197693"/>
                  <a:pt x="3120116" y="199156"/>
                </a:cubicBezTo>
                <a:cubicBezTo>
                  <a:pt x="3117647" y="200619"/>
                  <a:pt x="3115086" y="201534"/>
                  <a:pt x="3112343" y="201900"/>
                </a:cubicBezTo>
                <a:cubicBezTo>
                  <a:pt x="3109600" y="202357"/>
                  <a:pt x="3106857" y="202174"/>
                  <a:pt x="3104114" y="201534"/>
                </a:cubicBezTo>
                <a:lnTo>
                  <a:pt x="3037545" y="184892"/>
                </a:lnTo>
                <a:cubicBezTo>
                  <a:pt x="3034802" y="184252"/>
                  <a:pt x="3032333" y="183063"/>
                  <a:pt x="3030047" y="181417"/>
                </a:cubicBezTo>
                <a:cubicBezTo>
                  <a:pt x="3027761" y="179680"/>
                  <a:pt x="3025932" y="177668"/>
                  <a:pt x="3024469" y="175290"/>
                </a:cubicBezTo>
                <a:cubicBezTo>
                  <a:pt x="3023098" y="172913"/>
                  <a:pt x="3022183" y="170261"/>
                  <a:pt x="3021726" y="167518"/>
                </a:cubicBezTo>
                <a:cubicBezTo>
                  <a:pt x="3021360" y="164775"/>
                  <a:pt x="3021452" y="162032"/>
                  <a:pt x="3022092" y="159288"/>
                </a:cubicBezTo>
                <a:cubicBezTo>
                  <a:pt x="3022824" y="156637"/>
                  <a:pt x="3024012" y="154076"/>
                  <a:pt x="3025658" y="151882"/>
                </a:cubicBezTo>
                <a:cubicBezTo>
                  <a:pt x="3027304" y="149596"/>
                  <a:pt x="3029316" y="147767"/>
                  <a:pt x="3031785" y="146304"/>
                </a:cubicBezTo>
                <a:cubicBezTo>
                  <a:pt x="3034162" y="144932"/>
                  <a:pt x="3036722" y="143927"/>
                  <a:pt x="3039557" y="143561"/>
                </a:cubicBezTo>
                <a:cubicBezTo>
                  <a:pt x="3042300" y="143104"/>
                  <a:pt x="3045043" y="143286"/>
                  <a:pt x="3047787" y="143927"/>
                </a:cubicBezTo>
              </a:path>
              <a:path w="5307635" h="2094799">
                <a:moveTo>
                  <a:pt x="3160441" y="172090"/>
                </a:moveTo>
                <a:lnTo>
                  <a:pt x="3227009" y="188732"/>
                </a:lnTo>
                <a:cubicBezTo>
                  <a:pt x="3229752" y="189372"/>
                  <a:pt x="3232221" y="190561"/>
                  <a:pt x="3234507" y="192207"/>
                </a:cubicBezTo>
                <a:cubicBezTo>
                  <a:pt x="3236793" y="193944"/>
                  <a:pt x="3238622" y="195956"/>
                  <a:pt x="3239994" y="198333"/>
                </a:cubicBezTo>
                <a:cubicBezTo>
                  <a:pt x="3241457" y="200711"/>
                  <a:pt x="3242371" y="203363"/>
                  <a:pt x="3242828" y="206106"/>
                </a:cubicBezTo>
                <a:cubicBezTo>
                  <a:pt x="3243194" y="208849"/>
                  <a:pt x="3243102" y="211592"/>
                  <a:pt x="3242462" y="214335"/>
                </a:cubicBezTo>
                <a:cubicBezTo>
                  <a:pt x="3241731" y="216987"/>
                  <a:pt x="3240542" y="219547"/>
                  <a:pt x="3238896" y="221742"/>
                </a:cubicBezTo>
                <a:cubicBezTo>
                  <a:pt x="3237250" y="224028"/>
                  <a:pt x="3235239" y="225857"/>
                  <a:pt x="3232770" y="227320"/>
                </a:cubicBezTo>
                <a:cubicBezTo>
                  <a:pt x="3230392" y="228691"/>
                  <a:pt x="3227832" y="229606"/>
                  <a:pt x="3224997" y="230063"/>
                </a:cubicBezTo>
                <a:cubicBezTo>
                  <a:pt x="3222254" y="230520"/>
                  <a:pt x="3219511" y="230337"/>
                  <a:pt x="3216768" y="229697"/>
                </a:cubicBezTo>
                <a:lnTo>
                  <a:pt x="3150199" y="213055"/>
                </a:lnTo>
                <a:cubicBezTo>
                  <a:pt x="3147456" y="212324"/>
                  <a:pt x="3144987" y="211226"/>
                  <a:pt x="3142793" y="209489"/>
                </a:cubicBezTo>
                <a:cubicBezTo>
                  <a:pt x="3140507" y="207843"/>
                  <a:pt x="3138678" y="205831"/>
                  <a:pt x="3137215" y="203454"/>
                </a:cubicBezTo>
                <a:cubicBezTo>
                  <a:pt x="3135752" y="200985"/>
                  <a:pt x="3134838" y="198425"/>
                  <a:pt x="3134472" y="195682"/>
                </a:cubicBezTo>
                <a:cubicBezTo>
                  <a:pt x="3134015" y="192938"/>
                  <a:pt x="3134197" y="190195"/>
                  <a:pt x="3134838" y="187452"/>
                </a:cubicBezTo>
                <a:cubicBezTo>
                  <a:pt x="3135478" y="184709"/>
                  <a:pt x="3136666" y="182240"/>
                  <a:pt x="3138312" y="180045"/>
                </a:cubicBezTo>
                <a:cubicBezTo>
                  <a:pt x="3140050" y="177759"/>
                  <a:pt x="3142061" y="175931"/>
                  <a:pt x="3144439" y="174468"/>
                </a:cubicBezTo>
                <a:cubicBezTo>
                  <a:pt x="3146908" y="173004"/>
                  <a:pt x="3149468" y="172090"/>
                  <a:pt x="3152211" y="171724"/>
                </a:cubicBezTo>
                <a:cubicBezTo>
                  <a:pt x="3154954" y="171267"/>
                  <a:pt x="3157698" y="171450"/>
                  <a:pt x="3160441" y="172090"/>
                </a:cubicBezTo>
              </a:path>
              <a:path w="5307635" h="2094799">
                <a:moveTo>
                  <a:pt x="3273186" y="200254"/>
                </a:moveTo>
                <a:lnTo>
                  <a:pt x="3300344" y="207020"/>
                </a:lnTo>
                <a:lnTo>
                  <a:pt x="3295223" y="227503"/>
                </a:lnTo>
                <a:lnTo>
                  <a:pt x="3299521" y="206837"/>
                </a:lnTo>
                <a:lnTo>
                  <a:pt x="3339297" y="215158"/>
                </a:lnTo>
                <a:cubicBezTo>
                  <a:pt x="3342041" y="215707"/>
                  <a:pt x="3344601" y="216804"/>
                  <a:pt x="3346887" y="218359"/>
                </a:cubicBezTo>
                <a:cubicBezTo>
                  <a:pt x="3349173" y="219913"/>
                  <a:pt x="3351093" y="221833"/>
                  <a:pt x="3352648" y="224211"/>
                </a:cubicBezTo>
                <a:cubicBezTo>
                  <a:pt x="3354202" y="226588"/>
                  <a:pt x="3355208" y="229057"/>
                  <a:pt x="3355757" y="231800"/>
                </a:cubicBezTo>
                <a:cubicBezTo>
                  <a:pt x="3356305" y="234635"/>
                  <a:pt x="3356214" y="237378"/>
                  <a:pt x="3355665" y="240121"/>
                </a:cubicBezTo>
                <a:cubicBezTo>
                  <a:pt x="3355116" y="242773"/>
                  <a:pt x="3354019" y="245334"/>
                  <a:pt x="3352465" y="247620"/>
                </a:cubicBezTo>
                <a:cubicBezTo>
                  <a:pt x="3350910" y="249997"/>
                  <a:pt x="3348899" y="251917"/>
                  <a:pt x="3346521" y="253380"/>
                </a:cubicBezTo>
                <a:cubicBezTo>
                  <a:pt x="3344235" y="254935"/>
                  <a:pt x="3341675" y="255941"/>
                  <a:pt x="3338932" y="256489"/>
                </a:cubicBezTo>
                <a:cubicBezTo>
                  <a:pt x="3336188" y="257038"/>
                  <a:pt x="3333445" y="257038"/>
                  <a:pt x="3330702" y="256398"/>
                </a:cubicBezTo>
                <a:lnTo>
                  <a:pt x="3290926" y="248168"/>
                </a:lnTo>
                <a:cubicBezTo>
                  <a:pt x="3290651" y="248077"/>
                  <a:pt x="3290377" y="248077"/>
                  <a:pt x="3290103" y="247985"/>
                </a:cubicBezTo>
                <a:lnTo>
                  <a:pt x="3262945" y="241219"/>
                </a:lnTo>
                <a:cubicBezTo>
                  <a:pt x="3260202" y="240487"/>
                  <a:pt x="3257733" y="239298"/>
                  <a:pt x="3255447" y="237653"/>
                </a:cubicBezTo>
                <a:cubicBezTo>
                  <a:pt x="3253161" y="236007"/>
                  <a:pt x="3251332" y="233995"/>
                  <a:pt x="3249960" y="231526"/>
                </a:cubicBezTo>
                <a:cubicBezTo>
                  <a:pt x="3248497" y="229149"/>
                  <a:pt x="3247583" y="226588"/>
                  <a:pt x="3247126" y="223845"/>
                </a:cubicBezTo>
                <a:cubicBezTo>
                  <a:pt x="3246760" y="221010"/>
                  <a:pt x="3246852" y="218267"/>
                  <a:pt x="3247583" y="215616"/>
                </a:cubicBezTo>
                <a:cubicBezTo>
                  <a:pt x="3248223" y="212872"/>
                  <a:pt x="3249412" y="210403"/>
                  <a:pt x="3251058" y="208117"/>
                </a:cubicBezTo>
                <a:cubicBezTo>
                  <a:pt x="3252704" y="205923"/>
                  <a:pt x="3254807" y="204094"/>
                  <a:pt x="3257184" y="202631"/>
                </a:cubicBezTo>
                <a:cubicBezTo>
                  <a:pt x="3259562" y="201168"/>
                  <a:pt x="3262122" y="200254"/>
                  <a:pt x="3264957" y="199796"/>
                </a:cubicBezTo>
                <a:cubicBezTo>
                  <a:pt x="3267700" y="199431"/>
                  <a:pt x="3270443" y="199522"/>
                  <a:pt x="3273186" y="200254"/>
                </a:cubicBezTo>
              </a:path>
              <a:path w="5307635" h="2094799">
                <a:moveTo>
                  <a:pt x="3385840" y="224760"/>
                </a:moveTo>
                <a:lnTo>
                  <a:pt x="3453049" y="238750"/>
                </a:lnTo>
                <a:cubicBezTo>
                  <a:pt x="3455792" y="239390"/>
                  <a:pt x="3458261" y="240396"/>
                  <a:pt x="3460638" y="242042"/>
                </a:cubicBezTo>
                <a:cubicBezTo>
                  <a:pt x="3462924" y="243596"/>
                  <a:pt x="3464844" y="245516"/>
                  <a:pt x="3466399" y="247894"/>
                </a:cubicBezTo>
                <a:cubicBezTo>
                  <a:pt x="3467953" y="250180"/>
                  <a:pt x="3468959" y="252740"/>
                  <a:pt x="3469508" y="255483"/>
                </a:cubicBezTo>
                <a:cubicBezTo>
                  <a:pt x="3469965" y="258227"/>
                  <a:pt x="3469965" y="260970"/>
                  <a:pt x="3469416" y="263713"/>
                </a:cubicBezTo>
                <a:cubicBezTo>
                  <a:pt x="3468868" y="266456"/>
                  <a:pt x="3467771" y="269016"/>
                  <a:pt x="3466216" y="271302"/>
                </a:cubicBezTo>
                <a:cubicBezTo>
                  <a:pt x="3464570" y="273588"/>
                  <a:pt x="3462650" y="275509"/>
                  <a:pt x="3460272" y="277063"/>
                </a:cubicBezTo>
                <a:cubicBezTo>
                  <a:pt x="3457986" y="278618"/>
                  <a:pt x="3455426" y="279624"/>
                  <a:pt x="3452683" y="280172"/>
                </a:cubicBezTo>
                <a:cubicBezTo>
                  <a:pt x="3449940" y="280721"/>
                  <a:pt x="3447197" y="280629"/>
                  <a:pt x="3444453" y="280081"/>
                </a:cubicBezTo>
                <a:lnTo>
                  <a:pt x="3377245" y="266090"/>
                </a:lnTo>
                <a:cubicBezTo>
                  <a:pt x="3374502" y="265542"/>
                  <a:pt x="3371941" y="264444"/>
                  <a:pt x="3369655" y="262890"/>
                </a:cubicBezTo>
                <a:cubicBezTo>
                  <a:pt x="3367278" y="261336"/>
                  <a:pt x="3365358" y="259324"/>
                  <a:pt x="3363803" y="257038"/>
                </a:cubicBezTo>
                <a:cubicBezTo>
                  <a:pt x="3362340" y="254660"/>
                  <a:pt x="3361243" y="252100"/>
                  <a:pt x="3360786" y="249357"/>
                </a:cubicBezTo>
                <a:cubicBezTo>
                  <a:pt x="3360237" y="246614"/>
                  <a:pt x="3360237" y="243870"/>
                  <a:pt x="3360877" y="241127"/>
                </a:cubicBezTo>
                <a:cubicBezTo>
                  <a:pt x="3361426" y="238384"/>
                  <a:pt x="3362523" y="235915"/>
                  <a:pt x="3364078" y="233538"/>
                </a:cubicBezTo>
                <a:cubicBezTo>
                  <a:pt x="3365632" y="231252"/>
                  <a:pt x="3367552" y="229332"/>
                  <a:pt x="3369930" y="227777"/>
                </a:cubicBezTo>
                <a:cubicBezTo>
                  <a:pt x="3372307" y="226314"/>
                  <a:pt x="3374868" y="225217"/>
                  <a:pt x="3377611" y="224760"/>
                </a:cubicBezTo>
                <a:cubicBezTo>
                  <a:pt x="3380354" y="224211"/>
                  <a:pt x="3383097" y="224211"/>
                  <a:pt x="3385840" y="224760"/>
                </a:cubicBezTo>
              </a:path>
              <a:path w="5307635" h="2094799">
                <a:moveTo>
                  <a:pt x="3499592" y="248442"/>
                </a:moveTo>
                <a:lnTo>
                  <a:pt x="3566800" y="262433"/>
                </a:lnTo>
                <a:cubicBezTo>
                  <a:pt x="3569452" y="262981"/>
                  <a:pt x="3572012" y="264079"/>
                  <a:pt x="3574298" y="265633"/>
                </a:cubicBezTo>
                <a:cubicBezTo>
                  <a:pt x="3576676" y="267279"/>
                  <a:pt x="3578596" y="269199"/>
                  <a:pt x="3580150" y="271577"/>
                </a:cubicBezTo>
                <a:cubicBezTo>
                  <a:pt x="3581613" y="273863"/>
                  <a:pt x="3582711" y="276423"/>
                  <a:pt x="3583168" y="279166"/>
                </a:cubicBezTo>
                <a:cubicBezTo>
                  <a:pt x="3583716" y="281910"/>
                  <a:pt x="3583716" y="284653"/>
                  <a:pt x="3583168" y="287396"/>
                </a:cubicBezTo>
                <a:cubicBezTo>
                  <a:pt x="3582528" y="290139"/>
                  <a:pt x="3581522" y="292699"/>
                  <a:pt x="3579876" y="294985"/>
                </a:cubicBezTo>
                <a:cubicBezTo>
                  <a:pt x="3578322" y="297271"/>
                  <a:pt x="3576401" y="299192"/>
                  <a:pt x="3574024" y="300746"/>
                </a:cubicBezTo>
                <a:cubicBezTo>
                  <a:pt x="3571646" y="302301"/>
                  <a:pt x="3569178" y="303306"/>
                  <a:pt x="3566343" y="303855"/>
                </a:cubicBezTo>
                <a:cubicBezTo>
                  <a:pt x="3563600" y="304312"/>
                  <a:pt x="3560856" y="304312"/>
                  <a:pt x="3558113" y="303764"/>
                </a:cubicBezTo>
                <a:lnTo>
                  <a:pt x="3490905" y="289773"/>
                </a:lnTo>
                <a:cubicBezTo>
                  <a:pt x="3488162" y="289225"/>
                  <a:pt x="3485693" y="288127"/>
                  <a:pt x="3483315" y="286573"/>
                </a:cubicBezTo>
                <a:cubicBezTo>
                  <a:pt x="3481029" y="285018"/>
                  <a:pt x="3479109" y="283007"/>
                  <a:pt x="3477555" y="280721"/>
                </a:cubicBezTo>
                <a:cubicBezTo>
                  <a:pt x="3476000" y="278343"/>
                  <a:pt x="3474994" y="275783"/>
                  <a:pt x="3474446" y="273040"/>
                </a:cubicBezTo>
                <a:cubicBezTo>
                  <a:pt x="3473988" y="270297"/>
                  <a:pt x="3473988" y="267553"/>
                  <a:pt x="3474537" y="264810"/>
                </a:cubicBezTo>
                <a:cubicBezTo>
                  <a:pt x="3475177" y="262067"/>
                  <a:pt x="3476183" y="259598"/>
                  <a:pt x="3477829" y="257221"/>
                </a:cubicBezTo>
                <a:cubicBezTo>
                  <a:pt x="3479383" y="254935"/>
                  <a:pt x="3481304" y="253014"/>
                  <a:pt x="3483681" y="251460"/>
                </a:cubicBezTo>
                <a:cubicBezTo>
                  <a:pt x="3485967" y="249906"/>
                  <a:pt x="3488527" y="248900"/>
                  <a:pt x="3491271" y="248351"/>
                </a:cubicBezTo>
                <a:cubicBezTo>
                  <a:pt x="3494105" y="247894"/>
                  <a:pt x="3496848" y="247894"/>
                  <a:pt x="3499592" y="248442"/>
                </a:cubicBezTo>
              </a:path>
              <a:path w="5307635" h="2094799">
                <a:moveTo>
                  <a:pt x="3613252" y="272125"/>
                </a:moveTo>
                <a:lnTo>
                  <a:pt x="3680460" y="286116"/>
                </a:lnTo>
                <a:cubicBezTo>
                  <a:pt x="3683203" y="286664"/>
                  <a:pt x="3685764" y="287762"/>
                  <a:pt x="3688050" y="289316"/>
                </a:cubicBezTo>
                <a:cubicBezTo>
                  <a:pt x="3690427" y="290871"/>
                  <a:pt x="3692347" y="292882"/>
                  <a:pt x="3693810" y="295168"/>
                </a:cubicBezTo>
                <a:cubicBezTo>
                  <a:pt x="3695365" y="297546"/>
                  <a:pt x="3696371" y="300106"/>
                  <a:pt x="3696919" y="302849"/>
                </a:cubicBezTo>
                <a:cubicBezTo>
                  <a:pt x="3697468" y="305592"/>
                  <a:pt x="3697468" y="308336"/>
                  <a:pt x="3696828" y="311079"/>
                </a:cubicBezTo>
                <a:cubicBezTo>
                  <a:pt x="3696279" y="313822"/>
                  <a:pt x="3695182" y="316291"/>
                  <a:pt x="3693627" y="318668"/>
                </a:cubicBezTo>
                <a:cubicBezTo>
                  <a:pt x="3692073" y="320954"/>
                  <a:pt x="3690061" y="322875"/>
                  <a:pt x="3687775" y="324429"/>
                </a:cubicBezTo>
                <a:cubicBezTo>
                  <a:pt x="3685398" y="325984"/>
                  <a:pt x="3682837" y="326989"/>
                  <a:pt x="3680094" y="327538"/>
                </a:cubicBezTo>
                <a:cubicBezTo>
                  <a:pt x="3677351" y="327995"/>
                  <a:pt x="3674608" y="327995"/>
                  <a:pt x="3671865" y="327447"/>
                </a:cubicBezTo>
                <a:lnTo>
                  <a:pt x="3604656" y="313456"/>
                </a:lnTo>
                <a:cubicBezTo>
                  <a:pt x="3601913" y="312908"/>
                  <a:pt x="3599353" y="311810"/>
                  <a:pt x="3597067" y="310256"/>
                </a:cubicBezTo>
                <a:cubicBezTo>
                  <a:pt x="3594781" y="308610"/>
                  <a:pt x="3592860" y="306690"/>
                  <a:pt x="3591306" y="304312"/>
                </a:cubicBezTo>
                <a:cubicBezTo>
                  <a:pt x="3589752" y="302026"/>
                  <a:pt x="3588746" y="299466"/>
                  <a:pt x="3588197" y="296723"/>
                </a:cubicBezTo>
                <a:cubicBezTo>
                  <a:pt x="3587740" y="293980"/>
                  <a:pt x="3587740" y="291236"/>
                  <a:pt x="3588288" y="288493"/>
                </a:cubicBezTo>
                <a:cubicBezTo>
                  <a:pt x="3588837" y="285750"/>
                  <a:pt x="3589934" y="283190"/>
                  <a:pt x="3591489" y="280904"/>
                </a:cubicBezTo>
                <a:cubicBezTo>
                  <a:pt x="3593135" y="278618"/>
                  <a:pt x="3595055" y="276697"/>
                  <a:pt x="3597432" y="275143"/>
                </a:cubicBezTo>
                <a:cubicBezTo>
                  <a:pt x="3599718" y="273588"/>
                  <a:pt x="3602279" y="272583"/>
                  <a:pt x="3605022" y="272034"/>
                </a:cubicBezTo>
                <a:cubicBezTo>
                  <a:pt x="3607765" y="271577"/>
                  <a:pt x="3610508" y="271577"/>
                  <a:pt x="3613252" y="272125"/>
                </a:cubicBezTo>
              </a:path>
              <a:path w="5307635" h="2094799">
                <a:moveTo>
                  <a:pt x="3727003" y="295808"/>
                </a:moveTo>
                <a:lnTo>
                  <a:pt x="3794211" y="309799"/>
                </a:lnTo>
                <a:cubicBezTo>
                  <a:pt x="3796955" y="310347"/>
                  <a:pt x="3799515" y="311445"/>
                  <a:pt x="3801801" y="312999"/>
                </a:cubicBezTo>
                <a:cubicBezTo>
                  <a:pt x="3804087" y="314554"/>
                  <a:pt x="3806007" y="316565"/>
                  <a:pt x="3807562" y="318851"/>
                </a:cubicBezTo>
                <a:cubicBezTo>
                  <a:pt x="3809116" y="321229"/>
                  <a:pt x="3810122" y="323789"/>
                  <a:pt x="3810671" y="326532"/>
                </a:cubicBezTo>
                <a:cubicBezTo>
                  <a:pt x="3811219" y="329275"/>
                  <a:pt x="3811128" y="332019"/>
                  <a:pt x="3810579" y="334762"/>
                </a:cubicBezTo>
                <a:cubicBezTo>
                  <a:pt x="3810030" y="337505"/>
                  <a:pt x="3808933" y="339974"/>
                  <a:pt x="3807379" y="342351"/>
                </a:cubicBezTo>
                <a:cubicBezTo>
                  <a:pt x="3805824" y="344637"/>
                  <a:pt x="3803813" y="346558"/>
                  <a:pt x="3801527" y="348112"/>
                </a:cubicBezTo>
                <a:cubicBezTo>
                  <a:pt x="3799149" y="349575"/>
                  <a:pt x="3796589" y="350672"/>
                  <a:pt x="3793846" y="351130"/>
                </a:cubicBezTo>
                <a:cubicBezTo>
                  <a:pt x="3791102" y="351678"/>
                  <a:pt x="3788359" y="351678"/>
                  <a:pt x="3785616" y="351130"/>
                </a:cubicBezTo>
                <a:lnTo>
                  <a:pt x="3718408" y="337139"/>
                </a:lnTo>
                <a:cubicBezTo>
                  <a:pt x="3715664" y="336499"/>
                  <a:pt x="3713104" y="335493"/>
                  <a:pt x="3710818" y="333847"/>
                </a:cubicBezTo>
                <a:cubicBezTo>
                  <a:pt x="3708532" y="332293"/>
                  <a:pt x="3706612" y="330373"/>
                  <a:pt x="3705057" y="327995"/>
                </a:cubicBezTo>
                <a:cubicBezTo>
                  <a:pt x="3703503" y="325709"/>
                  <a:pt x="3702497" y="323149"/>
                  <a:pt x="3701948" y="320406"/>
                </a:cubicBezTo>
                <a:cubicBezTo>
                  <a:pt x="3701400" y="317663"/>
                  <a:pt x="3701491" y="314919"/>
                  <a:pt x="3702040" y="312176"/>
                </a:cubicBezTo>
                <a:cubicBezTo>
                  <a:pt x="3702588" y="309433"/>
                  <a:pt x="3703686" y="306873"/>
                  <a:pt x="3705240" y="304587"/>
                </a:cubicBezTo>
                <a:cubicBezTo>
                  <a:pt x="3706795" y="302301"/>
                  <a:pt x="3708806" y="300380"/>
                  <a:pt x="3711092" y="298826"/>
                </a:cubicBezTo>
                <a:cubicBezTo>
                  <a:pt x="3713470" y="297271"/>
                  <a:pt x="3716030" y="296266"/>
                  <a:pt x="3718773" y="295717"/>
                </a:cubicBezTo>
                <a:cubicBezTo>
                  <a:pt x="3721517" y="295168"/>
                  <a:pt x="3724260" y="295260"/>
                  <a:pt x="3727003" y="295808"/>
                </a:cubicBezTo>
              </a:path>
              <a:path w="5307635" h="2094799">
                <a:moveTo>
                  <a:pt x="3840754" y="319491"/>
                </a:moveTo>
                <a:lnTo>
                  <a:pt x="3907963" y="333482"/>
                </a:lnTo>
                <a:cubicBezTo>
                  <a:pt x="3910706" y="334030"/>
                  <a:pt x="3913175" y="335128"/>
                  <a:pt x="3915552" y="336682"/>
                </a:cubicBezTo>
                <a:cubicBezTo>
                  <a:pt x="3917838" y="338237"/>
                  <a:pt x="3919758" y="340157"/>
                  <a:pt x="3921313" y="342534"/>
                </a:cubicBezTo>
                <a:cubicBezTo>
                  <a:pt x="3922867" y="344912"/>
                  <a:pt x="3923873" y="347381"/>
                  <a:pt x="3924422" y="350215"/>
                </a:cubicBezTo>
                <a:cubicBezTo>
                  <a:pt x="3924879" y="352958"/>
                  <a:pt x="3924879" y="355702"/>
                  <a:pt x="3924330" y="358445"/>
                </a:cubicBezTo>
                <a:cubicBezTo>
                  <a:pt x="3923782" y="361097"/>
                  <a:pt x="3922685" y="363657"/>
                  <a:pt x="3921130" y="365943"/>
                </a:cubicBezTo>
                <a:cubicBezTo>
                  <a:pt x="3919484" y="368320"/>
                  <a:pt x="3917564" y="370241"/>
                  <a:pt x="3915186" y="371704"/>
                </a:cubicBezTo>
                <a:cubicBezTo>
                  <a:pt x="3912900" y="373258"/>
                  <a:pt x="3910340" y="374264"/>
                  <a:pt x="3907597" y="374813"/>
                </a:cubicBezTo>
                <a:cubicBezTo>
                  <a:pt x="3904854" y="375361"/>
                  <a:pt x="3902111" y="375361"/>
                  <a:pt x="3899367" y="374721"/>
                </a:cubicBezTo>
                <a:lnTo>
                  <a:pt x="3832159" y="360731"/>
                </a:lnTo>
                <a:cubicBezTo>
                  <a:pt x="3829416" y="360182"/>
                  <a:pt x="3826855" y="359085"/>
                  <a:pt x="3824569" y="357530"/>
                </a:cubicBezTo>
                <a:cubicBezTo>
                  <a:pt x="3822192" y="355976"/>
                  <a:pt x="3820272" y="354056"/>
                  <a:pt x="3818809" y="351678"/>
                </a:cubicBezTo>
                <a:cubicBezTo>
                  <a:pt x="3817254" y="349301"/>
                  <a:pt x="3816157" y="346832"/>
                  <a:pt x="3815700" y="344089"/>
                </a:cubicBezTo>
                <a:cubicBezTo>
                  <a:pt x="3815151" y="341254"/>
                  <a:pt x="3815151" y="338511"/>
                  <a:pt x="3815791" y="335859"/>
                </a:cubicBezTo>
                <a:cubicBezTo>
                  <a:pt x="3816340" y="333116"/>
                  <a:pt x="3817437" y="330556"/>
                  <a:pt x="3818992" y="328270"/>
                </a:cubicBezTo>
                <a:cubicBezTo>
                  <a:pt x="3820546" y="325892"/>
                  <a:pt x="3822558" y="323972"/>
                  <a:pt x="3824844" y="322509"/>
                </a:cubicBezTo>
                <a:cubicBezTo>
                  <a:pt x="3827221" y="320954"/>
                  <a:pt x="3829782" y="319949"/>
                  <a:pt x="3832525" y="319400"/>
                </a:cubicBezTo>
                <a:cubicBezTo>
                  <a:pt x="3835268" y="318851"/>
                  <a:pt x="3838011" y="318851"/>
                  <a:pt x="3840754" y="319491"/>
                </a:cubicBezTo>
              </a:path>
              <a:path w="5307635" h="2094799">
                <a:moveTo>
                  <a:pt x="3954506" y="343083"/>
                </a:moveTo>
                <a:lnTo>
                  <a:pt x="4021714" y="357073"/>
                </a:lnTo>
                <a:cubicBezTo>
                  <a:pt x="4024457" y="357713"/>
                  <a:pt x="4026926" y="358719"/>
                  <a:pt x="4029304" y="360365"/>
                </a:cubicBezTo>
                <a:cubicBezTo>
                  <a:pt x="4031590" y="361920"/>
                  <a:pt x="4033510" y="363840"/>
                  <a:pt x="4035064" y="366217"/>
                </a:cubicBezTo>
                <a:cubicBezTo>
                  <a:pt x="4036527" y="368503"/>
                  <a:pt x="4037625" y="371064"/>
                  <a:pt x="4038082" y="373807"/>
                </a:cubicBezTo>
                <a:cubicBezTo>
                  <a:pt x="4038630" y="376550"/>
                  <a:pt x="4038630" y="379293"/>
                  <a:pt x="4038082" y="382036"/>
                </a:cubicBezTo>
                <a:cubicBezTo>
                  <a:pt x="4037442" y="384780"/>
                  <a:pt x="4036436" y="387340"/>
                  <a:pt x="4034790" y="389626"/>
                </a:cubicBezTo>
                <a:cubicBezTo>
                  <a:pt x="4033236" y="391912"/>
                  <a:pt x="4031315" y="393924"/>
                  <a:pt x="4028938" y="395387"/>
                </a:cubicBezTo>
                <a:cubicBezTo>
                  <a:pt x="4026560" y="396941"/>
                  <a:pt x="4024092" y="397947"/>
                  <a:pt x="4021257" y="398496"/>
                </a:cubicBezTo>
                <a:cubicBezTo>
                  <a:pt x="4018514" y="399044"/>
                  <a:pt x="4015770" y="398953"/>
                  <a:pt x="4013027" y="398404"/>
                </a:cubicBezTo>
                <a:lnTo>
                  <a:pt x="3945819" y="384414"/>
                </a:lnTo>
                <a:cubicBezTo>
                  <a:pt x="3943076" y="383865"/>
                  <a:pt x="3940607" y="382768"/>
                  <a:pt x="3938229" y="381213"/>
                </a:cubicBezTo>
                <a:cubicBezTo>
                  <a:pt x="3935943" y="379659"/>
                  <a:pt x="3934023" y="377647"/>
                  <a:pt x="3932469" y="375361"/>
                </a:cubicBezTo>
                <a:cubicBezTo>
                  <a:pt x="3931006" y="372984"/>
                  <a:pt x="3929908" y="370423"/>
                  <a:pt x="3929451" y="367680"/>
                </a:cubicBezTo>
                <a:cubicBezTo>
                  <a:pt x="3928902" y="364937"/>
                  <a:pt x="3928902" y="362194"/>
                  <a:pt x="3929451" y="359451"/>
                </a:cubicBezTo>
                <a:cubicBezTo>
                  <a:pt x="3930091" y="356707"/>
                  <a:pt x="3931097" y="354239"/>
                  <a:pt x="3932743" y="351861"/>
                </a:cubicBezTo>
                <a:cubicBezTo>
                  <a:pt x="3934297" y="349575"/>
                  <a:pt x="3936218" y="347655"/>
                  <a:pt x="3938595" y="346100"/>
                </a:cubicBezTo>
                <a:cubicBezTo>
                  <a:pt x="3940973" y="344637"/>
                  <a:pt x="3943441" y="343540"/>
                  <a:pt x="3946185" y="343083"/>
                </a:cubicBezTo>
                <a:cubicBezTo>
                  <a:pt x="3949019" y="342534"/>
                  <a:pt x="3951762" y="342534"/>
                  <a:pt x="3954506" y="343083"/>
                </a:cubicBezTo>
              </a:path>
              <a:path w="5307635" h="2094799">
                <a:moveTo>
                  <a:pt x="4068166" y="366766"/>
                </a:moveTo>
                <a:lnTo>
                  <a:pt x="4135374" y="380756"/>
                </a:lnTo>
                <a:cubicBezTo>
                  <a:pt x="4138117" y="381305"/>
                  <a:pt x="4140678" y="382402"/>
                  <a:pt x="4142964" y="383957"/>
                </a:cubicBezTo>
                <a:cubicBezTo>
                  <a:pt x="4145341" y="385602"/>
                  <a:pt x="4147261" y="387523"/>
                  <a:pt x="4148724" y="389900"/>
                </a:cubicBezTo>
                <a:cubicBezTo>
                  <a:pt x="4150279" y="392186"/>
                  <a:pt x="4151285" y="394746"/>
                  <a:pt x="4151833" y="397490"/>
                </a:cubicBezTo>
                <a:cubicBezTo>
                  <a:pt x="4152382" y="400233"/>
                  <a:pt x="4152382" y="402976"/>
                  <a:pt x="4151742" y="405719"/>
                </a:cubicBezTo>
                <a:cubicBezTo>
                  <a:pt x="4151193" y="408462"/>
                  <a:pt x="4150096" y="411023"/>
                  <a:pt x="4148541" y="413309"/>
                </a:cubicBezTo>
                <a:cubicBezTo>
                  <a:pt x="4146987" y="415595"/>
                  <a:pt x="4144975" y="417515"/>
                  <a:pt x="4142689" y="419070"/>
                </a:cubicBezTo>
                <a:cubicBezTo>
                  <a:pt x="4140312" y="420624"/>
                  <a:pt x="4137751" y="421630"/>
                  <a:pt x="4135008" y="422178"/>
                </a:cubicBezTo>
                <a:cubicBezTo>
                  <a:pt x="4132265" y="422636"/>
                  <a:pt x="4129522" y="422636"/>
                  <a:pt x="4126779" y="422087"/>
                </a:cubicBezTo>
                <a:lnTo>
                  <a:pt x="4059570" y="408097"/>
                </a:lnTo>
                <a:cubicBezTo>
                  <a:pt x="4056827" y="407548"/>
                  <a:pt x="4054358" y="406451"/>
                  <a:pt x="4051981" y="404896"/>
                </a:cubicBezTo>
                <a:cubicBezTo>
                  <a:pt x="4049695" y="403342"/>
                  <a:pt x="4047774" y="401330"/>
                  <a:pt x="4046220" y="399044"/>
                </a:cubicBezTo>
                <a:cubicBezTo>
                  <a:pt x="4044666" y="396667"/>
                  <a:pt x="4043660" y="394106"/>
                  <a:pt x="4043111" y="391363"/>
                </a:cubicBezTo>
                <a:cubicBezTo>
                  <a:pt x="4042654" y="388620"/>
                  <a:pt x="4042654" y="385877"/>
                  <a:pt x="4043202" y="383134"/>
                </a:cubicBezTo>
                <a:cubicBezTo>
                  <a:pt x="4043751" y="380390"/>
                  <a:pt x="4044848" y="377922"/>
                  <a:pt x="4046403" y="375544"/>
                </a:cubicBezTo>
                <a:cubicBezTo>
                  <a:pt x="4048049" y="373258"/>
                  <a:pt x="4049969" y="371338"/>
                  <a:pt x="4052346" y="369783"/>
                </a:cubicBezTo>
                <a:cubicBezTo>
                  <a:pt x="4054632" y="368229"/>
                  <a:pt x="4057193" y="367223"/>
                  <a:pt x="4059936" y="366674"/>
                </a:cubicBezTo>
                <a:cubicBezTo>
                  <a:pt x="4062679" y="366217"/>
                  <a:pt x="4065422" y="366217"/>
                  <a:pt x="4068166" y="366766"/>
                </a:cubicBezTo>
              </a:path>
              <a:path w="5307635" h="2094799">
                <a:moveTo>
                  <a:pt x="4181917" y="390449"/>
                </a:moveTo>
                <a:lnTo>
                  <a:pt x="4249125" y="404439"/>
                </a:lnTo>
                <a:cubicBezTo>
                  <a:pt x="4251869" y="404988"/>
                  <a:pt x="4254429" y="406085"/>
                  <a:pt x="4256715" y="407640"/>
                </a:cubicBezTo>
                <a:cubicBezTo>
                  <a:pt x="4259001" y="409194"/>
                  <a:pt x="4260921" y="411206"/>
                  <a:pt x="4262476" y="413492"/>
                </a:cubicBezTo>
                <a:cubicBezTo>
                  <a:pt x="4264030" y="415869"/>
                  <a:pt x="4265036" y="418429"/>
                  <a:pt x="4265585" y="421173"/>
                </a:cubicBezTo>
                <a:cubicBezTo>
                  <a:pt x="4266133" y="423916"/>
                  <a:pt x="4266042" y="426659"/>
                  <a:pt x="4265493" y="429402"/>
                </a:cubicBezTo>
                <a:cubicBezTo>
                  <a:pt x="4264944" y="432145"/>
                  <a:pt x="4263847" y="434706"/>
                  <a:pt x="4262293" y="436992"/>
                </a:cubicBezTo>
                <a:cubicBezTo>
                  <a:pt x="4260738" y="439278"/>
                  <a:pt x="4258727" y="441198"/>
                  <a:pt x="4256441" y="442752"/>
                </a:cubicBezTo>
                <a:cubicBezTo>
                  <a:pt x="4254063" y="444307"/>
                  <a:pt x="4251503" y="445313"/>
                  <a:pt x="4248760" y="445861"/>
                </a:cubicBezTo>
                <a:cubicBezTo>
                  <a:pt x="4246016" y="446319"/>
                  <a:pt x="4243273" y="446319"/>
                  <a:pt x="4240530" y="445770"/>
                </a:cubicBezTo>
                <a:lnTo>
                  <a:pt x="4173322" y="431780"/>
                </a:lnTo>
                <a:cubicBezTo>
                  <a:pt x="4170578" y="431231"/>
                  <a:pt x="4168018" y="430134"/>
                  <a:pt x="4165732" y="428579"/>
                </a:cubicBezTo>
                <a:cubicBezTo>
                  <a:pt x="4163446" y="426933"/>
                  <a:pt x="4161526" y="425013"/>
                  <a:pt x="4159971" y="422636"/>
                </a:cubicBezTo>
                <a:cubicBezTo>
                  <a:pt x="4158417" y="420350"/>
                  <a:pt x="4157411" y="417789"/>
                  <a:pt x="4156862" y="415046"/>
                </a:cubicBezTo>
                <a:cubicBezTo>
                  <a:pt x="4156314" y="412303"/>
                  <a:pt x="4156405" y="409560"/>
                  <a:pt x="4156954" y="406817"/>
                </a:cubicBezTo>
                <a:cubicBezTo>
                  <a:pt x="4157502" y="404073"/>
                  <a:pt x="4158600" y="401513"/>
                  <a:pt x="4160154" y="399227"/>
                </a:cubicBezTo>
                <a:cubicBezTo>
                  <a:pt x="4161709" y="396941"/>
                  <a:pt x="4163720" y="395021"/>
                  <a:pt x="4166006" y="393466"/>
                </a:cubicBezTo>
                <a:cubicBezTo>
                  <a:pt x="4168384" y="391912"/>
                  <a:pt x="4170944" y="390906"/>
                  <a:pt x="4173687" y="390357"/>
                </a:cubicBezTo>
                <a:cubicBezTo>
                  <a:pt x="4176431" y="389900"/>
                  <a:pt x="4179174" y="389900"/>
                  <a:pt x="4181917" y="390449"/>
                </a:cubicBezTo>
              </a:path>
              <a:path w="5307635" h="2094799">
                <a:moveTo>
                  <a:pt x="4295668" y="414132"/>
                </a:moveTo>
                <a:lnTo>
                  <a:pt x="4362877" y="428122"/>
                </a:lnTo>
                <a:cubicBezTo>
                  <a:pt x="4365620" y="428671"/>
                  <a:pt x="4368180" y="429768"/>
                  <a:pt x="4370466" y="431322"/>
                </a:cubicBezTo>
                <a:cubicBezTo>
                  <a:pt x="4372752" y="432877"/>
                  <a:pt x="4374672" y="434889"/>
                  <a:pt x="4376227" y="437175"/>
                </a:cubicBezTo>
                <a:cubicBezTo>
                  <a:pt x="4377781" y="439552"/>
                  <a:pt x="4378787" y="442112"/>
                  <a:pt x="4379336" y="444856"/>
                </a:cubicBezTo>
                <a:cubicBezTo>
                  <a:pt x="4379793" y="447599"/>
                  <a:pt x="4379793" y="450342"/>
                  <a:pt x="4379244" y="453085"/>
                </a:cubicBezTo>
                <a:cubicBezTo>
                  <a:pt x="4378696" y="455828"/>
                  <a:pt x="4377599" y="458297"/>
                  <a:pt x="4376044" y="460675"/>
                </a:cubicBezTo>
                <a:cubicBezTo>
                  <a:pt x="4374398" y="462961"/>
                  <a:pt x="4372478" y="464881"/>
                  <a:pt x="4370100" y="466435"/>
                </a:cubicBezTo>
                <a:cubicBezTo>
                  <a:pt x="4367814" y="467898"/>
                  <a:pt x="4365254" y="468996"/>
                  <a:pt x="4362511" y="469453"/>
                </a:cubicBezTo>
                <a:cubicBezTo>
                  <a:pt x="4359768" y="470002"/>
                  <a:pt x="4357025" y="470002"/>
                  <a:pt x="4354281" y="469453"/>
                </a:cubicBezTo>
                <a:lnTo>
                  <a:pt x="4287073" y="455463"/>
                </a:lnTo>
                <a:cubicBezTo>
                  <a:pt x="4284330" y="454823"/>
                  <a:pt x="4281769" y="453817"/>
                  <a:pt x="4279483" y="452171"/>
                </a:cubicBezTo>
                <a:cubicBezTo>
                  <a:pt x="4277106" y="450616"/>
                  <a:pt x="4275186" y="448696"/>
                  <a:pt x="4273723" y="446319"/>
                </a:cubicBezTo>
                <a:cubicBezTo>
                  <a:pt x="4272168" y="444033"/>
                  <a:pt x="4271162" y="441472"/>
                  <a:pt x="4270614" y="438729"/>
                </a:cubicBezTo>
                <a:cubicBezTo>
                  <a:pt x="4270065" y="435986"/>
                  <a:pt x="4270065" y="433243"/>
                  <a:pt x="4270705" y="430500"/>
                </a:cubicBezTo>
                <a:cubicBezTo>
                  <a:pt x="4271254" y="427756"/>
                  <a:pt x="4272351" y="425196"/>
                  <a:pt x="4273906" y="422910"/>
                </a:cubicBezTo>
                <a:cubicBezTo>
                  <a:pt x="4275460" y="420624"/>
                  <a:pt x="4277472" y="418704"/>
                  <a:pt x="4279758" y="417149"/>
                </a:cubicBezTo>
                <a:cubicBezTo>
                  <a:pt x="4282135" y="415595"/>
                  <a:pt x="4284696" y="414589"/>
                  <a:pt x="4287439" y="414040"/>
                </a:cubicBezTo>
                <a:cubicBezTo>
                  <a:pt x="4290182" y="413492"/>
                  <a:pt x="4292925" y="413583"/>
                  <a:pt x="4295668" y="414132"/>
                </a:cubicBezTo>
              </a:path>
              <a:path w="5307635" h="2094799">
                <a:moveTo>
                  <a:pt x="4409420" y="437815"/>
                </a:moveTo>
                <a:lnTo>
                  <a:pt x="4476628" y="451805"/>
                </a:lnTo>
                <a:cubicBezTo>
                  <a:pt x="4479371" y="452354"/>
                  <a:pt x="4481840" y="453451"/>
                  <a:pt x="4484218" y="455005"/>
                </a:cubicBezTo>
                <a:cubicBezTo>
                  <a:pt x="4486504" y="456560"/>
                  <a:pt x="4488424" y="458480"/>
                  <a:pt x="4489978" y="460858"/>
                </a:cubicBezTo>
                <a:cubicBezTo>
                  <a:pt x="4491533" y="463235"/>
                  <a:pt x="4492539" y="465795"/>
                  <a:pt x="4492996" y="468539"/>
                </a:cubicBezTo>
                <a:cubicBezTo>
                  <a:pt x="4493544" y="471282"/>
                  <a:pt x="4493544" y="474025"/>
                  <a:pt x="4492996" y="476768"/>
                </a:cubicBezTo>
                <a:cubicBezTo>
                  <a:pt x="4492356" y="479511"/>
                  <a:pt x="4491350" y="481980"/>
                  <a:pt x="4489704" y="484266"/>
                </a:cubicBezTo>
                <a:cubicBezTo>
                  <a:pt x="4488150" y="486644"/>
                  <a:pt x="4486229" y="488564"/>
                  <a:pt x="4483852" y="490118"/>
                </a:cubicBezTo>
                <a:cubicBezTo>
                  <a:pt x="4481474" y="491581"/>
                  <a:pt x="4479006" y="492679"/>
                  <a:pt x="4476262" y="493136"/>
                </a:cubicBezTo>
                <a:cubicBezTo>
                  <a:pt x="4473428" y="493685"/>
                  <a:pt x="4470684" y="493685"/>
                  <a:pt x="4467941" y="493044"/>
                </a:cubicBezTo>
                <a:lnTo>
                  <a:pt x="4400733" y="479054"/>
                </a:lnTo>
                <a:cubicBezTo>
                  <a:pt x="4397990" y="478506"/>
                  <a:pt x="4395521" y="477408"/>
                  <a:pt x="4393143" y="475854"/>
                </a:cubicBezTo>
                <a:cubicBezTo>
                  <a:pt x="4390857" y="474299"/>
                  <a:pt x="4388937" y="472379"/>
                  <a:pt x="4387383" y="470002"/>
                </a:cubicBezTo>
                <a:cubicBezTo>
                  <a:pt x="4385920" y="467624"/>
                  <a:pt x="4384822" y="465155"/>
                  <a:pt x="4384365" y="462412"/>
                </a:cubicBezTo>
                <a:cubicBezTo>
                  <a:pt x="4383816" y="459577"/>
                  <a:pt x="4383816" y="456834"/>
                  <a:pt x="4384365" y="454182"/>
                </a:cubicBezTo>
                <a:cubicBezTo>
                  <a:pt x="4385005" y="451439"/>
                  <a:pt x="4386011" y="448879"/>
                  <a:pt x="4387657" y="446593"/>
                </a:cubicBezTo>
                <a:cubicBezTo>
                  <a:pt x="4389211" y="444216"/>
                  <a:pt x="4391132" y="442295"/>
                  <a:pt x="4393509" y="440832"/>
                </a:cubicBezTo>
                <a:cubicBezTo>
                  <a:pt x="4395887" y="439278"/>
                  <a:pt x="4398355" y="438272"/>
                  <a:pt x="4401190" y="437723"/>
                </a:cubicBezTo>
                <a:cubicBezTo>
                  <a:pt x="4403933" y="437175"/>
                  <a:pt x="4406676" y="437175"/>
                  <a:pt x="4409420" y="437815"/>
                </a:cubicBezTo>
              </a:path>
              <a:path w="5307635" h="2094799">
                <a:moveTo>
                  <a:pt x="4523080" y="461498"/>
                </a:moveTo>
                <a:lnTo>
                  <a:pt x="4566879" y="470550"/>
                </a:lnTo>
                <a:cubicBezTo>
                  <a:pt x="4570446" y="471282"/>
                  <a:pt x="4573554" y="472836"/>
                  <a:pt x="4576298" y="475214"/>
                </a:cubicBezTo>
                <a:lnTo>
                  <a:pt x="4594494" y="490758"/>
                </a:lnTo>
                <a:cubicBezTo>
                  <a:pt x="4596597" y="492587"/>
                  <a:pt x="4598335" y="494782"/>
                  <a:pt x="4599615" y="497251"/>
                </a:cubicBezTo>
                <a:cubicBezTo>
                  <a:pt x="4600895" y="499720"/>
                  <a:pt x="4601627" y="502371"/>
                  <a:pt x="4601809" y="505206"/>
                </a:cubicBezTo>
                <a:cubicBezTo>
                  <a:pt x="4601992" y="507949"/>
                  <a:pt x="4601718" y="510692"/>
                  <a:pt x="4600804" y="513344"/>
                </a:cubicBezTo>
                <a:cubicBezTo>
                  <a:pt x="4599981" y="515996"/>
                  <a:pt x="4598609" y="518373"/>
                  <a:pt x="4596780" y="520476"/>
                </a:cubicBezTo>
                <a:cubicBezTo>
                  <a:pt x="4594951" y="522671"/>
                  <a:pt x="4592848" y="524317"/>
                  <a:pt x="4590288" y="525597"/>
                </a:cubicBezTo>
                <a:cubicBezTo>
                  <a:pt x="4587819" y="526877"/>
                  <a:pt x="4585167" y="527609"/>
                  <a:pt x="4582333" y="527792"/>
                </a:cubicBezTo>
                <a:cubicBezTo>
                  <a:pt x="4579590" y="528066"/>
                  <a:pt x="4576846" y="527700"/>
                  <a:pt x="4574195" y="526877"/>
                </a:cubicBezTo>
                <a:cubicBezTo>
                  <a:pt x="4571543" y="525963"/>
                  <a:pt x="4569165" y="524591"/>
                  <a:pt x="4566971" y="522762"/>
                </a:cubicBezTo>
                <a:lnTo>
                  <a:pt x="4548774" y="507218"/>
                </a:lnTo>
                <a:lnTo>
                  <a:pt x="4562582" y="491216"/>
                </a:lnTo>
                <a:lnTo>
                  <a:pt x="4558284" y="511881"/>
                </a:lnTo>
                <a:lnTo>
                  <a:pt x="4514484" y="502737"/>
                </a:lnTo>
                <a:cubicBezTo>
                  <a:pt x="4511741" y="502188"/>
                  <a:pt x="4509272" y="501091"/>
                  <a:pt x="4506895" y="499537"/>
                </a:cubicBezTo>
                <a:cubicBezTo>
                  <a:pt x="4504609" y="497982"/>
                  <a:pt x="4502688" y="495971"/>
                  <a:pt x="4501134" y="493685"/>
                </a:cubicBezTo>
                <a:cubicBezTo>
                  <a:pt x="4499580" y="491307"/>
                  <a:pt x="4498574" y="488747"/>
                  <a:pt x="4498025" y="486004"/>
                </a:cubicBezTo>
                <a:cubicBezTo>
                  <a:pt x="4497568" y="483260"/>
                  <a:pt x="4497568" y="480517"/>
                  <a:pt x="4498116" y="477774"/>
                </a:cubicBezTo>
                <a:cubicBezTo>
                  <a:pt x="4498665" y="475031"/>
                  <a:pt x="4499762" y="472562"/>
                  <a:pt x="4501317" y="470184"/>
                </a:cubicBezTo>
                <a:cubicBezTo>
                  <a:pt x="4502963" y="467898"/>
                  <a:pt x="4504883" y="465978"/>
                  <a:pt x="4507260" y="464424"/>
                </a:cubicBezTo>
                <a:cubicBezTo>
                  <a:pt x="4509546" y="462961"/>
                  <a:pt x="4512107" y="461863"/>
                  <a:pt x="4514850" y="461406"/>
                </a:cubicBezTo>
                <a:cubicBezTo>
                  <a:pt x="4517593" y="460858"/>
                  <a:pt x="4520336" y="460858"/>
                  <a:pt x="4523080" y="461498"/>
                </a:cubicBezTo>
              </a:path>
              <a:path w="5307635" h="2094799">
                <a:moveTo>
                  <a:pt x="4630613" y="521665"/>
                </a:moveTo>
                <a:lnTo>
                  <a:pt x="4682734" y="566288"/>
                </a:lnTo>
                <a:cubicBezTo>
                  <a:pt x="4684837" y="568117"/>
                  <a:pt x="4686483" y="570220"/>
                  <a:pt x="4687763" y="572780"/>
                </a:cubicBezTo>
                <a:cubicBezTo>
                  <a:pt x="4689043" y="575249"/>
                  <a:pt x="4689775" y="577901"/>
                  <a:pt x="4690049" y="580644"/>
                </a:cubicBezTo>
                <a:cubicBezTo>
                  <a:pt x="4690232" y="583479"/>
                  <a:pt x="4689866" y="586222"/>
                  <a:pt x="4689043" y="588874"/>
                </a:cubicBezTo>
                <a:cubicBezTo>
                  <a:pt x="4688129" y="591525"/>
                  <a:pt x="4686849" y="593903"/>
                  <a:pt x="4685020" y="596006"/>
                </a:cubicBezTo>
                <a:cubicBezTo>
                  <a:pt x="4683191" y="598109"/>
                  <a:pt x="4680996" y="599846"/>
                  <a:pt x="4678528" y="601127"/>
                </a:cubicBezTo>
                <a:cubicBezTo>
                  <a:pt x="4676059" y="602407"/>
                  <a:pt x="4673407" y="603138"/>
                  <a:pt x="4670572" y="603321"/>
                </a:cubicBezTo>
                <a:cubicBezTo>
                  <a:pt x="4667829" y="603504"/>
                  <a:pt x="4665086" y="603230"/>
                  <a:pt x="4662434" y="602315"/>
                </a:cubicBezTo>
                <a:cubicBezTo>
                  <a:pt x="4659691" y="601492"/>
                  <a:pt x="4657314" y="600121"/>
                  <a:pt x="4655210" y="598292"/>
                </a:cubicBezTo>
                <a:lnTo>
                  <a:pt x="4603090" y="553669"/>
                </a:lnTo>
                <a:cubicBezTo>
                  <a:pt x="4600986" y="551840"/>
                  <a:pt x="4599249" y="549737"/>
                  <a:pt x="4597969" y="547177"/>
                </a:cubicBezTo>
                <a:cubicBezTo>
                  <a:pt x="4596689" y="544708"/>
                  <a:pt x="4595957" y="542056"/>
                  <a:pt x="4595774" y="539313"/>
                </a:cubicBezTo>
                <a:cubicBezTo>
                  <a:pt x="4595592" y="536478"/>
                  <a:pt x="4595866" y="533827"/>
                  <a:pt x="4596780" y="531084"/>
                </a:cubicBezTo>
                <a:cubicBezTo>
                  <a:pt x="4597603" y="528432"/>
                  <a:pt x="4598975" y="526054"/>
                  <a:pt x="4600804" y="523951"/>
                </a:cubicBezTo>
                <a:cubicBezTo>
                  <a:pt x="4602632" y="521848"/>
                  <a:pt x="4604736" y="520111"/>
                  <a:pt x="4607296" y="518831"/>
                </a:cubicBezTo>
                <a:cubicBezTo>
                  <a:pt x="4609765" y="517642"/>
                  <a:pt x="4612416" y="516819"/>
                  <a:pt x="4615251" y="516636"/>
                </a:cubicBezTo>
                <a:cubicBezTo>
                  <a:pt x="4617994" y="516453"/>
                  <a:pt x="4620738" y="516727"/>
                  <a:pt x="4623389" y="517642"/>
                </a:cubicBezTo>
                <a:cubicBezTo>
                  <a:pt x="4626041" y="518465"/>
                  <a:pt x="4628418" y="519836"/>
                  <a:pt x="4630613" y="521665"/>
                </a:cubicBezTo>
              </a:path>
              <a:path w="5307635" h="2094799">
                <a:moveTo>
                  <a:pt x="4718761" y="597195"/>
                </a:moveTo>
                <a:lnTo>
                  <a:pt x="4770882" y="641817"/>
                </a:lnTo>
                <a:cubicBezTo>
                  <a:pt x="4773077" y="643646"/>
                  <a:pt x="4774722" y="645749"/>
                  <a:pt x="4776003" y="648310"/>
                </a:cubicBezTo>
                <a:cubicBezTo>
                  <a:pt x="4777283" y="650778"/>
                  <a:pt x="4778014" y="653430"/>
                  <a:pt x="4778197" y="656173"/>
                </a:cubicBezTo>
                <a:cubicBezTo>
                  <a:pt x="4778472" y="659008"/>
                  <a:pt x="4778106" y="661751"/>
                  <a:pt x="4777191" y="664403"/>
                </a:cubicBezTo>
                <a:cubicBezTo>
                  <a:pt x="4776368" y="667055"/>
                  <a:pt x="4774997" y="669432"/>
                  <a:pt x="4773168" y="671535"/>
                </a:cubicBezTo>
                <a:cubicBezTo>
                  <a:pt x="4771339" y="673638"/>
                  <a:pt x="4769236" y="675376"/>
                  <a:pt x="4766676" y="676656"/>
                </a:cubicBezTo>
                <a:cubicBezTo>
                  <a:pt x="4764207" y="677936"/>
                  <a:pt x="4761555" y="678668"/>
                  <a:pt x="4758812" y="678851"/>
                </a:cubicBezTo>
                <a:cubicBezTo>
                  <a:pt x="4755977" y="679033"/>
                  <a:pt x="4753234" y="678759"/>
                  <a:pt x="4750582" y="677845"/>
                </a:cubicBezTo>
                <a:cubicBezTo>
                  <a:pt x="4747931" y="677022"/>
                  <a:pt x="4745553" y="675650"/>
                  <a:pt x="4743450" y="673821"/>
                </a:cubicBezTo>
                <a:lnTo>
                  <a:pt x="4691329" y="629199"/>
                </a:lnTo>
                <a:cubicBezTo>
                  <a:pt x="4689135" y="627370"/>
                  <a:pt x="4687489" y="625267"/>
                  <a:pt x="4686209" y="622706"/>
                </a:cubicBezTo>
                <a:cubicBezTo>
                  <a:pt x="4684928" y="620238"/>
                  <a:pt x="4684197" y="617586"/>
                  <a:pt x="4684014" y="614843"/>
                </a:cubicBezTo>
                <a:cubicBezTo>
                  <a:pt x="4683740" y="612008"/>
                  <a:pt x="4684105" y="609265"/>
                  <a:pt x="4684928" y="606613"/>
                </a:cubicBezTo>
                <a:cubicBezTo>
                  <a:pt x="4685843" y="603961"/>
                  <a:pt x="4687214" y="601584"/>
                  <a:pt x="4689043" y="599481"/>
                </a:cubicBezTo>
                <a:cubicBezTo>
                  <a:pt x="4690781" y="597378"/>
                  <a:pt x="4692975" y="595640"/>
                  <a:pt x="4695444" y="594360"/>
                </a:cubicBezTo>
                <a:cubicBezTo>
                  <a:pt x="4698004" y="593080"/>
                  <a:pt x="4700656" y="592348"/>
                  <a:pt x="4703399" y="592165"/>
                </a:cubicBezTo>
                <a:cubicBezTo>
                  <a:pt x="4706234" y="591983"/>
                  <a:pt x="4708977" y="592257"/>
                  <a:pt x="4711629" y="593171"/>
                </a:cubicBezTo>
                <a:cubicBezTo>
                  <a:pt x="4714281" y="593994"/>
                  <a:pt x="4716658" y="595366"/>
                  <a:pt x="4718761" y="597195"/>
                </a:cubicBezTo>
              </a:path>
              <a:path w="5307635" h="2094799">
                <a:moveTo>
                  <a:pt x="4807001" y="672724"/>
                </a:moveTo>
                <a:lnTo>
                  <a:pt x="4859122" y="717347"/>
                </a:lnTo>
                <a:cubicBezTo>
                  <a:pt x="4861225" y="719084"/>
                  <a:pt x="4862962" y="721279"/>
                  <a:pt x="4864242" y="723748"/>
                </a:cubicBezTo>
                <a:cubicBezTo>
                  <a:pt x="4865431" y="726308"/>
                  <a:pt x="4866254" y="728960"/>
                  <a:pt x="4866437" y="731703"/>
                </a:cubicBezTo>
                <a:cubicBezTo>
                  <a:pt x="4866620" y="734538"/>
                  <a:pt x="4866345" y="737189"/>
                  <a:pt x="4865431" y="739841"/>
                </a:cubicBezTo>
                <a:cubicBezTo>
                  <a:pt x="4864608" y="742584"/>
                  <a:pt x="4863236" y="744962"/>
                  <a:pt x="4861408" y="747065"/>
                </a:cubicBezTo>
                <a:cubicBezTo>
                  <a:pt x="4859579" y="749168"/>
                  <a:pt x="4857384" y="750905"/>
                  <a:pt x="4854915" y="752094"/>
                </a:cubicBezTo>
                <a:cubicBezTo>
                  <a:pt x="4852446" y="753374"/>
                  <a:pt x="4849795" y="754106"/>
                  <a:pt x="4846960" y="754380"/>
                </a:cubicBezTo>
                <a:cubicBezTo>
                  <a:pt x="4844217" y="754563"/>
                  <a:pt x="4841474" y="754289"/>
                  <a:pt x="4838822" y="753374"/>
                </a:cubicBezTo>
                <a:cubicBezTo>
                  <a:pt x="4836170" y="752551"/>
                  <a:pt x="4833701" y="751180"/>
                  <a:pt x="4831598" y="749351"/>
                </a:cubicBezTo>
                <a:lnTo>
                  <a:pt x="4779477" y="704728"/>
                </a:lnTo>
                <a:cubicBezTo>
                  <a:pt x="4777374" y="702899"/>
                  <a:pt x="4775637" y="700705"/>
                  <a:pt x="4774448" y="698236"/>
                </a:cubicBezTo>
                <a:cubicBezTo>
                  <a:pt x="4773168" y="695767"/>
                  <a:pt x="4772436" y="693115"/>
                  <a:pt x="4772162" y="690281"/>
                </a:cubicBezTo>
                <a:cubicBezTo>
                  <a:pt x="4771979" y="687537"/>
                  <a:pt x="4772254" y="684794"/>
                  <a:pt x="4773168" y="682142"/>
                </a:cubicBezTo>
                <a:cubicBezTo>
                  <a:pt x="4774082" y="679491"/>
                  <a:pt x="4775363" y="677113"/>
                  <a:pt x="4777191" y="675010"/>
                </a:cubicBezTo>
                <a:cubicBezTo>
                  <a:pt x="4779020" y="672816"/>
                  <a:pt x="4781215" y="671170"/>
                  <a:pt x="4783684" y="669889"/>
                </a:cubicBezTo>
                <a:cubicBezTo>
                  <a:pt x="4786152" y="668609"/>
                  <a:pt x="4788804" y="667878"/>
                  <a:pt x="4791639" y="667695"/>
                </a:cubicBezTo>
                <a:cubicBezTo>
                  <a:pt x="4794382" y="667421"/>
                  <a:pt x="4797125" y="667786"/>
                  <a:pt x="4799777" y="668609"/>
                </a:cubicBezTo>
                <a:cubicBezTo>
                  <a:pt x="4802429" y="669524"/>
                  <a:pt x="4804898" y="670895"/>
                  <a:pt x="4807001" y="672724"/>
                </a:cubicBezTo>
              </a:path>
              <a:path w="5307635" h="2094799">
                <a:moveTo>
                  <a:pt x="4895149" y="748162"/>
                </a:moveTo>
                <a:lnTo>
                  <a:pt x="4947270" y="792785"/>
                </a:lnTo>
                <a:cubicBezTo>
                  <a:pt x="4949464" y="794614"/>
                  <a:pt x="4951110" y="796808"/>
                  <a:pt x="4952390" y="799277"/>
                </a:cubicBezTo>
                <a:cubicBezTo>
                  <a:pt x="4953671" y="801746"/>
                  <a:pt x="4954402" y="804398"/>
                  <a:pt x="4954585" y="807232"/>
                </a:cubicBezTo>
                <a:cubicBezTo>
                  <a:pt x="4954859" y="809976"/>
                  <a:pt x="4954494" y="812719"/>
                  <a:pt x="4953671" y="815370"/>
                </a:cubicBezTo>
                <a:cubicBezTo>
                  <a:pt x="4952756" y="818022"/>
                  <a:pt x="4951385" y="820400"/>
                  <a:pt x="4949647" y="822594"/>
                </a:cubicBezTo>
                <a:cubicBezTo>
                  <a:pt x="4947818" y="824697"/>
                  <a:pt x="4945624" y="826343"/>
                  <a:pt x="4943155" y="827623"/>
                </a:cubicBezTo>
                <a:cubicBezTo>
                  <a:pt x="4940595" y="828904"/>
                  <a:pt x="4937943" y="829635"/>
                  <a:pt x="4935200" y="829909"/>
                </a:cubicBezTo>
                <a:cubicBezTo>
                  <a:pt x="4932365" y="830092"/>
                  <a:pt x="4929713" y="829727"/>
                  <a:pt x="4926970" y="828904"/>
                </a:cubicBezTo>
                <a:cubicBezTo>
                  <a:pt x="4924318" y="827989"/>
                  <a:pt x="4921941" y="826709"/>
                  <a:pt x="4919838" y="824880"/>
                </a:cubicBezTo>
                <a:lnTo>
                  <a:pt x="4867717" y="780258"/>
                </a:lnTo>
                <a:cubicBezTo>
                  <a:pt x="4865614" y="778429"/>
                  <a:pt x="4863876" y="776234"/>
                  <a:pt x="4862596" y="773765"/>
                </a:cubicBezTo>
                <a:cubicBezTo>
                  <a:pt x="4861316" y="771296"/>
                  <a:pt x="4860585" y="768645"/>
                  <a:pt x="4860402" y="765810"/>
                </a:cubicBezTo>
                <a:cubicBezTo>
                  <a:pt x="4860219" y="763067"/>
                  <a:pt x="4860493" y="760324"/>
                  <a:pt x="4861408" y="757672"/>
                </a:cubicBezTo>
                <a:cubicBezTo>
                  <a:pt x="4862231" y="755020"/>
                  <a:pt x="4863602" y="752643"/>
                  <a:pt x="4865431" y="750448"/>
                </a:cubicBezTo>
                <a:cubicBezTo>
                  <a:pt x="4867260" y="748345"/>
                  <a:pt x="4869363" y="746699"/>
                  <a:pt x="4871923" y="745419"/>
                </a:cubicBezTo>
                <a:cubicBezTo>
                  <a:pt x="4874392" y="744139"/>
                  <a:pt x="4877044" y="743407"/>
                  <a:pt x="4879787" y="743224"/>
                </a:cubicBezTo>
                <a:cubicBezTo>
                  <a:pt x="4882622" y="742950"/>
                  <a:pt x="4885365" y="743316"/>
                  <a:pt x="4888017" y="744139"/>
                </a:cubicBezTo>
                <a:cubicBezTo>
                  <a:pt x="4890668" y="745053"/>
                  <a:pt x="4893046" y="746333"/>
                  <a:pt x="4895149" y="748162"/>
                </a:cubicBezTo>
              </a:path>
              <a:path w="5307635" h="2094799">
                <a:moveTo>
                  <a:pt x="4983389" y="823692"/>
                </a:moveTo>
                <a:lnTo>
                  <a:pt x="5035509" y="868314"/>
                </a:lnTo>
                <a:cubicBezTo>
                  <a:pt x="5037612" y="870143"/>
                  <a:pt x="5039350" y="872338"/>
                  <a:pt x="5040630" y="874806"/>
                </a:cubicBezTo>
                <a:cubicBezTo>
                  <a:pt x="5041910" y="877275"/>
                  <a:pt x="5042642" y="879927"/>
                  <a:pt x="5042825" y="882762"/>
                </a:cubicBezTo>
                <a:cubicBezTo>
                  <a:pt x="5043007" y="885505"/>
                  <a:pt x="5042733" y="888248"/>
                  <a:pt x="5041819" y="890900"/>
                </a:cubicBezTo>
                <a:cubicBezTo>
                  <a:pt x="5040996" y="893552"/>
                  <a:pt x="5039624" y="895929"/>
                  <a:pt x="5037795" y="898124"/>
                </a:cubicBezTo>
                <a:cubicBezTo>
                  <a:pt x="5035967" y="900227"/>
                  <a:pt x="5033863" y="901873"/>
                  <a:pt x="5031303" y="903153"/>
                </a:cubicBezTo>
                <a:cubicBezTo>
                  <a:pt x="5028834" y="904433"/>
                  <a:pt x="5026182" y="905165"/>
                  <a:pt x="5023348" y="905347"/>
                </a:cubicBezTo>
                <a:cubicBezTo>
                  <a:pt x="5020605" y="905622"/>
                  <a:pt x="5017861" y="905256"/>
                  <a:pt x="5015210" y="904433"/>
                </a:cubicBezTo>
                <a:cubicBezTo>
                  <a:pt x="5012558" y="903519"/>
                  <a:pt x="5010180" y="902147"/>
                  <a:pt x="5007986" y="900410"/>
                </a:cubicBezTo>
                <a:lnTo>
                  <a:pt x="4955865" y="855787"/>
                </a:lnTo>
                <a:cubicBezTo>
                  <a:pt x="4953762" y="853958"/>
                  <a:pt x="4952116" y="851764"/>
                  <a:pt x="4950836" y="849295"/>
                </a:cubicBezTo>
                <a:cubicBezTo>
                  <a:pt x="4949556" y="846734"/>
                  <a:pt x="4948824" y="844174"/>
                  <a:pt x="4948550" y="841339"/>
                </a:cubicBezTo>
                <a:cubicBezTo>
                  <a:pt x="4948367" y="838596"/>
                  <a:pt x="4948733" y="835853"/>
                  <a:pt x="4949556" y="833201"/>
                </a:cubicBezTo>
                <a:cubicBezTo>
                  <a:pt x="4950470" y="830550"/>
                  <a:pt x="4951750" y="828081"/>
                  <a:pt x="4953579" y="825978"/>
                </a:cubicBezTo>
                <a:cubicBezTo>
                  <a:pt x="4955408" y="823874"/>
                  <a:pt x="4957602" y="822137"/>
                  <a:pt x="4960071" y="820948"/>
                </a:cubicBezTo>
                <a:cubicBezTo>
                  <a:pt x="4962632" y="819668"/>
                  <a:pt x="4965283" y="818937"/>
                  <a:pt x="4968027" y="818662"/>
                </a:cubicBezTo>
                <a:cubicBezTo>
                  <a:pt x="4970861" y="818479"/>
                  <a:pt x="4973513" y="818845"/>
                  <a:pt x="4976256" y="819668"/>
                </a:cubicBezTo>
                <a:cubicBezTo>
                  <a:pt x="4978908" y="820583"/>
                  <a:pt x="4981285" y="821863"/>
                  <a:pt x="4983389" y="823692"/>
                </a:cubicBezTo>
              </a:path>
              <a:path w="5307635" h="2094799">
                <a:moveTo>
                  <a:pt x="5071628" y="899221"/>
                </a:moveTo>
                <a:lnTo>
                  <a:pt x="5123749" y="943844"/>
                </a:lnTo>
                <a:cubicBezTo>
                  <a:pt x="5125852" y="945672"/>
                  <a:pt x="5127589" y="947867"/>
                  <a:pt x="5128778" y="950336"/>
                </a:cubicBezTo>
                <a:cubicBezTo>
                  <a:pt x="5130058" y="952805"/>
                  <a:pt x="5130790" y="955457"/>
                  <a:pt x="5131064" y="958291"/>
                </a:cubicBezTo>
                <a:cubicBezTo>
                  <a:pt x="5131247" y="961034"/>
                  <a:pt x="5130881" y="963778"/>
                  <a:pt x="5130058" y="966429"/>
                </a:cubicBezTo>
                <a:cubicBezTo>
                  <a:pt x="5129144" y="969081"/>
                  <a:pt x="5127864" y="971459"/>
                  <a:pt x="5126035" y="973562"/>
                </a:cubicBezTo>
                <a:cubicBezTo>
                  <a:pt x="5124206" y="975756"/>
                  <a:pt x="5122012" y="977402"/>
                  <a:pt x="5119543" y="978682"/>
                </a:cubicBezTo>
                <a:cubicBezTo>
                  <a:pt x="5117074" y="979962"/>
                  <a:pt x="5114422" y="980694"/>
                  <a:pt x="5111587" y="980877"/>
                </a:cubicBezTo>
                <a:cubicBezTo>
                  <a:pt x="5108844" y="981151"/>
                  <a:pt x="5106101" y="980785"/>
                  <a:pt x="5103449" y="979962"/>
                </a:cubicBezTo>
                <a:cubicBezTo>
                  <a:pt x="5100798" y="979048"/>
                  <a:pt x="5098329" y="977676"/>
                  <a:pt x="5096226" y="975848"/>
                </a:cubicBezTo>
                <a:lnTo>
                  <a:pt x="5044105" y="931225"/>
                </a:lnTo>
                <a:cubicBezTo>
                  <a:pt x="5042002" y="929396"/>
                  <a:pt x="5040264" y="927293"/>
                  <a:pt x="5038984" y="924824"/>
                </a:cubicBezTo>
                <a:cubicBezTo>
                  <a:pt x="5037795" y="922264"/>
                  <a:pt x="5036972" y="919612"/>
                  <a:pt x="5036790" y="916869"/>
                </a:cubicBezTo>
                <a:cubicBezTo>
                  <a:pt x="5036607" y="914034"/>
                  <a:pt x="5036881" y="911382"/>
                  <a:pt x="5037795" y="908731"/>
                </a:cubicBezTo>
                <a:cubicBezTo>
                  <a:pt x="5038618" y="905988"/>
                  <a:pt x="5039990" y="903610"/>
                  <a:pt x="5041819" y="901507"/>
                </a:cubicBezTo>
                <a:cubicBezTo>
                  <a:pt x="5043648" y="899404"/>
                  <a:pt x="5045842" y="897666"/>
                  <a:pt x="5048311" y="896386"/>
                </a:cubicBezTo>
                <a:cubicBezTo>
                  <a:pt x="5050780" y="895198"/>
                  <a:pt x="5053432" y="894466"/>
                  <a:pt x="5056266" y="894192"/>
                </a:cubicBezTo>
                <a:cubicBezTo>
                  <a:pt x="5059009" y="894009"/>
                  <a:pt x="5061753" y="894283"/>
                  <a:pt x="5064404" y="895198"/>
                </a:cubicBezTo>
                <a:cubicBezTo>
                  <a:pt x="5067056" y="896021"/>
                  <a:pt x="5069434" y="897392"/>
                  <a:pt x="5071628" y="899221"/>
                </a:cubicBezTo>
              </a:path>
              <a:path w="5307635" h="2094799">
                <a:moveTo>
                  <a:pt x="5159776" y="974750"/>
                </a:moveTo>
                <a:lnTo>
                  <a:pt x="5211897" y="1019373"/>
                </a:lnTo>
                <a:cubicBezTo>
                  <a:pt x="5214092" y="1021202"/>
                  <a:pt x="5215738" y="1023305"/>
                  <a:pt x="5217018" y="1025865"/>
                </a:cubicBezTo>
                <a:cubicBezTo>
                  <a:pt x="5218298" y="1028334"/>
                  <a:pt x="5219029" y="1030986"/>
                  <a:pt x="5219212" y="1033729"/>
                </a:cubicBezTo>
                <a:cubicBezTo>
                  <a:pt x="5219487" y="1036564"/>
                  <a:pt x="5219121" y="1039307"/>
                  <a:pt x="5218298" y="1041959"/>
                </a:cubicBezTo>
                <a:cubicBezTo>
                  <a:pt x="5217384" y="1044611"/>
                  <a:pt x="5216012" y="1046988"/>
                  <a:pt x="5214183" y="1049091"/>
                </a:cubicBezTo>
                <a:cubicBezTo>
                  <a:pt x="5212354" y="1051194"/>
                  <a:pt x="5210251" y="1052932"/>
                  <a:pt x="5207782" y="1054212"/>
                </a:cubicBezTo>
                <a:cubicBezTo>
                  <a:pt x="5205222" y="1055492"/>
                  <a:pt x="5202570" y="1056223"/>
                  <a:pt x="5199827" y="1056406"/>
                </a:cubicBezTo>
                <a:cubicBezTo>
                  <a:pt x="5196992" y="1056589"/>
                  <a:pt x="5194249" y="1056315"/>
                  <a:pt x="5191597" y="1055400"/>
                </a:cubicBezTo>
                <a:cubicBezTo>
                  <a:pt x="5188946" y="1054578"/>
                  <a:pt x="5186568" y="1053206"/>
                  <a:pt x="5184465" y="1051377"/>
                </a:cubicBezTo>
                <a:lnTo>
                  <a:pt x="5132344" y="1006754"/>
                </a:lnTo>
                <a:cubicBezTo>
                  <a:pt x="5130150" y="1004926"/>
                  <a:pt x="5128504" y="1002822"/>
                  <a:pt x="5127224" y="1000262"/>
                </a:cubicBezTo>
                <a:cubicBezTo>
                  <a:pt x="5125944" y="997793"/>
                  <a:pt x="5125212" y="995142"/>
                  <a:pt x="5125029" y="992398"/>
                </a:cubicBezTo>
                <a:cubicBezTo>
                  <a:pt x="5124755" y="989564"/>
                  <a:pt x="5125121" y="986820"/>
                  <a:pt x="5125944" y="984169"/>
                </a:cubicBezTo>
                <a:cubicBezTo>
                  <a:pt x="5126858" y="981517"/>
                  <a:pt x="5128230" y="979140"/>
                  <a:pt x="5130058" y="977036"/>
                </a:cubicBezTo>
                <a:cubicBezTo>
                  <a:pt x="5131887" y="974933"/>
                  <a:pt x="5133990" y="973196"/>
                  <a:pt x="5136459" y="971916"/>
                </a:cubicBezTo>
                <a:cubicBezTo>
                  <a:pt x="5139019" y="970636"/>
                  <a:pt x="5141671" y="969904"/>
                  <a:pt x="5144414" y="969721"/>
                </a:cubicBezTo>
                <a:cubicBezTo>
                  <a:pt x="5147249" y="969538"/>
                  <a:pt x="5149992" y="969813"/>
                  <a:pt x="5152644" y="970727"/>
                </a:cubicBezTo>
                <a:cubicBezTo>
                  <a:pt x="5155296" y="971550"/>
                  <a:pt x="5157673" y="972922"/>
                  <a:pt x="5159776" y="974750"/>
                </a:cubicBezTo>
              </a:path>
              <a:path w="5307635" h="2094799">
                <a:moveTo>
                  <a:pt x="5248016" y="1050280"/>
                </a:moveTo>
                <a:lnTo>
                  <a:pt x="5300137" y="1094903"/>
                </a:lnTo>
                <a:cubicBezTo>
                  <a:pt x="5302240" y="1096731"/>
                  <a:pt x="5303977" y="1098834"/>
                  <a:pt x="5305257" y="1101303"/>
                </a:cubicBezTo>
                <a:cubicBezTo>
                  <a:pt x="5306446" y="1103864"/>
                  <a:pt x="5307269" y="1106515"/>
                  <a:pt x="5307452" y="1109259"/>
                </a:cubicBezTo>
                <a:cubicBezTo>
                  <a:pt x="5307635" y="1112093"/>
                  <a:pt x="5307360" y="1114745"/>
                  <a:pt x="5306446" y="1117488"/>
                </a:cubicBezTo>
                <a:cubicBezTo>
                  <a:pt x="5305623" y="1120140"/>
                  <a:pt x="5304252" y="1122517"/>
                  <a:pt x="5302423" y="1124621"/>
                </a:cubicBezTo>
                <a:cubicBezTo>
                  <a:pt x="5300594" y="1126724"/>
                  <a:pt x="5298399" y="1128461"/>
                  <a:pt x="5295930" y="1129741"/>
                </a:cubicBezTo>
                <a:cubicBezTo>
                  <a:pt x="5293462" y="1130930"/>
                  <a:pt x="5290810" y="1131753"/>
                  <a:pt x="5287975" y="1131936"/>
                </a:cubicBezTo>
                <a:cubicBezTo>
                  <a:pt x="5285232" y="1132119"/>
                  <a:pt x="5282489" y="1131844"/>
                  <a:pt x="5279837" y="1130930"/>
                </a:cubicBezTo>
                <a:cubicBezTo>
                  <a:pt x="5277185" y="1130107"/>
                  <a:pt x="5274808" y="1128735"/>
                  <a:pt x="5272613" y="1126907"/>
                </a:cubicBezTo>
                <a:lnTo>
                  <a:pt x="5220492" y="1082284"/>
                </a:lnTo>
                <a:cubicBezTo>
                  <a:pt x="5218389" y="1080455"/>
                  <a:pt x="5216652" y="1078352"/>
                  <a:pt x="5215463" y="1075792"/>
                </a:cubicBezTo>
                <a:cubicBezTo>
                  <a:pt x="5214183" y="1073323"/>
                  <a:pt x="5213452" y="1070671"/>
                  <a:pt x="5213177" y="1067928"/>
                </a:cubicBezTo>
                <a:cubicBezTo>
                  <a:pt x="5212994" y="1065093"/>
                  <a:pt x="5213360" y="1062350"/>
                  <a:pt x="5214183" y="1059698"/>
                </a:cubicBezTo>
                <a:cubicBezTo>
                  <a:pt x="5215098" y="1057046"/>
                  <a:pt x="5216378" y="1054669"/>
                  <a:pt x="5218206" y="1052566"/>
                </a:cubicBezTo>
                <a:cubicBezTo>
                  <a:pt x="5220035" y="1050371"/>
                  <a:pt x="5222230" y="1048725"/>
                  <a:pt x="5224699" y="1047445"/>
                </a:cubicBezTo>
                <a:cubicBezTo>
                  <a:pt x="5227168" y="1046165"/>
                  <a:pt x="5229819" y="1045434"/>
                  <a:pt x="5232654" y="1045251"/>
                </a:cubicBezTo>
                <a:cubicBezTo>
                  <a:pt x="5235397" y="1044976"/>
                  <a:pt x="5238140" y="1045342"/>
                  <a:pt x="5240792" y="1046256"/>
                </a:cubicBezTo>
                <a:cubicBezTo>
                  <a:pt x="5243444" y="1047079"/>
                  <a:pt x="5245913" y="1048451"/>
                  <a:pt x="5248016" y="1050280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6" name="Forma 181"/>
          <p:cNvSpPr/>
          <p:nvPr/>
        </p:nvSpPr>
        <p:spPr>
          <a:xfrm>
            <a:off x="353781" y="3424245"/>
            <a:ext cx="137251" cy="137160"/>
          </a:xfrm>
          <a:custGeom>
            <a:avLst/>
            <a:gdLst/>
            <a:ahLst/>
            <a:cxnLst/>
            <a:rect l="l" t="t" r="r" b="b"/>
            <a:pathLst>
              <a:path w="137251" h="137160">
                <a:moveTo>
                  <a:pt x="137251" y="68580"/>
                </a:moveTo>
                <a:cubicBezTo>
                  <a:pt x="137251" y="73061"/>
                  <a:pt x="136886" y="77541"/>
                  <a:pt x="135971" y="81930"/>
                </a:cubicBezTo>
                <a:cubicBezTo>
                  <a:pt x="135057" y="86319"/>
                  <a:pt x="133777" y="90617"/>
                  <a:pt x="132039" y="94823"/>
                </a:cubicBezTo>
                <a:cubicBezTo>
                  <a:pt x="130302" y="98938"/>
                  <a:pt x="128199" y="102870"/>
                  <a:pt x="125730" y="106619"/>
                </a:cubicBezTo>
                <a:cubicBezTo>
                  <a:pt x="123261" y="110368"/>
                  <a:pt x="120335" y="113843"/>
                  <a:pt x="117226" y="117043"/>
                </a:cubicBezTo>
                <a:cubicBezTo>
                  <a:pt x="114026" y="120244"/>
                  <a:pt x="110551" y="123078"/>
                  <a:pt x="106802" y="125547"/>
                </a:cubicBezTo>
                <a:cubicBezTo>
                  <a:pt x="103053" y="128107"/>
                  <a:pt x="99121" y="130211"/>
                  <a:pt x="94915" y="131948"/>
                </a:cubicBezTo>
                <a:cubicBezTo>
                  <a:pt x="90708" y="133594"/>
                  <a:pt x="86502" y="134965"/>
                  <a:pt x="82022" y="135788"/>
                </a:cubicBezTo>
                <a:cubicBezTo>
                  <a:pt x="77633" y="136703"/>
                  <a:pt x="73152" y="137160"/>
                  <a:pt x="68671" y="137160"/>
                </a:cubicBezTo>
                <a:cubicBezTo>
                  <a:pt x="64099" y="137160"/>
                  <a:pt x="59710" y="136703"/>
                  <a:pt x="55230" y="135788"/>
                </a:cubicBezTo>
                <a:cubicBezTo>
                  <a:pt x="50841" y="134965"/>
                  <a:pt x="46543" y="133594"/>
                  <a:pt x="42337" y="131948"/>
                </a:cubicBezTo>
                <a:cubicBezTo>
                  <a:pt x="38222" y="130211"/>
                  <a:pt x="34290" y="128107"/>
                  <a:pt x="30541" y="125547"/>
                </a:cubicBezTo>
                <a:cubicBezTo>
                  <a:pt x="26792" y="123078"/>
                  <a:pt x="23317" y="120244"/>
                  <a:pt x="20117" y="117043"/>
                </a:cubicBezTo>
                <a:cubicBezTo>
                  <a:pt x="16916" y="113843"/>
                  <a:pt x="14082" y="110368"/>
                  <a:pt x="11613" y="106619"/>
                </a:cubicBezTo>
                <a:cubicBezTo>
                  <a:pt x="9053" y="102870"/>
                  <a:pt x="6949" y="98938"/>
                  <a:pt x="5212" y="94823"/>
                </a:cubicBezTo>
                <a:cubicBezTo>
                  <a:pt x="3475" y="90617"/>
                  <a:pt x="2195" y="86319"/>
                  <a:pt x="1280" y="81930"/>
                </a:cubicBezTo>
                <a:cubicBezTo>
                  <a:pt x="457" y="77541"/>
                  <a:pt x="0" y="73061"/>
                  <a:pt x="0" y="68580"/>
                </a:cubicBezTo>
                <a:cubicBezTo>
                  <a:pt x="0" y="64099"/>
                  <a:pt x="457" y="59619"/>
                  <a:pt x="1280" y="55230"/>
                </a:cubicBezTo>
                <a:cubicBezTo>
                  <a:pt x="2195" y="50749"/>
                  <a:pt x="3475" y="46452"/>
                  <a:pt x="5212" y="42337"/>
                </a:cubicBezTo>
                <a:cubicBezTo>
                  <a:pt x="6949" y="38130"/>
                  <a:pt x="9053" y="34199"/>
                  <a:pt x="11613" y="30450"/>
                </a:cubicBezTo>
                <a:cubicBezTo>
                  <a:pt x="14082" y="26700"/>
                  <a:pt x="16916" y="23226"/>
                  <a:pt x="20117" y="20117"/>
                </a:cubicBezTo>
                <a:cubicBezTo>
                  <a:pt x="23317" y="16916"/>
                  <a:pt x="26792" y="14082"/>
                  <a:pt x="30541" y="11521"/>
                </a:cubicBezTo>
                <a:cubicBezTo>
                  <a:pt x="34290" y="9053"/>
                  <a:pt x="38222" y="6949"/>
                  <a:pt x="42337" y="5212"/>
                </a:cubicBezTo>
                <a:cubicBezTo>
                  <a:pt x="46543" y="3475"/>
                  <a:pt x="50841" y="2195"/>
                  <a:pt x="55230" y="1280"/>
                </a:cubicBezTo>
                <a:cubicBezTo>
                  <a:pt x="59710" y="457"/>
                  <a:pt x="64099" y="0"/>
                  <a:pt x="68671" y="0"/>
                </a:cubicBezTo>
                <a:cubicBezTo>
                  <a:pt x="73152" y="0"/>
                  <a:pt x="77633" y="457"/>
                  <a:pt x="82022" y="1280"/>
                </a:cubicBezTo>
                <a:cubicBezTo>
                  <a:pt x="86502" y="2195"/>
                  <a:pt x="90708" y="3475"/>
                  <a:pt x="94915" y="5212"/>
                </a:cubicBezTo>
                <a:cubicBezTo>
                  <a:pt x="99121" y="6949"/>
                  <a:pt x="103053" y="9053"/>
                  <a:pt x="106802" y="11521"/>
                </a:cubicBezTo>
                <a:cubicBezTo>
                  <a:pt x="110551" y="14082"/>
                  <a:pt x="114026" y="16916"/>
                  <a:pt x="117226" y="20117"/>
                </a:cubicBezTo>
                <a:cubicBezTo>
                  <a:pt x="120335" y="23226"/>
                  <a:pt x="123261" y="26700"/>
                  <a:pt x="125730" y="30450"/>
                </a:cubicBezTo>
                <a:cubicBezTo>
                  <a:pt x="128199" y="34199"/>
                  <a:pt x="130302" y="38130"/>
                  <a:pt x="132039" y="42337"/>
                </a:cubicBezTo>
                <a:cubicBezTo>
                  <a:pt x="133777" y="46452"/>
                  <a:pt x="135057" y="50749"/>
                  <a:pt x="135971" y="55230"/>
                </a:cubicBezTo>
                <a:cubicBezTo>
                  <a:pt x="136886" y="59619"/>
                  <a:pt x="137251" y="64099"/>
                  <a:pt x="137251" y="68580"/>
                </a:cubicBezTo>
              </a:path>
            </a:pathLst>
          </a:custGeom>
          <a:solidFill>
            <a:srgbClr val="FBFAF6"/>
          </a:solidFill>
          <a:ln w="26403">
            <a:solidFill>
              <a:srgbClr val="2D6075"/>
            </a:solidFill>
            <a:prstDash val="solid"/>
          </a:ln>
        </p:spPr>
      </p:sp>
      <p:sp>
        <p:nvSpPr>
          <p:cNvPr id="7" name="Forma 182"/>
          <p:cNvSpPr/>
          <p:nvPr/>
        </p:nvSpPr>
        <p:spPr>
          <a:xfrm>
            <a:off x="5634350" y="2474915"/>
            <a:ext cx="137251" cy="137160"/>
          </a:xfrm>
          <a:custGeom>
            <a:avLst/>
            <a:gdLst/>
            <a:ahLst/>
            <a:cxnLst/>
            <a:rect l="l" t="t" r="r" b="b"/>
            <a:pathLst>
              <a:path w="137251" h="137160">
                <a:moveTo>
                  <a:pt x="137251" y="68580"/>
                </a:moveTo>
                <a:cubicBezTo>
                  <a:pt x="137251" y="73061"/>
                  <a:pt x="136886" y="77541"/>
                  <a:pt x="135971" y="81930"/>
                </a:cubicBezTo>
                <a:cubicBezTo>
                  <a:pt x="135057" y="86319"/>
                  <a:pt x="133777" y="90617"/>
                  <a:pt x="132039" y="94823"/>
                </a:cubicBezTo>
                <a:cubicBezTo>
                  <a:pt x="130302" y="98938"/>
                  <a:pt x="128199" y="102870"/>
                  <a:pt x="125730" y="106619"/>
                </a:cubicBezTo>
                <a:cubicBezTo>
                  <a:pt x="123261" y="110368"/>
                  <a:pt x="120335" y="113843"/>
                  <a:pt x="117226" y="117043"/>
                </a:cubicBezTo>
                <a:cubicBezTo>
                  <a:pt x="114026" y="120244"/>
                  <a:pt x="110551" y="123078"/>
                  <a:pt x="106802" y="125547"/>
                </a:cubicBezTo>
                <a:cubicBezTo>
                  <a:pt x="103053" y="128107"/>
                  <a:pt x="99121" y="130211"/>
                  <a:pt x="94915" y="131948"/>
                </a:cubicBezTo>
                <a:cubicBezTo>
                  <a:pt x="90708" y="133594"/>
                  <a:pt x="86502" y="134965"/>
                  <a:pt x="82022" y="135788"/>
                </a:cubicBezTo>
                <a:cubicBezTo>
                  <a:pt x="77633" y="136703"/>
                  <a:pt x="73152" y="137160"/>
                  <a:pt x="68671" y="137160"/>
                </a:cubicBezTo>
                <a:cubicBezTo>
                  <a:pt x="64099" y="137160"/>
                  <a:pt x="59710" y="136703"/>
                  <a:pt x="55230" y="135788"/>
                </a:cubicBezTo>
                <a:cubicBezTo>
                  <a:pt x="50841" y="134965"/>
                  <a:pt x="46543" y="133594"/>
                  <a:pt x="42337" y="131948"/>
                </a:cubicBezTo>
                <a:cubicBezTo>
                  <a:pt x="38222" y="130211"/>
                  <a:pt x="34290" y="128107"/>
                  <a:pt x="30541" y="125547"/>
                </a:cubicBezTo>
                <a:cubicBezTo>
                  <a:pt x="26792" y="123078"/>
                  <a:pt x="23317" y="120244"/>
                  <a:pt x="20117" y="117043"/>
                </a:cubicBezTo>
                <a:cubicBezTo>
                  <a:pt x="16916" y="113843"/>
                  <a:pt x="14082" y="110368"/>
                  <a:pt x="11613" y="106619"/>
                </a:cubicBezTo>
                <a:cubicBezTo>
                  <a:pt x="9053" y="102870"/>
                  <a:pt x="6949" y="98938"/>
                  <a:pt x="5212" y="94823"/>
                </a:cubicBezTo>
                <a:cubicBezTo>
                  <a:pt x="3475" y="90617"/>
                  <a:pt x="2195" y="86319"/>
                  <a:pt x="1280" y="81930"/>
                </a:cubicBezTo>
                <a:cubicBezTo>
                  <a:pt x="457" y="77541"/>
                  <a:pt x="0" y="73061"/>
                  <a:pt x="0" y="68580"/>
                </a:cubicBezTo>
                <a:cubicBezTo>
                  <a:pt x="0" y="64099"/>
                  <a:pt x="457" y="59619"/>
                  <a:pt x="1280" y="55230"/>
                </a:cubicBezTo>
                <a:cubicBezTo>
                  <a:pt x="2195" y="50749"/>
                  <a:pt x="3475" y="46452"/>
                  <a:pt x="5212" y="42337"/>
                </a:cubicBezTo>
                <a:cubicBezTo>
                  <a:pt x="6949" y="38130"/>
                  <a:pt x="9053" y="34199"/>
                  <a:pt x="11613" y="30450"/>
                </a:cubicBezTo>
                <a:cubicBezTo>
                  <a:pt x="14082" y="26700"/>
                  <a:pt x="16916" y="23226"/>
                  <a:pt x="20117" y="20117"/>
                </a:cubicBezTo>
                <a:cubicBezTo>
                  <a:pt x="23317" y="16916"/>
                  <a:pt x="26792" y="14082"/>
                  <a:pt x="30541" y="11521"/>
                </a:cubicBezTo>
                <a:cubicBezTo>
                  <a:pt x="34290" y="9053"/>
                  <a:pt x="38222" y="6949"/>
                  <a:pt x="42337" y="5212"/>
                </a:cubicBezTo>
                <a:cubicBezTo>
                  <a:pt x="46543" y="3475"/>
                  <a:pt x="50841" y="2195"/>
                  <a:pt x="55230" y="1280"/>
                </a:cubicBezTo>
                <a:cubicBezTo>
                  <a:pt x="59710" y="457"/>
                  <a:pt x="64099" y="0"/>
                  <a:pt x="68671" y="0"/>
                </a:cubicBezTo>
                <a:cubicBezTo>
                  <a:pt x="73152" y="0"/>
                  <a:pt x="77633" y="457"/>
                  <a:pt x="82022" y="1280"/>
                </a:cubicBezTo>
                <a:cubicBezTo>
                  <a:pt x="86502" y="2195"/>
                  <a:pt x="90708" y="3475"/>
                  <a:pt x="94915" y="5212"/>
                </a:cubicBezTo>
                <a:cubicBezTo>
                  <a:pt x="99121" y="6949"/>
                  <a:pt x="103053" y="9053"/>
                  <a:pt x="106802" y="11521"/>
                </a:cubicBezTo>
                <a:cubicBezTo>
                  <a:pt x="110551" y="14082"/>
                  <a:pt x="114026" y="16916"/>
                  <a:pt x="117226" y="20117"/>
                </a:cubicBezTo>
                <a:cubicBezTo>
                  <a:pt x="120335" y="23226"/>
                  <a:pt x="123261" y="26700"/>
                  <a:pt x="125730" y="30450"/>
                </a:cubicBezTo>
                <a:cubicBezTo>
                  <a:pt x="128199" y="34199"/>
                  <a:pt x="130302" y="38130"/>
                  <a:pt x="132039" y="42337"/>
                </a:cubicBezTo>
                <a:cubicBezTo>
                  <a:pt x="133777" y="46452"/>
                  <a:pt x="135057" y="50749"/>
                  <a:pt x="135971" y="55230"/>
                </a:cubicBezTo>
                <a:cubicBezTo>
                  <a:pt x="136886" y="59619"/>
                  <a:pt x="137251" y="64099"/>
                  <a:pt x="137251" y="68580"/>
                </a:cubicBezTo>
              </a:path>
            </a:pathLst>
          </a:custGeom>
          <a:solidFill>
            <a:srgbClr val="AB432E"/>
          </a:solidFill>
          <a:ln w="21120">
            <a:solidFill>
              <a:srgbClr val="FBFAF6"/>
            </a:solidFill>
            <a:prstDash val="solid"/>
          </a:ln>
        </p:spPr>
      </p:sp>
      <p:sp>
        <p:nvSpPr>
          <p:cNvPr id="8" name="Forma 183"/>
          <p:cNvSpPr/>
          <p:nvPr/>
        </p:nvSpPr>
        <p:spPr>
          <a:xfrm>
            <a:off x="6446429" y="3522177"/>
            <a:ext cx="2378903" cy="18654"/>
          </a:xfrm>
          <a:custGeom>
            <a:avLst/>
            <a:gdLst/>
            <a:ahLst/>
            <a:cxnLst/>
            <a:rect l="l" t="t" r="r" b="b"/>
            <a:pathLst>
              <a:path w="2378903" h="18654">
                <a:moveTo>
                  <a:pt x="0" y="0"/>
                </a:moveTo>
                <a:lnTo>
                  <a:pt x="2378903" y="0"/>
                </a:lnTo>
                <a:lnTo>
                  <a:pt x="2378903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2D6075"/>
          </a:solidFill>
          <a:ln/>
        </p:spPr>
      </p:sp>
      <p:sp>
        <p:nvSpPr>
          <p:cNvPr id="9" name="Forma 184"/>
          <p:cNvSpPr/>
          <p:nvPr/>
        </p:nvSpPr>
        <p:spPr>
          <a:xfrm>
            <a:off x="6446429" y="3885560"/>
            <a:ext cx="2378903" cy="9327"/>
          </a:xfrm>
          <a:custGeom>
            <a:avLst/>
            <a:gdLst/>
            <a:ahLst/>
            <a:cxnLst/>
            <a:rect l="l" t="t" r="r" b="b"/>
            <a:pathLst>
              <a:path w="2378903" h="9327">
                <a:moveTo>
                  <a:pt x="0" y="0"/>
                </a:moveTo>
                <a:lnTo>
                  <a:pt x="2378903" y="0"/>
                </a:lnTo>
                <a:lnTo>
                  <a:pt x="2378903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10" name="Forma 185"/>
          <p:cNvSpPr/>
          <p:nvPr/>
        </p:nvSpPr>
        <p:spPr>
          <a:xfrm>
            <a:off x="8256209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9509" y="3672139"/>
            <a:ext cx="337505" cy="12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666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666" dirty="0"/>
          </a:p>
        </p:txBody>
      </p:sp>
      <p:sp>
        <p:nvSpPr>
          <p:cNvPr id="12" name="Text 10"/>
          <p:cNvSpPr txBox="1"/>
          <p:nvPr/>
        </p:nvSpPr>
        <p:spPr>
          <a:xfrm>
            <a:off x="5438851" y="2722900"/>
            <a:ext cx="379567" cy="12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666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destino</a:t>
            </a:r>
            <a:endParaRPr lang="en-US" sz="666" dirty="0"/>
          </a:p>
        </p:txBody>
      </p:sp>
      <p:sp>
        <p:nvSpPr>
          <p:cNvPr id="13" name="Text 11"/>
          <p:cNvSpPr txBox="1"/>
          <p:nvPr/>
        </p:nvSpPr>
        <p:spPr>
          <a:xfrm>
            <a:off x="6442588" y="875904"/>
            <a:ext cx="140067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8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· LÍNEA BASE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6427318" y="1142360"/>
            <a:ext cx="2487077" cy="1070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71"/>
              </a:lnSpc>
              <a:buNone/>
            </a:pPr>
            <a:r>
              <a:rPr lang="en-US" sz="2429" b="1" spc="-7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rutas</a:t>
            </a:r>
            <a:endParaRPr lang="en-US" sz="2429" dirty="0"/>
          </a:p>
          <a:p>
            <a:pPr algn="l" indent="0" marL="0">
              <a:lnSpc>
                <a:spcPts val="2571"/>
              </a:lnSpc>
              <a:buNone/>
            </a:pPr>
            <a:r>
              <a:rPr lang="en-US" sz="2429" b="1" spc="-8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Dijkstra, costo</a:t>
            </a:r>
            <a:endParaRPr lang="en-US" sz="2429" dirty="0"/>
          </a:p>
          <a:p>
            <a:pPr algn="l" indent="0" marL="0">
              <a:lnSpc>
                <a:spcPts val="2571"/>
              </a:lnSpc>
              <a:buNone/>
            </a:pPr>
            <a:r>
              <a:rPr lang="en-US" sz="2429" b="1" spc="-67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km</a:t>
            </a:r>
            <a:endParaRPr lang="en-US" sz="2429" dirty="0"/>
          </a:p>
        </p:txBody>
      </p:sp>
      <p:sp>
        <p:nvSpPr>
          <p:cNvPr id="15" name="Text 13"/>
          <p:cNvSpPr txBox="1"/>
          <p:nvPr/>
        </p:nvSpPr>
        <p:spPr>
          <a:xfrm>
            <a:off x="6442588" y="2469246"/>
            <a:ext cx="2531059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2</a:t>
            </a:r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vuelve a buscar excluyendo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aristas de la primera.</a:t>
            </a:r>
            <a:endParaRPr lang="en-US" sz="1097" dirty="0"/>
          </a:p>
        </p:txBody>
      </p:sp>
      <p:sp>
        <p:nvSpPr>
          <p:cNvPr id="16" name="Text 14"/>
          <p:cNvSpPr txBox="1"/>
          <p:nvPr/>
        </p:nvSpPr>
        <p:spPr>
          <a:xfrm>
            <a:off x="6442588" y="2972440"/>
            <a:ext cx="2696748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exclusión desconecta el grafo, el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prueba con penalización ×10.</a:t>
            </a:r>
            <a:endParaRPr lang="en-US" sz="1097" dirty="0"/>
          </a:p>
        </p:txBody>
      </p:sp>
      <p:sp>
        <p:nvSpPr>
          <p:cNvPr id="17" name="Text 15"/>
          <p:cNvSpPr txBox="1"/>
          <p:nvPr/>
        </p:nvSpPr>
        <p:spPr>
          <a:xfrm>
            <a:off x="6442588" y="3634008"/>
            <a:ext cx="239060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pgr_dijkstra(… cost = largo_km)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6442588" y="2143171"/>
            <a:ext cx="2443917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b="1" dirty="0">
                <a:solidFill>
                  <a:srgbClr val="89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1</a:t>
            </a:r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9E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camino de menor longitud.</a:t>
            </a:r>
            <a:endParaRPr lang="en-US" sz="1097" dirty="0"/>
          </a:p>
        </p:txBody>
      </p:sp>
      <p:sp>
        <p:nvSpPr>
          <p:cNvPr id="19" name="Text 17"/>
          <p:cNvSpPr txBox="1"/>
          <p:nvPr/>
        </p:nvSpPr>
        <p:spPr>
          <a:xfrm>
            <a:off x="8312628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35</a:t>
            </a:r>
            <a:endParaRPr lang="en-US" sz="88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86"/>
          <p:cNvSpPr/>
          <p:nvPr/>
        </p:nvSpPr>
        <p:spPr>
          <a:xfrm>
            <a:off x="1835109" y="2000982"/>
            <a:ext cx="5361950" cy="1851294"/>
          </a:xfrm>
          <a:custGeom>
            <a:avLst/>
            <a:gdLst/>
            <a:ahLst/>
            <a:cxnLst/>
            <a:rect l="l" t="t" r="r" b="b"/>
            <a:pathLst>
              <a:path w="5361950" h="1851294">
                <a:moveTo>
                  <a:pt x="0" y="1410553"/>
                </a:moveTo>
                <a:lnTo>
                  <a:pt x="684063" y="859536"/>
                </a:lnTo>
                <a:lnTo>
                  <a:pt x="1390162" y="1256203"/>
                </a:lnTo>
                <a:lnTo>
                  <a:pt x="2096262" y="551017"/>
                </a:lnTo>
                <a:lnTo>
                  <a:pt x="2802362" y="925647"/>
                </a:lnTo>
                <a:lnTo>
                  <a:pt x="3508461" y="330556"/>
                </a:lnTo>
                <a:lnTo>
                  <a:pt x="4369003" y="815462"/>
                </a:lnTo>
                <a:lnTo>
                  <a:pt x="5361950" y="220370"/>
                </a:lnTo>
                <a:moveTo>
                  <a:pt x="0" y="1410553"/>
                </a:moveTo>
                <a:lnTo>
                  <a:pt x="573695" y="176296"/>
                </a:lnTo>
                <a:lnTo>
                  <a:pt x="1390162" y="1256203"/>
                </a:lnTo>
                <a:lnTo>
                  <a:pt x="1654973" y="44074"/>
                </a:lnTo>
                <a:lnTo>
                  <a:pt x="2802362" y="925647"/>
                </a:lnTo>
                <a:lnTo>
                  <a:pt x="3221614" y="0"/>
                </a:lnTo>
                <a:lnTo>
                  <a:pt x="4369003" y="815462"/>
                </a:lnTo>
                <a:lnTo>
                  <a:pt x="4920661" y="1586850"/>
                </a:lnTo>
                <a:lnTo>
                  <a:pt x="5361950" y="220370"/>
                </a:lnTo>
                <a:moveTo>
                  <a:pt x="684063" y="859536"/>
                </a:moveTo>
                <a:lnTo>
                  <a:pt x="573695" y="176296"/>
                </a:lnTo>
                <a:lnTo>
                  <a:pt x="1654973" y="44074"/>
                </a:lnTo>
                <a:lnTo>
                  <a:pt x="2449312" y="220370"/>
                </a:lnTo>
                <a:lnTo>
                  <a:pt x="3221614" y="0"/>
                </a:lnTo>
                <a:lnTo>
                  <a:pt x="3508461" y="330556"/>
                </a:lnTo>
                <a:lnTo>
                  <a:pt x="4302801" y="88148"/>
                </a:lnTo>
                <a:lnTo>
                  <a:pt x="5361950" y="220370"/>
                </a:lnTo>
                <a:moveTo>
                  <a:pt x="1390162" y="1256203"/>
                </a:moveTo>
                <a:lnTo>
                  <a:pt x="1963857" y="1697035"/>
                </a:lnTo>
                <a:lnTo>
                  <a:pt x="2890601" y="1564813"/>
                </a:lnTo>
                <a:lnTo>
                  <a:pt x="3596701" y="1851294"/>
                </a:lnTo>
                <a:lnTo>
                  <a:pt x="4920661" y="1586850"/>
                </a:lnTo>
                <a:moveTo>
                  <a:pt x="2096262" y="551017"/>
                </a:moveTo>
                <a:lnTo>
                  <a:pt x="2449312" y="220370"/>
                </a:lnTo>
                <a:lnTo>
                  <a:pt x="3508461" y="330556"/>
                </a:lnTo>
                <a:lnTo>
                  <a:pt x="4369003" y="815462"/>
                </a:lnTo>
                <a:lnTo>
                  <a:pt x="4920661" y="1586850"/>
                </a:lnTo>
              </a:path>
            </a:pathLst>
          </a:custGeom>
          <a:ln w="13233" cap="rnd">
            <a:solidFill>
              <a:srgbClr val="AAA79C"/>
            </a:solidFill>
            <a:prstDash val="solid"/>
            <a:round/>
          </a:ln>
        </p:spPr>
      </p:sp>
      <p:sp>
        <p:nvSpPr>
          <p:cNvPr id="3" name="Forma 187"/>
          <p:cNvSpPr/>
          <p:nvPr/>
        </p:nvSpPr>
        <p:spPr>
          <a:xfrm>
            <a:off x="1835109" y="2221443"/>
            <a:ext cx="5361950" cy="1190092"/>
          </a:xfrm>
          <a:custGeom>
            <a:avLst/>
            <a:gdLst/>
            <a:ahLst/>
            <a:cxnLst/>
            <a:rect l="l" t="t" r="r" b="b"/>
            <a:pathLst>
              <a:path w="5361950" h="1190092">
                <a:moveTo>
                  <a:pt x="0" y="1190092"/>
                </a:moveTo>
                <a:lnTo>
                  <a:pt x="684063" y="639166"/>
                </a:lnTo>
                <a:lnTo>
                  <a:pt x="1390162" y="1035832"/>
                </a:lnTo>
                <a:lnTo>
                  <a:pt x="2096262" y="330556"/>
                </a:lnTo>
                <a:lnTo>
                  <a:pt x="2802362" y="705277"/>
                </a:lnTo>
                <a:lnTo>
                  <a:pt x="3508461" y="110185"/>
                </a:lnTo>
                <a:lnTo>
                  <a:pt x="4369003" y="595092"/>
                </a:lnTo>
                <a:lnTo>
                  <a:pt x="5361950" y="0"/>
                </a:lnTo>
              </a:path>
            </a:pathLst>
          </a:custGeom>
          <a:ln w="39713" cap="rnd">
            <a:solidFill>
              <a:srgbClr val="2D6075"/>
            </a:solidFill>
            <a:prstDash val="solid"/>
            <a:round/>
          </a:ln>
        </p:spPr>
      </p:sp>
      <p:sp>
        <p:nvSpPr>
          <p:cNvPr id="4" name="Forma 188"/>
          <p:cNvSpPr/>
          <p:nvPr/>
        </p:nvSpPr>
        <p:spPr>
          <a:xfrm>
            <a:off x="1815175" y="1981779"/>
            <a:ext cx="5402001" cy="1449690"/>
          </a:xfrm>
          <a:custGeom>
            <a:avLst/>
            <a:gdLst/>
            <a:ahLst/>
            <a:cxnLst/>
            <a:rect l="l" t="t" r="r" b="b"/>
            <a:pathLst>
              <a:path w="5402001" h="1449690">
                <a:moveTo>
                  <a:pt x="1920" y="1421435"/>
                </a:moveTo>
                <a:lnTo>
                  <a:pt x="26060" y="1369405"/>
                </a:lnTo>
                <a:cubicBezTo>
                  <a:pt x="27249" y="1367028"/>
                  <a:pt x="28712" y="1364925"/>
                  <a:pt x="30632" y="1363188"/>
                </a:cubicBezTo>
                <a:cubicBezTo>
                  <a:pt x="32644" y="1361450"/>
                  <a:pt x="34839" y="1360079"/>
                  <a:pt x="37308" y="1359164"/>
                </a:cubicBezTo>
                <a:cubicBezTo>
                  <a:pt x="39776" y="1358250"/>
                  <a:pt x="42337" y="1357884"/>
                  <a:pt x="44988" y="1357975"/>
                </a:cubicBezTo>
                <a:cubicBezTo>
                  <a:pt x="47549" y="1358067"/>
                  <a:pt x="50109" y="1358707"/>
                  <a:pt x="52487" y="1359804"/>
                </a:cubicBezTo>
                <a:cubicBezTo>
                  <a:pt x="54864" y="1360902"/>
                  <a:pt x="56967" y="1362456"/>
                  <a:pt x="58704" y="1364376"/>
                </a:cubicBezTo>
                <a:cubicBezTo>
                  <a:pt x="60533" y="1366296"/>
                  <a:pt x="61813" y="1368491"/>
                  <a:pt x="62728" y="1370960"/>
                </a:cubicBezTo>
                <a:cubicBezTo>
                  <a:pt x="63642" y="1373429"/>
                  <a:pt x="64099" y="1375989"/>
                  <a:pt x="63917" y="1378641"/>
                </a:cubicBezTo>
                <a:cubicBezTo>
                  <a:pt x="63825" y="1381293"/>
                  <a:pt x="63276" y="1383762"/>
                  <a:pt x="62088" y="1386139"/>
                </a:cubicBezTo>
                <a:lnTo>
                  <a:pt x="37948" y="1438077"/>
                </a:lnTo>
                <a:cubicBezTo>
                  <a:pt x="36850" y="1440546"/>
                  <a:pt x="35296" y="1442557"/>
                  <a:pt x="33376" y="1444386"/>
                </a:cubicBezTo>
                <a:cubicBezTo>
                  <a:pt x="31455" y="1446124"/>
                  <a:pt x="29261" y="1447495"/>
                  <a:pt x="26792" y="1448410"/>
                </a:cubicBezTo>
                <a:cubicBezTo>
                  <a:pt x="24323" y="1449324"/>
                  <a:pt x="21763" y="1449690"/>
                  <a:pt x="19111" y="1449598"/>
                </a:cubicBezTo>
                <a:cubicBezTo>
                  <a:pt x="16459" y="1449507"/>
                  <a:pt x="13990" y="1448867"/>
                  <a:pt x="11613" y="1447770"/>
                </a:cubicBezTo>
                <a:cubicBezTo>
                  <a:pt x="9235" y="1446672"/>
                  <a:pt x="7132" y="1445118"/>
                  <a:pt x="5304" y="1443198"/>
                </a:cubicBezTo>
                <a:cubicBezTo>
                  <a:pt x="3566" y="1441277"/>
                  <a:pt x="2195" y="1439083"/>
                  <a:pt x="1280" y="1436614"/>
                </a:cubicBezTo>
                <a:cubicBezTo>
                  <a:pt x="366" y="1434145"/>
                  <a:pt x="0" y="1431585"/>
                  <a:pt x="91" y="1428933"/>
                </a:cubicBezTo>
                <a:cubicBezTo>
                  <a:pt x="183" y="1426281"/>
                  <a:pt x="823" y="1423812"/>
                  <a:pt x="1920" y="1421435"/>
                </a:cubicBezTo>
              </a:path>
              <a:path w="5402001" h="1449690">
                <a:moveTo>
                  <a:pt x="42794" y="1333470"/>
                </a:moveTo>
                <a:lnTo>
                  <a:pt x="67026" y="1281440"/>
                </a:lnTo>
                <a:cubicBezTo>
                  <a:pt x="68123" y="1279063"/>
                  <a:pt x="69586" y="1277051"/>
                  <a:pt x="71598" y="1275222"/>
                </a:cubicBezTo>
                <a:cubicBezTo>
                  <a:pt x="73518" y="1273485"/>
                  <a:pt x="75712" y="1272113"/>
                  <a:pt x="78181" y="1271199"/>
                </a:cubicBezTo>
                <a:cubicBezTo>
                  <a:pt x="80650" y="1270284"/>
                  <a:pt x="83210" y="1269919"/>
                  <a:pt x="85862" y="1270010"/>
                </a:cubicBezTo>
                <a:cubicBezTo>
                  <a:pt x="88422" y="1270102"/>
                  <a:pt x="90983" y="1270742"/>
                  <a:pt x="93360" y="1271839"/>
                </a:cubicBezTo>
                <a:cubicBezTo>
                  <a:pt x="95738" y="1272936"/>
                  <a:pt x="97841" y="1274491"/>
                  <a:pt x="99578" y="1276411"/>
                </a:cubicBezTo>
                <a:cubicBezTo>
                  <a:pt x="101407" y="1278331"/>
                  <a:pt x="102779" y="1280526"/>
                  <a:pt x="103693" y="1282995"/>
                </a:cubicBezTo>
                <a:cubicBezTo>
                  <a:pt x="104516" y="1285464"/>
                  <a:pt x="104973" y="1288024"/>
                  <a:pt x="104882" y="1290676"/>
                </a:cubicBezTo>
                <a:cubicBezTo>
                  <a:pt x="104699" y="1293327"/>
                  <a:pt x="104150" y="1295796"/>
                  <a:pt x="103053" y="1298174"/>
                </a:cubicBezTo>
                <a:lnTo>
                  <a:pt x="78821" y="1350203"/>
                </a:lnTo>
                <a:cubicBezTo>
                  <a:pt x="77724" y="1352580"/>
                  <a:pt x="76261" y="1354592"/>
                  <a:pt x="74249" y="1356421"/>
                </a:cubicBezTo>
                <a:cubicBezTo>
                  <a:pt x="72329" y="1358158"/>
                  <a:pt x="70134" y="1359530"/>
                  <a:pt x="67666" y="1360444"/>
                </a:cubicBezTo>
                <a:cubicBezTo>
                  <a:pt x="65197" y="1361359"/>
                  <a:pt x="62636" y="1361724"/>
                  <a:pt x="59985" y="1361633"/>
                </a:cubicBezTo>
                <a:cubicBezTo>
                  <a:pt x="57333" y="1361542"/>
                  <a:pt x="54864" y="1360902"/>
                  <a:pt x="52487" y="1359804"/>
                </a:cubicBezTo>
                <a:cubicBezTo>
                  <a:pt x="50109" y="1358707"/>
                  <a:pt x="48006" y="1357152"/>
                  <a:pt x="46177" y="1355232"/>
                </a:cubicBezTo>
                <a:cubicBezTo>
                  <a:pt x="44440" y="1353312"/>
                  <a:pt x="43068" y="1351117"/>
                  <a:pt x="42154" y="1348649"/>
                </a:cubicBezTo>
                <a:cubicBezTo>
                  <a:pt x="41239" y="1346180"/>
                  <a:pt x="40874" y="1343619"/>
                  <a:pt x="40965" y="1340968"/>
                </a:cubicBezTo>
                <a:cubicBezTo>
                  <a:pt x="41148" y="1338316"/>
                  <a:pt x="41697" y="1335847"/>
                  <a:pt x="42794" y="1333470"/>
                </a:cubicBezTo>
              </a:path>
              <a:path w="5402001" h="1449690">
                <a:moveTo>
                  <a:pt x="83668" y="1245504"/>
                </a:moveTo>
                <a:lnTo>
                  <a:pt x="107899" y="1193566"/>
                </a:lnTo>
                <a:cubicBezTo>
                  <a:pt x="108996" y="1191097"/>
                  <a:pt x="110460" y="1189086"/>
                  <a:pt x="112471" y="1187257"/>
                </a:cubicBezTo>
                <a:cubicBezTo>
                  <a:pt x="114391" y="1185520"/>
                  <a:pt x="116586" y="1184148"/>
                  <a:pt x="119055" y="1183234"/>
                </a:cubicBezTo>
                <a:cubicBezTo>
                  <a:pt x="121524" y="1182319"/>
                  <a:pt x="124084" y="1181953"/>
                  <a:pt x="126736" y="1182045"/>
                </a:cubicBezTo>
                <a:cubicBezTo>
                  <a:pt x="129388" y="1182136"/>
                  <a:pt x="131856" y="1182776"/>
                  <a:pt x="134234" y="1183874"/>
                </a:cubicBezTo>
                <a:cubicBezTo>
                  <a:pt x="136611" y="1184971"/>
                  <a:pt x="138714" y="1186525"/>
                  <a:pt x="140543" y="1188446"/>
                </a:cubicBezTo>
                <a:cubicBezTo>
                  <a:pt x="142281" y="1190366"/>
                  <a:pt x="143652" y="1192560"/>
                  <a:pt x="144567" y="1195029"/>
                </a:cubicBezTo>
                <a:cubicBezTo>
                  <a:pt x="145481" y="1197498"/>
                  <a:pt x="145847" y="1200059"/>
                  <a:pt x="145755" y="1202710"/>
                </a:cubicBezTo>
                <a:cubicBezTo>
                  <a:pt x="145572" y="1205362"/>
                  <a:pt x="145024" y="1207831"/>
                  <a:pt x="143927" y="1210208"/>
                </a:cubicBezTo>
                <a:lnTo>
                  <a:pt x="119695" y="1262238"/>
                </a:lnTo>
                <a:cubicBezTo>
                  <a:pt x="118598" y="1264615"/>
                  <a:pt x="117135" y="1266718"/>
                  <a:pt x="115123" y="1268456"/>
                </a:cubicBezTo>
                <a:cubicBezTo>
                  <a:pt x="113203" y="1270193"/>
                  <a:pt x="111008" y="1271565"/>
                  <a:pt x="108539" y="1272479"/>
                </a:cubicBezTo>
                <a:cubicBezTo>
                  <a:pt x="106070" y="1273393"/>
                  <a:pt x="103510" y="1273759"/>
                  <a:pt x="100858" y="1273668"/>
                </a:cubicBezTo>
                <a:cubicBezTo>
                  <a:pt x="98298" y="1273576"/>
                  <a:pt x="95738" y="1272936"/>
                  <a:pt x="93360" y="1271839"/>
                </a:cubicBezTo>
                <a:cubicBezTo>
                  <a:pt x="90983" y="1270742"/>
                  <a:pt x="88880" y="1269187"/>
                  <a:pt x="87142" y="1267267"/>
                </a:cubicBezTo>
                <a:cubicBezTo>
                  <a:pt x="85314" y="1265347"/>
                  <a:pt x="83942" y="1263152"/>
                  <a:pt x="83028" y="1260683"/>
                </a:cubicBezTo>
                <a:cubicBezTo>
                  <a:pt x="82205" y="1258214"/>
                  <a:pt x="81747" y="1255654"/>
                  <a:pt x="81839" y="1253002"/>
                </a:cubicBezTo>
                <a:cubicBezTo>
                  <a:pt x="82022" y="1250351"/>
                  <a:pt x="82570" y="1247882"/>
                  <a:pt x="83668" y="1245504"/>
                </a:cubicBezTo>
              </a:path>
              <a:path w="5402001" h="1449690">
                <a:moveTo>
                  <a:pt x="124633" y="1157539"/>
                </a:moveTo>
                <a:lnTo>
                  <a:pt x="148773" y="1105601"/>
                </a:lnTo>
                <a:cubicBezTo>
                  <a:pt x="149870" y="1103224"/>
                  <a:pt x="151425" y="1101120"/>
                  <a:pt x="153345" y="1099292"/>
                </a:cubicBezTo>
                <a:cubicBezTo>
                  <a:pt x="155265" y="1097554"/>
                  <a:pt x="157460" y="1096183"/>
                  <a:pt x="159929" y="1095268"/>
                </a:cubicBezTo>
                <a:cubicBezTo>
                  <a:pt x="162397" y="1094354"/>
                  <a:pt x="164958" y="1093988"/>
                  <a:pt x="167610" y="1094080"/>
                </a:cubicBezTo>
                <a:cubicBezTo>
                  <a:pt x="170261" y="1094262"/>
                  <a:pt x="172730" y="1094811"/>
                  <a:pt x="175108" y="1095908"/>
                </a:cubicBezTo>
                <a:cubicBezTo>
                  <a:pt x="177485" y="1097006"/>
                  <a:pt x="179588" y="1098560"/>
                  <a:pt x="181417" y="1100480"/>
                </a:cubicBezTo>
                <a:cubicBezTo>
                  <a:pt x="183154" y="1102401"/>
                  <a:pt x="184526" y="1104595"/>
                  <a:pt x="185440" y="1107064"/>
                </a:cubicBezTo>
                <a:cubicBezTo>
                  <a:pt x="186355" y="1109624"/>
                  <a:pt x="186720" y="1112093"/>
                  <a:pt x="186629" y="1114745"/>
                </a:cubicBezTo>
                <a:cubicBezTo>
                  <a:pt x="186538" y="1117397"/>
                  <a:pt x="185898" y="1119866"/>
                  <a:pt x="184800" y="1122243"/>
                </a:cubicBezTo>
                <a:lnTo>
                  <a:pt x="160660" y="1174272"/>
                </a:lnTo>
                <a:cubicBezTo>
                  <a:pt x="159471" y="1176650"/>
                  <a:pt x="158008" y="1178753"/>
                  <a:pt x="156088" y="1180490"/>
                </a:cubicBezTo>
                <a:cubicBezTo>
                  <a:pt x="154076" y="1182319"/>
                  <a:pt x="151882" y="1183599"/>
                  <a:pt x="149413" y="1184514"/>
                </a:cubicBezTo>
                <a:cubicBezTo>
                  <a:pt x="146944" y="1185428"/>
                  <a:pt x="144384" y="1185794"/>
                  <a:pt x="141732" y="1185702"/>
                </a:cubicBezTo>
                <a:cubicBezTo>
                  <a:pt x="139172" y="1185611"/>
                  <a:pt x="136611" y="1184971"/>
                  <a:pt x="134234" y="1183874"/>
                </a:cubicBezTo>
                <a:cubicBezTo>
                  <a:pt x="131856" y="1182776"/>
                  <a:pt x="129753" y="1181222"/>
                  <a:pt x="128016" y="1179302"/>
                </a:cubicBezTo>
                <a:cubicBezTo>
                  <a:pt x="126187" y="1177381"/>
                  <a:pt x="124907" y="1175187"/>
                  <a:pt x="123993" y="1172718"/>
                </a:cubicBezTo>
                <a:cubicBezTo>
                  <a:pt x="123078" y="1170249"/>
                  <a:pt x="122621" y="1167689"/>
                  <a:pt x="122804" y="1165037"/>
                </a:cubicBezTo>
                <a:cubicBezTo>
                  <a:pt x="122895" y="1162477"/>
                  <a:pt x="123444" y="1159916"/>
                  <a:pt x="124633" y="1157539"/>
                </a:cubicBezTo>
              </a:path>
              <a:path w="5402001" h="1449690">
                <a:moveTo>
                  <a:pt x="165506" y="1069574"/>
                </a:moveTo>
                <a:lnTo>
                  <a:pt x="189647" y="1017636"/>
                </a:lnTo>
                <a:cubicBezTo>
                  <a:pt x="190744" y="1015258"/>
                  <a:pt x="192298" y="1013155"/>
                  <a:pt x="194219" y="1011326"/>
                </a:cubicBezTo>
                <a:cubicBezTo>
                  <a:pt x="196139" y="1009589"/>
                  <a:pt x="198333" y="1008217"/>
                  <a:pt x="200802" y="1007303"/>
                </a:cubicBezTo>
                <a:cubicBezTo>
                  <a:pt x="203271" y="1006480"/>
                  <a:pt x="205831" y="1006023"/>
                  <a:pt x="208483" y="1006114"/>
                </a:cubicBezTo>
                <a:cubicBezTo>
                  <a:pt x="211135" y="1006297"/>
                  <a:pt x="213604" y="1006846"/>
                  <a:pt x="215981" y="1007943"/>
                </a:cubicBezTo>
                <a:cubicBezTo>
                  <a:pt x="218450" y="1009040"/>
                  <a:pt x="220462" y="1010595"/>
                  <a:pt x="222291" y="1012515"/>
                </a:cubicBezTo>
                <a:cubicBezTo>
                  <a:pt x="224028" y="1014435"/>
                  <a:pt x="225400" y="1016721"/>
                  <a:pt x="226314" y="1019190"/>
                </a:cubicBezTo>
                <a:cubicBezTo>
                  <a:pt x="227228" y="1021659"/>
                  <a:pt x="227594" y="1024128"/>
                  <a:pt x="227503" y="1026780"/>
                </a:cubicBezTo>
                <a:cubicBezTo>
                  <a:pt x="227411" y="1029432"/>
                  <a:pt x="226771" y="1031900"/>
                  <a:pt x="225674" y="1034278"/>
                </a:cubicBezTo>
                <a:lnTo>
                  <a:pt x="201534" y="1086307"/>
                </a:lnTo>
                <a:cubicBezTo>
                  <a:pt x="200436" y="1088685"/>
                  <a:pt x="198882" y="1090788"/>
                  <a:pt x="196962" y="1092525"/>
                </a:cubicBezTo>
                <a:cubicBezTo>
                  <a:pt x="195042" y="1094354"/>
                  <a:pt x="192756" y="1095634"/>
                  <a:pt x="190287" y="1096548"/>
                </a:cubicBezTo>
                <a:cubicBezTo>
                  <a:pt x="187818" y="1097463"/>
                  <a:pt x="185257" y="1097829"/>
                  <a:pt x="182697" y="1097737"/>
                </a:cubicBezTo>
                <a:cubicBezTo>
                  <a:pt x="180045" y="1097646"/>
                  <a:pt x="177485" y="1097006"/>
                  <a:pt x="175108" y="1095908"/>
                </a:cubicBezTo>
                <a:cubicBezTo>
                  <a:pt x="172730" y="1094811"/>
                  <a:pt x="170627" y="1093348"/>
                  <a:pt x="168890" y="1091336"/>
                </a:cubicBezTo>
                <a:cubicBezTo>
                  <a:pt x="167061" y="1089416"/>
                  <a:pt x="165781" y="1087222"/>
                  <a:pt x="164866" y="1084753"/>
                </a:cubicBezTo>
                <a:cubicBezTo>
                  <a:pt x="163952" y="1082284"/>
                  <a:pt x="163586" y="1079724"/>
                  <a:pt x="163678" y="1077072"/>
                </a:cubicBezTo>
                <a:cubicBezTo>
                  <a:pt x="163769" y="1074511"/>
                  <a:pt x="164409" y="1071951"/>
                  <a:pt x="165506" y="1069574"/>
                </a:cubicBezTo>
              </a:path>
              <a:path w="5402001" h="1449690">
                <a:moveTo>
                  <a:pt x="206380" y="981608"/>
                </a:moveTo>
                <a:lnTo>
                  <a:pt x="230520" y="929670"/>
                </a:lnTo>
                <a:cubicBezTo>
                  <a:pt x="231618" y="927293"/>
                  <a:pt x="233172" y="925190"/>
                  <a:pt x="235092" y="923453"/>
                </a:cubicBezTo>
                <a:cubicBezTo>
                  <a:pt x="237012" y="921624"/>
                  <a:pt x="239207" y="920252"/>
                  <a:pt x="241676" y="919429"/>
                </a:cubicBezTo>
                <a:cubicBezTo>
                  <a:pt x="244145" y="918515"/>
                  <a:pt x="246705" y="918058"/>
                  <a:pt x="249357" y="918149"/>
                </a:cubicBezTo>
                <a:cubicBezTo>
                  <a:pt x="252009" y="918332"/>
                  <a:pt x="254478" y="918881"/>
                  <a:pt x="256946" y="919978"/>
                </a:cubicBezTo>
                <a:cubicBezTo>
                  <a:pt x="259324" y="921167"/>
                  <a:pt x="261336" y="922630"/>
                  <a:pt x="263164" y="924550"/>
                </a:cubicBezTo>
                <a:cubicBezTo>
                  <a:pt x="264902" y="926562"/>
                  <a:pt x="266273" y="928756"/>
                  <a:pt x="267188" y="931225"/>
                </a:cubicBezTo>
                <a:cubicBezTo>
                  <a:pt x="268102" y="933694"/>
                  <a:pt x="268468" y="936254"/>
                  <a:pt x="268376" y="938814"/>
                </a:cubicBezTo>
                <a:cubicBezTo>
                  <a:pt x="268285" y="941466"/>
                  <a:pt x="267645" y="943935"/>
                  <a:pt x="266548" y="946404"/>
                </a:cubicBezTo>
                <a:lnTo>
                  <a:pt x="242407" y="998342"/>
                </a:lnTo>
                <a:cubicBezTo>
                  <a:pt x="241310" y="1000719"/>
                  <a:pt x="239756" y="1002822"/>
                  <a:pt x="237835" y="1004560"/>
                </a:cubicBezTo>
                <a:cubicBezTo>
                  <a:pt x="235915" y="1006389"/>
                  <a:pt x="233721" y="1007669"/>
                  <a:pt x="231160" y="1008583"/>
                </a:cubicBezTo>
                <a:cubicBezTo>
                  <a:pt x="228691" y="1009498"/>
                  <a:pt x="226223" y="1009955"/>
                  <a:pt x="223571" y="1009772"/>
                </a:cubicBezTo>
                <a:cubicBezTo>
                  <a:pt x="220919" y="1009680"/>
                  <a:pt x="218450" y="1009040"/>
                  <a:pt x="215981" y="1007943"/>
                </a:cubicBezTo>
                <a:cubicBezTo>
                  <a:pt x="213604" y="1006846"/>
                  <a:pt x="211501" y="1005383"/>
                  <a:pt x="209763" y="1003371"/>
                </a:cubicBezTo>
                <a:cubicBezTo>
                  <a:pt x="207935" y="1001451"/>
                  <a:pt x="206654" y="999256"/>
                  <a:pt x="205740" y="996787"/>
                </a:cubicBezTo>
                <a:cubicBezTo>
                  <a:pt x="204826" y="994319"/>
                  <a:pt x="204460" y="991758"/>
                  <a:pt x="204551" y="989198"/>
                </a:cubicBezTo>
                <a:cubicBezTo>
                  <a:pt x="204643" y="986546"/>
                  <a:pt x="205283" y="983986"/>
                  <a:pt x="206380" y="981608"/>
                </a:cubicBezTo>
              </a:path>
              <a:path w="5402001" h="1449690">
                <a:moveTo>
                  <a:pt x="247254" y="893643"/>
                </a:moveTo>
                <a:lnTo>
                  <a:pt x="271394" y="841705"/>
                </a:lnTo>
                <a:cubicBezTo>
                  <a:pt x="272491" y="839328"/>
                  <a:pt x="274046" y="837225"/>
                  <a:pt x="275966" y="835487"/>
                </a:cubicBezTo>
                <a:cubicBezTo>
                  <a:pt x="277886" y="833658"/>
                  <a:pt x="280172" y="832287"/>
                  <a:pt x="282641" y="831464"/>
                </a:cubicBezTo>
                <a:cubicBezTo>
                  <a:pt x="285110" y="830550"/>
                  <a:pt x="287670" y="830092"/>
                  <a:pt x="290231" y="830275"/>
                </a:cubicBezTo>
                <a:cubicBezTo>
                  <a:pt x="292882" y="830367"/>
                  <a:pt x="295443" y="830915"/>
                  <a:pt x="297820" y="832104"/>
                </a:cubicBezTo>
                <a:cubicBezTo>
                  <a:pt x="300198" y="833201"/>
                  <a:pt x="302301" y="834664"/>
                  <a:pt x="304038" y="836676"/>
                </a:cubicBezTo>
                <a:cubicBezTo>
                  <a:pt x="305867" y="838596"/>
                  <a:pt x="307147" y="840791"/>
                  <a:pt x="308061" y="843260"/>
                </a:cubicBezTo>
                <a:cubicBezTo>
                  <a:pt x="308976" y="845729"/>
                  <a:pt x="309342" y="848289"/>
                  <a:pt x="309250" y="850849"/>
                </a:cubicBezTo>
                <a:cubicBezTo>
                  <a:pt x="309159" y="853501"/>
                  <a:pt x="308519" y="856061"/>
                  <a:pt x="307421" y="858439"/>
                </a:cubicBezTo>
                <a:lnTo>
                  <a:pt x="283281" y="910377"/>
                </a:lnTo>
                <a:cubicBezTo>
                  <a:pt x="282184" y="912754"/>
                  <a:pt x="280629" y="914857"/>
                  <a:pt x="278709" y="916595"/>
                </a:cubicBezTo>
                <a:cubicBezTo>
                  <a:pt x="276789" y="918423"/>
                  <a:pt x="274594" y="919795"/>
                  <a:pt x="272125" y="920618"/>
                </a:cubicBezTo>
                <a:cubicBezTo>
                  <a:pt x="269657" y="921532"/>
                  <a:pt x="267096" y="921990"/>
                  <a:pt x="264444" y="921807"/>
                </a:cubicBezTo>
                <a:cubicBezTo>
                  <a:pt x="261793" y="921715"/>
                  <a:pt x="259324" y="921167"/>
                  <a:pt x="256946" y="919978"/>
                </a:cubicBezTo>
                <a:cubicBezTo>
                  <a:pt x="254478" y="918881"/>
                  <a:pt x="252466" y="917418"/>
                  <a:pt x="250637" y="915497"/>
                </a:cubicBezTo>
                <a:cubicBezTo>
                  <a:pt x="248900" y="913486"/>
                  <a:pt x="247528" y="911291"/>
                  <a:pt x="246614" y="908822"/>
                </a:cubicBezTo>
                <a:cubicBezTo>
                  <a:pt x="245699" y="906353"/>
                  <a:pt x="245334" y="903793"/>
                  <a:pt x="245425" y="901233"/>
                </a:cubicBezTo>
                <a:cubicBezTo>
                  <a:pt x="245516" y="898581"/>
                  <a:pt x="246156" y="896021"/>
                  <a:pt x="247254" y="893643"/>
                </a:cubicBezTo>
              </a:path>
              <a:path w="5402001" h="1449690">
                <a:moveTo>
                  <a:pt x="288127" y="805678"/>
                </a:moveTo>
                <a:lnTo>
                  <a:pt x="312268" y="753740"/>
                </a:lnTo>
                <a:cubicBezTo>
                  <a:pt x="313365" y="751362"/>
                  <a:pt x="314919" y="749259"/>
                  <a:pt x="316840" y="747522"/>
                </a:cubicBezTo>
                <a:cubicBezTo>
                  <a:pt x="318851" y="745693"/>
                  <a:pt x="321046" y="744413"/>
                  <a:pt x="323515" y="743499"/>
                </a:cubicBezTo>
                <a:cubicBezTo>
                  <a:pt x="325984" y="742584"/>
                  <a:pt x="328544" y="742127"/>
                  <a:pt x="331104" y="742310"/>
                </a:cubicBezTo>
                <a:cubicBezTo>
                  <a:pt x="333756" y="742401"/>
                  <a:pt x="336316" y="743041"/>
                  <a:pt x="338694" y="744139"/>
                </a:cubicBezTo>
                <a:cubicBezTo>
                  <a:pt x="341071" y="745236"/>
                  <a:pt x="343174" y="746699"/>
                  <a:pt x="344912" y="748711"/>
                </a:cubicBezTo>
                <a:cubicBezTo>
                  <a:pt x="346740" y="750631"/>
                  <a:pt x="348021" y="752826"/>
                  <a:pt x="348935" y="755294"/>
                </a:cubicBezTo>
                <a:cubicBezTo>
                  <a:pt x="349849" y="757763"/>
                  <a:pt x="350307" y="760324"/>
                  <a:pt x="350124" y="762975"/>
                </a:cubicBezTo>
                <a:cubicBezTo>
                  <a:pt x="350032" y="765536"/>
                  <a:pt x="349392" y="768096"/>
                  <a:pt x="348295" y="770473"/>
                </a:cubicBezTo>
                <a:lnTo>
                  <a:pt x="324155" y="822411"/>
                </a:lnTo>
                <a:cubicBezTo>
                  <a:pt x="323058" y="824789"/>
                  <a:pt x="321503" y="826892"/>
                  <a:pt x="319583" y="828721"/>
                </a:cubicBezTo>
                <a:cubicBezTo>
                  <a:pt x="317663" y="830458"/>
                  <a:pt x="315468" y="831830"/>
                  <a:pt x="312999" y="832744"/>
                </a:cubicBezTo>
                <a:cubicBezTo>
                  <a:pt x="310530" y="833567"/>
                  <a:pt x="307970" y="834024"/>
                  <a:pt x="305318" y="833933"/>
                </a:cubicBezTo>
                <a:cubicBezTo>
                  <a:pt x="302666" y="833750"/>
                  <a:pt x="300198" y="833201"/>
                  <a:pt x="297820" y="832104"/>
                </a:cubicBezTo>
                <a:cubicBezTo>
                  <a:pt x="295443" y="830915"/>
                  <a:pt x="293340" y="829452"/>
                  <a:pt x="291511" y="827532"/>
                </a:cubicBezTo>
                <a:cubicBezTo>
                  <a:pt x="289773" y="825520"/>
                  <a:pt x="288402" y="823326"/>
                  <a:pt x="287487" y="820857"/>
                </a:cubicBezTo>
                <a:cubicBezTo>
                  <a:pt x="286573" y="818388"/>
                  <a:pt x="286207" y="815828"/>
                  <a:pt x="286299" y="813267"/>
                </a:cubicBezTo>
                <a:cubicBezTo>
                  <a:pt x="286390" y="810616"/>
                  <a:pt x="287030" y="808147"/>
                  <a:pt x="288127" y="805678"/>
                </a:cubicBezTo>
              </a:path>
              <a:path w="5402001" h="1449690">
                <a:moveTo>
                  <a:pt x="329001" y="717804"/>
                </a:moveTo>
                <a:lnTo>
                  <a:pt x="353141" y="665775"/>
                </a:lnTo>
                <a:cubicBezTo>
                  <a:pt x="354330" y="663397"/>
                  <a:pt x="355793" y="661294"/>
                  <a:pt x="357713" y="659557"/>
                </a:cubicBezTo>
                <a:cubicBezTo>
                  <a:pt x="359725" y="657728"/>
                  <a:pt x="361920" y="656448"/>
                  <a:pt x="364388" y="655533"/>
                </a:cubicBezTo>
                <a:cubicBezTo>
                  <a:pt x="366857" y="654619"/>
                  <a:pt x="369418" y="654253"/>
                  <a:pt x="372069" y="654345"/>
                </a:cubicBezTo>
                <a:cubicBezTo>
                  <a:pt x="374630" y="654436"/>
                  <a:pt x="377190" y="655076"/>
                  <a:pt x="379567" y="656173"/>
                </a:cubicBezTo>
                <a:cubicBezTo>
                  <a:pt x="381945" y="657271"/>
                  <a:pt x="384048" y="658825"/>
                  <a:pt x="385785" y="660745"/>
                </a:cubicBezTo>
                <a:cubicBezTo>
                  <a:pt x="387614" y="662666"/>
                  <a:pt x="388986" y="664860"/>
                  <a:pt x="389809" y="667329"/>
                </a:cubicBezTo>
                <a:cubicBezTo>
                  <a:pt x="390723" y="669798"/>
                  <a:pt x="391180" y="672358"/>
                  <a:pt x="390997" y="675010"/>
                </a:cubicBezTo>
                <a:cubicBezTo>
                  <a:pt x="390906" y="677570"/>
                  <a:pt x="390357" y="680131"/>
                  <a:pt x="389169" y="682508"/>
                </a:cubicBezTo>
                <a:lnTo>
                  <a:pt x="365028" y="734446"/>
                </a:lnTo>
                <a:cubicBezTo>
                  <a:pt x="363931" y="736824"/>
                  <a:pt x="362377" y="738927"/>
                  <a:pt x="360456" y="740755"/>
                </a:cubicBezTo>
                <a:cubicBezTo>
                  <a:pt x="358536" y="742493"/>
                  <a:pt x="356342" y="743864"/>
                  <a:pt x="353873" y="744779"/>
                </a:cubicBezTo>
                <a:cubicBezTo>
                  <a:pt x="351404" y="745693"/>
                  <a:pt x="348844" y="746059"/>
                  <a:pt x="346192" y="745968"/>
                </a:cubicBezTo>
                <a:cubicBezTo>
                  <a:pt x="343540" y="745785"/>
                  <a:pt x="341071" y="745236"/>
                  <a:pt x="338694" y="744139"/>
                </a:cubicBezTo>
                <a:cubicBezTo>
                  <a:pt x="336316" y="743041"/>
                  <a:pt x="334213" y="741487"/>
                  <a:pt x="332384" y="739567"/>
                </a:cubicBezTo>
                <a:cubicBezTo>
                  <a:pt x="330647" y="737646"/>
                  <a:pt x="329275" y="735360"/>
                  <a:pt x="328361" y="732892"/>
                </a:cubicBezTo>
                <a:cubicBezTo>
                  <a:pt x="327447" y="730423"/>
                  <a:pt x="327081" y="727954"/>
                  <a:pt x="327172" y="725302"/>
                </a:cubicBezTo>
                <a:cubicBezTo>
                  <a:pt x="327264" y="722650"/>
                  <a:pt x="327904" y="720181"/>
                  <a:pt x="329001" y="717804"/>
                </a:cubicBezTo>
              </a:path>
              <a:path w="5402001" h="1449690">
                <a:moveTo>
                  <a:pt x="369875" y="629839"/>
                </a:moveTo>
                <a:lnTo>
                  <a:pt x="394106" y="577809"/>
                </a:lnTo>
                <a:cubicBezTo>
                  <a:pt x="395204" y="575432"/>
                  <a:pt x="396667" y="573329"/>
                  <a:pt x="398678" y="571591"/>
                </a:cubicBezTo>
                <a:cubicBezTo>
                  <a:pt x="400599" y="569763"/>
                  <a:pt x="402793" y="568482"/>
                  <a:pt x="405262" y="567568"/>
                </a:cubicBezTo>
                <a:cubicBezTo>
                  <a:pt x="407731" y="566654"/>
                  <a:pt x="410291" y="566288"/>
                  <a:pt x="412943" y="566379"/>
                </a:cubicBezTo>
                <a:cubicBezTo>
                  <a:pt x="415503" y="566471"/>
                  <a:pt x="418064" y="567111"/>
                  <a:pt x="420441" y="568208"/>
                </a:cubicBezTo>
                <a:cubicBezTo>
                  <a:pt x="422819" y="569305"/>
                  <a:pt x="424922" y="570860"/>
                  <a:pt x="426659" y="572780"/>
                </a:cubicBezTo>
                <a:cubicBezTo>
                  <a:pt x="428488" y="574700"/>
                  <a:pt x="429859" y="576895"/>
                  <a:pt x="430774" y="579364"/>
                </a:cubicBezTo>
                <a:cubicBezTo>
                  <a:pt x="431597" y="581833"/>
                  <a:pt x="432054" y="584393"/>
                  <a:pt x="431963" y="587045"/>
                </a:cubicBezTo>
                <a:cubicBezTo>
                  <a:pt x="431780" y="589605"/>
                  <a:pt x="431231" y="592165"/>
                  <a:pt x="430134" y="594543"/>
                </a:cubicBezTo>
                <a:lnTo>
                  <a:pt x="405902" y="646481"/>
                </a:lnTo>
                <a:cubicBezTo>
                  <a:pt x="404805" y="648858"/>
                  <a:pt x="403342" y="650961"/>
                  <a:pt x="401330" y="652790"/>
                </a:cubicBezTo>
                <a:cubicBezTo>
                  <a:pt x="399410" y="654528"/>
                  <a:pt x="397215" y="655899"/>
                  <a:pt x="394746" y="656814"/>
                </a:cubicBezTo>
                <a:cubicBezTo>
                  <a:pt x="392278" y="657728"/>
                  <a:pt x="389717" y="658094"/>
                  <a:pt x="387066" y="658002"/>
                </a:cubicBezTo>
                <a:cubicBezTo>
                  <a:pt x="384414" y="657911"/>
                  <a:pt x="381945" y="657271"/>
                  <a:pt x="379567" y="656173"/>
                </a:cubicBezTo>
                <a:cubicBezTo>
                  <a:pt x="377190" y="655076"/>
                  <a:pt x="375087" y="653522"/>
                  <a:pt x="373258" y="651601"/>
                </a:cubicBezTo>
                <a:cubicBezTo>
                  <a:pt x="371521" y="649681"/>
                  <a:pt x="370149" y="647487"/>
                  <a:pt x="369235" y="645018"/>
                </a:cubicBezTo>
                <a:cubicBezTo>
                  <a:pt x="368412" y="642549"/>
                  <a:pt x="367955" y="639989"/>
                  <a:pt x="368046" y="637337"/>
                </a:cubicBezTo>
                <a:cubicBezTo>
                  <a:pt x="368229" y="634685"/>
                  <a:pt x="368778" y="632216"/>
                  <a:pt x="369875" y="629839"/>
                </a:cubicBezTo>
              </a:path>
              <a:path w="5402001" h="1449690">
                <a:moveTo>
                  <a:pt x="410840" y="541873"/>
                </a:moveTo>
                <a:lnTo>
                  <a:pt x="434980" y="489844"/>
                </a:lnTo>
                <a:cubicBezTo>
                  <a:pt x="436077" y="487467"/>
                  <a:pt x="437632" y="485455"/>
                  <a:pt x="439552" y="483626"/>
                </a:cubicBezTo>
                <a:cubicBezTo>
                  <a:pt x="441472" y="481889"/>
                  <a:pt x="443667" y="480517"/>
                  <a:pt x="446136" y="479603"/>
                </a:cubicBezTo>
                <a:cubicBezTo>
                  <a:pt x="448605" y="478688"/>
                  <a:pt x="451165" y="478323"/>
                  <a:pt x="453817" y="478414"/>
                </a:cubicBezTo>
                <a:cubicBezTo>
                  <a:pt x="456468" y="478506"/>
                  <a:pt x="458937" y="479146"/>
                  <a:pt x="461315" y="480243"/>
                </a:cubicBezTo>
                <a:cubicBezTo>
                  <a:pt x="463692" y="481340"/>
                  <a:pt x="465795" y="482895"/>
                  <a:pt x="467624" y="484815"/>
                </a:cubicBezTo>
                <a:cubicBezTo>
                  <a:pt x="469362" y="486735"/>
                  <a:pt x="470733" y="488930"/>
                  <a:pt x="471648" y="491399"/>
                </a:cubicBezTo>
                <a:cubicBezTo>
                  <a:pt x="472562" y="493867"/>
                  <a:pt x="472928" y="496428"/>
                  <a:pt x="472836" y="499080"/>
                </a:cubicBezTo>
                <a:cubicBezTo>
                  <a:pt x="472653" y="501731"/>
                  <a:pt x="472105" y="504200"/>
                  <a:pt x="471007" y="506578"/>
                </a:cubicBezTo>
                <a:lnTo>
                  <a:pt x="446776" y="558516"/>
                </a:lnTo>
                <a:cubicBezTo>
                  <a:pt x="445679" y="560984"/>
                  <a:pt x="444216" y="562996"/>
                  <a:pt x="442204" y="564825"/>
                </a:cubicBezTo>
                <a:cubicBezTo>
                  <a:pt x="440284" y="566562"/>
                  <a:pt x="438089" y="567934"/>
                  <a:pt x="435620" y="568848"/>
                </a:cubicBezTo>
                <a:cubicBezTo>
                  <a:pt x="433151" y="569763"/>
                  <a:pt x="430591" y="570128"/>
                  <a:pt x="427939" y="570037"/>
                </a:cubicBezTo>
                <a:cubicBezTo>
                  <a:pt x="425379" y="569946"/>
                  <a:pt x="422819" y="569305"/>
                  <a:pt x="420441" y="568208"/>
                </a:cubicBezTo>
                <a:cubicBezTo>
                  <a:pt x="418064" y="567111"/>
                  <a:pt x="415961" y="565556"/>
                  <a:pt x="414223" y="563636"/>
                </a:cubicBezTo>
                <a:cubicBezTo>
                  <a:pt x="412394" y="561716"/>
                  <a:pt x="411023" y="559521"/>
                  <a:pt x="410200" y="557052"/>
                </a:cubicBezTo>
                <a:cubicBezTo>
                  <a:pt x="409285" y="554584"/>
                  <a:pt x="408828" y="552023"/>
                  <a:pt x="409011" y="549372"/>
                </a:cubicBezTo>
                <a:cubicBezTo>
                  <a:pt x="409103" y="546720"/>
                  <a:pt x="409651" y="544251"/>
                  <a:pt x="410840" y="541873"/>
                </a:cubicBezTo>
              </a:path>
              <a:path w="5402001" h="1449690">
                <a:moveTo>
                  <a:pt x="451714" y="453908"/>
                </a:moveTo>
                <a:lnTo>
                  <a:pt x="475854" y="401879"/>
                </a:lnTo>
                <a:cubicBezTo>
                  <a:pt x="476951" y="399501"/>
                  <a:pt x="478506" y="397490"/>
                  <a:pt x="480426" y="395661"/>
                </a:cubicBezTo>
                <a:cubicBezTo>
                  <a:pt x="482346" y="393924"/>
                  <a:pt x="484541" y="392552"/>
                  <a:pt x="487009" y="391638"/>
                </a:cubicBezTo>
                <a:cubicBezTo>
                  <a:pt x="489478" y="390723"/>
                  <a:pt x="492039" y="390357"/>
                  <a:pt x="494690" y="390449"/>
                </a:cubicBezTo>
                <a:cubicBezTo>
                  <a:pt x="497342" y="390540"/>
                  <a:pt x="499811" y="391180"/>
                  <a:pt x="502188" y="392278"/>
                </a:cubicBezTo>
                <a:cubicBezTo>
                  <a:pt x="504566" y="393375"/>
                  <a:pt x="506669" y="394929"/>
                  <a:pt x="508498" y="396850"/>
                </a:cubicBezTo>
                <a:cubicBezTo>
                  <a:pt x="510235" y="398770"/>
                  <a:pt x="511607" y="400964"/>
                  <a:pt x="512521" y="403433"/>
                </a:cubicBezTo>
                <a:cubicBezTo>
                  <a:pt x="513436" y="405902"/>
                  <a:pt x="513801" y="408462"/>
                  <a:pt x="513710" y="411114"/>
                </a:cubicBezTo>
                <a:cubicBezTo>
                  <a:pt x="513618" y="413766"/>
                  <a:pt x="512978" y="416235"/>
                  <a:pt x="511881" y="418612"/>
                </a:cubicBezTo>
                <a:lnTo>
                  <a:pt x="487741" y="470642"/>
                </a:lnTo>
                <a:cubicBezTo>
                  <a:pt x="486552" y="473019"/>
                  <a:pt x="485089" y="475031"/>
                  <a:pt x="483169" y="476860"/>
                </a:cubicBezTo>
                <a:cubicBezTo>
                  <a:pt x="481157" y="478597"/>
                  <a:pt x="478963" y="479969"/>
                  <a:pt x="476494" y="480883"/>
                </a:cubicBezTo>
                <a:cubicBezTo>
                  <a:pt x="474025" y="481797"/>
                  <a:pt x="471465" y="482163"/>
                  <a:pt x="468904" y="482072"/>
                </a:cubicBezTo>
                <a:cubicBezTo>
                  <a:pt x="466253" y="481980"/>
                  <a:pt x="463692" y="481340"/>
                  <a:pt x="461315" y="480243"/>
                </a:cubicBezTo>
                <a:cubicBezTo>
                  <a:pt x="458937" y="479146"/>
                  <a:pt x="456834" y="477591"/>
                  <a:pt x="455097" y="475671"/>
                </a:cubicBezTo>
                <a:cubicBezTo>
                  <a:pt x="453268" y="473751"/>
                  <a:pt x="451988" y="471556"/>
                  <a:pt x="451074" y="469087"/>
                </a:cubicBezTo>
                <a:cubicBezTo>
                  <a:pt x="450159" y="466618"/>
                  <a:pt x="449702" y="464058"/>
                  <a:pt x="449885" y="461406"/>
                </a:cubicBezTo>
                <a:cubicBezTo>
                  <a:pt x="449976" y="458754"/>
                  <a:pt x="450616" y="456286"/>
                  <a:pt x="451714" y="453908"/>
                </a:cubicBezTo>
              </a:path>
              <a:path w="5402001" h="1449690">
                <a:moveTo>
                  <a:pt x="492587" y="365943"/>
                </a:moveTo>
                <a:lnTo>
                  <a:pt x="516727" y="314005"/>
                </a:lnTo>
                <a:cubicBezTo>
                  <a:pt x="517825" y="311628"/>
                  <a:pt x="519379" y="309524"/>
                  <a:pt x="521299" y="307696"/>
                </a:cubicBezTo>
                <a:cubicBezTo>
                  <a:pt x="523220" y="305958"/>
                  <a:pt x="525414" y="304587"/>
                  <a:pt x="527883" y="303672"/>
                </a:cubicBezTo>
                <a:cubicBezTo>
                  <a:pt x="530352" y="302758"/>
                  <a:pt x="532912" y="302392"/>
                  <a:pt x="535564" y="302484"/>
                </a:cubicBezTo>
                <a:cubicBezTo>
                  <a:pt x="538216" y="302575"/>
                  <a:pt x="540685" y="303215"/>
                  <a:pt x="543062" y="304312"/>
                </a:cubicBezTo>
                <a:cubicBezTo>
                  <a:pt x="545531" y="305410"/>
                  <a:pt x="547543" y="306964"/>
                  <a:pt x="549372" y="308884"/>
                </a:cubicBezTo>
                <a:cubicBezTo>
                  <a:pt x="551109" y="310805"/>
                  <a:pt x="552480" y="312999"/>
                  <a:pt x="553395" y="315468"/>
                </a:cubicBezTo>
                <a:cubicBezTo>
                  <a:pt x="554309" y="317937"/>
                  <a:pt x="554675" y="320497"/>
                  <a:pt x="554584" y="323149"/>
                </a:cubicBezTo>
                <a:cubicBezTo>
                  <a:pt x="554492" y="325801"/>
                  <a:pt x="553852" y="328270"/>
                  <a:pt x="552755" y="330647"/>
                </a:cubicBezTo>
                <a:lnTo>
                  <a:pt x="528615" y="382676"/>
                </a:lnTo>
                <a:cubicBezTo>
                  <a:pt x="527517" y="385054"/>
                  <a:pt x="525963" y="387157"/>
                  <a:pt x="524043" y="388894"/>
                </a:cubicBezTo>
                <a:cubicBezTo>
                  <a:pt x="522122" y="390723"/>
                  <a:pt x="519836" y="392003"/>
                  <a:pt x="517368" y="392918"/>
                </a:cubicBezTo>
                <a:cubicBezTo>
                  <a:pt x="514899" y="393832"/>
                  <a:pt x="512338" y="394198"/>
                  <a:pt x="509778" y="394106"/>
                </a:cubicBezTo>
                <a:cubicBezTo>
                  <a:pt x="507126" y="394015"/>
                  <a:pt x="504566" y="393375"/>
                  <a:pt x="502188" y="392278"/>
                </a:cubicBezTo>
                <a:cubicBezTo>
                  <a:pt x="499811" y="391180"/>
                  <a:pt x="497708" y="389626"/>
                  <a:pt x="495971" y="387706"/>
                </a:cubicBezTo>
                <a:cubicBezTo>
                  <a:pt x="494142" y="385785"/>
                  <a:pt x="492862" y="383591"/>
                  <a:pt x="491947" y="381122"/>
                </a:cubicBezTo>
                <a:cubicBezTo>
                  <a:pt x="491033" y="378653"/>
                  <a:pt x="490667" y="376093"/>
                  <a:pt x="490758" y="373441"/>
                </a:cubicBezTo>
                <a:cubicBezTo>
                  <a:pt x="490850" y="370881"/>
                  <a:pt x="491490" y="368320"/>
                  <a:pt x="492587" y="365943"/>
                </a:cubicBezTo>
              </a:path>
              <a:path w="5402001" h="1449690">
                <a:moveTo>
                  <a:pt x="533461" y="277978"/>
                </a:moveTo>
                <a:lnTo>
                  <a:pt x="557601" y="226040"/>
                </a:lnTo>
                <a:cubicBezTo>
                  <a:pt x="558698" y="223662"/>
                  <a:pt x="560253" y="221559"/>
                  <a:pt x="562173" y="219730"/>
                </a:cubicBezTo>
                <a:cubicBezTo>
                  <a:pt x="564093" y="217993"/>
                  <a:pt x="566288" y="216621"/>
                  <a:pt x="568757" y="215707"/>
                </a:cubicBezTo>
                <a:cubicBezTo>
                  <a:pt x="571317" y="214793"/>
                  <a:pt x="573786" y="214427"/>
                  <a:pt x="576438" y="214518"/>
                </a:cubicBezTo>
                <a:cubicBezTo>
                  <a:pt x="579090" y="214701"/>
                  <a:pt x="581558" y="215250"/>
                  <a:pt x="584027" y="216347"/>
                </a:cubicBezTo>
                <a:cubicBezTo>
                  <a:pt x="586405" y="217444"/>
                  <a:pt x="588416" y="218999"/>
                  <a:pt x="590245" y="220919"/>
                </a:cubicBezTo>
                <a:cubicBezTo>
                  <a:pt x="591983" y="222839"/>
                  <a:pt x="593354" y="225125"/>
                  <a:pt x="594269" y="227594"/>
                </a:cubicBezTo>
                <a:cubicBezTo>
                  <a:pt x="595183" y="230063"/>
                  <a:pt x="595549" y="232532"/>
                  <a:pt x="595457" y="235184"/>
                </a:cubicBezTo>
                <a:cubicBezTo>
                  <a:pt x="595366" y="237835"/>
                  <a:pt x="594726" y="240304"/>
                  <a:pt x="593628" y="242682"/>
                </a:cubicBezTo>
                <a:lnTo>
                  <a:pt x="569488" y="294711"/>
                </a:lnTo>
                <a:cubicBezTo>
                  <a:pt x="568391" y="297089"/>
                  <a:pt x="566837" y="299192"/>
                  <a:pt x="564916" y="300929"/>
                </a:cubicBezTo>
                <a:cubicBezTo>
                  <a:pt x="562996" y="302758"/>
                  <a:pt x="560802" y="304038"/>
                  <a:pt x="558333" y="304952"/>
                </a:cubicBezTo>
                <a:cubicBezTo>
                  <a:pt x="555772" y="305867"/>
                  <a:pt x="553303" y="306233"/>
                  <a:pt x="550652" y="306141"/>
                </a:cubicBezTo>
                <a:cubicBezTo>
                  <a:pt x="548000" y="306050"/>
                  <a:pt x="545531" y="305410"/>
                  <a:pt x="543062" y="304312"/>
                </a:cubicBezTo>
                <a:cubicBezTo>
                  <a:pt x="540685" y="303215"/>
                  <a:pt x="538582" y="301661"/>
                  <a:pt x="536844" y="299740"/>
                </a:cubicBezTo>
                <a:cubicBezTo>
                  <a:pt x="535107" y="297820"/>
                  <a:pt x="533735" y="295626"/>
                  <a:pt x="532821" y="293157"/>
                </a:cubicBezTo>
                <a:cubicBezTo>
                  <a:pt x="531906" y="290688"/>
                  <a:pt x="531541" y="288127"/>
                  <a:pt x="531632" y="285476"/>
                </a:cubicBezTo>
                <a:cubicBezTo>
                  <a:pt x="531724" y="282915"/>
                  <a:pt x="532364" y="280355"/>
                  <a:pt x="533461" y="277978"/>
                </a:cubicBezTo>
              </a:path>
              <a:path w="5402001" h="1449690">
                <a:moveTo>
                  <a:pt x="574335" y="190012"/>
                </a:moveTo>
                <a:lnTo>
                  <a:pt x="575615" y="187178"/>
                </a:lnTo>
                <a:cubicBezTo>
                  <a:pt x="578724" y="180503"/>
                  <a:pt x="583936" y="176754"/>
                  <a:pt x="591251" y="175839"/>
                </a:cubicBezTo>
                <a:lnTo>
                  <a:pt x="645109" y="169255"/>
                </a:lnTo>
                <a:cubicBezTo>
                  <a:pt x="647670" y="168981"/>
                  <a:pt x="650321" y="169164"/>
                  <a:pt x="652790" y="169896"/>
                </a:cubicBezTo>
                <a:cubicBezTo>
                  <a:pt x="655350" y="170536"/>
                  <a:pt x="657636" y="171724"/>
                  <a:pt x="659740" y="173370"/>
                </a:cubicBezTo>
                <a:cubicBezTo>
                  <a:pt x="661843" y="174925"/>
                  <a:pt x="663489" y="176936"/>
                  <a:pt x="664769" y="179222"/>
                </a:cubicBezTo>
                <a:cubicBezTo>
                  <a:pt x="666140" y="181508"/>
                  <a:pt x="666872" y="183977"/>
                  <a:pt x="667238" y="186538"/>
                </a:cubicBezTo>
                <a:cubicBezTo>
                  <a:pt x="667512" y="189189"/>
                  <a:pt x="667329" y="191750"/>
                  <a:pt x="666689" y="194310"/>
                </a:cubicBezTo>
                <a:cubicBezTo>
                  <a:pt x="665958" y="196779"/>
                  <a:pt x="664769" y="199156"/>
                  <a:pt x="663123" y="201168"/>
                </a:cubicBezTo>
                <a:cubicBezTo>
                  <a:pt x="661568" y="203271"/>
                  <a:pt x="659557" y="204917"/>
                  <a:pt x="657271" y="206197"/>
                </a:cubicBezTo>
                <a:cubicBezTo>
                  <a:pt x="654985" y="207569"/>
                  <a:pt x="652516" y="208300"/>
                  <a:pt x="649956" y="208666"/>
                </a:cubicBezTo>
                <a:lnTo>
                  <a:pt x="596097" y="215250"/>
                </a:lnTo>
                <a:lnTo>
                  <a:pt x="593628" y="195590"/>
                </a:lnTo>
                <a:lnTo>
                  <a:pt x="611642" y="203911"/>
                </a:lnTo>
                <a:lnTo>
                  <a:pt x="610362" y="206746"/>
                </a:lnTo>
                <a:cubicBezTo>
                  <a:pt x="609265" y="209123"/>
                  <a:pt x="607710" y="211226"/>
                  <a:pt x="605790" y="212964"/>
                </a:cubicBezTo>
                <a:cubicBezTo>
                  <a:pt x="603870" y="214793"/>
                  <a:pt x="601675" y="216073"/>
                  <a:pt x="599206" y="216987"/>
                </a:cubicBezTo>
                <a:cubicBezTo>
                  <a:pt x="596737" y="217902"/>
                  <a:pt x="594177" y="218267"/>
                  <a:pt x="591525" y="218176"/>
                </a:cubicBezTo>
                <a:cubicBezTo>
                  <a:pt x="588874" y="218084"/>
                  <a:pt x="586405" y="217444"/>
                  <a:pt x="584027" y="216347"/>
                </a:cubicBezTo>
                <a:cubicBezTo>
                  <a:pt x="581558" y="215250"/>
                  <a:pt x="579547" y="213787"/>
                  <a:pt x="577718" y="211775"/>
                </a:cubicBezTo>
                <a:cubicBezTo>
                  <a:pt x="575981" y="209855"/>
                  <a:pt x="574609" y="207660"/>
                  <a:pt x="573695" y="205191"/>
                </a:cubicBezTo>
                <a:cubicBezTo>
                  <a:pt x="572780" y="202722"/>
                  <a:pt x="572414" y="200162"/>
                  <a:pt x="572506" y="197510"/>
                </a:cubicBezTo>
                <a:cubicBezTo>
                  <a:pt x="572597" y="194950"/>
                  <a:pt x="573237" y="192390"/>
                  <a:pt x="574335" y="190012"/>
                </a:cubicBezTo>
              </a:path>
              <a:path w="5402001" h="1449690">
                <a:moveTo>
                  <a:pt x="684520" y="164501"/>
                </a:moveTo>
                <a:lnTo>
                  <a:pt x="741487" y="157460"/>
                </a:lnTo>
                <a:cubicBezTo>
                  <a:pt x="744047" y="157185"/>
                  <a:pt x="746699" y="157368"/>
                  <a:pt x="749168" y="158100"/>
                </a:cubicBezTo>
                <a:cubicBezTo>
                  <a:pt x="751728" y="158740"/>
                  <a:pt x="754014" y="159929"/>
                  <a:pt x="756117" y="161574"/>
                </a:cubicBezTo>
                <a:cubicBezTo>
                  <a:pt x="758220" y="163220"/>
                  <a:pt x="759866" y="165141"/>
                  <a:pt x="761147" y="167427"/>
                </a:cubicBezTo>
                <a:cubicBezTo>
                  <a:pt x="762427" y="169713"/>
                  <a:pt x="763250" y="172182"/>
                  <a:pt x="763615" y="174742"/>
                </a:cubicBezTo>
                <a:cubicBezTo>
                  <a:pt x="763890" y="177394"/>
                  <a:pt x="763707" y="179954"/>
                  <a:pt x="762975" y="182514"/>
                </a:cubicBezTo>
                <a:cubicBezTo>
                  <a:pt x="762335" y="184983"/>
                  <a:pt x="761147" y="187361"/>
                  <a:pt x="759501" y="189372"/>
                </a:cubicBezTo>
                <a:cubicBezTo>
                  <a:pt x="757946" y="191475"/>
                  <a:pt x="755934" y="193121"/>
                  <a:pt x="753648" y="194493"/>
                </a:cubicBezTo>
                <a:cubicBezTo>
                  <a:pt x="751362" y="195773"/>
                  <a:pt x="748894" y="196596"/>
                  <a:pt x="746333" y="196870"/>
                </a:cubicBezTo>
                <a:lnTo>
                  <a:pt x="689366" y="203820"/>
                </a:lnTo>
                <a:cubicBezTo>
                  <a:pt x="686714" y="204186"/>
                  <a:pt x="684154" y="204003"/>
                  <a:pt x="681594" y="203271"/>
                </a:cubicBezTo>
                <a:cubicBezTo>
                  <a:pt x="679125" y="202540"/>
                  <a:pt x="676747" y="201351"/>
                  <a:pt x="674736" y="199796"/>
                </a:cubicBezTo>
                <a:cubicBezTo>
                  <a:pt x="672633" y="198150"/>
                  <a:pt x="670987" y="196230"/>
                  <a:pt x="669615" y="193944"/>
                </a:cubicBezTo>
                <a:cubicBezTo>
                  <a:pt x="668335" y="191658"/>
                  <a:pt x="667512" y="189189"/>
                  <a:pt x="667238" y="186538"/>
                </a:cubicBezTo>
                <a:cubicBezTo>
                  <a:pt x="666872" y="183977"/>
                  <a:pt x="667055" y="181417"/>
                  <a:pt x="667786" y="178857"/>
                </a:cubicBezTo>
                <a:cubicBezTo>
                  <a:pt x="668518" y="176296"/>
                  <a:pt x="669707" y="174010"/>
                  <a:pt x="671261" y="171907"/>
                </a:cubicBezTo>
                <a:cubicBezTo>
                  <a:pt x="672907" y="169896"/>
                  <a:pt x="674827" y="168158"/>
                  <a:pt x="677205" y="166878"/>
                </a:cubicBezTo>
                <a:cubicBezTo>
                  <a:pt x="679491" y="165598"/>
                  <a:pt x="681868" y="164775"/>
                  <a:pt x="684520" y="164501"/>
                </a:cubicBezTo>
              </a:path>
              <a:path w="5402001" h="1449690">
                <a:moveTo>
                  <a:pt x="780898" y="152705"/>
                </a:moveTo>
                <a:lnTo>
                  <a:pt x="837865" y="145755"/>
                </a:lnTo>
                <a:cubicBezTo>
                  <a:pt x="840425" y="145390"/>
                  <a:pt x="842985" y="145572"/>
                  <a:pt x="845546" y="146304"/>
                </a:cubicBezTo>
                <a:cubicBezTo>
                  <a:pt x="848106" y="147036"/>
                  <a:pt x="850392" y="148133"/>
                  <a:pt x="852495" y="149779"/>
                </a:cubicBezTo>
                <a:cubicBezTo>
                  <a:pt x="854598" y="151425"/>
                  <a:pt x="856244" y="153345"/>
                  <a:pt x="857524" y="155631"/>
                </a:cubicBezTo>
                <a:cubicBezTo>
                  <a:pt x="858804" y="157917"/>
                  <a:pt x="859627" y="160386"/>
                  <a:pt x="859993" y="162946"/>
                </a:cubicBezTo>
                <a:cubicBezTo>
                  <a:pt x="860268" y="165598"/>
                  <a:pt x="860085" y="168158"/>
                  <a:pt x="859353" y="170718"/>
                </a:cubicBezTo>
                <a:cubicBezTo>
                  <a:pt x="858713" y="173279"/>
                  <a:pt x="857524" y="175565"/>
                  <a:pt x="855878" y="177576"/>
                </a:cubicBezTo>
                <a:cubicBezTo>
                  <a:pt x="854232" y="179680"/>
                  <a:pt x="852312" y="181417"/>
                  <a:pt x="850026" y="182697"/>
                </a:cubicBezTo>
                <a:cubicBezTo>
                  <a:pt x="847740" y="183977"/>
                  <a:pt x="845271" y="184800"/>
                  <a:pt x="842711" y="185075"/>
                </a:cubicBezTo>
                <a:lnTo>
                  <a:pt x="785744" y="192024"/>
                </a:lnTo>
                <a:cubicBezTo>
                  <a:pt x="783092" y="192390"/>
                  <a:pt x="780532" y="192207"/>
                  <a:pt x="777972" y="191475"/>
                </a:cubicBezTo>
                <a:cubicBezTo>
                  <a:pt x="775411" y="190744"/>
                  <a:pt x="773125" y="189647"/>
                  <a:pt x="771114" y="188001"/>
                </a:cubicBezTo>
                <a:cubicBezTo>
                  <a:pt x="769010" y="186355"/>
                  <a:pt x="767273" y="184434"/>
                  <a:pt x="765993" y="182148"/>
                </a:cubicBezTo>
                <a:cubicBezTo>
                  <a:pt x="764713" y="179862"/>
                  <a:pt x="763890" y="177394"/>
                  <a:pt x="763615" y="174742"/>
                </a:cubicBezTo>
                <a:cubicBezTo>
                  <a:pt x="763250" y="172182"/>
                  <a:pt x="763433" y="169621"/>
                  <a:pt x="764164" y="167061"/>
                </a:cubicBezTo>
                <a:cubicBezTo>
                  <a:pt x="764896" y="164501"/>
                  <a:pt x="766084" y="162215"/>
                  <a:pt x="767639" y="160111"/>
                </a:cubicBezTo>
                <a:cubicBezTo>
                  <a:pt x="769285" y="158100"/>
                  <a:pt x="771205" y="156362"/>
                  <a:pt x="773491" y="155082"/>
                </a:cubicBezTo>
                <a:cubicBezTo>
                  <a:pt x="775868" y="153802"/>
                  <a:pt x="778246" y="152979"/>
                  <a:pt x="780898" y="152705"/>
                </a:cubicBezTo>
              </a:path>
              <a:path w="5402001" h="1449690">
                <a:moveTo>
                  <a:pt x="877275" y="140909"/>
                </a:moveTo>
                <a:lnTo>
                  <a:pt x="934242" y="133960"/>
                </a:lnTo>
                <a:cubicBezTo>
                  <a:pt x="936803" y="133594"/>
                  <a:pt x="939363" y="133777"/>
                  <a:pt x="941923" y="134508"/>
                </a:cubicBezTo>
                <a:cubicBezTo>
                  <a:pt x="944484" y="135240"/>
                  <a:pt x="946770" y="136337"/>
                  <a:pt x="948873" y="137983"/>
                </a:cubicBezTo>
                <a:cubicBezTo>
                  <a:pt x="950885" y="139629"/>
                  <a:pt x="952622" y="141549"/>
                  <a:pt x="953902" y="143835"/>
                </a:cubicBezTo>
                <a:cubicBezTo>
                  <a:pt x="955182" y="146121"/>
                  <a:pt x="956005" y="148590"/>
                  <a:pt x="956371" y="151242"/>
                </a:cubicBezTo>
                <a:cubicBezTo>
                  <a:pt x="956645" y="153802"/>
                  <a:pt x="956462" y="156362"/>
                  <a:pt x="955731" y="158923"/>
                </a:cubicBezTo>
                <a:cubicBezTo>
                  <a:pt x="955091" y="161483"/>
                  <a:pt x="953902" y="163769"/>
                  <a:pt x="952256" y="165872"/>
                </a:cubicBezTo>
                <a:cubicBezTo>
                  <a:pt x="950610" y="167884"/>
                  <a:pt x="948690" y="169621"/>
                  <a:pt x="946404" y="170901"/>
                </a:cubicBezTo>
                <a:cubicBezTo>
                  <a:pt x="944118" y="172182"/>
                  <a:pt x="941649" y="173004"/>
                  <a:pt x="938997" y="173279"/>
                </a:cubicBezTo>
                <a:lnTo>
                  <a:pt x="882122" y="180228"/>
                </a:lnTo>
                <a:cubicBezTo>
                  <a:pt x="879470" y="180594"/>
                  <a:pt x="876910" y="180411"/>
                  <a:pt x="874349" y="179680"/>
                </a:cubicBezTo>
                <a:cubicBezTo>
                  <a:pt x="871789" y="178948"/>
                  <a:pt x="869503" y="177851"/>
                  <a:pt x="867400" y="176205"/>
                </a:cubicBezTo>
                <a:cubicBezTo>
                  <a:pt x="865388" y="174559"/>
                  <a:pt x="863651" y="172639"/>
                  <a:pt x="862371" y="170353"/>
                </a:cubicBezTo>
                <a:cubicBezTo>
                  <a:pt x="861090" y="168067"/>
                  <a:pt x="860268" y="165598"/>
                  <a:pt x="859993" y="162946"/>
                </a:cubicBezTo>
                <a:cubicBezTo>
                  <a:pt x="859627" y="160386"/>
                  <a:pt x="859810" y="157825"/>
                  <a:pt x="860542" y="155265"/>
                </a:cubicBezTo>
                <a:cubicBezTo>
                  <a:pt x="861273" y="152705"/>
                  <a:pt x="862371" y="150419"/>
                  <a:pt x="864017" y="148316"/>
                </a:cubicBezTo>
                <a:cubicBezTo>
                  <a:pt x="865662" y="146304"/>
                  <a:pt x="867583" y="144567"/>
                  <a:pt x="869869" y="143286"/>
                </a:cubicBezTo>
                <a:cubicBezTo>
                  <a:pt x="872155" y="142006"/>
                  <a:pt x="874624" y="141183"/>
                  <a:pt x="877275" y="140909"/>
                </a:cubicBezTo>
              </a:path>
              <a:path w="5402001" h="1449690">
                <a:moveTo>
                  <a:pt x="973653" y="129113"/>
                </a:moveTo>
                <a:lnTo>
                  <a:pt x="1030620" y="122164"/>
                </a:lnTo>
                <a:cubicBezTo>
                  <a:pt x="1033181" y="121798"/>
                  <a:pt x="1035741" y="121981"/>
                  <a:pt x="1038301" y="122712"/>
                </a:cubicBezTo>
                <a:cubicBezTo>
                  <a:pt x="1040862" y="123444"/>
                  <a:pt x="1043148" y="124541"/>
                  <a:pt x="1045251" y="126187"/>
                </a:cubicBezTo>
                <a:cubicBezTo>
                  <a:pt x="1047262" y="127833"/>
                  <a:pt x="1049000" y="129753"/>
                  <a:pt x="1050280" y="132039"/>
                </a:cubicBezTo>
                <a:cubicBezTo>
                  <a:pt x="1051560" y="134325"/>
                  <a:pt x="1052383" y="136794"/>
                  <a:pt x="1052749" y="139446"/>
                </a:cubicBezTo>
                <a:cubicBezTo>
                  <a:pt x="1053023" y="142006"/>
                  <a:pt x="1052840" y="144567"/>
                  <a:pt x="1052109" y="147127"/>
                </a:cubicBezTo>
                <a:cubicBezTo>
                  <a:pt x="1051377" y="149687"/>
                  <a:pt x="1050280" y="151973"/>
                  <a:pt x="1048634" y="154076"/>
                </a:cubicBezTo>
                <a:cubicBezTo>
                  <a:pt x="1046988" y="156088"/>
                  <a:pt x="1045068" y="157825"/>
                  <a:pt x="1042782" y="159106"/>
                </a:cubicBezTo>
                <a:cubicBezTo>
                  <a:pt x="1040496" y="160386"/>
                  <a:pt x="1038027" y="161209"/>
                  <a:pt x="1035375" y="161483"/>
                </a:cubicBezTo>
                <a:lnTo>
                  <a:pt x="978499" y="168524"/>
                </a:lnTo>
                <a:cubicBezTo>
                  <a:pt x="975848" y="168798"/>
                  <a:pt x="973287" y="168615"/>
                  <a:pt x="970727" y="167884"/>
                </a:cubicBezTo>
                <a:cubicBezTo>
                  <a:pt x="968167" y="167244"/>
                  <a:pt x="965881" y="166055"/>
                  <a:pt x="963778" y="164409"/>
                </a:cubicBezTo>
                <a:cubicBezTo>
                  <a:pt x="961766" y="162763"/>
                  <a:pt x="960029" y="160843"/>
                  <a:pt x="958748" y="158557"/>
                </a:cubicBezTo>
                <a:cubicBezTo>
                  <a:pt x="957468" y="156271"/>
                  <a:pt x="956645" y="153802"/>
                  <a:pt x="956371" y="151242"/>
                </a:cubicBezTo>
                <a:cubicBezTo>
                  <a:pt x="956005" y="148590"/>
                  <a:pt x="956188" y="146030"/>
                  <a:pt x="956920" y="143469"/>
                </a:cubicBezTo>
                <a:cubicBezTo>
                  <a:pt x="957651" y="140909"/>
                  <a:pt x="958748" y="138623"/>
                  <a:pt x="960394" y="136611"/>
                </a:cubicBezTo>
                <a:cubicBezTo>
                  <a:pt x="962040" y="134508"/>
                  <a:pt x="963960" y="132862"/>
                  <a:pt x="966246" y="131491"/>
                </a:cubicBezTo>
                <a:cubicBezTo>
                  <a:pt x="968532" y="130211"/>
                  <a:pt x="971001" y="129388"/>
                  <a:pt x="973653" y="129113"/>
                </a:cubicBezTo>
              </a:path>
              <a:path w="5402001" h="1449690">
                <a:moveTo>
                  <a:pt x="1070031" y="117318"/>
                </a:moveTo>
                <a:lnTo>
                  <a:pt x="1126907" y="110368"/>
                </a:lnTo>
                <a:cubicBezTo>
                  <a:pt x="1129558" y="110002"/>
                  <a:pt x="1132119" y="110185"/>
                  <a:pt x="1134679" y="110917"/>
                </a:cubicBezTo>
                <a:cubicBezTo>
                  <a:pt x="1137239" y="111648"/>
                  <a:pt x="1139525" y="112837"/>
                  <a:pt x="1141628" y="114391"/>
                </a:cubicBezTo>
                <a:cubicBezTo>
                  <a:pt x="1143640" y="116037"/>
                  <a:pt x="1145377" y="117958"/>
                  <a:pt x="1146658" y="120244"/>
                </a:cubicBezTo>
                <a:cubicBezTo>
                  <a:pt x="1147938" y="122530"/>
                  <a:pt x="1148761" y="124998"/>
                  <a:pt x="1149035" y="127650"/>
                </a:cubicBezTo>
                <a:cubicBezTo>
                  <a:pt x="1149401" y="130211"/>
                  <a:pt x="1149218" y="132771"/>
                  <a:pt x="1148486" y="135331"/>
                </a:cubicBezTo>
                <a:cubicBezTo>
                  <a:pt x="1147755" y="137892"/>
                  <a:pt x="1146658" y="140178"/>
                  <a:pt x="1145012" y="142281"/>
                </a:cubicBezTo>
                <a:cubicBezTo>
                  <a:pt x="1143366" y="144292"/>
                  <a:pt x="1141446" y="146030"/>
                  <a:pt x="1139160" y="147310"/>
                </a:cubicBezTo>
                <a:cubicBezTo>
                  <a:pt x="1136874" y="148590"/>
                  <a:pt x="1134405" y="149413"/>
                  <a:pt x="1131753" y="149687"/>
                </a:cubicBezTo>
                <a:lnTo>
                  <a:pt x="1074786" y="156728"/>
                </a:lnTo>
                <a:cubicBezTo>
                  <a:pt x="1072225" y="157002"/>
                  <a:pt x="1069665" y="156820"/>
                  <a:pt x="1067105" y="156088"/>
                </a:cubicBezTo>
                <a:cubicBezTo>
                  <a:pt x="1064544" y="155448"/>
                  <a:pt x="1062258" y="154259"/>
                  <a:pt x="1060155" y="152613"/>
                </a:cubicBezTo>
                <a:cubicBezTo>
                  <a:pt x="1058144" y="150967"/>
                  <a:pt x="1056406" y="149047"/>
                  <a:pt x="1055126" y="146761"/>
                </a:cubicBezTo>
                <a:cubicBezTo>
                  <a:pt x="1053846" y="144475"/>
                  <a:pt x="1053023" y="142006"/>
                  <a:pt x="1052749" y="139446"/>
                </a:cubicBezTo>
                <a:cubicBezTo>
                  <a:pt x="1052383" y="136794"/>
                  <a:pt x="1052566" y="134234"/>
                  <a:pt x="1053297" y="131674"/>
                </a:cubicBezTo>
                <a:cubicBezTo>
                  <a:pt x="1054029" y="129205"/>
                  <a:pt x="1055126" y="126827"/>
                  <a:pt x="1056772" y="124816"/>
                </a:cubicBezTo>
                <a:cubicBezTo>
                  <a:pt x="1058418" y="122712"/>
                  <a:pt x="1060338" y="121067"/>
                  <a:pt x="1062624" y="119695"/>
                </a:cubicBezTo>
                <a:cubicBezTo>
                  <a:pt x="1064910" y="118415"/>
                  <a:pt x="1067379" y="117592"/>
                  <a:pt x="1070031" y="117318"/>
                </a:cubicBezTo>
              </a:path>
              <a:path w="5402001" h="1449690">
                <a:moveTo>
                  <a:pt x="1166409" y="105522"/>
                </a:moveTo>
                <a:lnTo>
                  <a:pt x="1223284" y="98572"/>
                </a:lnTo>
                <a:cubicBezTo>
                  <a:pt x="1225936" y="98207"/>
                  <a:pt x="1228496" y="98481"/>
                  <a:pt x="1231057" y="99121"/>
                </a:cubicBezTo>
                <a:cubicBezTo>
                  <a:pt x="1233617" y="99852"/>
                  <a:pt x="1235903" y="101041"/>
                  <a:pt x="1238006" y="102596"/>
                </a:cubicBezTo>
                <a:cubicBezTo>
                  <a:pt x="1240018" y="104242"/>
                  <a:pt x="1241755" y="106162"/>
                  <a:pt x="1243035" y="108448"/>
                </a:cubicBezTo>
                <a:cubicBezTo>
                  <a:pt x="1244316" y="110825"/>
                  <a:pt x="1245138" y="113203"/>
                  <a:pt x="1245413" y="115854"/>
                </a:cubicBezTo>
                <a:cubicBezTo>
                  <a:pt x="1245779" y="118415"/>
                  <a:pt x="1245596" y="121067"/>
                  <a:pt x="1244864" y="123535"/>
                </a:cubicBezTo>
                <a:cubicBezTo>
                  <a:pt x="1244133" y="126096"/>
                  <a:pt x="1243035" y="128382"/>
                  <a:pt x="1241389" y="130485"/>
                </a:cubicBezTo>
                <a:cubicBezTo>
                  <a:pt x="1239744" y="132588"/>
                  <a:pt x="1237823" y="134234"/>
                  <a:pt x="1235537" y="135514"/>
                </a:cubicBezTo>
                <a:cubicBezTo>
                  <a:pt x="1233251" y="136794"/>
                  <a:pt x="1230782" y="137617"/>
                  <a:pt x="1228131" y="137983"/>
                </a:cubicBezTo>
                <a:lnTo>
                  <a:pt x="1171164" y="144932"/>
                </a:lnTo>
                <a:cubicBezTo>
                  <a:pt x="1168603" y="145207"/>
                  <a:pt x="1166043" y="145024"/>
                  <a:pt x="1163483" y="144292"/>
                </a:cubicBezTo>
                <a:cubicBezTo>
                  <a:pt x="1160922" y="143652"/>
                  <a:pt x="1158636" y="142464"/>
                  <a:pt x="1156533" y="140818"/>
                </a:cubicBezTo>
                <a:cubicBezTo>
                  <a:pt x="1154521" y="139263"/>
                  <a:pt x="1152784" y="137251"/>
                  <a:pt x="1151504" y="134965"/>
                </a:cubicBezTo>
                <a:cubicBezTo>
                  <a:pt x="1150224" y="132679"/>
                  <a:pt x="1149401" y="130211"/>
                  <a:pt x="1149035" y="127650"/>
                </a:cubicBezTo>
                <a:cubicBezTo>
                  <a:pt x="1148761" y="124998"/>
                  <a:pt x="1148944" y="122438"/>
                  <a:pt x="1149675" y="119878"/>
                </a:cubicBezTo>
                <a:cubicBezTo>
                  <a:pt x="1150315" y="117409"/>
                  <a:pt x="1151504" y="115032"/>
                  <a:pt x="1153150" y="113020"/>
                </a:cubicBezTo>
                <a:cubicBezTo>
                  <a:pt x="1154796" y="110917"/>
                  <a:pt x="1156716" y="109271"/>
                  <a:pt x="1159002" y="107991"/>
                </a:cubicBezTo>
                <a:cubicBezTo>
                  <a:pt x="1161288" y="106619"/>
                  <a:pt x="1163757" y="105888"/>
                  <a:pt x="1166409" y="105522"/>
                </a:cubicBezTo>
              </a:path>
              <a:path w="5402001" h="1449690">
                <a:moveTo>
                  <a:pt x="1262786" y="93726"/>
                </a:moveTo>
                <a:lnTo>
                  <a:pt x="1319662" y="86777"/>
                </a:lnTo>
                <a:cubicBezTo>
                  <a:pt x="1322314" y="86502"/>
                  <a:pt x="1324874" y="86685"/>
                  <a:pt x="1327434" y="87325"/>
                </a:cubicBezTo>
                <a:cubicBezTo>
                  <a:pt x="1329995" y="88057"/>
                  <a:pt x="1332281" y="89245"/>
                  <a:pt x="1334292" y="90800"/>
                </a:cubicBezTo>
                <a:cubicBezTo>
                  <a:pt x="1336396" y="92446"/>
                  <a:pt x="1338133" y="94458"/>
                  <a:pt x="1339413" y="96744"/>
                </a:cubicBezTo>
                <a:cubicBezTo>
                  <a:pt x="1340693" y="99030"/>
                  <a:pt x="1341516" y="101407"/>
                  <a:pt x="1341791" y="104059"/>
                </a:cubicBezTo>
                <a:cubicBezTo>
                  <a:pt x="1342156" y="106710"/>
                  <a:pt x="1341973" y="109271"/>
                  <a:pt x="1341242" y="111740"/>
                </a:cubicBezTo>
                <a:cubicBezTo>
                  <a:pt x="1340510" y="114300"/>
                  <a:pt x="1339413" y="116586"/>
                  <a:pt x="1337767" y="118689"/>
                </a:cubicBezTo>
                <a:cubicBezTo>
                  <a:pt x="1336121" y="120792"/>
                  <a:pt x="1334201" y="122438"/>
                  <a:pt x="1331915" y="123718"/>
                </a:cubicBezTo>
                <a:cubicBezTo>
                  <a:pt x="1329538" y="124998"/>
                  <a:pt x="1327160" y="125821"/>
                  <a:pt x="1324508" y="126187"/>
                </a:cubicBezTo>
                <a:lnTo>
                  <a:pt x="1267541" y="133137"/>
                </a:lnTo>
                <a:cubicBezTo>
                  <a:pt x="1264981" y="133411"/>
                  <a:pt x="1262421" y="133228"/>
                  <a:pt x="1259860" y="132588"/>
                </a:cubicBezTo>
                <a:cubicBezTo>
                  <a:pt x="1257300" y="131856"/>
                  <a:pt x="1255014" y="130668"/>
                  <a:pt x="1252911" y="129022"/>
                </a:cubicBezTo>
                <a:cubicBezTo>
                  <a:pt x="1250808" y="127467"/>
                  <a:pt x="1249162" y="125456"/>
                  <a:pt x="1247882" y="123170"/>
                </a:cubicBezTo>
                <a:cubicBezTo>
                  <a:pt x="1246602" y="120884"/>
                  <a:pt x="1245779" y="118415"/>
                  <a:pt x="1245413" y="115854"/>
                </a:cubicBezTo>
                <a:cubicBezTo>
                  <a:pt x="1245138" y="113203"/>
                  <a:pt x="1245321" y="110642"/>
                  <a:pt x="1246053" y="108082"/>
                </a:cubicBezTo>
                <a:cubicBezTo>
                  <a:pt x="1246693" y="105613"/>
                  <a:pt x="1247882" y="103327"/>
                  <a:pt x="1249528" y="101224"/>
                </a:cubicBezTo>
                <a:cubicBezTo>
                  <a:pt x="1251174" y="99121"/>
                  <a:pt x="1253094" y="97475"/>
                  <a:pt x="1255380" y="96195"/>
                </a:cubicBezTo>
                <a:cubicBezTo>
                  <a:pt x="1257666" y="94915"/>
                  <a:pt x="1260135" y="94092"/>
                  <a:pt x="1262786" y="93726"/>
                </a:cubicBezTo>
              </a:path>
              <a:path w="5402001" h="1449690">
                <a:moveTo>
                  <a:pt x="1359073" y="81930"/>
                </a:moveTo>
                <a:lnTo>
                  <a:pt x="1416040" y="74981"/>
                </a:lnTo>
                <a:cubicBezTo>
                  <a:pt x="1418692" y="74706"/>
                  <a:pt x="1421252" y="74889"/>
                  <a:pt x="1423812" y="75529"/>
                </a:cubicBezTo>
                <a:cubicBezTo>
                  <a:pt x="1426281" y="76261"/>
                  <a:pt x="1428659" y="77450"/>
                  <a:pt x="1430670" y="79096"/>
                </a:cubicBezTo>
                <a:cubicBezTo>
                  <a:pt x="1432773" y="80650"/>
                  <a:pt x="1434419" y="82662"/>
                  <a:pt x="1435791" y="84948"/>
                </a:cubicBezTo>
                <a:cubicBezTo>
                  <a:pt x="1437071" y="87234"/>
                  <a:pt x="1437894" y="89703"/>
                  <a:pt x="1438168" y="92263"/>
                </a:cubicBezTo>
                <a:cubicBezTo>
                  <a:pt x="1438534" y="94915"/>
                  <a:pt x="1438351" y="97475"/>
                  <a:pt x="1437620" y="99944"/>
                </a:cubicBezTo>
                <a:cubicBezTo>
                  <a:pt x="1436888" y="102504"/>
                  <a:pt x="1435699" y="104790"/>
                  <a:pt x="1434145" y="106893"/>
                </a:cubicBezTo>
                <a:cubicBezTo>
                  <a:pt x="1432499" y="108996"/>
                  <a:pt x="1430579" y="110642"/>
                  <a:pt x="1428201" y="111923"/>
                </a:cubicBezTo>
                <a:cubicBezTo>
                  <a:pt x="1425915" y="113203"/>
                  <a:pt x="1423538" y="114026"/>
                  <a:pt x="1420886" y="114391"/>
                </a:cubicBezTo>
                <a:lnTo>
                  <a:pt x="1363919" y="121341"/>
                </a:lnTo>
                <a:cubicBezTo>
                  <a:pt x="1361359" y="121615"/>
                  <a:pt x="1358707" y="121432"/>
                  <a:pt x="1356238" y="120792"/>
                </a:cubicBezTo>
                <a:cubicBezTo>
                  <a:pt x="1353678" y="120061"/>
                  <a:pt x="1351392" y="118872"/>
                  <a:pt x="1349289" y="117318"/>
                </a:cubicBezTo>
                <a:cubicBezTo>
                  <a:pt x="1347186" y="115672"/>
                  <a:pt x="1345540" y="113660"/>
                  <a:pt x="1344259" y="111374"/>
                </a:cubicBezTo>
                <a:cubicBezTo>
                  <a:pt x="1342979" y="109088"/>
                  <a:pt x="1342156" y="106710"/>
                  <a:pt x="1341791" y="104059"/>
                </a:cubicBezTo>
                <a:cubicBezTo>
                  <a:pt x="1341516" y="101407"/>
                  <a:pt x="1341699" y="98847"/>
                  <a:pt x="1342431" y="96378"/>
                </a:cubicBezTo>
                <a:cubicBezTo>
                  <a:pt x="1343071" y="93817"/>
                  <a:pt x="1344259" y="91531"/>
                  <a:pt x="1345905" y="89428"/>
                </a:cubicBezTo>
                <a:cubicBezTo>
                  <a:pt x="1347460" y="87325"/>
                  <a:pt x="1349472" y="85679"/>
                  <a:pt x="1351758" y="84399"/>
                </a:cubicBezTo>
                <a:cubicBezTo>
                  <a:pt x="1354044" y="83119"/>
                  <a:pt x="1356512" y="82296"/>
                  <a:pt x="1359073" y="81930"/>
                </a:cubicBezTo>
              </a:path>
              <a:path w="5402001" h="1449690">
                <a:moveTo>
                  <a:pt x="1455450" y="70134"/>
                </a:moveTo>
                <a:lnTo>
                  <a:pt x="1512418" y="63185"/>
                </a:lnTo>
                <a:cubicBezTo>
                  <a:pt x="1515069" y="62911"/>
                  <a:pt x="1517630" y="63094"/>
                  <a:pt x="1520190" y="63825"/>
                </a:cubicBezTo>
                <a:cubicBezTo>
                  <a:pt x="1522659" y="64465"/>
                  <a:pt x="1525036" y="65654"/>
                  <a:pt x="1527048" y="67300"/>
                </a:cubicBezTo>
                <a:cubicBezTo>
                  <a:pt x="1529151" y="68854"/>
                  <a:pt x="1530797" y="70866"/>
                  <a:pt x="1532169" y="73152"/>
                </a:cubicBezTo>
                <a:cubicBezTo>
                  <a:pt x="1533449" y="75438"/>
                  <a:pt x="1534272" y="77907"/>
                  <a:pt x="1534546" y="80467"/>
                </a:cubicBezTo>
                <a:cubicBezTo>
                  <a:pt x="1534912" y="83119"/>
                  <a:pt x="1534638" y="85679"/>
                  <a:pt x="1533997" y="88240"/>
                </a:cubicBezTo>
                <a:cubicBezTo>
                  <a:pt x="1533266" y="90708"/>
                  <a:pt x="1532077" y="92994"/>
                  <a:pt x="1530523" y="95098"/>
                </a:cubicBezTo>
                <a:cubicBezTo>
                  <a:pt x="1528877" y="97201"/>
                  <a:pt x="1526865" y="98847"/>
                  <a:pt x="1524579" y="100127"/>
                </a:cubicBezTo>
                <a:cubicBezTo>
                  <a:pt x="1522293" y="101498"/>
                  <a:pt x="1519824" y="102230"/>
                  <a:pt x="1517264" y="102596"/>
                </a:cubicBezTo>
                <a:lnTo>
                  <a:pt x="1460297" y="109545"/>
                </a:lnTo>
                <a:cubicBezTo>
                  <a:pt x="1457736" y="109911"/>
                  <a:pt x="1455085" y="109637"/>
                  <a:pt x="1452616" y="108996"/>
                </a:cubicBezTo>
                <a:cubicBezTo>
                  <a:pt x="1450056" y="108265"/>
                  <a:pt x="1447770" y="107076"/>
                  <a:pt x="1445666" y="105522"/>
                </a:cubicBezTo>
                <a:cubicBezTo>
                  <a:pt x="1443563" y="103876"/>
                  <a:pt x="1441917" y="101956"/>
                  <a:pt x="1440637" y="99578"/>
                </a:cubicBezTo>
                <a:cubicBezTo>
                  <a:pt x="1439357" y="97292"/>
                  <a:pt x="1438534" y="94915"/>
                  <a:pt x="1438168" y="92263"/>
                </a:cubicBezTo>
                <a:cubicBezTo>
                  <a:pt x="1437894" y="89703"/>
                  <a:pt x="1438077" y="87051"/>
                  <a:pt x="1438717" y="84582"/>
                </a:cubicBezTo>
                <a:cubicBezTo>
                  <a:pt x="1439448" y="82022"/>
                  <a:pt x="1440637" y="79736"/>
                  <a:pt x="1442283" y="77633"/>
                </a:cubicBezTo>
                <a:cubicBezTo>
                  <a:pt x="1443838" y="75529"/>
                  <a:pt x="1445849" y="73884"/>
                  <a:pt x="1448135" y="72603"/>
                </a:cubicBezTo>
                <a:cubicBezTo>
                  <a:pt x="1450421" y="71323"/>
                  <a:pt x="1452890" y="70500"/>
                  <a:pt x="1455450" y="70134"/>
                </a:cubicBezTo>
              </a:path>
              <a:path w="5402001" h="1449690">
                <a:moveTo>
                  <a:pt x="1551828" y="58430"/>
                </a:moveTo>
                <a:lnTo>
                  <a:pt x="1608795" y="51389"/>
                </a:lnTo>
                <a:cubicBezTo>
                  <a:pt x="1611447" y="51115"/>
                  <a:pt x="1614007" y="51298"/>
                  <a:pt x="1616568" y="52029"/>
                </a:cubicBezTo>
                <a:cubicBezTo>
                  <a:pt x="1619037" y="52669"/>
                  <a:pt x="1621414" y="53858"/>
                  <a:pt x="1623426" y="55504"/>
                </a:cubicBezTo>
                <a:cubicBezTo>
                  <a:pt x="1625529" y="57059"/>
                  <a:pt x="1627175" y="59070"/>
                  <a:pt x="1628455" y="61356"/>
                </a:cubicBezTo>
                <a:cubicBezTo>
                  <a:pt x="1629827" y="63642"/>
                  <a:pt x="1630558" y="66111"/>
                  <a:pt x="1630924" y="68671"/>
                </a:cubicBezTo>
                <a:cubicBezTo>
                  <a:pt x="1631198" y="71323"/>
                  <a:pt x="1631015" y="73884"/>
                  <a:pt x="1630375" y="76444"/>
                </a:cubicBezTo>
                <a:cubicBezTo>
                  <a:pt x="1629644" y="78913"/>
                  <a:pt x="1628455" y="81290"/>
                  <a:pt x="1626900" y="83302"/>
                </a:cubicBezTo>
                <a:cubicBezTo>
                  <a:pt x="1625255" y="85405"/>
                  <a:pt x="1623243" y="87051"/>
                  <a:pt x="1620957" y="88331"/>
                </a:cubicBezTo>
                <a:cubicBezTo>
                  <a:pt x="1618671" y="89703"/>
                  <a:pt x="1616202" y="90434"/>
                  <a:pt x="1613642" y="90800"/>
                </a:cubicBezTo>
                <a:lnTo>
                  <a:pt x="1556675" y="97749"/>
                </a:lnTo>
                <a:cubicBezTo>
                  <a:pt x="1554023" y="98115"/>
                  <a:pt x="1551462" y="97932"/>
                  <a:pt x="1548994" y="97201"/>
                </a:cubicBezTo>
                <a:cubicBezTo>
                  <a:pt x="1546433" y="96469"/>
                  <a:pt x="1544147" y="95280"/>
                  <a:pt x="1542044" y="93726"/>
                </a:cubicBezTo>
                <a:cubicBezTo>
                  <a:pt x="1539941" y="92080"/>
                  <a:pt x="1538295" y="90160"/>
                  <a:pt x="1537015" y="87874"/>
                </a:cubicBezTo>
                <a:cubicBezTo>
                  <a:pt x="1535643" y="85588"/>
                  <a:pt x="1534912" y="83119"/>
                  <a:pt x="1534546" y="80467"/>
                </a:cubicBezTo>
                <a:cubicBezTo>
                  <a:pt x="1534272" y="77907"/>
                  <a:pt x="1534455" y="75255"/>
                  <a:pt x="1535095" y="72786"/>
                </a:cubicBezTo>
                <a:cubicBezTo>
                  <a:pt x="1535826" y="70226"/>
                  <a:pt x="1537015" y="67940"/>
                  <a:pt x="1538661" y="65837"/>
                </a:cubicBezTo>
                <a:cubicBezTo>
                  <a:pt x="1540215" y="63825"/>
                  <a:pt x="1542227" y="62088"/>
                  <a:pt x="1544513" y="60808"/>
                </a:cubicBezTo>
                <a:cubicBezTo>
                  <a:pt x="1546799" y="59527"/>
                  <a:pt x="1549268" y="58704"/>
                  <a:pt x="1551828" y="58430"/>
                </a:cubicBezTo>
              </a:path>
              <a:path w="5402001" h="1449690">
                <a:moveTo>
                  <a:pt x="1648206" y="46634"/>
                </a:moveTo>
                <a:lnTo>
                  <a:pt x="1672438" y="43617"/>
                </a:lnTo>
                <a:cubicBezTo>
                  <a:pt x="1674724" y="43343"/>
                  <a:pt x="1677010" y="43434"/>
                  <a:pt x="1679204" y="43983"/>
                </a:cubicBezTo>
                <a:lnTo>
                  <a:pt x="1711391" y="51115"/>
                </a:lnTo>
                <a:cubicBezTo>
                  <a:pt x="1713951" y="51664"/>
                  <a:pt x="1716329" y="52669"/>
                  <a:pt x="1718432" y="54224"/>
                </a:cubicBezTo>
                <a:cubicBezTo>
                  <a:pt x="1720626" y="55687"/>
                  <a:pt x="1722364" y="57607"/>
                  <a:pt x="1723827" y="59802"/>
                </a:cubicBezTo>
                <a:cubicBezTo>
                  <a:pt x="1725198" y="61996"/>
                  <a:pt x="1726113" y="64465"/>
                  <a:pt x="1726570" y="67026"/>
                </a:cubicBezTo>
                <a:cubicBezTo>
                  <a:pt x="1727027" y="69586"/>
                  <a:pt x="1727027" y="72238"/>
                  <a:pt x="1726387" y="74798"/>
                </a:cubicBezTo>
                <a:cubicBezTo>
                  <a:pt x="1725839" y="77358"/>
                  <a:pt x="1724833" y="79644"/>
                  <a:pt x="1723278" y="81839"/>
                </a:cubicBezTo>
                <a:cubicBezTo>
                  <a:pt x="1721815" y="84033"/>
                  <a:pt x="1719895" y="85771"/>
                  <a:pt x="1717700" y="87234"/>
                </a:cubicBezTo>
                <a:cubicBezTo>
                  <a:pt x="1715506" y="88605"/>
                  <a:pt x="1713037" y="89520"/>
                  <a:pt x="1710477" y="89977"/>
                </a:cubicBezTo>
                <a:cubicBezTo>
                  <a:pt x="1707916" y="90434"/>
                  <a:pt x="1705265" y="90434"/>
                  <a:pt x="1702704" y="89794"/>
                </a:cubicBezTo>
                <a:lnTo>
                  <a:pt x="1670609" y="82662"/>
                </a:lnTo>
                <a:lnTo>
                  <a:pt x="1674906" y="63276"/>
                </a:lnTo>
                <a:lnTo>
                  <a:pt x="1677284" y="83028"/>
                </a:lnTo>
                <a:lnTo>
                  <a:pt x="1653052" y="85954"/>
                </a:lnTo>
                <a:cubicBezTo>
                  <a:pt x="1650401" y="86319"/>
                  <a:pt x="1647840" y="86136"/>
                  <a:pt x="1645280" y="85405"/>
                </a:cubicBezTo>
                <a:cubicBezTo>
                  <a:pt x="1642811" y="84673"/>
                  <a:pt x="1640434" y="83576"/>
                  <a:pt x="1638422" y="81930"/>
                </a:cubicBezTo>
                <a:cubicBezTo>
                  <a:pt x="1636319" y="80284"/>
                  <a:pt x="1634673" y="78364"/>
                  <a:pt x="1633393" y="76078"/>
                </a:cubicBezTo>
                <a:cubicBezTo>
                  <a:pt x="1632021" y="73792"/>
                  <a:pt x="1631198" y="71323"/>
                  <a:pt x="1630924" y="68671"/>
                </a:cubicBezTo>
                <a:cubicBezTo>
                  <a:pt x="1630558" y="66111"/>
                  <a:pt x="1630832" y="63551"/>
                  <a:pt x="1631472" y="60990"/>
                </a:cubicBezTo>
                <a:cubicBezTo>
                  <a:pt x="1632204" y="58430"/>
                  <a:pt x="1633393" y="56144"/>
                  <a:pt x="1634947" y="54041"/>
                </a:cubicBezTo>
                <a:cubicBezTo>
                  <a:pt x="1636593" y="52029"/>
                  <a:pt x="1638605" y="50292"/>
                  <a:pt x="1640891" y="49012"/>
                </a:cubicBezTo>
                <a:cubicBezTo>
                  <a:pt x="1643177" y="47732"/>
                  <a:pt x="1645646" y="46909"/>
                  <a:pt x="1648206" y="46634"/>
                </a:cubicBezTo>
              </a:path>
              <a:path w="5402001" h="1449690">
                <a:moveTo>
                  <a:pt x="1750162" y="59710"/>
                </a:moveTo>
                <a:lnTo>
                  <a:pt x="1806123" y="72146"/>
                </a:lnTo>
                <a:cubicBezTo>
                  <a:pt x="1808683" y="72695"/>
                  <a:pt x="1811061" y="73701"/>
                  <a:pt x="1813255" y="75255"/>
                </a:cubicBezTo>
                <a:cubicBezTo>
                  <a:pt x="1815358" y="76718"/>
                  <a:pt x="1817187" y="78638"/>
                  <a:pt x="1818559" y="80833"/>
                </a:cubicBezTo>
                <a:cubicBezTo>
                  <a:pt x="1820022" y="83028"/>
                  <a:pt x="1820936" y="85496"/>
                  <a:pt x="1821393" y="88057"/>
                </a:cubicBezTo>
                <a:cubicBezTo>
                  <a:pt x="1821851" y="90617"/>
                  <a:pt x="1821759" y="93269"/>
                  <a:pt x="1821210" y="95829"/>
                </a:cubicBezTo>
                <a:cubicBezTo>
                  <a:pt x="1820662" y="98389"/>
                  <a:pt x="1819565" y="100767"/>
                  <a:pt x="1818102" y="102870"/>
                </a:cubicBezTo>
                <a:cubicBezTo>
                  <a:pt x="1816547" y="105065"/>
                  <a:pt x="1814718" y="106802"/>
                  <a:pt x="1812524" y="108265"/>
                </a:cubicBezTo>
                <a:cubicBezTo>
                  <a:pt x="1810238" y="109637"/>
                  <a:pt x="1807860" y="110551"/>
                  <a:pt x="1805300" y="111008"/>
                </a:cubicBezTo>
                <a:cubicBezTo>
                  <a:pt x="1802648" y="111465"/>
                  <a:pt x="1800088" y="111465"/>
                  <a:pt x="1797528" y="110825"/>
                </a:cubicBezTo>
                <a:lnTo>
                  <a:pt x="1741475" y="98389"/>
                </a:lnTo>
                <a:cubicBezTo>
                  <a:pt x="1738914" y="97841"/>
                  <a:pt x="1736537" y="96835"/>
                  <a:pt x="1734434" y="95280"/>
                </a:cubicBezTo>
                <a:cubicBezTo>
                  <a:pt x="1732239" y="93817"/>
                  <a:pt x="1730502" y="91897"/>
                  <a:pt x="1729039" y="89703"/>
                </a:cubicBezTo>
                <a:cubicBezTo>
                  <a:pt x="1727667" y="87508"/>
                  <a:pt x="1726753" y="85131"/>
                  <a:pt x="1726296" y="82479"/>
                </a:cubicBezTo>
                <a:cubicBezTo>
                  <a:pt x="1725839" y="79919"/>
                  <a:pt x="1725839" y="77358"/>
                  <a:pt x="1726387" y="74798"/>
                </a:cubicBezTo>
                <a:cubicBezTo>
                  <a:pt x="1727027" y="72238"/>
                  <a:pt x="1728033" y="69860"/>
                  <a:pt x="1729588" y="67666"/>
                </a:cubicBezTo>
                <a:cubicBezTo>
                  <a:pt x="1731051" y="65562"/>
                  <a:pt x="1732971" y="63734"/>
                  <a:pt x="1735165" y="62362"/>
                </a:cubicBezTo>
                <a:cubicBezTo>
                  <a:pt x="1737360" y="60899"/>
                  <a:pt x="1739737" y="59985"/>
                  <a:pt x="1742389" y="59527"/>
                </a:cubicBezTo>
                <a:cubicBezTo>
                  <a:pt x="1744950" y="59070"/>
                  <a:pt x="1747510" y="59162"/>
                  <a:pt x="1750162" y="59710"/>
                </a:cubicBezTo>
              </a:path>
              <a:path w="5402001" h="1449690">
                <a:moveTo>
                  <a:pt x="1844893" y="80742"/>
                </a:moveTo>
                <a:lnTo>
                  <a:pt x="1900946" y="93177"/>
                </a:lnTo>
                <a:cubicBezTo>
                  <a:pt x="1903506" y="93726"/>
                  <a:pt x="1905884" y="94732"/>
                  <a:pt x="1907987" y="96286"/>
                </a:cubicBezTo>
                <a:cubicBezTo>
                  <a:pt x="1910182" y="97841"/>
                  <a:pt x="1911919" y="99670"/>
                  <a:pt x="1913382" y="101864"/>
                </a:cubicBezTo>
                <a:cubicBezTo>
                  <a:pt x="1914754" y="104059"/>
                  <a:pt x="1915668" y="106528"/>
                  <a:pt x="1916125" y="109088"/>
                </a:cubicBezTo>
                <a:cubicBezTo>
                  <a:pt x="1916582" y="111648"/>
                  <a:pt x="1916582" y="114300"/>
                  <a:pt x="1915942" y="116860"/>
                </a:cubicBezTo>
                <a:cubicBezTo>
                  <a:pt x="1915394" y="119421"/>
                  <a:pt x="1914388" y="121798"/>
                  <a:pt x="1912833" y="123901"/>
                </a:cubicBezTo>
                <a:cubicBezTo>
                  <a:pt x="1911370" y="126096"/>
                  <a:pt x="1909450" y="127833"/>
                  <a:pt x="1907256" y="129296"/>
                </a:cubicBezTo>
                <a:cubicBezTo>
                  <a:pt x="1905061" y="130668"/>
                  <a:pt x="1902592" y="131582"/>
                  <a:pt x="1900032" y="132039"/>
                </a:cubicBezTo>
                <a:cubicBezTo>
                  <a:pt x="1897471" y="132497"/>
                  <a:pt x="1894820" y="132497"/>
                  <a:pt x="1892259" y="131856"/>
                </a:cubicBezTo>
                <a:lnTo>
                  <a:pt x="1836298" y="119421"/>
                </a:lnTo>
                <a:cubicBezTo>
                  <a:pt x="1833738" y="118872"/>
                  <a:pt x="1831360" y="117866"/>
                  <a:pt x="1829166" y="116312"/>
                </a:cubicBezTo>
                <a:cubicBezTo>
                  <a:pt x="1827063" y="114849"/>
                  <a:pt x="1825234" y="112928"/>
                  <a:pt x="1823862" y="110734"/>
                </a:cubicBezTo>
                <a:cubicBezTo>
                  <a:pt x="1822399" y="108539"/>
                  <a:pt x="1821485" y="106162"/>
                  <a:pt x="1821028" y="103510"/>
                </a:cubicBezTo>
                <a:cubicBezTo>
                  <a:pt x="1820570" y="100950"/>
                  <a:pt x="1820662" y="98389"/>
                  <a:pt x="1821210" y="95829"/>
                </a:cubicBezTo>
                <a:cubicBezTo>
                  <a:pt x="1821759" y="93269"/>
                  <a:pt x="1822856" y="90891"/>
                  <a:pt x="1824319" y="88697"/>
                </a:cubicBezTo>
                <a:cubicBezTo>
                  <a:pt x="1825874" y="86594"/>
                  <a:pt x="1827703" y="84765"/>
                  <a:pt x="1829897" y="83393"/>
                </a:cubicBezTo>
                <a:cubicBezTo>
                  <a:pt x="1832183" y="81930"/>
                  <a:pt x="1834561" y="81016"/>
                  <a:pt x="1837121" y="80559"/>
                </a:cubicBezTo>
                <a:cubicBezTo>
                  <a:pt x="1839773" y="80101"/>
                  <a:pt x="1842333" y="80193"/>
                  <a:pt x="1844893" y="80742"/>
                </a:cubicBezTo>
              </a:path>
              <a:path w="5402001" h="1449690">
                <a:moveTo>
                  <a:pt x="1939717" y="101773"/>
                </a:moveTo>
                <a:lnTo>
                  <a:pt x="1995678" y="114209"/>
                </a:lnTo>
                <a:cubicBezTo>
                  <a:pt x="1998238" y="114757"/>
                  <a:pt x="2000616" y="115854"/>
                  <a:pt x="2002810" y="117318"/>
                </a:cubicBezTo>
                <a:cubicBezTo>
                  <a:pt x="2004913" y="118872"/>
                  <a:pt x="2006742" y="120701"/>
                  <a:pt x="2008114" y="122895"/>
                </a:cubicBezTo>
                <a:cubicBezTo>
                  <a:pt x="2009577" y="125181"/>
                  <a:pt x="2010491" y="127559"/>
                  <a:pt x="2010948" y="130119"/>
                </a:cubicBezTo>
                <a:cubicBezTo>
                  <a:pt x="2011406" y="132679"/>
                  <a:pt x="2011314" y="135331"/>
                  <a:pt x="2010766" y="137892"/>
                </a:cubicBezTo>
                <a:cubicBezTo>
                  <a:pt x="2010217" y="140452"/>
                  <a:pt x="2009120" y="142829"/>
                  <a:pt x="2007657" y="144932"/>
                </a:cubicBezTo>
                <a:cubicBezTo>
                  <a:pt x="2006102" y="147127"/>
                  <a:pt x="2004273" y="148864"/>
                  <a:pt x="2002079" y="150327"/>
                </a:cubicBezTo>
                <a:cubicBezTo>
                  <a:pt x="1999793" y="151699"/>
                  <a:pt x="1997415" y="152613"/>
                  <a:pt x="1994855" y="153071"/>
                </a:cubicBezTo>
                <a:cubicBezTo>
                  <a:pt x="1992203" y="153528"/>
                  <a:pt x="1989643" y="153528"/>
                  <a:pt x="1987083" y="152888"/>
                </a:cubicBezTo>
                <a:lnTo>
                  <a:pt x="1931030" y="140543"/>
                </a:lnTo>
                <a:cubicBezTo>
                  <a:pt x="1928470" y="139903"/>
                  <a:pt x="1926092" y="138897"/>
                  <a:pt x="1923989" y="137343"/>
                </a:cubicBezTo>
                <a:cubicBezTo>
                  <a:pt x="1921794" y="135880"/>
                  <a:pt x="1920057" y="133960"/>
                  <a:pt x="1918594" y="131765"/>
                </a:cubicBezTo>
                <a:cubicBezTo>
                  <a:pt x="1917222" y="129570"/>
                  <a:pt x="1916308" y="127193"/>
                  <a:pt x="1915851" y="124541"/>
                </a:cubicBezTo>
                <a:cubicBezTo>
                  <a:pt x="1915394" y="121981"/>
                  <a:pt x="1915394" y="119421"/>
                  <a:pt x="1915942" y="116860"/>
                </a:cubicBezTo>
                <a:cubicBezTo>
                  <a:pt x="1916582" y="114300"/>
                  <a:pt x="1917588" y="111923"/>
                  <a:pt x="1919143" y="109728"/>
                </a:cubicBezTo>
                <a:cubicBezTo>
                  <a:pt x="1920606" y="107625"/>
                  <a:pt x="1922526" y="105796"/>
                  <a:pt x="1924721" y="104424"/>
                </a:cubicBezTo>
                <a:cubicBezTo>
                  <a:pt x="1926915" y="102961"/>
                  <a:pt x="1929293" y="102047"/>
                  <a:pt x="1931944" y="101590"/>
                </a:cubicBezTo>
                <a:cubicBezTo>
                  <a:pt x="1934505" y="101133"/>
                  <a:pt x="1937065" y="101224"/>
                  <a:pt x="1939717" y="101773"/>
                </a:cubicBezTo>
              </a:path>
              <a:path w="5402001" h="1449690">
                <a:moveTo>
                  <a:pt x="2034449" y="122804"/>
                </a:moveTo>
                <a:lnTo>
                  <a:pt x="2090501" y="135240"/>
                </a:lnTo>
                <a:cubicBezTo>
                  <a:pt x="2093062" y="135788"/>
                  <a:pt x="2095439" y="136886"/>
                  <a:pt x="2097542" y="138349"/>
                </a:cubicBezTo>
                <a:cubicBezTo>
                  <a:pt x="2099737" y="139903"/>
                  <a:pt x="2101474" y="141732"/>
                  <a:pt x="2102937" y="143927"/>
                </a:cubicBezTo>
                <a:cubicBezTo>
                  <a:pt x="2104309" y="146213"/>
                  <a:pt x="2105223" y="148590"/>
                  <a:pt x="2105680" y="151150"/>
                </a:cubicBezTo>
                <a:cubicBezTo>
                  <a:pt x="2106138" y="153802"/>
                  <a:pt x="2106138" y="156362"/>
                  <a:pt x="2105497" y="158923"/>
                </a:cubicBezTo>
                <a:cubicBezTo>
                  <a:pt x="2104949" y="161483"/>
                  <a:pt x="2103943" y="163860"/>
                  <a:pt x="2102388" y="165964"/>
                </a:cubicBezTo>
                <a:cubicBezTo>
                  <a:pt x="2100925" y="168158"/>
                  <a:pt x="2099005" y="169896"/>
                  <a:pt x="2096811" y="171359"/>
                </a:cubicBezTo>
                <a:cubicBezTo>
                  <a:pt x="2094616" y="172730"/>
                  <a:pt x="2092147" y="173645"/>
                  <a:pt x="2089587" y="174102"/>
                </a:cubicBezTo>
                <a:cubicBezTo>
                  <a:pt x="2087027" y="174559"/>
                  <a:pt x="2084375" y="174559"/>
                  <a:pt x="2081814" y="174010"/>
                </a:cubicBezTo>
                <a:lnTo>
                  <a:pt x="2025853" y="161574"/>
                </a:lnTo>
                <a:cubicBezTo>
                  <a:pt x="2023293" y="160934"/>
                  <a:pt x="2020915" y="159929"/>
                  <a:pt x="2018721" y="158374"/>
                </a:cubicBezTo>
                <a:cubicBezTo>
                  <a:pt x="2016618" y="156911"/>
                  <a:pt x="2014789" y="155082"/>
                  <a:pt x="2013417" y="152796"/>
                </a:cubicBezTo>
                <a:cubicBezTo>
                  <a:pt x="2011954" y="150602"/>
                  <a:pt x="2011040" y="148224"/>
                  <a:pt x="2010583" y="145572"/>
                </a:cubicBezTo>
                <a:cubicBezTo>
                  <a:pt x="2010126" y="143012"/>
                  <a:pt x="2010217" y="140452"/>
                  <a:pt x="2010766" y="137892"/>
                </a:cubicBezTo>
                <a:cubicBezTo>
                  <a:pt x="2011314" y="135331"/>
                  <a:pt x="2012412" y="132954"/>
                  <a:pt x="2013875" y="130759"/>
                </a:cubicBezTo>
                <a:cubicBezTo>
                  <a:pt x="2015429" y="128656"/>
                  <a:pt x="2017258" y="126827"/>
                  <a:pt x="2019452" y="125456"/>
                </a:cubicBezTo>
                <a:cubicBezTo>
                  <a:pt x="2021738" y="123993"/>
                  <a:pt x="2024116" y="123078"/>
                  <a:pt x="2026676" y="122621"/>
                </a:cubicBezTo>
                <a:cubicBezTo>
                  <a:pt x="2029328" y="122164"/>
                  <a:pt x="2031888" y="122255"/>
                  <a:pt x="2034449" y="122804"/>
                </a:cubicBezTo>
              </a:path>
              <a:path w="5402001" h="1449690">
                <a:moveTo>
                  <a:pt x="2129272" y="143835"/>
                </a:moveTo>
                <a:lnTo>
                  <a:pt x="2185233" y="156271"/>
                </a:lnTo>
                <a:cubicBezTo>
                  <a:pt x="2187793" y="156820"/>
                  <a:pt x="2190171" y="157917"/>
                  <a:pt x="2192365" y="159380"/>
                </a:cubicBezTo>
                <a:cubicBezTo>
                  <a:pt x="2194469" y="160934"/>
                  <a:pt x="2196297" y="162763"/>
                  <a:pt x="2197669" y="164958"/>
                </a:cubicBezTo>
                <a:cubicBezTo>
                  <a:pt x="2199132" y="167244"/>
                  <a:pt x="2200046" y="169621"/>
                  <a:pt x="2200504" y="172182"/>
                </a:cubicBezTo>
                <a:cubicBezTo>
                  <a:pt x="2200961" y="174833"/>
                  <a:pt x="2200869" y="177394"/>
                  <a:pt x="2200321" y="179954"/>
                </a:cubicBezTo>
                <a:cubicBezTo>
                  <a:pt x="2199772" y="182514"/>
                  <a:pt x="2198675" y="184892"/>
                  <a:pt x="2197212" y="186995"/>
                </a:cubicBezTo>
                <a:cubicBezTo>
                  <a:pt x="2195657" y="189189"/>
                  <a:pt x="2193828" y="190927"/>
                  <a:pt x="2191634" y="192390"/>
                </a:cubicBezTo>
                <a:cubicBezTo>
                  <a:pt x="2189348" y="193761"/>
                  <a:pt x="2186970" y="194676"/>
                  <a:pt x="2184410" y="195133"/>
                </a:cubicBezTo>
                <a:cubicBezTo>
                  <a:pt x="2181758" y="195590"/>
                  <a:pt x="2179198" y="195590"/>
                  <a:pt x="2176638" y="195042"/>
                </a:cubicBezTo>
                <a:lnTo>
                  <a:pt x="2120585" y="182606"/>
                </a:lnTo>
                <a:cubicBezTo>
                  <a:pt x="2118025" y="181966"/>
                  <a:pt x="2115647" y="180960"/>
                  <a:pt x="2113544" y="179497"/>
                </a:cubicBezTo>
                <a:cubicBezTo>
                  <a:pt x="2111350" y="177942"/>
                  <a:pt x="2109612" y="176113"/>
                  <a:pt x="2108149" y="173827"/>
                </a:cubicBezTo>
                <a:cubicBezTo>
                  <a:pt x="2106778" y="171633"/>
                  <a:pt x="2105863" y="169255"/>
                  <a:pt x="2105406" y="166604"/>
                </a:cubicBezTo>
                <a:cubicBezTo>
                  <a:pt x="2104949" y="164043"/>
                  <a:pt x="2104949" y="161483"/>
                  <a:pt x="2105497" y="158923"/>
                </a:cubicBezTo>
                <a:cubicBezTo>
                  <a:pt x="2106138" y="156362"/>
                  <a:pt x="2107143" y="153985"/>
                  <a:pt x="2108698" y="151790"/>
                </a:cubicBezTo>
                <a:cubicBezTo>
                  <a:pt x="2110161" y="149687"/>
                  <a:pt x="2112081" y="147858"/>
                  <a:pt x="2114276" y="146487"/>
                </a:cubicBezTo>
                <a:cubicBezTo>
                  <a:pt x="2116470" y="145024"/>
                  <a:pt x="2118848" y="144109"/>
                  <a:pt x="2121499" y="143652"/>
                </a:cubicBezTo>
                <a:cubicBezTo>
                  <a:pt x="2124060" y="143195"/>
                  <a:pt x="2126620" y="143286"/>
                  <a:pt x="2129272" y="143835"/>
                </a:cubicBezTo>
              </a:path>
              <a:path w="5402001" h="1449690">
                <a:moveTo>
                  <a:pt x="2224004" y="164866"/>
                </a:moveTo>
                <a:lnTo>
                  <a:pt x="2280056" y="177302"/>
                </a:lnTo>
                <a:cubicBezTo>
                  <a:pt x="2282617" y="177851"/>
                  <a:pt x="2284994" y="178948"/>
                  <a:pt x="2287097" y="180411"/>
                </a:cubicBezTo>
                <a:cubicBezTo>
                  <a:pt x="2289292" y="181966"/>
                  <a:pt x="2291029" y="183794"/>
                  <a:pt x="2292492" y="185989"/>
                </a:cubicBezTo>
                <a:cubicBezTo>
                  <a:pt x="2293864" y="188275"/>
                  <a:pt x="2294778" y="190652"/>
                  <a:pt x="2295235" y="193213"/>
                </a:cubicBezTo>
                <a:cubicBezTo>
                  <a:pt x="2295693" y="195864"/>
                  <a:pt x="2295693" y="198425"/>
                  <a:pt x="2295053" y="200985"/>
                </a:cubicBezTo>
                <a:cubicBezTo>
                  <a:pt x="2294504" y="203545"/>
                  <a:pt x="2293498" y="205923"/>
                  <a:pt x="2291944" y="208026"/>
                </a:cubicBezTo>
                <a:cubicBezTo>
                  <a:pt x="2290481" y="210221"/>
                  <a:pt x="2288560" y="211958"/>
                  <a:pt x="2286366" y="213421"/>
                </a:cubicBezTo>
                <a:cubicBezTo>
                  <a:pt x="2284171" y="214793"/>
                  <a:pt x="2281702" y="215798"/>
                  <a:pt x="2279142" y="216256"/>
                </a:cubicBezTo>
                <a:cubicBezTo>
                  <a:pt x="2276582" y="216713"/>
                  <a:pt x="2273930" y="216621"/>
                  <a:pt x="2271370" y="216073"/>
                </a:cubicBezTo>
                <a:lnTo>
                  <a:pt x="2215408" y="203637"/>
                </a:lnTo>
                <a:cubicBezTo>
                  <a:pt x="2212848" y="202997"/>
                  <a:pt x="2210471" y="201991"/>
                  <a:pt x="2208276" y="200528"/>
                </a:cubicBezTo>
                <a:cubicBezTo>
                  <a:pt x="2206173" y="198973"/>
                  <a:pt x="2204344" y="197145"/>
                  <a:pt x="2202972" y="194859"/>
                </a:cubicBezTo>
                <a:cubicBezTo>
                  <a:pt x="2201509" y="192664"/>
                  <a:pt x="2200595" y="190287"/>
                  <a:pt x="2200138" y="187635"/>
                </a:cubicBezTo>
                <a:cubicBezTo>
                  <a:pt x="2199681" y="185075"/>
                  <a:pt x="2199772" y="182514"/>
                  <a:pt x="2200321" y="179954"/>
                </a:cubicBezTo>
                <a:cubicBezTo>
                  <a:pt x="2200869" y="177394"/>
                  <a:pt x="2201967" y="175016"/>
                  <a:pt x="2203430" y="172822"/>
                </a:cubicBezTo>
                <a:cubicBezTo>
                  <a:pt x="2204984" y="170718"/>
                  <a:pt x="2206813" y="168890"/>
                  <a:pt x="2209008" y="167518"/>
                </a:cubicBezTo>
                <a:cubicBezTo>
                  <a:pt x="2211294" y="166055"/>
                  <a:pt x="2213671" y="165141"/>
                  <a:pt x="2216231" y="164683"/>
                </a:cubicBezTo>
                <a:cubicBezTo>
                  <a:pt x="2218883" y="164226"/>
                  <a:pt x="2221443" y="164318"/>
                  <a:pt x="2224004" y="164866"/>
                </a:cubicBezTo>
              </a:path>
              <a:path w="5402001" h="1449690">
                <a:moveTo>
                  <a:pt x="2318827" y="185898"/>
                </a:moveTo>
                <a:lnTo>
                  <a:pt x="2374788" y="198333"/>
                </a:lnTo>
                <a:cubicBezTo>
                  <a:pt x="2377349" y="198882"/>
                  <a:pt x="2379726" y="199979"/>
                  <a:pt x="2381921" y="201442"/>
                </a:cubicBezTo>
                <a:cubicBezTo>
                  <a:pt x="2384024" y="202997"/>
                  <a:pt x="2385852" y="204826"/>
                  <a:pt x="2387224" y="207020"/>
                </a:cubicBezTo>
                <a:cubicBezTo>
                  <a:pt x="2388687" y="209306"/>
                  <a:pt x="2389602" y="211684"/>
                  <a:pt x="2390059" y="214244"/>
                </a:cubicBezTo>
                <a:cubicBezTo>
                  <a:pt x="2390516" y="216896"/>
                  <a:pt x="2390424" y="219456"/>
                  <a:pt x="2389876" y="222016"/>
                </a:cubicBezTo>
                <a:cubicBezTo>
                  <a:pt x="2389327" y="224577"/>
                  <a:pt x="2388230" y="226954"/>
                  <a:pt x="2386767" y="229057"/>
                </a:cubicBezTo>
                <a:cubicBezTo>
                  <a:pt x="2385212" y="231252"/>
                  <a:pt x="2383384" y="232989"/>
                  <a:pt x="2381189" y="234452"/>
                </a:cubicBezTo>
                <a:cubicBezTo>
                  <a:pt x="2378903" y="235824"/>
                  <a:pt x="2376526" y="236830"/>
                  <a:pt x="2373965" y="237287"/>
                </a:cubicBezTo>
                <a:cubicBezTo>
                  <a:pt x="2371314" y="237744"/>
                  <a:pt x="2368753" y="237653"/>
                  <a:pt x="2366193" y="237104"/>
                </a:cubicBezTo>
                <a:lnTo>
                  <a:pt x="2310140" y="224668"/>
                </a:lnTo>
                <a:cubicBezTo>
                  <a:pt x="2307580" y="224119"/>
                  <a:pt x="2305202" y="223022"/>
                  <a:pt x="2303099" y="221559"/>
                </a:cubicBezTo>
                <a:cubicBezTo>
                  <a:pt x="2300905" y="220005"/>
                  <a:pt x="2299167" y="218176"/>
                  <a:pt x="2297704" y="215890"/>
                </a:cubicBezTo>
                <a:cubicBezTo>
                  <a:pt x="2296333" y="213695"/>
                  <a:pt x="2295418" y="211318"/>
                  <a:pt x="2294961" y="208758"/>
                </a:cubicBezTo>
                <a:cubicBezTo>
                  <a:pt x="2294504" y="206106"/>
                  <a:pt x="2294504" y="203545"/>
                  <a:pt x="2295053" y="200985"/>
                </a:cubicBezTo>
                <a:cubicBezTo>
                  <a:pt x="2295693" y="198425"/>
                  <a:pt x="2296698" y="196047"/>
                  <a:pt x="2298253" y="193853"/>
                </a:cubicBezTo>
                <a:cubicBezTo>
                  <a:pt x="2299716" y="191750"/>
                  <a:pt x="2301636" y="189921"/>
                  <a:pt x="2303831" y="188549"/>
                </a:cubicBezTo>
                <a:cubicBezTo>
                  <a:pt x="2306025" y="187178"/>
                  <a:pt x="2308403" y="186172"/>
                  <a:pt x="2311055" y="185715"/>
                </a:cubicBezTo>
                <a:cubicBezTo>
                  <a:pt x="2313615" y="185257"/>
                  <a:pt x="2316175" y="185349"/>
                  <a:pt x="2318827" y="185898"/>
                </a:cubicBezTo>
              </a:path>
              <a:path w="5402001" h="1449690">
                <a:moveTo>
                  <a:pt x="2413559" y="206929"/>
                </a:moveTo>
                <a:lnTo>
                  <a:pt x="2469612" y="219365"/>
                </a:lnTo>
                <a:cubicBezTo>
                  <a:pt x="2472172" y="219913"/>
                  <a:pt x="2474549" y="221010"/>
                  <a:pt x="2476652" y="222474"/>
                </a:cubicBezTo>
                <a:cubicBezTo>
                  <a:pt x="2478847" y="224028"/>
                  <a:pt x="2480584" y="225857"/>
                  <a:pt x="2482047" y="228143"/>
                </a:cubicBezTo>
                <a:cubicBezTo>
                  <a:pt x="2483419" y="230337"/>
                  <a:pt x="2484333" y="232715"/>
                  <a:pt x="2484791" y="235275"/>
                </a:cubicBezTo>
                <a:cubicBezTo>
                  <a:pt x="2485248" y="237927"/>
                  <a:pt x="2485248" y="240487"/>
                  <a:pt x="2484608" y="243048"/>
                </a:cubicBezTo>
                <a:cubicBezTo>
                  <a:pt x="2484059" y="245608"/>
                  <a:pt x="2483053" y="247985"/>
                  <a:pt x="2481499" y="250180"/>
                </a:cubicBezTo>
                <a:cubicBezTo>
                  <a:pt x="2480036" y="252283"/>
                  <a:pt x="2478115" y="254112"/>
                  <a:pt x="2475921" y="255483"/>
                </a:cubicBezTo>
                <a:cubicBezTo>
                  <a:pt x="2473726" y="256855"/>
                  <a:pt x="2471257" y="257861"/>
                  <a:pt x="2468697" y="258318"/>
                </a:cubicBezTo>
                <a:cubicBezTo>
                  <a:pt x="2466137" y="258775"/>
                  <a:pt x="2463485" y="258684"/>
                  <a:pt x="2460925" y="258135"/>
                </a:cubicBezTo>
                <a:lnTo>
                  <a:pt x="2404963" y="245699"/>
                </a:lnTo>
                <a:cubicBezTo>
                  <a:pt x="2402403" y="245151"/>
                  <a:pt x="2400026" y="244053"/>
                  <a:pt x="2397831" y="242590"/>
                </a:cubicBezTo>
                <a:cubicBezTo>
                  <a:pt x="2395728" y="241036"/>
                  <a:pt x="2393899" y="239207"/>
                  <a:pt x="2392528" y="237012"/>
                </a:cubicBezTo>
                <a:cubicBezTo>
                  <a:pt x="2391065" y="234726"/>
                  <a:pt x="2390150" y="232349"/>
                  <a:pt x="2389693" y="229789"/>
                </a:cubicBezTo>
                <a:cubicBezTo>
                  <a:pt x="2389236" y="227137"/>
                  <a:pt x="2389327" y="224577"/>
                  <a:pt x="2389876" y="222016"/>
                </a:cubicBezTo>
                <a:cubicBezTo>
                  <a:pt x="2390424" y="219456"/>
                  <a:pt x="2391522" y="217079"/>
                  <a:pt x="2392985" y="214975"/>
                </a:cubicBezTo>
                <a:cubicBezTo>
                  <a:pt x="2394539" y="212781"/>
                  <a:pt x="2396368" y="210952"/>
                  <a:pt x="2398563" y="209580"/>
                </a:cubicBezTo>
                <a:cubicBezTo>
                  <a:pt x="2400849" y="208209"/>
                  <a:pt x="2403226" y="207203"/>
                  <a:pt x="2405786" y="206746"/>
                </a:cubicBezTo>
                <a:cubicBezTo>
                  <a:pt x="2408438" y="206289"/>
                  <a:pt x="2410998" y="206380"/>
                  <a:pt x="2413559" y="206929"/>
                </a:cubicBezTo>
              </a:path>
              <a:path w="5402001" h="1449690">
                <a:moveTo>
                  <a:pt x="2498049" y="210769"/>
                </a:moveTo>
                <a:lnTo>
                  <a:pt x="2553188" y="195042"/>
                </a:lnTo>
                <a:cubicBezTo>
                  <a:pt x="2555748" y="194310"/>
                  <a:pt x="2558308" y="194127"/>
                  <a:pt x="2560960" y="194401"/>
                </a:cubicBezTo>
                <a:cubicBezTo>
                  <a:pt x="2563520" y="194676"/>
                  <a:pt x="2565989" y="195499"/>
                  <a:pt x="2568275" y="196779"/>
                </a:cubicBezTo>
                <a:cubicBezTo>
                  <a:pt x="2570653" y="198059"/>
                  <a:pt x="2572573" y="199705"/>
                  <a:pt x="2574219" y="201808"/>
                </a:cubicBezTo>
                <a:cubicBezTo>
                  <a:pt x="2575865" y="203820"/>
                  <a:pt x="2577054" y="206106"/>
                  <a:pt x="2577785" y="208666"/>
                </a:cubicBezTo>
                <a:cubicBezTo>
                  <a:pt x="2578517" y="211226"/>
                  <a:pt x="2578699" y="213787"/>
                  <a:pt x="2578425" y="216347"/>
                </a:cubicBezTo>
                <a:cubicBezTo>
                  <a:pt x="2578059" y="218999"/>
                  <a:pt x="2577328" y="221468"/>
                  <a:pt x="2576048" y="223754"/>
                </a:cubicBezTo>
                <a:cubicBezTo>
                  <a:pt x="2574768" y="226040"/>
                  <a:pt x="2573122" y="228051"/>
                  <a:pt x="2571018" y="229697"/>
                </a:cubicBezTo>
                <a:cubicBezTo>
                  <a:pt x="2569007" y="231252"/>
                  <a:pt x="2566629" y="232440"/>
                  <a:pt x="2564160" y="233172"/>
                </a:cubicBezTo>
                <a:lnTo>
                  <a:pt x="2508931" y="248900"/>
                </a:lnTo>
                <a:cubicBezTo>
                  <a:pt x="2506462" y="249631"/>
                  <a:pt x="2503902" y="249906"/>
                  <a:pt x="2501250" y="249540"/>
                </a:cubicBezTo>
                <a:cubicBezTo>
                  <a:pt x="2498598" y="249265"/>
                  <a:pt x="2496129" y="248442"/>
                  <a:pt x="2493843" y="247162"/>
                </a:cubicBezTo>
                <a:cubicBezTo>
                  <a:pt x="2491557" y="245882"/>
                  <a:pt x="2489637" y="244236"/>
                  <a:pt x="2487991" y="242225"/>
                </a:cubicBezTo>
                <a:cubicBezTo>
                  <a:pt x="2486345" y="240121"/>
                  <a:pt x="2485156" y="237835"/>
                  <a:pt x="2484425" y="235275"/>
                </a:cubicBezTo>
                <a:cubicBezTo>
                  <a:pt x="2483693" y="232806"/>
                  <a:pt x="2483510" y="230246"/>
                  <a:pt x="2483785" y="227594"/>
                </a:cubicBezTo>
                <a:cubicBezTo>
                  <a:pt x="2484059" y="224942"/>
                  <a:pt x="2484882" y="222565"/>
                  <a:pt x="2486162" y="220188"/>
                </a:cubicBezTo>
                <a:cubicBezTo>
                  <a:pt x="2487442" y="217902"/>
                  <a:pt x="2489088" y="215981"/>
                  <a:pt x="2491191" y="214335"/>
                </a:cubicBezTo>
                <a:cubicBezTo>
                  <a:pt x="2493203" y="212689"/>
                  <a:pt x="2495489" y="211501"/>
                  <a:pt x="2498049" y="210769"/>
                </a:cubicBezTo>
              </a:path>
              <a:path w="5402001" h="1449690">
                <a:moveTo>
                  <a:pt x="2591410" y="184160"/>
                </a:moveTo>
                <a:lnTo>
                  <a:pt x="2646548" y="168432"/>
                </a:lnTo>
                <a:cubicBezTo>
                  <a:pt x="2649108" y="167701"/>
                  <a:pt x="2651669" y="167427"/>
                  <a:pt x="2654320" y="167792"/>
                </a:cubicBezTo>
                <a:cubicBezTo>
                  <a:pt x="2656881" y="168067"/>
                  <a:pt x="2659350" y="168890"/>
                  <a:pt x="2661636" y="170170"/>
                </a:cubicBezTo>
                <a:cubicBezTo>
                  <a:pt x="2664013" y="171450"/>
                  <a:pt x="2665933" y="173096"/>
                  <a:pt x="2667579" y="175108"/>
                </a:cubicBezTo>
                <a:cubicBezTo>
                  <a:pt x="2669225" y="177211"/>
                  <a:pt x="2670414" y="179497"/>
                  <a:pt x="2671145" y="182057"/>
                </a:cubicBezTo>
                <a:cubicBezTo>
                  <a:pt x="2671877" y="184526"/>
                  <a:pt x="2672060" y="187086"/>
                  <a:pt x="2671785" y="189738"/>
                </a:cubicBezTo>
                <a:cubicBezTo>
                  <a:pt x="2671420" y="192390"/>
                  <a:pt x="2670688" y="194767"/>
                  <a:pt x="2669408" y="197145"/>
                </a:cubicBezTo>
                <a:cubicBezTo>
                  <a:pt x="2668128" y="199431"/>
                  <a:pt x="2666482" y="201351"/>
                  <a:pt x="2664379" y="202997"/>
                </a:cubicBezTo>
                <a:cubicBezTo>
                  <a:pt x="2662276" y="204643"/>
                  <a:pt x="2659990" y="205831"/>
                  <a:pt x="2657521" y="206563"/>
                </a:cubicBezTo>
                <a:lnTo>
                  <a:pt x="2602291" y="222291"/>
                </a:lnTo>
                <a:cubicBezTo>
                  <a:pt x="2599822" y="223022"/>
                  <a:pt x="2597170" y="223205"/>
                  <a:pt x="2594610" y="222931"/>
                </a:cubicBezTo>
                <a:cubicBezTo>
                  <a:pt x="2591958" y="222656"/>
                  <a:pt x="2589489" y="221833"/>
                  <a:pt x="2587203" y="220553"/>
                </a:cubicBezTo>
                <a:cubicBezTo>
                  <a:pt x="2584917" y="219273"/>
                  <a:pt x="2582906" y="217627"/>
                  <a:pt x="2581351" y="215524"/>
                </a:cubicBezTo>
                <a:cubicBezTo>
                  <a:pt x="2579705" y="213512"/>
                  <a:pt x="2578517" y="211226"/>
                  <a:pt x="2577785" y="208666"/>
                </a:cubicBezTo>
                <a:cubicBezTo>
                  <a:pt x="2577054" y="206106"/>
                  <a:pt x="2576871" y="203545"/>
                  <a:pt x="2577145" y="200985"/>
                </a:cubicBezTo>
                <a:cubicBezTo>
                  <a:pt x="2577419" y="198333"/>
                  <a:pt x="2578242" y="195864"/>
                  <a:pt x="2579522" y="193578"/>
                </a:cubicBezTo>
                <a:cubicBezTo>
                  <a:pt x="2580803" y="191292"/>
                  <a:pt x="2582448" y="189281"/>
                  <a:pt x="2584552" y="187726"/>
                </a:cubicBezTo>
                <a:cubicBezTo>
                  <a:pt x="2586563" y="186080"/>
                  <a:pt x="2588849" y="184892"/>
                  <a:pt x="2591410" y="184160"/>
                </a:cubicBezTo>
              </a:path>
              <a:path w="5402001" h="1449690">
                <a:moveTo>
                  <a:pt x="2684770" y="157551"/>
                </a:moveTo>
                <a:lnTo>
                  <a:pt x="2739908" y="141732"/>
                </a:lnTo>
                <a:cubicBezTo>
                  <a:pt x="2742468" y="141000"/>
                  <a:pt x="2745029" y="140818"/>
                  <a:pt x="2747681" y="141092"/>
                </a:cubicBezTo>
                <a:cubicBezTo>
                  <a:pt x="2750241" y="141458"/>
                  <a:pt x="2752710" y="142189"/>
                  <a:pt x="2754996" y="143469"/>
                </a:cubicBezTo>
                <a:cubicBezTo>
                  <a:pt x="2757373" y="144750"/>
                  <a:pt x="2759293" y="146487"/>
                  <a:pt x="2760939" y="148499"/>
                </a:cubicBezTo>
                <a:cubicBezTo>
                  <a:pt x="2762585" y="150602"/>
                  <a:pt x="2763774" y="152888"/>
                  <a:pt x="2764506" y="155357"/>
                </a:cubicBezTo>
                <a:cubicBezTo>
                  <a:pt x="2765237" y="157917"/>
                  <a:pt x="2765420" y="160477"/>
                  <a:pt x="2765146" y="163129"/>
                </a:cubicBezTo>
                <a:cubicBezTo>
                  <a:pt x="2764780" y="165689"/>
                  <a:pt x="2764048" y="168158"/>
                  <a:pt x="2762768" y="170444"/>
                </a:cubicBezTo>
                <a:cubicBezTo>
                  <a:pt x="2761488" y="172730"/>
                  <a:pt x="2759751" y="174742"/>
                  <a:pt x="2757739" y="176388"/>
                </a:cubicBezTo>
                <a:cubicBezTo>
                  <a:pt x="2755636" y="178034"/>
                  <a:pt x="2753350" y="179222"/>
                  <a:pt x="2750881" y="179954"/>
                </a:cubicBezTo>
                <a:lnTo>
                  <a:pt x="2695651" y="195682"/>
                </a:lnTo>
                <a:cubicBezTo>
                  <a:pt x="2693182" y="196413"/>
                  <a:pt x="2690531" y="196596"/>
                  <a:pt x="2687970" y="196322"/>
                </a:cubicBezTo>
                <a:cubicBezTo>
                  <a:pt x="2685318" y="195956"/>
                  <a:pt x="2682850" y="195224"/>
                  <a:pt x="2680564" y="193944"/>
                </a:cubicBezTo>
                <a:cubicBezTo>
                  <a:pt x="2678278" y="192664"/>
                  <a:pt x="2676266" y="191018"/>
                  <a:pt x="2674711" y="188915"/>
                </a:cubicBezTo>
                <a:cubicBezTo>
                  <a:pt x="2673066" y="186812"/>
                  <a:pt x="2671877" y="184526"/>
                  <a:pt x="2671145" y="182057"/>
                </a:cubicBezTo>
                <a:cubicBezTo>
                  <a:pt x="2670414" y="179497"/>
                  <a:pt x="2670231" y="176936"/>
                  <a:pt x="2670505" y="174285"/>
                </a:cubicBezTo>
                <a:cubicBezTo>
                  <a:pt x="2670780" y="171724"/>
                  <a:pt x="2671602" y="169255"/>
                  <a:pt x="2672883" y="166969"/>
                </a:cubicBezTo>
                <a:cubicBezTo>
                  <a:pt x="2674163" y="164683"/>
                  <a:pt x="2675809" y="162672"/>
                  <a:pt x="2677912" y="161026"/>
                </a:cubicBezTo>
                <a:cubicBezTo>
                  <a:pt x="2679924" y="159380"/>
                  <a:pt x="2682210" y="158191"/>
                  <a:pt x="2684770" y="157551"/>
                </a:cubicBezTo>
              </a:path>
              <a:path w="5402001" h="1449690">
                <a:moveTo>
                  <a:pt x="2778130" y="130851"/>
                </a:moveTo>
                <a:lnTo>
                  <a:pt x="2833268" y="115123"/>
                </a:lnTo>
                <a:cubicBezTo>
                  <a:pt x="2835829" y="114391"/>
                  <a:pt x="2838389" y="114209"/>
                  <a:pt x="2841041" y="114483"/>
                </a:cubicBezTo>
                <a:cubicBezTo>
                  <a:pt x="2843601" y="114757"/>
                  <a:pt x="2846070" y="115580"/>
                  <a:pt x="2848356" y="116860"/>
                </a:cubicBezTo>
                <a:cubicBezTo>
                  <a:pt x="2850642" y="118140"/>
                  <a:pt x="2852654" y="119786"/>
                  <a:pt x="2854300" y="121890"/>
                </a:cubicBezTo>
                <a:cubicBezTo>
                  <a:pt x="2855946" y="123901"/>
                  <a:pt x="2857134" y="126187"/>
                  <a:pt x="2857866" y="128748"/>
                </a:cubicBezTo>
                <a:cubicBezTo>
                  <a:pt x="2858597" y="131308"/>
                  <a:pt x="2858780" y="133868"/>
                  <a:pt x="2858506" y="136428"/>
                </a:cubicBezTo>
                <a:cubicBezTo>
                  <a:pt x="2858140" y="139080"/>
                  <a:pt x="2857409" y="141549"/>
                  <a:pt x="2856128" y="143835"/>
                </a:cubicBezTo>
                <a:cubicBezTo>
                  <a:pt x="2854848" y="146121"/>
                  <a:pt x="2853111" y="148133"/>
                  <a:pt x="2851099" y="149687"/>
                </a:cubicBezTo>
                <a:cubicBezTo>
                  <a:pt x="2848996" y="151333"/>
                  <a:pt x="2846710" y="152522"/>
                  <a:pt x="2844150" y="153253"/>
                </a:cubicBezTo>
                <a:lnTo>
                  <a:pt x="2789011" y="168981"/>
                </a:lnTo>
                <a:cubicBezTo>
                  <a:pt x="2786543" y="169713"/>
                  <a:pt x="2783891" y="169987"/>
                  <a:pt x="2781330" y="169621"/>
                </a:cubicBezTo>
                <a:cubicBezTo>
                  <a:pt x="2778679" y="169347"/>
                  <a:pt x="2776210" y="168524"/>
                  <a:pt x="2773924" y="167244"/>
                </a:cubicBezTo>
                <a:cubicBezTo>
                  <a:pt x="2771638" y="165964"/>
                  <a:pt x="2769626" y="164318"/>
                  <a:pt x="2767980" y="162306"/>
                </a:cubicBezTo>
                <a:cubicBezTo>
                  <a:pt x="2766426" y="160203"/>
                  <a:pt x="2765237" y="157917"/>
                  <a:pt x="2764506" y="155357"/>
                </a:cubicBezTo>
                <a:cubicBezTo>
                  <a:pt x="2763774" y="152888"/>
                  <a:pt x="2763500" y="150327"/>
                  <a:pt x="2763865" y="147676"/>
                </a:cubicBezTo>
                <a:cubicBezTo>
                  <a:pt x="2764140" y="145024"/>
                  <a:pt x="2764963" y="142646"/>
                  <a:pt x="2766243" y="140269"/>
                </a:cubicBezTo>
                <a:cubicBezTo>
                  <a:pt x="2767523" y="137983"/>
                  <a:pt x="2769169" y="136063"/>
                  <a:pt x="2771272" y="134417"/>
                </a:cubicBezTo>
                <a:cubicBezTo>
                  <a:pt x="2773284" y="132771"/>
                  <a:pt x="2775570" y="131582"/>
                  <a:pt x="2778130" y="130851"/>
                </a:cubicBezTo>
              </a:path>
              <a:path w="5402001" h="1449690">
                <a:moveTo>
                  <a:pt x="2871490" y="104242"/>
                </a:moveTo>
                <a:lnTo>
                  <a:pt x="2926629" y="88514"/>
                </a:lnTo>
                <a:cubicBezTo>
                  <a:pt x="2929189" y="87782"/>
                  <a:pt x="2931749" y="87508"/>
                  <a:pt x="2934401" y="87874"/>
                </a:cubicBezTo>
                <a:cubicBezTo>
                  <a:pt x="2936961" y="88148"/>
                  <a:pt x="2939430" y="88971"/>
                  <a:pt x="2941716" y="90251"/>
                </a:cubicBezTo>
                <a:cubicBezTo>
                  <a:pt x="2944002" y="91531"/>
                  <a:pt x="2946014" y="93177"/>
                  <a:pt x="2947660" y="95189"/>
                </a:cubicBezTo>
                <a:cubicBezTo>
                  <a:pt x="2949306" y="97292"/>
                  <a:pt x="2950494" y="99578"/>
                  <a:pt x="2951226" y="102138"/>
                </a:cubicBezTo>
                <a:cubicBezTo>
                  <a:pt x="2951866" y="104607"/>
                  <a:pt x="2952140" y="107168"/>
                  <a:pt x="2951866" y="109819"/>
                </a:cubicBezTo>
                <a:cubicBezTo>
                  <a:pt x="2951500" y="112471"/>
                  <a:pt x="2950769" y="114849"/>
                  <a:pt x="2949489" y="117226"/>
                </a:cubicBezTo>
                <a:cubicBezTo>
                  <a:pt x="2948208" y="119512"/>
                  <a:pt x="2946471" y="121432"/>
                  <a:pt x="2944459" y="123078"/>
                </a:cubicBezTo>
                <a:cubicBezTo>
                  <a:pt x="2942356" y="124724"/>
                  <a:pt x="2940070" y="125913"/>
                  <a:pt x="2937510" y="126644"/>
                </a:cubicBezTo>
                <a:lnTo>
                  <a:pt x="2882372" y="142372"/>
                </a:lnTo>
                <a:cubicBezTo>
                  <a:pt x="2879811" y="143104"/>
                  <a:pt x="2877251" y="143286"/>
                  <a:pt x="2874691" y="143012"/>
                </a:cubicBezTo>
                <a:cubicBezTo>
                  <a:pt x="2872039" y="142738"/>
                  <a:pt x="2869570" y="141915"/>
                  <a:pt x="2867284" y="140635"/>
                </a:cubicBezTo>
                <a:cubicBezTo>
                  <a:pt x="2864998" y="139355"/>
                  <a:pt x="2862986" y="137709"/>
                  <a:pt x="2861340" y="135606"/>
                </a:cubicBezTo>
                <a:cubicBezTo>
                  <a:pt x="2859695" y="133594"/>
                  <a:pt x="2858597" y="131308"/>
                  <a:pt x="2857866" y="128748"/>
                </a:cubicBezTo>
                <a:cubicBezTo>
                  <a:pt x="2857134" y="126187"/>
                  <a:pt x="2856860" y="123627"/>
                  <a:pt x="2857226" y="121067"/>
                </a:cubicBezTo>
                <a:cubicBezTo>
                  <a:pt x="2857500" y="118415"/>
                  <a:pt x="2858323" y="115946"/>
                  <a:pt x="2859603" y="113660"/>
                </a:cubicBezTo>
                <a:cubicBezTo>
                  <a:pt x="2860883" y="111374"/>
                  <a:pt x="2862529" y="109362"/>
                  <a:pt x="2864541" y="107808"/>
                </a:cubicBezTo>
                <a:cubicBezTo>
                  <a:pt x="2866644" y="106162"/>
                  <a:pt x="2868930" y="104973"/>
                  <a:pt x="2871490" y="104242"/>
                </a:cubicBezTo>
              </a:path>
              <a:path w="5402001" h="1449690">
                <a:moveTo>
                  <a:pt x="2964851" y="77541"/>
                </a:moveTo>
                <a:lnTo>
                  <a:pt x="3019989" y="61813"/>
                </a:lnTo>
                <a:cubicBezTo>
                  <a:pt x="3022549" y="61082"/>
                  <a:pt x="3025110" y="60899"/>
                  <a:pt x="3027670" y="61173"/>
                </a:cubicBezTo>
                <a:cubicBezTo>
                  <a:pt x="3030322" y="61539"/>
                  <a:pt x="3032790" y="62271"/>
                  <a:pt x="3035076" y="63551"/>
                </a:cubicBezTo>
                <a:cubicBezTo>
                  <a:pt x="3037362" y="64831"/>
                  <a:pt x="3039374" y="66477"/>
                  <a:pt x="3041020" y="68580"/>
                </a:cubicBezTo>
                <a:cubicBezTo>
                  <a:pt x="3042666" y="70683"/>
                  <a:pt x="3043855" y="72969"/>
                  <a:pt x="3044586" y="75438"/>
                </a:cubicBezTo>
                <a:cubicBezTo>
                  <a:pt x="3045226" y="77998"/>
                  <a:pt x="3045501" y="80559"/>
                  <a:pt x="3045135" y="83210"/>
                </a:cubicBezTo>
                <a:cubicBezTo>
                  <a:pt x="3044861" y="85771"/>
                  <a:pt x="3044129" y="88240"/>
                  <a:pt x="3042849" y="90526"/>
                </a:cubicBezTo>
                <a:cubicBezTo>
                  <a:pt x="3041569" y="92812"/>
                  <a:pt x="3039831" y="94823"/>
                  <a:pt x="3037820" y="96469"/>
                </a:cubicBezTo>
                <a:cubicBezTo>
                  <a:pt x="3035717" y="98115"/>
                  <a:pt x="3033431" y="99304"/>
                  <a:pt x="3030870" y="99944"/>
                </a:cubicBezTo>
                <a:lnTo>
                  <a:pt x="2975732" y="115763"/>
                </a:lnTo>
                <a:cubicBezTo>
                  <a:pt x="2973172" y="116495"/>
                  <a:pt x="2970611" y="116677"/>
                  <a:pt x="2968051" y="116403"/>
                </a:cubicBezTo>
                <a:cubicBezTo>
                  <a:pt x="2965399" y="116037"/>
                  <a:pt x="2962930" y="115306"/>
                  <a:pt x="2960644" y="114026"/>
                </a:cubicBezTo>
                <a:cubicBezTo>
                  <a:pt x="2958358" y="112746"/>
                  <a:pt x="2956347" y="111008"/>
                  <a:pt x="2954701" y="108996"/>
                </a:cubicBezTo>
                <a:cubicBezTo>
                  <a:pt x="2953055" y="106893"/>
                  <a:pt x="2951866" y="104607"/>
                  <a:pt x="2951226" y="102138"/>
                </a:cubicBezTo>
                <a:cubicBezTo>
                  <a:pt x="2950494" y="99578"/>
                  <a:pt x="2950220" y="97018"/>
                  <a:pt x="2950586" y="94366"/>
                </a:cubicBezTo>
                <a:cubicBezTo>
                  <a:pt x="2950860" y="91806"/>
                  <a:pt x="2951683" y="89337"/>
                  <a:pt x="2952963" y="87051"/>
                </a:cubicBezTo>
                <a:cubicBezTo>
                  <a:pt x="2954244" y="84765"/>
                  <a:pt x="2955889" y="82753"/>
                  <a:pt x="2957901" y="81107"/>
                </a:cubicBezTo>
                <a:cubicBezTo>
                  <a:pt x="2960004" y="79461"/>
                  <a:pt x="2962290" y="78273"/>
                  <a:pt x="2964851" y="77541"/>
                </a:cubicBezTo>
              </a:path>
              <a:path w="5402001" h="1449690">
                <a:moveTo>
                  <a:pt x="3058211" y="50932"/>
                </a:moveTo>
                <a:lnTo>
                  <a:pt x="3113349" y="35204"/>
                </a:lnTo>
                <a:cubicBezTo>
                  <a:pt x="3115909" y="34473"/>
                  <a:pt x="3118470" y="34290"/>
                  <a:pt x="3121030" y="34564"/>
                </a:cubicBezTo>
                <a:cubicBezTo>
                  <a:pt x="3123682" y="34839"/>
                  <a:pt x="3126151" y="35662"/>
                  <a:pt x="3128437" y="36942"/>
                </a:cubicBezTo>
                <a:cubicBezTo>
                  <a:pt x="3130723" y="38222"/>
                  <a:pt x="3132734" y="39868"/>
                  <a:pt x="3134380" y="41971"/>
                </a:cubicBezTo>
                <a:cubicBezTo>
                  <a:pt x="3136026" y="43983"/>
                  <a:pt x="3137215" y="46269"/>
                  <a:pt x="3137855" y="48829"/>
                </a:cubicBezTo>
                <a:cubicBezTo>
                  <a:pt x="3138587" y="51389"/>
                  <a:pt x="3138861" y="53950"/>
                  <a:pt x="3138495" y="56510"/>
                </a:cubicBezTo>
                <a:cubicBezTo>
                  <a:pt x="3138221" y="59162"/>
                  <a:pt x="3137398" y="61631"/>
                  <a:pt x="3136118" y="63917"/>
                </a:cubicBezTo>
                <a:cubicBezTo>
                  <a:pt x="3134838" y="66203"/>
                  <a:pt x="3133192" y="68214"/>
                  <a:pt x="3131180" y="69769"/>
                </a:cubicBezTo>
                <a:cubicBezTo>
                  <a:pt x="3129077" y="71415"/>
                  <a:pt x="3126791" y="72603"/>
                  <a:pt x="3124230" y="73335"/>
                </a:cubicBezTo>
                <a:lnTo>
                  <a:pt x="3069092" y="89063"/>
                </a:lnTo>
                <a:cubicBezTo>
                  <a:pt x="3066532" y="89794"/>
                  <a:pt x="3063972" y="90068"/>
                  <a:pt x="3061411" y="89703"/>
                </a:cubicBezTo>
                <a:cubicBezTo>
                  <a:pt x="3058759" y="89428"/>
                  <a:pt x="3056291" y="88605"/>
                  <a:pt x="3054005" y="87325"/>
                </a:cubicBezTo>
                <a:cubicBezTo>
                  <a:pt x="3051719" y="86045"/>
                  <a:pt x="3049707" y="84399"/>
                  <a:pt x="3048061" y="82387"/>
                </a:cubicBezTo>
                <a:cubicBezTo>
                  <a:pt x="3046415" y="80284"/>
                  <a:pt x="3045226" y="77998"/>
                  <a:pt x="3044586" y="75438"/>
                </a:cubicBezTo>
                <a:cubicBezTo>
                  <a:pt x="3043855" y="72969"/>
                  <a:pt x="3043580" y="70409"/>
                  <a:pt x="3043946" y="67757"/>
                </a:cubicBezTo>
                <a:cubicBezTo>
                  <a:pt x="3044220" y="65105"/>
                  <a:pt x="3044952" y="62728"/>
                  <a:pt x="3046232" y="60350"/>
                </a:cubicBezTo>
                <a:cubicBezTo>
                  <a:pt x="3047512" y="58064"/>
                  <a:pt x="3049250" y="56144"/>
                  <a:pt x="3051261" y="54498"/>
                </a:cubicBezTo>
                <a:cubicBezTo>
                  <a:pt x="3053364" y="52852"/>
                  <a:pt x="3055650" y="51664"/>
                  <a:pt x="3058211" y="50932"/>
                </a:cubicBezTo>
              </a:path>
              <a:path w="5402001" h="1449690">
                <a:moveTo>
                  <a:pt x="3151571" y="24323"/>
                </a:moveTo>
                <a:lnTo>
                  <a:pt x="3206709" y="8595"/>
                </a:lnTo>
                <a:cubicBezTo>
                  <a:pt x="3209270" y="7864"/>
                  <a:pt x="3211830" y="7590"/>
                  <a:pt x="3214390" y="7955"/>
                </a:cubicBezTo>
                <a:cubicBezTo>
                  <a:pt x="3217042" y="8230"/>
                  <a:pt x="3219511" y="9053"/>
                  <a:pt x="3221797" y="10333"/>
                </a:cubicBezTo>
                <a:cubicBezTo>
                  <a:pt x="3224083" y="11613"/>
                  <a:pt x="3226095" y="13259"/>
                  <a:pt x="3227741" y="15270"/>
                </a:cubicBezTo>
                <a:cubicBezTo>
                  <a:pt x="3229386" y="17374"/>
                  <a:pt x="3230484" y="19660"/>
                  <a:pt x="3231215" y="22220"/>
                </a:cubicBezTo>
                <a:cubicBezTo>
                  <a:pt x="3231947" y="24689"/>
                  <a:pt x="3232221" y="27249"/>
                  <a:pt x="3231855" y="29901"/>
                </a:cubicBezTo>
                <a:cubicBezTo>
                  <a:pt x="3231581" y="32553"/>
                  <a:pt x="3230758" y="34930"/>
                  <a:pt x="3229478" y="37308"/>
                </a:cubicBezTo>
                <a:cubicBezTo>
                  <a:pt x="3228198" y="39594"/>
                  <a:pt x="3226552" y="41514"/>
                  <a:pt x="3224540" y="43160"/>
                </a:cubicBezTo>
                <a:cubicBezTo>
                  <a:pt x="3222437" y="44806"/>
                  <a:pt x="3220151" y="45994"/>
                  <a:pt x="3217591" y="46726"/>
                </a:cubicBezTo>
                <a:lnTo>
                  <a:pt x="3162452" y="62454"/>
                </a:lnTo>
                <a:cubicBezTo>
                  <a:pt x="3159892" y="63185"/>
                  <a:pt x="3157332" y="63368"/>
                  <a:pt x="3154680" y="63094"/>
                </a:cubicBezTo>
                <a:cubicBezTo>
                  <a:pt x="3152120" y="62819"/>
                  <a:pt x="3149651" y="61996"/>
                  <a:pt x="3147365" y="60716"/>
                </a:cubicBezTo>
                <a:cubicBezTo>
                  <a:pt x="3145079" y="59436"/>
                  <a:pt x="3143067" y="57790"/>
                  <a:pt x="3141421" y="55687"/>
                </a:cubicBezTo>
                <a:cubicBezTo>
                  <a:pt x="3139775" y="53675"/>
                  <a:pt x="3138587" y="51389"/>
                  <a:pt x="3137855" y="48829"/>
                </a:cubicBezTo>
                <a:cubicBezTo>
                  <a:pt x="3137215" y="46269"/>
                  <a:pt x="3136941" y="43708"/>
                  <a:pt x="3137306" y="41148"/>
                </a:cubicBezTo>
                <a:cubicBezTo>
                  <a:pt x="3137581" y="38496"/>
                  <a:pt x="3138312" y="36027"/>
                  <a:pt x="3139592" y="33741"/>
                </a:cubicBezTo>
                <a:cubicBezTo>
                  <a:pt x="3140873" y="31455"/>
                  <a:pt x="3142610" y="29444"/>
                  <a:pt x="3144622" y="27798"/>
                </a:cubicBezTo>
                <a:cubicBezTo>
                  <a:pt x="3146725" y="26243"/>
                  <a:pt x="3149011" y="25055"/>
                  <a:pt x="3151571" y="24323"/>
                </a:cubicBezTo>
              </a:path>
              <a:path w="5402001" h="1449690">
                <a:moveTo>
                  <a:pt x="3252246" y="183"/>
                </a:moveTo>
                <a:lnTo>
                  <a:pt x="3309488" y="4846"/>
                </a:lnTo>
                <a:cubicBezTo>
                  <a:pt x="3312048" y="5121"/>
                  <a:pt x="3314609" y="5761"/>
                  <a:pt x="3316895" y="7041"/>
                </a:cubicBezTo>
                <a:cubicBezTo>
                  <a:pt x="3319272" y="8230"/>
                  <a:pt x="3321284" y="9784"/>
                  <a:pt x="3323021" y="11796"/>
                </a:cubicBezTo>
                <a:cubicBezTo>
                  <a:pt x="3324667" y="13807"/>
                  <a:pt x="3325947" y="16093"/>
                  <a:pt x="3326770" y="18562"/>
                </a:cubicBezTo>
                <a:cubicBezTo>
                  <a:pt x="3327593" y="21031"/>
                  <a:pt x="3327867" y="23683"/>
                  <a:pt x="3327684" y="26243"/>
                </a:cubicBezTo>
                <a:cubicBezTo>
                  <a:pt x="3327410" y="28895"/>
                  <a:pt x="3326679" y="31364"/>
                  <a:pt x="3325490" y="33741"/>
                </a:cubicBezTo>
                <a:cubicBezTo>
                  <a:pt x="3324301" y="36027"/>
                  <a:pt x="3322747" y="38039"/>
                  <a:pt x="3320735" y="39776"/>
                </a:cubicBezTo>
                <a:cubicBezTo>
                  <a:pt x="3318723" y="41514"/>
                  <a:pt x="3316437" y="42702"/>
                  <a:pt x="3313968" y="43525"/>
                </a:cubicBezTo>
                <a:cubicBezTo>
                  <a:pt x="3311408" y="44348"/>
                  <a:pt x="3308848" y="44623"/>
                  <a:pt x="3306196" y="44440"/>
                </a:cubicBezTo>
                <a:lnTo>
                  <a:pt x="3249046" y="39776"/>
                </a:lnTo>
                <a:cubicBezTo>
                  <a:pt x="3246394" y="39502"/>
                  <a:pt x="3243925" y="38862"/>
                  <a:pt x="3241639" y="37673"/>
                </a:cubicBezTo>
                <a:cubicBezTo>
                  <a:pt x="3239262" y="36393"/>
                  <a:pt x="3237250" y="34839"/>
                  <a:pt x="3235513" y="32827"/>
                </a:cubicBezTo>
                <a:cubicBezTo>
                  <a:pt x="3233867" y="30815"/>
                  <a:pt x="3232587" y="28529"/>
                  <a:pt x="3231764" y="26060"/>
                </a:cubicBezTo>
                <a:cubicBezTo>
                  <a:pt x="3230941" y="23592"/>
                  <a:pt x="3230667" y="21031"/>
                  <a:pt x="3230850" y="18379"/>
                </a:cubicBezTo>
                <a:cubicBezTo>
                  <a:pt x="3231124" y="15728"/>
                  <a:pt x="3231764" y="13259"/>
                  <a:pt x="3232953" y="10973"/>
                </a:cubicBezTo>
                <a:cubicBezTo>
                  <a:pt x="3234233" y="8595"/>
                  <a:pt x="3235787" y="6584"/>
                  <a:pt x="3237799" y="4846"/>
                </a:cubicBezTo>
                <a:cubicBezTo>
                  <a:pt x="3239811" y="3200"/>
                  <a:pt x="3242097" y="1920"/>
                  <a:pt x="3244566" y="1097"/>
                </a:cubicBezTo>
                <a:cubicBezTo>
                  <a:pt x="3247126" y="274"/>
                  <a:pt x="3249686" y="0"/>
                  <a:pt x="3252246" y="183"/>
                </a:cubicBezTo>
              </a:path>
              <a:path w="5402001" h="1449690">
                <a:moveTo>
                  <a:pt x="3349081" y="8138"/>
                </a:moveTo>
                <a:lnTo>
                  <a:pt x="3406231" y="12802"/>
                </a:lnTo>
                <a:cubicBezTo>
                  <a:pt x="3408883" y="12984"/>
                  <a:pt x="3411352" y="13716"/>
                  <a:pt x="3413638" y="14905"/>
                </a:cubicBezTo>
                <a:cubicBezTo>
                  <a:pt x="3416016" y="16093"/>
                  <a:pt x="3418027" y="17648"/>
                  <a:pt x="3419765" y="19660"/>
                </a:cubicBezTo>
                <a:cubicBezTo>
                  <a:pt x="3421502" y="21671"/>
                  <a:pt x="3422691" y="23957"/>
                  <a:pt x="3423514" y="26426"/>
                </a:cubicBezTo>
                <a:cubicBezTo>
                  <a:pt x="3424337" y="28986"/>
                  <a:pt x="3424611" y="31547"/>
                  <a:pt x="3424428" y="34107"/>
                </a:cubicBezTo>
                <a:cubicBezTo>
                  <a:pt x="3424154" y="36759"/>
                  <a:pt x="3423514" y="39228"/>
                  <a:pt x="3422325" y="41605"/>
                </a:cubicBezTo>
                <a:cubicBezTo>
                  <a:pt x="3421045" y="43891"/>
                  <a:pt x="3419490" y="45994"/>
                  <a:pt x="3417479" y="47640"/>
                </a:cubicBezTo>
                <a:cubicBezTo>
                  <a:pt x="3415467" y="49378"/>
                  <a:pt x="3413181" y="50658"/>
                  <a:pt x="3410712" y="51389"/>
                </a:cubicBezTo>
                <a:cubicBezTo>
                  <a:pt x="3408152" y="52212"/>
                  <a:pt x="3405591" y="52487"/>
                  <a:pt x="3403031" y="52304"/>
                </a:cubicBezTo>
                <a:lnTo>
                  <a:pt x="3345790" y="47640"/>
                </a:lnTo>
                <a:cubicBezTo>
                  <a:pt x="3343229" y="47457"/>
                  <a:pt x="3340669" y="46726"/>
                  <a:pt x="3338383" y="45537"/>
                </a:cubicBezTo>
                <a:cubicBezTo>
                  <a:pt x="3336006" y="44348"/>
                  <a:pt x="3333994" y="42702"/>
                  <a:pt x="3332256" y="40691"/>
                </a:cubicBezTo>
                <a:cubicBezTo>
                  <a:pt x="3330611" y="38679"/>
                  <a:pt x="3329330" y="36485"/>
                  <a:pt x="3328507" y="33924"/>
                </a:cubicBezTo>
                <a:cubicBezTo>
                  <a:pt x="3327684" y="31455"/>
                  <a:pt x="3327410" y="28895"/>
                  <a:pt x="3327684" y="26243"/>
                </a:cubicBezTo>
                <a:cubicBezTo>
                  <a:pt x="3327867" y="23683"/>
                  <a:pt x="3328599" y="21123"/>
                  <a:pt x="3329788" y="18837"/>
                </a:cubicBezTo>
                <a:cubicBezTo>
                  <a:pt x="3330976" y="16459"/>
                  <a:pt x="3332531" y="14448"/>
                  <a:pt x="3334542" y="12710"/>
                </a:cubicBezTo>
                <a:cubicBezTo>
                  <a:pt x="3336554" y="11064"/>
                  <a:pt x="3338840" y="9784"/>
                  <a:pt x="3341309" y="8961"/>
                </a:cubicBezTo>
                <a:cubicBezTo>
                  <a:pt x="3343869" y="8230"/>
                  <a:pt x="3346430" y="7864"/>
                  <a:pt x="3349081" y="8138"/>
                </a:cubicBezTo>
              </a:path>
              <a:path w="5402001" h="1449690">
                <a:moveTo>
                  <a:pt x="3445825" y="16002"/>
                </a:moveTo>
                <a:lnTo>
                  <a:pt x="3502975" y="20665"/>
                </a:lnTo>
                <a:cubicBezTo>
                  <a:pt x="3505627" y="20848"/>
                  <a:pt x="3508096" y="21580"/>
                  <a:pt x="3510473" y="22769"/>
                </a:cubicBezTo>
                <a:cubicBezTo>
                  <a:pt x="3512759" y="23957"/>
                  <a:pt x="3514771" y="25603"/>
                  <a:pt x="3516508" y="27615"/>
                </a:cubicBezTo>
                <a:cubicBezTo>
                  <a:pt x="3518245" y="29627"/>
                  <a:pt x="3519526" y="31821"/>
                  <a:pt x="3520257" y="34381"/>
                </a:cubicBezTo>
                <a:cubicBezTo>
                  <a:pt x="3521080" y="36850"/>
                  <a:pt x="3521354" y="39411"/>
                  <a:pt x="3521172" y="42062"/>
                </a:cubicBezTo>
                <a:cubicBezTo>
                  <a:pt x="3520989" y="44623"/>
                  <a:pt x="3520257" y="47183"/>
                  <a:pt x="3519068" y="49469"/>
                </a:cubicBezTo>
                <a:cubicBezTo>
                  <a:pt x="3517880" y="51846"/>
                  <a:pt x="3516234" y="53858"/>
                  <a:pt x="3514222" y="55504"/>
                </a:cubicBezTo>
                <a:cubicBezTo>
                  <a:pt x="3512210" y="57241"/>
                  <a:pt x="3510016" y="58522"/>
                  <a:pt x="3507456" y="59345"/>
                </a:cubicBezTo>
                <a:cubicBezTo>
                  <a:pt x="3504987" y="60076"/>
                  <a:pt x="3502426" y="60442"/>
                  <a:pt x="3499775" y="60168"/>
                </a:cubicBezTo>
                <a:lnTo>
                  <a:pt x="3442625" y="55504"/>
                </a:lnTo>
                <a:cubicBezTo>
                  <a:pt x="3439973" y="55321"/>
                  <a:pt x="3437504" y="54590"/>
                  <a:pt x="3435126" y="53401"/>
                </a:cubicBezTo>
                <a:cubicBezTo>
                  <a:pt x="3432749" y="52212"/>
                  <a:pt x="3430737" y="50566"/>
                  <a:pt x="3429091" y="48646"/>
                </a:cubicBezTo>
                <a:cubicBezTo>
                  <a:pt x="3427354" y="46634"/>
                  <a:pt x="3426074" y="44348"/>
                  <a:pt x="3425251" y="41880"/>
                </a:cubicBezTo>
                <a:cubicBezTo>
                  <a:pt x="3424519" y="39319"/>
                  <a:pt x="3424154" y="36759"/>
                  <a:pt x="3424428" y="34107"/>
                </a:cubicBezTo>
                <a:cubicBezTo>
                  <a:pt x="3424611" y="31547"/>
                  <a:pt x="3425342" y="29078"/>
                  <a:pt x="3426531" y="26700"/>
                </a:cubicBezTo>
                <a:cubicBezTo>
                  <a:pt x="3427720" y="24323"/>
                  <a:pt x="3429366" y="22311"/>
                  <a:pt x="3431377" y="20665"/>
                </a:cubicBezTo>
                <a:cubicBezTo>
                  <a:pt x="3433389" y="18928"/>
                  <a:pt x="3435584" y="17648"/>
                  <a:pt x="3438144" y="16916"/>
                </a:cubicBezTo>
                <a:cubicBezTo>
                  <a:pt x="3440613" y="16093"/>
                  <a:pt x="3443173" y="15819"/>
                  <a:pt x="3445825" y="16002"/>
                </a:cubicBezTo>
              </a:path>
              <a:path w="5402001" h="1449690">
                <a:moveTo>
                  <a:pt x="3542568" y="23866"/>
                </a:moveTo>
                <a:lnTo>
                  <a:pt x="3599810" y="28529"/>
                </a:lnTo>
                <a:cubicBezTo>
                  <a:pt x="3602370" y="28804"/>
                  <a:pt x="3604839" y="29444"/>
                  <a:pt x="3607217" y="30632"/>
                </a:cubicBezTo>
                <a:cubicBezTo>
                  <a:pt x="3609594" y="31913"/>
                  <a:pt x="3611606" y="33467"/>
                  <a:pt x="3613252" y="35479"/>
                </a:cubicBezTo>
                <a:cubicBezTo>
                  <a:pt x="3614989" y="37490"/>
                  <a:pt x="3616269" y="39776"/>
                  <a:pt x="3617092" y="42245"/>
                </a:cubicBezTo>
                <a:cubicBezTo>
                  <a:pt x="3617824" y="44714"/>
                  <a:pt x="3618189" y="47274"/>
                  <a:pt x="3617915" y="49926"/>
                </a:cubicBezTo>
                <a:cubicBezTo>
                  <a:pt x="3617732" y="52578"/>
                  <a:pt x="3617001" y="55047"/>
                  <a:pt x="3615812" y="57333"/>
                </a:cubicBezTo>
                <a:cubicBezTo>
                  <a:pt x="3614623" y="59710"/>
                  <a:pt x="3612977" y="61722"/>
                  <a:pt x="3610966" y="63459"/>
                </a:cubicBezTo>
                <a:cubicBezTo>
                  <a:pt x="3608954" y="65105"/>
                  <a:pt x="3606759" y="66385"/>
                  <a:pt x="3604199" y="67208"/>
                </a:cubicBezTo>
                <a:cubicBezTo>
                  <a:pt x="3601730" y="68031"/>
                  <a:pt x="3599170" y="68306"/>
                  <a:pt x="3596518" y="68123"/>
                </a:cubicBezTo>
                <a:lnTo>
                  <a:pt x="3539368" y="63459"/>
                </a:lnTo>
                <a:cubicBezTo>
                  <a:pt x="3536716" y="63185"/>
                  <a:pt x="3534247" y="62545"/>
                  <a:pt x="3531870" y="61265"/>
                </a:cubicBezTo>
                <a:cubicBezTo>
                  <a:pt x="3529584" y="60076"/>
                  <a:pt x="3527572" y="58522"/>
                  <a:pt x="3525835" y="56510"/>
                </a:cubicBezTo>
                <a:cubicBezTo>
                  <a:pt x="3524098" y="54498"/>
                  <a:pt x="3522909" y="52212"/>
                  <a:pt x="3522086" y="49743"/>
                </a:cubicBezTo>
                <a:cubicBezTo>
                  <a:pt x="3521263" y="47183"/>
                  <a:pt x="3520989" y="44623"/>
                  <a:pt x="3521172" y="42062"/>
                </a:cubicBezTo>
                <a:cubicBezTo>
                  <a:pt x="3521354" y="39411"/>
                  <a:pt x="3522086" y="36942"/>
                  <a:pt x="3523275" y="34564"/>
                </a:cubicBezTo>
                <a:cubicBezTo>
                  <a:pt x="3524463" y="32278"/>
                  <a:pt x="3526109" y="30267"/>
                  <a:pt x="3528121" y="28529"/>
                </a:cubicBezTo>
                <a:cubicBezTo>
                  <a:pt x="3530133" y="26792"/>
                  <a:pt x="3532419" y="25603"/>
                  <a:pt x="3534888" y="24780"/>
                </a:cubicBezTo>
                <a:cubicBezTo>
                  <a:pt x="3537356" y="23957"/>
                  <a:pt x="3539917" y="23683"/>
                  <a:pt x="3542568" y="23866"/>
                </a:cubicBezTo>
              </a:path>
              <a:path w="5402001" h="1449690">
                <a:moveTo>
                  <a:pt x="3639312" y="31730"/>
                </a:moveTo>
                <a:lnTo>
                  <a:pt x="3696553" y="36393"/>
                </a:lnTo>
                <a:cubicBezTo>
                  <a:pt x="3699114" y="36667"/>
                  <a:pt x="3701674" y="37399"/>
                  <a:pt x="3703960" y="38588"/>
                </a:cubicBezTo>
                <a:cubicBezTo>
                  <a:pt x="3706338" y="39776"/>
                  <a:pt x="3708349" y="41331"/>
                  <a:pt x="3710087" y="43343"/>
                </a:cubicBezTo>
                <a:cubicBezTo>
                  <a:pt x="3711732" y="45354"/>
                  <a:pt x="3713013" y="47640"/>
                  <a:pt x="3713836" y="50109"/>
                </a:cubicBezTo>
                <a:cubicBezTo>
                  <a:pt x="3714659" y="52669"/>
                  <a:pt x="3714933" y="55230"/>
                  <a:pt x="3714750" y="57790"/>
                </a:cubicBezTo>
                <a:cubicBezTo>
                  <a:pt x="3714476" y="60442"/>
                  <a:pt x="3713744" y="62911"/>
                  <a:pt x="3712555" y="65288"/>
                </a:cubicBezTo>
                <a:cubicBezTo>
                  <a:pt x="3711367" y="67574"/>
                  <a:pt x="3709812" y="69586"/>
                  <a:pt x="3707801" y="71323"/>
                </a:cubicBezTo>
                <a:cubicBezTo>
                  <a:pt x="3705789" y="73061"/>
                  <a:pt x="3703503" y="74249"/>
                  <a:pt x="3701034" y="75072"/>
                </a:cubicBezTo>
                <a:cubicBezTo>
                  <a:pt x="3698474" y="75895"/>
                  <a:pt x="3695913" y="76170"/>
                  <a:pt x="3693262" y="75987"/>
                </a:cubicBezTo>
                <a:lnTo>
                  <a:pt x="3636112" y="71323"/>
                </a:lnTo>
                <a:cubicBezTo>
                  <a:pt x="3633460" y="71140"/>
                  <a:pt x="3630991" y="70409"/>
                  <a:pt x="3628705" y="69220"/>
                </a:cubicBezTo>
                <a:cubicBezTo>
                  <a:pt x="3626328" y="68031"/>
                  <a:pt x="3624316" y="66385"/>
                  <a:pt x="3622578" y="64374"/>
                </a:cubicBezTo>
                <a:cubicBezTo>
                  <a:pt x="3620933" y="62362"/>
                  <a:pt x="3619652" y="60168"/>
                  <a:pt x="3618829" y="57607"/>
                </a:cubicBezTo>
                <a:cubicBezTo>
                  <a:pt x="3618006" y="55138"/>
                  <a:pt x="3617732" y="52578"/>
                  <a:pt x="3617915" y="49926"/>
                </a:cubicBezTo>
                <a:cubicBezTo>
                  <a:pt x="3618189" y="47274"/>
                  <a:pt x="3618829" y="44806"/>
                  <a:pt x="3620110" y="42520"/>
                </a:cubicBezTo>
                <a:cubicBezTo>
                  <a:pt x="3621298" y="40142"/>
                  <a:pt x="3622853" y="38130"/>
                  <a:pt x="3624864" y="36393"/>
                </a:cubicBezTo>
                <a:cubicBezTo>
                  <a:pt x="3626876" y="34747"/>
                  <a:pt x="3629162" y="33467"/>
                  <a:pt x="3631631" y="32644"/>
                </a:cubicBezTo>
                <a:cubicBezTo>
                  <a:pt x="3634191" y="31821"/>
                  <a:pt x="3636752" y="31547"/>
                  <a:pt x="3639312" y="31730"/>
                </a:cubicBezTo>
              </a:path>
              <a:path w="5402001" h="1449690">
                <a:moveTo>
                  <a:pt x="3736147" y="39685"/>
                </a:moveTo>
                <a:lnTo>
                  <a:pt x="3793297" y="44348"/>
                </a:lnTo>
                <a:cubicBezTo>
                  <a:pt x="3795949" y="44531"/>
                  <a:pt x="3798418" y="45263"/>
                  <a:pt x="3800795" y="46452"/>
                </a:cubicBezTo>
                <a:cubicBezTo>
                  <a:pt x="3803081" y="47640"/>
                  <a:pt x="3805093" y="49286"/>
                  <a:pt x="3806830" y="51298"/>
                </a:cubicBezTo>
                <a:cubicBezTo>
                  <a:pt x="3808567" y="53218"/>
                  <a:pt x="3809756" y="55504"/>
                  <a:pt x="3810579" y="58064"/>
                </a:cubicBezTo>
                <a:cubicBezTo>
                  <a:pt x="3811402" y="60533"/>
                  <a:pt x="3811676" y="63094"/>
                  <a:pt x="3811494" y="65745"/>
                </a:cubicBezTo>
                <a:cubicBezTo>
                  <a:pt x="3811219" y="68306"/>
                  <a:pt x="3810579" y="70775"/>
                  <a:pt x="3809390" y="73152"/>
                </a:cubicBezTo>
                <a:cubicBezTo>
                  <a:pt x="3808110" y="75529"/>
                  <a:pt x="3806556" y="77541"/>
                  <a:pt x="3804544" y="79187"/>
                </a:cubicBezTo>
                <a:cubicBezTo>
                  <a:pt x="3802532" y="80924"/>
                  <a:pt x="3800246" y="82205"/>
                  <a:pt x="3797778" y="82936"/>
                </a:cubicBezTo>
                <a:cubicBezTo>
                  <a:pt x="3795217" y="83759"/>
                  <a:pt x="3792657" y="84125"/>
                  <a:pt x="3790097" y="83850"/>
                </a:cubicBezTo>
                <a:lnTo>
                  <a:pt x="3732855" y="79187"/>
                </a:lnTo>
                <a:cubicBezTo>
                  <a:pt x="3730295" y="79004"/>
                  <a:pt x="3727734" y="78273"/>
                  <a:pt x="3725448" y="77084"/>
                </a:cubicBezTo>
                <a:cubicBezTo>
                  <a:pt x="3723071" y="75895"/>
                  <a:pt x="3721059" y="74249"/>
                  <a:pt x="3719322" y="72238"/>
                </a:cubicBezTo>
                <a:cubicBezTo>
                  <a:pt x="3717676" y="70226"/>
                  <a:pt x="3716396" y="68031"/>
                  <a:pt x="3715573" y="65471"/>
                </a:cubicBezTo>
                <a:cubicBezTo>
                  <a:pt x="3714750" y="63002"/>
                  <a:pt x="3714476" y="60442"/>
                  <a:pt x="3714750" y="57790"/>
                </a:cubicBezTo>
                <a:cubicBezTo>
                  <a:pt x="3714933" y="55230"/>
                  <a:pt x="3715664" y="52761"/>
                  <a:pt x="3716853" y="50383"/>
                </a:cubicBezTo>
                <a:cubicBezTo>
                  <a:pt x="3718042" y="48006"/>
                  <a:pt x="3719688" y="45994"/>
                  <a:pt x="3721608" y="44348"/>
                </a:cubicBezTo>
                <a:cubicBezTo>
                  <a:pt x="3723620" y="42611"/>
                  <a:pt x="3725906" y="41331"/>
                  <a:pt x="3728466" y="40508"/>
                </a:cubicBezTo>
                <a:cubicBezTo>
                  <a:pt x="3730935" y="39776"/>
                  <a:pt x="3733495" y="39411"/>
                  <a:pt x="3736147" y="39685"/>
                </a:cubicBezTo>
              </a:path>
              <a:path w="5402001" h="1449690">
                <a:moveTo>
                  <a:pt x="3832890" y="47549"/>
                </a:moveTo>
                <a:lnTo>
                  <a:pt x="3890040" y="52212"/>
                </a:lnTo>
                <a:cubicBezTo>
                  <a:pt x="3892692" y="52395"/>
                  <a:pt x="3895161" y="53127"/>
                  <a:pt x="3897539" y="54315"/>
                </a:cubicBezTo>
                <a:cubicBezTo>
                  <a:pt x="3899825" y="55504"/>
                  <a:pt x="3901928" y="57150"/>
                  <a:pt x="3903574" y="59162"/>
                </a:cubicBezTo>
                <a:cubicBezTo>
                  <a:pt x="3905311" y="61173"/>
                  <a:pt x="3906591" y="63368"/>
                  <a:pt x="3907323" y="65928"/>
                </a:cubicBezTo>
                <a:cubicBezTo>
                  <a:pt x="3908146" y="68397"/>
                  <a:pt x="3908420" y="70957"/>
                  <a:pt x="3908237" y="73609"/>
                </a:cubicBezTo>
                <a:cubicBezTo>
                  <a:pt x="3908054" y="76261"/>
                  <a:pt x="3907323" y="78730"/>
                  <a:pt x="3906134" y="81016"/>
                </a:cubicBezTo>
                <a:cubicBezTo>
                  <a:pt x="3904945" y="83393"/>
                  <a:pt x="3903299" y="85405"/>
                  <a:pt x="3901288" y="87142"/>
                </a:cubicBezTo>
                <a:cubicBezTo>
                  <a:pt x="3899276" y="88788"/>
                  <a:pt x="3897081" y="90068"/>
                  <a:pt x="3894521" y="90891"/>
                </a:cubicBezTo>
                <a:cubicBezTo>
                  <a:pt x="3892052" y="91714"/>
                  <a:pt x="3889492" y="91989"/>
                  <a:pt x="3886840" y="91714"/>
                </a:cubicBezTo>
                <a:lnTo>
                  <a:pt x="3829690" y="87051"/>
                </a:lnTo>
                <a:cubicBezTo>
                  <a:pt x="3827038" y="86868"/>
                  <a:pt x="3824569" y="86136"/>
                  <a:pt x="3822192" y="84948"/>
                </a:cubicBezTo>
                <a:cubicBezTo>
                  <a:pt x="3819906" y="83759"/>
                  <a:pt x="3817803" y="82205"/>
                  <a:pt x="3816157" y="80193"/>
                </a:cubicBezTo>
                <a:cubicBezTo>
                  <a:pt x="3814420" y="78181"/>
                  <a:pt x="3813139" y="75895"/>
                  <a:pt x="3812408" y="73426"/>
                </a:cubicBezTo>
                <a:cubicBezTo>
                  <a:pt x="3811585" y="70866"/>
                  <a:pt x="3811219" y="68306"/>
                  <a:pt x="3811494" y="65745"/>
                </a:cubicBezTo>
                <a:cubicBezTo>
                  <a:pt x="3811676" y="63094"/>
                  <a:pt x="3812408" y="60625"/>
                  <a:pt x="3813597" y="58247"/>
                </a:cubicBezTo>
                <a:cubicBezTo>
                  <a:pt x="3814785" y="55961"/>
                  <a:pt x="3816431" y="53950"/>
                  <a:pt x="3818443" y="52212"/>
                </a:cubicBezTo>
                <a:cubicBezTo>
                  <a:pt x="3820455" y="50475"/>
                  <a:pt x="3822649" y="49286"/>
                  <a:pt x="3825210" y="48463"/>
                </a:cubicBezTo>
                <a:cubicBezTo>
                  <a:pt x="3827678" y="47640"/>
                  <a:pt x="3830239" y="47366"/>
                  <a:pt x="3832890" y="47549"/>
                </a:cubicBezTo>
              </a:path>
              <a:path w="5402001" h="1449690">
                <a:moveTo>
                  <a:pt x="3929634" y="55413"/>
                </a:moveTo>
                <a:lnTo>
                  <a:pt x="3986875" y="60076"/>
                </a:lnTo>
                <a:cubicBezTo>
                  <a:pt x="3989436" y="60350"/>
                  <a:pt x="3991905" y="60990"/>
                  <a:pt x="3994282" y="62271"/>
                </a:cubicBezTo>
                <a:cubicBezTo>
                  <a:pt x="3996660" y="63459"/>
                  <a:pt x="3998671" y="65014"/>
                  <a:pt x="4000317" y="67026"/>
                </a:cubicBezTo>
                <a:cubicBezTo>
                  <a:pt x="4002054" y="69037"/>
                  <a:pt x="4003335" y="71323"/>
                  <a:pt x="4004158" y="73792"/>
                </a:cubicBezTo>
                <a:cubicBezTo>
                  <a:pt x="4004889" y="76261"/>
                  <a:pt x="4005255" y="78913"/>
                  <a:pt x="4004981" y="81473"/>
                </a:cubicBezTo>
                <a:cubicBezTo>
                  <a:pt x="4004798" y="84125"/>
                  <a:pt x="4004066" y="86594"/>
                  <a:pt x="4002877" y="88971"/>
                </a:cubicBezTo>
                <a:cubicBezTo>
                  <a:pt x="4001689" y="91257"/>
                  <a:pt x="4000043" y="93269"/>
                  <a:pt x="3998031" y="95006"/>
                </a:cubicBezTo>
                <a:cubicBezTo>
                  <a:pt x="3996111" y="96744"/>
                  <a:pt x="3993825" y="97932"/>
                  <a:pt x="3991265" y="98755"/>
                </a:cubicBezTo>
                <a:cubicBezTo>
                  <a:pt x="3988796" y="99578"/>
                  <a:pt x="3986235" y="99852"/>
                  <a:pt x="3983584" y="99670"/>
                </a:cubicBezTo>
                <a:lnTo>
                  <a:pt x="3926434" y="95006"/>
                </a:lnTo>
                <a:cubicBezTo>
                  <a:pt x="3923782" y="94732"/>
                  <a:pt x="3921313" y="94092"/>
                  <a:pt x="3918936" y="92903"/>
                </a:cubicBezTo>
                <a:cubicBezTo>
                  <a:pt x="3916650" y="91623"/>
                  <a:pt x="3914638" y="90068"/>
                  <a:pt x="3912900" y="88057"/>
                </a:cubicBezTo>
                <a:cubicBezTo>
                  <a:pt x="3911163" y="86045"/>
                  <a:pt x="3909974" y="83759"/>
                  <a:pt x="3909151" y="81290"/>
                </a:cubicBezTo>
                <a:cubicBezTo>
                  <a:pt x="3908328" y="78821"/>
                  <a:pt x="3908054" y="76261"/>
                  <a:pt x="3908237" y="73609"/>
                </a:cubicBezTo>
                <a:cubicBezTo>
                  <a:pt x="3908420" y="70957"/>
                  <a:pt x="3909151" y="68489"/>
                  <a:pt x="3910340" y="66203"/>
                </a:cubicBezTo>
                <a:cubicBezTo>
                  <a:pt x="3911529" y="63825"/>
                  <a:pt x="3913175" y="61813"/>
                  <a:pt x="3915186" y="60076"/>
                </a:cubicBezTo>
                <a:cubicBezTo>
                  <a:pt x="3917198" y="58430"/>
                  <a:pt x="3919484" y="57150"/>
                  <a:pt x="3921953" y="56327"/>
                </a:cubicBezTo>
                <a:cubicBezTo>
                  <a:pt x="3924422" y="55504"/>
                  <a:pt x="3927074" y="55230"/>
                  <a:pt x="3929634" y="55413"/>
                </a:cubicBezTo>
              </a:path>
              <a:path w="5402001" h="1449690">
                <a:moveTo>
                  <a:pt x="4026469" y="63368"/>
                </a:moveTo>
                <a:lnTo>
                  <a:pt x="4083619" y="68031"/>
                </a:lnTo>
                <a:cubicBezTo>
                  <a:pt x="4086271" y="68214"/>
                  <a:pt x="4088740" y="68946"/>
                  <a:pt x="4091026" y="70134"/>
                </a:cubicBezTo>
                <a:cubicBezTo>
                  <a:pt x="4093403" y="71323"/>
                  <a:pt x="4095415" y="72878"/>
                  <a:pt x="4097152" y="74889"/>
                </a:cubicBezTo>
                <a:cubicBezTo>
                  <a:pt x="4098798" y="76901"/>
                  <a:pt x="4100078" y="79187"/>
                  <a:pt x="4100901" y="81656"/>
                </a:cubicBezTo>
                <a:cubicBezTo>
                  <a:pt x="4101724" y="84216"/>
                  <a:pt x="4101998" y="86777"/>
                  <a:pt x="4101816" y="89337"/>
                </a:cubicBezTo>
                <a:cubicBezTo>
                  <a:pt x="4101541" y="91989"/>
                  <a:pt x="4100901" y="94458"/>
                  <a:pt x="4099621" y="96835"/>
                </a:cubicBezTo>
                <a:cubicBezTo>
                  <a:pt x="4098432" y="99121"/>
                  <a:pt x="4096878" y="101224"/>
                  <a:pt x="4094866" y="102870"/>
                </a:cubicBezTo>
                <a:cubicBezTo>
                  <a:pt x="4092854" y="104607"/>
                  <a:pt x="4090568" y="105888"/>
                  <a:pt x="4088100" y="106619"/>
                </a:cubicBezTo>
                <a:cubicBezTo>
                  <a:pt x="4085539" y="107442"/>
                  <a:pt x="4082979" y="107716"/>
                  <a:pt x="4080327" y="107533"/>
                </a:cubicBezTo>
                <a:lnTo>
                  <a:pt x="4023177" y="102870"/>
                </a:lnTo>
                <a:cubicBezTo>
                  <a:pt x="4020525" y="102687"/>
                  <a:pt x="4018056" y="101956"/>
                  <a:pt x="4015770" y="100767"/>
                </a:cubicBezTo>
                <a:cubicBezTo>
                  <a:pt x="4013393" y="99578"/>
                  <a:pt x="4011381" y="97932"/>
                  <a:pt x="4009644" y="95921"/>
                </a:cubicBezTo>
                <a:cubicBezTo>
                  <a:pt x="4007998" y="93909"/>
                  <a:pt x="4006718" y="91714"/>
                  <a:pt x="4005895" y="89154"/>
                </a:cubicBezTo>
                <a:cubicBezTo>
                  <a:pt x="4005072" y="86685"/>
                  <a:pt x="4004798" y="84125"/>
                  <a:pt x="4004981" y="81473"/>
                </a:cubicBezTo>
                <a:cubicBezTo>
                  <a:pt x="4005255" y="78913"/>
                  <a:pt x="4005895" y="76352"/>
                  <a:pt x="4007175" y="74066"/>
                </a:cubicBezTo>
                <a:cubicBezTo>
                  <a:pt x="4008364" y="71689"/>
                  <a:pt x="4009918" y="69677"/>
                  <a:pt x="4011930" y="67940"/>
                </a:cubicBezTo>
                <a:cubicBezTo>
                  <a:pt x="4013942" y="66294"/>
                  <a:pt x="4016228" y="65014"/>
                  <a:pt x="4018697" y="64191"/>
                </a:cubicBezTo>
                <a:cubicBezTo>
                  <a:pt x="4021257" y="63459"/>
                  <a:pt x="4023817" y="63094"/>
                  <a:pt x="4026469" y="63368"/>
                </a:cubicBezTo>
              </a:path>
              <a:path w="5402001" h="1449690">
                <a:moveTo>
                  <a:pt x="4123212" y="71232"/>
                </a:moveTo>
                <a:lnTo>
                  <a:pt x="4180362" y="75895"/>
                </a:lnTo>
                <a:cubicBezTo>
                  <a:pt x="4183014" y="76078"/>
                  <a:pt x="4185483" y="76810"/>
                  <a:pt x="4187861" y="77998"/>
                </a:cubicBezTo>
                <a:cubicBezTo>
                  <a:pt x="4190147" y="79187"/>
                  <a:pt x="4192158" y="80833"/>
                  <a:pt x="4193896" y="82845"/>
                </a:cubicBezTo>
                <a:cubicBezTo>
                  <a:pt x="4195633" y="84856"/>
                  <a:pt x="4196822" y="87051"/>
                  <a:pt x="4197645" y="89611"/>
                </a:cubicBezTo>
                <a:cubicBezTo>
                  <a:pt x="4198468" y="92080"/>
                  <a:pt x="4198742" y="94640"/>
                  <a:pt x="4198559" y="97292"/>
                </a:cubicBezTo>
                <a:cubicBezTo>
                  <a:pt x="4198376" y="99852"/>
                  <a:pt x="4197645" y="102413"/>
                  <a:pt x="4196456" y="104699"/>
                </a:cubicBezTo>
                <a:cubicBezTo>
                  <a:pt x="4195267" y="107076"/>
                  <a:pt x="4193621" y="109088"/>
                  <a:pt x="4191610" y="110734"/>
                </a:cubicBezTo>
                <a:cubicBezTo>
                  <a:pt x="4189598" y="112471"/>
                  <a:pt x="4187312" y="113751"/>
                  <a:pt x="4184843" y="114574"/>
                </a:cubicBezTo>
                <a:cubicBezTo>
                  <a:pt x="4182374" y="115306"/>
                  <a:pt x="4179722" y="115672"/>
                  <a:pt x="4177162" y="115397"/>
                </a:cubicBezTo>
                <a:lnTo>
                  <a:pt x="4119921" y="110734"/>
                </a:lnTo>
                <a:cubicBezTo>
                  <a:pt x="4117360" y="110551"/>
                  <a:pt x="4114891" y="109819"/>
                  <a:pt x="4112514" y="108631"/>
                </a:cubicBezTo>
                <a:cubicBezTo>
                  <a:pt x="4110137" y="107442"/>
                  <a:pt x="4108125" y="105796"/>
                  <a:pt x="4106479" y="103876"/>
                </a:cubicBezTo>
                <a:cubicBezTo>
                  <a:pt x="4104742" y="101864"/>
                  <a:pt x="4103461" y="99578"/>
                  <a:pt x="4102638" y="97109"/>
                </a:cubicBezTo>
                <a:cubicBezTo>
                  <a:pt x="4101907" y="94549"/>
                  <a:pt x="4101541" y="91989"/>
                  <a:pt x="4101816" y="89337"/>
                </a:cubicBezTo>
                <a:cubicBezTo>
                  <a:pt x="4101998" y="86777"/>
                  <a:pt x="4102730" y="84308"/>
                  <a:pt x="4103919" y="81930"/>
                </a:cubicBezTo>
                <a:cubicBezTo>
                  <a:pt x="4105107" y="79553"/>
                  <a:pt x="4106753" y="77541"/>
                  <a:pt x="4108765" y="75895"/>
                </a:cubicBezTo>
                <a:cubicBezTo>
                  <a:pt x="4110685" y="74158"/>
                  <a:pt x="4112971" y="72878"/>
                  <a:pt x="4115532" y="72146"/>
                </a:cubicBezTo>
                <a:cubicBezTo>
                  <a:pt x="4118000" y="71323"/>
                  <a:pt x="4120561" y="71049"/>
                  <a:pt x="4123212" y="71232"/>
                </a:cubicBezTo>
              </a:path>
              <a:path w="5402001" h="1449690">
                <a:moveTo>
                  <a:pt x="4219956" y="79096"/>
                </a:moveTo>
                <a:lnTo>
                  <a:pt x="4277106" y="83759"/>
                </a:lnTo>
                <a:cubicBezTo>
                  <a:pt x="4279758" y="84033"/>
                  <a:pt x="4282227" y="84673"/>
                  <a:pt x="4284604" y="85862"/>
                </a:cubicBezTo>
                <a:cubicBezTo>
                  <a:pt x="4286890" y="87142"/>
                  <a:pt x="4288993" y="88697"/>
                  <a:pt x="4290639" y="90708"/>
                </a:cubicBezTo>
                <a:cubicBezTo>
                  <a:pt x="4292376" y="92720"/>
                  <a:pt x="4293657" y="95006"/>
                  <a:pt x="4294388" y="97475"/>
                </a:cubicBezTo>
                <a:cubicBezTo>
                  <a:pt x="4295211" y="99944"/>
                  <a:pt x="4295577" y="102504"/>
                  <a:pt x="4295303" y="105156"/>
                </a:cubicBezTo>
                <a:cubicBezTo>
                  <a:pt x="4295120" y="107808"/>
                  <a:pt x="4294388" y="110277"/>
                  <a:pt x="4293199" y="112563"/>
                </a:cubicBezTo>
                <a:cubicBezTo>
                  <a:pt x="4292011" y="114940"/>
                  <a:pt x="4290365" y="116952"/>
                  <a:pt x="4288353" y="118689"/>
                </a:cubicBezTo>
                <a:cubicBezTo>
                  <a:pt x="4286341" y="120335"/>
                  <a:pt x="4284147" y="121615"/>
                  <a:pt x="4281587" y="122438"/>
                </a:cubicBezTo>
                <a:cubicBezTo>
                  <a:pt x="4279118" y="123261"/>
                  <a:pt x="4276557" y="123535"/>
                  <a:pt x="4273906" y="123353"/>
                </a:cubicBezTo>
                <a:lnTo>
                  <a:pt x="4216756" y="118689"/>
                </a:lnTo>
                <a:cubicBezTo>
                  <a:pt x="4214104" y="118415"/>
                  <a:pt x="4211635" y="117775"/>
                  <a:pt x="4209258" y="116495"/>
                </a:cubicBezTo>
                <a:cubicBezTo>
                  <a:pt x="4206972" y="115306"/>
                  <a:pt x="4204868" y="113751"/>
                  <a:pt x="4203222" y="111740"/>
                </a:cubicBezTo>
                <a:cubicBezTo>
                  <a:pt x="4201485" y="109728"/>
                  <a:pt x="4200205" y="107442"/>
                  <a:pt x="4199473" y="104973"/>
                </a:cubicBezTo>
                <a:cubicBezTo>
                  <a:pt x="4198650" y="102413"/>
                  <a:pt x="4198376" y="99852"/>
                  <a:pt x="4198559" y="97292"/>
                </a:cubicBezTo>
                <a:cubicBezTo>
                  <a:pt x="4198742" y="94640"/>
                  <a:pt x="4199473" y="92172"/>
                  <a:pt x="4200662" y="89794"/>
                </a:cubicBezTo>
                <a:cubicBezTo>
                  <a:pt x="4201851" y="87508"/>
                  <a:pt x="4203497" y="85496"/>
                  <a:pt x="4205508" y="83759"/>
                </a:cubicBezTo>
                <a:cubicBezTo>
                  <a:pt x="4207520" y="82022"/>
                  <a:pt x="4209715" y="80833"/>
                  <a:pt x="4212275" y="80010"/>
                </a:cubicBezTo>
                <a:cubicBezTo>
                  <a:pt x="4214744" y="79187"/>
                  <a:pt x="4217304" y="78913"/>
                  <a:pt x="4219956" y="79096"/>
                </a:cubicBezTo>
              </a:path>
              <a:path w="5402001" h="1449690">
                <a:moveTo>
                  <a:pt x="4316700" y="86959"/>
                </a:moveTo>
                <a:lnTo>
                  <a:pt x="4324380" y="87600"/>
                </a:lnTo>
                <a:cubicBezTo>
                  <a:pt x="4324655" y="87691"/>
                  <a:pt x="4324929" y="87691"/>
                  <a:pt x="4325295" y="87691"/>
                </a:cubicBezTo>
                <a:lnTo>
                  <a:pt x="4374581" y="93909"/>
                </a:lnTo>
                <a:cubicBezTo>
                  <a:pt x="4377141" y="94183"/>
                  <a:pt x="4379610" y="95006"/>
                  <a:pt x="4381896" y="96286"/>
                </a:cubicBezTo>
                <a:cubicBezTo>
                  <a:pt x="4384182" y="97566"/>
                  <a:pt x="4386102" y="99304"/>
                  <a:pt x="4387748" y="101407"/>
                </a:cubicBezTo>
                <a:cubicBezTo>
                  <a:pt x="4389394" y="103419"/>
                  <a:pt x="4390492" y="105796"/>
                  <a:pt x="4391223" y="108265"/>
                </a:cubicBezTo>
                <a:cubicBezTo>
                  <a:pt x="4391955" y="110825"/>
                  <a:pt x="4392138" y="113386"/>
                  <a:pt x="4391772" y="116037"/>
                </a:cubicBezTo>
                <a:cubicBezTo>
                  <a:pt x="4391406" y="118598"/>
                  <a:pt x="4390674" y="121067"/>
                  <a:pt x="4389303" y="123353"/>
                </a:cubicBezTo>
                <a:cubicBezTo>
                  <a:pt x="4388023" y="125639"/>
                  <a:pt x="4386377" y="127559"/>
                  <a:pt x="4384274" y="129205"/>
                </a:cubicBezTo>
                <a:cubicBezTo>
                  <a:pt x="4382171" y="130851"/>
                  <a:pt x="4379885" y="131948"/>
                  <a:pt x="4377324" y="132679"/>
                </a:cubicBezTo>
                <a:cubicBezTo>
                  <a:pt x="4374764" y="133411"/>
                  <a:pt x="4372204" y="133594"/>
                  <a:pt x="4369643" y="133228"/>
                </a:cubicBezTo>
                <a:lnTo>
                  <a:pt x="4320357" y="127102"/>
                </a:lnTo>
                <a:lnTo>
                  <a:pt x="4322826" y="107442"/>
                </a:lnTo>
                <a:lnTo>
                  <a:pt x="4321180" y="127193"/>
                </a:lnTo>
                <a:lnTo>
                  <a:pt x="4313499" y="126553"/>
                </a:lnTo>
                <a:cubicBezTo>
                  <a:pt x="4310847" y="126370"/>
                  <a:pt x="4308378" y="125639"/>
                  <a:pt x="4306001" y="124450"/>
                </a:cubicBezTo>
                <a:cubicBezTo>
                  <a:pt x="4303715" y="123261"/>
                  <a:pt x="4301703" y="121615"/>
                  <a:pt x="4299966" y="119604"/>
                </a:cubicBezTo>
                <a:cubicBezTo>
                  <a:pt x="4298229" y="117592"/>
                  <a:pt x="4297040" y="115397"/>
                  <a:pt x="4296217" y="112837"/>
                </a:cubicBezTo>
                <a:cubicBezTo>
                  <a:pt x="4295394" y="110368"/>
                  <a:pt x="4295120" y="107808"/>
                  <a:pt x="4295303" y="105156"/>
                </a:cubicBezTo>
                <a:cubicBezTo>
                  <a:pt x="4295577" y="102504"/>
                  <a:pt x="4296217" y="100035"/>
                  <a:pt x="4297406" y="97749"/>
                </a:cubicBezTo>
                <a:cubicBezTo>
                  <a:pt x="4298686" y="95372"/>
                  <a:pt x="4300240" y="93360"/>
                  <a:pt x="4302252" y="91623"/>
                </a:cubicBezTo>
                <a:cubicBezTo>
                  <a:pt x="4304264" y="89977"/>
                  <a:pt x="4306550" y="88697"/>
                  <a:pt x="4309019" y="87874"/>
                </a:cubicBezTo>
                <a:cubicBezTo>
                  <a:pt x="4311579" y="87051"/>
                  <a:pt x="4314139" y="86777"/>
                  <a:pt x="4316700" y="86959"/>
                </a:cubicBezTo>
              </a:path>
              <a:path w="5402001" h="1449690">
                <a:moveTo>
                  <a:pt x="4413992" y="98755"/>
                </a:moveTo>
                <a:lnTo>
                  <a:pt x="4470867" y="105888"/>
                </a:lnTo>
                <a:cubicBezTo>
                  <a:pt x="4473519" y="106253"/>
                  <a:pt x="4475897" y="107076"/>
                  <a:pt x="4478274" y="108356"/>
                </a:cubicBezTo>
                <a:cubicBezTo>
                  <a:pt x="4480560" y="109637"/>
                  <a:pt x="4482480" y="111282"/>
                  <a:pt x="4484126" y="113386"/>
                </a:cubicBezTo>
                <a:cubicBezTo>
                  <a:pt x="4485681" y="115489"/>
                  <a:pt x="4486869" y="117775"/>
                  <a:pt x="4487601" y="120335"/>
                </a:cubicBezTo>
                <a:cubicBezTo>
                  <a:pt x="4488241" y="122895"/>
                  <a:pt x="4488424" y="125456"/>
                  <a:pt x="4488150" y="128016"/>
                </a:cubicBezTo>
                <a:cubicBezTo>
                  <a:pt x="4487784" y="130668"/>
                  <a:pt x="4486961" y="133137"/>
                  <a:pt x="4485681" y="135423"/>
                </a:cubicBezTo>
                <a:cubicBezTo>
                  <a:pt x="4484400" y="137709"/>
                  <a:pt x="4482663" y="139629"/>
                  <a:pt x="4480560" y="141275"/>
                </a:cubicBezTo>
                <a:cubicBezTo>
                  <a:pt x="4478548" y="142829"/>
                  <a:pt x="4476171" y="144018"/>
                  <a:pt x="4473702" y="144750"/>
                </a:cubicBezTo>
                <a:cubicBezTo>
                  <a:pt x="4471142" y="145390"/>
                  <a:pt x="4468581" y="145572"/>
                  <a:pt x="4465930" y="145298"/>
                </a:cubicBezTo>
                <a:lnTo>
                  <a:pt x="4409054" y="138166"/>
                </a:lnTo>
                <a:cubicBezTo>
                  <a:pt x="4406402" y="137800"/>
                  <a:pt x="4403933" y="136977"/>
                  <a:pt x="4401647" y="135697"/>
                </a:cubicBezTo>
                <a:cubicBezTo>
                  <a:pt x="4399361" y="134417"/>
                  <a:pt x="4397441" y="132771"/>
                  <a:pt x="4395795" y="130668"/>
                </a:cubicBezTo>
                <a:cubicBezTo>
                  <a:pt x="4394149" y="128565"/>
                  <a:pt x="4393052" y="126279"/>
                  <a:pt x="4392320" y="123718"/>
                </a:cubicBezTo>
                <a:cubicBezTo>
                  <a:pt x="4391680" y="121158"/>
                  <a:pt x="4391497" y="118598"/>
                  <a:pt x="4391772" y="116037"/>
                </a:cubicBezTo>
                <a:cubicBezTo>
                  <a:pt x="4392138" y="113386"/>
                  <a:pt x="4392960" y="110917"/>
                  <a:pt x="4394241" y="108631"/>
                </a:cubicBezTo>
                <a:cubicBezTo>
                  <a:pt x="4395521" y="106345"/>
                  <a:pt x="4397258" y="104424"/>
                  <a:pt x="4399270" y="102779"/>
                </a:cubicBezTo>
                <a:cubicBezTo>
                  <a:pt x="4401373" y="101224"/>
                  <a:pt x="4403659" y="100035"/>
                  <a:pt x="4406219" y="99304"/>
                </a:cubicBezTo>
                <a:cubicBezTo>
                  <a:pt x="4408780" y="98664"/>
                  <a:pt x="4411340" y="98481"/>
                  <a:pt x="4413992" y="98755"/>
                </a:cubicBezTo>
              </a:path>
              <a:path w="5402001" h="1449690">
                <a:moveTo>
                  <a:pt x="4510278" y="110825"/>
                </a:moveTo>
                <a:lnTo>
                  <a:pt x="4567245" y="117958"/>
                </a:lnTo>
                <a:cubicBezTo>
                  <a:pt x="4569805" y="118232"/>
                  <a:pt x="4572274" y="119055"/>
                  <a:pt x="4574560" y="120335"/>
                </a:cubicBezTo>
                <a:cubicBezTo>
                  <a:pt x="4576846" y="121707"/>
                  <a:pt x="4578767" y="123353"/>
                  <a:pt x="4580412" y="125456"/>
                </a:cubicBezTo>
                <a:cubicBezTo>
                  <a:pt x="4582058" y="127467"/>
                  <a:pt x="4583247" y="129845"/>
                  <a:pt x="4583887" y="132314"/>
                </a:cubicBezTo>
                <a:cubicBezTo>
                  <a:pt x="4584619" y="134874"/>
                  <a:pt x="4584802" y="137434"/>
                  <a:pt x="4584436" y="140086"/>
                </a:cubicBezTo>
                <a:cubicBezTo>
                  <a:pt x="4584162" y="142646"/>
                  <a:pt x="4583339" y="145115"/>
                  <a:pt x="4582058" y="147401"/>
                </a:cubicBezTo>
                <a:cubicBezTo>
                  <a:pt x="4580687" y="149687"/>
                  <a:pt x="4579041" y="151608"/>
                  <a:pt x="4576938" y="153253"/>
                </a:cubicBezTo>
                <a:cubicBezTo>
                  <a:pt x="4574835" y="154899"/>
                  <a:pt x="4572549" y="155997"/>
                  <a:pt x="4569988" y="156728"/>
                </a:cubicBezTo>
                <a:cubicBezTo>
                  <a:pt x="4567519" y="157460"/>
                  <a:pt x="4564868" y="157643"/>
                  <a:pt x="4562307" y="157277"/>
                </a:cubicBezTo>
                <a:lnTo>
                  <a:pt x="4505340" y="150144"/>
                </a:lnTo>
                <a:cubicBezTo>
                  <a:pt x="4502780" y="149870"/>
                  <a:pt x="4500311" y="149047"/>
                  <a:pt x="4498025" y="147767"/>
                </a:cubicBezTo>
                <a:cubicBezTo>
                  <a:pt x="4495739" y="146487"/>
                  <a:pt x="4493727" y="144750"/>
                  <a:pt x="4492173" y="142646"/>
                </a:cubicBezTo>
                <a:cubicBezTo>
                  <a:pt x="4490527" y="140635"/>
                  <a:pt x="4489338" y="138257"/>
                  <a:pt x="4488698" y="135788"/>
                </a:cubicBezTo>
                <a:cubicBezTo>
                  <a:pt x="4487967" y="133228"/>
                  <a:pt x="4487784" y="130668"/>
                  <a:pt x="4488150" y="128016"/>
                </a:cubicBezTo>
                <a:cubicBezTo>
                  <a:pt x="4488424" y="125456"/>
                  <a:pt x="4489247" y="122987"/>
                  <a:pt x="4490527" y="120701"/>
                </a:cubicBezTo>
                <a:cubicBezTo>
                  <a:pt x="4491899" y="118415"/>
                  <a:pt x="4493544" y="116495"/>
                  <a:pt x="4495648" y="114849"/>
                </a:cubicBezTo>
                <a:cubicBezTo>
                  <a:pt x="4497751" y="113203"/>
                  <a:pt x="4500037" y="112105"/>
                  <a:pt x="4502597" y="111374"/>
                </a:cubicBezTo>
                <a:cubicBezTo>
                  <a:pt x="4505066" y="110642"/>
                  <a:pt x="4507718" y="110460"/>
                  <a:pt x="4510278" y="110825"/>
                </a:cubicBezTo>
              </a:path>
              <a:path w="5402001" h="1449690">
                <a:moveTo>
                  <a:pt x="4606656" y="122804"/>
                </a:moveTo>
                <a:lnTo>
                  <a:pt x="4663531" y="129936"/>
                </a:lnTo>
                <a:cubicBezTo>
                  <a:pt x="4666183" y="130302"/>
                  <a:pt x="4668652" y="131125"/>
                  <a:pt x="4670938" y="132405"/>
                </a:cubicBezTo>
                <a:cubicBezTo>
                  <a:pt x="4673224" y="133685"/>
                  <a:pt x="4675144" y="135423"/>
                  <a:pt x="4676790" y="137434"/>
                </a:cubicBezTo>
                <a:cubicBezTo>
                  <a:pt x="4678345" y="139537"/>
                  <a:pt x="4679533" y="141823"/>
                  <a:pt x="4680265" y="144384"/>
                </a:cubicBezTo>
                <a:cubicBezTo>
                  <a:pt x="4680905" y="146944"/>
                  <a:pt x="4681088" y="149504"/>
                  <a:pt x="4680814" y="152065"/>
                </a:cubicBezTo>
                <a:cubicBezTo>
                  <a:pt x="4680448" y="154716"/>
                  <a:pt x="4679625" y="157185"/>
                  <a:pt x="4678345" y="159471"/>
                </a:cubicBezTo>
                <a:cubicBezTo>
                  <a:pt x="4677065" y="161757"/>
                  <a:pt x="4675327" y="163678"/>
                  <a:pt x="4673316" y="165324"/>
                </a:cubicBezTo>
                <a:cubicBezTo>
                  <a:pt x="4671212" y="166878"/>
                  <a:pt x="4668926" y="168067"/>
                  <a:pt x="4666366" y="168798"/>
                </a:cubicBezTo>
                <a:cubicBezTo>
                  <a:pt x="4663806" y="169438"/>
                  <a:pt x="4661245" y="169621"/>
                  <a:pt x="4658594" y="169347"/>
                </a:cubicBezTo>
                <a:lnTo>
                  <a:pt x="4601718" y="162215"/>
                </a:lnTo>
                <a:cubicBezTo>
                  <a:pt x="4599066" y="161849"/>
                  <a:pt x="4596597" y="161117"/>
                  <a:pt x="4594311" y="159746"/>
                </a:cubicBezTo>
                <a:cubicBezTo>
                  <a:pt x="4592025" y="158466"/>
                  <a:pt x="4590105" y="156820"/>
                  <a:pt x="4588459" y="154716"/>
                </a:cubicBezTo>
                <a:cubicBezTo>
                  <a:pt x="4586905" y="152613"/>
                  <a:pt x="4585716" y="150327"/>
                  <a:pt x="4584984" y="147767"/>
                </a:cubicBezTo>
                <a:cubicBezTo>
                  <a:pt x="4584344" y="145207"/>
                  <a:pt x="4584162" y="142646"/>
                  <a:pt x="4584436" y="140086"/>
                </a:cubicBezTo>
                <a:cubicBezTo>
                  <a:pt x="4584802" y="137434"/>
                  <a:pt x="4585625" y="134965"/>
                  <a:pt x="4586905" y="132679"/>
                </a:cubicBezTo>
                <a:cubicBezTo>
                  <a:pt x="4588185" y="130393"/>
                  <a:pt x="4589922" y="128473"/>
                  <a:pt x="4591934" y="126827"/>
                </a:cubicBezTo>
                <a:cubicBezTo>
                  <a:pt x="4594037" y="125273"/>
                  <a:pt x="4596323" y="124084"/>
                  <a:pt x="4598883" y="123444"/>
                </a:cubicBezTo>
                <a:cubicBezTo>
                  <a:pt x="4601444" y="122712"/>
                  <a:pt x="4604004" y="122530"/>
                  <a:pt x="4606656" y="122804"/>
                </a:cubicBezTo>
              </a:path>
              <a:path w="5402001" h="1449690">
                <a:moveTo>
                  <a:pt x="4702942" y="134874"/>
                </a:moveTo>
                <a:lnTo>
                  <a:pt x="4759909" y="142006"/>
                </a:lnTo>
                <a:cubicBezTo>
                  <a:pt x="4762470" y="142281"/>
                  <a:pt x="4764938" y="143104"/>
                  <a:pt x="4767224" y="144384"/>
                </a:cubicBezTo>
                <a:cubicBezTo>
                  <a:pt x="4769510" y="145755"/>
                  <a:pt x="4771522" y="147401"/>
                  <a:pt x="4773077" y="149504"/>
                </a:cubicBezTo>
                <a:cubicBezTo>
                  <a:pt x="4774722" y="151608"/>
                  <a:pt x="4775911" y="153894"/>
                  <a:pt x="4776551" y="156362"/>
                </a:cubicBezTo>
                <a:cubicBezTo>
                  <a:pt x="4777283" y="158923"/>
                  <a:pt x="4777466" y="161483"/>
                  <a:pt x="4777100" y="164135"/>
                </a:cubicBezTo>
                <a:cubicBezTo>
                  <a:pt x="4776826" y="166695"/>
                  <a:pt x="4776003" y="169164"/>
                  <a:pt x="4774722" y="171450"/>
                </a:cubicBezTo>
                <a:cubicBezTo>
                  <a:pt x="4773351" y="173736"/>
                  <a:pt x="4771705" y="175748"/>
                  <a:pt x="4769602" y="177302"/>
                </a:cubicBezTo>
                <a:cubicBezTo>
                  <a:pt x="4767590" y="178948"/>
                  <a:pt x="4765213" y="180137"/>
                  <a:pt x="4762652" y="180777"/>
                </a:cubicBezTo>
                <a:cubicBezTo>
                  <a:pt x="4760184" y="181508"/>
                  <a:pt x="4757623" y="181691"/>
                  <a:pt x="4754971" y="181326"/>
                </a:cubicBezTo>
                <a:lnTo>
                  <a:pt x="4698004" y="174285"/>
                </a:lnTo>
                <a:cubicBezTo>
                  <a:pt x="4695444" y="173919"/>
                  <a:pt x="4692975" y="173096"/>
                  <a:pt x="4690689" y="171816"/>
                </a:cubicBezTo>
                <a:cubicBezTo>
                  <a:pt x="4688403" y="170536"/>
                  <a:pt x="4686483" y="168798"/>
                  <a:pt x="4684837" y="166695"/>
                </a:cubicBezTo>
                <a:cubicBezTo>
                  <a:pt x="4683191" y="164683"/>
                  <a:pt x="4682094" y="162397"/>
                  <a:pt x="4681362" y="159837"/>
                </a:cubicBezTo>
                <a:cubicBezTo>
                  <a:pt x="4680631" y="157277"/>
                  <a:pt x="4680448" y="154716"/>
                  <a:pt x="4680814" y="152065"/>
                </a:cubicBezTo>
                <a:cubicBezTo>
                  <a:pt x="4681088" y="149504"/>
                  <a:pt x="4681911" y="147036"/>
                  <a:pt x="4683282" y="144750"/>
                </a:cubicBezTo>
                <a:cubicBezTo>
                  <a:pt x="4684563" y="142464"/>
                  <a:pt x="4686209" y="140543"/>
                  <a:pt x="4688312" y="138897"/>
                </a:cubicBezTo>
                <a:cubicBezTo>
                  <a:pt x="4690415" y="137251"/>
                  <a:pt x="4692701" y="136154"/>
                  <a:pt x="4695261" y="135423"/>
                </a:cubicBezTo>
                <a:cubicBezTo>
                  <a:pt x="4697821" y="134691"/>
                  <a:pt x="4700382" y="134508"/>
                  <a:pt x="4702942" y="134874"/>
                </a:cubicBezTo>
              </a:path>
              <a:path w="5402001" h="1449690">
                <a:moveTo>
                  <a:pt x="4799320" y="146944"/>
                </a:moveTo>
                <a:lnTo>
                  <a:pt x="4856196" y="153985"/>
                </a:lnTo>
                <a:cubicBezTo>
                  <a:pt x="4858847" y="154351"/>
                  <a:pt x="4861316" y="155174"/>
                  <a:pt x="4863602" y="156454"/>
                </a:cubicBezTo>
                <a:cubicBezTo>
                  <a:pt x="4865888" y="157734"/>
                  <a:pt x="4867808" y="159471"/>
                  <a:pt x="4869454" y="161483"/>
                </a:cubicBezTo>
                <a:cubicBezTo>
                  <a:pt x="4871100" y="163586"/>
                  <a:pt x="4872198" y="165872"/>
                  <a:pt x="4872929" y="168432"/>
                </a:cubicBezTo>
                <a:cubicBezTo>
                  <a:pt x="4873661" y="170993"/>
                  <a:pt x="4873843" y="173553"/>
                  <a:pt x="4873478" y="176113"/>
                </a:cubicBezTo>
                <a:cubicBezTo>
                  <a:pt x="4873112" y="178765"/>
                  <a:pt x="4872380" y="181234"/>
                  <a:pt x="4871009" y="183520"/>
                </a:cubicBezTo>
                <a:cubicBezTo>
                  <a:pt x="4869729" y="185806"/>
                  <a:pt x="4868083" y="187726"/>
                  <a:pt x="4865980" y="189372"/>
                </a:cubicBezTo>
                <a:cubicBezTo>
                  <a:pt x="4863876" y="190927"/>
                  <a:pt x="4861590" y="192115"/>
                  <a:pt x="4859030" y="192847"/>
                </a:cubicBezTo>
                <a:cubicBezTo>
                  <a:pt x="4856470" y="193487"/>
                  <a:pt x="4853910" y="193670"/>
                  <a:pt x="4851349" y="193396"/>
                </a:cubicBezTo>
                <a:lnTo>
                  <a:pt x="4794382" y="186263"/>
                </a:lnTo>
                <a:cubicBezTo>
                  <a:pt x="4791730" y="185898"/>
                  <a:pt x="4789353" y="185166"/>
                  <a:pt x="4787067" y="183794"/>
                </a:cubicBezTo>
                <a:cubicBezTo>
                  <a:pt x="4784781" y="182514"/>
                  <a:pt x="4782769" y="180868"/>
                  <a:pt x="4781123" y="178765"/>
                </a:cubicBezTo>
                <a:cubicBezTo>
                  <a:pt x="4779569" y="176662"/>
                  <a:pt x="4778380" y="174376"/>
                  <a:pt x="4777740" y="171816"/>
                </a:cubicBezTo>
                <a:cubicBezTo>
                  <a:pt x="4777008" y="169347"/>
                  <a:pt x="4776826" y="166695"/>
                  <a:pt x="4777100" y="164135"/>
                </a:cubicBezTo>
                <a:cubicBezTo>
                  <a:pt x="4777466" y="161483"/>
                  <a:pt x="4778289" y="159106"/>
                  <a:pt x="4779569" y="156820"/>
                </a:cubicBezTo>
                <a:cubicBezTo>
                  <a:pt x="4780849" y="154534"/>
                  <a:pt x="4782586" y="152522"/>
                  <a:pt x="4784689" y="150967"/>
                </a:cubicBezTo>
                <a:cubicBezTo>
                  <a:pt x="4786701" y="149322"/>
                  <a:pt x="4789079" y="148133"/>
                  <a:pt x="4791547" y="147493"/>
                </a:cubicBezTo>
                <a:cubicBezTo>
                  <a:pt x="4794108" y="146761"/>
                  <a:pt x="4796668" y="146578"/>
                  <a:pt x="4799320" y="146944"/>
                </a:cubicBezTo>
              </a:path>
              <a:path w="5402001" h="1449690">
                <a:moveTo>
                  <a:pt x="4895606" y="158923"/>
                </a:moveTo>
                <a:lnTo>
                  <a:pt x="4952573" y="166055"/>
                </a:lnTo>
                <a:cubicBezTo>
                  <a:pt x="4955225" y="166329"/>
                  <a:pt x="4957602" y="167152"/>
                  <a:pt x="4959888" y="168524"/>
                </a:cubicBezTo>
                <a:cubicBezTo>
                  <a:pt x="4962174" y="169804"/>
                  <a:pt x="4964186" y="171450"/>
                  <a:pt x="4965832" y="173553"/>
                </a:cubicBezTo>
                <a:cubicBezTo>
                  <a:pt x="4967387" y="175656"/>
                  <a:pt x="4968575" y="177942"/>
                  <a:pt x="4969215" y="180503"/>
                </a:cubicBezTo>
                <a:cubicBezTo>
                  <a:pt x="4969947" y="182971"/>
                  <a:pt x="4970130" y="185532"/>
                  <a:pt x="4969855" y="188184"/>
                </a:cubicBezTo>
                <a:cubicBezTo>
                  <a:pt x="4969490" y="190835"/>
                  <a:pt x="4968667" y="193213"/>
                  <a:pt x="4967387" y="195499"/>
                </a:cubicBezTo>
                <a:cubicBezTo>
                  <a:pt x="4966106" y="197785"/>
                  <a:pt x="4964369" y="199796"/>
                  <a:pt x="4962266" y="201351"/>
                </a:cubicBezTo>
                <a:cubicBezTo>
                  <a:pt x="4960254" y="202997"/>
                  <a:pt x="4957877" y="204186"/>
                  <a:pt x="4955408" y="204826"/>
                </a:cubicBezTo>
                <a:cubicBezTo>
                  <a:pt x="4952848" y="205557"/>
                  <a:pt x="4950287" y="205740"/>
                  <a:pt x="4947636" y="205374"/>
                </a:cubicBezTo>
                <a:lnTo>
                  <a:pt x="4890760" y="198333"/>
                </a:lnTo>
                <a:cubicBezTo>
                  <a:pt x="4888108" y="197968"/>
                  <a:pt x="4885639" y="197145"/>
                  <a:pt x="4883353" y="195864"/>
                </a:cubicBezTo>
                <a:cubicBezTo>
                  <a:pt x="4881067" y="194584"/>
                  <a:pt x="4879147" y="192847"/>
                  <a:pt x="4877501" y="190835"/>
                </a:cubicBezTo>
                <a:cubicBezTo>
                  <a:pt x="4875855" y="188732"/>
                  <a:pt x="4874758" y="186446"/>
                  <a:pt x="4874026" y="183886"/>
                </a:cubicBezTo>
                <a:cubicBezTo>
                  <a:pt x="4873295" y="181326"/>
                  <a:pt x="4873112" y="178765"/>
                  <a:pt x="4873478" y="176113"/>
                </a:cubicBezTo>
                <a:cubicBezTo>
                  <a:pt x="4873843" y="173553"/>
                  <a:pt x="4874575" y="171084"/>
                  <a:pt x="4875947" y="168798"/>
                </a:cubicBezTo>
                <a:cubicBezTo>
                  <a:pt x="4877227" y="166512"/>
                  <a:pt x="4878873" y="164592"/>
                  <a:pt x="4880976" y="162946"/>
                </a:cubicBezTo>
                <a:cubicBezTo>
                  <a:pt x="4883079" y="161300"/>
                  <a:pt x="4885365" y="160203"/>
                  <a:pt x="4887925" y="159471"/>
                </a:cubicBezTo>
                <a:cubicBezTo>
                  <a:pt x="4890486" y="158831"/>
                  <a:pt x="4893046" y="158648"/>
                  <a:pt x="4895606" y="158923"/>
                </a:cubicBezTo>
              </a:path>
              <a:path w="5402001" h="1449690">
                <a:moveTo>
                  <a:pt x="4991984" y="170993"/>
                </a:moveTo>
                <a:lnTo>
                  <a:pt x="5048951" y="178034"/>
                </a:lnTo>
                <a:cubicBezTo>
                  <a:pt x="5051511" y="178399"/>
                  <a:pt x="5053980" y="179222"/>
                  <a:pt x="5056266" y="180503"/>
                </a:cubicBezTo>
                <a:cubicBezTo>
                  <a:pt x="5058552" y="181783"/>
                  <a:pt x="5060472" y="183520"/>
                  <a:pt x="5062118" y="185532"/>
                </a:cubicBezTo>
                <a:cubicBezTo>
                  <a:pt x="5063764" y="187635"/>
                  <a:pt x="5064862" y="189921"/>
                  <a:pt x="5065593" y="192481"/>
                </a:cubicBezTo>
                <a:cubicBezTo>
                  <a:pt x="5066325" y="195042"/>
                  <a:pt x="5066508" y="197602"/>
                  <a:pt x="5066142" y="200254"/>
                </a:cubicBezTo>
                <a:cubicBezTo>
                  <a:pt x="5065867" y="202814"/>
                  <a:pt x="5065044" y="205283"/>
                  <a:pt x="5063673" y="207569"/>
                </a:cubicBezTo>
                <a:cubicBezTo>
                  <a:pt x="5062393" y="209855"/>
                  <a:pt x="5060747" y="211775"/>
                  <a:pt x="5058644" y="213421"/>
                </a:cubicBezTo>
                <a:cubicBezTo>
                  <a:pt x="5056541" y="215067"/>
                  <a:pt x="5054255" y="216164"/>
                  <a:pt x="5051694" y="216896"/>
                </a:cubicBezTo>
                <a:cubicBezTo>
                  <a:pt x="5049134" y="217536"/>
                  <a:pt x="5046574" y="217719"/>
                  <a:pt x="5044013" y="217444"/>
                </a:cubicBezTo>
                <a:lnTo>
                  <a:pt x="4987046" y="210312"/>
                </a:lnTo>
                <a:cubicBezTo>
                  <a:pt x="4984486" y="210038"/>
                  <a:pt x="4982017" y="209215"/>
                  <a:pt x="4979731" y="207843"/>
                </a:cubicBezTo>
                <a:cubicBezTo>
                  <a:pt x="4977445" y="206563"/>
                  <a:pt x="4975433" y="204917"/>
                  <a:pt x="4973879" y="202814"/>
                </a:cubicBezTo>
                <a:cubicBezTo>
                  <a:pt x="4972233" y="200711"/>
                  <a:pt x="4971044" y="198425"/>
                  <a:pt x="4970404" y="195864"/>
                </a:cubicBezTo>
                <a:cubicBezTo>
                  <a:pt x="4969673" y="193396"/>
                  <a:pt x="4969490" y="190835"/>
                  <a:pt x="4969855" y="188184"/>
                </a:cubicBezTo>
                <a:cubicBezTo>
                  <a:pt x="4970130" y="185532"/>
                  <a:pt x="4970953" y="183154"/>
                  <a:pt x="4972233" y="180868"/>
                </a:cubicBezTo>
                <a:cubicBezTo>
                  <a:pt x="4973604" y="178582"/>
                  <a:pt x="4975250" y="176571"/>
                  <a:pt x="4977354" y="175016"/>
                </a:cubicBezTo>
                <a:cubicBezTo>
                  <a:pt x="4979365" y="173370"/>
                  <a:pt x="4981743" y="172182"/>
                  <a:pt x="4984303" y="171541"/>
                </a:cubicBezTo>
                <a:cubicBezTo>
                  <a:pt x="4986772" y="170810"/>
                  <a:pt x="4989332" y="170627"/>
                  <a:pt x="4991984" y="170993"/>
                </a:cubicBezTo>
              </a:path>
              <a:path w="5402001" h="1449690">
                <a:moveTo>
                  <a:pt x="5088362" y="182971"/>
                </a:moveTo>
                <a:lnTo>
                  <a:pt x="5145237" y="190104"/>
                </a:lnTo>
                <a:cubicBezTo>
                  <a:pt x="5147889" y="190378"/>
                  <a:pt x="5150358" y="191201"/>
                  <a:pt x="5152644" y="192573"/>
                </a:cubicBezTo>
                <a:cubicBezTo>
                  <a:pt x="5154930" y="193853"/>
                  <a:pt x="5156850" y="195499"/>
                  <a:pt x="5158496" y="197602"/>
                </a:cubicBezTo>
                <a:cubicBezTo>
                  <a:pt x="5160051" y="199705"/>
                  <a:pt x="5161239" y="201991"/>
                  <a:pt x="5161971" y="204551"/>
                </a:cubicBezTo>
                <a:cubicBezTo>
                  <a:pt x="5162611" y="207020"/>
                  <a:pt x="5162794" y="209672"/>
                  <a:pt x="5162520" y="212232"/>
                </a:cubicBezTo>
                <a:cubicBezTo>
                  <a:pt x="5162154" y="214884"/>
                  <a:pt x="5161331" y="217261"/>
                  <a:pt x="5160051" y="219547"/>
                </a:cubicBezTo>
                <a:cubicBezTo>
                  <a:pt x="5158770" y="221833"/>
                  <a:pt x="5157033" y="223845"/>
                  <a:pt x="5155021" y="225400"/>
                </a:cubicBezTo>
                <a:cubicBezTo>
                  <a:pt x="5152918" y="227046"/>
                  <a:pt x="5150632" y="228234"/>
                  <a:pt x="5148072" y="228874"/>
                </a:cubicBezTo>
                <a:cubicBezTo>
                  <a:pt x="5145512" y="229606"/>
                  <a:pt x="5142951" y="229789"/>
                  <a:pt x="5140300" y="229423"/>
                </a:cubicBezTo>
                <a:lnTo>
                  <a:pt x="5083424" y="222382"/>
                </a:lnTo>
                <a:cubicBezTo>
                  <a:pt x="5080772" y="222016"/>
                  <a:pt x="5078303" y="221193"/>
                  <a:pt x="5076017" y="219913"/>
                </a:cubicBezTo>
                <a:cubicBezTo>
                  <a:pt x="5073731" y="218633"/>
                  <a:pt x="5071811" y="216896"/>
                  <a:pt x="5070165" y="214884"/>
                </a:cubicBezTo>
                <a:cubicBezTo>
                  <a:pt x="5068611" y="212781"/>
                  <a:pt x="5067422" y="210495"/>
                  <a:pt x="5066690" y="207935"/>
                </a:cubicBezTo>
                <a:cubicBezTo>
                  <a:pt x="5066050" y="205374"/>
                  <a:pt x="5065867" y="202814"/>
                  <a:pt x="5066142" y="200254"/>
                </a:cubicBezTo>
                <a:cubicBezTo>
                  <a:pt x="5066508" y="197602"/>
                  <a:pt x="5067330" y="195133"/>
                  <a:pt x="5068611" y="192847"/>
                </a:cubicBezTo>
                <a:cubicBezTo>
                  <a:pt x="5069891" y="190561"/>
                  <a:pt x="5071628" y="188641"/>
                  <a:pt x="5073640" y="186995"/>
                </a:cubicBezTo>
                <a:cubicBezTo>
                  <a:pt x="5075743" y="185440"/>
                  <a:pt x="5078029" y="184252"/>
                  <a:pt x="5080589" y="183520"/>
                </a:cubicBezTo>
                <a:cubicBezTo>
                  <a:pt x="5083150" y="182880"/>
                  <a:pt x="5085710" y="182697"/>
                  <a:pt x="5088362" y="182971"/>
                </a:cubicBezTo>
              </a:path>
              <a:path w="5402001" h="1449690">
                <a:moveTo>
                  <a:pt x="5184648" y="195042"/>
                </a:moveTo>
                <a:lnTo>
                  <a:pt x="5241615" y="202082"/>
                </a:lnTo>
                <a:cubicBezTo>
                  <a:pt x="5244175" y="202448"/>
                  <a:pt x="5246644" y="203271"/>
                  <a:pt x="5248930" y="204551"/>
                </a:cubicBezTo>
                <a:cubicBezTo>
                  <a:pt x="5251216" y="205831"/>
                  <a:pt x="5253228" y="207569"/>
                  <a:pt x="5254782" y="209672"/>
                </a:cubicBezTo>
                <a:cubicBezTo>
                  <a:pt x="5256428" y="211684"/>
                  <a:pt x="5257617" y="213970"/>
                  <a:pt x="5258257" y="216530"/>
                </a:cubicBezTo>
                <a:cubicBezTo>
                  <a:pt x="5258989" y="219090"/>
                  <a:pt x="5259172" y="221651"/>
                  <a:pt x="5258806" y="224302"/>
                </a:cubicBezTo>
                <a:cubicBezTo>
                  <a:pt x="5258532" y="226863"/>
                  <a:pt x="5257709" y="229332"/>
                  <a:pt x="5256428" y="231618"/>
                </a:cubicBezTo>
                <a:cubicBezTo>
                  <a:pt x="5255057" y="233904"/>
                  <a:pt x="5253411" y="235824"/>
                  <a:pt x="5251308" y="237470"/>
                </a:cubicBezTo>
                <a:cubicBezTo>
                  <a:pt x="5249205" y="239116"/>
                  <a:pt x="5246919" y="240213"/>
                  <a:pt x="5244358" y="240944"/>
                </a:cubicBezTo>
                <a:cubicBezTo>
                  <a:pt x="5241889" y="241584"/>
                  <a:pt x="5239238" y="241859"/>
                  <a:pt x="5236677" y="241493"/>
                </a:cubicBezTo>
                <a:lnTo>
                  <a:pt x="5179710" y="234361"/>
                </a:lnTo>
                <a:cubicBezTo>
                  <a:pt x="5177150" y="234086"/>
                  <a:pt x="5174681" y="233263"/>
                  <a:pt x="5172395" y="231983"/>
                </a:cubicBezTo>
                <a:cubicBezTo>
                  <a:pt x="5170109" y="230612"/>
                  <a:pt x="5168189" y="228966"/>
                  <a:pt x="5166543" y="226863"/>
                </a:cubicBezTo>
                <a:cubicBezTo>
                  <a:pt x="5164897" y="224760"/>
                  <a:pt x="5163708" y="222474"/>
                  <a:pt x="5163068" y="219913"/>
                </a:cubicBezTo>
                <a:cubicBezTo>
                  <a:pt x="5162337" y="217444"/>
                  <a:pt x="5162154" y="214884"/>
                  <a:pt x="5162520" y="212232"/>
                </a:cubicBezTo>
                <a:cubicBezTo>
                  <a:pt x="5162794" y="209672"/>
                  <a:pt x="5163617" y="207203"/>
                  <a:pt x="5164897" y="204917"/>
                </a:cubicBezTo>
                <a:cubicBezTo>
                  <a:pt x="5166269" y="202631"/>
                  <a:pt x="5167914" y="200619"/>
                  <a:pt x="5170018" y="199065"/>
                </a:cubicBezTo>
                <a:cubicBezTo>
                  <a:pt x="5172121" y="197419"/>
                  <a:pt x="5174407" y="196230"/>
                  <a:pt x="5176967" y="195590"/>
                </a:cubicBezTo>
                <a:cubicBezTo>
                  <a:pt x="5179436" y="194859"/>
                  <a:pt x="5182088" y="194676"/>
                  <a:pt x="5184648" y="195042"/>
                </a:cubicBezTo>
              </a:path>
              <a:path w="5402001" h="1449690">
                <a:moveTo>
                  <a:pt x="5281026" y="207020"/>
                </a:moveTo>
                <a:lnTo>
                  <a:pt x="5337901" y="214152"/>
                </a:lnTo>
                <a:cubicBezTo>
                  <a:pt x="5340553" y="214518"/>
                  <a:pt x="5343022" y="215250"/>
                  <a:pt x="5345308" y="216621"/>
                </a:cubicBezTo>
                <a:cubicBezTo>
                  <a:pt x="5347594" y="217902"/>
                  <a:pt x="5349514" y="219547"/>
                  <a:pt x="5351160" y="221651"/>
                </a:cubicBezTo>
                <a:cubicBezTo>
                  <a:pt x="5352806" y="223754"/>
                  <a:pt x="5353903" y="226040"/>
                  <a:pt x="5354635" y="228600"/>
                </a:cubicBezTo>
                <a:cubicBezTo>
                  <a:pt x="5355275" y="231069"/>
                  <a:pt x="5355458" y="233721"/>
                  <a:pt x="5355184" y="236281"/>
                </a:cubicBezTo>
                <a:cubicBezTo>
                  <a:pt x="5354818" y="238933"/>
                  <a:pt x="5353995" y="241310"/>
                  <a:pt x="5352715" y="243596"/>
                </a:cubicBezTo>
                <a:cubicBezTo>
                  <a:pt x="5351435" y="245882"/>
                  <a:pt x="5349697" y="247894"/>
                  <a:pt x="5347686" y="249448"/>
                </a:cubicBezTo>
                <a:cubicBezTo>
                  <a:pt x="5345582" y="251094"/>
                  <a:pt x="5343296" y="252283"/>
                  <a:pt x="5340736" y="252923"/>
                </a:cubicBezTo>
                <a:cubicBezTo>
                  <a:pt x="5338176" y="253655"/>
                  <a:pt x="5335615" y="253837"/>
                  <a:pt x="5332964" y="253472"/>
                </a:cubicBezTo>
                <a:lnTo>
                  <a:pt x="5276088" y="246431"/>
                </a:lnTo>
                <a:cubicBezTo>
                  <a:pt x="5273436" y="246065"/>
                  <a:pt x="5271059" y="245242"/>
                  <a:pt x="5268681" y="243962"/>
                </a:cubicBezTo>
                <a:cubicBezTo>
                  <a:pt x="5266395" y="242682"/>
                  <a:pt x="5264475" y="240944"/>
                  <a:pt x="5262829" y="238933"/>
                </a:cubicBezTo>
                <a:cubicBezTo>
                  <a:pt x="5261275" y="236830"/>
                  <a:pt x="5260086" y="234544"/>
                  <a:pt x="5259354" y="231983"/>
                </a:cubicBezTo>
                <a:cubicBezTo>
                  <a:pt x="5258714" y="229423"/>
                  <a:pt x="5258532" y="226863"/>
                  <a:pt x="5258806" y="224302"/>
                </a:cubicBezTo>
                <a:cubicBezTo>
                  <a:pt x="5259172" y="221651"/>
                  <a:pt x="5259995" y="219182"/>
                  <a:pt x="5261275" y="216896"/>
                </a:cubicBezTo>
                <a:cubicBezTo>
                  <a:pt x="5262555" y="214610"/>
                  <a:pt x="5264292" y="212689"/>
                  <a:pt x="5266395" y="211044"/>
                </a:cubicBezTo>
                <a:cubicBezTo>
                  <a:pt x="5268407" y="209489"/>
                  <a:pt x="5270693" y="208300"/>
                  <a:pt x="5273253" y="207569"/>
                </a:cubicBezTo>
                <a:cubicBezTo>
                  <a:pt x="5275814" y="206929"/>
                  <a:pt x="5278374" y="206746"/>
                  <a:pt x="5281026" y="207020"/>
                </a:cubicBezTo>
              </a:path>
              <a:path w="5402001" h="1449690">
                <a:moveTo>
                  <a:pt x="5377312" y="219090"/>
                </a:moveTo>
                <a:lnTo>
                  <a:pt x="5384444" y="219913"/>
                </a:lnTo>
                <a:cubicBezTo>
                  <a:pt x="5387005" y="220279"/>
                  <a:pt x="5389474" y="221102"/>
                  <a:pt x="5391760" y="222382"/>
                </a:cubicBezTo>
                <a:cubicBezTo>
                  <a:pt x="5394046" y="223662"/>
                  <a:pt x="5395966" y="225400"/>
                  <a:pt x="5397612" y="227503"/>
                </a:cubicBezTo>
                <a:cubicBezTo>
                  <a:pt x="5399258" y="229514"/>
                  <a:pt x="5400355" y="231800"/>
                  <a:pt x="5401086" y="234361"/>
                </a:cubicBezTo>
                <a:cubicBezTo>
                  <a:pt x="5401818" y="236921"/>
                  <a:pt x="5402001" y="239481"/>
                  <a:pt x="5401635" y="242133"/>
                </a:cubicBezTo>
                <a:cubicBezTo>
                  <a:pt x="5401361" y="244693"/>
                  <a:pt x="5400538" y="247162"/>
                  <a:pt x="5399166" y="249448"/>
                </a:cubicBezTo>
                <a:cubicBezTo>
                  <a:pt x="5397886" y="251734"/>
                  <a:pt x="5396240" y="253655"/>
                  <a:pt x="5394137" y="255300"/>
                </a:cubicBezTo>
                <a:cubicBezTo>
                  <a:pt x="5392034" y="256946"/>
                  <a:pt x="5389748" y="258044"/>
                  <a:pt x="5387188" y="258775"/>
                </a:cubicBezTo>
                <a:cubicBezTo>
                  <a:pt x="5384719" y="259415"/>
                  <a:pt x="5382067" y="259690"/>
                  <a:pt x="5379507" y="259324"/>
                </a:cubicBezTo>
                <a:lnTo>
                  <a:pt x="5372374" y="258409"/>
                </a:lnTo>
                <a:cubicBezTo>
                  <a:pt x="5369814" y="258135"/>
                  <a:pt x="5367345" y="257312"/>
                  <a:pt x="5365059" y="256032"/>
                </a:cubicBezTo>
                <a:cubicBezTo>
                  <a:pt x="5362773" y="254660"/>
                  <a:pt x="5360853" y="253014"/>
                  <a:pt x="5359207" y="250911"/>
                </a:cubicBezTo>
                <a:cubicBezTo>
                  <a:pt x="5357561" y="248900"/>
                  <a:pt x="5356464" y="246522"/>
                  <a:pt x="5355732" y="244053"/>
                </a:cubicBezTo>
                <a:cubicBezTo>
                  <a:pt x="5355001" y="241493"/>
                  <a:pt x="5354818" y="238933"/>
                  <a:pt x="5355184" y="236281"/>
                </a:cubicBezTo>
                <a:cubicBezTo>
                  <a:pt x="5355458" y="233721"/>
                  <a:pt x="5356281" y="231252"/>
                  <a:pt x="5357652" y="228966"/>
                </a:cubicBezTo>
                <a:cubicBezTo>
                  <a:pt x="5358933" y="226680"/>
                  <a:pt x="5360579" y="224668"/>
                  <a:pt x="5362682" y="223114"/>
                </a:cubicBezTo>
                <a:cubicBezTo>
                  <a:pt x="5364785" y="221468"/>
                  <a:pt x="5367071" y="220370"/>
                  <a:pt x="5369631" y="219639"/>
                </a:cubicBezTo>
                <a:cubicBezTo>
                  <a:pt x="5372191" y="218907"/>
                  <a:pt x="5374752" y="218724"/>
                  <a:pt x="5377312" y="219090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5" name="Forma 189"/>
          <p:cNvSpPr/>
          <p:nvPr/>
        </p:nvSpPr>
        <p:spPr>
          <a:xfrm>
            <a:off x="1782166" y="3358683"/>
            <a:ext cx="105888" cy="105796"/>
          </a:xfrm>
          <a:custGeom>
            <a:avLst/>
            <a:gdLst/>
            <a:ahLst/>
            <a:cxnLst/>
            <a:rect l="l" t="t" r="r" b="b"/>
            <a:pathLst>
              <a:path w="105888" h="105796">
                <a:moveTo>
                  <a:pt x="105888" y="52852"/>
                </a:moveTo>
                <a:cubicBezTo>
                  <a:pt x="105888" y="56327"/>
                  <a:pt x="105613" y="59802"/>
                  <a:pt x="104882" y="63185"/>
                </a:cubicBezTo>
                <a:cubicBezTo>
                  <a:pt x="104242" y="66660"/>
                  <a:pt x="103236" y="69952"/>
                  <a:pt x="101864" y="73152"/>
                </a:cubicBezTo>
                <a:cubicBezTo>
                  <a:pt x="100584" y="76352"/>
                  <a:pt x="98938" y="79370"/>
                  <a:pt x="97018" y="82296"/>
                </a:cubicBezTo>
                <a:cubicBezTo>
                  <a:pt x="95098" y="85131"/>
                  <a:pt x="92903" y="87874"/>
                  <a:pt x="90434" y="90343"/>
                </a:cubicBezTo>
                <a:cubicBezTo>
                  <a:pt x="87965" y="92720"/>
                  <a:pt x="85314" y="94915"/>
                  <a:pt x="82387" y="96835"/>
                </a:cubicBezTo>
                <a:cubicBezTo>
                  <a:pt x="79461" y="98847"/>
                  <a:pt x="76444" y="100401"/>
                  <a:pt x="73243" y="101773"/>
                </a:cubicBezTo>
                <a:cubicBezTo>
                  <a:pt x="70043" y="103053"/>
                  <a:pt x="66660" y="104059"/>
                  <a:pt x="63276" y="104790"/>
                </a:cubicBezTo>
                <a:cubicBezTo>
                  <a:pt x="59893" y="105430"/>
                  <a:pt x="56418" y="105796"/>
                  <a:pt x="52944" y="105796"/>
                </a:cubicBezTo>
                <a:cubicBezTo>
                  <a:pt x="49469" y="105796"/>
                  <a:pt x="45994" y="105430"/>
                  <a:pt x="42611" y="104790"/>
                </a:cubicBezTo>
                <a:cubicBezTo>
                  <a:pt x="39228" y="104059"/>
                  <a:pt x="35936" y="103053"/>
                  <a:pt x="32736" y="101773"/>
                </a:cubicBezTo>
                <a:cubicBezTo>
                  <a:pt x="29444" y="100401"/>
                  <a:pt x="26426" y="98847"/>
                  <a:pt x="23500" y="96835"/>
                </a:cubicBezTo>
                <a:cubicBezTo>
                  <a:pt x="20665" y="94915"/>
                  <a:pt x="18014" y="92720"/>
                  <a:pt x="15545" y="90343"/>
                </a:cubicBezTo>
                <a:cubicBezTo>
                  <a:pt x="13076" y="87874"/>
                  <a:pt x="10881" y="85131"/>
                  <a:pt x="8961" y="82296"/>
                </a:cubicBezTo>
                <a:cubicBezTo>
                  <a:pt x="6949" y="79370"/>
                  <a:pt x="5395" y="76352"/>
                  <a:pt x="4023" y="73152"/>
                </a:cubicBezTo>
                <a:cubicBezTo>
                  <a:pt x="2743" y="69952"/>
                  <a:pt x="1737" y="66660"/>
                  <a:pt x="1006" y="63185"/>
                </a:cubicBezTo>
                <a:cubicBezTo>
                  <a:pt x="366" y="59802"/>
                  <a:pt x="0" y="56327"/>
                  <a:pt x="0" y="52852"/>
                </a:cubicBezTo>
                <a:cubicBezTo>
                  <a:pt x="0" y="49378"/>
                  <a:pt x="366" y="45994"/>
                  <a:pt x="1006" y="42611"/>
                </a:cubicBezTo>
                <a:cubicBezTo>
                  <a:pt x="1737" y="39136"/>
                  <a:pt x="2743" y="35844"/>
                  <a:pt x="4023" y="32644"/>
                </a:cubicBezTo>
                <a:cubicBezTo>
                  <a:pt x="5395" y="29444"/>
                  <a:pt x="6949" y="26426"/>
                  <a:pt x="8961" y="23500"/>
                </a:cubicBezTo>
                <a:cubicBezTo>
                  <a:pt x="10881" y="20665"/>
                  <a:pt x="13076" y="17922"/>
                  <a:pt x="15545" y="15453"/>
                </a:cubicBezTo>
                <a:cubicBezTo>
                  <a:pt x="18014" y="13076"/>
                  <a:pt x="20665" y="10881"/>
                  <a:pt x="23500" y="8870"/>
                </a:cubicBezTo>
                <a:cubicBezTo>
                  <a:pt x="26426" y="6949"/>
                  <a:pt x="29444" y="5395"/>
                  <a:pt x="32736" y="4023"/>
                </a:cubicBezTo>
                <a:cubicBezTo>
                  <a:pt x="35936" y="2652"/>
                  <a:pt x="39228" y="1737"/>
                  <a:pt x="42611" y="1006"/>
                </a:cubicBezTo>
                <a:cubicBezTo>
                  <a:pt x="45994" y="366"/>
                  <a:pt x="49469" y="0"/>
                  <a:pt x="52944" y="0"/>
                </a:cubicBezTo>
                <a:cubicBezTo>
                  <a:pt x="56418" y="0"/>
                  <a:pt x="59893" y="366"/>
                  <a:pt x="63276" y="1006"/>
                </a:cubicBezTo>
                <a:cubicBezTo>
                  <a:pt x="66660" y="1737"/>
                  <a:pt x="70043" y="2652"/>
                  <a:pt x="73243" y="4023"/>
                </a:cubicBezTo>
                <a:cubicBezTo>
                  <a:pt x="76444" y="5395"/>
                  <a:pt x="79461" y="6949"/>
                  <a:pt x="82387" y="8870"/>
                </a:cubicBezTo>
                <a:cubicBezTo>
                  <a:pt x="85314" y="10881"/>
                  <a:pt x="87965" y="13076"/>
                  <a:pt x="90434" y="15453"/>
                </a:cubicBezTo>
                <a:cubicBezTo>
                  <a:pt x="92903" y="17922"/>
                  <a:pt x="95098" y="20665"/>
                  <a:pt x="97018" y="23500"/>
                </a:cubicBezTo>
                <a:cubicBezTo>
                  <a:pt x="98938" y="26426"/>
                  <a:pt x="100584" y="29444"/>
                  <a:pt x="101864" y="32644"/>
                </a:cubicBezTo>
                <a:cubicBezTo>
                  <a:pt x="103236" y="35844"/>
                  <a:pt x="104242" y="39136"/>
                  <a:pt x="104882" y="42611"/>
                </a:cubicBezTo>
                <a:cubicBezTo>
                  <a:pt x="105613" y="45994"/>
                  <a:pt x="105888" y="49378"/>
                  <a:pt x="105888" y="52852"/>
                </a:cubicBezTo>
              </a:path>
            </a:pathLst>
          </a:custGeom>
          <a:solidFill>
            <a:srgbClr val="FBFAF6"/>
          </a:solidFill>
          <a:ln w="22060">
            <a:solidFill>
              <a:srgbClr val="2D6075"/>
            </a:solidFill>
            <a:prstDash val="solid"/>
          </a:ln>
        </p:spPr>
      </p:sp>
      <p:sp>
        <p:nvSpPr>
          <p:cNvPr id="6" name="Forma 190"/>
          <p:cNvSpPr/>
          <p:nvPr/>
        </p:nvSpPr>
        <p:spPr>
          <a:xfrm>
            <a:off x="7144116" y="2168500"/>
            <a:ext cx="105888" cy="105796"/>
          </a:xfrm>
          <a:custGeom>
            <a:avLst/>
            <a:gdLst/>
            <a:ahLst/>
            <a:cxnLst/>
            <a:rect l="l" t="t" r="r" b="b"/>
            <a:pathLst>
              <a:path w="105888" h="105796">
                <a:moveTo>
                  <a:pt x="105888" y="52852"/>
                </a:moveTo>
                <a:cubicBezTo>
                  <a:pt x="105888" y="56327"/>
                  <a:pt x="105613" y="59802"/>
                  <a:pt x="104882" y="63185"/>
                </a:cubicBezTo>
                <a:cubicBezTo>
                  <a:pt x="104242" y="66660"/>
                  <a:pt x="103236" y="69952"/>
                  <a:pt x="101864" y="73152"/>
                </a:cubicBezTo>
                <a:cubicBezTo>
                  <a:pt x="100584" y="76352"/>
                  <a:pt x="98938" y="79370"/>
                  <a:pt x="97018" y="82296"/>
                </a:cubicBezTo>
                <a:cubicBezTo>
                  <a:pt x="95098" y="85131"/>
                  <a:pt x="92903" y="87874"/>
                  <a:pt x="90434" y="90251"/>
                </a:cubicBezTo>
                <a:cubicBezTo>
                  <a:pt x="87965" y="92720"/>
                  <a:pt x="85314" y="94915"/>
                  <a:pt x="82387" y="96835"/>
                </a:cubicBezTo>
                <a:cubicBezTo>
                  <a:pt x="79461" y="98847"/>
                  <a:pt x="76444" y="100401"/>
                  <a:pt x="73243" y="101773"/>
                </a:cubicBezTo>
                <a:cubicBezTo>
                  <a:pt x="70043" y="103053"/>
                  <a:pt x="66660" y="104059"/>
                  <a:pt x="63276" y="104790"/>
                </a:cubicBezTo>
                <a:cubicBezTo>
                  <a:pt x="59893" y="105430"/>
                  <a:pt x="56418" y="105796"/>
                  <a:pt x="52944" y="105796"/>
                </a:cubicBezTo>
                <a:cubicBezTo>
                  <a:pt x="49469" y="105796"/>
                  <a:pt x="45994" y="105430"/>
                  <a:pt x="42611" y="104790"/>
                </a:cubicBezTo>
                <a:cubicBezTo>
                  <a:pt x="39228" y="104059"/>
                  <a:pt x="35936" y="103053"/>
                  <a:pt x="32736" y="101773"/>
                </a:cubicBezTo>
                <a:cubicBezTo>
                  <a:pt x="29444" y="100401"/>
                  <a:pt x="26426" y="98847"/>
                  <a:pt x="23500" y="96835"/>
                </a:cubicBezTo>
                <a:cubicBezTo>
                  <a:pt x="20665" y="94915"/>
                  <a:pt x="18014" y="92720"/>
                  <a:pt x="15545" y="90251"/>
                </a:cubicBezTo>
                <a:cubicBezTo>
                  <a:pt x="13076" y="87874"/>
                  <a:pt x="10881" y="85131"/>
                  <a:pt x="8961" y="82296"/>
                </a:cubicBezTo>
                <a:cubicBezTo>
                  <a:pt x="6949" y="79370"/>
                  <a:pt x="5395" y="76352"/>
                  <a:pt x="4023" y="73152"/>
                </a:cubicBezTo>
                <a:cubicBezTo>
                  <a:pt x="2743" y="69952"/>
                  <a:pt x="1737" y="66660"/>
                  <a:pt x="1006" y="63185"/>
                </a:cubicBezTo>
                <a:cubicBezTo>
                  <a:pt x="366" y="59802"/>
                  <a:pt x="0" y="56327"/>
                  <a:pt x="0" y="52852"/>
                </a:cubicBezTo>
                <a:cubicBezTo>
                  <a:pt x="0" y="49378"/>
                  <a:pt x="366" y="45994"/>
                  <a:pt x="1006" y="42611"/>
                </a:cubicBezTo>
                <a:cubicBezTo>
                  <a:pt x="1737" y="39136"/>
                  <a:pt x="2743" y="35844"/>
                  <a:pt x="4023" y="32644"/>
                </a:cubicBezTo>
                <a:cubicBezTo>
                  <a:pt x="5395" y="29444"/>
                  <a:pt x="6949" y="26426"/>
                  <a:pt x="8961" y="23500"/>
                </a:cubicBezTo>
                <a:cubicBezTo>
                  <a:pt x="10881" y="20665"/>
                  <a:pt x="13076" y="17922"/>
                  <a:pt x="15545" y="15453"/>
                </a:cubicBezTo>
                <a:cubicBezTo>
                  <a:pt x="18014" y="13076"/>
                  <a:pt x="20665" y="10881"/>
                  <a:pt x="23500" y="8870"/>
                </a:cubicBezTo>
                <a:cubicBezTo>
                  <a:pt x="26426" y="6949"/>
                  <a:pt x="29444" y="5395"/>
                  <a:pt x="32736" y="4023"/>
                </a:cubicBezTo>
                <a:cubicBezTo>
                  <a:pt x="35936" y="2652"/>
                  <a:pt x="39228" y="1737"/>
                  <a:pt x="42611" y="1006"/>
                </a:cubicBezTo>
                <a:cubicBezTo>
                  <a:pt x="45994" y="366"/>
                  <a:pt x="49469" y="0"/>
                  <a:pt x="52944" y="0"/>
                </a:cubicBezTo>
                <a:cubicBezTo>
                  <a:pt x="56418" y="0"/>
                  <a:pt x="59893" y="366"/>
                  <a:pt x="63276" y="1006"/>
                </a:cubicBezTo>
                <a:cubicBezTo>
                  <a:pt x="66660" y="1737"/>
                  <a:pt x="70043" y="2652"/>
                  <a:pt x="73243" y="4023"/>
                </a:cubicBezTo>
                <a:cubicBezTo>
                  <a:pt x="76444" y="5395"/>
                  <a:pt x="79461" y="6949"/>
                  <a:pt x="82387" y="8870"/>
                </a:cubicBezTo>
                <a:cubicBezTo>
                  <a:pt x="85314" y="10881"/>
                  <a:pt x="87965" y="13076"/>
                  <a:pt x="90434" y="15453"/>
                </a:cubicBezTo>
                <a:cubicBezTo>
                  <a:pt x="92903" y="17922"/>
                  <a:pt x="95098" y="20665"/>
                  <a:pt x="97018" y="23500"/>
                </a:cubicBezTo>
                <a:cubicBezTo>
                  <a:pt x="98938" y="26426"/>
                  <a:pt x="100584" y="29444"/>
                  <a:pt x="101864" y="32644"/>
                </a:cubicBezTo>
                <a:cubicBezTo>
                  <a:pt x="103236" y="35844"/>
                  <a:pt x="104242" y="39136"/>
                  <a:pt x="104882" y="42611"/>
                </a:cubicBezTo>
                <a:cubicBezTo>
                  <a:pt x="105613" y="45994"/>
                  <a:pt x="105888" y="49378"/>
                  <a:pt x="105888" y="52852"/>
                </a:cubicBezTo>
              </a:path>
            </a:pathLst>
          </a:custGeom>
          <a:solidFill>
            <a:srgbClr val="FBFAF6"/>
          </a:solidFill>
          <a:ln w="22060">
            <a:solidFill>
              <a:srgbClr val="AB432E"/>
            </a:solidFill>
            <a:prstDash val="solid"/>
          </a:ln>
        </p:spPr>
      </p:sp>
      <p:sp>
        <p:nvSpPr>
          <p:cNvPr id="7" name="Forma 191"/>
          <p:cNvSpPr/>
          <p:nvPr/>
        </p:nvSpPr>
        <p:spPr>
          <a:xfrm>
            <a:off x="643738" y="4053261"/>
            <a:ext cx="7855062" cy="9327"/>
          </a:xfrm>
          <a:custGeom>
            <a:avLst/>
            <a:gdLst/>
            <a:ahLst/>
            <a:cxnLst/>
            <a:rect l="l" t="t" r="r" b="b"/>
            <a:pathLst>
              <a:path w="7855062" h="9327">
                <a:moveTo>
                  <a:pt x="0" y="0"/>
                </a:moveTo>
                <a:lnTo>
                  <a:pt x="7855062" y="0"/>
                </a:lnTo>
                <a:lnTo>
                  <a:pt x="7855062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8" name="Forma 192"/>
          <p:cNvSpPr/>
          <p:nvPr/>
        </p:nvSpPr>
        <p:spPr>
          <a:xfrm>
            <a:off x="643738" y="4304904"/>
            <a:ext cx="270571" cy="37308"/>
          </a:xfrm>
          <a:custGeom>
            <a:avLst/>
            <a:gdLst/>
            <a:ahLst/>
            <a:cxnLst/>
            <a:rect l="l" t="t" r="r" b="b"/>
            <a:pathLst>
              <a:path w="270571" h="37308">
                <a:moveTo>
                  <a:pt x="0" y="0"/>
                </a:moveTo>
                <a:lnTo>
                  <a:pt x="270571" y="0"/>
                </a:lnTo>
                <a:lnTo>
                  <a:pt x="270571" y="37308"/>
                </a:lnTo>
                <a:lnTo>
                  <a:pt x="0" y="37308"/>
                </a:lnTo>
                <a:close/>
              </a:path>
            </a:pathLst>
          </a:custGeom>
          <a:solidFill>
            <a:srgbClr val="2D6075"/>
          </a:solidFill>
          <a:ln/>
        </p:spPr>
      </p:sp>
      <p:sp>
        <p:nvSpPr>
          <p:cNvPr id="9" name="Forma 193"/>
          <p:cNvSpPr/>
          <p:nvPr/>
        </p:nvSpPr>
        <p:spPr>
          <a:xfrm>
            <a:off x="3087929" y="4304904"/>
            <a:ext cx="270571" cy="37308"/>
          </a:xfrm>
          <a:custGeom>
            <a:avLst/>
            <a:gdLst/>
            <a:ahLst/>
            <a:cxnLst/>
            <a:rect l="l" t="t" r="r" b="b"/>
            <a:pathLst>
              <a:path w="270571" h="37308">
                <a:moveTo>
                  <a:pt x="0" y="0"/>
                </a:moveTo>
                <a:lnTo>
                  <a:pt x="270571" y="0"/>
                </a:lnTo>
                <a:lnTo>
                  <a:pt x="270571" y="37308"/>
                </a:lnTo>
                <a:lnTo>
                  <a:pt x="0" y="37308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10" name="Forma 194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738" y="512521"/>
            <a:ext cx="226359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1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· PAR DE LA PROPUESTA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623712" y="778977"/>
            <a:ext cx="8607979" cy="977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9"/>
              </a:lnSpc>
              <a:buNone/>
            </a:pPr>
            <a:r>
              <a:rPr lang="en-US" sz="3154" b="1" spc="-10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segundo corredor se elige por costo y</a:t>
            </a:r>
            <a:endParaRPr lang="en-US" sz="3154" dirty="0"/>
          </a:p>
          <a:p>
            <a:pPr algn="l" indent="0" marL="0">
              <a:lnSpc>
                <a:spcPts val="3379"/>
              </a:lnSpc>
              <a:buNone/>
            </a:pPr>
            <a:r>
              <a:rPr lang="en-US" sz="3154" b="1" spc="-10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separación física</a:t>
            </a:r>
            <a:endParaRPr lang="en-US" sz="3154" dirty="0"/>
          </a:p>
        </p:txBody>
      </p:sp>
      <p:sp>
        <p:nvSpPr>
          <p:cNvPr id="13" name="Text 11"/>
          <p:cNvSpPr txBox="1"/>
          <p:nvPr/>
        </p:nvSpPr>
        <p:spPr>
          <a:xfrm>
            <a:off x="1044885" y="4146438"/>
            <a:ext cx="917966" cy="23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254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</a:t>
            </a:r>
            <a:endParaRPr lang="en-US" sz="1254" dirty="0"/>
          </a:p>
        </p:txBody>
      </p:sp>
      <p:sp>
        <p:nvSpPr>
          <p:cNvPr id="14" name="Text 12"/>
          <p:cNvSpPr txBox="1"/>
          <p:nvPr/>
        </p:nvSpPr>
        <p:spPr>
          <a:xfrm>
            <a:off x="1044885" y="4342120"/>
            <a:ext cx="2025945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costo propuesto entre el par</a:t>
            </a:r>
            <a:endParaRPr lang="en-US" sz="881" dirty="0"/>
          </a:p>
        </p:txBody>
      </p:sp>
      <p:sp>
        <p:nvSpPr>
          <p:cNvPr id="15" name="Text 13"/>
          <p:cNvSpPr txBox="1"/>
          <p:nvPr/>
        </p:nvSpPr>
        <p:spPr>
          <a:xfrm>
            <a:off x="3487064" y="4146438"/>
            <a:ext cx="1103224" cy="23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99"/>
              </a:lnSpc>
              <a:buNone/>
            </a:pPr>
            <a:r>
              <a:rPr lang="en-US" sz="1254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</a:t>
            </a:r>
            <a:endParaRPr lang="en-US" sz="1254" dirty="0"/>
          </a:p>
        </p:txBody>
      </p:sp>
      <p:sp>
        <p:nvSpPr>
          <p:cNvPr id="16" name="Text 14"/>
          <p:cNvSpPr txBox="1"/>
          <p:nvPr/>
        </p:nvSpPr>
        <p:spPr>
          <a:xfrm>
            <a:off x="3487064" y="4342120"/>
            <a:ext cx="3071012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compartir corredor cuando el conjunto lo permite</a:t>
            </a:r>
            <a:endParaRPr lang="en-US" sz="881" dirty="0"/>
          </a:p>
        </p:txBody>
      </p:sp>
      <p:sp>
        <p:nvSpPr>
          <p:cNvPr id="17" name="Text 15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35</a:t>
            </a:r>
            <a:endParaRPr lang="en-US" sz="88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195"/>
          <p:cNvSpPr/>
          <p:nvPr/>
        </p:nvSpPr>
        <p:spPr>
          <a:xfrm>
            <a:off x="707014" y="1196767"/>
            <a:ext cx="4734215" cy="2464857"/>
          </a:xfrm>
          <a:custGeom>
            <a:avLst/>
            <a:gdLst/>
            <a:ahLst/>
            <a:cxnLst/>
            <a:rect l="l" t="t" r="r" b="b"/>
            <a:pathLst>
              <a:path w="4734215" h="2464857">
                <a:moveTo>
                  <a:pt x="0" y="2238543"/>
                </a:moveTo>
                <a:lnTo>
                  <a:pt x="856153" y="1584564"/>
                </a:lnTo>
                <a:lnTo>
                  <a:pt x="1687159" y="1861261"/>
                </a:lnTo>
                <a:lnTo>
                  <a:pt x="2467874" y="1031260"/>
                </a:lnTo>
                <a:lnTo>
                  <a:pt x="3298789" y="1333012"/>
                </a:lnTo>
                <a:lnTo>
                  <a:pt x="4180180" y="477865"/>
                </a:lnTo>
                <a:lnTo>
                  <a:pt x="4734215" y="930585"/>
                </a:lnTo>
                <a:moveTo>
                  <a:pt x="0" y="2238543"/>
                </a:moveTo>
                <a:lnTo>
                  <a:pt x="780623" y="427573"/>
                </a:lnTo>
                <a:lnTo>
                  <a:pt x="1687159" y="1861261"/>
                </a:lnTo>
                <a:lnTo>
                  <a:pt x="2064898" y="176022"/>
                </a:lnTo>
                <a:lnTo>
                  <a:pt x="3298789" y="1333012"/>
                </a:lnTo>
                <a:lnTo>
                  <a:pt x="3802441" y="0"/>
                </a:lnTo>
                <a:lnTo>
                  <a:pt x="4734215" y="930585"/>
                </a:lnTo>
                <a:moveTo>
                  <a:pt x="856153" y="1584564"/>
                </a:moveTo>
                <a:lnTo>
                  <a:pt x="780623" y="427573"/>
                </a:lnTo>
                <a:lnTo>
                  <a:pt x="2064898" y="176022"/>
                </a:lnTo>
                <a:lnTo>
                  <a:pt x="2820375" y="326989"/>
                </a:lnTo>
                <a:lnTo>
                  <a:pt x="3802441" y="0"/>
                </a:lnTo>
                <a:lnTo>
                  <a:pt x="4180180" y="477865"/>
                </a:lnTo>
                <a:lnTo>
                  <a:pt x="4734215" y="930585"/>
                </a:lnTo>
                <a:moveTo>
                  <a:pt x="1687159" y="1861261"/>
                </a:moveTo>
                <a:lnTo>
                  <a:pt x="2266340" y="2464857"/>
                </a:lnTo>
                <a:lnTo>
                  <a:pt x="3324027" y="2339127"/>
                </a:lnTo>
                <a:lnTo>
                  <a:pt x="4029121" y="2012137"/>
                </a:lnTo>
                <a:lnTo>
                  <a:pt x="4734215" y="930585"/>
                </a:lnTo>
              </a:path>
            </a:pathLst>
          </a:custGeom>
          <a:ln w="15113">
            <a:solidFill>
              <a:srgbClr val="AAA79C"/>
            </a:solidFill>
            <a:prstDash val="solid"/>
          </a:ln>
        </p:spPr>
      </p:sp>
      <p:sp>
        <p:nvSpPr>
          <p:cNvPr id="3" name="Forma 196"/>
          <p:cNvSpPr/>
          <p:nvPr/>
        </p:nvSpPr>
        <p:spPr>
          <a:xfrm>
            <a:off x="707014" y="1674632"/>
            <a:ext cx="4734215" cy="1760586"/>
          </a:xfrm>
          <a:custGeom>
            <a:avLst/>
            <a:gdLst/>
            <a:ahLst/>
            <a:cxnLst/>
            <a:rect l="l" t="t" r="r" b="b"/>
            <a:pathLst>
              <a:path w="4734215" h="1760586">
                <a:moveTo>
                  <a:pt x="0" y="1760586"/>
                </a:moveTo>
                <a:lnTo>
                  <a:pt x="856153" y="1106698"/>
                </a:lnTo>
                <a:lnTo>
                  <a:pt x="1687159" y="1383304"/>
                </a:lnTo>
                <a:lnTo>
                  <a:pt x="2467874" y="553303"/>
                </a:lnTo>
                <a:lnTo>
                  <a:pt x="3298789" y="855147"/>
                </a:lnTo>
                <a:lnTo>
                  <a:pt x="4180180" y="0"/>
                </a:lnTo>
                <a:lnTo>
                  <a:pt x="4734215" y="452719"/>
                </a:lnTo>
              </a:path>
            </a:pathLst>
          </a:custGeom>
          <a:ln w="35255" cap="rnd">
            <a:solidFill>
              <a:srgbClr val="2D6075">
                <a:alpha val="82000"/>
              </a:srgbClr>
            </a:solidFill>
            <a:prstDash val="solid"/>
            <a:round/>
          </a:ln>
        </p:spPr>
      </p:sp>
      <p:sp>
        <p:nvSpPr>
          <p:cNvPr id="4" name="Forma 197"/>
          <p:cNvSpPr/>
          <p:nvPr/>
        </p:nvSpPr>
        <p:spPr>
          <a:xfrm>
            <a:off x="681685" y="1649395"/>
            <a:ext cx="4784964" cy="1811244"/>
          </a:xfrm>
          <a:custGeom>
            <a:avLst/>
            <a:gdLst/>
            <a:ahLst/>
            <a:cxnLst/>
            <a:rect l="l" t="t" r="r" b="b"/>
            <a:pathLst>
              <a:path w="4784964" h="1811244">
                <a:moveTo>
                  <a:pt x="10150" y="1765889"/>
                </a:moveTo>
                <a:lnTo>
                  <a:pt x="866303" y="1112002"/>
                </a:lnTo>
                <a:cubicBezTo>
                  <a:pt x="869594" y="1109442"/>
                  <a:pt x="873343" y="1107796"/>
                  <a:pt x="877458" y="1107156"/>
                </a:cubicBezTo>
                <a:cubicBezTo>
                  <a:pt x="881573" y="1106424"/>
                  <a:pt x="885596" y="1106790"/>
                  <a:pt x="889528" y="1108070"/>
                </a:cubicBezTo>
                <a:lnTo>
                  <a:pt x="1720535" y="1384767"/>
                </a:lnTo>
                <a:lnTo>
                  <a:pt x="1712580" y="1408633"/>
                </a:lnTo>
                <a:lnTo>
                  <a:pt x="1694200" y="1391351"/>
                </a:lnTo>
                <a:lnTo>
                  <a:pt x="2474915" y="561350"/>
                </a:lnTo>
                <a:cubicBezTo>
                  <a:pt x="2478298" y="557693"/>
                  <a:pt x="2482505" y="555315"/>
                  <a:pt x="2487351" y="554126"/>
                </a:cubicBezTo>
                <a:cubicBezTo>
                  <a:pt x="2492289" y="552938"/>
                  <a:pt x="2497135" y="553212"/>
                  <a:pt x="2501798" y="554949"/>
                </a:cubicBezTo>
                <a:lnTo>
                  <a:pt x="3332805" y="856793"/>
                </a:lnTo>
                <a:lnTo>
                  <a:pt x="3324210" y="880384"/>
                </a:lnTo>
                <a:lnTo>
                  <a:pt x="3306653" y="862371"/>
                </a:lnTo>
                <a:lnTo>
                  <a:pt x="4188043" y="7224"/>
                </a:lnTo>
                <a:cubicBezTo>
                  <a:pt x="4190238" y="5029"/>
                  <a:pt x="4192798" y="3383"/>
                  <a:pt x="4195633" y="2195"/>
                </a:cubicBezTo>
                <a:cubicBezTo>
                  <a:pt x="4198468" y="914"/>
                  <a:pt x="4201485" y="274"/>
                  <a:pt x="4204503" y="91"/>
                </a:cubicBezTo>
                <a:cubicBezTo>
                  <a:pt x="4207612" y="0"/>
                  <a:pt x="4210629" y="457"/>
                  <a:pt x="4213555" y="1372"/>
                </a:cubicBezTo>
                <a:cubicBezTo>
                  <a:pt x="4216481" y="2377"/>
                  <a:pt x="4219133" y="3840"/>
                  <a:pt x="4221510" y="5761"/>
                </a:cubicBezTo>
                <a:lnTo>
                  <a:pt x="4775545" y="458572"/>
                </a:lnTo>
                <a:cubicBezTo>
                  <a:pt x="4778106" y="460675"/>
                  <a:pt x="4780209" y="463144"/>
                  <a:pt x="4781763" y="466070"/>
                </a:cubicBezTo>
                <a:cubicBezTo>
                  <a:pt x="4783409" y="469087"/>
                  <a:pt x="4784324" y="472196"/>
                  <a:pt x="4784689" y="475488"/>
                </a:cubicBezTo>
                <a:cubicBezTo>
                  <a:pt x="4784964" y="478780"/>
                  <a:pt x="4784689" y="482072"/>
                  <a:pt x="4783684" y="485272"/>
                </a:cubicBezTo>
                <a:cubicBezTo>
                  <a:pt x="4782769" y="488472"/>
                  <a:pt x="4781215" y="491307"/>
                  <a:pt x="4779112" y="493959"/>
                </a:cubicBezTo>
                <a:cubicBezTo>
                  <a:pt x="4777008" y="496519"/>
                  <a:pt x="4774448" y="498622"/>
                  <a:pt x="4771522" y="500177"/>
                </a:cubicBezTo>
                <a:cubicBezTo>
                  <a:pt x="4768596" y="501731"/>
                  <a:pt x="4765396" y="502646"/>
                  <a:pt x="4762104" y="503011"/>
                </a:cubicBezTo>
                <a:cubicBezTo>
                  <a:pt x="4758812" y="503377"/>
                  <a:pt x="4755520" y="503011"/>
                  <a:pt x="4752320" y="502097"/>
                </a:cubicBezTo>
                <a:cubicBezTo>
                  <a:pt x="4749119" y="501091"/>
                  <a:pt x="4746285" y="499537"/>
                  <a:pt x="4743633" y="497434"/>
                </a:cubicBezTo>
                <a:lnTo>
                  <a:pt x="4189689" y="44714"/>
                </a:lnTo>
                <a:lnTo>
                  <a:pt x="4205600" y="25237"/>
                </a:lnTo>
                <a:lnTo>
                  <a:pt x="4223156" y="43343"/>
                </a:lnTo>
                <a:lnTo>
                  <a:pt x="3341766" y="898489"/>
                </a:lnTo>
                <a:cubicBezTo>
                  <a:pt x="3338292" y="901781"/>
                  <a:pt x="3334268" y="903976"/>
                  <a:pt x="3329513" y="904982"/>
                </a:cubicBezTo>
                <a:cubicBezTo>
                  <a:pt x="3324758" y="905988"/>
                  <a:pt x="3320186" y="905713"/>
                  <a:pt x="3315614" y="904067"/>
                </a:cubicBezTo>
                <a:lnTo>
                  <a:pt x="2484608" y="602224"/>
                </a:lnTo>
                <a:lnTo>
                  <a:pt x="2493203" y="578632"/>
                </a:lnTo>
                <a:lnTo>
                  <a:pt x="2511582" y="595823"/>
                </a:lnTo>
                <a:lnTo>
                  <a:pt x="1730959" y="1425824"/>
                </a:lnTo>
                <a:cubicBezTo>
                  <a:pt x="1727576" y="1429390"/>
                  <a:pt x="1723553" y="1431768"/>
                  <a:pt x="1718798" y="1432956"/>
                </a:cubicBezTo>
                <a:cubicBezTo>
                  <a:pt x="1714043" y="1434236"/>
                  <a:pt x="1709288" y="1434054"/>
                  <a:pt x="1704624" y="1432499"/>
                </a:cubicBezTo>
                <a:lnTo>
                  <a:pt x="873618" y="1155802"/>
                </a:lnTo>
                <a:lnTo>
                  <a:pt x="881573" y="1131936"/>
                </a:lnTo>
                <a:lnTo>
                  <a:pt x="896844" y="1151961"/>
                </a:lnTo>
                <a:lnTo>
                  <a:pt x="40691" y="1805849"/>
                </a:lnTo>
                <a:cubicBezTo>
                  <a:pt x="38039" y="1807860"/>
                  <a:pt x="35113" y="1809323"/>
                  <a:pt x="31913" y="1810238"/>
                </a:cubicBezTo>
                <a:cubicBezTo>
                  <a:pt x="28621" y="1811061"/>
                  <a:pt x="25420" y="1811244"/>
                  <a:pt x="22037" y="1810786"/>
                </a:cubicBezTo>
                <a:cubicBezTo>
                  <a:pt x="18745" y="1810421"/>
                  <a:pt x="15636" y="1809323"/>
                  <a:pt x="12802" y="1807677"/>
                </a:cubicBezTo>
                <a:cubicBezTo>
                  <a:pt x="9876" y="1805940"/>
                  <a:pt x="7407" y="1803837"/>
                  <a:pt x="5395" y="1801185"/>
                </a:cubicBezTo>
                <a:cubicBezTo>
                  <a:pt x="3383" y="1798533"/>
                  <a:pt x="1920" y="1795607"/>
                  <a:pt x="1097" y="1792315"/>
                </a:cubicBezTo>
                <a:cubicBezTo>
                  <a:pt x="183" y="1789115"/>
                  <a:pt x="0" y="1785823"/>
                  <a:pt x="457" y="1782531"/>
                </a:cubicBezTo>
                <a:cubicBezTo>
                  <a:pt x="914" y="1779240"/>
                  <a:pt x="1920" y="1776131"/>
                  <a:pt x="3658" y="1773296"/>
                </a:cubicBezTo>
                <a:cubicBezTo>
                  <a:pt x="5304" y="1770370"/>
                  <a:pt x="7498" y="1767901"/>
                  <a:pt x="10150" y="1765889"/>
                </a:cubicBezTo>
              </a:path>
            </a:pathLst>
          </a:custGeom>
          <a:solidFill>
            <a:srgbClr val="AB432E">
              <a:alpha val="48000"/>
            </a:srgbClr>
          </a:solidFill>
          <a:ln/>
        </p:spPr>
      </p:sp>
      <p:sp>
        <p:nvSpPr>
          <p:cNvPr id="5" name="Forma 198"/>
          <p:cNvSpPr/>
          <p:nvPr/>
        </p:nvSpPr>
        <p:spPr>
          <a:xfrm>
            <a:off x="3391418" y="2192731"/>
            <a:ext cx="372709" cy="372252"/>
          </a:xfrm>
          <a:custGeom>
            <a:avLst/>
            <a:gdLst/>
            <a:ahLst/>
            <a:cxnLst/>
            <a:rect l="l" t="t" r="r" b="b"/>
            <a:pathLst>
              <a:path w="372709" h="372252">
                <a:moveTo>
                  <a:pt x="372709" y="186080"/>
                </a:moveTo>
                <a:cubicBezTo>
                  <a:pt x="372709" y="198333"/>
                  <a:pt x="371521" y="210403"/>
                  <a:pt x="369143" y="222474"/>
                </a:cubicBezTo>
                <a:cubicBezTo>
                  <a:pt x="366766" y="234452"/>
                  <a:pt x="363200" y="246065"/>
                  <a:pt x="358536" y="257312"/>
                </a:cubicBezTo>
                <a:cubicBezTo>
                  <a:pt x="353781" y="268651"/>
                  <a:pt x="348112" y="279349"/>
                  <a:pt x="341254" y="289499"/>
                </a:cubicBezTo>
                <a:cubicBezTo>
                  <a:pt x="334488" y="299649"/>
                  <a:pt x="326807" y="309067"/>
                  <a:pt x="318120" y="317754"/>
                </a:cubicBezTo>
                <a:cubicBezTo>
                  <a:pt x="309433" y="326349"/>
                  <a:pt x="300015" y="334122"/>
                  <a:pt x="289865" y="340888"/>
                </a:cubicBezTo>
                <a:cubicBezTo>
                  <a:pt x="279715" y="347655"/>
                  <a:pt x="268925" y="353416"/>
                  <a:pt x="257678" y="358079"/>
                </a:cubicBezTo>
                <a:cubicBezTo>
                  <a:pt x="246339" y="362742"/>
                  <a:pt x="234726" y="366309"/>
                  <a:pt x="222656" y="368686"/>
                </a:cubicBezTo>
                <a:cubicBezTo>
                  <a:pt x="210678" y="371064"/>
                  <a:pt x="198608" y="372252"/>
                  <a:pt x="186355" y="372252"/>
                </a:cubicBezTo>
                <a:cubicBezTo>
                  <a:pt x="174102" y="372252"/>
                  <a:pt x="162032" y="371064"/>
                  <a:pt x="149962" y="368686"/>
                </a:cubicBezTo>
                <a:cubicBezTo>
                  <a:pt x="137983" y="366309"/>
                  <a:pt x="126370" y="362742"/>
                  <a:pt x="115032" y="358079"/>
                </a:cubicBezTo>
                <a:cubicBezTo>
                  <a:pt x="103693" y="353416"/>
                  <a:pt x="92994" y="347655"/>
                  <a:pt x="82845" y="340888"/>
                </a:cubicBezTo>
                <a:cubicBezTo>
                  <a:pt x="72603" y="334122"/>
                  <a:pt x="63276" y="326349"/>
                  <a:pt x="54590" y="317754"/>
                </a:cubicBezTo>
                <a:cubicBezTo>
                  <a:pt x="45903" y="309067"/>
                  <a:pt x="38222" y="299649"/>
                  <a:pt x="31364" y="289499"/>
                </a:cubicBezTo>
                <a:cubicBezTo>
                  <a:pt x="24597" y="279349"/>
                  <a:pt x="18837" y="268651"/>
                  <a:pt x="14173" y="257312"/>
                </a:cubicBezTo>
                <a:cubicBezTo>
                  <a:pt x="9510" y="246065"/>
                  <a:pt x="5944" y="234452"/>
                  <a:pt x="3566" y="222474"/>
                </a:cubicBezTo>
                <a:cubicBezTo>
                  <a:pt x="1189" y="210403"/>
                  <a:pt x="0" y="198333"/>
                  <a:pt x="0" y="186080"/>
                </a:cubicBezTo>
                <a:cubicBezTo>
                  <a:pt x="0" y="173919"/>
                  <a:pt x="1189" y="161757"/>
                  <a:pt x="3566" y="149779"/>
                </a:cubicBezTo>
                <a:cubicBezTo>
                  <a:pt x="5944" y="137800"/>
                  <a:pt x="9510" y="126187"/>
                  <a:pt x="14173" y="114940"/>
                </a:cubicBezTo>
                <a:cubicBezTo>
                  <a:pt x="18837" y="103602"/>
                  <a:pt x="24597" y="92903"/>
                  <a:pt x="31364" y="82753"/>
                </a:cubicBezTo>
                <a:cubicBezTo>
                  <a:pt x="38222" y="72512"/>
                  <a:pt x="45903" y="63185"/>
                  <a:pt x="54590" y="54498"/>
                </a:cubicBezTo>
                <a:cubicBezTo>
                  <a:pt x="63276" y="45903"/>
                  <a:pt x="72603" y="38130"/>
                  <a:pt x="82845" y="31364"/>
                </a:cubicBezTo>
                <a:cubicBezTo>
                  <a:pt x="92994" y="24597"/>
                  <a:pt x="103693" y="18837"/>
                  <a:pt x="115032" y="14173"/>
                </a:cubicBezTo>
                <a:cubicBezTo>
                  <a:pt x="126370" y="9510"/>
                  <a:pt x="137983" y="5944"/>
                  <a:pt x="149962" y="3566"/>
                </a:cubicBezTo>
                <a:cubicBezTo>
                  <a:pt x="162032" y="1189"/>
                  <a:pt x="174102" y="0"/>
                  <a:pt x="186355" y="0"/>
                </a:cubicBezTo>
                <a:cubicBezTo>
                  <a:pt x="198608" y="0"/>
                  <a:pt x="210678" y="1189"/>
                  <a:pt x="222656" y="3566"/>
                </a:cubicBezTo>
                <a:cubicBezTo>
                  <a:pt x="234726" y="5944"/>
                  <a:pt x="246339" y="9510"/>
                  <a:pt x="257678" y="14173"/>
                </a:cubicBezTo>
                <a:cubicBezTo>
                  <a:pt x="268925" y="18837"/>
                  <a:pt x="279715" y="24597"/>
                  <a:pt x="289865" y="31364"/>
                </a:cubicBezTo>
                <a:cubicBezTo>
                  <a:pt x="300015" y="38130"/>
                  <a:pt x="309433" y="45903"/>
                  <a:pt x="318120" y="54498"/>
                </a:cubicBezTo>
                <a:cubicBezTo>
                  <a:pt x="326807" y="63185"/>
                  <a:pt x="334488" y="72512"/>
                  <a:pt x="341254" y="82753"/>
                </a:cubicBezTo>
                <a:cubicBezTo>
                  <a:pt x="348112" y="92903"/>
                  <a:pt x="353781" y="103602"/>
                  <a:pt x="358536" y="114940"/>
                </a:cubicBezTo>
                <a:cubicBezTo>
                  <a:pt x="363200" y="126187"/>
                  <a:pt x="366766" y="137800"/>
                  <a:pt x="369143" y="149779"/>
                </a:cubicBezTo>
                <a:cubicBezTo>
                  <a:pt x="371521" y="161757"/>
                  <a:pt x="372709" y="173919"/>
                  <a:pt x="372709" y="186080"/>
                </a:cubicBezTo>
              </a:path>
            </a:pathLst>
          </a:custGeom>
          <a:solidFill>
            <a:srgbClr val="BA4E38">
              <a:alpha val="20000"/>
            </a:srgbClr>
          </a:solidFill>
          <a:ln w="15113">
            <a:solidFill>
              <a:srgbClr val="AB432E"/>
            </a:solidFill>
            <a:prstDash val="solid"/>
          </a:ln>
        </p:spPr>
      </p:sp>
      <p:sp>
        <p:nvSpPr>
          <p:cNvPr id="6" name="Forma 199"/>
          <p:cNvSpPr/>
          <p:nvPr/>
        </p:nvSpPr>
        <p:spPr>
          <a:xfrm>
            <a:off x="3466948" y="2268169"/>
            <a:ext cx="221559" cy="221376"/>
          </a:xfrm>
          <a:custGeom>
            <a:avLst/>
            <a:gdLst/>
            <a:ahLst/>
            <a:cxnLst/>
            <a:rect l="l" t="t" r="r" b="b"/>
            <a:pathLst>
              <a:path w="221559" h="221376">
                <a:moveTo>
                  <a:pt x="0" y="0"/>
                </a:moveTo>
                <a:lnTo>
                  <a:pt x="221559" y="221376"/>
                </a:lnTo>
                <a:moveTo>
                  <a:pt x="221559" y="0"/>
                </a:moveTo>
                <a:lnTo>
                  <a:pt x="0" y="221376"/>
                </a:lnTo>
              </a:path>
            </a:pathLst>
          </a:custGeom>
          <a:ln w="40297" cap="rnd">
            <a:solidFill>
              <a:srgbClr val="AB432E"/>
            </a:solidFill>
            <a:prstDash val="solid"/>
            <a:round/>
          </a:ln>
        </p:spPr>
      </p:sp>
      <p:sp>
        <p:nvSpPr>
          <p:cNvPr id="7" name="Forma 200"/>
          <p:cNvSpPr/>
          <p:nvPr/>
        </p:nvSpPr>
        <p:spPr>
          <a:xfrm>
            <a:off x="3099359" y="2152498"/>
            <a:ext cx="151059" cy="150876"/>
          </a:xfrm>
          <a:custGeom>
            <a:avLst/>
            <a:gdLst/>
            <a:ahLst/>
            <a:cxnLst/>
            <a:rect l="l" t="t" r="r" b="b"/>
            <a:pathLst>
              <a:path w="151059" h="150876">
                <a:moveTo>
                  <a:pt x="151059" y="75438"/>
                </a:moveTo>
                <a:cubicBezTo>
                  <a:pt x="151059" y="80376"/>
                  <a:pt x="150602" y="85314"/>
                  <a:pt x="149596" y="90160"/>
                </a:cubicBezTo>
                <a:cubicBezTo>
                  <a:pt x="148681" y="95006"/>
                  <a:pt x="147218" y="99761"/>
                  <a:pt x="145298" y="104333"/>
                </a:cubicBezTo>
                <a:cubicBezTo>
                  <a:pt x="143469" y="108905"/>
                  <a:pt x="141092" y="113294"/>
                  <a:pt x="138349" y="117409"/>
                </a:cubicBezTo>
                <a:cubicBezTo>
                  <a:pt x="135606" y="121524"/>
                  <a:pt x="132497" y="125273"/>
                  <a:pt x="128930" y="128839"/>
                </a:cubicBezTo>
                <a:cubicBezTo>
                  <a:pt x="125456" y="132314"/>
                  <a:pt x="121615" y="135423"/>
                  <a:pt x="117500" y="138166"/>
                </a:cubicBezTo>
                <a:cubicBezTo>
                  <a:pt x="113386" y="140909"/>
                  <a:pt x="108996" y="143286"/>
                  <a:pt x="104424" y="145207"/>
                </a:cubicBezTo>
                <a:cubicBezTo>
                  <a:pt x="99852" y="147036"/>
                  <a:pt x="95189" y="148499"/>
                  <a:pt x="90251" y="149504"/>
                </a:cubicBezTo>
                <a:cubicBezTo>
                  <a:pt x="85405" y="150419"/>
                  <a:pt x="80467" y="150876"/>
                  <a:pt x="75529" y="150876"/>
                </a:cubicBezTo>
                <a:cubicBezTo>
                  <a:pt x="70592" y="150876"/>
                  <a:pt x="65654" y="150419"/>
                  <a:pt x="60808" y="149504"/>
                </a:cubicBezTo>
                <a:cubicBezTo>
                  <a:pt x="55961" y="148499"/>
                  <a:pt x="51206" y="147036"/>
                  <a:pt x="46634" y="145207"/>
                </a:cubicBezTo>
                <a:cubicBezTo>
                  <a:pt x="42062" y="143286"/>
                  <a:pt x="37673" y="140909"/>
                  <a:pt x="33558" y="138166"/>
                </a:cubicBezTo>
                <a:cubicBezTo>
                  <a:pt x="29444" y="135423"/>
                  <a:pt x="25603" y="132314"/>
                  <a:pt x="22128" y="128839"/>
                </a:cubicBezTo>
                <a:cubicBezTo>
                  <a:pt x="18654" y="125273"/>
                  <a:pt x="15453" y="121524"/>
                  <a:pt x="12710" y="117409"/>
                </a:cubicBezTo>
                <a:cubicBezTo>
                  <a:pt x="9967" y="113294"/>
                  <a:pt x="7681" y="108905"/>
                  <a:pt x="5761" y="104333"/>
                </a:cubicBezTo>
                <a:cubicBezTo>
                  <a:pt x="3840" y="99761"/>
                  <a:pt x="2377" y="95006"/>
                  <a:pt x="1463" y="90160"/>
                </a:cubicBezTo>
                <a:cubicBezTo>
                  <a:pt x="457" y="85314"/>
                  <a:pt x="0" y="80376"/>
                  <a:pt x="0" y="75438"/>
                </a:cubicBezTo>
                <a:cubicBezTo>
                  <a:pt x="0" y="70500"/>
                  <a:pt x="457" y="65562"/>
                  <a:pt x="1463" y="60716"/>
                </a:cubicBezTo>
                <a:cubicBezTo>
                  <a:pt x="2377" y="55870"/>
                  <a:pt x="3840" y="51115"/>
                  <a:pt x="5761" y="46543"/>
                </a:cubicBezTo>
                <a:cubicBezTo>
                  <a:pt x="7681" y="41971"/>
                  <a:pt x="9967" y="37673"/>
                  <a:pt x="12710" y="33558"/>
                </a:cubicBezTo>
                <a:cubicBezTo>
                  <a:pt x="15453" y="29444"/>
                  <a:pt x="18654" y="25603"/>
                  <a:pt x="22128" y="22128"/>
                </a:cubicBezTo>
                <a:cubicBezTo>
                  <a:pt x="25603" y="18562"/>
                  <a:pt x="29444" y="15453"/>
                  <a:pt x="33558" y="12710"/>
                </a:cubicBezTo>
                <a:cubicBezTo>
                  <a:pt x="37673" y="9967"/>
                  <a:pt x="42062" y="7681"/>
                  <a:pt x="46634" y="5761"/>
                </a:cubicBezTo>
                <a:cubicBezTo>
                  <a:pt x="51206" y="3840"/>
                  <a:pt x="55961" y="2377"/>
                  <a:pt x="60808" y="1463"/>
                </a:cubicBezTo>
                <a:cubicBezTo>
                  <a:pt x="65654" y="457"/>
                  <a:pt x="70592" y="0"/>
                  <a:pt x="75529" y="0"/>
                </a:cubicBezTo>
                <a:cubicBezTo>
                  <a:pt x="80467" y="0"/>
                  <a:pt x="85405" y="457"/>
                  <a:pt x="90251" y="1463"/>
                </a:cubicBezTo>
                <a:cubicBezTo>
                  <a:pt x="95189" y="2377"/>
                  <a:pt x="99852" y="3840"/>
                  <a:pt x="104424" y="5761"/>
                </a:cubicBezTo>
                <a:cubicBezTo>
                  <a:pt x="108996" y="7681"/>
                  <a:pt x="113386" y="9967"/>
                  <a:pt x="117500" y="12710"/>
                </a:cubicBezTo>
                <a:cubicBezTo>
                  <a:pt x="121615" y="15453"/>
                  <a:pt x="125456" y="18562"/>
                  <a:pt x="128930" y="22128"/>
                </a:cubicBezTo>
                <a:cubicBezTo>
                  <a:pt x="132497" y="25603"/>
                  <a:pt x="135606" y="29444"/>
                  <a:pt x="138349" y="33558"/>
                </a:cubicBezTo>
                <a:cubicBezTo>
                  <a:pt x="141092" y="37673"/>
                  <a:pt x="143469" y="41971"/>
                  <a:pt x="145298" y="46543"/>
                </a:cubicBezTo>
                <a:cubicBezTo>
                  <a:pt x="147218" y="51115"/>
                  <a:pt x="148681" y="55870"/>
                  <a:pt x="149596" y="60716"/>
                </a:cubicBezTo>
                <a:cubicBezTo>
                  <a:pt x="150602" y="65562"/>
                  <a:pt x="151059" y="70500"/>
                  <a:pt x="151059" y="75438"/>
                </a:cubicBezTo>
              </a:path>
            </a:pathLst>
          </a:custGeom>
          <a:solidFill>
            <a:srgbClr val="C49A4B"/>
          </a:solidFill>
          <a:ln w="20142">
            <a:solidFill>
              <a:srgbClr val="FBFAF6"/>
            </a:solidFill>
            <a:prstDash val="solid"/>
          </a:ln>
        </p:spPr>
      </p:sp>
      <p:sp>
        <p:nvSpPr>
          <p:cNvPr id="8" name="Forma 201"/>
          <p:cNvSpPr/>
          <p:nvPr/>
        </p:nvSpPr>
        <p:spPr>
          <a:xfrm>
            <a:off x="2950586" y="2104583"/>
            <a:ext cx="2513503" cy="1579809"/>
          </a:xfrm>
          <a:custGeom>
            <a:avLst/>
            <a:gdLst/>
            <a:ahLst/>
            <a:cxnLst/>
            <a:rect l="l" t="t" r="r" b="b"/>
            <a:pathLst>
              <a:path w="2513503" h="1579809">
                <a:moveTo>
                  <a:pt x="246797" y="126553"/>
                </a:moveTo>
                <a:lnTo>
                  <a:pt x="45263" y="1560241"/>
                </a:lnTo>
                <a:lnTo>
                  <a:pt x="22860" y="1557040"/>
                </a:lnTo>
                <a:lnTo>
                  <a:pt x="20208" y="1534546"/>
                </a:lnTo>
                <a:lnTo>
                  <a:pt x="1077803" y="1408816"/>
                </a:lnTo>
                <a:lnTo>
                  <a:pt x="1080546" y="1431310"/>
                </a:lnTo>
                <a:lnTo>
                  <a:pt x="1070945" y="1410736"/>
                </a:lnTo>
                <a:lnTo>
                  <a:pt x="1776039" y="1083838"/>
                </a:lnTo>
                <a:lnTo>
                  <a:pt x="1785640" y="1104321"/>
                </a:lnTo>
                <a:lnTo>
                  <a:pt x="1766621" y="1091976"/>
                </a:lnTo>
                <a:lnTo>
                  <a:pt x="2471715" y="10424"/>
                </a:lnTo>
                <a:cubicBezTo>
                  <a:pt x="2473361" y="7955"/>
                  <a:pt x="2475372" y="5852"/>
                  <a:pt x="2477841" y="4115"/>
                </a:cubicBezTo>
                <a:cubicBezTo>
                  <a:pt x="2480310" y="2469"/>
                  <a:pt x="2483053" y="1280"/>
                  <a:pt x="2485979" y="640"/>
                </a:cubicBezTo>
                <a:cubicBezTo>
                  <a:pt x="2488905" y="0"/>
                  <a:pt x="2491923" y="0"/>
                  <a:pt x="2494849" y="549"/>
                </a:cubicBezTo>
                <a:cubicBezTo>
                  <a:pt x="2497775" y="1097"/>
                  <a:pt x="2500518" y="2195"/>
                  <a:pt x="2503079" y="3840"/>
                </a:cubicBezTo>
                <a:cubicBezTo>
                  <a:pt x="2505547" y="5486"/>
                  <a:pt x="2507651" y="7498"/>
                  <a:pt x="2509388" y="9967"/>
                </a:cubicBezTo>
                <a:cubicBezTo>
                  <a:pt x="2511125" y="12436"/>
                  <a:pt x="2512223" y="15179"/>
                  <a:pt x="2512863" y="18105"/>
                </a:cubicBezTo>
                <a:cubicBezTo>
                  <a:pt x="2513503" y="21031"/>
                  <a:pt x="2513503" y="24049"/>
                  <a:pt x="2512954" y="26975"/>
                </a:cubicBezTo>
                <a:cubicBezTo>
                  <a:pt x="2512405" y="29901"/>
                  <a:pt x="2511308" y="32644"/>
                  <a:pt x="2509662" y="35113"/>
                </a:cubicBezTo>
                <a:lnTo>
                  <a:pt x="1804568" y="1116665"/>
                </a:lnTo>
                <a:cubicBezTo>
                  <a:pt x="1802191" y="1120323"/>
                  <a:pt x="1799082" y="1123066"/>
                  <a:pt x="1795150" y="1124895"/>
                </a:cubicBezTo>
                <a:lnTo>
                  <a:pt x="1090056" y="1451793"/>
                </a:lnTo>
                <a:cubicBezTo>
                  <a:pt x="1087862" y="1452890"/>
                  <a:pt x="1085576" y="1453530"/>
                  <a:pt x="1083198" y="1453805"/>
                </a:cubicBezTo>
                <a:lnTo>
                  <a:pt x="25512" y="1579535"/>
                </a:lnTo>
                <a:cubicBezTo>
                  <a:pt x="23592" y="1579809"/>
                  <a:pt x="21671" y="1579717"/>
                  <a:pt x="19751" y="1579443"/>
                </a:cubicBezTo>
                <a:cubicBezTo>
                  <a:pt x="16734" y="1579077"/>
                  <a:pt x="13990" y="1578072"/>
                  <a:pt x="11339" y="1576608"/>
                </a:cubicBezTo>
                <a:cubicBezTo>
                  <a:pt x="8778" y="1575054"/>
                  <a:pt x="6584" y="1573042"/>
                  <a:pt x="4755" y="1570665"/>
                </a:cubicBezTo>
                <a:cubicBezTo>
                  <a:pt x="2926" y="1568287"/>
                  <a:pt x="1646" y="1565636"/>
                  <a:pt x="914" y="1562710"/>
                </a:cubicBezTo>
                <a:cubicBezTo>
                  <a:pt x="183" y="1559875"/>
                  <a:pt x="0" y="1556857"/>
                  <a:pt x="457" y="1553931"/>
                </a:cubicBezTo>
                <a:lnTo>
                  <a:pt x="201900" y="120244"/>
                </a:lnTo>
                <a:cubicBezTo>
                  <a:pt x="202265" y="117318"/>
                  <a:pt x="203271" y="114483"/>
                  <a:pt x="204826" y="111923"/>
                </a:cubicBezTo>
                <a:cubicBezTo>
                  <a:pt x="206289" y="109362"/>
                  <a:pt x="208300" y="107168"/>
                  <a:pt x="210678" y="105339"/>
                </a:cubicBezTo>
                <a:cubicBezTo>
                  <a:pt x="213055" y="103510"/>
                  <a:pt x="215707" y="102230"/>
                  <a:pt x="218633" y="101498"/>
                </a:cubicBezTo>
                <a:cubicBezTo>
                  <a:pt x="221559" y="100767"/>
                  <a:pt x="224485" y="100584"/>
                  <a:pt x="227503" y="100950"/>
                </a:cubicBezTo>
                <a:cubicBezTo>
                  <a:pt x="230429" y="101407"/>
                  <a:pt x="233263" y="102413"/>
                  <a:pt x="235824" y="103876"/>
                </a:cubicBezTo>
                <a:cubicBezTo>
                  <a:pt x="238384" y="105430"/>
                  <a:pt x="240579" y="107351"/>
                  <a:pt x="242407" y="109819"/>
                </a:cubicBezTo>
                <a:cubicBezTo>
                  <a:pt x="244236" y="112197"/>
                  <a:pt x="245516" y="114849"/>
                  <a:pt x="246248" y="117775"/>
                </a:cubicBezTo>
                <a:cubicBezTo>
                  <a:pt x="246979" y="120609"/>
                  <a:pt x="247162" y="123627"/>
                  <a:pt x="246797" y="126553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9" name="Forma 202"/>
          <p:cNvSpPr/>
          <p:nvPr/>
        </p:nvSpPr>
        <p:spPr>
          <a:xfrm>
            <a:off x="6045281" y="3419673"/>
            <a:ext cx="2462845" cy="633588"/>
          </a:xfrm>
          <a:custGeom>
            <a:avLst/>
            <a:gdLst/>
            <a:ahLst/>
            <a:cxnLst/>
            <a:rect l="l" t="t" r="r" b="b"/>
            <a:pathLst>
              <a:path w="2462845" h="633588">
                <a:moveTo>
                  <a:pt x="0" y="0"/>
                </a:moveTo>
                <a:lnTo>
                  <a:pt x="2462845" y="0"/>
                </a:lnTo>
                <a:lnTo>
                  <a:pt x="2462845" y="9327"/>
                </a:lnTo>
                <a:lnTo>
                  <a:pt x="0" y="9327"/>
                </a:lnTo>
                <a:close/>
              </a:path>
              <a:path w="2462845" h="633588">
                <a:moveTo>
                  <a:pt x="0" y="624261"/>
                </a:moveTo>
                <a:lnTo>
                  <a:pt x="2462845" y="624261"/>
                </a:lnTo>
                <a:lnTo>
                  <a:pt x="2462845" y="633588"/>
                </a:lnTo>
                <a:lnTo>
                  <a:pt x="0" y="633588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10" name="Forma 203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72588" y="1956359"/>
            <a:ext cx="671078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1"/>
              </a:lnSpc>
              <a:buNone/>
            </a:pPr>
            <a:r>
              <a:rPr lang="en-US" sz="637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actual</a:t>
            </a:r>
            <a:endParaRPr lang="en-US" sz="637" dirty="0"/>
          </a:p>
        </p:txBody>
      </p:sp>
      <p:sp>
        <p:nvSpPr>
          <p:cNvPr id="12" name="Text 10"/>
          <p:cNvSpPr txBox="1"/>
          <p:nvPr/>
        </p:nvSpPr>
        <p:spPr>
          <a:xfrm>
            <a:off x="3325947" y="2575133"/>
            <a:ext cx="751362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1"/>
              </a:lnSpc>
              <a:buNone/>
            </a:pPr>
            <a:r>
              <a:rPr lang="en-US" sz="637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bloqueado</a:t>
            </a:r>
            <a:endParaRPr lang="en-US" sz="637" dirty="0"/>
          </a:p>
        </p:txBody>
      </p:sp>
      <p:sp>
        <p:nvSpPr>
          <p:cNvPr id="13" name="Text 11"/>
          <p:cNvSpPr txBox="1"/>
          <p:nvPr/>
        </p:nvSpPr>
        <p:spPr>
          <a:xfrm>
            <a:off x="3920216" y="3732032"/>
            <a:ext cx="1097371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61"/>
              </a:lnSpc>
              <a:buNone/>
            </a:pPr>
            <a:r>
              <a:rPr lang="en-US" sz="637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cálculo desde aquí</a:t>
            </a:r>
            <a:endParaRPr lang="en-US" sz="637" dirty="0"/>
          </a:p>
        </p:txBody>
      </p:sp>
      <p:sp>
        <p:nvSpPr>
          <p:cNvPr id="14" name="Text 12"/>
          <p:cNvSpPr txBox="1"/>
          <p:nvPr/>
        </p:nvSpPr>
        <p:spPr>
          <a:xfrm>
            <a:off x="6045647" y="829269"/>
            <a:ext cx="140067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8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REACCIÓN LOCAL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6030834" y="1103224"/>
            <a:ext cx="2769260" cy="101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24"/>
              </a:lnSpc>
              <a:buNone/>
            </a:pPr>
            <a:r>
              <a:rPr lang="en-US" sz="2351" b="1" spc="-76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bloqueo no</a:t>
            </a:r>
            <a:endParaRPr lang="en-US" sz="2351" dirty="0"/>
          </a:p>
          <a:p>
            <a:pPr algn="l" indent="0" marL="0">
              <a:lnSpc>
                <a:spcPts val="2424"/>
              </a:lnSpc>
              <a:buNone/>
            </a:pPr>
            <a:r>
              <a:rPr lang="en-US" sz="2351" b="1" spc="-7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obliga a volver al</a:t>
            </a:r>
            <a:endParaRPr lang="en-US" sz="2351" dirty="0"/>
          </a:p>
          <a:p>
            <a:pPr algn="l" indent="0" marL="0">
              <a:lnSpc>
                <a:spcPts val="2424"/>
              </a:lnSpc>
              <a:buNone/>
            </a:pPr>
            <a:r>
              <a:rPr lang="en-US" sz="2351" b="1" spc="-69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origen</a:t>
            </a:r>
            <a:endParaRPr lang="en-US" sz="2351" dirty="0"/>
          </a:p>
        </p:txBody>
      </p:sp>
      <p:sp>
        <p:nvSpPr>
          <p:cNvPr id="16" name="Text 14"/>
          <p:cNvSpPr txBox="1"/>
          <p:nvPr/>
        </p:nvSpPr>
        <p:spPr>
          <a:xfrm>
            <a:off x="6045647" y="2860609"/>
            <a:ext cx="1381201" cy="32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7"/>
              </a:lnSpc>
              <a:buNone/>
            </a:pPr>
            <a:r>
              <a:rPr lang="en-US" sz="1685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0,6 km</a:t>
            </a:r>
            <a:endParaRPr lang="en-US" sz="1685" dirty="0"/>
          </a:p>
        </p:txBody>
      </p:sp>
      <p:sp>
        <p:nvSpPr>
          <p:cNvPr id="17" name="Text 15"/>
          <p:cNvSpPr txBox="1"/>
          <p:nvPr/>
        </p:nvSpPr>
        <p:spPr>
          <a:xfrm>
            <a:off x="6045647" y="3158795"/>
            <a:ext cx="1489283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local penalizado</a:t>
            </a:r>
            <a:endParaRPr lang="en-US" sz="1028" dirty="0"/>
          </a:p>
        </p:txBody>
      </p:sp>
      <p:sp>
        <p:nvSpPr>
          <p:cNvPr id="18" name="Text 16"/>
          <p:cNvSpPr txBox="1"/>
          <p:nvPr/>
        </p:nvSpPr>
        <p:spPr>
          <a:xfrm>
            <a:off x="6045647" y="3484870"/>
            <a:ext cx="1067653" cy="32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7"/>
              </a:lnSpc>
              <a:buNone/>
            </a:pPr>
            <a:r>
              <a:rPr lang="en-US" sz="1685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+ γ = 4</a:t>
            </a:r>
            <a:endParaRPr lang="en-US" sz="1685" dirty="0"/>
          </a:p>
        </p:txBody>
      </p:sp>
      <p:sp>
        <p:nvSpPr>
          <p:cNvPr id="19" name="Text 17"/>
          <p:cNvSpPr txBox="1"/>
          <p:nvPr/>
        </p:nvSpPr>
        <p:spPr>
          <a:xfrm>
            <a:off x="6045647" y="3783056"/>
            <a:ext cx="2091141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de costo dentro del radio</a:t>
            </a:r>
            <a:endParaRPr lang="en-US" sz="1028" dirty="0"/>
          </a:p>
        </p:txBody>
      </p:sp>
      <p:sp>
        <p:nvSpPr>
          <p:cNvPr id="20" name="Text 18"/>
          <p:cNvSpPr txBox="1"/>
          <p:nvPr/>
        </p:nvSpPr>
        <p:spPr>
          <a:xfrm>
            <a:off x="6045647" y="2023842"/>
            <a:ext cx="2555199" cy="65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16"/>
              </a:lnSpc>
              <a:buNone/>
            </a:pPr>
            <a:r>
              <a:rPr lang="en-US" sz="1175" dirty="0">
                <a:solidFill>
                  <a:srgbClr val="999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conserva la posición</a:t>
            </a:r>
            <a:endParaRPr lang="en-US" sz="1175" dirty="0"/>
          </a:p>
          <a:p>
            <a:pPr algn="l" indent="0" marL="0">
              <a:lnSpc>
                <a:spcPts val="1616"/>
              </a:lnSpc>
              <a:buNone/>
            </a:pPr>
            <a:r>
              <a:rPr lang="en-US" sz="1175" dirty="0">
                <a:solidFill>
                  <a:srgbClr val="999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alcanzada y planifica desde ese</a:t>
            </a:r>
            <a:endParaRPr lang="en-US" sz="1175" dirty="0"/>
          </a:p>
          <a:p>
            <a:pPr algn="l" indent="0" marL="0">
              <a:lnSpc>
                <a:spcPts val="1616"/>
              </a:lnSpc>
              <a:buNone/>
            </a:pPr>
            <a:r>
              <a:rPr lang="en-US" sz="1175" dirty="0">
                <a:solidFill>
                  <a:srgbClr val="999D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nodo.</a:t>
            </a:r>
            <a:endParaRPr lang="en-US" sz="1175" dirty="0"/>
          </a:p>
        </p:txBody>
      </p:sp>
      <p:sp>
        <p:nvSpPr>
          <p:cNvPr id="21" name="Text 19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35</a:t>
            </a:r>
            <a:endParaRPr lang="en-US" sz="88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04"/>
          <p:cNvSpPr/>
          <p:nvPr/>
        </p:nvSpPr>
        <p:spPr>
          <a:xfrm>
            <a:off x="699699" y="1817004"/>
            <a:ext cx="7743139" cy="18654"/>
          </a:xfrm>
          <a:custGeom>
            <a:avLst/>
            <a:gdLst/>
            <a:ahLst/>
            <a:cxnLst/>
            <a:rect l="l" t="t" r="r" b="b"/>
            <a:pathLst>
              <a:path w="7743139" h="18654">
                <a:moveTo>
                  <a:pt x="0" y="0"/>
                </a:moveTo>
                <a:lnTo>
                  <a:pt x="7743139" y="0"/>
                </a:lnTo>
                <a:lnTo>
                  <a:pt x="7743139" y="18654"/>
                </a:lnTo>
                <a:lnTo>
                  <a:pt x="0" y="18654"/>
                </a:lnTo>
                <a:close/>
              </a:path>
            </a:pathLst>
          </a:custGeom>
          <a:solidFill>
            <a:srgbClr val="202722"/>
          </a:solidFill>
          <a:ln/>
        </p:spPr>
      </p:sp>
      <p:sp>
        <p:nvSpPr>
          <p:cNvPr id="3" name="Forma 205"/>
          <p:cNvSpPr/>
          <p:nvPr/>
        </p:nvSpPr>
        <p:spPr>
          <a:xfrm>
            <a:off x="699699" y="1835658"/>
            <a:ext cx="7743139" cy="2525116"/>
          </a:xfrm>
          <a:custGeom>
            <a:avLst/>
            <a:gdLst/>
            <a:ahLst/>
            <a:cxnLst/>
            <a:rect l="l" t="t" r="r" b="b"/>
            <a:pathLst>
              <a:path w="7743139" h="2525116">
                <a:moveTo>
                  <a:pt x="0" y="885231"/>
                </a:moveTo>
                <a:lnTo>
                  <a:pt x="7743139" y="885231"/>
                </a:lnTo>
                <a:lnTo>
                  <a:pt x="7743139" y="894558"/>
                </a:lnTo>
                <a:lnTo>
                  <a:pt x="0" y="894558"/>
                </a:lnTo>
                <a:close/>
              </a:path>
              <a:path w="7743139" h="2525116">
                <a:moveTo>
                  <a:pt x="2425537" y="0"/>
                </a:moveTo>
                <a:lnTo>
                  <a:pt x="2434864" y="0"/>
                </a:lnTo>
                <a:lnTo>
                  <a:pt x="2434864" y="885231"/>
                </a:lnTo>
                <a:lnTo>
                  <a:pt x="2425537" y="885231"/>
                </a:lnTo>
                <a:close/>
              </a:path>
              <a:path w="7743139" h="2525116">
                <a:moveTo>
                  <a:pt x="5084338" y="0"/>
                </a:moveTo>
                <a:lnTo>
                  <a:pt x="5093665" y="0"/>
                </a:lnTo>
                <a:lnTo>
                  <a:pt x="5093665" y="885231"/>
                </a:lnTo>
                <a:lnTo>
                  <a:pt x="5084338" y="885231"/>
                </a:lnTo>
                <a:close/>
              </a:path>
              <a:path w="7743139" h="2525116">
                <a:moveTo>
                  <a:pt x="0" y="1826331"/>
                </a:moveTo>
                <a:lnTo>
                  <a:pt x="7743139" y="1826331"/>
                </a:lnTo>
                <a:lnTo>
                  <a:pt x="7743139" y="1835658"/>
                </a:lnTo>
                <a:lnTo>
                  <a:pt x="0" y="1835658"/>
                </a:lnTo>
                <a:close/>
              </a:path>
              <a:path w="7743139" h="2525116">
                <a:moveTo>
                  <a:pt x="0" y="2515880"/>
                </a:moveTo>
                <a:lnTo>
                  <a:pt x="7743139" y="2515880"/>
                </a:lnTo>
                <a:lnTo>
                  <a:pt x="7743139" y="2525116"/>
                </a:lnTo>
                <a:lnTo>
                  <a:pt x="0" y="2525116"/>
                </a:lnTo>
                <a:close/>
              </a:path>
              <a:path w="7743139" h="2525116">
                <a:moveTo>
                  <a:pt x="2425537" y="1956725"/>
                </a:moveTo>
                <a:lnTo>
                  <a:pt x="2434864" y="1956725"/>
                </a:lnTo>
                <a:lnTo>
                  <a:pt x="2434864" y="2394722"/>
                </a:lnTo>
                <a:lnTo>
                  <a:pt x="2425537" y="2394722"/>
                </a:lnTo>
                <a:close/>
              </a:path>
              <a:path w="7743139" h="2525116">
                <a:moveTo>
                  <a:pt x="5084338" y="1956725"/>
                </a:moveTo>
                <a:lnTo>
                  <a:pt x="5093665" y="1956725"/>
                </a:lnTo>
                <a:lnTo>
                  <a:pt x="5093665" y="2394722"/>
                </a:lnTo>
                <a:lnTo>
                  <a:pt x="5084338" y="2394722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4" name="Forma 206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99699" y="465887"/>
            <a:ext cx="274310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MÉTRICAS DE RESILIENCIA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679674" y="732434"/>
            <a:ext cx="8157728" cy="977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9"/>
              </a:lnSpc>
              <a:buNone/>
            </a:pPr>
            <a:r>
              <a:rPr lang="en-US" sz="3154" b="1" spc="-10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comparación separa alternativas y</a:t>
            </a:r>
            <a:endParaRPr lang="en-US" sz="3154" dirty="0"/>
          </a:p>
          <a:p>
            <a:pPr algn="l" indent="0" marL="0">
              <a:lnSpc>
                <a:spcPts val="3379"/>
              </a:lnSpc>
              <a:buNone/>
            </a:pPr>
            <a:r>
              <a:rPr lang="en-US" sz="3154" b="1" spc="-9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reacción</a:t>
            </a:r>
            <a:endParaRPr lang="en-US" sz="3154" dirty="0"/>
          </a:p>
        </p:txBody>
      </p:sp>
      <p:sp>
        <p:nvSpPr>
          <p:cNvPr id="7" name="Text 5"/>
          <p:cNvSpPr txBox="1"/>
          <p:nvPr/>
        </p:nvSpPr>
        <p:spPr>
          <a:xfrm>
            <a:off x="699699" y="2040666"/>
            <a:ext cx="391455" cy="55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6"/>
              </a:lnSpc>
              <a:buNone/>
            </a:pPr>
            <a:r>
              <a:rPr lang="en-US" sz="2938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938" dirty="0"/>
          </a:p>
        </p:txBody>
      </p:sp>
      <p:sp>
        <p:nvSpPr>
          <p:cNvPr id="8" name="Text 6"/>
          <p:cNvSpPr txBox="1"/>
          <p:nvPr/>
        </p:nvSpPr>
        <p:spPr>
          <a:xfrm>
            <a:off x="1150681" y="2077883"/>
            <a:ext cx="1363736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Dijkstra fijo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retroceso tras falla</a:t>
            </a:r>
            <a:endParaRPr lang="en-US" sz="1097" dirty="0"/>
          </a:p>
        </p:txBody>
      </p:sp>
      <p:sp>
        <p:nvSpPr>
          <p:cNvPr id="9" name="Text 7"/>
          <p:cNvSpPr txBox="1"/>
          <p:nvPr/>
        </p:nvSpPr>
        <p:spPr>
          <a:xfrm>
            <a:off x="3358500" y="2040666"/>
            <a:ext cx="423184" cy="55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6"/>
              </a:lnSpc>
              <a:buNone/>
            </a:pPr>
            <a:r>
              <a:rPr lang="en-US" sz="2938" b="1" dirty="0">
                <a:solidFill>
                  <a:srgbClr val="886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938" dirty="0"/>
          </a:p>
        </p:txBody>
      </p:sp>
      <p:sp>
        <p:nvSpPr>
          <p:cNvPr id="10" name="Text 8"/>
          <p:cNvSpPr txBox="1"/>
          <p:nvPr/>
        </p:nvSpPr>
        <p:spPr>
          <a:xfrm>
            <a:off x="3837645" y="2077883"/>
            <a:ext cx="1599011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que replantea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ablación de reacción</a:t>
            </a:r>
            <a:endParaRPr lang="en-US" sz="1097" dirty="0"/>
          </a:p>
        </p:txBody>
      </p:sp>
      <p:sp>
        <p:nvSpPr>
          <p:cNvPr id="11" name="Text 9"/>
          <p:cNvSpPr txBox="1"/>
          <p:nvPr/>
        </p:nvSpPr>
        <p:spPr>
          <a:xfrm>
            <a:off x="6017301" y="2040666"/>
            <a:ext cx="373441" cy="55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6"/>
              </a:lnSpc>
              <a:buNone/>
            </a:pPr>
            <a:r>
              <a:rPr lang="en-US" sz="2938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938" dirty="0"/>
          </a:p>
        </p:txBody>
      </p:sp>
      <p:sp>
        <p:nvSpPr>
          <p:cNvPr id="12" name="Text 10"/>
          <p:cNvSpPr txBox="1"/>
          <p:nvPr/>
        </p:nvSpPr>
        <p:spPr>
          <a:xfrm>
            <a:off x="6452189" y="2077883"/>
            <a:ext cx="1424727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resiliente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replanificación</a:t>
            </a:r>
            <a:endParaRPr lang="en-US" sz="1097" dirty="0"/>
          </a:p>
        </p:txBody>
      </p:sp>
      <p:sp>
        <p:nvSpPr>
          <p:cNvPr id="13" name="Text 11"/>
          <p:cNvSpPr txBox="1"/>
          <p:nvPr/>
        </p:nvSpPr>
        <p:spPr>
          <a:xfrm>
            <a:off x="699699" y="2916479"/>
            <a:ext cx="291145" cy="36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2"/>
              </a:lnSpc>
              <a:buNone/>
            </a:pPr>
            <a:r>
              <a:rPr lang="en-US" sz="191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910" dirty="0"/>
          </a:p>
        </p:txBody>
      </p:sp>
      <p:sp>
        <p:nvSpPr>
          <p:cNvPr id="14" name="Text 12"/>
          <p:cNvSpPr txBox="1"/>
          <p:nvPr/>
        </p:nvSpPr>
        <p:spPr>
          <a:xfrm>
            <a:off x="1690360" y="3018983"/>
            <a:ext cx="2792486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fracción de escenarios que completa la</a:t>
            </a:r>
            <a:endParaRPr lang="en-US" sz="1097" dirty="0"/>
          </a:p>
        </p:txBody>
      </p:sp>
      <p:sp>
        <p:nvSpPr>
          <p:cNvPr id="15" name="Text 13"/>
          <p:cNvSpPr txBox="1"/>
          <p:nvPr/>
        </p:nvSpPr>
        <p:spPr>
          <a:xfrm>
            <a:off x="1690360" y="3233318"/>
            <a:ext cx="2173986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 dentro del presupuesto</a:t>
            </a:r>
            <a:endParaRPr lang="en-US" sz="1097" dirty="0"/>
          </a:p>
        </p:txBody>
      </p:sp>
      <p:sp>
        <p:nvSpPr>
          <p:cNvPr id="16" name="Text 14"/>
          <p:cNvSpPr txBox="1"/>
          <p:nvPr/>
        </p:nvSpPr>
        <p:spPr>
          <a:xfrm>
            <a:off x="4781123" y="2916479"/>
            <a:ext cx="291145" cy="363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92"/>
              </a:lnSpc>
              <a:buNone/>
            </a:pPr>
            <a:r>
              <a:rPr lang="en-US" sz="191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910" dirty="0"/>
          </a:p>
        </p:txBody>
      </p:sp>
      <p:sp>
        <p:nvSpPr>
          <p:cNvPr id="17" name="Text 15"/>
          <p:cNvSpPr txBox="1"/>
          <p:nvPr/>
        </p:nvSpPr>
        <p:spPr>
          <a:xfrm>
            <a:off x="5446624" y="3018983"/>
            <a:ext cx="2801264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fracción de escenarios donde el par fijo</a:t>
            </a:r>
            <a:endParaRPr lang="en-US" sz="1097" dirty="0"/>
          </a:p>
        </p:txBody>
      </p:sp>
      <p:sp>
        <p:nvSpPr>
          <p:cNvPr id="18" name="Text 16"/>
          <p:cNvSpPr txBox="1"/>
          <p:nvPr/>
        </p:nvSpPr>
        <p:spPr>
          <a:xfrm>
            <a:off x="5446624" y="3233318"/>
            <a:ext cx="2348179" cy="209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 al menos una ruta libre</a:t>
            </a:r>
            <a:endParaRPr lang="en-US" sz="1097" dirty="0"/>
          </a:p>
        </p:txBody>
      </p:sp>
      <p:sp>
        <p:nvSpPr>
          <p:cNvPr id="19" name="Text 17"/>
          <p:cNvSpPr txBox="1"/>
          <p:nvPr/>
        </p:nvSpPr>
        <p:spPr>
          <a:xfrm>
            <a:off x="699699" y="3783056"/>
            <a:ext cx="74697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ΔR(C − A)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699699" y="3978737"/>
            <a:ext cx="3657600" cy="29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9"/>
              </a:lnSpc>
              <a:buNone/>
            </a:pPr>
            <a:r>
              <a:rPr lang="en-US" sz="1616" b="1" dirty="0">
                <a:solidFill>
                  <a:srgbClr val="4F67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 pp</a:t>
            </a:r>
            <a:endParaRPr lang="en-US" sz="1616" dirty="0"/>
          </a:p>
        </p:txBody>
      </p:sp>
      <p:sp>
        <p:nvSpPr>
          <p:cNvPr id="21" name="Text 19"/>
          <p:cNvSpPr txBox="1"/>
          <p:nvPr/>
        </p:nvSpPr>
        <p:spPr>
          <a:xfrm>
            <a:off x="3358500" y="3783056"/>
            <a:ext cx="74697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ΔR(C − D)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3358500" y="3978737"/>
            <a:ext cx="3657600" cy="29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9"/>
              </a:lnSpc>
              <a:buNone/>
            </a:pPr>
            <a:r>
              <a:rPr lang="en-US" sz="1616" b="1" dirty="0">
                <a:solidFill>
                  <a:srgbClr val="886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pp</a:t>
            </a:r>
            <a:endParaRPr lang="en-US" sz="1616" dirty="0"/>
          </a:p>
        </p:txBody>
      </p:sp>
      <p:sp>
        <p:nvSpPr>
          <p:cNvPr id="23" name="Text 21"/>
          <p:cNvSpPr txBox="1"/>
          <p:nvPr/>
        </p:nvSpPr>
        <p:spPr>
          <a:xfrm>
            <a:off x="6017301" y="3783056"/>
            <a:ext cx="971093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de McNemar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6017301" y="3978737"/>
            <a:ext cx="3657600" cy="291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39"/>
              </a:lnSpc>
              <a:buNone/>
            </a:pPr>
            <a:r>
              <a:rPr lang="en-US" sz="1616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0,013 · 1,00</a:t>
            </a:r>
            <a:endParaRPr lang="en-US" sz="1616" dirty="0"/>
          </a:p>
        </p:txBody>
      </p:sp>
      <p:sp>
        <p:nvSpPr>
          <p:cNvPr id="25" name="Text 23"/>
          <p:cNvSpPr txBox="1"/>
          <p:nvPr/>
        </p:nvSpPr>
        <p:spPr>
          <a:xfrm>
            <a:off x="893094" y="3023646"/>
            <a:ext cx="800557" cy="27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9"/>
              </a:lnSpc>
              <a:buNone/>
            </a:pPr>
            <a:r>
              <a:rPr lang="en-US" sz="143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4974610" y="3023646"/>
            <a:ext cx="436077" cy="27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9"/>
              </a:lnSpc>
              <a:buNone/>
            </a:pPr>
            <a:r>
              <a:rPr lang="en-US" sz="143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699699" y="4500585"/>
            <a:ext cx="3708349" cy="202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misión, grafo, restricciones, fallas y presupuesto. Ajuste: 100 escenarios, 5 fallas, β = 0,60.</a:t>
            </a:r>
            <a:endParaRPr lang="en-US" sz="1028" dirty="0"/>
          </a:p>
        </p:txBody>
      </p:sp>
      <p:sp>
        <p:nvSpPr>
          <p:cNvPr id="28" name="Text 2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35</a:t>
            </a:r>
            <a:endParaRPr lang="en-US" sz="88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07"/>
          <p:cNvSpPr/>
          <p:nvPr/>
        </p:nvSpPr>
        <p:spPr>
          <a:xfrm>
            <a:off x="634411" y="1919508"/>
            <a:ext cx="4645884" cy="2003359"/>
          </a:xfrm>
          <a:custGeom>
            <a:avLst/>
            <a:gdLst/>
            <a:ahLst/>
            <a:cxnLst/>
            <a:rect l="l" t="t" r="r" b="b"/>
            <a:pathLst>
              <a:path w="4645884" h="2003359">
                <a:moveTo>
                  <a:pt x="0" y="0"/>
                </a:moveTo>
                <a:lnTo>
                  <a:pt x="4645884" y="0"/>
                </a:lnTo>
                <a:lnTo>
                  <a:pt x="4645884" y="9327"/>
                </a:lnTo>
                <a:lnTo>
                  <a:pt x="0" y="9327"/>
                </a:lnTo>
                <a:close/>
              </a:path>
              <a:path w="4645884" h="2003359">
                <a:moveTo>
                  <a:pt x="0" y="661568"/>
                </a:moveTo>
                <a:lnTo>
                  <a:pt x="4645884" y="661568"/>
                </a:lnTo>
                <a:lnTo>
                  <a:pt x="4645884" y="670895"/>
                </a:lnTo>
                <a:lnTo>
                  <a:pt x="0" y="670895"/>
                </a:lnTo>
                <a:close/>
              </a:path>
              <a:path w="4645884" h="2003359">
                <a:moveTo>
                  <a:pt x="0" y="1332464"/>
                </a:moveTo>
                <a:lnTo>
                  <a:pt x="4645884" y="1332464"/>
                </a:lnTo>
                <a:lnTo>
                  <a:pt x="4645884" y="1341791"/>
                </a:lnTo>
                <a:lnTo>
                  <a:pt x="0" y="1341791"/>
                </a:lnTo>
                <a:close/>
              </a:path>
              <a:path w="4645884" h="2003359">
                <a:moveTo>
                  <a:pt x="0" y="1994032"/>
                </a:moveTo>
                <a:lnTo>
                  <a:pt x="4645884" y="1994032"/>
                </a:lnTo>
                <a:lnTo>
                  <a:pt x="4645884" y="2003359"/>
                </a:lnTo>
                <a:lnTo>
                  <a:pt x="0" y="2003359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08"/>
          <p:cNvSpPr/>
          <p:nvPr/>
        </p:nvSpPr>
        <p:spPr>
          <a:xfrm>
            <a:off x="634411" y="3922867"/>
            <a:ext cx="4645884" cy="670895"/>
          </a:xfrm>
          <a:custGeom>
            <a:avLst/>
            <a:gdLst/>
            <a:ahLst/>
            <a:cxnLst/>
            <a:rect l="l" t="t" r="r" b="b"/>
            <a:pathLst>
              <a:path w="4645884" h="670895">
                <a:moveTo>
                  <a:pt x="0" y="0"/>
                </a:moveTo>
                <a:lnTo>
                  <a:pt x="4645884" y="0"/>
                </a:lnTo>
                <a:lnTo>
                  <a:pt x="4645884" y="670895"/>
                </a:lnTo>
                <a:lnTo>
                  <a:pt x="0" y="670895"/>
                </a:lnTo>
                <a:close/>
              </a:path>
            </a:pathLst>
          </a:custGeom>
          <a:solidFill>
            <a:srgbClr val="E6ECE8"/>
          </a:solidFill>
          <a:ln/>
        </p:spPr>
      </p:sp>
      <p:sp>
        <p:nvSpPr>
          <p:cNvPr id="4" name="Forma 209"/>
          <p:cNvSpPr/>
          <p:nvPr/>
        </p:nvSpPr>
        <p:spPr>
          <a:xfrm>
            <a:off x="634411" y="4584436"/>
            <a:ext cx="4645884" cy="9327"/>
          </a:xfrm>
          <a:custGeom>
            <a:avLst/>
            <a:gdLst/>
            <a:ahLst/>
            <a:cxnLst/>
            <a:rect l="l" t="t" r="r" b="b"/>
            <a:pathLst>
              <a:path w="4645884" h="9327">
                <a:moveTo>
                  <a:pt x="0" y="0"/>
                </a:moveTo>
                <a:lnTo>
                  <a:pt x="4645884" y="0"/>
                </a:lnTo>
                <a:lnTo>
                  <a:pt x="4645884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5" name="Forma 210"/>
          <p:cNvSpPr/>
          <p:nvPr/>
        </p:nvSpPr>
        <p:spPr>
          <a:xfrm>
            <a:off x="5881969" y="1554571"/>
            <a:ext cx="2285817" cy="2054840"/>
          </a:xfrm>
          <a:custGeom>
            <a:avLst/>
            <a:gdLst/>
            <a:ahLst/>
            <a:cxnLst/>
            <a:rect l="l" t="t" r="r" b="b"/>
            <a:pathLst>
              <a:path w="2285817" h="2054840">
                <a:moveTo>
                  <a:pt x="22860" y="0"/>
                </a:moveTo>
                <a:lnTo>
                  <a:pt x="2262957" y="0"/>
                </a:lnTo>
                <a:cubicBezTo>
                  <a:pt x="2265975" y="0"/>
                  <a:pt x="2268901" y="549"/>
                  <a:pt x="2271735" y="1737"/>
                </a:cubicBezTo>
                <a:cubicBezTo>
                  <a:pt x="2274570" y="2926"/>
                  <a:pt x="2277039" y="4572"/>
                  <a:pt x="2279142" y="6675"/>
                </a:cubicBezTo>
                <a:cubicBezTo>
                  <a:pt x="2281245" y="8870"/>
                  <a:pt x="2282982" y="11339"/>
                  <a:pt x="2284080" y="14082"/>
                </a:cubicBezTo>
                <a:cubicBezTo>
                  <a:pt x="2285268" y="16916"/>
                  <a:pt x="2285817" y="19842"/>
                  <a:pt x="2285817" y="22860"/>
                </a:cubicBezTo>
                <a:lnTo>
                  <a:pt x="2285817" y="2031980"/>
                </a:lnTo>
                <a:cubicBezTo>
                  <a:pt x="2285817" y="2034997"/>
                  <a:pt x="2285268" y="2037923"/>
                  <a:pt x="2284080" y="2040666"/>
                </a:cubicBezTo>
                <a:cubicBezTo>
                  <a:pt x="2282982" y="2043501"/>
                  <a:pt x="2281245" y="2045970"/>
                  <a:pt x="2279142" y="2048073"/>
                </a:cubicBezTo>
                <a:cubicBezTo>
                  <a:pt x="2277039" y="2050268"/>
                  <a:pt x="2274570" y="2051914"/>
                  <a:pt x="2271735" y="2053102"/>
                </a:cubicBezTo>
                <a:cubicBezTo>
                  <a:pt x="2268901" y="2054200"/>
                  <a:pt x="2265975" y="2054840"/>
                  <a:pt x="2262957" y="2054840"/>
                </a:cubicBezTo>
                <a:lnTo>
                  <a:pt x="22860" y="2054840"/>
                </a:lnTo>
                <a:cubicBezTo>
                  <a:pt x="19842" y="2054840"/>
                  <a:pt x="16916" y="2054200"/>
                  <a:pt x="14082" y="2053102"/>
                </a:cubicBezTo>
                <a:cubicBezTo>
                  <a:pt x="11339" y="2051914"/>
                  <a:pt x="8870" y="2050268"/>
                  <a:pt x="6675" y="2048073"/>
                </a:cubicBezTo>
                <a:cubicBezTo>
                  <a:pt x="4572" y="2045970"/>
                  <a:pt x="2926" y="2043501"/>
                  <a:pt x="1737" y="2040666"/>
                </a:cubicBezTo>
                <a:cubicBezTo>
                  <a:pt x="549" y="2037923"/>
                  <a:pt x="0" y="2034997"/>
                  <a:pt x="0" y="2031980"/>
                </a:cubicBezTo>
                <a:lnTo>
                  <a:pt x="0" y="22860"/>
                </a:lnTo>
                <a:cubicBezTo>
                  <a:pt x="0" y="19842"/>
                  <a:pt x="549" y="16916"/>
                  <a:pt x="1737" y="14082"/>
                </a:cubicBezTo>
                <a:cubicBezTo>
                  <a:pt x="2926" y="11339"/>
                  <a:pt x="4572" y="8870"/>
                  <a:pt x="6675" y="6675"/>
                </a:cubicBezTo>
                <a:cubicBezTo>
                  <a:pt x="8870" y="4572"/>
                  <a:pt x="11339" y="2926"/>
                  <a:pt x="14082" y="1737"/>
                </a:cubicBezTo>
                <a:cubicBezTo>
                  <a:pt x="16916" y="549"/>
                  <a:pt x="19842" y="0"/>
                  <a:pt x="22860" y="0"/>
                </a:cubicBezTo>
              </a:path>
            </a:pathLst>
          </a:custGeom>
          <a:solidFill>
            <a:srgbClr val="E4EBE8"/>
          </a:solidFill>
          <a:ln/>
        </p:spPr>
      </p:sp>
      <p:sp>
        <p:nvSpPr>
          <p:cNvPr id="6" name="Forma 211"/>
          <p:cNvSpPr/>
          <p:nvPr/>
        </p:nvSpPr>
        <p:spPr>
          <a:xfrm>
            <a:off x="5875111" y="1547713"/>
            <a:ext cx="2299533" cy="2068464"/>
          </a:xfrm>
          <a:custGeom>
            <a:avLst/>
            <a:gdLst/>
            <a:ahLst/>
            <a:cxnLst/>
            <a:rect l="l" t="t" r="r" b="b"/>
            <a:pathLst>
              <a:path w="2299533" h="2068464">
                <a:moveTo>
                  <a:pt x="98298" y="0"/>
                </a:moveTo>
                <a:lnTo>
                  <a:pt x="134874" y="0"/>
                </a:lnTo>
                <a:lnTo>
                  <a:pt x="134874" y="13716"/>
                </a:lnTo>
                <a:lnTo>
                  <a:pt x="98298" y="13716"/>
                </a:lnTo>
                <a:lnTo>
                  <a:pt x="98298" y="0"/>
                </a:lnTo>
              </a:path>
              <a:path w="2299533" h="2068464">
                <a:moveTo>
                  <a:pt x="166878" y="0"/>
                </a:moveTo>
                <a:lnTo>
                  <a:pt x="203454" y="0"/>
                </a:lnTo>
                <a:lnTo>
                  <a:pt x="203454" y="13716"/>
                </a:lnTo>
                <a:lnTo>
                  <a:pt x="166878" y="13716"/>
                </a:lnTo>
                <a:lnTo>
                  <a:pt x="166878" y="0"/>
                </a:lnTo>
              </a:path>
              <a:path w="2299533" h="2068464">
                <a:moveTo>
                  <a:pt x="235458" y="0"/>
                </a:moveTo>
                <a:lnTo>
                  <a:pt x="272034" y="0"/>
                </a:lnTo>
                <a:lnTo>
                  <a:pt x="272034" y="13716"/>
                </a:lnTo>
                <a:lnTo>
                  <a:pt x="235458" y="13716"/>
                </a:lnTo>
                <a:lnTo>
                  <a:pt x="235458" y="0"/>
                </a:lnTo>
              </a:path>
              <a:path w="2299533" h="2068464">
                <a:moveTo>
                  <a:pt x="304038" y="0"/>
                </a:moveTo>
                <a:lnTo>
                  <a:pt x="340614" y="0"/>
                </a:lnTo>
                <a:lnTo>
                  <a:pt x="340614" y="13716"/>
                </a:lnTo>
                <a:lnTo>
                  <a:pt x="304038" y="13716"/>
                </a:lnTo>
                <a:lnTo>
                  <a:pt x="304038" y="0"/>
                </a:lnTo>
              </a:path>
              <a:path w="2299533" h="2068464">
                <a:moveTo>
                  <a:pt x="372618" y="0"/>
                </a:moveTo>
                <a:lnTo>
                  <a:pt x="409194" y="0"/>
                </a:lnTo>
                <a:lnTo>
                  <a:pt x="409194" y="13716"/>
                </a:lnTo>
                <a:lnTo>
                  <a:pt x="372618" y="13716"/>
                </a:lnTo>
                <a:lnTo>
                  <a:pt x="372618" y="0"/>
                </a:lnTo>
              </a:path>
              <a:path w="2299533" h="2068464">
                <a:moveTo>
                  <a:pt x="441198" y="0"/>
                </a:moveTo>
                <a:lnTo>
                  <a:pt x="477774" y="0"/>
                </a:lnTo>
                <a:lnTo>
                  <a:pt x="477774" y="13716"/>
                </a:lnTo>
                <a:lnTo>
                  <a:pt x="441198" y="13716"/>
                </a:lnTo>
                <a:lnTo>
                  <a:pt x="441198" y="0"/>
                </a:lnTo>
              </a:path>
              <a:path w="2299533" h="2068464">
                <a:moveTo>
                  <a:pt x="509778" y="0"/>
                </a:moveTo>
                <a:lnTo>
                  <a:pt x="546354" y="0"/>
                </a:lnTo>
                <a:lnTo>
                  <a:pt x="546354" y="13716"/>
                </a:lnTo>
                <a:lnTo>
                  <a:pt x="509778" y="13716"/>
                </a:lnTo>
                <a:lnTo>
                  <a:pt x="509778" y="0"/>
                </a:lnTo>
              </a:path>
              <a:path w="2299533" h="2068464">
                <a:moveTo>
                  <a:pt x="578358" y="0"/>
                </a:moveTo>
                <a:lnTo>
                  <a:pt x="614934" y="0"/>
                </a:lnTo>
                <a:lnTo>
                  <a:pt x="614934" y="13716"/>
                </a:lnTo>
                <a:lnTo>
                  <a:pt x="578358" y="13716"/>
                </a:lnTo>
                <a:lnTo>
                  <a:pt x="578358" y="0"/>
                </a:lnTo>
              </a:path>
              <a:path w="2299533" h="2068464">
                <a:moveTo>
                  <a:pt x="646938" y="0"/>
                </a:moveTo>
                <a:lnTo>
                  <a:pt x="683423" y="0"/>
                </a:lnTo>
                <a:lnTo>
                  <a:pt x="683423" y="13716"/>
                </a:lnTo>
                <a:lnTo>
                  <a:pt x="646938" y="13716"/>
                </a:lnTo>
                <a:lnTo>
                  <a:pt x="646938" y="0"/>
                </a:lnTo>
              </a:path>
              <a:path w="2299533" h="2068464">
                <a:moveTo>
                  <a:pt x="715427" y="0"/>
                </a:moveTo>
                <a:lnTo>
                  <a:pt x="752003" y="0"/>
                </a:lnTo>
                <a:lnTo>
                  <a:pt x="752003" y="13716"/>
                </a:lnTo>
                <a:lnTo>
                  <a:pt x="715427" y="13716"/>
                </a:lnTo>
                <a:lnTo>
                  <a:pt x="715427" y="0"/>
                </a:lnTo>
              </a:path>
              <a:path w="2299533" h="2068464">
                <a:moveTo>
                  <a:pt x="784007" y="0"/>
                </a:moveTo>
                <a:lnTo>
                  <a:pt x="820583" y="0"/>
                </a:lnTo>
                <a:lnTo>
                  <a:pt x="820583" y="13716"/>
                </a:lnTo>
                <a:lnTo>
                  <a:pt x="784007" y="13716"/>
                </a:lnTo>
                <a:lnTo>
                  <a:pt x="784007" y="0"/>
                </a:lnTo>
              </a:path>
              <a:path w="2299533" h="2068464">
                <a:moveTo>
                  <a:pt x="852587" y="0"/>
                </a:moveTo>
                <a:lnTo>
                  <a:pt x="889163" y="0"/>
                </a:lnTo>
                <a:lnTo>
                  <a:pt x="889163" y="13716"/>
                </a:lnTo>
                <a:lnTo>
                  <a:pt x="852587" y="13716"/>
                </a:lnTo>
                <a:lnTo>
                  <a:pt x="852587" y="0"/>
                </a:lnTo>
              </a:path>
              <a:path w="2299533" h="2068464">
                <a:moveTo>
                  <a:pt x="921167" y="0"/>
                </a:moveTo>
                <a:lnTo>
                  <a:pt x="957743" y="0"/>
                </a:lnTo>
                <a:lnTo>
                  <a:pt x="957743" y="13716"/>
                </a:lnTo>
                <a:lnTo>
                  <a:pt x="921167" y="13716"/>
                </a:lnTo>
                <a:lnTo>
                  <a:pt x="921167" y="0"/>
                </a:lnTo>
              </a:path>
              <a:path w="2299533" h="2068464">
                <a:moveTo>
                  <a:pt x="989747" y="0"/>
                </a:moveTo>
                <a:lnTo>
                  <a:pt x="1026323" y="0"/>
                </a:lnTo>
                <a:lnTo>
                  <a:pt x="1026323" y="13716"/>
                </a:lnTo>
                <a:lnTo>
                  <a:pt x="989747" y="13716"/>
                </a:lnTo>
                <a:lnTo>
                  <a:pt x="989747" y="0"/>
                </a:lnTo>
              </a:path>
              <a:path w="2299533" h="2068464">
                <a:moveTo>
                  <a:pt x="1058327" y="0"/>
                </a:moveTo>
                <a:lnTo>
                  <a:pt x="1094903" y="0"/>
                </a:lnTo>
                <a:lnTo>
                  <a:pt x="1094903" y="13716"/>
                </a:lnTo>
                <a:lnTo>
                  <a:pt x="1058327" y="13716"/>
                </a:lnTo>
                <a:lnTo>
                  <a:pt x="1058327" y="0"/>
                </a:lnTo>
              </a:path>
              <a:path w="2299533" h="2068464">
                <a:moveTo>
                  <a:pt x="1126907" y="0"/>
                </a:moveTo>
                <a:lnTo>
                  <a:pt x="1163483" y="0"/>
                </a:lnTo>
                <a:lnTo>
                  <a:pt x="1163483" y="13716"/>
                </a:lnTo>
                <a:lnTo>
                  <a:pt x="1126907" y="13716"/>
                </a:lnTo>
                <a:lnTo>
                  <a:pt x="1126907" y="0"/>
                </a:lnTo>
              </a:path>
              <a:path w="2299533" h="2068464">
                <a:moveTo>
                  <a:pt x="1195487" y="0"/>
                </a:moveTo>
                <a:lnTo>
                  <a:pt x="1232063" y="0"/>
                </a:lnTo>
                <a:lnTo>
                  <a:pt x="1232063" y="13716"/>
                </a:lnTo>
                <a:lnTo>
                  <a:pt x="1195487" y="13716"/>
                </a:lnTo>
                <a:lnTo>
                  <a:pt x="1195487" y="0"/>
                </a:lnTo>
              </a:path>
              <a:path w="2299533" h="2068464">
                <a:moveTo>
                  <a:pt x="1264067" y="0"/>
                </a:moveTo>
                <a:lnTo>
                  <a:pt x="1300643" y="0"/>
                </a:lnTo>
                <a:lnTo>
                  <a:pt x="1300643" y="13716"/>
                </a:lnTo>
                <a:lnTo>
                  <a:pt x="1264067" y="13716"/>
                </a:lnTo>
                <a:lnTo>
                  <a:pt x="1264067" y="0"/>
                </a:lnTo>
              </a:path>
              <a:path w="2299533" h="2068464">
                <a:moveTo>
                  <a:pt x="1332647" y="0"/>
                </a:moveTo>
                <a:lnTo>
                  <a:pt x="1369223" y="0"/>
                </a:lnTo>
                <a:lnTo>
                  <a:pt x="1369223" y="13716"/>
                </a:lnTo>
                <a:lnTo>
                  <a:pt x="1332647" y="13716"/>
                </a:lnTo>
                <a:lnTo>
                  <a:pt x="1332647" y="0"/>
                </a:lnTo>
              </a:path>
              <a:path w="2299533" h="2068464">
                <a:moveTo>
                  <a:pt x="1401227" y="0"/>
                </a:moveTo>
                <a:lnTo>
                  <a:pt x="1437803" y="0"/>
                </a:lnTo>
                <a:lnTo>
                  <a:pt x="1437803" y="13716"/>
                </a:lnTo>
                <a:lnTo>
                  <a:pt x="1401227" y="13716"/>
                </a:lnTo>
                <a:lnTo>
                  <a:pt x="1401227" y="0"/>
                </a:lnTo>
              </a:path>
              <a:path w="2299533" h="2068464">
                <a:moveTo>
                  <a:pt x="1469807" y="0"/>
                </a:moveTo>
                <a:lnTo>
                  <a:pt x="1506383" y="0"/>
                </a:lnTo>
                <a:lnTo>
                  <a:pt x="1506383" y="13716"/>
                </a:lnTo>
                <a:lnTo>
                  <a:pt x="1469807" y="13716"/>
                </a:lnTo>
                <a:lnTo>
                  <a:pt x="1469807" y="0"/>
                </a:lnTo>
              </a:path>
              <a:path w="2299533" h="2068464">
                <a:moveTo>
                  <a:pt x="1538387" y="0"/>
                </a:moveTo>
                <a:lnTo>
                  <a:pt x="1574963" y="0"/>
                </a:lnTo>
                <a:lnTo>
                  <a:pt x="1574963" y="13716"/>
                </a:lnTo>
                <a:lnTo>
                  <a:pt x="1538387" y="13716"/>
                </a:lnTo>
                <a:lnTo>
                  <a:pt x="1538387" y="0"/>
                </a:lnTo>
              </a:path>
              <a:path w="2299533" h="2068464">
                <a:moveTo>
                  <a:pt x="1606967" y="0"/>
                </a:moveTo>
                <a:lnTo>
                  <a:pt x="1643543" y="0"/>
                </a:lnTo>
                <a:lnTo>
                  <a:pt x="1643543" y="13716"/>
                </a:lnTo>
                <a:lnTo>
                  <a:pt x="1606967" y="13716"/>
                </a:lnTo>
                <a:lnTo>
                  <a:pt x="1606967" y="0"/>
                </a:lnTo>
              </a:path>
              <a:path w="2299533" h="2068464">
                <a:moveTo>
                  <a:pt x="1675547" y="0"/>
                </a:moveTo>
                <a:lnTo>
                  <a:pt x="1712123" y="0"/>
                </a:lnTo>
                <a:lnTo>
                  <a:pt x="1712123" y="13716"/>
                </a:lnTo>
                <a:lnTo>
                  <a:pt x="1675547" y="13716"/>
                </a:lnTo>
                <a:lnTo>
                  <a:pt x="1675547" y="0"/>
                </a:lnTo>
              </a:path>
              <a:path w="2299533" h="2068464">
                <a:moveTo>
                  <a:pt x="1744127" y="0"/>
                </a:moveTo>
                <a:lnTo>
                  <a:pt x="1780703" y="0"/>
                </a:lnTo>
                <a:lnTo>
                  <a:pt x="1780703" y="13716"/>
                </a:lnTo>
                <a:lnTo>
                  <a:pt x="1744127" y="13716"/>
                </a:lnTo>
                <a:lnTo>
                  <a:pt x="1744127" y="0"/>
                </a:lnTo>
              </a:path>
              <a:path w="2299533" h="2068464">
                <a:moveTo>
                  <a:pt x="1812707" y="0"/>
                </a:moveTo>
                <a:lnTo>
                  <a:pt x="1849283" y="0"/>
                </a:lnTo>
                <a:lnTo>
                  <a:pt x="1849283" y="13716"/>
                </a:lnTo>
                <a:lnTo>
                  <a:pt x="1812707" y="13716"/>
                </a:lnTo>
                <a:lnTo>
                  <a:pt x="1812707" y="0"/>
                </a:lnTo>
              </a:path>
              <a:path w="2299533" h="2068464">
                <a:moveTo>
                  <a:pt x="1881287" y="0"/>
                </a:moveTo>
                <a:lnTo>
                  <a:pt x="1917863" y="0"/>
                </a:lnTo>
                <a:lnTo>
                  <a:pt x="1917863" y="13716"/>
                </a:lnTo>
                <a:lnTo>
                  <a:pt x="1881287" y="13716"/>
                </a:lnTo>
                <a:lnTo>
                  <a:pt x="1881287" y="0"/>
                </a:lnTo>
              </a:path>
              <a:path w="2299533" h="2068464">
                <a:moveTo>
                  <a:pt x="1949775" y="0"/>
                </a:moveTo>
                <a:lnTo>
                  <a:pt x="1986351" y="0"/>
                </a:lnTo>
                <a:lnTo>
                  <a:pt x="1986351" y="13716"/>
                </a:lnTo>
                <a:lnTo>
                  <a:pt x="1949775" y="13716"/>
                </a:lnTo>
                <a:lnTo>
                  <a:pt x="1949775" y="0"/>
                </a:lnTo>
              </a:path>
              <a:path w="2299533" h="2068464">
                <a:moveTo>
                  <a:pt x="2018355" y="0"/>
                </a:moveTo>
                <a:lnTo>
                  <a:pt x="2054931" y="0"/>
                </a:lnTo>
                <a:lnTo>
                  <a:pt x="2054931" y="13716"/>
                </a:lnTo>
                <a:lnTo>
                  <a:pt x="2018355" y="13716"/>
                </a:lnTo>
                <a:lnTo>
                  <a:pt x="2018355" y="0"/>
                </a:lnTo>
              </a:path>
              <a:path w="2299533" h="2068464">
                <a:moveTo>
                  <a:pt x="2086935" y="0"/>
                </a:moveTo>
                <a:lnTo>
                  <a:pt x="2123511" y="0"/>
                </a:lnTo>
                <a:lnTo>
                  <a:pt x="2123511" y="13716"/>
                </a:lnTo>
                <a:lnTo>
                  <a:pt x="2086935" y="13716"/>
                </a:lnTo>
                <a:lnTo>
                  <a:pt x="2086935" y="0"/>
                </a:lnTo>
              </a:path>
              <a:path w="2299533" h="2068464">
                <a:moveTo>
                  <a:pt x="2155515" y="0"/>
                </a:moveTo>
                <a:lnTo>
                  <a:pt x="2192091" y="0"/>
                </a:lnTo>
                <a:lnTo>
                  <a:pt x="2192091" y="13716"/>
                </a:lnTo>
                <a:lnTo>
                  <a:pt x="2155515" y="13716"/>
                </a:lnTo>
                <a:lnTo>
                  <a:pt x="2155515" y="0"/>
                </a:lnTo>
              </a:path>
              <a:path w="2299533" h="2068464">
                <a:moveTo>
                  <a:pt x="2224095" y="0"/>
                </a:moveTo>
                <a:lnTo>
                  <a:pt x="2260671" y="0"/>
                </a:lnTo>
                <a:lnTo>
                  <a:pt x="2260671" y="13716"/>
                </a:lnTo>
                <a:lnTo>
                  <a:pt x="2224095" y="13716"/>
                </a:lnTo>
                <a:lnTo>
                  <a:pt x="2224095" y="0"/>
                </a:lnTo>
              </a:path>
              <a:path w="2299533" h="2068464">
                <a:moveTo>
                  <a:pt x="2295418" y="14630"/>
                </a:moveTo>
                <a:cubicBezTo>
                  <a:pt x="2298162" y="19294"/>
                  <a:pt x="2299533" y="24323"/>
                  <a:pt x="2299533" y="29718"/>
                </a:cubicBezTo>
                <a:lnTo>
                  <a:pt x="2299533" y="54132"/>
                </a:lnTo>
                <a:lnTo>
                  <a:pt x="2285817" y="54132"/>
                </a:lnTo>
                <a:lnTo>
                  <a:pt x="2285817" y="29718"/>
                </a:lnTo>
                <a:cubicBezTo>
                  <a:pt x="2285817" y="26792"/>
                  <a:pt x="2285086" y="24049"/>
                  <a:pt x="2283623" y="21580"/>
                </a:cubicBezTo>
                <a:lnTo>
                  <a:pt x="2295418" y="14630"/>
                </a:lnTo>
              </a:path>
              <a:path w="2299533" h="2068464">
                <a:moveTo>
                  <a:pt x="2299533" y="86045"/>
                </a:moveTo>
                <a:lnTo>
                  <a:pt x="2299533" y="122621"/>
                </a:lnTo>
                <a:lnTo>
                  <a:pt x="2285817" y="122621"/>
                </a:lnTo>
                <a:lnTo>
                  <a:pt x="2285817" y="86045"/>
                </a:lnTo>
                <a:lnTo>
                  <a:pt x="2299533" y="86045"/>
                </a:lnTo>
              </a:path>
              <a:path w="2299533" h="2068464">
                <a:moveTo>
                  <a:pt x="2299533" y="154534"/>
                </a:moveTo>
                <a:lnTo>
                  <a:pt x="2299533" y="191110"/>
                </a:lnTo>
                <a:lnTo>
                  <a:pt x="2285817" y="191110"/>
                </a:lnTo>
                <a:lnTo>
                  <a:pt x="2285817" y="154534"/>
                </a:lnTo>
                <a:lnTo>
                  <a:pt x="2299533" y="154534"/>
                </a:lnTo>
              </a:path>
              <a:path w="2299533" h="2068464">
                <a:moveTo>
                  <a:pt x="2299533" y="223022"/>
                </a:moveTo>
                <a:lnTo>
                  <a:pt x="2299533" y="259598"/>
                </a:lnTo>
                <a:lnTo>
                  <a:pt x="2285817" y="259598"/>
                </a:lnTo>
                <a:lnTo>
                  <a:pt x="2285817" y="223022"/>
                </a:lnTo>
                <a:lnTo>
                  <a:pt x="2299533" y="223022"/>
                </a:lnTo>
              </a:path>
              <a:path w="2299533" h="2068464">
                <a:moveTo>
                  <a:pt x="2299533" y="291511"/>
                </a:moveTo>
                <a:lnTo>
                  <a:pt x="2299533" y="328087"/>
                </a:lnTo>
                <a:lnTo>
                  <a:pt x="2285817" y="328087"/>
                </a:lnTo>
                <a:lnTo>
                  <a:pt x="2285817" y="291511"/>
                </a:lnTo>
                <a:lnTo>
                  <a:pt x="2299533" y="291511"/>
                </a:lnTo>
              </a:path>
              <a:path w="2299533" h="2068464">
                <a:moveTo>
                  <a:pt x="2299533" y="359999"/>
                </a:moveTo>
                <a:lnTo>
                  <a:pt x="2299533" y="396575"/>
                </a:lnTo>
                <a:lnTo>
                  <a:pt x="2285817" y="396575"/>
                </a:lnTo>
                <a:lnTo>
                  <a:pt x="2285817" y="359999"/>
                </a:lnTo>
                <a:lnTo>
                  <a:pt x="2299533" y="359999"/>
                </a:lnTo>
              </a:path>
              <a:path w="2299533" h="2068464">
                <a:moveTo>
                  <a:pt x="2299533" y="428488"/>
                </a:moveTo>
                <a:lnTo>
                  <a:pt x="2299533" y="465064"/>
                </a:lnTo>
                <a:lnTo>
                  <a:pt x="2285817" y="465064"/>
                </a:lnTo>
                <a:lnTo>
                  <a:pt x="2285817" y="428488"/>
                </a:lnTo>
                <a:lnTo>
                  <a:pt x="2299533" y="428488"/>
                </a:lnTo>
              </a:path>
              <a:path w="2299533" h="2068464">
                <a:moveTo>
                  <a:pt x="2299533" y="496976"/>
                </a:moveTo>
                <a:lnTo>
                  <a:pt x="2299533" y="533552"/>
                </a:lnTo>
                <a:lnTo>
                  <a:pt x="2285817" y="533552"/>
                </a:lnTo>
                <a:lnTo>
                  <a:pt x="2285817" y="496976"/>
                </a:lnTo>
                <a:lnTo>
                  <a:pt x="2299533" y="496976"/>
                </a:lnTo>
              </a:path>
              <a:path w="2299533" h="2068464">
                <a:moveTo>
                  <a:pt x="2299533" y="565465"/>
                </a:moveTo>
                <a:lnTo>
                  <a:pt x="2299533" y="602041"/>
                </a:lnTo>
                <a:lnTo>
                  <a:pt x="2285817" y="602041"/>
                </a:lnTo>
                <a:lnTo>
                  <a:pt x="2285817" y="565465"/>
                </a:lnTo>
                <a:lnTo>
                  <a:pt x="2299533" y="565465"/>
                </a:lnTo>
              </a:path>
              <a:path w="2299533" h="2068464">
                <a:moveTo>
                  <a:pt x="2299533" y="634045"/>
                </a:moveTo>
                <a:lnTo>
                  <a:pt x="2299533" y="670530"/>
                </a:lnTo>
                <a:lnTo>
                  <a:pt x="2285817" y="670530"/>
                </a:lnTo>
                <a:lnTo>
                  <a:pt x="2285817" y="634045"/>
                </a:lnTo>
                <a:lnTo>
                  <a:pt x="2299533" y="634045"/>
                </a:lnTo>
              </a:path>
              <a:path w="2299533" h="2068464">
                <a:moveTo>
                  <a:pt x="2299533" y="702534"/>
                </a:moveTo>
                <a:lnTo>
                  <a:pt x="2299533" y="739018"/>
                </a:lnTo>
                <a:lnTo>
                  <a:pt x="2285817" y="739018"/>
                </a:lnTo>
                <a:lnTo>
                  <a:pt x="2285817" y="702534"/>
                </a:lnTo>
                <a:lnTo>
                  <a:pt x="2299533" y="702534"/>
                </a:lnTo>
              </a:path>
              <a:path w="2299533" h="2068464">
                <a:moveTo>
                  <a:pt x="2299533" y="771022"/>
                </a:moveTo>
                <a:lnTo>
                  <a:pt x="2299533" y="807507"/>
                </a:lnTo>
                <a:lnTo>
                  <a:pt x="2285817" y="807507"/>
                </a:lnTo>
                <a:lnTo>
                  <a:pt x="2285817" y="771022"/>
                </a:lnTo>
                <a:lnTo>
                  <a:pt x="2299533" y="771022"/>
                </a:lnTo>
              </a:path>
              <a:path w="2299533" h="2068464">
                <a:moveTo>
                  <a:pt x="2299533" y="839511"/>
                </a:moveTo>
                <a:lnTo>
                  <a:pt x="2299533" y="875995"/>
                </a:lnTo>
                <a:lnTo>
                  <a:pt x="2285817" y="875995"/>
                </a:lnTo>
                <a:lnTo>
                  <a:pt x="2285817" y="839511"/>
                </a:lnTo>
                <a:lnTo>
                  <a:pt x="2299533" y="839511"/>
                </a:lnTo>
              </a:path>
              <a:path w="2299533" h="2068464">
                <a:moveTo>
                  <a:pt x="2299533" y="907999"/>
                </a:moveTo>
                <a:lnTo>
                  <a:pt x="2299533" y="944484"/>
                </a:lnTo>
                <a:lnTo>
                  <a:pt x="2285817" y="944484"/>
                </a:lnTo>
                <a:lnTo>
                  <a:pt x="2285817" y="907999"/>
                </a:lnTo>
                <a:lnTo>
                  <a:pt x="2299533" y="907999"/>
                </a:lnTo>
              </a:path>
              <a:path w="2299533" h="2068464">
                <a:moveTo>
                  <a:pt x="2299533" y="976488"/>
                </a:moveTo>
                <a:lnTo>
                  <a:pt x="2299533" y="1012972"/>
                </a:lnTo>
                <a:lnTo>
                  <a:pt x="2285817" y="1012972"/>
                </a:lnTo>
                <a:lnTo>
                  <a:pt x="2285817" y="976488"/>
                </a:lnTo>
                <a:lnTo>
                  <a:pt x="2299533" y="976488"/>
                </a:lnTo>
              </a:path>
              <a:path w="2299533" h="2068464">
                <a:moveTo>
                  <a:pt x="2299533" y="1044976"/>
                </a:moveTo>
                <a:lnTo>
                  <a:pt x="2299533" y="1081461"/>
                </a:lnTo>
                <a:lnTo>
                  <a:pt x="2285817" y="1081461"/>
                </a:lnTo>
                <a:lnTo>
                  <a:pt x="2285817" y="1044976"/>
                </a:lnTo>
                <a:lnTo>
                  <a:pt x="2299533" y="1044976"/>
                </a:lnTo>
              </a:path>
              <a:path w="2299533" h="2068464">
                <a:moveTo>
                  <a:pt x="2299533" y="1113465"/>
                </a:moveTo>
                <a:lnTo>
                  <a:pt x="2299533" y="1149949"/>
                </a:lnTo>
                <a:lnTo>
                  <a:pt x="2285817" y="1149949"/>
                </a:lnTo>
                <a:lnTo>
                  <a:pt x="2285817" y="1113465"/>
                </a:lnTo>
                <a:lnTo>
                  <a:pt x="2299533" y="1113465"/>
                </a:lnTo>
              </a:path>
              <a:path w="2299533" h="2068464">
                <a:moveTo>
                  <a:pt x="2299533" y="1181953"/>
                </a:moveTo>
                <a:lnTo>
                  <a:pt x="2299533" y="1218438"/>
                </a:lnTo>
                <a:lnTo>
                  <a:pt x="2285817" y="1218438"/>
                </a:lnTo>
                <a:lnTo>
                  <a:pt x="2285817" y="1181953"/>
                </a:lnTo>
                <a:lnTo>
                  <a:pt x="2299533" y="1181953"/>
                </a:lnTo>
              </a:path>
              <a:path w="2299533" h="2068464">
                <a:moveTo>
                  <a:pt x="2299533" y="1250442"/>
                </a:moveTo>
                <a:lnTo>
                  <a:pt x="2299533" y="1286927"/>
                </a:lnTo>
                <a:lnTo>
                  <a:pt x="2285817" y="1286927"/>
                </a:lnTo>
                <a:lnTo>
                  <a:pt x="2285817" y="1250442"/>
                </a:lnTo>
                <a:lnTo>
                  <a:pt x="2299533" y="1250442"/>
                </a:lnTo>
              </a:path>
              <a:path w="2299533" h="2068464">
                <a:moveTo>
                  <a:pt x="2299533" y="1318931"/>
                </a:moveTo>
                <a:lnTo>
                  <a:pt x="2299533" y="1355507"/>
                </a:lnTo>
                <a:lnTo>
                  <a:pt x="2285817" y="1355507"/>
                </a:lnTo>
                <a:lnTo>
                  <a:pt x="2285817" y="1318931"/>
                </a:lnTo>
                <a:lnTo>
                  <a:pt x="2299533" y="1318931"/>
                </a:lnTo>
              </a:path>
              <a:path w="2299533" h="2068464">
                <a:moveTo>
                  <a:pt x="2299533" y="1387419"/>
                </a:moveTo>
                <a:lnTo>
                  <a:pt x="2299533" y="1423995"/>
                </a:lnTo>
                <a:lnTo>
                  <a:pt x="2285817" y="1423995"/>
                </a:lnTo>
                <a:lnTo>
                  <a:pt x="2285817" y="1387419"/>
                </a:lnTo>
                <a:lnTo>
                  <a:pt x="2299533" y="1387419"/>
                </a:lnTo>
              </a:path>
              <a:path w="2299533" h="2068464">
                <a:moveTo>
                  <a:pt x="2299533" y="1455908"/>
                </a:moveTo>
                <a:lnTo>
                  <a:pt x="2299533" y="1492484"/>
                </a:lnTo>
                <a:lnTo>
                  <a:pt x="2285817" y="1492484"/>
                </a:lnTo>
                <a:lnTo>
                  <a:pt x="2285817" y="1455908"/>
                </a:lnTo>
                <a:lnTo>
                  <a:pt x="2299533" y="1455908"/>
                </a:lnTo>
              </a:path>
              <a:path w="2299533" h="2068464">
                <a:moveTo>
                  <a:pt x="2299533" y="1524396"/>
                </a:moveTo>
                <a:lnTo>
                  <a:pt x="2299533" y="1560972"/>
                </a:lnTo>
                <a:lnTo>
                  <a:pt x="2285817" y="1560972"/>
                </a:lnTo>
                <a:lnTo>
                  <a:pt x="2285817" y="1524396"/>
                </a:lnTo>
                <a:lnTo>
                  <a:pt x="2299533" y="1524396"/>
                </a:lnTo>
              </a:path>
              <a:path w="2299533" h="2068464">
                <a:moveTo>
                  <a:pt x="2299533" y="1592885"/>
                </a:moveTo>
                <a:lnTo>
                  <a:pt x="2299533" y="1629461"/>
                </a:lnTo>
                <a:lnTo>
                  <a:pt x="2285817" y="1629461"/>
                </a:lnTo>
                <a:lnTo>
                  <a:pt x="2285817" y="1592885"/>
                </a:lnTo>
                <a:lnTo>
                  <a:pt x="2299533" y="1592885"/>
                </a:lnTo>
              </a:path>
              <a:path w="2299533" h="2068464">
                <a:moveTo>
                  <a:pt x="2299533" y="1661373"/>
                </a:moveTo>
                <a:lnTo>
                  <a:pt x="2299533" y="1697949"/>
                </a:lnTo>
                <a:lnTo>
                  <a:pt x="2285817" y="1697949"/>
                </a:lnTo>
                <a:lnTo>
                  <a:pt x="2285817" y="1661373"/>
                </a:lnTo>
                <a:lnTo>
                  <a:pt x="2299533" y="1661373"/>
                </a:lnTo>
              </a:path>
              <a:path w="2299533" h="2068464">
                <a:moveTo>
                  <a:pt x="2299533" y="1729862"/>
                </a:moveTo>
                <a:lnTo>
                  <a:pt x="2299533" y="1766438"/>
                </a:lnTo>
                <a:lnTo>
                  <a:pt x="2285817" y="1766438"/>
                </a:lnTo>
                <a:lnTo>
                  <a:pt x="2285817" y="1729862"/>
                </a:lnTo>
                <a:lnTo>
                  <a:pt x="2299533" y="1729862"/>
                </a:lnTo>
              </a:path>
              <a:path w="2299533" h="2068464">
                <a:moveTo>
                  <a:pt x="2299533" y="1798350"/>
                </a:moveTo>
                <a:lnTo>
                  <a:pt x="2299533" y="1834926"/>
                </a:lnTo>
                <a:lnTo>
                  <a:pt x="2285817" y="1834926"/>
                </a:lnTo>
                <a:lnTo>
                  <a:pt x="2285817" y="1798350"/>
                </a:lnTo>
                <a:lnTo>
                  <a:pt x="2299533" y="1798350"/>
                </a:lnTo>
              </a:path>
              <a:path w="2299533" h="2068464">
                <a:moveTo>
                  <a:pt x="2299533" y="1866839"/>
                </a:moveTo>
                <a:lnTo>
                  <a:pt x="2299533" y="1903415"/>
                </a:lnTo>
                <a:lnTo>
                  <a:pt x="2285817" y="1903415"/>
                </a:lnTo>
                <a:lnTo>
                  <a:pt x="2285817" y="1866839"/>
                </a:lnTo>
                <a:lnTo>
                  <a:pt x="2299533" y="1866839"/>
                </a:lnTo>
              </a:path>
              <a:path w="2299533" h="2068464">
                <a:moveTo>
                  <a:pt x="2299533" y="1935328"/>
                </a:moveTo>
                <a:lnTo>
                  <a:pt x="2299533" y="1971904"/>
                </a:lnTo>
                <a:lnTo>
                  <a:pt x="2285817" y="1971904"/>
                </a:lnTo>
                <a:lnTo>
                  <a:pt x="2285817" y="1935328"/>
                </a:lnTo>
                <a:lnTo>
                  <a:pt x="2299533" y="1935328"/>
                </a:lnTo>
              </a:path>
              <a:path w="2299533" h="2068464">
                <a:moveTo>
                  <a:pt x="2299533" y="2003908"/>
                </a:moveTo>
                <a:lnTo>
                  <a:pt x="2299533" y="2038838"/>
                </a:lnTo>
                <a:cubicBezTo>
                  <a:pt x="2299533" y="2039478"/>
                  <a:pt x="2299533" y="2040118"/>
                  <a:pt x="2299533" y="2040758"/>
                </a:cubicBezTo>
                <a:lnTo>
                  <a:pt x="2285817" y="2039844"/>
                </a:lnTo>
                <a:cubicBezTo>
                  <a:pt x="2285817" y="2039478"/>
                  <a:pt x="2285817" y="2039203"/>
                  <a:pt x="2285817" y="2038838"/>
                </a:cubicBezTo>
                <a:lnTo>
                  <a:pt x="2285817" y="2003908"/>
                </a:lnTo>
                <a:lnTo>
                  <a:pt x="2299533" y="2003908"/>
                </a:lnTo>
              </a:path>
              <a:path w="2299533" h="2068464">
                <a:moveTo>
                  <a:pt x="2271552" y="2068464"/>
                </a:moveTo>
                <a:cubicBezTo>
                  <a:pt x="2271004" y="2068464"/>
                  <a:pt x="2270364" y="2068464"/>
                  <a:pt x="2269815" y="2068464"/>
                </a:cubicBezTo>
                <a:lnTo>
                  <a:pt x="2234702" y="2068464"/>
                </a:lnTo>
                <a:lnTo>
                  <a:pt x="2234702" y="2054840"/>
                </a:lnTo>
                <a:lnTo>
                  <a:pt x="2269815" y="2054840"/>
                </a:lnTo>
                <a:cubicBezTo>
                  <a:pt x="2270181" y="2054840"/>
                  <a:pt x="2270455" y="2054748"/>
                  <a:pt x="2270730" y="2054748"/>
                </a:cubicBezTo>
                <a:lnTo>
                  <a:pt x="2271552" y="2068464"/>
                </a:lnTo>
              </a:path>
              <a:path w="2299533" h="2068464">
                <a:moveTo>
                  <a:pt x="2202698" y="2068464"/>
                </a:moveTo>
                <a:lnTo>
                  <a:pt x="2166122" y="2068464"/>
                </a:lnTo>
                <a:lnTo>
                  <a:pt x="2166122" y="2054840"/>
                </a:lnTo>
                <a:lnTo>
                  <a:pt x="2202698" y="2054840"/>
                </a:lnTo>
                <a:lnTo>
                  <a:pt x="2202698" y="2068464"/>
                </a:lnTo>
              </a:path>
              <a:path w="2299533" h="2068464">
                <a:moveTo>
                  <a:pt x="2134118" y="2068464"/>
                </a:moveTo>
                <a:lnTo>
                  <a:pt x="2097542" y="2068464"/>
                </a:lnTo>
                <a:lnTo>
                  <a:pt x="2097542" y="2054840"/>
                </a:lnTo>
                <a:lnTo>
                  <a:pt x="2134118" y="2054840"/>
                </a:lnTo>
                <a:lnTo>
                  <a:pt x="2134118" y="2068464"/>
                </a:lnTo>
              </a:path>
              <a:path w="2299533" h="2068464">
                <a:moveTo>
                  <a:pt x="2065538" y="2068464"/>
                </a:moveTo>
                <a:lnTo>
                  <a:pt x="2028962" y="2068464"/>
                </a:lnTo>
                <a:lnTo>
                  <a:pt x="2028962" y="2054840"/>
                </a:lnTo>
                <a:lnTo>
                  <a:pt x="2065538" y="2054840"/>
                </a:lnTo>
                <a:lnTo>
                  <a:pt x="2065538" y="2068464"/>
                </a:lnTo>
              </a:path>
              <a:path w="2299533" h="2068464">
                <a:moveTo>
                  <a:pt x="1996958" y="2068464"/>
                </a:moveTo>
                <a:lnTo>
                  <a:pt x="1960382" y="2068464"/>
                </a:lnTo>
                <a:lnTo>
                  <a:pt x="1960382" y="2054840"/>
                </a:lnTo>
                <a:lnTo>
                  <a:pt x="1996958" y="2054840"/>
                </a:lnTo>
                <a:lnTo>
                  <a:pt x="1996958" y="2068464"/>
                </a:lnTo>
              </a:path>
              <a:path w="2299533" h="2068464">
                <a:moveTo>
                  <a:pt x="1928378" y="2068464"/>
                </a:moveTo>
                <a:lnTo>
                  <a:pt x="1891802" y="2068464"/>
                </a:lnTo>
                <a:lnTo>
                  <a:pt x="1891802" y="2054840"/>
                </a:lnTo>
                <a:lnTo>
                  <a:pt x="1928378" y="2054840"/>
                </a:lnTo>
                <a:lnTo>
                  <a:pt x="1928378" y="2068464"/>
                </a:lnTo>
              </a:path>
              <a:path w="2299533" h="2068464">
                <a:moveTo>
                  <a:pt x="1859798" y="2068464"/>
                </a:moveTo>
                <a:lnTo>
                  <a:pt x="1823222" y="2068464"/>
                </a:lnTo>
                <a:lnTo>
                  <a:pt x="1823222" y="2054840"/>
                </a:lnTo>
                <a:lnTo>
                  <a:pt x="1859798" y="2054840"/>
                </a:lnTo>
                <a:lnTo>
                  <a:pt x="1859798" y="2068464"/>
                </a:lnTo>
              </a:path>
              <a:path w="2299533" h="2068464">
                <a:moveTo>
                  <a:pt x="1791218" y="2068464"/>
                </a:moveTo>
                <a:lnTo>
                  <a:pt x="1754642" y="2068464"/>
                </a:lnTo>
                <a:lnTo>
                  <a:pt x="1754642" y="2054840"/>
                </a:lnTo>
                <a:lnTo>
                  <a:pt x="1791218" y="2054840"/>
                </a:lnTo>
                <a:lnTo>
                  <a:pt x="1791218" y="2068464"/>
                </a:lnTo>
              </a:path>
              <a:path w="2299533" h="2068464">
                <a:moveTo>
                  <a:pt x="1722638" y="2068464"/>
                </a:moveTo>
                <a:lnTo>
                  <a:pt x="1686062" y="2068464"/>
                </a:lnTo>
                <a:lnTo>
                  <a:pt x="1686062" y="2054840"/>
                </a:lnTo>
                <a:lnTo>
                  <a:pt x="1722638" y="2054840"/>
                </a:lnTo>
                <a:lnTo>
                  <a:pt x="1722638" y="2068464"/>
                </a:lnTo>
              </a:path>
              <a:path w="2299533" h="2068464">
                <a:moveTo>
                  <a:pt x="1654058" y="2068464"/>
                </a:moveTo>
                <a:lnTo>
                  <a:pt x="1617482" y="2068464"/>
                </a:lnTo>
                <a:lnTo>
                  <a:pt x="1617482" y="2054840"/>
                </a:lnTo>
                <a:lnTo>
                  <a:pt x="1654058" y="2054840"/>
                </a:lnTo>
                <a:lnTo>
                  <a:pt x="1654058" y="2068464"/>
                </a:lnTo>
              </a:path>
              <a:path w="2299533" h="2068464">
                <a:moveTo>
                  <a:pt x="1585478" y="2068464"/>
                </a:moveTo>
                <a:lnTo>
                  <a:pt x="1548902" y="2068464"/>
                </a:lnTo>
                <a:lnTo>
                  <a:pt x="1548902" y="2054840"/>
                </a:lnTo>
                <a:lnTo>
                  <a:pt x="1585478" y="2054840"/>
                </a:lnTo>
                <a:lnTo>
                  <a:pt x="1585478" y="2068464"/>
                </a:lnTo>
              </a:path>
              <a:path w="2299533" h="2068464">
                <a:moveTo>
                  <a:pt x="1516898" y="2068464"/>
                </a:moveTo>
                <a:lnTo>
                  <a:pt x="1480322" y="2068464"/>
                </a:lnTo>
                <a:lnTo>
                  <a:pt x="1480322" y="2054840"/>
                </a:lnTo>
                <a:lnTo>
                  <a:pt x="1516898" y="2054840"/>
                </a:lnTo>
                <a:lnTo>
                  <a:pt x="1516898" y="2068464"/>
                </a:lnTo>
              </a:path>
              <a:path w="2299533" h="2068464">
                <a:moveTo>
                  <a:pt x="1448318" y="2068464"/>
                </a:moveTo>
                <a:lnTo>
                  <a:pt x="1411742" y="2068464"/>
                </a:lnTo>
                <a:lnTo>
                  <a:pt x="1411742" y="2054840"/>
                </a:lnTo>
                <a:lnTo>
                  <a:pt x="1448318" y="2054840"/>
                </a:lnTo>
                <a:lnTo>
                  <a:pt x="1448318" y="2068464"/>
                </a:lnTo>
              </a:path>
              <a:path w="2299533" h="2068464">
                <a:moveTo>
                  <a:pt x="1379738" y="2068464"/>
                </a:moveTo>
                <a:lnTo>
                  <a:pt x="1343162" y="2068464"/>
                </a:lnTo>
                <a:lnTo>
                  <a:pt x="1343162" y="2054840"/>
                </a:lnTo>
                <a:lnTo>
                  <a:pt x="1379738" y="2054840"/>
                </a:lnTo>
                <a:lnTo>
                  <a:pt x="1379738" y="2068464"/>
                </a:lnTo>
              </a:path>
              <a:path w="2299533" h="2068464">
                <a:moveTo>
                  <a:pt x="1311158" y="2068464"/>
                </a:moveTo>
                <a:lnTo>
                  <a:pt x="1274582" y="2068464"/>
                </a:lnTo>
                <a:lnTo>
                  <a:pt x="1274582" y="2054840"/>
                </a:lnTo>
                <a:lnTo>
                  <a:pt x="1311158" y="2054840"/>
                </a:lnTo>
                <a:lnTo>
                  <a:pt x="1311158" y="2068464"/>
                </a:lnTo>
              </a:path>
              <a:path w="2299533" h="2068464">
                <a:moveTo>
                  <a:pt x="1242578" y="2068464"/>
                </a:moveTo>
                <a:lnTo>
                  <a:pt x="1206002" y="2068464"/>
                </a:lnTo>
                <a:lnTo>
                  <a:pt x="1206002" y="2054840"/>
                </a:lnTo>
                <a:lnTo>
                  <a:pt x="1242578" y="2054840"/>
                </a:lnTo>
                <a:lnTo>
                  <a:pt x="1242578" y="2068464"/>
                </a:lnTo>
              </a:path>
              <a:path w="2299533" h="2068464">
                <a:moveTo>
                  <a:pt x="1173998" y="2068464"/>
                </a:moveTo>
                <a:lnTo>
                  <a:pt x="1137422" y="2068464"/>
                </a:lnTo>
                <a:lnTo>
                  <a:pt x="1137422" y="2054840"/>
                </a:lnTo>
                <a:lnTo>
                  <a:pt x="1173998" y="2054840"/>
                </a:lnTo>
                <a:lnTo>
                  <a:pt x="1173998" y="2068464"/>
                </a:lnTo>
              </a:path>
              <a:path w="2299533" h="2068464">
                <a:moveTo>
                  <a:pt x="1105510" y="2068464"/>
                </a:moveTo>
                <a:lnTo>
                  <a:pt x="1068934" y="2068464"/>
                </a:lnTo>
                <a:lnTo>
                  <a:pt x="1068934" y="2054840"/>
                </a:lnTo>
                <a:lnTo>
                  <a:pt x="1105510" y="2054840"/>
                </a:lnTo>
                <a:lnTo>
                  <a:pt x="1105510" y="2068464"/>
                </a:lnTo>
              </a:path>
              <a:path w="2299533" h="2068464">
                <a:moveTo>
                  <a:pt x="1036930" y="2068464"/>
                </a:moveTo>
                <a:lnTo>
                  <a:pt x="1000354" y="2068464"/>
                </a:lnTo>
                <a:lnTo>
                  <a:pt x="1000354" y="2054840"/>
                </a:lnTo>
                <a:lnTo>
                  <a:pt x="1036930" y="2054840"/>
                </a:lnTo>
                <a:lnTo>
                  <a:pt x="1036930" y="2068464"/>
                </a:lnTo>
              </a:path>
              <a:path w="2299533" h="2068464">
                <a:moveTo>
                  <a:pt x="968350" y="2068464"/>
                </a:moveTo>
                <a:lnTo>
                  <a:pt x="931774" y="2068464"/>
                </a:lnTo>
                <a:lnTo>
                  <a:pt x="931774" y="2054840"/>
                </a:lnTo>
                <a:lnTo>
                  <a:pt x="968350" y="2054840"/>
                </a:lnTo>
                <a:lnTo>
                  <a:pt x="968350" y="2068464"/>
                </a:lnTo>
              </a:path>
              <a:path w="2299533" h="2068464">
                <a:moveTo>
                  <a:pt x="899770" y="2068464"/>
                </a:moveTo>
                <a:lnTo>
                  <a:pt x="863194" y="2068464"/>
                </a:lnTo>
                <a:lnTo>
                  <a:pt x="863194" y="2054840"/>
                </a:lnTo>
                <a:lnTo>
                  <a:pt x="899770" y="2054840"/>
                </a:lnTo>
                <a:lnTo>
                  <a:pt x="899770" y="2068464"/>
                </a:lnTo>
              </a:path>
              <a:path w="2299533" h="2068464">
                <a:moveTo>
                  <a:pt x="831190" y="2068464"/>
                </a:moveTo>
                <a:lnTo>
                  <a:pt x="794614" y="2068464"/>
                </a:lnTo>
                <a:lnTo>
                  <a:pt x="794614" y="2054840"/>
                </a:lnTo>
                <a:lnTo>
                  <a:pt x="831190" y="2054840"/>
                </a:lnTo>
                <a:lnTo>
                  <a:pt x="831190" y="2068464"/>
                </a:lnTo>
              </a:path>
              <a:path w="2299533" h="2068464">
                <a:moveTo>
                  <a:pt x="762610" y="2068464"/>
                </a:moveTo>
                <a:lnTo>
                  <a:pt x="726034" y="2068464"/>
                </a:lnTo>
                <a:lnTo>
                  <a:pt x="726034" y="2054840"/>
                </a:lnTo>
                <a:lnTo>
                  <a:pt x="762610" y="2054840"/>
                </a:lnTo>
                <a:lnTo>
                  <a:pt x="762610" y="2068464"/>
                </a:lnTo>
              </a:path>
              <a:path w="2299533" h="2068464">
                <a:moveTo>
                  <a:pt x="694030" y="2068464"/>
                </a:moveTo>
                <a:lnTo>
                  <a:pt x="657454" y="2068464"/>
                </a:lnTo>
                <a:lnTo>
                  <a:pt x="657454" y="2054840"/>
                </a:lnTo>
                <a:lnTo>
                  <a:pt x="694030" y="2054840"/>
                </a:lnTo>
                <a:lnTo>
                  <a:pt x="694030" y="2068464"/>
                </a:lnTo>
              </a:path>
              <a:path w="2299533" h="2068464">
                <a:moveTo>
                  <a:pt x="625450" y="2068464"/>
                </a:moveTo>
                <a:lnTo>
                  <a:pt x="588874" y="2068464"/>
                </a:lnTo>
                <a:lnTo>
                  <a:pt x="588874" y="2054840"/>
                </a:lnTo>
                <a:lnTo>
                  <a:pt x="625450" y="2054840"/>
                </a:lnTo>
                <a:lnTo>
                  <a:pt x="625450" y="2068464"/>
                </a:lnTo>
              </a:path>
              <a:path w="2299533" h="2068464">
                <a:moveTo>
                  <a:pt x="556870" y="2068464"/>
                </a:moveTo>
                <a:lnTo>
                  <a:pt x="520294" y="2068464"/>
                </a:lnTo>
                <a:lnTo>
                  <a:pt x="520294" y="2054840"/>
                </a:lnTo>
                <a:lnTo>
                  <a:pt x="556870" y="2054840"/>
                </a:lnTo>
                <a:lnTo>
                  <a:pt x="556870" y="2068464"/>
                </a:lnTo>
              </a:path>
              <a:path w="2299533" h="2068464">
                <a:moveTo>
                  <a:pt x="488290" y="2068464"/>
                </a:moveTo>
                <a:lnTo>
                  <a:pt x="451714" y="2068464"/>
                </a:lnTo>
                <a:lnTo>
                  <a:pt x="451714" y="2054840"/>
                </a:lnTo>
                <a:lnTo>
                  <a:pt x="488290" y="2054840"/>
                </a:lnTo>
                <a:lnTo>
                  <a:pt x="488290" y="2068464"/>
                </a:lnTo>
              </a:path>
              <a:path w="2299533" h="2068464">
                <a:moveTo>
                  <a:pt x="419710" y="2068464"/>
                </a:moveTo>
                <a:lnTo>
                  <a:pt x="383134" y="2068464"/>
                </a:lnTo>
                <a:lnTo>
                  <a:pt x="383134" y="2054840"/>
                </a:lnTo>
                <a:lnTo>
                  <a:pt x="419710" y="2054840"/>
                </a:lnTo>
                <a:lnTo>
                  <a:pt x="419710" y="2068464"/>
                </a:lnTo>
              </a:path>
              <a:path w="2299533" h="2068464">
                <a:moveTo>
                  <a:pt x="351130" y="2068464"/>
                </a:moveTo>
                <a:lnTo>
                  <a:pt x="314554" y="2068464"/>
                </a:lnTo>
                <a:lnTo>
                  <a:pt x="314554" y="2054840"/>
                </a:lnTo>
                <a:lnTo>
                  <a:pt x="351130" y="2054840"/>
                </a:lnTo>
                <a:lnTo>
                  <a:pt x="351130" y="2068464"/>
                </a:lnTo>
              </a:path>
              <a:path w="2299533" h="2068464">
                <a:moveTo>
                  <a:pt x="282550" y="2068464"/>
                </a:moveTo>
                <a:lnTo>
                  <a:pt x="245974" y="2068464"/>
                </a:lnTo>
                <a:lnTo>
                  <a:pt x="245974" y="2054840"/>
                </a:lnTo>
                <a:lnTo>
                  <a:pt x="282550" y="2054840"/>
                </a:lnTo>
                <a:lnTo>
                  <a:pt x="282550" y="2068464"/>
                </a:lnTo>
              </a:path>
              <a:path w="2299533" h="2068464">
                <a:moveTo>
                  <a:pt x="213970" y="2068464"/>
                </a:moveTo>
                <a:lnTo>
                  <a:pt x="177394" y="2068464"/>
                </a:lnTo>
                <a:lnTo>
                  <a:pt x="177394" y="2054840"/>
                </a:lnTo>
                <a:lnTo>
                  <a:pt x="213970" y="2054840"/>
                </a:lnTo>
                <a:lnTo>
                  <a:pt x="213970" y="2068464"/>
                </a:lnTo>
              </a:path>
              <a:path w="2299533" h="2068464">
                <a:moveTo>
                  <a:pt x="145390" y="2068464"/>
                </a:moveTo>
                <a:lnTo>
                  <a:pt x="108814" y="2068464"/>
                </a:lnTo>
                <a:lnTo>
                  <a:pt x="108814" y="2054840"/>
                </a:lnTo>
                <a:lnTo>
                  <a:pt x="145390" y="2054840"/>
                </a:lnTo>
                <a:lnTo>
                  <a:pt x="145390" y="2068464"/>
                </a:lnTo>
              </a:path>
              <a:path w="2299533" h="2068464">
                <a:moveTo>
                  <a:pt x="76810" y="2068464"/>
                </a:moveTo>
                <a:lnTo>
                  <a:pt x="40234" y="2068464"/>
                </a:lnTo>
                <a:lnTo>
                  <a:pt x="40234" y="2054840"/>
                </a:lnTo>
                <a:lnTo>
                  <a:pt x="76810" y="2054840"/>
                </a:lnTo>
                <a:lnTo>
                  <a:pt x="76810" y="2068464"/>
                </a:lnTo>
              </a:path>
              <a:path w="2299533" h="2068464">
                <a:moveTo>
                  <a:pt x="5121" y="2055571"/>
                </a:moveTo>
                <a:cubicBezTo>
                  <a:pt x="1737" y="2050451"/>
                  <a:pt x="0" y="2044873"/>
                  <a:pt x="0" y="2038838"/>
                </a:cubicBezTo>
                <a:lnTo>
                  <a:pt x="0" y="2015795"/>
                </a:lnTo>
                <a:lnTo>
                  <a:pt x="13716" y="2015795"/>
                </a:lnTo>
                <a:lnTo>
                  <a:pt x="13716" y="2038838"/>
                </a:lnTo>
                <a:cubicBezTo>
                  <a:pt x="13716" y="2042130"/>
                  <a:pt x="14630" y="2045147"/>
                  <a:pt x="16459" y="2047799"/>
                </a:cubicBezTo>
                <a:lnTo>
                  <a:pt x="5121" y="2055571"/>
                </a:lnTo>
              </a:path>
              <a:path w="2299533" h="2068464">
                <a:moveTo>
                  <a:pt x="0" y="1983882"/>
                </a:moveTo>
                <a:lnTo>
                  <a:pt x="0" y="1947306"/>
                </a:lnTo>
                <a:lnTo>
                  <a:pt x="13716" y="1947306"/>
                </a:lnTo>
                <a:lnTo>
                  <a:pt x="13716" y="1983882"/>
                </a:lnTo>
                <a:lnTo>
                  <a:pt x="0" y="1983882"/>
                </a:lnTo>
              </a:path>
              <a:path w="2299533" h="2068464">
                <a:moveTo>
                  <a:pt x="0" y="1915302"/>
                </a:moveTo>
                <a:lnTo>
                  <a:pt x="0" y="1878818"/>
                </a:lnTo>
                <a:lnTo>
                  <a:pt x="13716" y="1878818"/>
                </a:lnTo>
                <a:lnTo>
                  <a:pt x="13716" y="1915302"/>
                </a:lnTo>
                <a:lnTo>
                  <a:pt x="0" y="1915302"/>
                </a:lnTo>
              </a:path>
              <a:path w="2299533" h="2068464">
                <a:moveTo>
                  <a:pt x="0" y="1846814"/>
                </a:moveTo>
                <a:lnTo>
                  <a:pt x="0" y="1810329"/>
                </a:lnTo>
                <a:lnTo>
                  <a:pt x="13716" y="1810329"/>
                </a:lnTo>
                <a:lnTo>
                  <a:pt x="13716" y="1846814"/>
                </a:lnTo>
                <a:lnTo>
                  <a:pt x="0" y="1846814"/>
                </a:lnTo>
              </a:path>
              <a:path w="2299533" h="2068464">
                <a:moveTo>
                  <a:pt x="0" y="1778325"/>
                </a:moveTo>
                <a:lnTo>
                  <a:pt x="0" y="1741841"/>
                </a:lnTo>
                <a:lnTo>
                  <a:pt x="13716" y="1741841"/>
                </a:lnTo>
                <a:lnTo>
                  <a:pt x="13716" y="1778325"/>
                </a:lnTo>
                <a:lnTo>
                  <a:pt x="0" y="1778325"/>
                </a:lnTo>
              </a:path>
              <a:path w="2299533" h="2068464">
                <a:moveTo>
                  <a:pt x="0" y="1709837"/>
                </a:moveTo>
                <a:lnTo>
                  <a:pt x="0" y="1673352"/>
                </a:lnTo>
                <a:lnTo>
                  <a:pt x="13716" y="1673352"/>
                </a:lnTo>
                <a:lnTo>
                  <a:pt x="13716" y="1709837"/>
                </a:lnTo>
                <a:lnTo>
                  <a:pt x="0" y="1709837"/>
                </a:lnTo>
              </a:path>
              <a:path w="2299533" h="2068464">
                <a:moveTo>
                  <a:pt x="0" y="1641348"/>
                </a:moveTo>
                <a:lnTo>
                  <a:pt x="0" y="1604863"/>
                </a:lnTo>
                <a:lnTo>
                  <a:pt x="13716" y="1604863"/>
                </a:lnTo>
                <a:lnTo>
                  <a:pt x="13716" y="1641348"/>
                </a:lnTo>
                <a:lnTo>
                  <a:pt x="0" y="1641348"/>
                </a:lnTo>
              </a:path>
              <a:path w="2299533" h="2068464">
                <a:moveTo>
                  <a:pt x="0" y="1572859"/>
                </a:moveTo>
                <a:lnTo>
                  <a:pt x="0" y="1536375"/>
                </a:lnTo>
                <a:lnTo>
                  <a:pt x="13716" y="1536375"/>
                </a:lnTo>
                <a:lnTo>
                  <a:pt x="13716" y="1572859"/>
                </a:lnTo>
                <a:lnTo>
                  <a:pt x="0" y="1572859"/>
                </a:lnTo>
              </a:path>
              <a:path w="2299533" h="2068464">
                <a:moveTo>
                  <a:pt x="0" y="1504371"/>
                </a:moveTo>
                <a:lnTo>
                  <a:pt x="0" y="1467886"/>
                </a:lnTo>
                <a:lnTo>
                  <a:pt x="13716" y="1467886"/>
                </a:lnTo>
                <a:lnTo>
                  <a:pt x="13716" y="1504371"/>
                </a:lnTo>
                <a:lnTo>
                  <a:pt x="0" y="1504371"/>
                </a:lnTo>
              </a:path>
              <a:path w="2299533" h="2068464">
                <a:moveTo>
                  <a:pt x="0" y="1435882"/>
                </a:moveTo>
                <a:lnTo>
                  <a:pt x="0" y="1399398"/>
                </a:lnTo>
                <a:lnTo>
                  <a:pt x="13716" y="1399398"/>
                </a:lnTo>
                <a:lnTo>
                  <a:pt x="13716" y="1435882"/>
                </a:lnTo>
                <a:lnTo>
                  <a:pt x="0" y="1435882"/>
                </a:lnTo>
              </a:path>
              <a:path w="2299533" h="2068464">
                <a:moveTo>
                  <a:pt x="0" y="1367394"/>
                </a:moveTo>
                <a:lnTo>
                  <a:pt x="0" y="1330909"/>
                </a:lnTo>
                <a:lnTo>
                  <a:pt x="13716" y="1330909"/>
                </a:lnTo>
                <a:lnTo>
                  <a:pt x="13716" y="1367394"/>
                </a:lnTo>
                <a:lnTo>
                  <a:pt x="0" y="1367394"/>
                </a:lnTo>
              </a:path>
              <a:path w="2299533" h="2068464">
                <a:moveTo>
                  <a:pt x="0" y="1298905"/>
                </a:moveTo>
                <a:lnTo>
                  <a:pt x="0" y="1262421"/>
                </a:lnTo>
                <a:lnTo>
                  <a:pt x="13716" y="1262421"/>
                </a:lnTo>
                <a:lnTo>
                  <a:pt x="13716" y="1298905"/>
                </a:lnTo>
                <a:lnTo>
                  <a:pt x="0" y="1298905"/>
                </a:lnTo>
              </a:path>
              <a:path w="2299533" h="2068464">
                <a:moveTo>
                  <a:pt x="0" y="1230417"/>
                </a:moveTo>
                <a:lnTo>
                  <a:pt x="0" y="1193841"/>
                </a:lnTo>
                <a:lnTo>
                  <a:pt x="13716" y="1193841"/>
                </a:lnTo>
                <a:lnTo>
                  <a:pt x="13716" y="1230417"/>
                </a:lnTo>
                <a:lnTo>
                  <a:pt x="0" y="1230417"/>
                </a:lnTo>
              </a:path>
              <a:path w="2299533" h="2068464">
                <a:moveTo>
                  <a:pt x="0" y="1161928"/>
                </a:moveTo>
                <a:lnTo>
                  <a:pt x="0" y="1125352"/>
                </a:lnTo>
                <a:lnTo>
                  <a:pt x="13716" y="1125352"/>
                </a:lnTo>
                <a:lnTo>
                  <a:pt x="13716" y="1161928"/>
                </a:lnTo>
                <a:lnTo>
                  <a:pt x="0" y="1161928"/>
                </a:lnTo>
              </a:path>
              <a:path w="2299533" h="2068464">
                <a:moveTo>
                  <a:pt x="0" y="1093440"/>
                </a:moveTo>
                <a:lnTo>
                  <a:pt x="0" y="1056864"/>
                </a:lnTo>
                <a:lnTo>
                  <a:pt x="13716" y="1056864"/>
                </a:lnTo>
                <a:lnTo>
                  <a:pt x="13716" y="1093440"/>
                </a:lnTo>
                <a:lnTo>
                  <a:pt x="0" y="1093440"/>
                </a:lnTo>
              </a:path>
              <a:path w="2299533" h="2068464">
                <a:moveTo>
                  <a:pt x="0" y="1024951"/>
                </a:moveTo>
                <a:lnTo>
                  <a:pt x="0" y="988375"/>
                </a:lnTo>
                <a:lnTo>
                  <a:pt x="13716" y="988375"/>
                </a:lnTo>
                <a:lnTo>
                  <a:pt x="13716" y="1024951"/>
                </a:lnTo>
                <a:lnTo>
                  <a:pt x="0" y="1024951"/>
                </a:lnTo>
              </a:path>
              <a:path w="2299533" h="2068464">
                <a:moveTo>
                  <a:pt x="0" y="956462"/>
                </a:moveTo>
                <a:lnTo>
                  <a:pt x="0" y="919886"/>
                </a:lnTo>
                <a:lnTo>
                  <a:pt x="13716" y="919886"/>
                </a:lnTo>
                <a:lnTo>
                  <a:pt x="13716" y="956462"/>
                </a:lnTo>
                <a:lnTo>
                  <a:pt x="0" y="956462"/>
                </a:lnTo>
              </a:path>
              <a:path w="2299533" h="2068464">
                <a:moveTo>
                  <a:pt x="0" y="887974"/>
                </a:moveTo>
                <a:lnTo>
                  <a:pt x="0" y="851398"/>
                </a:lnTo>
                <a:lnTo>
                  <a:pt x="13716" y="851398"/>
                </a:lnTo>
                <a:lnTo>
                  <a:pt x="13716" y="887974"/>
                </a:lnTo>
                <a:lnTo>
                  <a:pt x="0" y="887974"/>
                </a:lnTo>
              </a:path>
              <a:path w="2299533" h="2068464">
                <a:moveTo>
                  <a:pt x="0" y="819485"/>
                </a:moveTo>
                <a:lnTo>
                  <a:pt x="0" y="782909"/>
                </a:lnTo>
                <a:lnTo>
                  <a:pt x="13716" y="782909"/>
                </a:lnTo>
                <a:lnTo>
                  <a:pt x="13716" y="819485"/>
                </a:lnTo>
                <a:lnTo>
                  <a:pt x="0" y="819485"/>
                </a:lnTo>
              </a:path>
              <a:path w="2299533" h="2068464">
                <a:moveTo>
                  <a:pt x="0" y="750997"/>
                </a:moveTo>
                <a:lnTo>
                  <a:pt x="0" y="714421"/>
                </a:lnTo>
                <a:lnTo>
                  <a:pt x="13716" y="714421"/>
                </a:lnTo>
                <a:lnTo>
                  <a:pt x="13716" y="750997"/>
                </a:lnTo>
                <a:lnTo>
                  <a:pt x="0" y="750997"/>
                </a:lnTo>
              </a:path>
              <a:path w="2299533" h="2068464">
                <a:moveTo>
                  <a:pt x="0" y="682508"/>
                </a:moveTo>
                <a:lnTo>
                  <a:pt x="0" y="645932"/>
                </a:lnTo>
                <a:lnTo>
                  <a:pt x="13716" y="645932"/>
                </a:lnTo>
                <a:lnTo>
                  <a:pt x="13716" y="682508"/>
                </a:lnTo>
                <a:lnTo>
                  <a:pt x="0" y="682508"/>
                </a:lnTo>
              </a:path>
              <a:path w="2299533" h="2068464">
                <a:moveTo>
                  <a:pt x="0" y="614020"/>
                </a:moveTo>
                <a:lnTo>
                  <a:pt x="0" y="577444"/>
                </a:lnTo>
                <a:lnTo>
                  <a:pt x="13716" y="577444"/>
                </a:lnTo>
                <a:lnTo>
                  <a:pt x="13716" y="614020"/>
                </a:lnTo>
                <a:lnTo>
                  <a:pt x="0" y="614020"/>
                </a:lnTo>
              </a:path>
              <a:path w="2299533" h="2068464">
                <a:moveTo>
                  <a:pt x="0" y="545440"/>
                </a:moveTo>
                <a:lnTo>
                  <a:pt x="0" y="508955"/>
                </a:lnTo>
                <a:lnTo>
                  <a:pt x="13716" y="508955"/>
                </a:lnTo>
                <a:lnTo>
                  <a:pt x="13716" y="545440"/>
                </a:lnTo>
                <a:lnTo>
                  <a:pt x="0" y="545440"/>
                </a:lnTo>
              </a:path>
              <a:path w="2299533" h="2068464">
                <a:moveTo>
                  <a:pt x="0" y="476951"/>
                </a:moveTo>
                <a:lnTo>
                  <a:pt x="0" y="440466"/>
                </a:lnTo>
                <a:lnTo>
                  <a:pt x="13716" y="440466"/>
                </a:lnTo>
                <a:lnTo>
                  <a:pt x="13716" y="476951"/>
                </a:lnTo>
                <a:lnTo>
                  <a:pt x="0" y="476951"/>
                </a:lnTo>
              </a:path>
              <a:path w="2299533" h="2068464">
                <a:moveTo>
                  <a:pt x="0" y="408462"/>
                </a:moveTo>
                <a:lnTo>
                  <a:pt x="0" y="371978"/>
                </a:lnTo>
                <a:lnTo>
                  <a:pt x="13716" y="371978"/>
                </a:lnTo>
                <a:lnTo>
                  <a:pt x="13716" y="408462"/>
                </a:lnTo>
                <a:lnTo>
                  <a:pt x="0" y="408462"/>
                </a:lnTo>
              </a:path>
              <a:path w="2299533" h="2068464">
                <a:moveTo>
                  <a:pt x="0" y="339974"/>
                </a:moveTo>
                <a:lnTo>
                  <a:pt x="0" y="303489"/>
                </a:lnTo>
                <a:lnTo>
                  <a:pt x="13716" y="303489"/>
                </a:lnTo>
                <a:lnTo>
                  <a:pt x="13716" y="339974"/>
                </a:lnTo>
                <a:lnTo>
                  <a:pt x="0" y="339974"/>
                </a:lnTo>
              </a:path>
              <a:path w="2299533" h="2068464">
                <a:moveTo>
                  <a:pt x="0" y="271485"/>
                </a:moveTo>
                <a:lnTo>
                  <a:pt x="0" y="235001"/>
                </a:lnTo>
                <a:lnTo>
                  <a:pt x="13716" y="235001"/>
                </a:lnTo>
                <a:lnTo>
                  <a:pt x="13716" y="271485"/>
                </a:lnTo>
                <a:lnTo>
                  <a:pt x="0" y="271485"/>
                </a:lnTo>
              </a:path>
              <a:path w="2299533" h="2068464">
                <a:moveTo>
                  <a:pt x="0" y="202997"/>
                </a:moveTo>
                <a:lnTo>
                  <a:pt x="0" y="166512"/>
                </a:lnTo>
                <a:lnTo>
                  <a:pt x="13716" y="166512"/>
                </a:lnTo>
                <a:lnTo>
                  <a:pt x="13716" y="202997"/>
                </a:lnTo>
                <a:lnTo>
                  <a:pt x="0" y="202997"/>
                </a:lnTo>
              </a:path>
              <a:path w="2299533" h="2068464">
                <a:moveTo>
                  <a:pt x="0" y="134508"/>
                </a:moveTo>
                <a:lnTo>
                  <a:pt x="0" y="98024"/>
                </a:lnTo>
                <a:lnTo>
                  <a:pt x="13716" y="98024"/>
                </a:lnTo>
                <a:lnTo>
                  <a:pt x="13716" y="134508"/>
                </a:lnTo>
                <a:lnTo>
                  <a:pt x="0" y="134508"/>
                </a:lnTo>
              </a:path>
              <a:path w="2299533" h="2068464">
                <a:moveTo>
                  <a:pt x="0" y="66020"/>
                </a:moveTo>
                <a:lnTo>
                  <a:pt x="0" y="29718"/>
                </a:lnTo>
                <a:lnTo>
                  <a:pt x="0" y="29535"/>
                </a:lnTo>
                <a:lnTo>
                  <a:pt x="13716" y="29535"/>
                </a:lnTo>
                <a:lnTo>
                  <a:pt x="13716" y="29718"/>
                </a:lnTo>
                <a:lnTo>
                  <a:pt x="13716" y="66020"/>
                </a:lnTo>
                <a:lnTo>
                  <a:pt x="0" y="66020"/>
                </a:lnTo>
              </a:path>
              <a:path w="2299533" h="2068464">
                <a:moveTo>
                  <a:pt x="26243" y="183"/>
                </a:moveTo>
                <a:cubicBezTo>
                  <a:pt x="27432" y="91"/>
                  <a:pt x="28529" y="0"/>
                  <a:pt x="29718" y="0"/>
                </a:cubicBezTo>
                <a:lnTo>
                  <a:pt x="66294" y="0"/>
                </a:lnTo>
                <a:lnTo>
                  <a:pt x="66294" y="13716"/>
                </a:lnTo>
                <a:lnTo>
                  <a:pt x="29718" y="13716"/>
                </a:lnTo>
                <a:cubicBezTo>
                  <a:pt x="29078" y="13716"/>
                  <a:pt x="28438" y="13716"/>
                  <a:pt x="27889" y="13807"/>
                </a:cubicBezTo>
                <a:lnTo>
                  <a:pt x="26243" y="183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7" name="Forma 212"/>
          <p:cNvSpPr/>
          <p:nvPr/>
        </p:nvSpPr>
        <p:spPr>
          <a:xfrm>
            <a:off x="6202009" y="1851386"/>
            <a:ext cx="1645829" cy="1461211"/>
          </a:xfrm>
          <a:custGeom>
            <a:avLst/>
            <a:gdLst/>
            <a:ahLst/>
            <a:cxnLst/>
            <a:rect l="l" t="t" r="r" b="b"/>
            <a:pathLst>
              <a:path w="1645829" h="1461211">
                <a:moveTo>
                  <a:pt x="13716" y="0"/>
                </a:moveTo>
                <a:lnTo>
                  <a:pt x="1632113" y="0"/>
                </a:lnTo>
                <a:cubicBezTo>
                  <a:pt x="1633941" y="0"/>
                  <a:pt x="1635679" y="366"/>
                  <a:pt x="1637325" y="1006"/>
                </a:cubicBezTo>
                <a:cubicBezTo>
                  <a:pt x="1639062" y="1737"/>
                  <a:pt x="1640525" y="2743"/>
                  <a:pt x="1641805" y="4023"/>
                </a:cubicBezTo>
                <a:cubicBezTo>
                  <a:pt x="1643085" y="5304"/>
                  <a:pt x="1644091" y="6767"/>
                  <a:pt x="1644731" y="8412"/>
                </a:cubicBezTo>
                <a:cubicBezTo>
                  <a:pt x="1645463" y="10150"/>
                  <a:pt x="1645829" y="11887"/>
                  <a:pt x="1645829" y="13716"/>
                </a:cubicBezTo>
                <a:lnTo>
                  <a:pt x="1645829" y="1447495"/>
                </a:lnTo>
                <a:cubicBezTo>
                  <a:pt x="1645829" y="1449324"/>
                  <a:pt x="1645463" y="1451061"/>
                  <a:pt x="1644731" y="1452707"/>
                </a:cubicBezTo>
                <a:cubicBezTo>
                  <a:pt x="1644091" y="1454445"/>
                  <a:pt x="1643085" y="1455908"/>
                  <a:pt x="1641805" y="1457188"/>
                </a:cubicBezTo>
                <a:cubicBezTo>
                  <a:pt x="1640525" y="1458468"/>
                  <a:pt x="1639062" y="1459474"/>
                  <a:pt x="1637325" y="1460114"/>
                </a:cubicBezTo>
                <a:cubicBezTo>
                  <a:pt x="1635679" y="1460845"/>
                  <a:pt x="1633941" y="1461211"/>
                  <a:pt x="1632113" y="1461211"/>
                </a:cubicBezTo>
                <a:lnTo>
                  <a:pt x="13716" y="1461211"/>
                </a:lnTo>
                <a:cubicBezTo>
                  <a:pt x="11887" y="1461211"/>
                  <a:pt x="10150" y="1460845"/>
                  <a:pt x="8504" y="1460114"/>
                </a:cubicBezTo>
                <a:cubicBezTo>
                  <a:pt x="6767" y="1459474"/>
                  <a:pt x="5304" y="1458468"/>
                  <a:pt x="4023" y="1457188"/>
                </a:cubicBezTo>
                <a:cubicBezTo>
                  <a:pt x="2743" y="1455908"/>
                  <a:pt x="1737" y="1454445"/>
                  <a:pt x="1006" y="1452707"/>
                </a:cubicBezTo>
                <a:cubicBezTo>
                  <a:pt x="366" y="1451061"/>
                  <a:pt x="0" y="1449324"/>
                  <a:pt x="0" y="1447495"/>
                </a:cubicBezTo>
                <a:lnTo>
                  <a:pt x="0" y="13716"/>
                </a:lnTo>
                <a:cubicBezTo>
                  <a:pt x="0" y="11887"/>
                  <a:pt x="366" y="10150"/>
                  <a:pt x="1006" y="8412"/>
                </a:cubicBezTo>
                <a:cubicBezTo>
                  <a:pt x="1737" y="6767"/>
                  <a:pt x="2743" y="5304"/>
                  <a:pt x="4023" y="4023"/>
                </a:cubicBezTo>
                <a:cubicBezTo>
                  <a:pt x="5304" y="2743"/>
                  <a:pt x="6767" y="1737"/>
                  <a:pt x="8504" y="1006"/>
                </a:cubicBezTo>
                <a:cubicBezTo>
                  <a:pt x="10150" y="366"/>
                  <a:pt x="11887" y="0"/>
                  <a:pt x="13716" y="0"/>
                </a:cubicBezTo>
              </a:path>
            </a:pathLst>
          </a:custGeom>
          <a:solidFill>
            <a:srgbClr val="C49A4B">
              <a:alpha val="12000"/>
            </a:srgbClr>
          </a:solidFill>
          <a:ln w="13716">
            <a:solidFill>
              <a:srgbClr val="C49A4B"/>
            </a:solidFill>
            <a:prstDash val="solid"/>
          </a:ln>
        </p:spPr>
      </p:sp>
      <p:sp>
        <p:nvSpPr>
          <p:cNvPr id="8" name="Forma 213"/>
          <p:cNvSpPr/>
          <p:nvPr/>
        </p:nvSpPr>
        <p:spPr>
          <a:xfrm>
            <a:off x="5966551" y="1681399"/>
            <a:ext cx="2114916" cy="1754459"/>
          </a:xfrm>
          <a:custGeom>
            <a:avLst/>
            <a:gdLst/>
            <a:ahLst/>
            <a:cxnLst/>
            <a:rect l="l" t="t" r="r" b="b"/>
            <a:pathLst>
              <a:path w="2114916" h="1754459">
                <a:moveTo>
                  <a:pt x="0" y="1736263"/>
                </a:moveTo>
                <a:cubicBezTo>
                  <a:pt x="13716" y="1726021"/>
                  <a:pt x="27066" y="1715597"/>
                  <a:pt x="40051" y="1705082"/>
                </a:cubicBezTo>
                <a:lnTo>
                  <a:pt x="54407" y="1722912"/>
                </a:lnTo>
                <a:cubicBezTo>
                  <a:pt x="41148" y="1733520"/>
                  <a:pt x="27615" y="1744127"/>
                  <a:pt x="13716" y="1754459"/>
                </a:cubicBezTo>
                <a:lnTo>
                  <a:pt x="0" y="1736263"/>
                </a:lnTo>
              </a:path>
              <a:path w="2114916" h="1754459">
                <a:moveTo>
                  <a:pt x="63825" y="1685422"/>
                </a:moveTo>
                <a:cubicBezTo>
                  <a:pt x="76810" y="1674449"/>
                  <a:pt x="89428" y="1663385"/>
                  <a:pt x="101681" y="1652046"/>
                </a:cubicBezTo>
                <a:lnTo>
                  <a:pt x="117135" y="1668871"/>
                </a:lnTo>
                <a:cubicBezTo>
                  <a:pt x="104607" y="1680393"/>
                  <a:pt x="91806" y="1691731"/>
                  <a:pt x="78638" y="1702887"/>
                </a:cubicBezTo>
                <a:lnTo>
                  <a:pt x="63825" y="1685422"/>
                </a:lnTo>
              </a:path>
              <a:path w="2114916" h="1754459">
                <a:moveTo>
                  <a:pt x="124450" y="1630650"/>
                </a:moveTo>
                <a:cubicBezTo>
                  <a:pt x="136428" y="1619037"/>
                  <a:pt x="148133" y="1607241"/>
                  <a:pt x="159563" y="1595171"/>
                </a:cubicBezTo>
                <a:lnTo>
                  <a:pt x="176205" y="1610898"/>
                </a:lnTo>
                <a:cubicBezTo>
                  <a:pt x="164501" y="1623151"/>
                  <a:pt x="152522" y="1635222"/>
                  <a:pt x="140360" y="1647017"/>
                </a:cubicBezTo>
                <a:lnTo>
                  <a:pt x="124450" y="1630650"/>
                </a:lnTo>
              </a:path>
              <a:path w="2114916" h="1754459">
                <a:moveTo>
                  <a:pt x="181143" y="1571854"/>
                </a:moveTo>
                <a:cubicBezTo>
                  <a:pt x="192115" y="1559784"/>
                  <a:pt x="202905" y="1547256"/>
                  <a:pt x="213512" y="1534455"/>
                </a:cubicBezTo>
                <a:lnTo>
                  <a:pt x="231069" y="1549085"/>
                </a:lnTo>
                <a:cubicBezTo>
                  <a:pt x="220279" y="1562070"/>
                  <a:pt x="209306" y="1574780"/>
                  <a:pt x="198150" y="1587216"/>
                </a:cubicBezTo>
                <a:lnTo>
                  <a:pt x="181143" y="1571854"/>
                </a:lnTo>
              </a:path>
              <a:path w="2114916" h="1754459">
                <a:moveTo>
                  <a:pt x="233629" y="1509583"/>
                </a:moveTo>
                <a:cubicBezTo>
                  <a:pt x="243596" y="1496964"/>
                  <a:pt x="253655" y="1483797"/>
                  <a:pt x="263804" y="1469989"/>
                </a:cubicBezTo>
                <a:lnTo>
                  <a:pt x="282275" y="1483523"/>
                </a:lnTo>
                <a:cubicBezTo>
                  <a:pt x="271943" y="1497513"/>
                  <a:pt x="261701" y="1510955"/>
                  <a:pt x="251643" y="1523756"/>
                </a:cubicBezTo>
                <a:lnTo>
                  <a:pt x="233629" y="1509583"/>
                </a:lnTo>
              </a:path>
              <a:path w="2114916" h="1754459">
                <a:moveTo>
                  <a:pt x="282275" y="1444478"/>
                </a:moveTo>
                <a:cubicBezTo>
                  <a:pt x="291145" y="1431950"/>
                  <a:pt x="300838" y="1417960"/>
                  <a:pt x="311170" y="1402690"/>
                </a:cubicBezTo>
                <a:lnTo>
                  <a:pt x="330098" y="1415491"/>
                </a:lnTo>
                <a:cubicBezTo>
                  <a:pt x="319674" y="1430945"/>
                  <a:pt x="309890" y="1445026"/>
                  <a:pt x="300929" y="1457645"/>
                </a:cubicBezTo>
                <a:lnTo>
                  <a:pt x="282275" y="1444478"/>
                </a:lnTo>
              </a:path>
              <a:path w="2114916" h="1754459">
                <a:moveTo>
                  <a:pt x="328910" y="1376446"/>
                </a:moveTo>
                <a:lnTo>
                  <a:pt x="356616" y="1335024"/>
                </a:lnTo>
                <a:lnTo>
                  <a:pt x="375636" y="1347643"/>
                </a:lnTo>
                <a:lnTo>
                  <a:pt x="347929" y="1389065"/>
                </a:lnTo>
                <a:lnTo>
                  <a:pt x="328910" y="1376446"/>
                </a:lnTo>
              </a:path>
              <a:path w="2114916" h="1754459">
                <a:moveTo>
                  <a:pt x="374630" y="1308324"/>
                </a:moveTo>
                <a:cubicBezTo>
                  <a:pt x="384962" y="1293053"/>
                  <a:pt x="394655" y="1279337"/>
                  <a:pt x="403433" y="1267176"/>
                </a:cubicBezTo>
                <a:lnTo>
                  <a:pt x="421996" y="1280526"/>
                </a:lnTo>
                <a:cubicBezTo>
                  <a:pt x="413309" y="1292596"/>
                  <a:pt x="403799" y="1306129"/>
                  <a:pt x="393466" y="1321217"/>
                </a:cubicBezTo>
                <a:lnTo>
                  <a:pt x="374630" y="1308324"/>
                </a:lnTo>
              </a:path>
              <a:path w="2114916" h="1754459">
                <a:moveTo>
                  <a:pt x="422544" y="1241389"/>
                </a:moveTo>
                <a:cubicBezTo>
                  <a:pt x="433151" y="1227399"/>
                  <a:pt x="443758" y="1214140"/>
                  <a:pt x="454182" y="1201796"/>
                </a:cubicBezTo>
                <a:lnTo>
                  <a:pt x="471739" y="1216518"/>
                </a:lnTo>
                <a:cubicBezTo>
                  <a:pt x="461498" y="1228588"/>
                  <a:pt x="451165" y="1241481"/>
                  <a:pt x="440741" y="1255197"/>
                </a:cubicBezTo>
                <a:lnTo>
                  <a:pt x="422544" y="1241389"/>
                </a:lnTo>
              </a:path>
              <a:path w="2114916" h="1754459">
                <a:moveTo>
                  <a:pt x="475854" y="1177199"/>
                </a:moveTo>
                <a:cubicBezTo>
                  <a:pt x="487467" y="1164488"/>
                  <a:pt x="499354" y="1152327"/>
                  <a:pt x="511424" y="1140714"/>
                </a:cubicBezTo>
                <a:lnTo>
                  <a:pt x="527243" y="1157173"/>
                </a:lnTo>
                <a:cubicBezTo>
                  <a:pt x="515539" y="1168420"/>
                  <a:pt x="504017" y="1180216"/>
                  <a:pt x="492679" y="1192560"/>
                </a:cubicBezTo>
                <a:lnTo>
                  <a:pt x="475854" y="1177199"/>
                </a:lnTo>
              </a:path>
              <a:path w="2114916" h="1754459">
                <a:moveTo>
                  <a:pt x="535107" y="1118951"/>
                </a:moveTo>
                <a:cubicBezTo>
                  <a:pt x="547817" y="1107796"/>
                  <a:pt x="560984" y="1097006"/>
                  <a:pt x="574609" y="1086673"/>
                </a:cubicBezTo>
                <a:lnTo>
                  <a:pt x="588416" y="1104870"/>
                </a:lnTo>
                <a:cubicBezTo>
                  <a:pt x="575249" y="1114836"/>
                  <a:pt x="562539" y="1125261"/>
                  <a:pt x="550194" y="1136142"/>
                </a:cubicBezTo>
                <a:lnTo>
                  <a:pt x="535107" y="1118951"/>
                </a:lnTo>
              </a:path>
              <a:path w="2114916" h="1754459">
                <a:moveTo>
                  <a:pt x="601035" y="1067379"/>
                </a:moveTo>
                <a:cubicBezTo>
                  <a:pt x="614660" y="1057961"/>
                  <a:pt x="628833" y="1048725"/>
                  <a:pt x="643463" y="1039856"/>
                </a:cubicBezTo>
                <a:lnTo>
                  <a:pt x="655350" y="1059332"/>
                </a:lnTo>
                <a:cubicBezTo>
                  <a:pt x="641086" y="1068019"/>
                  <a:pt x="627370" y="1076889"/>
                  <a:pt x="614111" y="1086124"/>
                </a:cubicBezTo>
                <a:lnTo>
                  <a:pt x="601035" y="1067379"/>
                </a:lnTo>
              </a:path>
              <a:path w="2114916" h="1754459">
                <a:moveTo>
                  <a:pt x="672267" y="1023031"/>
                </a:moveTo>
                <a:lnTo>
                  <a:pt x="717072" y="997976"/>
                </a:lnTo>
                <a:lnTo>
                  <a:pt x="728320" y="1017819"/>
                </a:lnTo>
                <a:lnTo>
                  <a:pt x="683514" y="1042965"/>
                </a:lnTo>
                <a:lnTo>
                  <a:pt x="672267" y="1023031"/>
                </a:lnTo>
              </a:path>
              <a:path w="2114916" h="1754459">
                <a:moveTo>
                  <a:pt x="745053" y="982523"/>
                </a:moveTo>
                <a:lnTo>
                  <a:pt x="788396" y="958931"/>
                </a:lnTo>
                <a:lnTo>
                  <a:pt x="799368" y="978957"/>
                </a:lnTo>
                <a:lnTo>
                  <a:pt x="756026" y="1002640"/>
                </a:lnTo>
                <a:lnTo>
                  <a:pt x="745053" y="982523"/>
                </a:lnTo>
              </a:path>
              <a:path w="2114916" h="1754459">
                <a:moveTo>
                  <a:pt x="817108" y="943295"/>
                </a:moveTo>
                <a:lnTo>
                  <a:pt x="860999" y="919155"/>
                </a:lnTo>
                <a:lnTo>
                  <a:pt x="872063" y="939180"/>
                </a:lnTo>
                <a:lnTo>
                  <a:pt x="828172" y="963320"/>
                </a:lnTo>
                <a:lnTo>
                  <a:pt x="817108" y="943295"/>
                </a:lnTo>
              </a:path>
              <a:path w="2114916" h="1754459">
                <a:moveTo>
                  <a:pt x="888065" y="903976"/>
                </a:moveTo>
                <a:cubicBezTo>
                  <a:pt x="903884" y="894923"/>
                  <a:pt x="918515" y="886419"/>
                  <a:pt x="931956" y="878373"/>
                </a:cubicBezTo>
                <a:lnTo>
                  <a:pt x="943752" y="897941"/>
                </a:lnTo>
                <a:cubicBezTo>
                  <a:pt x="930128" y="906079"/>
                  <a:pt x="915314" y="914674"/>
                  <a:pt x="899312" y="923818"/>
                </a:cubicBezTo>
                <a:lnTo>
                  <a:pt x="888065" y="903976"/>
                </a:lnTo>
              </a:path>
              <a:path w="2114916" h="1754459">
                <a:moveTo>
                  <a:pt x="958840" y="861822"/>
                </a:moveTo>
                <a:cubicBezTo>
                  <a:pt x="973470" y="852678"/>
                  <a:pt x="987278" y="843625"/>
                  <a:pt x="1000262" y="834756"/>
                </a:cubicBezTo>
                <a:lnTo>
                  <a:pt x="1013155" y="853592"/>
                </a:lnTo>
                <a:cubicBezTo>
                  <a:pt x="999988" y="862645"/>
                  <a:pt x="985906" y="871880"/>
                  <a:pt x="971001" y="881207"/>
                </a:cubicBezTo>
                <a:lnTo>
                  <a:pt x="958840" y="861822"/>
                </a:lnTo>
              </a:path>
              <a:path w="2114916" h="1754459">
                <a:moveTo>
                  <a:pt x="1026140" y="816376"/>
                </a:moveTo>
                <a:cubicBezTo>
                  <a:pt x="1039764" y="806318"/>
                  <a:pt x="1052749" y="796260"/>
                  <a:pt x="1064910" y="786110"/>
                </a:cubicBezTo>
                <a:lnTo>
                  <a:pt x="1079541" y="803666"/>
                </a:lnTo>
                <a:cubicBezTo>
                  <a:pt x="1067013" y="814090"/>
                  <a:pt x="1053755" y="824514"/>
                  <a:pt x="1039673" y="834756"/>
                </a:cubicBezTo>
                <a:lnTo>
                  <a:pt x="1026140" y="816376"/>
                </a:lnTo>
              </a:path>
              <a:path w="2114916" h="1754459">
                <a:moveTo>
                  <a:pt x="1088685" y="765444"/>
                </a:moveTo>
                <a:cubicBezTo>
                  <a:pt x="1101029" y="754289"/>
                  <a:pt x="1112733" y="742767"/>
                  <a:pt x="1123889" y="730971"/>
                </a:cubicBezTo>
                <a:lnTo>
                  <a:pt x="1140531" y="746608"/>
                </a:lnTo>
                <a:cubicBezTo>
                  <a:pt x="1129010" y="758861"/>
                  <a:pt x="1116848" y="770748"/>
                  <a:pt x="1104047" y="782361"/>
                </a:cubicBezTo>
                <a:lnTo>
                  <a:pt x="1088685" y="765444"/>
                </a:lnTo>
              </a:path>
              <a:path w="2114916" h="1754459">
                <a:moveTo>
                  <a:pt x="1144920" y="707563"/>
                </a:moveTo>
                <a:cubicBezTo>
                  <a:pt x="1155527" y="695035"/>
                  <a:pt x="1165677" y="682051"/>
                  <a:pt x="1175278" y="668701"/>
                </a:cubicBezTo>
                <a:lnTo>
                  <a:pt x="1193841" y="682051"/>
                </a:lnTo>
                <a:cubicBezTo>
                  <a:pt x="1183874" y="695858"/>
                  <a:pt x="1173358" y="709392"/>
                  <a:pt x="1162294" y="722376"/>
                </a:cubicBezTo>
                <a:lnTo>
                  <a:pt x="1144920" y="707563"/>
                </a:lnTo>
              </a:path>
              <a:path w="2114916" h="1754459">
                <a:moveTo>
                  <a:pt x="1192743" y="643006"/>
                </a:moveTo>
                <a:cubicBezTo>
                  <a:pt x="1201522" y="629382"/>
                  <a:pt x="1209843" y="615208"/>
                  <a:pt x="1217798" y="600578"/>
                </a:cubicBezTo>
                <a:lnTo>
                  <a:pt x="1237915" y="611368"/>
                </a:lnTo>
                <a:cubicBezTo>
                  <a:pt x="1229685" y="626547"/>
                  <a:pt x="1221090" y="641177"/>
                  <a:pt x="1212037" y="655350"/>
                </a:cubicBezTo>
                <a:lnTo>
                  <a:pt x="1192743" y="643006"/>
                </a:lnTo>
              </a:path>
              <a:path w="2114916" h="1754459">
                <a:moveTo>
                  <a:pt x="1232154" y="572232"/>
                </a:moveTo>
                <a:cubicBezTo>
                  <a:pt x="1239103" y="557784"/>
                  <a:pt x="1245687" y="542788"/>
                  <a:pt x="1251905" y="527243"/>
                </a:cubicBezTo>
                <a:lnTo>
                  <a:pt x="1273119" y="535747"/>
                </a:lnTo>
                <a:cubicBezTo>
                  <a:pt x="1266718" y="551749"/>
                  <a:pt x="1259952" y="567202"/>
                  <a:pt x="1252728" y="582107"/>
                </a:cubicBezTo>
                <a:lnTo>
                  <a:pt x="1232154" y="572232"/>
                </a:lnTo>
              </a:path>
              <a:path w="2114916" h="1754459">
                <a:moveTo>
                  <a:pt x="1263152" y="497708"/>
                </a:moveTo>
                <a:cubicBezTo>
                  <a:pt x="1268547" y="482437"/>
                  <a:pt x="1273759" y="466618"/>
                  <a:pt x="1278606" y="450342"/>
                </a:cubicBezTo>
                <a:lnTo>
                  <a:pt x="1300551" y="456834"/>
                </a:lnTo>
                <a:cubicBezTo>
                  <a:pt x="1295522" y="473568"/>
                  <a:pt x="1290218" y="489753"/>
                  <a:pt x="1284641" y="505480"/>
                </a:cubicBezTo>
                <a:lnTo>
                  <a:pt x="1263152" y="497708"/>
                </a:lnTo>
              </a:path>
              <a:path w="2114916" h="1754459">
                <a:moveTo>
                  <a:pt x="1287109" y="420441"/>
                </a:moveTo>
                <a:cubicBezTo>
                  <a:pt x="1291133" y="405079"/>
                  <a:pt x="1294973" y="389260"/>
                  <a:pt x="1298631" y="373075"/>
                </a:cubicBezTo>
                <a:lnTo>
                  <a:pt x="1298997" y="371246"/>
                </a:lnTo>
                <a:lnTo>
                  <a:pt x="1321308" y="376184"/>
                </a:lnTo>
                <a:lnTo>
                  <a:pt x="1320942" y="378013"/>
                </a:lnTo>
                <a:cubicBezTo>
                  <a:pt x="1317285" y="394564"/>
                  <a:pt x="1313353" y="410657"/>
                  <a:pt x="1309146" y="426293"/>
                </a:cubicBezTo>
                <a:lnTo>
                  <a:pt x="1287109" y="420441"/>
                </a:lnTo>
              </a:path>
              <a:path w="2114916" h="1754459">
                <a:moveTo>
                  <a:pt x="1307501" y="338419"/>
                </a:moveTo>
                <a:cubicBezTo>
                  <a:pt x="1312438" y="321503"/>
                  <a:pt x="1318108" y="305592"/>
                  <a:pt x="1324417" y="290505"/>
                </a:cubicBezTo>
                <a:lnTo>
                  <a:pt x="1345540" y="299375"/>
                </a:lnTo>
                <a:cubicBezTo>
                  <a:pt x="1339505" y="313639"/>
                  <a:pt x="1334110" y="328727"/>
                  <a:pt x="1329446" y="344820"/>
                </a:cubicBezTo>
                <a:lnTo>
                  <a:pt x="1307501" y="338419"/>
                </a:lnTo>
              </a:path>
              <a:path w="2114916" h="1754459">
                <a:moveTo>
                  <a:pt x="1338682" y="260421"/>
                </a:moveTo>
                <a:cubicBezTo>
                  <a:pt x="1346911" y="244693"/>
                  <a:pt x="1356147" y="230063"/>
                  <a:pt x="1366296" y="216530"/>
                </a:cubicBezTo>
                <a:lnTo>
                  <a:pt x="1384584" y="230246"/>
                </a:lnTo>
                <a:cubicBezTo>
                  <a:pt x="1375166" y="242773"/>
                  <a:pt x="1366571" y="256398"/>
                  <a:pt x="1358890" y="271028"/>
                </a:cubicBezTo>
                <a:lnTo>
                  <a:pt x="1338682" y="260421"/>
                </a:lnTo>
              </a:path>
              <a:path w="2114916" h="1754459">
                <a:moveTo>
                  <a:pt x="1387236" y="191475"/>
                </a:moveTo>
                <a:cubicBezTo>
                  <a:pt x="1399123" y="178765"/>
                  <a:pt x="1412108" y="167061"/>
                  <a:pt x="1426098" y="156545"/>
                </a:cubicBezTo>
                <a:lnTo>
                  <a:pt x="1439906" y="174742"/>
                </a:lnTo>
                <a:cubicBezTo>
                  <a:pt x="1426921" y="184526"/>
                  <a:pt x="1414943" y="195224"/>
                  <a:pt x="1403970" y="207020"/>
                </a:cubicBezTo>
                <a:lnTo>
                  <a:pt x="1387236" y="191475"/>
                </a:lnTo>
              </a:path>
              <a:path w="2114916" h="1754459">
                <a:moveTo>
                  <a:pt x="1453713" y="138074"/>
                </a:moveTo>
                <a:cubicBezTo>
                  <a:pt x="1468069" y="129479"/>
                  <a:pt x="1483523" y="121707"/>
                  <a:pt x="1499982" y="114849"/>
                </a:cubicBezTo>
                <a:lnTo>
                  <a:pt x="1508760" y="135880"/>
                </a:lnTo>
                <a:cubicBezTo>
                  <a:pt x="1493307" y="142372"/>
                  <a:pt x="1478859" y="149596"/>
                  <a:pt x="1465417" y="157643"/>
                </a:cubicBezTo>
                <a:lnTo>
                  <a:pt x="1453713" y="138074"/>
                </a:lnTo>
              </a:path>
              <a:path w="2114916" h="1754459">
                <a:moveTo>
                  <a:pt x="1530888" y="103327"/>
                </a:moveTo>
                <a:cubicBezTo>
                  <a:pt x="1546342" y="98298"/>
                  <a:pt x="1562892" y="93726"/>
                  <a:pt x="1580449" y="89703"/>
                </a:cubicBezTo>
                <a:lnTo>
                  <a:pt x="1585570" y="112014"/>
                </a:lnTo>
                <a:cubicBezTo>
                  <a:pt x="1568653" y="115854"/>
                  <a:pt x="1552834" y="120152"/>
                  <a:pt x="1538112" y="125090"/>
                </a:cubicBezTo>
                <a:lnTo>
                  <a:pt x="1530888" y="103327"/>
                </a:lnTo>
              </a:path>
              <a:path w="2114916" h="1754459">
                <a:moveTo>
                  <a:pt x="1612179" y="83302"/>
                </a:moveTo>
                <a:cubicBezTo>
                  <a:pt x="1627632" y="80559"/>
                  <a:pt x="1644366" y="77998"/>
                  <a:pt x="1662288" y="75712"/>
                </a:cubicBezTo>
                <a:lnTo>
                  <a:pt x="1665122" y="98389"/>
                </a:lnTo>
                <a:cubicBezTo>
                  <a:pt x="1647657" y="100584"/>
                  <a:pt x="1631290" y="103053"/>
                  <a:pt x="1616202" y="105796"/>
                </a:cubicBezTo>
                <a:lnTo>
                  <a:pt x="1612179" y="83302"/>
                </a:lnTo>
              </a:path>
              <a:path w="2114916" h="1754459">
                <a:moveTo>
                  <a:pt x="1694109" y="72055"/>
                </a:moveTo>
                <a:cubicBezTo>
                  <a:pt x="1708739" y="70592"/>
                  <a:pt x="1725656" y="69037"/>
                  <a:pt x="1744858" y="67391"/>
                </a:cubicBezTo>
                <a:lnTo>
                  <a:pt x="1746687" y="90160"/>
                </a:lnTo>
                <a:cubicBezTo>
                  <a:pt x="1727667" y="91714"/>
                  <a:pt x="1710934" y="93269"/>
                  <a:pt x="1696486" y="94732"/>
                </a:cubicBezTo>
                <a:lnTo>
                  <a:pt x="1694109" y="72055"/>
                </a:lnTo>
              </a:path>
              <a:path w="2114916" h="1754459">
                <a:moveTo>
                  <a:pt x="1776954" y="64831"/>
                </a:moveTo>
                <a:lnTo>
                  <a:pt x="1820113" y="61539"/>
                </a:lnTo>
                <a:lnTo>
                  <a:pt x="1827154" y="60899"/>
                </a:lnTo>
                <a:lnTo>
                  <a:pt x="1828983" y="83668"/>
                </a:lnTo>
                <a:lnTo>
                  <a:pt x="1821851" y="84216"/>
                </a:lnTo>
                <a:lnTo>
                  <a:pt x="1778782" y="87600"/>
                </a:lnTo>
                <a:lnTo>
                  <a:pt x="1776954" y="64831"/>
                </a:lnTo>
              </a:path>
              <a:path w="2114916" h="1754459">
                <a:moveTo>
                  <a:pt x="1858884" y="58156"/>
                </a:moveTo>
                <a:cubicBezTo>
                  <a:pt x="1876989" y="56418"/>
                  <a:pt x="1893540" y="54590"/>
                  <a:pt x="1908627" y="52761"/>
                </a:cubicBezTo>
                <a:lnTo>
                  <a:pt x="1911462" y="75347"/>
                </a:lnTo>
                <a:cubicBezTo>
                  <a:pt x="1896191" y="77267"/>
                  <a:pt x="1879366" y="79096"/>
                  <a:pt x="1861078" y="80833"/>
                </a:cubicBezTo>
                <a:lnTo>
                  <a:pt x="1858884" y="58156"/>
                </a:lnTo>
              </a:path>
              <a:path w="2114916" h="1754459">
                <a:moveTo>
                  <a:pt x="1939900" y="48372"/>
                </a:moveTo>
                <a:cubicBezTo>
                  <a:pt x="1957182" y="45629"/>
                  <a:pt x="1973458" y="42702"/>
                  <a:pt x="1988729" y="39319"/>
                </a:cubicBezTo>
                <a:lnTo>
                  <a:pt x="1993575" y="61631"/>
                </a:lnTo>
                <a:cubicBezTo>
                  <a:pt x="1977847" y="65105"/>
                  <a:pt x="1961114" y="68123"/>
                  <a:pt x="1943374" y="70866"/>
                </a:cubicBezTo>
                <a:lnTo>
                  <a:pt x="1939900" y="48372"/>
                </a:lnTo>
              </a:path>
              <a:path w="2114916" h="1754459">
                <a:moveTo>
                  <a:pt x="2019270" y="31913"/>
                </a:moveTo>
                <a:cubicBezTo>
                  <a:pt x="2035729" y="27432"/>
                  <a:pt x="2051365" y="22403"/>
                  <a:pt x="2066087" y="16825"/>
                </a:cubicBezTo>
                <a:lnTo>
                  <a:pt x="2074134" y="38222"/>
                </a:lnTo>
                <a:cubicBezTo>
                  <a:pt x="2058772" y="43983"/>
                  <a:pt x="2042495" y="49286"/>
                  <a:pt x="2025305" y="53950"/>
                </a:cubicBezTo>
                <a:lnTo>
                  <a:pt x="2019270" y="31913"/>
                </a:lnTo>
              </a:path>
              <a:path w="2114916" h="1754459">
                <a:moveTo>
                  <a:pt x="2094799" y="4755"/>
                </a:moveTo>
                <a:cubicBezTo>
                  <a:pt x="2098091" y="3200"/>
                  <a:pt x="2101474" y="1646"/>
                  <a:pt x="2104674" y="0"/>
                </a:cubicBezTo>
                <a:lnTo>
                  <a:pt x="2114916" y="20391"/>
                </a:lnTo>
                <a:cubicBezTo>
                  <a:pt x="2111441" y="22128"/>
                  <a:pt x="2107966" y="23866"/>
                  <a:pt x="2104400" y="25512"/>
                </a:cubicBezTo>
                <a:lnTo>
                  <a:pt x="2094799" y="4755"/>
                </a:lnTo>
              </a:path>
            </a:pathLst>
          </a:custGeom>
          <a:solidFill>
            <a:srgbClr val="AB432E"/>
          </a:solidFill>
          <a:ln/>
        </p:spPr>
      </p:sp>
      <p:sp>
        <p:nvSpPr>
          <p:cNvPr id="9" name="Forma 214"/>
          <p:cNvSpPr/>
          <p:nvPr/>
        </p:nvSpPr>
        <p:spPr>
          <a:xfrm>
            <a:off x="6156289" y="1851386"/>
            <a:ext cx="1782989" cy="1415491"/>
          </a:xfrm>
          <a:custGeom>
            <a:avLst/>
            <a:gdLst/>
            <a:ahLst/>
            <a:cxnLst/>
            <a:rect l="l" t="t" r="r" b="b"/>
            <a:pathLst>
              <a:path w="1782989" h="1415491">
                <a:moveTo>
                  <a:pt x="91440" y="45629"/>
                </a:moveTo>
                <a:cubicBezTo>
                  <a:pt x="91440" y="51755"/>
                  <a:pt x="90251" y="57516"/>
                  <a:pt x="87965" y="63094"/>
                </a:cubicBezTo>
                <a:cubicBezTo>
                  <a:pt x="85679" y="68763"/>
                  <a:pt x="82296" y="73701"/>
                  <a:pt x="77998" y="77907"/>
                </a:cubicBezTo>
                <a:cubicBezTo>
                  <a:pt x="73792" y="82205"/>
                  <a:pt x="68854" y="85496"/>
                  <a:pt x="63185" y="87874"/>
                </a:cubicBezTo>
                <a:cubicBezTo>
                  <a:pt x="57607" y="90160"/>
                  <a:pt x="51755" y="91349"/>
                  <a:pt x="45720" y="91349"/>
                </a:cubicBezTo>
                <a:cubicBezTo>
                  <a:pt x="39685" y="91349"/>
                  <a:pt x="33833" y="90160"/>
                  <a:pt x="28255" y="87874"/>
                </a:cubicBezTo>
                <a:cubicBezTo>
                  <a:pt x="22586" y="85496"/>
                  <a:pt x="17648" y="82205"/>
                  <a:pt x="13350" y="77907"/>
                </a:cubicBezTo>
                <a:cubicBezTo>
                  <a:pt x="9144" y="73701"/>
                  <a:pt x="5761" y="68763"/>
                  <a:pt x="3475" y="63094"/>
                </a:cubicBezTo>
                <a:cubicBezTo>
                  <a:pt x="1189" y="57516"/>
                  <a:pt x="0" y="51755"/>
                  <a:pt x="0" y="45629"/>
                </a:cubicBezTo>
                <a:cubicBezTo>
                  <a:pt x="0" y="39594"/>
                  <a:pt x="1189" y="33741"/>
                  <a:pt x="3475" y="28164"/>
                </a:cubicBezTo>
                <a:cubicBezTo>
                  <a:pt x="5761" y="22586"/>
                  <a:pt x="9144" y="17648"/>
                  <a:pt x="13350" y="13350"/>
                </a:cubicBezTo>
                <a:cubicBezTo>
                  <a:pt x="17648" y="9053"/>
                  <a:pt x="22586" y="5761"/>
                  <a:pt x="28255" y="3475"/>
                </a:cubicBezTo>
                <a:cubicBezTo>
                  <a:pt x="33833" y="1189"/>
                  <a:pt x="39685" y="0"/>
                  <a:pt x="45720" y="0"/>
                </a:cubicBezTo>
                <a:cubicBezTo>
                  <a:pt x="51755" y="0"/>
                  <a:pt x="57607" y="1189"/>
                  <a:pt x="63185" y="3475"/>
                </a:cubicBezTo>
                <a:cubicBezTo>
                  <a:pt x="68854" y="5761"/>
                  <a:pt x="73792" y="9053"/>
                  <a:pt x="77998" y="13350"/>
                </a:cubicBezTo>
                <a:cubicBezTo>
                  <a:pt x="82296" y="17648"/>
                  <a:pt x="85679" y="22586"/>
                  <a:pt x="87965" y="28164"/>
                </a:cubicBezTo>
                <a:cubicBezTo>
                  <a:pt x="90251" y="33741"/>
                  <a:pt x="91440" y="39594"/>
                  <a:pt x="91440" y="45629"/>
                </a:cubicBezTo>
              </a:path>
              <a:path w="1782989" h="1415491">
                <a:moveTo>
                  <a:pt x="1782989" y="1369863"/>
                </a:moveTo>
                <a:cubicBezTo>
                  <a:pt x="1782989" y="1375898"/>
                  <a:pt x="1781800" y="1381750"/>
                  <a:pt x="1779514" y="1387328"/>
                </a:cubicBezTo>
                <a:cubicBezTo>
                  <a:pt x="1777136" y="1392906"/>
                  <a:pt x="1773845" y="1397843"/>
                  <a:pt x="1769547" y="1402141"/>
                </a:cubicBezTo>
                <a:cubicBezTo>
                  <a:pt x="1765249" y="1406439"/>
                  <a:pt x="1760311" y="1409730"/>
                  <a:pt x="1754734" y="1412016"/>
                </a:cubicBezTo>
                <a:cubicBezTo>
                  <a:pt x="1749156" y="1414394"/>
                  <a:pt x="1743304" y="1415491"/>
                  <a:pt x="1737269" y="1415491"/>
                </a:cubicBezTo>
                <a:cubicBezTo>
                  <a:pt x="1731142" y="1415491"/>
                  <a:pt x="1725381" y="1414394"/>
                  <a:pt x="1719712" y="1412016"/>
                </a:cubicBezTo>
                <a:cubicBezTo>
                  <a:pt x="1714134" y="1409730"/>
                  <a:pt x="1709196" y="1406439"/>
                  <a:pt x="1704899" y="1402141"/>
                </a:cubicBezTo>
                <a:cubicBezTo>
                  <a:pt x="1700601" y="1397843"/>
                  <a:pt x="1697309" y="1392906"/>
                  <a:pt x="1695023" y="1387328"/>
                </a:cubicBezTo>
                <a:cubicBezTo>
                  <a:pt x="1692646" y="1381750"/>
                  <a:pt x="1691549" y="1375898"/>
                  <a:pt x="1691549" y="1369863"/>
                </a:cubicBezTo>
                <a:cubicBezTo>
                  <a:pt x="1691549" y="1363828"/>
                  <a:pt x="1692646" y="1357975"/>
                  <a:pt x="1695023" y="1352398"/>
                </a:cubicBezTo>
                <a:cubicBezTo>
                  <a:pt x="1697309" y="1346820"/>
                  <a:pt x="1700601" y="1341882"/>
                  <a:pt x="1704899" y="1337584"/>
                </a:cubicBezTo>
                <a:cubicBezTo>
                  <a:pt x="1709196" y="1333287"/>
                  <a:pt x="1714134" y="1329995"/>
                  <a:pt x="1719712" y="1327709"/>
                </a:cubicBezTo>
                <a:cubicBezTo>
                  <a:pt x="1725381" y="1325331"/>
                  <a:pt x="1731142" y="1324234"/>
                  <a:pt x="1737269" y="1324234"/>
                </a:cubicBezTo>
                <a:cubicBezTo>
                  <a:pt x="1743304" y="1324234"/>
                  <a:pt x="1749156" y="1325331"/>
                  <a:pt x="1754734" y="1327709"/>
                </a:cubicBezTo>
                <a:cubicBezTo>
                  <a:pt x="1760311" y="1329995"/>
                  <a:pt x="1765249" y="1333287"/>
                  <a:pt x="1769547" y="1337584"/>
                </a:cubicBezTo>
                <a:cubicBezTo>
                  <a:pt x="1773845" y="1341882"/>
                  <a:pt x="1777136" y="1346820"/>
                  <a:pt x="1779514" y="1352398"/>
                </a:cubicBezTo>
                <a:cubicBezTo>
                  <a:pt x="1781800" y="1357975"/>
                  <a:pt x="1782989" y="1363828"/>
                  <a:pt x="1782989" y="1369863"/>
                </a:cubicBezTo>
              </a:path>
            </a:pathLst>
          </a:custGeom>
          <a:solidFill>
            <a:srgbClr val="AB432E"/>
          </a:solidFill>
          <a:ln w="18288">
            <a:solidFill>
              <a:srgbClr val="FBFAF6"/>
            </a:solidFill>
            <a:prstDash val="solid"/>
          </a:ln>
        </p:spPr>
      </p:sp>
      <p:sp>
        <p:nvSpPr>
          <p:cNvPr id="10" name="Forma 215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4411" y="503194"/>
            <a:ext cx="188009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0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CORRECCIÓN DE FOCOS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614385" y="769650"/>
            <a:ext cx="5133533" cy="977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79"/>
              </a:lnSpc>
              <a:buNone/>
            </a:pPr>
            <a:r>
              <a:rPr lang="en-US" sz="3154" b="1" spc="-10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corrección recuperó</a:t>
            </a:r>
            <a:endParaRPr lang="en-US" sz="3154" dirty="0"/>
          </a:p>
          <a:p>
            <a:pPr algn="l" indent="0" marL="0">
              <a:lnSpc>
                <a:spcPts val="3379"/>
              </a:lnSpc>
              <a:buNone/>
            </a:pPr>
            <a:r>
              <a:rPr lang="en-US" sz="3154" b="1" spc="-10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focos de evaluación</a:t>
            </a:r>
            <a:endParaRPr lang="en-US" sz="3154" dirty="0"/>
          </a:p>
        </p:txBody>
      </p:sp>
      <p:sp>
        <p:nvSpPr>
          <p:cNvPr id="13" name="Text 11"/>
          <p:cNvSpPr txBox="1"/>
          <p:nvPr/>
        </p:nvSpPr>
        <p:spPr>
          <a:xfrm>
            <a:off x="634411" y="2087209"/>
            <a:ext cx="235549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28" dirty="0"/>
          </a:p>
        </p:txBody>
      </p:sp>
      <p:sp>
        <p:nvSpPr>
          <p:cNvPr id="14" name="Text 12"/>
          <p:cNvSpPr txBox="1"/>
          <p:nvPr/>
        </p:nvSpPr>
        <p:spPr>
          <a:xfrm>
            <a:off x="1175461" y="2040666"/>
            <a:ext cx="1015441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Descarga</a:t>
            </a:r>
            <a:endParaRPr lang="en-US" sz="1391" dirty="0"/>
          </a:p>
        </p:txBody>
      </p:sp>
      <p:sp>
        <p:nvSpPr>
          <p:cNvPr id="15" name="Text 13"/>
          <p:cNvSpPr txBox="1"/>
          <p:nvPr/>
        </p:nvSpPr>
        <p:spPr>
          <a:xfrm>
            <a:off x="2696108" y="2059229"/>
            <a:ext cx="2755270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fuentes incluyen el AOI y un buffer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 km.</a:t>
            </a:r>
            <a:endParaRPr lang="en-US" sz="1097" dirty="0"/>
          </a:p>
        </p:txBody>
      </p:sp>
      <p:sp>
        <p:nvSpPr>
          <p:cNvPr id="16" name="Text 14"/>
          <p:cNvSpPr txBox="1"/>
          <p:nvPr/>
        </p:nvSpPr>
        <p:spPr>
          <a:xfrm>
            <a:off x="634411" y="2748778"/>
            <a:ext cx="235549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28" dirty="0"/>
          </a:p>
        </p:txBody>
      </p:sp>
      <p:sp>
        <p:nvSpPr>
          <p:cNvPr id="17" name="Text 15"/>
          <p:cNvSpPr txBox="1"/>
          <p:nvPr/>
        </p:nvSpPr>
        <p:spPr>
          <a:xfrm>
            <a:off x="1175461" y="2702235"/>
            <a:ext cx="981517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</a:t>
            </a:r>
            <a:endParaRPr lang="en-US" sz="1391" dirty="0"/>
          </a:p>
        </p:txBody>
      </p:sp>
      <p:sp>
        <p:nvSpPr>
          <p:cNvPr id="18" name="Text 16"/>
          <p:cNvSpPr txBox="1"/>
          <p:nvPr/>
        </p:nvSpPr>
        <p:spPr>
          <a:xfrm>
            <a:off x="2696108" y="2720797"/>
            <a:ext cx="2810866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búsqueda antigua usaba solo el AOI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estricto.</a:t>
            </a:r>
            <a:endParaRPr lang="en-US" sz="1097" dirty="0"/>
          </a:p>
        </p:txBody>
      </p:sp>
      <p:sp>
        <p:nvSpPr>
          <p:cNvPr id="19" name="Text 17"/>
          <p:cNvSpPr txBox="1"/>
          <p:nvPr/>
        </p:nvSpPr>
        <p:spPr>
          <a:xfrm>
            <a:off x="634411" y="3419673"/>
            <a:ext cx="235549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28" dirty="0"/>
          </a:p>
        </p:txBody>
      </p:sp>
      <p:sp>
        <p:nvSpPr>
          <p:cNvPr id="20" name="Text 18"/>
          <p:cNvSpPr txBox="1"/>
          <p:nvPr/>
        </p:nvSpPr>
        <p:spPr>
          <a:xfrm>
            <a:off x="1175461" y="3373130"/>
            <a:ext cx="854232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Arreglo</a:t>
            </a:r>
            <a:endParaRPr lang="en-US" sz="1391" dirty="0"/>
          </a:p>
        </p:txBody>
      </p:sp>
      <p:sp>
        <p:nvSpPr>
          <p:cNvPr id="21" name="Text 19"/>
          <p:cNvSpPr txBox="1"/>
          <p:nvPr/>
        </p:nvSpPr>
        <p:spPr>
          <a:xfrm>
            <a:off x="2696108" y="3391692"/>
            <a:ext cx="2958084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focos_bd busca en la misma ventana con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buffer.</a:t>
            </a:r>
            <a:endParaRPr lang="en-US" sz="1097" dirty="0"/>
          </a:p>
        </p:txBody>
      </p:sp>
      <p:sp>
        <p:nvSpPr>
          <p:cNvPr id="22" name="Text 20"/>
          <p:cNvSpPr txBox="1"/>
          <p:nvPr/>
        </p:nvSpPr>
        <p:spPr>
          <a:xfrm>
            <a:off x="634411" y="4081242"/>
            <a:ext cx="235549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28" dirty="0"/>
          </a:p>
        </p:txBody>
      </p:sp>
      <p:sp>
        <p:nvSpPr>
          <p:cNvPr id="23" name="Text 21"/>
          <p:cNvSpPr txBox="1"/>
          <p:nvPr/>
        </p:nvSpPr>
        <p:spPr>
          <a:xfrm>
            <a:off x="1175461" y="4034699"/>
            <a:ext cx="774588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</a:t>
            </a:r>
            <a:endParaRPr lang="en-US" sz="1391" dirty="0"/>
          </a:p>
        </p:txBody>
      </p:sp>
      <p:sp>
        <p:nvSpPr>
          <p:cNvPr id="24" name="Text 22"/>
          <p:cNvSpPr txBox="1"/>
          <p:nvPr/>
        </p:nvSpPr>
        <p:spPr>
          <a:xfrm>
            <a:off x="2696108" y="4053261"/>
            <a:ext cx="3657600" cy="41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15 focos caen fuera de la malla: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fallas «foco» quedan en el borde.</a:t>
            </a:r>
            <a:endParaRPr lang="en-US" sz="1097" dirty="0"/>
          </a:p>
        </p:txBody>
      </p:sp>
      <p:sp>
        <p:nvSpPr>
          <p:cNvPr id="25" name="Text 23"/>
          <p:cNvSpPr txBox="1"/>
          <p:nvPr/>
        </p:nvSpPr>
        <p:spPr>
          <a:xfrm>
            <a:off x="5955030" y="3696005"/>
            <a:ext cx="1261689" cy="1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1"/>
              </a:lnSpc>
              <a:buNone/>
            </a:pPr>
            <a:r>
              <a:rPr lang="en-US" sz="57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consultado por las fuentes</a:t>
            </a:r>
            <a:endParaRPr lang="en-US" sz="578" dirty="0"/>
          </a:p>
        </p:txBody>
      </p:sp>
      <p:sp>
        <p:nvSpPr>
          <p:cNvPr id="26" name="Text 24"/>
          <p:cNvSpPr txBox="1"/>
          <p:nvPr/>
        </p:nvSpPr>
        <p:spPr>
          <a:xfrm>
            <a:off x="6430518" y="1979219"/>
            <a:ext cx="502554" cy="1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1"/>
              </a:lnSpc>
              <a:buNone/>
            </a:pPr>
            <a:r>
              <a:rPr lang="en-US" sz="57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AOI estricto</a:t>
            </a:r>
            <a:endParaRPr lang="en-US" sz="578" dirty="0"/>
          </a:p>
        </p:txBody>
      </p:sp>
      <p:sp>
        <p:nvSpPr>
          <p:cNvPr id="27" name="Text 25"/>
          <p:cNvSpPr txBox="1"/>
          <p:nvPr/>
        </p:nvSpPr>
        <p:spPr>
          <a:xfrm>
            <a:off x="7276247" y="2531699"/>
            <a:ext cx="757763" cy="109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91"/>
              </a:lnSpc>
              <a:buNone/>
            </a:pPr>
            <a:r>
              <a:rPr lang="en-US" sz="578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de evaluación</a:t>
            </a:r>
            <a:endParaRPr lang="en-US" sz="578" dirty="0"/>
          </a:p>
        </p:txBody>
      </p:sp>
      <p:sp>
        <p:nvSpPr>
          <p:cNvPr id="28" name="Text 26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35</a:t>
            </a:r>
            <a:endParaRPr lang="en-US" sz="88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" descr="vec/d25-img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2537" cy="5143500"/>
          </a:xfrm>
          <a:prstGeom prst="rect">
            <a:avLst/>
          </a:prstGeom>
        </p:spPr>
      </p:pic>
      <p:sp>
        <p:nvSpPr>
          <p:cNvPr id="3" name="Forma 216"/>
          <p:cNvSpPr/>
          <p:nvPr/>
        </p:nvSpPr>
        <p:spPr>
          <a:xfrm>
            <a:off x="4244919" y="130485"/>
            <a:ext cx="653064" cy="186355"/>
          </a:xfrm>
          <a:custGeom>
            <a:avLst/>
            <a:gdLst/>
            <a:ahLst/>
            <a:cxnLst/>
            <a:rect l="l" t="t" r="r" b="b"/>
            <a:pathLst>
              <a:path w="653064" h="186355">
                <a:moveTo>
                  <a:pt x="0" y="167701"/>
                </a:moveTo>
                <a:lnTo>
                  <a:pt x="0" y="18654"/>
                </a:lnTo>
                <a:cubicBezTo>
                  <a:pt x="0" y="16185"/>
                  <a:pt x="457" y="13807"/>
                  <a:pt x="1463" y="11521"/>
                </a:cubicBezTo>
                <a:cubicBezTo>
                  <a:pt x="2377" y="9235"/>
                  <a:pt x="3749" y="7224"/>
                  <a:pt x="5486" y="5486"/>
                </a:cubicBezTo>
                <a:cubicBezTo>
                  <a:pt x="7224" y="3749"/>
                  <a:pt x="9235" y="2377"/>
                  <a:pt x="11521" y="1463"/>
                </a:cubicBezTo>
                <a:cubicBezTo>
                  <a:pt x="13807" y="457"/>
                  <a:pt x="16185" y="0"/>
                  <a:pt x="18654" y="0"/>
                </a:cubicBezTo>
                <a:lnTo>
                  <a:pt x="634411" y="0"/>
                </a:lnTo>
                <a:cubicBezTo>
                  <a:pt x="636880" y="0"/>
                  <a:pt x="639257" y="457"/>
                  <a:pt x="641543" y="1463"/>
                </a:cubicBezTo>
                <a:cubicBezTo>
                  <a:pt x="643829" y="2377"/>
                  <a:pt x="645841" y="3749"/>
                  <a:pt x="647578" y="5486"/>
                </a:cubicBezTo>
                <a:cubicBezTo>
                  <a:pt x="649315" y="7224"/>
                  <a:pt x="650687" y="9235"/>
                  <a:pt x="651601" y="11521"/>
                </a:cubicBezTo>
                <a:cubicBezTo>
                  <a:pt x="652607" y="13807"/>
                  <a:pt x="653064" y="16185"/>
                  <a:pt x="653064" y="18654"/>
                </a:cubicBezTo>
                <a:lnTo>
                  <a:pt x="653064" y="167701"/>
                </a:lnTo>
                <a:cubicBezTo>
                  <a:pt x="653064" y="170170"/>
                  <a:pt x="652607" y="172547"/>
                  <a:pt x="651601" y="174833"/>
                </a:cubicBezTo>
                <a:cubicBezTo>
                  <a:pt x="650687" y="177119"/>
                  <a:pt x="649315" y="179131"/>
                  <a:pt x="647578" y="180868"/>
                </a:cubicBezTo>
                <a:cubicBezTo>
                  <a:pt x="645841" y="182606"/>
                  <a:pt x="643829" y="183977"/>
                  <a:pt x="641543" y="184983"/>
                </a:cubicBezTo>
                <a:cubicBezTo>
                  <a:pt x="639257" y="185898"/>
                  <a:pt x="636880" y="186355"/>
                  <a:pt x="634411" y="186355"/>
                </a:cubicBezTo>
                <a:lnTo>
                  <a:pt x="18654" y="186355"/>
                </a:lnTo>
                <a:cubicBezTo>
                  <a:pt x="16185" y="186355"/>
                  <a:pt x="13807" y="185898"/>
                  <a:pt x="11521" y="184983"/>
                </a:cubicBezTo>
                <a:cubicBezTo>
                  <a:pt x="9235" y="183977"/>
                  <a:pt x="7224" y="182606"/>
                  <a:pt x="5486" y="180868"/>
                </a:cubicBezTo>
                <a:cubicBezTo>
                  <a:pt x="3749" y="179131"/>
                  <a:pt x="2377" y="177119"/>
                  <a:pt x="1463" y="174833"/>
                </a:cubicBezTo>
                <a:cubicBezTo>
                  <a:pt x="457" y="172547"/>
                  <a:pt x="0" y="170170"/>
                  <a:pt x="0" y="167701"/>
                </a:cubicBezTo>
              </a:path>
            </a:pathLst>
          </a:custGeom>
          <a:solidFill>
            <a:srgbClr val="FBFAF6">
              <a:alpha val="9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4310299" y="14904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202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35</a:t>
            </a:r>
            <a:endParaRPr lang="en-US" sz="88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17"/>
          <p:cNvSpPr/>
          <p:nvPr/>
        </p:nvSpPr>
        <p:spPr>
          <a:xfrm>
            <a:off x="5812018" y="2739451"/>
            <a:ext cx="2621493" cy="1789024"/>
          </a:xfrm>
          <a:custGeom>
            <a:avLst/>
            <a:gdLst/>
            <a:ahLst/>
            <a:cxnLst/>
            <a:rect l="l" t="t" r="r" b="b"/>
            <a:pathLst>
              <a:path w="2621493" h="1789024">
                <a:moveTo>
                  <a:pt x="0" y="0"/>
                </a:moveTo>
                <a:lnTo>
                  <a:pt x="2621493" y="0"/>
                </a:lnTo>
                <a:lnTo>
                  <a:pt x="2621493" y="9327"/>
                </a:lnTo>
                <a:lnTo>
                  <a:pt x="0" y="9327"/>
                </a:lnTo>
                <a:close/>
              </a:path>
              <a:path w="2621493" h="1789024">
                <a:moveTo>
                  <a:pt x="0" y="894558"/>
                </a:moveTo>
                <a:lnTo>
                  <a:pt x="2621493" y="894558"/>
                </a:lnTo>
                <a:lnTo>
                  <a:pt x="2621493" y="903884"/>
                </a:lnTo>
                <a:lnTo>
                  <a:pt x="0" y="903884"/>
                </a:lnTo>
                <a:close/>
              </a:path>
              <a:path w="2621493" h="1789024">
                <a:moveTo>
                  <a:pt x="0" y="1779697"/>
                </a:moveTo>
                <a:lnTo>
                  <a:pt x="2621493" y="1779697"/>
                </a:lnTo>
                <a:lnTo>
                  <a:pt x="2621493" y="1789024"/>
                </a:lnTo>
                <a:lnTo>
                  <a:pt x="0" y="1789024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18"/>
          <p:cNvSpPr/>
          <p:nvPr/>
        </p:nvSpPr>
        <p:spPr>
          <a:xfrm>
            <a:off x="5816681" y="2240920"/>
            <a:ext cx="298552" cy="2087209"/>
          </a:xfrm>
          <a:custGeom>
            <a:avLst/>
            <a:gdLst/>
            <a:ahLst/>
            <a:cxnLst/>
            <a:rect l="l" t="t" r="r" b="b"/>
            <a:pathLst>
              <a:path w="298552" h="2087209">
                <a:moveTo>
                  <a:pt x="298552" y="149047"/>
                </a:moveTo>
                <a:cubicBezTo>
                  <a:pt x="298552" y="158831"/>
                  <a:pt x="297546" y="168615"/>
                  <a:pt x="295626" y="178217"/>
                </a:cubicBezTo>
                <a:cubicBezTo>
                  <a:pt x="293705" y="187818"/>
                  <a:pt x="290962" y="197053"/>
                  <a:pt x="287213" y="206106"/>
                </a:cubicBezTo>
                <a:cubicBezTo>
                  <a:pt x="283464" y="215158"/>
                  <a:pt x="278801" y="223754"/>
                  <a:pt x="273406" y="231892"/>
                </a:cubicBezTo>
                <a:cubicBezTo>
                  <a:pt x="267919" y="240030"/>
                  <a:pt x="261701" y="247620"/>
                  <a:pt x="254843" y="254478"/>
                </a:cubicBezTo>
                <a:cubicBezTo>
                  <a:pt x="247894" y="261427"/>
                  <a:pt x="240304" y="267645"/>
                  <a:pt x="232166" y="273040"/>
                </a:cubicBezTo>
                <a:cubicBezTo>
                  <a:pt x="224028" y="278526"/>
                  <a:pt x="215433" y="283098"/>
                  <a:pt x="206380" y="286847"/>
                </a:cubicBezTo>
                <a:cubicBezTo>
                  <a:pt x="197328" y="290596"/>
                  <a:pt x="188001" y="293431"/>
                  <a:pt x="178399" y="295351"/>
                </a:cubicBezTo>
                <a:cubicBezTo>
                  <a:pt x="168798" y="297180"/>
                  <a:pt x="159106" y="298186"/>
                  <a:pt x="149230" y="298186"/>
                </a:cubicBezTo>
                <a:cubicBezTo>
                  <a:pt x="139446" y="298186"/>
                  <a:pt x="129753" y="297180"/>
                  <a:pt x="120152" y="295351"/>
                </a:cubicBezTo>
                <a:cubicBezTo>
                  <a:pt x="110551" y="293431"/>
                  <a:pt x="101224" y="290596"/>
                  <a:pt x="92172" y="286847"/>
                </a:cubicBezTo>
                <a:cubicBezTo>
                  <a:pt x="83119" y="283098"/>
                  <a:pt x="74524" y="278526"/>
                  <a:pt x="66294" y="273040"/>
                </a:cubicBezTo>
                <a:cubicBezTo>
                  <a:pt x="58156" y="267645"/>
                  <a:pt x="50658" y="261427"/>
                  <a:pt x="43708" y="254478"/>
                </a:cubicBezTo>
                <a:cubicBezTo>
                  <a:pt x="36759" y="247620"/>
                  <a:pt x="30632" y="240030"/>
                  <a:pt x="25146" y="231892"/>
                </a:cubicBezTo>
                <a:cubicBezTo>
                  <a:pt x="19751" y="223754"/>
                  <a:pt x="15088" y="215158"/>
                  <a:pt x="11339" y="206106"/>
                </a:cubicBezTo>
                <a:cubicBezTo>
                  <a:pt x="7590" y="197053"/>
                  <a:pt x="4755" y="187818"/>
                  <a:pt x="2835" y="178217"/>
                </a:cubicBezTo>
                <a:cubicBezTo>
                  <a:pt x="914" y="168615"/>
                  <a:pt x="0" y="158831"/>
                  <a:pt x="0" y="149047"/>
                </a:cubicBezTo>
                <a:cubicBezTo>
                  <a:pt x="0" y="139263"/>
                  <a:pt x="914" y="129570"/>
                  <a:pt x="2835" y="119969"/>
                </a:cubicBezTo>
                <a:cubicBezTo>
                  <a:pt x="4755" y="110368"/>
                  <a:pt x="7590" y="101041"/>
                  <a:pt x="11339" y="91989"/>
                </a:cubicBezTo>
                <a:cubicBezTo>
                  <a:pt x="15088" y="83028"/>
                  <a:pt x="19751" y="74432"/>
                  <a:pt x="25146" y="66294"/>
                </a:cubicBezTo>
                <a:cubicBezTo>
                  <a:pt x="30632" y="58156"/>
                  <a:pt x="36759" y="50566"/>
                  <a:pt x="43708" y="43708"/>
                </a:cubicBezTo>
                <a:cubicBezTo>
                  <a:pt x="50658" y="36759"/>
                  <a:pt x="58156" y="30541"/>
                  <a:pt x="66294" y="25146"/>
                </a:cubicBezTo>
                <a:cubicBezTo>
                  <a:pt x="74524" y="19660"/>
                  <a:pt x="83119" y="15088"/>
                  <a:pt x="92172" y="11339"/>
                </a:cubicBezTo>
                <a:cubicBezTo>
                  <a:pt x="101224" y="7590"/>
                  <a:pt x="110551" y="4755"/>
                  <a:pt x="120152" y="2835"/>
                </a:cubicBezTo>
                <a:cubicBezTo>
                  <a:pt x="129753" y="914"/>
                  <a:pt x="139446" y="0"/>
                  <a:pt x="149230" y="0"/>
                </a:cubicBezTo>
                <a:cubicBezTo>
                  <a:pt x="159106" y="0"/>
                  <a:pt x="168798" y="914"/>
                  <a:pt x="178399" y="2835"/>
                </a:cubicBezTo>
                <a:cubicBezTo>
                  <a:pt x="188001" y="4755"/>
                  <a:pt x="197328" y="7590"/>
                  <a:pt x="206380" y="11339"/>
                </a:cubicBezTo>
                <a:cubicBezTo>
                  <a:pt x="215433" y="15088"/>
                  <a:pt x="224028" y="19660"/>
                  <a:pt x="232166" y="25146"/>
                </a:cubicBezTo>
                <a:cubicBezTo>
                  <a:pt x="240304" y="30541"/>
                  <a:pt x="247894" y="36759"/>
                  <a:pt x="254843" y="43708"/>
                </a:cubicBezTo>
                <a:cubicBezTo>
                  <a:pt x="261701" y="50566"/>
                  <a:pt x="267919" y="58156"/>
                  <a:pt x="273406" y="66294"/>
                </a:cubicBezTo>
                <a:cubicBezTo>
                  <a:pt x="278801" y="74432"/>
                  <a:pt x="283464" y="83028"/>
                  <a:pt x="287213" y="91989"/>
                </a:cubicBezTo>
                <a:cubicBezTo>
                  <a:pt x="290962" y="101041"/>
                  <a:pt x="293705" y="110368"/>
                  <a:pt x="295626" y="119969"/>
                </a:cubicBezTo>
                <a:cubicBezTo>
                  <a:pt x="297546" y="129570"/>
                  <a:pt x="298552" y="139263"/>
                  <a:pt x="298552" y="149047"/>
                </a:cubicBezTo>
                <a:moveTo>
                  <a:pt x="298552" y="1043605"/>
                </a:moveTo>
                <a:cubicBezTo>
                  <a:pt x="298552" y="1053389"/>
                  <a:pt x="297546" y="1063081"/>
                  <a:pt x="295626" y="1072683"/>
                </a:cubicBezTo>
                <a:cubicBezTo>
                  <a:pt x="293705" y="1082284"/>
                  <a:pt x="290962" y="1091611"/>
                  <a:pt x="287213" y="1100663"/>
                </a:cubicBezTo>
                <a:cubicBezTo>
                  <a:pt x="283464" y="1109716"/>
                  <a:pt x="278801" y="1118311"/>
                  <a:pt x="273406" y="1126449"/>
                </a:cubicBezTo>
                <a:cubicBezTo>
                  <a:pt x="267919" y="1134588"/>
                  <a:pt x="261701" y="1142086"/>
                  <a:pt x="254843" y="1149035"/>
                </a:cubicBezTo>
                <a:cubicBezTo>
                  <a:pt x="247894" y="1155984"/>
                  <a:pt x="240304" y="1162111"/>
                  <a:pt x="232166" y="1167597"/>
                </a:cubicBezTo>
                <a:cubicBezTo>
                  <a:pt x="224028" y="1172992"/>
                  <a:pt x="215433" y="1177564"/>
                  <a:pt x="206380" y="1181313"/>
                </a:cubicBezTo>
                <a:cubicBezTo>
                  <a:pt x="197328" y="1185062"/>
                  <a:pt x="188001" y="1187897"/>
                  <a:pt x="178399" y="1189817"/>
                </a:cubicBezTo>
                <a:cubicBezTo>
                  <a:pt x="168798" y="1191738"/>
                  <a:pt x="159106" y="1192652"/>
                  <a:pt x="149230" y="1192652"/>
                </a:cubicBezTo>
                <a:cubicBezTo>
                  <a:pt x="139446" y="1192652"/>
                  <a:pt x="129753" y="1191738"/>
                  <a:pt x="120152" y="1189817"/>
                </a:cubicBezTo>
                <a:cubicBezTo>
                  <a:pt x="110551" y="1187897"/>
                  <a:pt x="101224" y="1185062"/>
                  <a:pt x="92172" y="1181313"/>
                </a:cubicBezTo>
                <a:cubicBezTo>
                  <a:pt x="83119" y="1177564"/>
                  <a:pt x="74524" y="1172992"/>
                  <a:pt x="66294" y="1167597"/>
                </a:cubicBezTo>
                <a:cubicBezTo>
                  <a:pt x="58156" y="1162111"/>
                  <a:pt x="50658" y="1155984"/>
                  <a:pt x="43708" y="1149035"/>
                </a:cubicBezTo>
                <a:cubicBezTo>
                  <a:pt x="36759" y="1142086"/>
                  <a:pt x="30632" y="1134588"/>
                  <a:pt x="25146" y="1126449"/>
                </a:cubicBezTo>
                <a:cubicBezTo>
                  <a:pt x="19751" y="1118311"/>
                  <a:pt x="15088" y="1109716"/>
                  <a:pt x="11339" y="1100663"/>
                </a:cubicBezTo>
                <a:cubicBezTo>
                  <a:pt x="7590" y="1091611"/>
                  <a:pt x="4755" y="1082284"/>
                  <a:pt x="2835" y="1072683"/>
                </a:cubicBezTo>
                <a:cubicBezTo>
                  <a:pt x="914" y="1063081"/>
                  <a:pt x="0" y="1053389"/>
                  <a:pt x="0" y="1043605"/>
                </a:cubicBezTo>
                <a:cubicBezTo>
                  <a:pt x="0" y="1033821"/>
                  <a:pt x="914" y="1024128"/>
                  <a:pt x="2835" y="1014527"/>
                </a:cubicBezTo>
                <a:cubicBezTo>
                  <a:pt x="4755" y="1004926"/>
                  <a:pt x="7590" y="995599"/>
                  <a:pt x="11339" y="986546"/>
                </a:cubicBezTo>
                <a:cubicBezTo>
                  <a:pt x="15088" y="977494"/>
                  <a:pt x="19751" y="968898"/>
                  <a:pt x="25146" y="960760"/>
                </a:cubicBezTo>
                <a:cubicBezTo>
                  <a:pt x="30632" y="952622"/>
                  <a:pt x="36759" y="945124"/>
                  <a:pt x="43708" y="938174"/>
                </a:cubicBezTo>
                <a:cubicBezTo>
                  <a:pt x="50658" y="931225"/>
                  <a:pt x="58156" y="925098"/>
                  <a:pt x="66294" y="919612"/>
                </a:cubicBezTo>
                <a:cubicBezTo>
                  <a:pt x="74524" y="914217"/>
                  <a:pt x="83119" y="909645"/>
                  <a:pt x="92172" y="905896"/>
                </a:cubicBezTo>
                <a:cubicBezTo>
                  <a:pt x="101224" y="902147"/>
                  <a:pt x="110551" y="899312"/>
                  <a:pt x="120152" y="897392"/>
                </a:cubicBezTo>
                <a:cubicBezTo>
                  <a:pt x="129753" y="895472"/>
                  <a:pt x="139446" y="894558"/>
                  <a:pt x="149230" y="894558"/>
                </a:cubicBezTo>
                <a:cubicBezTo>
                  <a:pt x="159106" y="894558"/>
                  <a:pt x="168798" y="895472"/>
                  <a:pt x="178399" y="897392"/>
                </a:cubicBezTo>
                <a:cubicBezTo>
                  <a:pt x="188001" y="899312"/>
                  <a:pt x="197328" y="902147"/>
                  <a:pt x="206380" y="905896"/>
                </a:cubicBezTo>
                <a:cubicBezTo>
                  <a:pt x="215433" y="909645"/>
                  <a:pt x="224028" y="914217"/>
                  <a:pt x="232166" y="919612"/>
                </a:cubicBezTo>
                <a:cubicBezTo>
                  <a:pt x="240304" y="925098"/>
                  <a:pt x="247894" y="931225"/>
                  <a:pt x="254843" y="938174"/>
                </a:cubicBezTo>
                <a:cubicBezTo>
                  <a:pt x="261701" y="945124"/>
                  <a:pt x="267919" y="952622"/>
                  <a:pt x="273406" y="960760"/>
                </a:cubicBezTo>
                <a:cubicBezTo>
                  <a:pt x="278801" y="968898"/>
                  <a:pt x="283464" y="977494"/>
                  <a:pt x="287213" y="986546"/>
                </a:cubicBezTo>
                <a:cubicBezTo>
                  <a:pt x="290962" y="995599"/>
                  <a:pt x="293705" y="1004926"/>
                  <a:pt x="295626" y="1014527"/>
                </a:cubicBezTo>
                <a:cubicBezTo>
                  <a:pt x="297546" y="1024128"/>
                  <a:pt x="298552" y="1033821"/>
                  <a:pt x="298552" y="1043605"/>
                </a:cubicBezTo>
                <a:moveTo>
                  <a:pt x="298552" y="1938162"/>
                </a:moveTo>
                <a:cubicBezTo>
                  <a:pt x="298552" y="1947946"/>
                  <a:pt x="297546" y="1957639"/>
                  <a:pt x="295626" y="1967240"/>
                </a:cubicBezTo>
                <a:cubicBezTo>
                  <a:pt x="293705" y="1976841"/>
                  <a:pt x="290962" y="1986168"/>
                  <a:pt x="287213" y="1995221"/>
                </a:cubicBezTo>
                <a:cubicBezTo>
                  <a:pt x="283464" y="2004182"/>
                  <a:pt x="278801" y="2012777"/>
                  <a:pt x="273406" y="2020915"/>
                </a:cubicBezTo>
                <a:cubicBezTo>
                  <a:pt x="267919" y="2029054"/>
                  <a:pt x="261701" y="2036643"/>
                  <a:pt x="254843" y="2043593"/>
                </a:cubicBezTo>
                <a:cubicBezTo>
                  <a:pt x="247894" y="2050451"/>
                  <a:pt x="240304" y="2056668"/>
                  <a:pt x="232166" y="2062063"/>
                </a:cubicBezTo>
                <a:cubicBezTo>
                  <a:pt x="224028" y="2067550"/>
                  <a:pt x="215433" y="2072122"/>
                  <a:pt x="206380" y="2075871"/>
                </a:cubicBezTo>
                <a:cubicBezTo>
                  <a:pt x="197328" y="2079620"/>
                  <a:pt x="188001" y="2082455"/>
                  <a:pt x="178399" y="2084375"/>
                </a:cubicBezTo>
                <a:cubicBezTo>
                  <a:pt x="168798" y="2086295"/>
                  <a:pt x="159106" y="2087209"/>
                  <a:pt x="149230" y="2087209"/>
                </a:cubicBezTo>
                <a:cubicBezTo>
                  <a:pt x="139446" y="2087209"/>
                  <a:pt x="129753" y="2086295"/>
                  <a:pt x="120152" y="2084375"/>
                </a:cubicBezTo>
                <a:cubicBezTo>
                  <a:pt x="110551" y="2082455"/>
                  <a:pt x="101224" y="2079620"/>
                  <a:pt x="92172" y="2075871"/>
                </a:cubicBezTo>
                <a:cubicBezTo>
                  <a:pt x="83119" y="2072122"/>
                  <a:pt x="74524" y="2067550"/>
                  <a:pt x="66294" y="2062063"/>
                </a:cubicBezTo>
                <a:cubicBezTo>
                  <a:pt x="58156" y="2056668"/>
                  <a:pt x="50658" y="2050451"/>
                  <a:pt x="43708" y="2043593"/>
                </a:cubicBezTo>
                <a:cubicBezTo>
                  <a:pt x="36759" y="2036643"/>
                  <a:pt x="30632" y="2029054"/>
                  <a:pt x="25146" y="2020915"/>
                </a:cubicBezTo>
                <a:cubicBezTo>
                  <a:pt x="19751" y="2012777"/>
                  <a:pt x="15088" y="2004182"/>
                  <a:pt x="11339" y="1995221"/>
                </a:cubicBezTo>
                <a:cubicBezTo>
                  <a:pt x="7590" y="1986168"/>
                  <a:pt x="4755" y="1976841"/>
                  <a:pt x="2835" y="1967240"/>
                </a:cubicBezTo>
                <a:cubicBezTo>
                  <a:pt x="914" y="1957639"/>
                  <a:pt x="0" y="1947946"/>
                  <a:pt x="0" y="1938162"/>
                </a:cubicBezTo>
                <a:cubicBezTo>
                  <a:pt x="0" y="1928378"/>
                  <a:pt x="914" y="1918686"/>
                  <a:pt x="2835" y="1909084"/>
                </a:cubicBezTo>
                <a:cubicBezTo>
                  <a:pt x="4755" y="1899483"/>
                  <a:pt x="7590" y="1890156"/>
                  <a:pt x="11339" y="1881104"/>
                </a:cubicBezTo>
                <a:cubicBezTo>
                  <a:pt x="15088" y="1872051"/>
                  <a:pt x="19751" y="1863456"/>
                  <a:pt x="25146" y="1855318"/>
                </a:cubicBezTo>
                <a:cubicBezTo>
                  <a:pt x="30632" y="1847179"/>
                  <a:pt x="36759" y="1839590"/>
                  <a:pt x="43708" y="1832732"/>
                </a:cubicBezTo>
                <a:cubicBezTo>
                  <a:pt x="50658" y="1825782"/>
                  <a:pt x="58156" y="1819565"/>
                  <a:pt x="66294" y="1814170"/>
                </a:cubicBezTo>
                <a:cubicBezTo>
                  <a:pt x="74524" y="1808775"/>
                  <a:pt x="83119" y="1804111"/>
                  <a:pt x="92172" y="1800362"/>
                </a:cubicBezTo>
                <a:cubicBezTo>
                  <a:pt x="101224" y="1796613"/>
                  <a:pt x="110551" y="1793778"/>
                  <a:pt x="120152" y="1791950"/>
                </a:cubicBezTo>
                <a:cubicBezTo>
                  <a:pt x="129753" y="1790029"/>
                  <a:pt x="139446" y="1789024"/>
                  <a:pt x="149230" y="1789024"/>
                </a:cubicBezTo>
                <a:cubicBezTo>
                  <a:pt x="159106" y="1789024"/>
                  <a:pt x="168798" y="1790029"/>
                  <a:pt x="178399" y="1791950"/>
                </a:cubicBezTo>
                <a:cubicBezTo>
                  <a:pt x="188001" y="1793778"/>
                  <a:pt x="197328" y="1796613"/>
                  <a:pt x="206380" y="1800362"/>
                </a:cubicBezTo>
                <a:cubicBezTo>
                  <a:pt x="215433" y="1804111"/>
                  <a:pt x="224028" y="1808775"/>
                  <a:pt x="232166" y="1814170"/>
                </a:cubicBezTo>
                <a:cubicBezTo>
                  <a:pt x="240304" y="1819565"/>
                  <a:pt x="247894" y="1825782"/>
                  <a:pt x="254843" y="1832732"/>
                </a:cubicBezTo>
                <a:cubicBezTo>
                  <a:pt x="261701" y="1839590"/>
                  <a:pt x="267919" y="1847179"/>
                  <a:pt x="273406" y="1855318"/>
                </a:cubicBezTo>
                <a:cubicBezTo>
                  <a:pt x="278801" y="1863456"/>
                  <a:pt x="283464" y="1872051"/>
                  <a:pt x="287213" y="1881104"/>
                </a:cubicBezTo>
                <a:cubicBezTo>
                  <a:pt x="290962" y="1890156"/>
                  <a:pt x="293705" y="1899483"/>
                  <a:pt x="295626" y="1909084"/>
                </a:cubicBezTo>
                <a:cubicBezTo>
                  <a:pt x="297546" y="1918686"/>
                  <a:pt x="298552" y="1928378"/>
                  <a:pt x="298552" y="1938162"/>
                </a:cubicBezTo>
              </a:path>
            </a:pathLst>
          </a:custGeom>
          <a:ln w="9335">
            <a:solidFill>
              <a:srgbClr val="AB432E"/>
            </a:solidFill>
            <a:prstDash val="solid"/>
          </a:ln>
        </p:spPr>
      </p:sp>
      <p:sp>
        <p:nvSpPr>
          <p:cNvPr id="4" name="Forma 219"/>
          <p:cNvSpPr/>
          <p:nvPr/>
        </p:nvSpPr>
        <p:spPr>
          <a:xfrm>
            <a:off x="709026" y="0"/>
            <a:ext cx="4478000" cy="5143500"/>
          </a:xfrm>
          <a:custGeom>
            <a:avLst/>
            <a:gdLst/>
            <a:ahLst/>
            <a:cxnLst/>
            <a:rect l="l" t="t" r="r" b="b"/>
            <a:pathLst>
              <a:path w="4478000" h="5143500">
                <a:moveTo>
                  <a:pt x="0" y="5143500"/>
                </a:moveTo>
                <a:lnTo>
                  <a:pt x="0" y="0"/>
                </a:lnTo>
                <a:lnTo>
                  <a:pt x="4478000" y="0"/>
                </a:lnTo>
                <a:lnTo>
                  <a:pt x="447800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5" name="Imagen" descr="vec/d26-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026" y="0"/>
            <a:ext cx="4478000" cy="5143500"/>
          </a:xfrm>
          <a:prstGeom prst="rect">
            <a:avLst/>
          </a:prstGeom>
        </p:spPr>
      </p:pic>
      <p:sp>
        <p:nvSpPr>
          <p:cNvPr id="6" name="Forma 220"/>
          <p:cNvSpPr/>
          <p:nvPr/>
        </p:nvSpPr>
        <p:spPr>
          <a:xfrm>
            <a:off x="774314" y="0"/>
            <a:ext cx="3190524" cy="1574688"/>
          </a:xfrm>
          <a:custGeom>
            <a:avLst/>
            <a:gdLst/>
            <a:ahLst/>
            <a:cxnLst/>
            <a:rect l="l" t="t" r="r" b="b"/>
            <a:pathLst>
              <a:path w="3190524" h="1574688">
                <a:moveTo>
                  <a:pt x="3171871" y="0"/>
                </a:moveTo>
                <a:lnTo>
                  <a:pt x="3172328" y="274"/>
                </a:lnTo>
                <a:lnTo>
                  <a:pt x="3173517" y="1280"/>
                </a:lnTo>
                <a:lnTo>
                  <a:pt x="3174614" y="2195"/>
                </a:lnTo>
                <a:lnTo>
                  <a:pt x="3175803" y="3292"/>
                </a:lnTo>
                <a:lnTo>
                  <a:pt x="3176900" y="4298"/>
                </a:lnTo>
                <a:lnTo>
                  <a:pt x="3177997" y="5395"/>
                </a:lnTo>
                <a:lnTo>
                  <a:pt x="3179003" y="6584"/>
                </a:lnTo>
                <a:lnTo>
                  <a:pt x="3180009" y="7772"/>
                </a:lnTo>
                <a:lnTo>
                  <a:pt x="3180923" y="8961"/>
                </a:lnTo>
                <a:lnTo>
                  <a:pt x="3181838" y="10150"/>
                </a:lnTo>
                <a:lnTo>
                  <a:pt x="3182661" y="11339"/>
                </a:lnTo>
                <a:lnTo>
                  <a:pt x="3183484" y="12619"/>
                </a:lnTo>
                <a:lnTo>
                  <a:pt x="3184307" y="13990"/>
                </a:lnTo>
                <a:lnTo>
                  <a:pt x="3185038" y="15270"/>
                </a:lnTo>
                <a:lnTo>
                  <a:pt x="3185770" y="16642"/>
                </a:lnTo>
                <a:lnTo>
                  <a:pt x="3186410" y="18014"/>
                </a:lnTo>
                <a:lnTo>
                  <a:pt x="3186958" y="19477"/>
                </a:lnTo>
                <a:lnTo>
                  <a:pt x="3187598" y="20848"/>
                </a:lnTo>
                <a:lnTo>
                  <a:pt x="3188056" y="22311"/>
                </a:lnTo>
                <a:lnTo>
                  <a:pt x="3188513" y="23774"/>
                </a:lnTo>
                <a:lnTo>
                  <a:pt x="3188970" y="25237"/>
                </a:lnTo>
                <a:lnTo>
                  <a:pt x="3189336" y="26700"/>
                </a:lnTo>
                <a:lnTo>
                  <a:pt x="3189702" y="28164"/>
                </a:lnTo>
                <a:lnTo>
                  <a:pt x="3189976" y="29627"/>
                </a:lnTo>
                <a:lnTo>
                  <a:pt x="3190159" y="31181"/>
                </a:lnTo>
                <a:lnTo>
                  <a:pt x="3190342" y="32644"/>
                </a:lnTo>
                <a:lnTo>
                  <a:pt x="3190433" y="34199"/>
                </a:lnTo>
                <a:lnTo>
                  <a:pt x="3190524" y="35753"/>
                </a:lnTo>
                <a:lnTo>
                  <a:pt x="3190524" y="37308"/>
                </a:lnTo>
                <a:lnTo>
                  <a:pt x="3190524" y="1528145"/>
                </a:lnTo>
                <a:lnTo>
                  <a:pt x="3190524" y="1529700"/>
                </a:lnTo>
                <a:lnTo>
                  <a:pt x="3190433" y="1531254"/>
                </a:lnTo>
                <a:lnTo>
                  <a:pt x="3190342" y="1532717"/>
                </a:lnTo>
                <a:lnTo>
                  <a:pt x="3190159" y="1534272"/>
                </a:lnTo>
                <a:lnTo>
                  <a:pt x="3189976" y="1535735"/>
                </a:lnTo>
                <a:lnTo>
                  <a:pt x="3189702" y="1537198"/>
                </a:lnTo>
                <a:lnTo>
                  <a:pt x="3189336" y="1538752"/>
                </a:lnTo>
                <a:lnTo>
                  <a:pt x="3188970" y="1540215"/>
                </a:lnTo>
                <a:lnTo>
                  <a:pt x="3188513" y="1541678"/>
                </a:lnTo>
                <a:lnTo>
                  <a:pt x="3188056" y="1543141"/>
                </a:lnTo>
                <a:lnTo>
                  <a:pt x="3187598" y="1544513"/>
                </a:lnTo>
                <a:lnTo>
                  <a:pt x="3186958" y="1545976"/>
                </a:lnTo>
                <a:lnTo>
                  <a:pt x="3186410" y="1547348"/>
                </a:lnTo>
                <a:lnTo>
                  <a:pt x="3185770" y="1548811"/>
                </a:lnTo>
                <a:lnTo>
                  <a:pt x="3185038" y="1550091"/>
                </a:lnTo>
                <a:lnTo>
                  <a:pt x="3184307" y="1551462"/>
                </a:lnTo>
                <a:lnTo>
                  <a:pt x="3183484" y="1552743"/>
                </a:lnTo>
                <a:lnTo>
                  <a:pt x="3182661" y="1554023"/>
                </a:lnTo>
                <a:lnTo>
                  <a:pt x="3181838" y="1555303"/>
                </a:lnTo>
                <a:lnTo>
                  <a:pt x="3180923" y="1556492"/>
                </a:lnTo>
                <a:lnTo>
                  <a:pt x="3180009" y="1557680"/>
                </a:lnTo>
                <a:lnTo>
                  <a:pt x="3179003" y="1558869"/>
                </a:lnTo>
                <a:lnTo>
                  <a:pt x="3177997" y="1559966"/>
                </a:lnTo>
                <a:lnTo>
                  <a:pt x="3176900" y="1561064"/>
                </a:lnTo>
                <a:lnTo>
                  <a:pt x="3175803" y="1562161"/>
                </a:lnTo>
                <a:lnTo>
                  <a:pt x="3174614" y="1563167"/>
                </a:lnTo>
                <a:lnTo>
                  <a:pt x="3173517" y="1564173"/>
                </a:lnTo>
                <a:lnTo>
                  <a:pt x="3172328" y="1565087"/>
                </a:lnTo>
                <a:lnTo>
                  <a:pt x="3171048" y="1566001"/>
                </a:lnTo>
                <a:lnTo>
                  <a:pt x="3169859" y="1566916"/>
                </a:lnTo>
                <a:lnTo>
                  <a:pt x="3168579" y="1567739"/>
                </a:lnTo>
                <a:lnTo>
                  <a:pt x="3167207" y="1568470"/>
                </a:lnTo>
                <a:lnTo>
                  <a:pt x="3165927" y="1569202"/>
                </a:lnTo>
                <a:lnTo>
                  <a:pt x="3164556" y="1569933"/>
                </a:lnTo>
                <a:lnTo>
                  <a:pt x="3163184" y="1570573"/>
                </a:lnTo>
                <a:lnTo>
                  <a:pt x="3161721" y="1571214"/>
                </a:lnTo>
                <a:lnTo>
                  <a:pt x="3160349" y="1571762"/>
                </a:lnTo>
                <a:lnTo>
                  <a:pt x="3158886" y="1572311"/>
                </a:lnTo>
                <a:lnTo>
                  <a:pt x="3157423" y="1572768"/>
                </a:lnTo>
                <a:lnTo>
                  <a:pt x="3155960" y="1573134"/>
                </a:lnTo>
                <a:lnTo>
                  <a:pt x="3154497" y="1573500"/>
                </a:lnTo>
                <a:lnTo>
                  <a:pt x="3153034" y="1573865"/>
                </a:lnTo>
                <a:lnTo>
                  <a:pt x="3151480" y="1574140"/>
                </a:lnTo>
                <a:lnTo>
                  <a:pt x="3150017" y="1574322"/>
                </a:lnTo>
                <a:lnTo>
                  <a:pt x="3148462" y="1574505"/>
                </a:lnTo>
                <a:lnTo>
                  <a:pt x="3146999" y="1574597"/>
                </a:lnTo>
                <a:lnTo>
                  <a:pt x="3145445" y="1574688"/>
                </a:lnTo>
                <a:lnTo>
                  <a:pt x="3143890" y="1574688"/>
                </a:lnTo>
                <a:lnTo>
                  <a:pt x="46634" y="1574688"/>
                </a:lnTo>
                <a:lnTo>
                  <a:pt x="45080" y="1574688"/>
                </a:lnTo>
                <a:lnTo>
                  <a:pt x="43617" y="1574597"/>
                </a:lnTo>
                <a:lnTo>
                  <a:pt x="42062" y="1574505"/>
                </a:lnTo>
                <a:lnTo>
                  <a:pt x="40508" y="1574322"/>
                </a:lnTo>
                <a:lnTo>
                  <a:pt x="39045" y="1574140"/>
                </a:lnTo>
                <a:lnTo>
                  <a:pt x="37582" y="1573865"/>
                </a:lnTo>
                <a:lnTo>
                  <a:pt x="36027" y="1573500"/>
                </a:lnTo>
                <a:lnTo>
                  <a:pt x="34564" y="1573134"/>
                </a:lnTo>
                <a:lnTo>
                  <a:pt x="33101" y="1572768"/>
                </a:lnTo>
                <a:lnTo>
                  <a:pt x="31638" y="1572311"/>
                </a:lnTo>
                <a:lnTo>
                  <a:pt x="30267" y="1571762"/>
                </a:lnTo>
                <a:lnTo>
                  <a:pt x="28804" y="1571214"/>
                </a:lnTo>
                <a:lnTo>
                  <a:pt x="27341" y="1570573"/>
                </a:lnTo>
                <a:lnTo>
                  <a:pt x="25969" y="1569933"/>
                </a:lnTo>
                <a:lnTo>
                  <a:pt x="24597" y="1569202"/>
                </a:lnTo>
                <a:lnTo>
                  <a:pt x="23317" y="1568470"/>
                </a:lnTo>
                <a:lnTo>
                  <a:pt x="22037" y="1567739"/>
                </a:lnTo>
                <a:lnTo>
                  <a:pt x="20757" y="1566916"/>
                </a:lnTo>
                <a:lnTo>
                  <a:pt x="19477" y="1566001"/>
                </a:lnTo>
                <a:lnTo>
                  <a:pt x="18288" y="1565087"/>
                </a:lnTo>
                <a:lnTo>
                  <a:pt x="17099" y="1564173"/>
                </a:lnTo>
                <a:lnTo>
                  <a:pt x="15911" y="1563167"/>
                </a:lnTo>
                <a:lnTo>
                  <a:pt x="14813" y="1562161"/>
                </a:lnTo>
                <a:lnTo>
                  <a:pt x="13625" y="1561064"/>
                </a:lnTo>
                <a:lnTo>
                  <a:pt x="12619" y="1559966"/>
                </a:lnTo>
                <a:lnTo>
                  <a:pt x="11521" y="1558869"/>
                </a:lnTo>
                <a:lnTo>
                  <a:pt x="10607" y="1557680"/>
                </a:lnTo>
                <a:lnTo>
                  <a:pt x="9601" y="1556492"/>
                </a:lnTo>
                <a:lnTo>
                  <a:pt x="8687" y="1555303"/>
                </a:lnTo>
                <a:lnTo>
                  <a:pt x="7864" y="1554023"/>
                </a:lnTo>
                <a:lnTo>
                  <a:pt x="7041" y="1552743"/>
                </a:lnTo>
                <a:lnTo>
                  <a:pt x="6218" y="1551462"/>
                </a:lnTo>
                <a:lnTo>
                  <a:pt x="5486" y="1550091"/>
                </a:lnTo>
                <a:lnTo>
                  <a:pt x="4846" y="1548811"/>
                </a:lnTo>
                <a:lnTo>
                  <a:pt x="4206" y="1547348"/>
                </a:lnTo>
                <a:lnTo>
                  <a:pt x="3566" y="1545976"/>
                </a:lnTo>
                <a:lnTo>
                  <a:pt x="3018" y="1544513"/>
                </a:lnTo>
                <a:lnTo>
                  <a:pt x="2469" y="1543141"/>
                </a:lnTo>
                <a:lnTo>
                  <a:pt x="2012" y="1541678"/>
                </a:lnTo>
                <a:lnTo>
                  <a:pt x="1554" y="1540215"/>
                </a:lnTo>
                <a:lnTo>
                  <a:pt x="1189" y="1538752"/>
                </a:lnTo>
                <a:lnTo>
                  <a:pt x="914" y="1537198"/>
                </a:lnTo>
                <a:lnTo>
                  <a:pt x="640" y="1535735"/>
                </a:lnTo>
                <a:lnTo>
                  <a:pt x="366" y="1534272"/>
                </a:lnTo>
                <a:lnTo>
                  <a:pt x="183" y="1532717"/>
                </a:lnTo>
                <a:lnTo>
                  <a:pt x="91" y="1531254"/>
                </a:lnTo>
                <a:lnTo>
                  <a:pt x="0" y="1529700"/>
                </a:lnTo>
                <a:lnTo>
                  <a:pt x="0" y="1528145"/>
                </a:lnTo>
                <a:lnTo>
                  <a:pt x="0" y="37308"/>
                </a:lnTo>
                <a:lnTo>
                  <a:pt x="0" y="35753"/>
                </a:lnTo>
                <a:lnTo>
                  <a:pt x="91" y="34199"/>
                </a:lnTo>
                <a:lnTo>
                  <a:pt x="183" y="32644"/>
                </a:lnTo>
                <a:lnTo>
                  <a:pt x="366" y="31181"/>
                </a:lnTo>
                <a:lnTo>
                  <a:pt x="640" y="29627"/>
                </a:lnTo>
                <a:lnTo>
                  <a:pt x="914" y="28164"/>
                </a:lnTo>
                <a:lnTo>
                  <a:pt x="1189" y="26700"/>
                </a:lnTo>
                <a:lnTo>
                  <a:pt x="1554" y="25237"/>
                </a:lnTo>
                <a:lnTo>
                  <a:pt x="2012" y="23774"/>
                </a:lnTo>
                <a:lnTo>
                  <a:pt x="2469" y="22311"/>
                </a:lnTo>
                <a:lnTo>
                  <a:pt x="3018" y="20848"/>
                </a:lnTo>
                <a:lnTo>
                  <a:pt x="3566" y="19477"/>
                </a:lnTo>
                <a:lnTo>
                  <a:pt x="4206" y="18014"/>
                </a:lnTo>
                <a:lnTo>
                  <a:pt x="4846" y="16642"/>
                </a:lnTo>
                <a:lnTo>
                  <a:pt x="5486" y="15270"/>
                </a:lnTo>
                <a:lnTo>
                  <a:pt x="6218" y="13990"/>
                </a:lnTo>
                <a:lnTo>
                  <a:pt x="7041" y="12619"/>
                </a:lnTo>
                <a:lnTo>
                  <a:pt x="7864" y="11339"/>
                </a:lnTo>
                <a:lnTo>
                  <a:pt x="8687" y="10150"/>
                </a:lnTo>
                <a:lnTo>
                  <a:pt x="9601" y="8961"/>
                </a:lnTo>
                <a:lnTo>
                  <a:pt x="10607" y="7772"/>
                </a:lnTo>
                <a:lnTo>
                  <a:pt x="11521" y="6584"/>
                </a:lnTo>
                <a:lnTo>
                  <a:pt x="12619" y="5395"/>
                </a:lnTo>
                <a:lnTo>
                  <a:pt x="13625" y="4298"/>
                </a:lnTo>
                <a:lnTo>
                  <a:pt x="14813" y="3292"/>
                </a:lnTo>
                <a:lnTo>
                  <a:pt x="15911" y="2195"/>
                </a:lnTo>
                <a:lnTo>
                  <a:pt x="17099" y="1280"/>
                </a:lnTo>
                <a:lnTo>
                  <a:pt x="18288" y="274"/>
                </a:lnTo>
                <a:lnTo>
                  <a:pt x="18654" y="0"/>
                </a:lnTo>
              </a:path>
            </a:pathLst>
          </a:custGeom>
          <a:ln w="27991">
            <a:solidFill>
              <a:srgbClr val="AB432E"/>
            </a:solidFill>
            <a:prstDash val="solid"/>
          </a:ln>
        </p:spPr>
      </p:sp>
      <p:sp>
        <p:nvSpPr>
          <p:cNvPr id="7" name="Forma 221"/>
          <p:cNvSpPr/>
          <p:nvPr/>
        </p:nvSpPr>
        <p:spPr>
          <a:xfrm>
            <a:off x="792968" y="0"/>
            <a:ext cx="261244" cy="260878"/>
          </a:xfrm>
          <a:custGeom>
            <a:avLst/>
            <a:gdLst/>
            <a:ahLst/>
            <a:cxnLst/>
            <a:rect l="l" t="t" r="r" b="b"/>
            <a:pathLst>
              <a:path w="261244" h="260878">
                <a:moveTo>
                  <a:pt x="261244" y="130485"/>
                </a:moveTo>
                <a:cubicBezTo>
                  <a:pt x="261244" y="138989"/>
                  <a:pt x="260421" y="147493"/>
                  <a:pt x="258684" y="155905"/>
                </a:cubicBezTo>
                <a:cubicBezTo>
                  <a:pt x="257038" y="164318"/>
                  <a:pt x="254569" y="172456"/>
                  <a:pt x="251277" y="180411"/>
                </a:cubicBezTo>
                <a:cubicBezTo>
                  <a:pt x="247985" y="188275"/>
                  <a:pt x="243962" y="195773"/>
                  <a:pt x="239207" y="202905"/>
                </a:cubicBezTo>
                <a:cubicBezTo>
                  <a:pt x="234452" y="210038"/>
                  <a:pt x="229057" y="216621"/>
                  <a:pt x="222931" y="222656"/>
                </a:cubicBezTo>
                <a:cubicBezTo>
                  <a:pt x="216896" y="228783"/>
                  <a:pt x="210312" y="234178"/>
                  <a:pt x="203180" y="238933"/>
                </a:cubicBezTo>
                <a:cubicBezTo>
                  <a:pt x="196047" y="243688"/>
                  <a:pt x="188549" y="247711"/>
                  <a:pt x="180594" y="251003"/>
                </a:cubicBezTo>
                <a:cubicBezTo>
                  <a:pt x="172639" y="254295"/>
                  <a:pt x="164501" y="256764"/>
                  <a:pt x="156088" y="258409"/>
                </a:cubicBezTo>
                <a:cubicBezTo>
                  <a:pt x="147676" y="260055"/>
                  <a:pt x="139172" y="260878"/>
                  <a:pt x="130576" y="260878"/>
                </a:cubicBezTo>
                <a:cubicBezTo>
                  <a:pt x="122072" y="260878"/>
                  <a:pt x="113568" y="260055"/>
                  <a:pt x="105156" y="258409"/>
                </a:cubicBezTo>
                <a:cubicBezTo>
                  <a:pt x="96744" y="256764"/>
                  <a:pt x="88514" y="254295"/>
                  <a:pt x="80650" y="251003"/>
                </a:cubicBezTo>
                <a:cubicBezTo>
                  <a:pt x="72695" y="247711"/>
                  <a:pt x="65197" y="243688"/>
                  <a:pt x="58064" y="238933"/>
                </a:cubicBezTo>
                <a:cubicBezTo>
                  <a:pt x="50932" y="234178"/>
                  <a:pt x="44348" y="228783"/>
                  <a:pt x="38222" y="222656"/>
                </a:cubicBezTo>
                <a:cubicBezTo>
                  <a:pt x="32187" y="216621"/>
                  <a:pt x="26792" y="210038"/>
                  <a:pt x="22037" y="202905"/>
                </a:cubicBezTo>
                <a:cubicBezTo>
                  <a:pt x="17282" y="195773"/>
                  <a:pt x="13259" y="188275"/>
                  <a:pt x="9967" y="180411"/>
                </a:cubicBezTo>
                <a:cubicBezTo>
                  <a:pt x="6675" y="172456"/>
                  <a:pt x="4206" y="164318"/>
                  <a:pt x="2469" y="155905"/>
                </a:cubicBezTo>
                <a:cubicBezTo>
                  <a:pt x="823" y="147493"/>
                  <a:pt x="0" y="138989"/>
                  <a:pt x="0" y="130485"/>
                </a:cubicBezTo>
                <a:cubicBezTo>
                  <a:pt x="0" y="121890"/>
                  <a:pt x="823" y="113386"/>
                  <a:pt x="2469" y="104973"/>
                </a:cubicBezTo>
                <a:cubicBezTo>
                  <a:pt x="4206" y="96561"/>
                  <a:pt x="6675" y="88422"/>
                  <a:pt x="9967" y="80559"/>
                </a:cubicBezTo>
                <a:cubicBezTo>
                  <a:pt x="13259" y="72603"/>
                  <a:pt x="17282" y="65105"/>
                  <a:pt x="22037" y="57973"/>
                </a:cubicBezTo>
                <a:cubicBezTo>
                  <a:pt x="26792" y="50841"/>
                  <a:pt x="32187" y="44257"/>
                  <a:pt x="38222" y="38222"/>
                </a:cubicBezTo>
                <a:cubicBezTo>
                  <a:pt x="44348" y="32187"/>
                  <a:pt x="50932" y="26700"/>
                  <a:pt x="58064" y="21946"/>
                </a:cubicBezTo>
                <a:cubicBezTo>
                  <a:pt x="65197" y="17191"/>
                  <a:pt x="72695" y="13167"/>
                  <a:pt x="80650" y="9967"/>
                </a:cubicBezTo>
                <a:cubicBezTo>
                  <a:pt x="88514" y="6675"/>
                  <a:pt x="96744" y="4206"/>
                  <a:pt x="105156" y="2469"/>
                </a:cubicBezTo>
                <a:cubicBezTo>
                  <a:pt x="113568" y="823"/>
                  <a:pt x="122072" y="0"/>
                  <a:pt x="130576" y="0"/>
                </a:cubicBezTo>
                <a:cubicBezTo>
                  <a:pt x="139172" y="0"/>
                  <a:pt x="147676" y="823"/>
                  <a:pt x="156088" y="2469"/>
                </a:cubicBezTo>
                <a:cubicBezTo>
                  <a:pt x="164501" y="4206"/>
                  <a:pt x="172639" y="6675"/>
                  <a:pt x="180594" y="9967"/>
                </a:cubicBezTo>
                <a:cubicBezTo>
                  <a:pt x="188549" y="13167"/>
                  <a:pt x="196047" y="17191"/>
                  <a:pt x="203180" y="21946"/>
                </a:cubicBezTo>
                <a:cubicBezTo>
                  <a:pt x="210312" y="26700"/>
                  <a:pt x="216896" y="32187"/>
                  <a:pt x="222931" y="38222"/>
                </a:cubicBezTo>
                <a:cubicBezTo>
                  <a:pt x="229057" y="44257"/>
                  <a:pt x="234452" y="50841"/>
                  <a:pt x="239207" y="57973"/>
                </a:cubicBezTo>
                <a:cubicBezTo>
                  <a:pt x="243962" y="65105"/>
                  <a:pt x="247985" y="72603"/>
                  <a:pt x="251277" y="80559"/>
                </a:cubicBezTo>
                <a:cubicBezTo>
                  <a:pt x="254569" y="88422"/>
                  <a:pt x="257038" y="96561"/>
                  <a:pt x="258684" y="104973"/>
                </a:cubicBezTo>
                <a:cubicBezTo>
                  <a:pt x="260421" y="113386"/>
                  <a:pt x="261244" y="121890"/>
                  <a:pt x="261244" y="130485"/>
                </a:cubicBezTo>
              </a:path>
            </a:pathLst>
          </a:custGeom>
          <a:solidFill>
            <a:srgbClr val="AB432E"/>
          </a:solidFill>
          <a:ln w="18656">
            <a:solidFill>
              <a:srgbClr val="FFFFFF"/>
            </a:solidFill>
            <a:prstDash val="solid"/>
          </a:ln>
        </p:spPr>
      </p:sp>
      <p:sp>
        <p:nvSpPr>
          <p:cNvPr id="8" name="Forma 222"/>
          <p:cNvSpPr/>
          <p:nvPr/>
        </p:nvSpPr>
        <p:spPr>
          <a:xfrm>
            <a:off x="774314" y="1602669"/>
            <a:ext cx="3190524" cy="2823301"/>
          </a:xfrm>
          <a:custGeom>
            <a:avLst/>
            <a:gdLst/>
            <a:ahLst/>
            <a:cxnLst/>
            <a:rect l="l" t="t" r="r" b="b"/>
            <a:pathLst>
              <a:path w="3190524" h="2823301">
                <a:moveTo>
                  <a:pt x="46634" y="0"/>
                </a:moveTo>
                <a:lnTo>
                  <a:pt x="3143890" y="0"/>
                </a:lnTo>
                <a:cubicBezTo>
                  <a:pt x="3150108" y="0"/>
                  <a:pt x="3156052" y="1189"/>
                  <a:pt x="3161721" y="3566"/>
                </a:cubicBezTo>
                <a:cubicBezTo>
                  <a:pt x="3167482" y="5944"/>
                  <a:pt x="3172511" y="9235"/>
                  <a:pt x="3176900" y="13625"/>
                </a:cubicBezTo>
                <a:cubicBezTo>
                  <a:pt x="3181289" y="18014"/>
                  <a:pt x="3184672" y="23043"/>
                  <a:pt x="3186958" y="28804"/>
                </a:cubicBezTo>
                <a:cubicBezTo>
                  <a:pt x="3189336" y="34473"/>
                  <a:pt x="3190524" y="40416"/>
                  <a:pt x="3190524" y="46634"/>
                </a:cubicBezTo>
                <a:lnTo>
                  <a:pt x="3190524" y="2776758"/>
                </a:lnTo>
                <a:cubicBezTo>
                  <a:pt x="3190524" y="2782885"/>
                  <a:pt x="3189336" y="2788829"/>
                  <a:pt x="3186958" y="2794589"/>
                </a:cubicBezTo>
                <a:cubicBezTo>
                  <a:pt x="3184672" y="2800259"/>
                  <a:pt x="3181289" y="2805288"/>
                  <a:pt x="3176900" y="2809677"/>
                </a:cubicBezTo>
                <a:cubicBezTo>
                  <a:pt x="3172511" y="2814066"/>
                  <a:pt x="3167482" y="2817449"/>
                  <a:pt x="3161721" y="2819827"/>
                </a:cubicBezTo>
                <a:cubicBezTo>
                  <a:pt x="3156052" y="2822113"/>
                  <a:pt x="3150108" y="2823301"/>
                  <a:pt x="3143890" y="2823301"/>
                </a:cubicBezTo>
                <a:lnTo>
                  <a:pt x="46634" y="2823301"/>
                </a:lnTo>
                <a:cubicBezTo>
                  <a:pt x="40416" y="2823301"/>
                  <a:pt x="34473" y="2822113"/>
                  <a:pt x="28804" y="2819827"/>
                </a:cubicBezTo>
                <a:cubicBezTo>
                  <a:pt x="23043" y="2817449"/>
                  <a:pt x="18014" y="2814066"/>
                  <a:pt x="13625" y="2809677"/>
                </a:cubicBezTo>
                <a:cubicBezTo>
                  <a:pt x="9327" y="2805288"/>
                  <a:pt x="5944" y="2800259"/>
                  <a:pt x="3566" y="2794589"/>
                </a:cubicBezTo>
                <a:cubicBezTo>
                  <a:pt x="1189" y="2788829"/>
                  <a:pt x="0" y="2782885"/>
                  <a:pt x="0" y="2776758"/>
                </a:cubicBezTo>
                <a:lnTo>
                  <a:pt x="0" y="46634"/>
                </a:lnTo>
                <a:cubicBezTo>
                  <a:pt x="0" y="40416"/>
                  <a:pt x="1189" y="34473"/>
                  <a:pt x="3566" y="28804"/>
                </a:cubicBezTo>
                <a:cubicBezTo>
                  <a:pt x="5944" y="23043"/>
                  <a:pt x="9327" y="18014"/>
                  <a:pt x="13625" y="13625"/>
                </a:cubicBezTo>
                <a:cubicBezTo>
                  <a:pt x="18014" y="9235"/>
                  <a:pt x="23043" y="5944"/>
                  <a:pt x="28804" y="3566"/>
                </a:cubicBezTo>
                <a:cubicBezTo>
                  <a:pt x="34473" y="1189"/>
                  <a:pt x="40416" y="0"/>
                  <a:pt x="46634" y="0"/>
                </a:cubicBezTo>
              </a:path>
            </a:pathLst>
          </a:custGeom>
          <a:ln w="27991">
            <a:solidFill>
              <a:srgbClr val="2D6075"/>
            </a:solidFill>
            <a:prstDash val="solid"/>
          </a:ln>
        </p:spPr>
      </p:sp>
      <p:sp>
        <p:nvSpPr>
          <p:cNvPr id="9" name="Forma 223"/>
          <p:cNvSpPr/>
          <p:nvPr/>
        </p:nvSpPr>
        <p:spPr>
          <a:xfrm>
            <a:off x="792968" y="1611996"/>
            <a:ext cx="261244" cy="260878"/>
          </a:xfrm>
          <a:custGeom>
            <a:avLst/>
            <a:gdLst/>
            <a:ahLst/>
            <a:cxnLst/>
            <a:rect l="l" t="t" r="r" b="b"/>
            <a:pathLst>
              <a:path w="261244" h="260878">
                <a:moveTo>
                  <a:pt x="261244" y="130485"/>
                </a:moveTo>
                <a:cubicBezTo>
                  <a:pt x="261244" y="138989"/>
                  <a:pt x="260421" y="147493"/>
                  <a:pt x="258684" y="155905"/>
                </a:cubicBezTo>
                <a:cubicBezTo>
                  <a:pt x="257038" y="164318"/>
                  <a:pt x="254569" y="172456"/>
                  <a:pt x="251277" y="180411"/>
                </a:cubicBezTo>
                <a:cubicBezTo>
                  <a:pt x="247985" y="188275"/>
                  <a:pt x="243962" y="195773"/>
                  <a:pt x="239207" y="202905"/>
                </a:cubicBezTo>
                <a:cubicBezTo>
                  <a:pt x="234452" y="210038"/>
                  <a:pt x="229057" y="216621"/>
                  <a:pt x="222931" y="222656"/>
                </a:cubicBezTo>
                <a:cubicBezTo>
                  <a:pt x="216896" y="228783"/>
                  <a:pt x="210312" y="234178"/>
                  <a:pt x="203180" y="238933"/>
                </a:cubicBezTo>
                <a:cubicBezTo>
                  <a:pt x="196047" y="243688"/>
                  <a:pt x="188549" y="247711"/>
                  <a:pt x="180594" y="251003"/>
                </a:cubicBezTo>
                <a:cubicBezTo>
                  <a:pt x="172639" y="254295"/>
                  <a:pt x="164501" y="256764"/>
                  <a:pt x="156088" y="258409"/>
                </a:cubicBezTo>
                <a:cubicBezTo>
                  <a:pt x="147676" y="260055"/>
                  <a:pt x="139172" y="260878"/>
                  <a:pt x="130576" y="260878"/>
                </a:cubicBezTo>
                <a:cubicBezTo>
                  <a:pt x="122072" y="260878"/>
                  <a:pt x="113568" y="260055"/>
                  <a:pt x="105156" y="258409"/>
                </a:cubicBezTo>
                <a:cubicBezTo>
                  <a:pt x="96744" y="256764"/>
                  <a:pt x="88514" y="254295"/>
                  <a:pt x="80650" y="251003"/>
                </a:cubicBezTo>
                <a:cubicBezTo>
                  <a:pt x="72695" y="247711"/>
                  <a:pt x="65197" y="243688"/>
                  <a:pt x="58064" y="238933"/>
                </a:cubicBezTo>
                <a:cubicBezTo>
                  <a:pt x="50932" y="234178"/>
                  <a:pt x="44348" y="228783"/>
                  <a:pt x="38222" y="222656"/>
                </a:cubicBezTo>
                <a:cubicBezTo>
                  <a:pt x="32187" y="216621"/>
                  <a:pt x="26792" y="210038"/>
                  <a:pt x="22037" y="202905"/>
                </a:cubicBezTo>
                <a:cubicBezTo>
                  <a:pt x="17282" y="195773"/>
                  <a:pt x="13259" y="188275"/>
                  <a:pt x="9967" y="180411"/>
                </a:cubicBezTo>
                <a:cubicBezTo>
                  <a:pt x="6675" y="172456"/>
                  <a:pt x="4206" y="164318"/>
                  <a:pt x="2469" y="155905"/>
                </a:cubicBezTo>
                <a:cubicBezTo>
                  <a:pt x="823" y="147493"/>
                  <a:pt x="0" y="138989"/>
                  <a:pt x="0" y="130485"/>
                </a:cubicBezTo>
                <a:cubicBezTo>
                  <a:pt x="0" y="121890"/>
                  <a:pt x="823" y="113386"/>
                  <a:pt x="2469" y="104973"/>
                </a:cubicBezTo>
                <a:cubicBezTo>
                  <a:pt x="4206" y="96561"/>
                  <a:pt x="6675" y="88422"/>
                  <a:pt x="9967" y="80559"/>
                </a:cubicBezTo>
                <a:cubicBezTo>
                  <a:pt x="13259" y="72603"/>
                  <a:pt x="17282" y="65105"/>
                  <a:pt x="22037" y="57973"/>
                </a:cubicBezTo>
                <a:cubicBezTo>
                  <a:pt x="26792" y="50841"/>
                  <a:pt x="32187" y="44257"/>
                  <a:pt x="38222" y="38222"/>
                </a:cubicBezTo>
                <a:cubicBezTo>
                  <a:pt x="44348" y="32187"/>
                  <a:pt x="50932" y="26700"/>
                  <a:pt x="58064" y="21946"/>
                </a:cubicBezTo>
                <a:cubicBezTo>
                  <a:pt x="65197" y="17191"/>
                  <a:pt x="72695" y="13167"/>
                  <a:pt x="80650" y="9967"/>
                </a:cubicBezTo>
                <a:cubicBezTo>
                  <a:pt x="88514" y="6675"/>
                  <a:pt x="96744" y="4206"/>
                  <a:pt x="105156" y="2469"/>
                </a:cubicBezTo>
                <a:cubicBezTo>
                  <a:pt x="113568" y="823"/>
                  <a:pt x="122072" y="0"/>
                  <a:pt x="130576" y="0"/>
                </a:cubicBezTo>
                <a:cubicBezTo>
                  <a:pt x="139172" y="0"/>
                  <a:pt x="147676" y="823"/>
                  <a:pt x="156088" y="2469"/>
                </a:cubicBezTo>
                <a:cubicBezTo>
                  <a:pt x="164501" y="4206"/>
                  <a:pt x="172639" y="6675"/>
                  <a:pt x="180594" y="9967"/>
                </a:cubicBezTo>
                <a:cubicBezTo>
                  <a:pt x="188549" y="13167"/>
                  <a:pt x="196047" y="17191"/>
                  <a:pt x="203180" y="21946"/>
                </a:cubicBezTo>
                <a:cubicBezTo>
                  <a:pt x="210312" y="26700"/>
                  <a:pt x="216896" y="32187"/>
                  <a:pt x="222931" y="38222"/>
                </a:cubicBezTo>
                <a:cubicBezTo>
                  <a:pt x="229057" y="44257"/>
                  <a:pt x="234452" y="50841"/>
                  <a:pt x="239207" y="57973"/>
                </a:cubicBezTo>
                <a:cubicBezTo>
                  <a:pt x="243962" y="65105"/>
                  <a:pt x="247985" y="72603"/>
                  <a:pt x="251277" y="80559"/>
                </a:cubicBezTo>
                <a:cubicBezTo>
                  <a:pt x="254569" y="88422"/>
                  <a:pt x="257038" y="96561"/>
                  <a:pt x="258684" y="104973"/>
                </a:cubicBezTo>
                <a:cubicBezTo>
                  <a:pt x="260421" y="113386"/>
                  <a:pt x="261244" y="121890"/>
                  <a:pt x="261244" y="130485"/>
                </a:cubicBezTo>
              </a:path>
            </a:pathLst>
          </a:custGeom>
          <a:solidFill>
            <a:srgbClr val="AB432E"/>
          </a:solidFill>
          <a:ln w="18656">
            <a:solidFill>
              <a:srgbClr val="FFFFFF"/>
            </a:solidFill>
            <a:prstDash val="solid"/>
          </a:ln>
        </p:spPr>
      </p:sp>
      <p:sp>
        <p:nvSpPr>
          <p:cNvPr id="10" name="Forma 224"/>
          <p:cNvSpPr/>
          <p:nvPr/>
        </p:nvSpPr>
        <p:spPr>
          <a:xfrm>
            <a:off x="774314" y="4435297"/>
            <a:ext cx="3190524" cy="605699"/>
          </a:xfrm>
          <a:custGeom>
            <a:avLst/>
            <a:gdLst/>
            <a:ahLst/>
            <a:cxnLst/>
            <a:rect l="l" t="t" r="r" b="b"/>
            <a:pathLst>
              <a:path w="3190524" h="605699">
                <a:moveTo>
                  <a:pt x="46634" y="0"/>
                </a:moveTo>
                <a:lnTo>
                  <a:pt x="3143890" y="0"/>
                </a:lnTo>
                <a:cubicBezTo>
                  <a:pt x="3150108" y="0"/>
                  <a:pt x="3156052" y="1189"/>
                  <a:pt x="3161721" y="3566"/>
                </a:cubicBezTo>
                <a:cubicBezTo>
                  <a:pt x="3167482" y="5944"/>
                  <a:pt x="3172511" y="9235"/>
                  <a:pt x="3176900" y="13625"/>
                </a:cubicBezTo>
                <a:cubicBezTo>
                  <a:pt x="3181289" y="18014"/>
                  <a:pt x="3184672" y="23043"/>
                  <a:pt x="3186958" y="28804"/>
                </a:cubicBezTo>
                <a:cubicBezTo>
                  <a:pt x="3189336" y="34473"/>
                  <a:pt x="3190524" y="40416"/>
                  <a:pt x="3190524" y="46634"/>
                </a:cubicBezTo>
                <a:lnTo>
                  <a:pt x="3190524" y="559064"/>
                </a:lnTo>
                <a:cubicBezTo>
                  <a:pt x="3190524" y="565282"/>
                  <a:pt x="3189336" y="571226"/>
                  <a:pt x="3186958" y="576895"/>
                </a:cubicBezTo>
                <a:cubicBezTo>
                  <a:pt x="3184672" y="582656"/>
                  <a:pt x="3181289" y="587685"/>
                  <a:pt x="3176900" y="591983"/>
                </a:cubicBezTo>
                <a:cubicBezTo>
                  <a:pt x="3172511" y="596372"/>
                  <a:pt x="3167482" y="599755"/>
                  <a:pt x="3161721" y="602132"/>
                </a:cubicBezTo>
                <a:cubicBezTo>
                  <a:pt x="3156052" y="604510"/>
                  <a:pt x="3150108" y="605699"/>
                  <a:pt x="3143890" y="605699"/>
                </a:cubicBezTo>
                <a:lnTo>
                  <a:pt x="46634" y="605699"/>
                </a:lnTo>
                <a:cubicBezTo>
                  <a:pt x="40416" y="605699"/>
                  <a:pt x="34473" y="604510"/>
                  <a:pt x="28804" y="602132"/>
                </a:cubicBezTo>
                <a:cubicBezTo>
                  <a:pt x="23043" y="599755"/>
                  <a:pt x="18014" y="596372"/>
                  <a:pt x="13625" y="591983"/>
                </a:cubicBezTo>
                <a:cubicBezTo>
                  <a:pt x="9327" y="587685"/>
                  <a:pt x="5944" y="582656"/>
                  <a:pt x="3566" y="576895"/>
                </a:cubicBezTo>
                <a:cubicBezTo>
                  <a:pt x="1189" y="571226"/>
                  <a:pt x="0" y="565282"/>
                  <a:pt x="0" y="559064"/>
                </a:cubicBezTo>
                <a:lnTo>
                  <a:pt x="0" y="46634"/>
                </a:lnTo>
                <a:cubicBezTo>
                  <a:pt x="0" y="40416"/>
                  <a:pt x="1189" y="34473"/>
                  <a:pt x="3566" y="28804"/>
                </a:cubicBezTo>
                <a:cubicBezTo>
                  <a:pt x="5944" y="23043"/>
                  <a:pt x="9327" y="18014"/>
                  <a:pt x="13625" y="13625"/>
                </a:cubicBezTo>
                <a:cubicBezTo>
                  <a:pt x="18014" y="9235"/>
                  <a:pt x="23043" y="5944"/>
                  <a:pt x="28804" y="3566"/>
                </a:cubicBezTo>
                <a:cubicBezTo>
                  <a:pt x="34473" y="1189"/>
                  <a:pt x="40416" y="0"/>
                  <a:pt x="46634" y="0"/>
                </a:cubicBezTo>
              </a:path>
            </a:pathLst>
          </a:custGeom>
          <a:ln w="27991">
            <a:solidFill>
              <a:srgbClr val="88621F"/>
            </a:solidFill>
            <a:prstDash val="solid"/>
          </a:ln>
        </p:spPr>
      </p:sp>
      <p:sp>
        <p:nvSpPr>
          <p:cNvPr id="11" name="Forma 225"/>
          <p:cNvSpPr/>
          <p:nvPr/>
        </p:nvSpPr>
        <p:spPr>
          <a:xfrm>
            <a:off x="792968" y="4444624"/>
            <a:ext cx="261244" cy="260878"/>
          </a:xfrm>
          <a:custGeom>
            <a:avLst/>
            <a:gdLst/>
            <a:ahLst/>
            <a:cxnLst/>
            <a:rect l="l" t="t" r="r" b="b"/>
            <a:pathLst>
              <a:path w="261244" h="260878">
                <a:moveTo>
                  <a:pt x="261244" y="130485"/>
                </a:moveTo>
                <a:cubicBezTo>
                  <a:pt x="261244" y="138989"/>
                  <a:pt x="260421" y="147493"/>
                  <a:pt x="258684" y="155905"/>
                </a:cubicBezTo>
                <a:cubicBezTo>
                  <a:pt x="257038" y="164318"/>
                  <a:pt x="254569" y="172456"/>
                  <a:pt x="251277" y="180411"/>
                </a:cubicBezTo>
                <a:cubicBezTo>
                  <a:pt x="247985" y="188275"/>
                  <a:pt x="243962" y="195773"/>
                  <a:pt x="239207" y="202905"/>
                </a:cubicBezTo>
                <a:cubicBezTo>
                  <a:pt x="234452" y="210038"/>
                  <a:pt x="229057" y="216621"/>
                  <a:pt x="222931" y="222656"/>
                </a:cubicBezTo>
                <a:cubicBezTo>
                  <a:pt x="216896" y="228783"/>
                  <a:pt x="210312" y="234178"/>
                  <a:pt x="203180" y="238933"/>
                </a:cubicBezTo>
                <a:cubicBezTo>
                  <a:pt x="196047" y="243688"/>
                  <a:pt x="188549" y="247711"/>
                  <a:pt x="180594" y="251003"/>
                </a:cubicBezTo>
                <a:cubicBezTo>
                  <a:pt x="172639" y="254295"/>
                  <a:pt x="164501" y="256764"/>
                  <a:pt x="156088" y="258409"/>
                </a:cubicBezTo>
                <a:cubicBezTo>
                  <a:pt x="147676" y="260055"/>
                  <a:pt x="139172" y="260878"/>
                  <a:pt x="130576" y="260878"/>
                </a:cubicBezTo>
                <a:cubicBezTo>
                  <a:pt x="122072" y="260878"/>
                  <a:pt x="113568" y="260055"/>
                  <a:pt x="105156" y="258409"/>
                </a:cubicBezTo>
                <a:cubicBezTo>
                  <a:pt x="96744" y="256764"/>
                  <a:pt x="88514" y="254295"/>
                  <a:pt x="80650" y="251003"/>
                </a:cubicBezTo>
                <a:cubicBezTo>
                  <a:pt x="72695" y="247711"/>
                  <a:pt x="65197" y="243688"/>
                  <a:pt x="58064" y="238933"/>
                </a:cubicBezTo>
                <a:cubicBezTo>
                  <a:pt x="50932" y="234178"/>
                  <a:pt x="44348" y="228783"/>
                  <a:pt x="38222" y="222656"/>
                </a:cubicBezTo>
                <a:cubicBezTo>
                  <a:pt x="32187" y="216621"/>
                  <a:pt x="26792" y="210038"/>
                  <a:pt x="22037" y="202905"/>
                </a:cubicBezTo>
                <a:cubicBezTo>
                  <a:pt x="17282" y="195773"/>
                  <a:pt x="13259" y="188275"/>
                  <a:pt x="9967" y="180411"/>
                </a:cubicBezTo>
                <a:cubicBezTo>
                  <a:pt x="6675" y="172456"/>
                  <a:pt x="4206" y="164318"/>
                  <a:pt x="2469" y="155905"/>
                </a:cubicBezTo>
                <a:cubicBezTo>
                  <a:pt x="823" y="147493"/>
                  <a:pt x="0" y="138989"/>
                  <a:pt x="0" y="130485"/>
                </a:cubicBezTo>
                <a:cubicBezTo>
                  <a:pt x="0" y="121890"/>
                  <a:pt x="823" y="113386"/>
                  <a:pt x="2469" y="104973"/>
                </a:cubicBezTo>
                <a:cubicBezTo>
                  <a:pt x="4206" y="96561"/>
                  <a:pt x="6675" y="88422"/>
                  <a:pt x="9967" y="80559"/>
                </a:cubicBezTo>
                <a:cubicBezTo>
                  <a:pt x="13259" y="72603"/>
                  <a:pt x="17282" y="65105"/>
                  <a:pt x="22037" y="57973"/>
                </a:cubicBezTo>
                <a:cubicBezTo>
                  <a:pt x="26792" y="50841"/>
                  <a:pt x="32187" y="44257"/>
                  <a:pt x="38222" y="38222"/>
                </a:cubicBezTo>
                <a:cubicBezTo>
                  <a:pt x="44348" y="32187"/>
                  <a:pt x="50932" y="26700"/>
                  <a:pt x="58064" y="21946"/>
                </a:cubicBezTo>
                <a:cubicBezTo>
                  <a:pt x="65197" y="17191"/>
                  <a:pt x="72695" y="13167"/>
                  <a:pt x="80650" y="9967"/>
                </a:cubicBezTo>
                <a:cubicBezTo>
                  <a:pt x="88514" y="6675"/>
                  <a:pt x="96744" y="4206"/>
                  <a:pt x="105156" y="2469"/>
                </a:cubicBezTo>
                <a:cubicBezTo>
                  <a:pt x="113568" y="823"/>
                  <a:pt x="122072" y="0"/>
                  <a:pt x="130576" y="0"/>
                </a:cubicBezTo>
                <a:cubicBezTo>
                  <a:pt x="139172" y="0"/>
                  <a:pt x="147676" y="823"/>
                  <a:pt x="156088" y="2469"/>
                </a:cubicBezTo>
                <a:cubicBezTo>
                  <a:pt x="164501" y="4206"/>
                  <a:pt x="172639" y="6675"/>
                  <a:pt x="180594" y="9967"/>
                </a:cubicBezTo>
                <a:cubicBezTo>
                  <a:pt x="188549" y="13167"/>
                  <a:pt x="196047" y="17191"/>
                  <a:pt x="203180" y="21946"/>
                </a:cubicBezTo>
                <a:cubicBezTo>
                  <a:pt x="210312" y="26700"/>
                  <a:pt x="216896" y="32187"/>
                  <a:pt x="222931" y="38222"/>
                </a:cubicBezTo>
                <a:cubicBezTo>
                  <a:pt x="229057" y="44257"/>
                  <a:pt x="234452" y="50841"/>
                  <a:pt x="239207" y="57973"/>
                </a:cubicBezTo>
                <a:cubicBezTo>
                  <a:pt x="243962" y="65105"/>
                  <a:pt x="247985" y="72603"/>
                  <a:pt x="251277" y="80559"/>
                </a:cubicBezTo>
                <a:cubicBezTo>
                  <a:pt x="254569" y="88422"/>
                  <a:pt x="257038" y="96561"/>
                  <a:pt x="258684" y="104973"/>
                </a:cubicBezTo>
                <a:cubicBezTo>
                  <a:pt x="260421" y="113386"/>
                  <a:pt x="261244" y="121890"/>
                  <a:pt x="261244" y="130485"/>
                </a:cubicBezTo>
              </a:path>
            </a:pathLst>
          </a:custGeom>
          <a:solidFill>
            <a:srgbClr val="AB432E"/>
          </a:solidFill>
          <a:ln w="18656">
            <a:solidFill>
              <a:srgbClr val="FFFFFF"/>
            </a:solidFill>
            <a:prstDash val="solid"/>
          </a:ln>
        </p:spPr>
      </p:sp>
      <p:sp>
        <p:nvSpPr>
          <p:cNvPr id="12" name="Forma 226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12018" y="410017"/>
            <a:ext cx="2359518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2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LECTURA DE LOS CONTROLES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5793364" y="670895"/>
            <a:ext cx="2333183" cy="131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9"/>
              </a:lnSpc>
              <a:buNone/>
            </a:pPr>
            <a:r>
              <a:rPr lang="en-US" sz="2938" b="1" spc="-9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persona</a:t>
            </a:r>
            <a:endParaRPr lang="en-US" sz="2938" dirty="0"/>
          </a:p>
          <a:p>
            <a:pPr algn="l" indent="0" marL="0">
              <a:lnSpc>
                <a:spcPts val="3159"/>
              </a:lnSpc>
              <a:buNone/>
            </a:pPr>
            <a:r>
              <a:rPr lang="en-US" sz="2938" b="1" spc="-9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la</a:t>
            </a:r>
            <a:endParaRPr lang="en-US" sz="2938" dirty="0"/>
          </a:p>
          <a:p>
            <a:pPr algn="l" indent="0" marL="0">
              <a:lnSpc>
                <a:spcPts val="3159"/>
              </a:lnSpc>
              <a:buNone/>
            </a:pPr>
            <a:r>
              <a:rPr lang="en-US" sz="2938" b="1" spc="-88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misión.</a:t>
            </a:r>
            <a:endParaRPr lang="en-US" sz="2938" dirty="0"/>
          </a:p>
        </p:txBody>
      </p:sp>
      <p:sp>
        <p:nvSpPr>
          <p:cNvPr id="15" name="Text 12"/>
          <p:cNvSpPr txBox="1"/>
          <p:nvPr/>
        </p:nvSpPr>
        <p:spPr>
          <a:xfrm>
            <a:off x="5929975" y="2301545"/>
            <a:ext cx="155082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28" dirty="0"/>
          </a:p>
        </p:txBody>
      </p:sp>
      <p:sp>
        <p:nvSpPr>
          <p:cNvPr id="16" name="Text 13"/>
          <p:cNvSpPr txBox="1"/>
          <p:nvPr/>
        </p:nvSpPr>
        <p:spPr>
          <a:xfrm>
            <a:off x="6287780" y="2148749"/>
            <a:ext cx="1914571" cy="497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clic: origen.</a:t>
            </a:r>
            <a:endParaRPr lang="en-US" sz="1322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clic: destino.</a:t>
            </a:r>
            <a:endParaRPr lang="en-US" sz="1322" dirty="0"/>
          </a:p>
        </p:txBody>
      </p:sp>
      <p:sp>
        <p:nvSpPr>
          <p:cNvPr id="17" name="Text 14"/>
          <p:cNvSpPr txBox="1"/>
          <p:nvPr/>
        </p:nvSpPr>
        <p:spPr>
          <a:xfrm>
            <a:off x="5929975" y="3196011"/>
            <a:ext cx="155082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28" dirty="0"/>
          </a:p>
        </p:txBody>
      </p:sp>
      <p:sp>
        <p:nvSpPr>
          <p:cNvPr id="18" name="Text 15"/>
          <p:cNvSpPr txBox="1"/>
          <p:nvPr/>
        </p:nvSpPr>
        <p:spPr>
          <a:xfrm>
            <a:off x="6287780" y="3024561"/>
            <a:ext cx="2353300" cy="516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altura, viento,</a:t>
            </a:r>
            <a:endParaRPr lang="en-US" sz="1322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desvío y aversión al riesgo.</a:t>
            </a:r>
            <a:endParaRPr lang="en-US" sz="1322" dirty="0"/>
          </a:p>
        </p:txBody>
      </p:sp>
      <p:sp>
        <p:nvSpPr>
          <p:cNvPr id="19" name="Text 16"/>
          <p:cNvSpPr txBox="1"/>
          <p:nvPr/>
        </p:nvSpPr>
        <p:spPr>
          <a:xfrm>
            <a:off x="5929975" y="4090568"/>
            <a:ext cx="155082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28" dirty="0"/>
          </a:p>
        </p:txBody>
      </p:sp>
      <p:sp>
        <p:nvSpPr>
          <p:cNvPr id="20" name="Text 17"/>
          <p:cNvSpPr txBox="1"/>
          <p:nvPr/>
        </p:nvSpPr>
        <p:spPr>
          <a:xfrm>
            <a:off x="6287780" y="3928445"/>
            <a:ext cx="2269449" cy="497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3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rutas solicita</a:t>
            </a:r>
            <a:endParaRPr lang="en-US" sz="1322" dirty="0"/>
          </a:p>
          <a:p>
            <a:pPr algn="l" indent="0" marL="0">
              <a:lnSpc>
                <a:spcPts val="1763"/>
              </a:lnSpc>
              <a:buNone/>
            </a:pPr>
            <a:r>
              <a:rPr lang="en-US" sz="1322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alternativas al servicio.</a:t>
            </a:r>
            <a:endParaRPr lang="en-US" sz="1322" dirty="0"/>
          </a:p>
        </p:txBody>
      </p:sp>
      <p:sp>
        <p:nvSpPr>
          <p:cNvPr id="21" name="Text 18"/>
          <p:cNvSpPr txBox="1"/>
          <p:nvPr/>
        </p:nvSpPr>
        <p:spPr>
          <a:xfrm>
            <a:off x="887151" y="46634"/>
            <a:ext cx="155997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28" dirty="0"/>
          </a:p>
        </p:txBody>
      </p:sp>
      <p:sp>
        <p:nvSpPr>
          <p:cNvPr id="22" name="Text 19"/>
          <p:cNvSpPr txBox="1"/>
          <p:nvPr/>
        </p:nvSpPr>
        <p:spPr>
          <a:xfrm>
            <a:off x="887151" y="1658630"/>
            <a:ext cx="155997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28" dirty="0"/>
          </a:p>
        </p:txBody>
      </p:sp>
      <p:sp>
        <p:nvSpPr>
          <p:cNvPr id="23" name="Text 20"/>
          <p:cNvSpPr txBox="1"/>
          <p:nvPr/>
        </p:nvSpPr>
        <p:spPr>
          <a:xfrm>
            <a:off x="887151" y="4491258"/>
            <a:ext cx="155997" cy="195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02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28" dirty="0"/>
          </a:p>
        </p:txBody>
      </p:sp>
      <p:sp>
        <p:nvSpPr>
          <p:cNvPr id="24" name="Text 21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35</a:t>
            </a:r>
            <a:endParaRPr lang="en-US" sz="88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" descr="vec/d27-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2537" cy="5143500"/>
          </a:xfrm>
          <a:prstGeom prst="rect">
            <a:avLst/>
          </a:prstGeom>
        </p:spPr>
      </p:pic>
      <p:pic>
        <p:nvPicPr>
          <p:cNvPr id="3" name="Imagen" descr="vec/d27-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5708"/>
            <a:ext cx="9142537" cy="527792"/>
          </a:xfrm>
          <a:prstGeom prst="rect">
            <a:avLst/>
          </a:prstGeom>
        </p:spPr>
      </p:pic>
      <p:pic>
        <p:nvPicPr>
          <p:cNvPr id="4" name="Imagen" descr="vec/d27-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81" y="257221"/>
            <a:ext cx="4869820" cy="4630979"/>
          </a:xfrm>
          <a:prstGeom prst="rect">
            <a:avLst/>
          </a:prstGeom>
        </p:spPr>
      </p:pic>
      <p:sp>
        <p:nvSpPr>
          <p:cNvPr id="5" name="Forma 227"/>
          <p:cNvSpPr/>
          <p:nvPr/>
        </p:nvSpPr>
        <p:spPr>
          <a:xfrm>
            <a:off x="4244919" y="121158"/>
            <a:ext cx="653064" cy="186355"/>
          </a:xfrm>
          <a:custGeom>
            <a:avLst/>
            <a:gdLst/>
            <a:ahLst/>
            <a:cxnLst/>
            <a:rect l="l" t="t" r="r" b="b"/>
            <a:pathLst>
              <a:path w="653064" h="186355">
                <a:moveTo>
                  <a:pt x="0" y="167701"/>
                </a:moveTo>
                <a:lnTo>
                  <a:pt x="0" y="18654"/>
                </a:lnTo>
                <a:cubicBezTo>
                  <a:pt x="0" y="16185"/>
                  <a:pt x="457" y="13807"/>
                  <a:pt x="1463" y="11521"/>
                </a:cubicBezTo>
                <a:cubicBezTo>
                  <a:pt x="2377" y="9235"/>
                  <a:pt x="3749" y="7224"/>
                  <a:pt x="5486" y="5486"/>
                </a:cubicBezTo>
                <a:cubicBezTo>
                  <a:pt x="7224" y="3749"/>
                  <a:pt x="9235" y="2377"/>
                  <a:pt x="11521" y="1463"/>
                </a:cubicBezTo>
                <a:cubicBezTo>
                  <a:pt x="13807" y="457"/>
                  <a:pt x="16185" y="0"/>
                  <a:pt x="18654" y="0"/>
                </a:cubicBezTo>
                <a:lnTo>
                  <a:pt x="634411" y="0"/>
                </a:lnTo>
                <a:cubicBezTo>
                  <a:pt x="636880" y="0"/>
                  <a:pt x="639257" y="457"/>
                  <a:pt x="641543" y="1463"/>
                </a:cubicBezTo>
                <a:cubicBezTo>
                  <a:pt x="643829" y="2377"/>
                  <a:pt x="645841" y="3749"/>
                  <a:pt x="647578" y="5486"/>
                </a:cubicBezTo>
                <a:cubicBezTo>
                  <a:pt x="649315" y="7224"/>
                  <a:pt x="650687" y="9235"/>
                  <a:pt x="651601" y="11521"/>
                </a:cubicBezTo>
                <a:cubicBezTo>
                  <a:pt x="652607" y="13807"/>
                  <a:pt x="653064" y="16185"/>
                  <a:pt x="653064" y="18654"/>
                </a:cubicBezTo>
                <a:lnTo>
                  <a:pt x="653064" y="167701"/>
                </a:lnTo>
                <a:cubicBezTo>
                  <a:pt x="653064" y="170170"/>
                  <a:pt x="652607" y="172547"/>
                  <a:pt x="651601" y="174833"/>
                </a:cubicBezTo>
                <a:cubicBezTo>
                  <a:pt x="650687" y="177119"/>
                  <a:pt x="649315" y="179131"/>
                  <a:pt x="647578" y="180868"/>
                </a:cubicBezTo>
                <a:cubicBezTo>
                  <a:pt x="645841" y="182606"/>
                  <a:pt x="643829" y="183977"/>
                  <a:pt x="641543" y="184983"/>
                </a:cubicBezTo>
                <a:cubicBezTo>
                  <a:pt x="639257" y="185898"/>
                  <a:pt x="636880" y="186355"/>
                  <a:pt x="634411" y="186355"/>
                </a:cubicBezTo>
                <a:lnTo>
                  <a:pt x="18654" y="186355"/>
                </a:lnTo>
                <a:cubicBezTo>
                  <a:pt x="16185" y="186355"/>
                  <a:pt x="13807" y="185898"/>
                  <a:pt x="11521" y="184983"/>
                </a:cubicBezTo>
                <a:cubicBezTo>
                  <a:pt x="9235" y="183977"/>
                  <a:pt x="7224" y="182606"/>
                  <a:pt x="5486" y="180868"/>
                </a:cubicBezTo>
                <a:cubicBezTo>
                  <a:pt x="3749" y="179131"/>
                  <a:pt x="2377" y="177119"/>
                  <a:pt x="1463" y="174833"/>
                </a:cubicBezTo>
                <a:cubicBezTo>
                  <a:pt x="457" y="172547"/>
                  <a:pt x="0" y="170170"/>
                  <a:pt x="0" y="167701"/>
                </a:cubicBezTo>
              </a:path>
            </a:pathLst>
          </a:custGeom>
          <a:solidFill>
            <a:srgbClr val="FBFAF6">
              <a:alpha val="90000"/>
            </a:srgbClr>
          </a:solidFill>
          <a:ln/>
        </p:spPr>
      </p:sp>
      <p:sp>
        <p:nvSpPr>
          <p:cNvPr id="6" name="Text 1"/>
          <p:cNvSpPr txBox="1"/>
          <p:nvPr/>
        </p:nvSpPr>
        <p:spPr>
          <a:xfrm>
            <a:off x="4310299" y="139812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202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35</a:t>
            </a:r>
            <a:endParaRPr lang="en-US" sz="88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28"/>
          <p:cNvSpPr/>
          <p:nvPr/>
        </p:nvSpPr>
        <p:spPr>
          <a:xfrm>
            <a:off x="541050" y="1425641"/>
            <a:ext cx="8060345" cy="2115190"/>
          </a:xfrm>
          <a:custGeom>
            <a:avLst/>
            <a:gdLst/>
            <a:ahLst/>
            <a:cxnLst/>
            <a:rect l="l" t="t" r="r" b="b"/>
            <a:pathLst>
              <a:path w="8060345" h="2115190">
                <a:moveTo>
                  <a:pt x="0" y="0"/>
                </a:moveTo>
                <a:lnTo>
                  <a:pt x="8060345" y="0"/>
                </a:lnTo>
                <a:lnTo>
                  <a:pt x="8060345" y="9327"/>
                </a:lnTo>
                <a:lnTo>
                  <a:pt x="0" y="9327"/>
                </a:lnTo>
                <a:close/>
              </a:path>
              <a:path w="8060345" h="2115190">
                <a:moveTo>
                  <a:pt x="0" y="959754"/>
                </a:moveTo>
                <a:lnTo>
                  <a:pt x="2397557" y="959754"/>
                </a:lnTo>
                <a:lnTo>
                  <a:pt x="2397557" y="969081"/>
                </a:lnTo>
                <a:lnTo>
                  <a:pt x="0" y="969081"/>
                </a:lnTo>
                <a:close/>
              </a:path>
              <a:path w="8060345" h="2115190">
                <a:moveTo>
                  <a:pt x="2397557" y="959754"/>
                </a:moveTo>
                <a:lnTo>
                  <a:pt x="3656960" y="959754"/>
                </a:lnTo>
                <a:lnTo>
                  <a:pt x="3656960" y="969081"/>
                </a:lnTo>
                <a:lnTo>
                  <a:pt x="2397557" y="969081"/>
                </a:lnTo>
                <a:close/>
              </a:path>
              <a:path w="8060345" h="2115190">
                <a:moveTo>
                  <a:pt x="3656960" y="959754"/>
                </a:moveTo>
                <a:lnTo>
                  <a:pt x="4907128" y="959754"/>
                </a:lnTo>
                <a:lnTo>
                  <a:pt x="4907128" y="969081"/>
                </a:lnTo>
                <a:lnTo>
                  <a:pt x="3656960" y="969081"/>
                </a:lnTo>
                <a:close/>
              </a:path>
              <a:path w="8060345" h="2115190">
                <a:moveTo>
                  <a:pt x="4907128" y="959754"/>
                </a:moveTo>
                <a:lnTo>
                  <a:pt x="6157204" y="959754"/>
                </a:lnTo>
                <a:lnTo>
                  <a:pt x="6157204" y="969081"/>
                </a:lnTo>
                <a:lnTo>
                  <a:pt x="4907128" y="969081"/>
                </a:lnTo>
                <a:close/>
              </a:path>
              <a:path w="8060345" h="2115190">
                <a:moveTo>
                  <a:pt x="0" y="1528145"/>
                </a:moveTo>
                <a:lnTo>
                  <a:pt x="2397557" y="1528145"/>
                </a:lnTo>
                <a:lnTo>
                  <a:pt x="2397557" y="1537472"/>
                </a:lnTo>
                <a:lnTo>
                  <a:pt x="0" y="1537472"/>
                </a:lnTo>
                <a:close/>
              </a:path>
              <a:path w="8060345" h="2115190">
                <a:moveTo>
                  <a:pt x="2397557" y="1528145"/>
                </a:moveTo>
                <a:lnTo>
                  <a:pt x="3656960" y="1528145"/>
                </a:lnTo>
                <a:lnTo>
                  <a:pt x="3656960" y="1537472"/>
                </a:lnTo>
                <a:lnTo>
                  <a:pt x="2397557" y="1537472"/>
                </a:lnTo>
                <a:close/>
              </a:path>
              <a:path w="8060345" h="2115190">
                <a:moveTo>
                  <a:pt x="3656960" y="1528145"/>
                </a:moveTo>
                <a:lnTo>
                  <a:pt x="4907128" y="1528145"/>
                </a:lnTo>
                <a:lnTo>
                  <a:pt x="4907128" y="1537472"/>
                </a:lnTo>
                <a:lnTo>
                  <a:pt x="3656960" y="1537472"/>
                </a:lnTo>
                <a:close/>
              </a:path>
              <a:path w="8060345" h="2115190">
                <a:moveTo>
                  <a:pt x="4907128" y="1528145"/>
                </a:moveTo>
                <a:lnTo>
                  <a:pt x="6157204" y="1528145"/>
                </a:lnTo>
                <a:lnTo>
                  <a:pt x="6157204" y="1537472"/>
                </a:lnTo>
                <a:lnTo>
                  <a:pt x="4907128" y="1537472"/>
                </a:lnTo>
                <a:close/>
              </a:path>
              <a:path w="8060345" h="2115190">
                <a:moveTo>
                  <a:pt x="0" y="2105863"/>
                </a:moveTo>
                <a:lnTo>
                  <a:pt x="2397557" y="2105863"/>
                </a:lnTo>
                <a:lnTo>
                  <a:pt x="2397557" y="2115190"/>
                </a:lnTo>
                <a:lnTo>
                  <a:pt x="0" y="2115190"/>
                </a:lnTo>
                <a:close/>
              </a:path>
              <a:path w="8060345" h="2115190">
                <a:moveTo>
                  <a:pt x="2397557" y="2105863"/>
                </a:moveTo>
                <a:lnTo>
                  <a:pt x="3656960" y="2105863"/>
                </a:lnTo>
                <a:lnTo>
                  <a:pt x="3656960" y="2115190"/>
                </a:lnTo>
                <a:lnTo>
                  <a:pt x="2397557" y="2115190"/>
                </a:lnTo>
                <a:close/>
              </a:path>
              <a:path w="8060345" h="2115190">
                <a:moveTo>
                  <a:pt x="3656960" y="2105863"/>
                </a:moveTo>
                <a:lnTo>
                  <a:pt x="4907128" y="2105863"/>
                </a:lnTo>
                <a:lnTo>
                  <a:pt x="4907128" y="2115190"/>
                </a:lnTo>
                <a:lnTo>
                  <a:pt x="3656960" y="2115190"/>
                </a:lnTo>
                <a:close/>
              </a:path>
              <a:path w="8060345" h="2115190">
                <a:moveTo>
                  <a:pt x="4907128" y="2105863"/>
                </a:moveTo>
                <a:lnTo>
                  <a:pt x="6157204" y="2105863"/>
                </a:lnTo>
                <a:lnTo>
                  <a:pt x="6157204" y="2115190"/>
                </a:lnTo>
                <a:lnTo>
                  <a:pt x="4907128" y="2115190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29"/>
          <p:cNvSpPr/>
          <p:nvPr/>
        </p:nvSpPr>
        <p:spPr>
          <a:xfrm>
            <a:off x="541050" y="3540831"/>
            <a:ext cx="18654" cy="149047"/>
          </a:xfrm>
          <a:custGeom>
            <a:avLst/>
            <a:gdLst/>
            <a:ahLst/>
            <a:cxnLst/>
            <a:rect l="l" t="t" r="r" b="b"/>
            <a:pathLst>
              <a:path w="18654" h="149047">
                <a:moveTo>
                  <a:pt x="0" y="0"/>
                </a:moveTo>
                <a:lnTo>
                  <a:pt x="18654" y="0"/>
                </a:lnTo>
                <a:lnTo>
                  <a:pt x="18654" y="149047"/>
                </a:lnTo>
                <a:lnTo>
                  <a:pt x="0" y="149047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4" name="Forma 230"/>
          <p:cNvSpPr/>
          <p:nvPr/>
        </p:nvSpPr>
        <p:spPr>
          <a:xfrm>
            <a:off x="6922191" y="1546799"/>
            <a:ext cx="1679204" cy="2823301"/>
          </a:xfrm>
          <a:custGeom>
            <a:avLst/>
            <a:gdLst/>
            <a:ahLst/>
            <a:cxnLst/>
            <a:rect l="l" t="t" r="r" b="b"/>
            <a:pathLst>
              <a:path w="1679204" h="2823301">
                <a:moveTo>
                  <a:pt x="0" y="0"/>
                </a:moveTo>
                <a:lnTo>
                  <a:pt x="1679204" y="0"/>
                </a:lnTo>
                <a:lnTo>
                  <a:pt x="1679204" y="2823301"/>
                </a:lnTo>
                <a:lnTo>
                  <a:pt x="0" y="2823301"/>
                </a:lnTo>
                <a:close/>
              </a:path>
            </a:pathLst>
          </a:custGeom>
          <a:solidFill>
            <a:srgbClr val="1E292B"/>
          </a:solidFill>
          <a:ln/>
        </p:spPr>
      </p:sp>
      <p:sp>
        <p:nvSpPr>
          <p:cNvPr id="5" name="Forma 231"/>
          <p:cNvSpPr/>
          <p:nvPr/>
        </p:nvSpPr>
        <p:spPr>
          <a:xfrm>
            <a:off x="7080748" y="3559485"/>
            <a:ext cx="1362090" cy="9327"/>
          </a:xfrm>
          <a:custGeom>
            <a:avLst/>
            <a:gdLst/>
            <a:ahLst/>
            <a:cxnLst/>
            <a:rect l="l" t="t" r="r" b="b"/>
            <a:pathLst>
              <a:path w="1362090" h="9327">
                <a:moveTo>
                  <a:pt x="0" y="0"/>
                </a:moveTo>
                <a:lnTo>
                  <a:pt x="1362090" y="0"/>
                </a:lnTo>
                <a:lnTo>
                  <a:pt x="1362090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596565"/>
          </a:solidFill>
          <a:ln/>
        </p:spPr>
      </p:sp>
      <p:sp>
        <p:nvSpPr>
          <p:cNvPr id="6" name="Forma 232"/>
          <p:cNvSpPr/>
          <p:nvPr/>
        </p:nvSpPr>
        <p:spPr>
          <a:xfrm>
            <a:off x="541050" y="4481932"/>
            <a:ext cx="8060345" cy="9327"/>
          </a:xfrm>
          <a:custGeom>
            <a:avLst/>
            <a:gdLst/>
            <a:ahLst/>
            <a:cxnLst/>
            <a:rect l="l" t="t" r="r" b="b"/>
            <a:pathLst>
              <a:path w="8060345" h="9327">
                <a:moveTo>
                  <a:pt x="0" y="0"/>
                </a:moveTo>
                <a:lnTo>
                  <a:pt x="8060345" y="0"/>
                </a:lnTo>
                <a:lnTo>
                  <a:pt x="8060345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7" name="Forma 233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1050" y="391363"/>
            <a:ext cx="36576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3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· CONJUNTO DE AJUSTE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25323" y="650413"/>
            <a:ext cx="7076633" cy="747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71"/>
              </a:lnSpc>
              <a:buNone/>
            </a:pPr>
            <a:r>
              <a:rPr lang="en-US" sz="2498" b="1" spc="-85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propuesta mejora la misión completa,</a:t>
            </a:r>
            <a:endParaRPr lang="en-US" sz="2498" dirty="0"/>
          </a:p>
          <a:p>
            <a:pPr algn="l" indent="0" marL="0">
              <a:lnSpc>
                <a:spcPts val="2571"/>
              </a:lnSpc>
              <a:buNone/>
            </a:pPr>
            <a:r>
              <a:rPr lang="en-US" sz="2498" b="1" spc="-8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no supera el control D.</a:t>
            </a:r>
            <a:endParaRPr lang="en-US" sz="2498" dirty="0"/>
          </a:p>
        </p:txBody>
      </p:sp>
      <p:sp>
        <p:nvSpPr>
          <p:cNvPr id="10" name="Text 8"/>
          <p:cNvSpPr txBox="1"/>
          <p:nvPr/>
        </p:nvSpPr>
        <p:spPr>
          <a:xfrm>
            <a:off x="7520026" y="812536"/>
            <a:ext cx="1077255" cy="493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75"/>
              </a:lnSpc>
              <a:buNone/>
            </a:pPr>
            <a:r>
              <a:rPr lang="en-US" sz="803" b="1" spc="6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escenarios</a:t>
            </a:r>
            <a:endParaRPr lang="en-US" sz="803" dirty="0"/>
          </a:p>
          <a:p>
            <a:pPr algn="r" indent="0" marL="0">
              <a:lnSpc>
                <a:spcPts val="1175"/>
              </a:lnSpc>
              <a:buNone/>
            </a:pPr>
            <a:r>
              <a:rPr lang="en-US" sz="803" b="1" spc="6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fallas por</a:t>
            </a:r>
            <a:endParaRPr lang="en-US" sz="803" dirty="0"/>
          </a:p>
          <a:p>
            <a:pPr algn="r" indent="0" marL="0">
              <a:lnSpc>
                <a:spcPts val="1175"/>
              </a:lnSpc>
              <a:buNone/>
            </a:pPr>
            <a:r>
              <a:rPr lang="en-US" sz="803" b="1" spc="6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escenario</a:t>
            </a:r>
            <a:endParaRPr lang="en-US" sz="803" dirty="0"/>
          </a:p>
        </p:txBody>
      </p:sp>
      <p:sp>
        <p:nvSpPr>
          <p:cNvPr id="11" name="Text 9"/>
          <p:cNvSpPr txBox="1"/>
          <p:nvPr/>
        </p:nvSpPr>
        <p:spPr>
          <a:xfrm>
            <a:off x="615757" y="2161733"/>
            <a:ext cx="525048" cy="1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48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Métrica</a:t>
            </a:r>
            <a:endParaRPr lang="en-US" sz="735" dirty="0"/>
          </a:p>
        </p:txBody>
      </p:sp>
      <p:sp>
        <p:nvSpPr>
          <p:cNvPr id="12" name="Text 10"/>
          <p:cNvSpPr txBox="1"/>
          <p:nvPr/>
        </p:nvSpPr>
        <p:spPr>
          <a:xfrm>
            <a:off x="3220700" y="2161733"/>
            <a:ext cx="849386" cy="1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Dijkstra</a:t>
            </a:r>
            <a:endParaRPr lang="en-US" sz="735" dirty="0"/>
          </a:p>
        </p:txBody>
      </p:sp>
      <p:sp>
        <p:nvSpPr>
          <p:cNvPr id="13" name="Text 11"/>
          <p:cNvSpPr txBox="1"/>
          <p:nvPr/>
        </p:nvSpPr>
        <p:spPr>
          <a:xfrm>
            <a:off x="4443710" y="2161733"/>
            <a:ext cx="914309" cy="1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· Propuesta</a:t>
            </a:r>
            <a:endParaRPr lang="en-US" sz="735" dirty="0"/>
          </a:p>
        </p:txBody>
      </p:sp>
      <p:sp>
        <p:nvSpPr>
          <p:cNvPr id="14" name="Text 12"/>
          <p:cNvSpPr txBox="1"/>
          <p:nvPr/>
        </p:nvSpPr>
        <p:spPr>
          <a:xfrm>
            <a:off x="5927507" y="2161733"/>
            <a:ext cx="395295" cy="139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47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C−A</a:t>
            </a:r>
            <a:endParaRPr lang="en-US" sz="735" dirty="0"/>
          </a:p>
        </p:txBody>
      </p:sp>
      <p:sp>
        <p:nvSpPr>
          <p:cNvPr id="15" name="Text 13"/>
          <p:cNvSpPr txBox="1"/>
          <p:nvPr/>
        </p:nvSpPr>
        <p:spPr>
          <a:xfrm>
            <a:off x="615757" y="2478573"/>
            <a:ext cx="224485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322" dirty="0"/>
          </a:p>
        </p:txBody>
      </p:sp>
      <p:sp>
        <p:nvSpPr>
          <p:cNvPr id="16" name="Text 14"/>
          <p:cNvSpPr txBox="1"/>
          <p:nvPr/>
        </p:nvSpPr>
        <p:spPr>
          <a:xfrm>
            <a:off x="615757" y="2720797"/>
            <a:ext cx="1281989" cy="15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P1–P3 y llega a B</a:t>
            </a:r>
            <a:endParaRPr lang="en-US" sz="803" dirty="0"/>
          </a:p>
        </p:txBody>
      </p:sp>
      <p:sp>
        <p:nvSpPr>
          <p:cNvPr id="17" name="Text 15"/>
          <p:cNvSpPr txBox="1"/>
          <p:nvPr/>
        </p:nvSpPr>
        <p:spPr>
          <a:xfrm>
            <a:off x="3332988" y="2525116"/>
            <a:ext cx="3657600" cy="32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1841" dirty="0"/>
          </a:p>
        </p:txBody>
      </p:sp>
      <p:sp>
        <p:nvSpPr>
          <p:cNvPr id="18" name="Text 16"/>
          <p:cNvSpPr txBox="1"/>
          <p:nvPr/>
        </p:nvSpPr>
        <p:spPr>
          <a:xfrm>
            <a:off x="4577486" y="2525116"/>
            <a:ext cx="618226" cy="349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4F67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1841" dirty="0"/>
          </a:p>
        </p:txBody>
      </p:sp>
      <p:sp>
        <p:nvSpPr>
          <p:cNvPr id="19" name="Text 17"/>
          <p:cNvSpPr txBox="1"/>
          <p:nvPr/>
        </p:nvSpPr>
        <p:spPr>
          <a:xfrm>
            <a:off x="5894497" y="2599731"/>
            <a:ext cx="36576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32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 pp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615757" y="3046964"/>
            <a:ext cx="224485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322" dirty="0"/>
          </a:p>
        </p:txBody>
      </p:sp>
      <p:sp>
        <p:nvSpPr>
          <p:cNvPr id="21" name="Text 19"/>
          <p:cNvSpPr txBox="1"/>
          <p:nvPr/>
        </p:nvSpPr>
        <p:spPr>
          <a:xfrm>
            <a:off x="615757" y="3289188"/>
            <a:ext cx="1978396" cy="15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una ruta del par queda libre</a:t>
            </a:r>
            <a:endParaRPr lang="en-US" sz="803" dirty="0"/>
          </a:p>
        </p:txBody>
      </p:sp>
      <p:sp>
        <p:nvSpPr>
          <p:cNvPr id="22" name="Text 20"/>
          <p:cNvSpPr txBox="1"/>
          <p:nvPr/>
        </p:nvSpPr>
        <p:spPr>
          <a:xfrm>
            <a:off x="3311225" y="3093598"/>
            <a:ext cx="3657600" cy="32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1841" dirty="0"/>
          </a:p>
        </p:txBody>
      </p:sp>
      <p:sp>
        <p:nvSpPr>
          <p:cNvPr id="23" name="Text 21"/>
          <p:cNvSpPr txBox="1"/>
          <p:nvPr/>
        </p:nvSpPr>
        <p:spPr>
          <a:xfrm>
            <a:off x="4581784" y="3093598"/>
            <a:ext cx="3657600" cy="32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4"/>
              </a:lnSpc>
              <a:buNone/>
            </a:pPr>
            <a:r>
              <a:rPr lang="en-US" sz="1841" b="1" dirty="0">
                <a:solidFill>
                  <a:srgbClr val="4F67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1841" dirty="0"/>
          </a:p>
        </p:txBody>
      </p:sp>
      <p:sp>
        <p:nvSpPr>
          <p:cNvPr id="24" name="Text 22"/>
          <p:cNvSpPr txBox="1"/>
          <p:nvPr/>
        </p:nvSpPr>
        <p:spPr>
          <a:xfrm>
            <a:off x="5894497" y="3168122"/>
            <a:ext cx="36576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32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 pp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653064" y="3540831"/>
            <a:ext cx="4813584" cy="180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completa más misiones que A (p = 0,013) y su par conserva más rutas libres.</a:t>
            </a:r>
            <a:endParaRPr lang="en-US" sz="881" dirty="0"/>
          </a:p>
        </p:txBody>
      </p:sp>
      <p:sp>
        <p:nvSpPr>
          <p:cNvPr id="26" name="Text 24"/>
          <p:cNvSpPr txBox="1"/>
          <p:nvPr/>
        </p:nvSpPr>
        <p:spPr>
          <a:xfrm>
            <a:off x="7080748" y="2115190"/>
            <a:ext cx="92116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4" kern="0" dirty="0">
                <a:solidFill>
                  <a:srgbClr val="D5B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D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7080748" y="2273564"/>
            <a:ext cx="3657600" cy="661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48"/>
              </a:lnSpc>
              <a:buNone/>
            </a:pPr>
            <a:r>
              <a:rPr lang="en-US" sz="4035" b="1" dirty="0">
                <a:solidFill>
                  <a:srgbClr val="FFFA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4035" dirty="0"/>
          </a:p>
        </p:txBody>
      </p:sp>
      <p:sp>
        <p:nvSpPr>
          <p:cNvPr id="28" name="Text 26"/>
          <p:cNvSpPr txBox="1"/>
          <p:nvPr/>
        </p:nvSpPr>
        <p:spPr>
          <a:xfrm>
            <a:off x="7080748" y="2922148"/>
            <a:ext cx="942746" cy="51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D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D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con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D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replanificación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7080748" y="3652662"/>
            <a:ext cx="276515" cy="15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spc="32" kern="0" dirty="0">
                <a:solidFill>
                  <a:srgbClr val="D4D9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C−D</a:t>
            </a:r>
            <a:endParaRPr lang="en-US" sz="803" dirty="0"/>
          </a:p>
        </p:txBody>
      </p:sp>
      <p:sp>
        <p:nvSpPr>
          <p:cNvPr id="30" name="Text 28"/>
          <p:cNvSpPr txBox="1"/>
          <p:nvPr/>
        </p:nvSpPr>
        <p:spPr>
          <a:xfrm>
            <a:off x="8142092" y="3652662"/>
            <a:ext cx="365760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b="1" spc="32" kern="0" dirty="0">
                <a:solidFill>
                  <a:srgbClr val="E4B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pp</a:t>
            </a:r>
            <a:endParaRPr lang="en-US" sz="803" dirty="0"/>
          </a:p>
        </p:txBody>
      </p:sp>
      <p:sp>
        <p:nvSpPr>
          <p:cNvPr id="31" name="Text 29"/>
          <p:cNvSpPr txBox="1"/>
          <p:nvPr/>
        </p:nvSpPr>
        <p:spPr>
          <a:xfrm>
            <a:off x="541050" y="4575109"/>
            <a:ext cx="6319236" cy="15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spc="27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Presupuesto: 21,06 km · Longitud mínima sin fallas: 13,16 km · Semillas 0–99 · Evaluación reservada pendiente</a:t>
            </a:r>
            <a:endParaRPr lang="en-US" sz="735" dirty="0"/>
          </a:p>
        </p:txBody>
      </p:sp>
      <p:sp>
        <p:nvSpPr>
          <p:cNvPr id="32" name="Text 30"/>
          <p:cNvSpPr txBox="1"/>
          <p:nvPr/>
        </p:nvSpPr>
        <p:spPr>
          <a:xfrm>
            <a:off x="749717" y="2548433"/>
            <a:ext cx="577169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misión</a:t>
            </a:r>
            <a:endParaRPr lang="en-US" sz="989" dirty="0"/>
          </a:p>
        </p:txBody>
      </p:sp>
      <p:sp>
        <p:nvSpPr>
          <p:cNvPr id="33" name="Text 31"/>
          <p:cNvSpPr txBox="1"/>
          <p:nvPr/>
        </p:nvSpPr>
        <p:spPr>
          <a:xfrm>
            <a:off x="749717" y="3126151"/>
            <a:ext cx="324886" cy="18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989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</a:t>
            </a:r>
            <a:endParaRPr lang="en-US" sz="989" dirty="0"/>
          </a:p>
        </p:txBody>
      </p:sp>
      <p:sp>
        <p:nvSpPr>
          <p:cNvPr id="34" name="Text 32"/>
          <p:cNvSpPr txBox="1"/>
          <p:nvPr/>
        </p:nvSpPr>
        <p:spPr>
          <a:xfrm>
            <a:off x="7168347" y="2984053"/>
            <a:ext cx="368960" cy="13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9"/>
              </a:lnSpc>
              <a:buNone/>
            </a:pPr>
            <a:r>
              <a:rPr lang="en-US" sz="715" dirty="0">
                <a:solidFill>
                  <a:srgbClr val="D4D9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misión</a:t>
            </a:r>
            <a:endParaRPr lang="en-US" sz="715" dirty="0"/>
          </a:p>
        </p:txBody>
      </p:sp>
      <p:sp>
        <p:nvSpPr>
          <p:cNvPr id="35" name="Text 33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35</a:t>
            </a:r>
            <a:endParaRPr lang="en-US" sz="88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34"/>
          <p:cNvSpPr/>
          <p:nvPr/>
        </p:nvSpPr>
        <p:spPr>
          <a:xfrm>
            <a:off x="634411" y="2664927"/>
            <a:ext cx="7873716" cy="1966051"/>
          </a:xfrm>
          <a:custGeom>
            <a:avLst/>
            <a:gdLst/>
            <a:ahLst/>
            <a:cxnLst/>
            <a:rect l="l" t="t" r="r" b="b"/>
            <a:pathLst>
              <a:path w="7873716" h="1966051">
                <a:moveTo>
                  <a:pt x="0" y="0"/>
                </a:moveTo>
                <a:lnTo>
                  <a:pt x="2789377" y="0"/>
                </a:lnTo>
                <a:lnTo>
                  <a:pt x="2789377" y="9327"/>
                </a:lnTo>
                <a:lnTo>
                  <a:pt x="0" y="9327"/>
                </a:lnTo>
                <a:close/>
              </a:path>
              <a:path w="7873716" h="1966051">
                <a:moveTo>
                  <a:pt x="177211" y="549737"/>
                </a:moveTo>
                <a:lnTo>
                  <a:pt x="2789377" y="549737"/>
                </a:lnTo>
                <a:lnTo>
                  <a:pt x="2789377" y="559064"/>
                </a:lnTo>
                <a:lnTo>
                  <a:pt x="177211" y="559064"/>
                </a:lnTo>
                <a:close/>
              </a:path>
              <a:path w="7873716" h="1966051">
                <a:moveTo>
                  <a:pt x="177211" y="1248613"/>
                </a:moveTo>
                <a:lnTo>
                  <a:pt x="2789377" y="1248613"/>
                </a:lnTo>
                <a:lnTo>
                  <a:pt x="2789377" y="1257940"/>
                </a:lnTo>
                <a:lnTo>
                  <a:pt x="177211" y="1257940"/>
                </a:lnTo>
                <a:close/>
              </a:path>
              <a:path w="7873716" h="1966051">
                <a:moveTo>
                  <a:pt x="177211" y="1956725"/>
                </a:moveTo>
                <a:lnTo>
                  <a:pt x="2789377" y="1956725"/>
                </a:lnTo>
                <a:lnTo>
                  <a:pt x="2789377" y="1966051"/>
                </a:lnTo>
                <a:lnTo>
                  <a:pt x="177211" y="1966051"/>
                </a:lnTo>
                <a:close/>
              </a:path>
              <a:path w="7873716" h="1966051">
                <a:moveTo>
                  <a:pt x="3237159" y="1817004"/>
                </a:moveTo>
                <a:lnTo>
                  <a:pt x="7873716" y="1817004"/>
                </a:lnTo>
                <a:lnTo>
                  <a:pt x="7873716" y="1826331"/>
                </a:lnTo>
                <a:lnTo>
                  <a:pt x="3237159" y="1826331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35"/>
          <p:cNvSpPr/>
          <p:nvPr/>
        </p:nvSpPr>
        <p:spPr>
          <a:xfrm>
            <a:off x="4274637" y="1378458"/>
            <a:ext cx="3822924" cy="2305660"/>
          </a:xfrm>
          <a:custGeom>
            <a:avLst/>
            <a:gdLst/>
            <a:ahLst/>
            <a:cxnLst/>
            <a:rect l="l" t="t" r="r" b="b"/>
            <a:pathLst>
              <a:path w="3822924" h="2305660">
                <a:moveTo>
                  <a:pt x="48829" y="18288"/>
                </a:moveTo>
                <a:lnTo>
                  <a:pt x="806135" y="292791"/>
                </a:lnTo>
                <a:lnTo>
                  <a:pt x="1520647" y="48829"/>
                </a:lnTo>
                <a:lnTo>
                  <a:pt x="2283988" y="335493"/>
                </a:lnTo>
                <a:lnTo>
                  <a:pt x="3108411" y="0"/>
                </a:lnTo>
                <a:lnTo>
                  <a:pt x="3822924" y="262250"/>
                </a:lnTo>
                <a:moveTo>
                  <a:pt x="0" y="1043056"/>
                </a:moveTo>
                <a:lnTo>
                  <a:pt x="757215" y="750265"/>
                </a:lnTo>
                <a:lnTo>
                  <a:pt x="1520647" y="1085759"/>
                </a:lnTo>
                <a:lnTo>
                  <a:pt x="2271735" y="750265"/>
                </a:lnTo>
                <a:lnTo>
                  <a:pt x="3138952" y="1024768"/>
                </a:lnTo>
                <a:lnTo>
                  <a:pt x="3810671" y="719724"/>
                </a:lnTo>
                <a:moveTo>
                  <a:pt x="54955" y="2214128"/>
                </a:moveTo>
                <a:lnTo>
                  <a:pt x="818297" y="1909176"/>
                </a:lnTo>
                <a:lnTo>
                  <a:pt x="1520647" y="2305660"/>
                </a:lnTo>
                <a:lnTo>
                  <a:pt x="2308403" y="1939625"/>
                </a:lnTo>
                <a:lnTo>
                  <a:pt x="3108411" y="2305660"/>
                </a:lnTo>
                <a:lnTo>
                  <a:pt x="3798509" y="1939625"/>
                </a:lnTo>
                <a:moveTo>
                  <a:pt x="806135" y="292791"/>
                </a:moveTo>
                <a:lnTo>
                  <a:pt x="757215" y="750265"/>
                </a:lnTo>
                <a:lnTo>
                  <a:pt x="818297" y="1909176"/>
                </a:lnTo>
                <a:moveTo>
                  <a:pt x="1520647" y="48829"/>
                </a:moveTo>
                <a:lnTo>
                  <a:pt x="1520647" y="1085759"/>
                </a:lnTo>
                <a:lnTo>
                  <a:pt x="1520647" y="2305660"/>
                </a:lnTo>
                <a:moveTo>
                  <a:pt x="2283988" y="335493"/>
                </a:moveTo>
                <a:lnTo>
                  <a:pt x="2271735" y="750265"/>
                </a:lnTo>
                <a:lnTo>
                  <a:pt x="2308403" y="1939625"/>
                </a:lnTo>
                <a:moveTo>
                  <a:pt x="3108411" y="0"/>
                </a:moveTo>
                <a:lnTo>
                  <a:pt x="3138952" y="1024768"/>
                </a:lnTo>
                <a:lnTo>
                  <a:pt x="3108411" y="2305660"/>
                </a:lnTo>
                <a:moveTo>
                  <a:pt x="48829" y="18288"/>
                </a:moveTo>
                <a:lnTo>
                  <a:pt x="0" y="1043056"/>
                </a:lnTo>
                <a:lnTo>
                  <a:pt x="54955" y="2214128"/>
                </a:lnTo>
                <a:moveTo>
                  <a:pt x="3822924" y="262250"/>
                </a:moveTo>
                <a:lnTo>
                  <a:pt x="3810671" y="719724"/>
                </a:lnTo>
                <a:lnTo>
                  <a:pt x="3798509" y="1939625"/>
                </a:lnTo>
                <a:moveTo>
                  <a:pt x="806135" y="292791"/>
                </a:moveTo>
                <a:lnTo>
                  <a:pt x="1520647" y="1085759"/>
                </a:lnTo>
                <a:lnTo>
                  <a:pt x="2271735" y="750265"/>
                </a:lnTo>
                <a:lnTo>
                  <a:pt x="3108411" y="0"/>
                </a:lnTo>
                <a:moveTo>
                  <a:pt x="757215" y="750265"/>
                </a:moveTo>
                <a:lnTo>
                  <a:pt x="1520647" y="48829"/>
                </a:lnTo>
                <a:lnTo>
                  <a:pt x="2283988" y="335493"/>
                </a:lnTo>
                <a:lnTo>
                  <a:pt x="3138952" y="1024768"/>
                </a:lnTo>
                <a:lnTo>
                  <a:pt x="3798509" y="1939625"/>
                </a:lnTo>
                <a:moveTo>
                  <a:pt x="54955" y="2214128"/>
                </a:moveTo>
                <a:lnTo>
                  <a:pt x="757215" y="750265"/>
                </a:lnTo>
                <a:lnTo>
                  <a:pt x="1520647" y="1085759"/>
                </a:lnTo>
                <a:lnTo>
                  <a:pt x="2308403" y="1939625"/>
                </a:lnTo>
                <a:lnTo>
                  <a:pt x="3138952" y="1024768"/>
                </a:lnTo>
                <a:lnTo>
                  <a:pt x="3822924" y="262250"/>
                </a:lnTo>
              </a:path>
            </a:pathLst>
          </a:custGeom>
          <a:ln w="9157">
            <a:solidFill>
              <a:srgbClr val="D6D1C4"/>
            </a:solidFill>
            <a:prstDash val="solid"/>
          </a:ln>
        </p:spPr>
      </p:sp>
      <p:sp>
        <p:nvSpPr>
          <p:cNvPr id="4" name="Forma 236"/>
          <p:cNvSpPr/>
          <p:nvPr/>
        </p:nvSpPr>
        <p:spPr>
          <a:xfrm>
            <a:off x="4250223" y="1354044"/>
            <a:ext cx="3871752" cy="2354397"/>
          </a:xfrm>
          <a:custGeom>
            <a:avLst/>
            <a:gdLst/>
            <a:ahLst/>
            <a:cxnLst/>
            <a:rect l="l" t="t" r="r" b="b"/>
            <a:pathLst>
              <a:path w="3871752" h="2354397">
                <a:moveTo>
                  <a:pt x="97749" y="42702"/>
                </a:moveTo>
                <a:cubicBezTo>
                  <a:pt x="97749" y="45903"/>
                  <a:pt x="97109" y="49012"/>
                  <a:pt x="95829" y="52029"/>
                </a:cubicBezTo>
                <a:cubicBezTo>
                  <a:pt x="94640" y="55047"/>
                  <a:pt x="92812" y="57699"/>
                  <a:pt x="90526" y="59985"/>
                </a:cubicBezTo>
                <a:cubicBezTo>
                  <a:pt x="88240" y="62271"/>
                  <a:pt x="85588" y="64008"/>
                  <a:pt x="82662" y="65197"/>
                </a:cubicBezTo>
                <a:cubicBezTo>
                  <a:pt x="79644" y="66477"/>
                  <a:pt x="76535" y="67117"/>
                  <a:pt x="73243" y="67117"/>
                </a:cubicBezTo>
                <a:cubicBezTo>
                  <a:pt x="70043" y="67117"/>
                  <a:pt x="66934" y="66477"/>
                  <a:pt x="63917" y="65197"/>
                </a:cubicBezTo>
                <a:cubicBezTo>
                  <a:pt x="60899" y="64008"/>
                  <a:pt x="58339" y="62271"/>
                  <a:pt x="56053" y="59985"/>
                </a:cubicBezTo>
                <a:cubicBezTo>
                  <a:pt x="53675" y="57699"/>
                  <a:pt x="51938" y="55047"/>
                  <a:pt x="50749" y="52029"/>
                </a:cubicBezTo>
                <a:cubicBezTo>
                  <a:pt x="49469" y="49012"/>
                  <a:pt x="48829" y="45903"/>
                  <a:pt x="48829" y="42702"/>
                </a:cubicBezTo>
                <a:cubicBezTo>
                  <a:pt x="48829" y="39502"/>
                  <a:pt x="49469" y="36393"/>
                  <a:pt x="50749" y="33376"/>
                </a:cubicBezTo>
                <a:cubicBezTo>
                  <a:pt x="51938" y="30358"/>
                  <a:pt x="53675" y="27706"/>
                  <a:pt x="56053" y="25420"/>
                </a:cubicBezTo>
                <a:cubicBezTo>
                  <a:pt x="58339" y="23134"/>
                  <a:pt x="60899" y="21397"/>
                  <a:pt x="63917" y="20117"/>
                </a:cubicBezTo>
                <a:cubicBezTo>
                  <a:pt x="66934" y="18928"/>
                  <a:pt x="70043" y="18288"/>
                  <a:pt x="73243" y="18288"/>
                </a:cubicBezTo>
                <a:cubicBezTo>
                  <a:pt x="76535" y="18288"/>
                  <a:pt x="79644" y="18928"/>
                  <a:pt x="82662" y="20117"/>
                </a:cubicBezTo>
                <a:cubicBezTo>
                  <a:pt x="85588" y="21397"/>
                  <a:pt x="88240" y="23134"/>
                  <a:pt x="90526" y="25420"/>
                </a:cubicBezTo>
                <a:cubicBezTo>
                  <a:pt x="92812" y="27706"/>
                  <a:pt x="94640" y="30358"/>
                  <a:pt x="95829" y="33376"/>
                </a:cubicBezTo>
                <a:cubicBezTo>
                  <a:pt x="97109" y="36393"/>
                  <a:pt x="97749" y="39502"/>
                  <a:pt x="97749" y="42702"/>
                </a:cubicBezTo>
              </a:path>
              <a:path w="3871752" h="2354397">
                <a:moveTo>
                  <a:pt x="854964" y="317205"/>
                </a:moveTo>
                <a:cubicBezTo>
                  <a:pt x="854964" y="320406"/>
                  <a:pt x="854324" y="323515"/>
                  <a:pt x="853135" y="326532"/>
                </a:cubicBezTo>
                <a:cubicBezTo>
                  <a:pt x="851855" y="329458"/>
                  <a:pt x="850118" y="332110"/>
                  <a:pt x="847832" y="334396"/>
                </a:cubicBezTo>
                <a:cubicBezTo>
                  <a:pt x="845546" y="336682"/>
                  <a:pt x="842894" y="338511"/>
                  <a:pt x="839876" y="339700"/>
                </a:cubicBezTo>
                <a:cubicBezTo>
                  <a:pt x="836859" y="340980"/>
                  <a:pt x="833750" y="341620"/>
                  <a:pt x="830550" y="341620"/>
                </a:cubicBezTo>
                <a:cubicBezTo>
                  <a:pt x="827258" y="341620"/>
                  <a:pt x="824149" y="340980"/>
                  <a:pt x="821223" y="339700"/>
                </a:cubicBezTo>
                <a:cubicBezTo>
                  <a:pt x="818205" y="338511"/>
                  <a:pt x="815553" y="336682"/>
                  <a:pt x="813267" y="334396"/>
                </a:cubicBezTo>
                <a:cubicBezTo>
                  <a:pt x="810981" y="332110"/>
                  <a:pt x="809244" y="329458"/>
                  <a:pt x="807964" y="326532"/>
                </a:cubicBezTo>
                <a:cubicBezTo>
                  <a:pt x="806684" y="323515"/>
                  <a:pt x="806135" y="320406"/>
                  <a:pt x="806135" y="317205"/>
                </a:cubicBezTo>
                <a:cubicBezTo>
                  <a:pt x="806135" y="313914"/>
                  <a:pt x="806684" y="310805"/>
                  <a:pt x="807964" y="307878"/>
                </a:cubicBezTo>
                <a:cubicBezTo>
                  <a:pt x="809244" y="304861"/>
                  <a:pt x="810981" y="302209"/>
                  <a:pt x="813267" y="299923"/>
                </a:cubicBezTo>
                <a:cubicBezTo>
                  <a:pt x="815553" y="297637"/>
                  <a:pt x="818205" y="295900"/>
                  <a:pt x="821223" y="294620"/>
                </a:cubicBezTo>
                <a:cubicBezTo>
                  <a:pt x="824149" y="293431"/>
                  <a:pt x="827258" y="292791"/>
                  <a:pt x="830550" y="292791"/>
                </a:cubicBezTo>
                <a:cubicBezTo>
                  <a:pt x="833750" y="292791"/>
                  <a:pt x="836859" y="293431"/>
                  <a:pt x="839876" y="294620"/>
                </a:cubicBezTo>
                <a:cubicBezTo>
                  <a:pt x="842894" y="295900"/>
                  <a:pt x="845546" y="297637"/>
                  <a:pt x="847832" y="299923"/>
                </a:cubicBezTo>
                <a:cubicBezTo>
                  <a:pt x="850118" y="302209"/>
                  <a:pt x="851855" y="304861"/>
                  <a:pt x="853135" y="307878"/>
                </a:cubicBezTo>
                <a:cubicBezTo>
                  <a:pt x="854324" y="310805"/>
                  <a:pt x="854964" y="313914"/>
                  <a:pt x="854964" y="317205"/>
                </a:cubicBezTo>
              </a:path>
              <a:path w="3871752" h="2354397">
                <a:moveTo>
                  <a:pt x="1569476" y="73152"/>
                </a:moveTo>
                <a:cubicBezTo>
                  <a:pt x="1569476" y="76444"/>
                  <a:pt x="1568836" y="79553"/>
                  <a:pt x="1567647" y="82570"/>
                </a:cubicBezTo>
                <a:cubicBezTo>
                  <a:pt x="1566367" y="85496"/>
                  <a:pt x="1564630" y="88148"/>
                  <a:pt x="1562344" y="90434"/>
                </a:cubicBezTo>
                <a:cubicBezTo>
                  <a:pt x="1560058" y="92720"/>
                  <a:pt x="1557406" y="94458"/>
                  <a:pt x="1554389" y="95738"/>
                </a:cubicBezTo>
                <a:cubicBezTo>
                  <a:pt x="1551371" y="97018"/>
                  <a:pt x="1548262" y="97566"/>
                  <a:pt x="1545062" y="97566"/>
                </a:cubicBezTo>
                <a:cubicBezTo>
                  <a:pt x="1541770" y="97566"/>
                  <a:pt x="1538661" y="97018"/>
                  <a:pt x="1535735" y="95738"/>
                </a:cubicBezTo>
                <a:cubicBezTo>
                  <a:pt x="1532717" y="94458"/>
                  <a:pt x="1530066" y="92720"/>
                  <a:pt x="1527780" y="90434"/>
                </a:cubicBezTo>
                <a:cubicBezTo>
                  <a:pt x="1525494" y="88148"/>
                  <a:pt x="1523665" y="85496"/>
                  <a:pt x="1522476" y="82570"/>
                </a:cubicBezTo>
                <a:cubicBezTo>
                  <a:pt x="1521196" y="79553"/>
                  <a:pt x="1520647" y="76444"/>
                  <a:pt x="1520647" y="73152"/>
                </a:cubicBezTo>
                <a:cubicBezTo>
                  <a:pt x="1520647" y="69952"/>
                  <a:pt x="1521196" y="66843"/>
                  <a:pt x="1522476" y="63825"/>
                </a:cubicBezTo>
                <a:cubicBezTo>
                  <a:pt x="1523665" y="60899"/>
                  <a:pt x="1525494" y="58247"/>
                  <a:pt x="1527780" y="55961"/>
                </a:cubicBezTo>
                <a:cubicBezTo>
                  <a:pt x="1530066" y="53675"/>
                  <a:pt x="1532717" y="51846"/>
                  <a:pt x="1535735" y="50658"/>
                </a:cubicBezTo>
                <a:cubicBezTo>
                  <a:pt x="1538661" y="49378"/>
                  <a:pt x="1541770" y="48829"/>
                  <a:pt x="1545062" y="48829"/>
                </a:cubicBezTo>
                <a:cubicBezTo>
                  <a:pt x="1548262" y="48829"/>
                  <a:pt x="1551371" y="49378"/>
                  <a:pt x="1554389" y="50658"/>
                </a:cubicBezTo>
                <a:cubicBezTo>
                  <a:pt x="1557406" y="51846"/>
                  <a:pt x="1560058" y="53675"/>
                  <a:pt x="1562344" y="55961"/>
                </a:cubicBezTo>
                <a:cubicBezTo>
                  <a:pt x="1564630" y="58247"/>
                  <a:pt x="1566367" y="60899"/>
                  <a:pt x="1567647" y="63825"/>
                </a:cubicBezTo>
                <a:cubicBezTo>
                  <a:pt x="1568836" y="66843"/>
                  <a:pt x="1569476" y="69952"/>
                  <a:pt x="1569476" y="73152"/>
                </a:cubicBezTo>
              </a:path>
              <a:path w="3871752" h="2354397">
                <a:moveTo>
                  <a:pt x="2332817" y="359908"/>
                </a:moveTo>
                <a:cubicBezTo>
                  <a:pt x="2332817" y="363108"/>
                  <a:pt x="2332177" y="366217"/>
                  <a:pt x="2330988" y="369235"/>
                </a:cubicBezTo>
                <a:cubicBezTo>
                  <a:pt x="2329708" y="372161"/>
                  <a:pt x="2327971" y="374813"/>
                  <a:pt x="2325685" y="377099"/>
                </a:cubicBezTo>
                <a:cubicBezTo>
                  <a:pt x="2323399" y="379385"/>
                  <a:pt x="2320747" y="381213"/>
                  <a:pt x="2317730" y="382402"/>
                </a:cubicBezTo>
                <a:cubicBezTo>
                  <a:pt x="2314712" y="383682"/>
                  <a:pt x="2311603" y="384231"/>
                  <a:pt x="2308403" y="384231"/>
                </a:cubicBezTo>
                <a:cubicBezTo>
                  <a:pt x="2305202" y="384231"/>
                  <a:pt x="2302002" y="383682"/>
                  <a:pt x="2299076" y="382402"/>
                </a:cubicBezTo>
                <a:cubicBezTo>
                  <a:pt x="2296058" y="381213"/>
                  <a:pt x="2293407" y="379385"/>
                  <a:pt x="2291121" y="377099"/>
                </a:cubicBezTo>
                <a:cubicBezTo>
                  <a:pt x="2288835" y="374813"/>
                  <a:pt x="2287097" y="372161"/>
                  <a:pt x="2285817" y="369235"/>
                </a:cubicBezTo>
                <a:cubicBezTo>
                  <a:pt x="2284628" y="366217"/>
                  <a:pt x="2283988" y="363108"/>
                  <a:pt x="2283988" y="359908"/>
                </a:cubicBezTo>
                <a:cubicBezTo>
                  <a:pt x="2283988" y="356616"/>
                  <a:pt x="2284628" y="353507"/>
                  <a:pt x="2285817" y="350581"/>
                </a:cubicBezTo>
                <a:cubicBezTo>
                  <a:pt x="2287097" y="347563"/>
                  <a:pt x="2288835" y="344912"/>
                  <a:pt x="2291121" y="342626"/>
                </a:cubicBezTo>
                <a:cubicBezTo>
                  <a:pt x="2293407" y="340340"/>
                  <a:pt x="2296058" y="338602"/>
                  <a:pt x="2299076" y="337322"/>
                </a:cubicBezTo>
                <a:cubicBezTo>
                  <a:pt x="2302002" y="336133"/>
                  <a:pt x="2305202" y="335493"/>
                  <a:pt x="2308403" y="335493"/>
                </a:cubicBezTo>
                <a:cubicBezTo>
                  <a:pt x="2311603" y="335493"/>
                  <a:pt x="2314712" y="336133"/>
                  <a:pt x="2317730" y="337322"/>
                </a:cubicBezTo>
                <a:cubicBezTo>
                  <a:pt x="2320747" y="338602"/>
                  <a:pt x="2323399" y="340340"/>
                  <a:pt x="2325685" y="342626"/>
                </a:cubicBezTo>
                <a:cubicBezTo>
                  <a:pt x="2327971" y="344912"/>
                  <a:pt x="2329708" y="347563"/>
                  <a:pt x="2330988" y="350581"/>
                </a:cubicBezTo>
                <a:cubicBezTo>
                  <a:pt x="2332177" y="353507"/>
                  <a:pt x="2332817" y="356616"/>
                  <a:pt x="2332817" y="359908"/>
                </a:cubicBezTo>
              </a:path>
              <a:path w="3871752" h="2354397">
                <a:moveTo>
                  <a:pt x="3157240" y="24414"/>
                </a:moveTo>
                <a:cubicBezTo>
                  <a:pt x="3157240" y="27615"/>
                  <a:pt x="3156600" y="30724"/>
                  <a:pt x="3155412" y="33741"/>
                </a:cubicBezTo>
                <a:cubicBezTo>
                  <a:pt x="3154131" y="36759"/>
                  <a:pt x="3152394" y="39319"/>
                  <a:pt x="3150108" y="41605"/>
                </a:cubicBezTo>
                <a:cubicBezTo>
                  <a:pt x="3147822" y="43983"/>
                  <a:pt x="3145170" y="45720"/>
                  <a:pt x="3142153" y="46909"/>
                </a:cubicBezTo>
                <a:cubicBezTo>
                  <a:pt x="3139135" y="48189"/>
                  <a:pt x="3136026" y="48829"/>
                  <a:pt x="3132826" y="48829"/>
                </a:cubicBezTo>
                <a:cubicBezTo>
                  <a:pt x="3129625" y="48829"/>
                  <a:pt x="3126425" y="48189"/>
                  <a:pt x="3123499" y="46909"/>
                </a:cubicBezTo>
                <a:cubicBezTo>
                  <a:pt x="3120481" y="45720"/>
                  <a:pt x="3117830" y="43983"/>
                  <a:pt x="3115544" y="41605"/>
                </a:cubicBezTo>
                <a:cubicBezTo>
                  <a:pt x="3113258" y="39319"/>
                  <a:pt x="3111520" y="36759"/>
                  <a:pt x="3110240" y="33741"/>
                </a:cubicBezTo>
                <a:cubicBezTo>
                  <a:pt x="3109051" y="30724"/>
                  <a:pt x="3108411" y="27615"/>
                  <a:pt x="3108411" y="24414"/>
                </a:cubicBezTo>
                <a:cubicBezTo>
                  <a:pt x="3108411" y="21123"/>
                  <a:pt x="3109051" y="18014"/>
                  <a:pt x="3110240" y="15088"/>
                </a:cubicBezTo>
                <a:cubicBezTo>
                  <a:pt x="3111520" y="12070"/>
                  <a:pt x="3113258" y="9418"/>
                  <a:pt x="3115544" y="7132"/>
                </a:cubicBezTo>
                <a:cubicBezTo>
                  <a:pt x="3117830" y="4846"/>
                  <a:pt x="3120481" y="3109"/>
                  <a:pt x="3123499" y="1829"/>
                </a:cubicBezTo>
                <a:cubicBezTo>
                  <a:pt x="3126425" y="640"/>
                  <a:pt x="3129625" y="0"/>
                  <a:pt x="3132826" y="0"/>
                </a:cubicBezTo>
                <a:cubicBezTo>
                  <a:pt x="3136026" y="0"/>
                  <a:pt x="3139135" y="640"/>
                  <a:pt x="3142153" y="1829"/>
                </a:cubicBezTo>
                <a:cubicBezTo>
                  <a:pt x="3145170" y="3109"/>
                  <a:pt x="3147822" y="4846"/>
                  <a:pt x="3150108" y="7132"/>
                </a:cubicBezTo>
                <a:cubicBezTo>
                  <a:pt x="3152394" y="9418"/>
                  <a:pt x="3154131" y="12070"/>
                  <a:pt x="3155412" y="15088"/>
                </a:cubicBezTo>
                <a:cubicBezTo>
                  <a:pt x="3156600" y="18014"/>
                  <a:pt x="3157240" y="21123"/>
                  <a:pt x="3157240" y="24414"/>
                </a:cubicBezTo>
              </a:path>
              <a:path w="3871752" h="2354397">
                <a:moveTo>
                  <a:pt x="3871752" y="286664"/>
                </a:moveTo>
                <a:cubicBezTo>
                  <a:pt x="3871752" y="289956"/>
                  <a:pt x="3871112" y="293065"/>
                  <a:pt x="3869924" y="295991"/>
                </a:cubicBezTo>
                <a:cubicBezTo>
                  <a:pt x="3868644" y="299009"/>
                  <a:pt x="3866906" y="301661"/>
                  <a:pt x="3864620" y="303947"/>
                </a:cubicBezTo>
                <a:cubicBezTo>
                  <a:pt x="3862334" y="306233"/>
                  <a:pt x="3859682" y="307970"/>
                  <a:pt x="3856665" y="309250"/>
                </a:cubicBezTo>
                <a:cubicBezTo>
                  <a:pt x="3853647" y="310439"/>
                  <a:pt x="3850538" y="311079"/>
                  <a:pt x="3847338" y="311079"/>
                </a:cubicBezTo>
                <a:cubicBezTo>
                  <a:pt x="3844046" y="311079"/>
                  <a:pt x="3840937" y="310439"/>
                  <a:pt x="3838011" y="309250"/>
                </a:cubicBezTo>
                <a:cubicBezTo>
                  <a:pt x="3834994" y="307970"/>
                  <a:pt x="3832342" y="306233"/>
                  <a:pt x="3830056" y="303947"/>
                </a:cubicBezTo>
                <a:cubicBezTo>
                  <a:pt x="3827770" y="301661"/>
                  <a:pt x="3826032" y="299009"/>
                  <a:pt x="3824752" y="295991"/>
                </a:cubicBezTo>
                <a:cubicBezTo>
                  <a:pt x="3823564" y="293065"/>
                  <a:pt x="3822924" y="289956"/>
                  <a:pt x="3822924" y="286664"/>
                </a:cubicBezTo>
                <a:cubicBezTo>
                  <a:pt x="3822924" y="283464"/>
                  <a:pt x="3823564" y="280355"/>
                  <a:pt x="3824752" y="277338"/>
                </a:cubicBezTo>
                <a:cubicBezTo>
                  <a:pt x="3826032" y="274320"/>
                  <a:pt x="3827770" y="271760"/>
                  <a:pt x="3830056" y="269382"/>
                </a:cubicBezTo>
                <a:cubicBezTo>
                  <a:pt x="3832342" y="267096"/>
                  <a:pt x="3834994" y="265359"/>
                  <a:pt x="3838011" y="264170"/>
                </a:cubicBezTo>
                <a:cubicBezTo>
                  <a:pt x="3840937" y="262890"/>
                  <a:pt x="3844046" y="262250"/>
                  <a:pt x="3847338" y="262250"/>
                </a:cubicBezTo>
                <a:cubicBezTo>
                  <a:pt x="3850538" y="262250"/>
                  <a:pt x="3853647" y="262890"/>
                  <a:pt x="3856665" y="264170"/>
                </a:cubicBezTo>
                <a:cubicBezTo>
                  <a:pt x="3859682" y="265359"/>
                  <a:pt x="3862334" y="267096"/>
                  <a:pt x="3864620" y="269382"/>
                </a:cubicBezTo>
                <a:cubicBezTo>
                  <a:pt x="3866906" y="271760"/>
                  <a:pt x="3868644" y="274320"/>
                  <a:pt x="3869924" y="277338"/>
                </a:cubicBezTo>
                <a:cubicBezTo>
                  <a:pt x="3871112" y="280355"/>
                  <a:pt x="3871752" y="283464"/>
                  <a:pt x="3871752" y="286664"/>
                </a:cubicBezTo>
              </a:path>
              <a:path w="3871752" h="2354397">
                <a:moveTo>
                  <a:pt x="48829" y="1067379"/>
                </a:moveTo>
                <a:cubicBezTo>
                  <a:pt x="48829" y="1070671"/>
                  <a:pt x="48280" y="1073780"/>
                  <a:pt x="47000" y="1076797"/>
                </a:cubicBezTo>
                <a:cubicBezTo>
                  <a:pt x="45720" y="1079724"/>
                  <a:pt x="43983" y="1082375"/>
                  <a:pt x="41697" y="1084661"/>
                </a:cubicBezTo>
                <a:cubicBezTo>
                  <a:pt x="39411" y="1086947"/>
                  <a:pt x="36759" y="1088685"/>
                  <a:pt x="33741" y="1089965"/>
                </a:cubicBezTo>
                <a:cubicBezTo>
                  <a:pt x="30815" y="1091245"/>
                  <a:pt x="27706" y="1091794"/>
                  <a:pt x="24414" y="1091794"/>
                </a:cubicBezTo>
                <a:cubicBezTo>
                  <a:pt x="21214" y="1091794"/>
                  <a:pt x="18105" y="1091245"/>
                  <a:pt x="15088" y="1089965"/>
                </a:cubicBezTo>
                <a:cubicBezTo>
                  <a:pt x="12070" y="1088685"/>
                  <a:pt x="9418" y="1086947"/>
                  <a:pt x="7132" y="1084661"/>
                </a:cubicBezTo>
                <a:cubicBezTo>
                  <a:pt x="4846" y="1082375"/>
                  <a:pt x="3109" y="1079724"/>
                  <a:pt x="1829" y="1076797"/>
                </a:cubicBezTo>
                <a:cubicBezTo>
                  <a:pt x="640" y="1073780"/>
                  <a:pt x="0" y="1070671"/>
                  <a:pt x="0" y="1067379"/>
                </a:cubicBezTo>
                <a:cubicBezTo>
                  <a:pt x="0" y="1064179"/>
                  <a:pt x="640" y="1061070"/>
                  <a:pt x="1829" y="1058052"/>
                </a:cubicBezTo>
                <a:cubicBezTo>
                  <a:pt x="3109" y="1055126"/>
                  <a:pt x="4846" y="1052474"/>
                  <a:pt x="7132" y="1050188"/>
                </a:cubicBezTo>
                <a:cubicBezTo>
                  <a:pt x="9418" y="1047902"/>
                  <a:pt x="12070" y="1046165"/>
                  <a:pt x="15088" y="1044885"/>
                </a:cubicBezTo>
                <a:cubicBezTo>
                  <a:pt x="18105" y="1043605"/>
                  <a:pt x="21214" y="1043056"/>
                  <a:pt x="24414" y="1043056"/>
                </a:cubicBezTo>
                <a:cubicBezTo>
                  <a:pt x="27706" y="1043056"/>
                  <a:pt x="30815" y="1043605"/>
                  <a:pt x="33741" y="1044885"/>
                </a:cubicBezTo>
                <a:cubicBezTo>
                  <a:pt x="36759" y="1046165"/>
                  <a:pt x="39411" y="1047902"/>
                  <a:pt x="41697" y="1050188"/>
                </a:cubicBezTo>
                <a:cubicBezTo>
                  <a:pt x="43983" y="1052474"/>
                  <a:pt x="45720" y="1055126"/>
                  <a:pt x="47000" y="1058052"/>
                </a:cubicBezTo>
                <a:cubicBezTo>
                  <a:pt x="48280" y="1061070"/>
                  <a:pt x="48829" y="1064179"/>
                  <a:pt x="48829" y="1067379"/>
                </a:cubicBezTo>
              </a:path>
              <a:path w="3871752" h="2354397">
                <a:moveTo>
                  <a:pt x="806135" y="774680"/>
                </a:moveTo>
                <a:cubicBezTo>
                  <a:pt x="806135" y="777880"/>
                  <a:pt x="805495" y="780989"/>
                  <a:pt x="804215" y="784007"/>
                </a:cubicBezTo>
                <a:cubicBezTo>
                  <a:pt x="803026" y="786933"/>
                  <a:pt x="801197" y="789584"/>
                  <a:pt x="798911" y="791870"/>
                </a:cubicBezTo>
                <a:cubicBezTo>
                  <a:pt x="796625" y="794156"/>
                  <a:pt x="794065" y="795985"/>
                  <a:pt x="791047" y="797174"/>
                </a:cubicBezTo>
                <a:cubicBezTo>
                  <a:pt x="788030" y="798454"/>
                  <a:pt x="784921" y="799003"/>
                  <a:pt x="781721" y="799003"/>
                </a:cubicBezTo>
                <a:cubicBezTo>
                  <a:pt x="778429" y="799003"/>
                  <a:pt x="775320" y="798454"/>
                  <a:pt x="772302" y="797174"/>
                </a:cubicBezTo>
                <a:cubicBezTo>
                  <a:pt x="769376" y="795985"/>
                  <a:pt x="766724" y="794156"/>
                  <a:pt x="764438" y="791870"/>
                </a:cubicBezTo>
                <a:cubicBezTo>
                  <a:pt x="762152" y="789584"/>
                  <a:pt x="760324" y="786933"/>
                  <a:pt x="759135" y="784007"/>
                </a:cubicBezTo>
                <a:cubicBezTo>
                  <a:pt x="757855" y="780989"/>
                  <a:pt x="757215" y="777880"/>
                  <a:pt x="757215" y="774680"/>
                </a:cubicBezTo>
                <a:cubicBezTo>
                  <a:pt x="757215" y="771388"/>
                  <a:pt x="757855" y="768279"/>
                  <a:pt x="759135" y="765353"/>
                </a:cubicBezTo>
                <a:cubicBezTo>
                  <a:pt x="760324" y="762335"/>
                  <a:pt x="762152" y="759684"/>
                  <a:pt x="764438" y="757398"/>
                </a:cubicBezTo>
                <a:cubicBezTo>
                  <a:pt x="766724" y="755112"/>
                  <a:pt x="769376" y="753374"/>
                  <a:pt x="772302" y="752094"/>
                </a:cubicBezTo>
                <a:cubicBezTo>
                  <a:pt x="775320" y="750905"/>
                  <a:pt x="778429" y="750265"/>
                  <a:pt x="781721" y="750265"/>
                </a:cubicBezTo>
                <a:cubicBezTo>
                  <a:pt x="784921" y="750265"/>
                  <a:pt x="788030" y="750905"/>
                  <a:pt x="791047" y="752094"/>
                </a:cubicBezTo>
                <a:cubicBezTo>
                  <a:pt x="794065" y="753374"/>
                  <a:pt x="796625" y="755112"/>
                  <a:pt x="798911" y="757398"/>
                </a:cubicBezTo>
                <a:cubicBezTo>
                  <a:pt x="801197" y="759684"/>
                  <a:pt x="803026" y="762335"/>
                  <a:pt x="804215" y="765353"/>
                </a:cubicBezTo>
                <a:cubicBezTo>
                  <a:pt x="805495" y="768279"/>
                  <a:pt x="806135" y="771388"/>
                  <a:pt x="806135" y="774680"/>
                </a:cubicBezTo>
              </a:path>
              <a:path w="3871752" h="2354397">
                <a:moveTo>
                  <a:pt x="1569476" y="1110082"/>
                </a:moveTo>
                <a:cubicBezTo>
                  <a:pt x="1569476" y="1113373"/>
                  <a:pt x="1568836" y="1116482"/>
                  <a:pt x="1567647" y="1119500"/>
                </a:cubicBezTo>
                <a:cubicBezTo>
                  <a:pt x="1566367" y="1122426"/>
                  <a:pt x="1564630" y="1125078"/>
                  <a:pt x="1562344" y="1127364"/>
                </a:cubicBezTo>
                <a:cubicBezTo>
                  <a:pt x="1560058" y="1129650"/>
                  <a:pt x="1557406" y="1131387"/>
                  <a:pt x="1554389" y="1132667"/>
                </a:cubicBezTo>
                <a:cubicBezTo>
                  <a:pt x="1551371" y="1133856"/>
                  <a:pt x="1548262" y="1134496"/>
                  <a:pt x="1545062" y="1134496"/>
                </a:cubicBezTo>
                <a:cubicBezTo>
                  <a:pt x="1541770" y="1134496"/>
                  <a:pt x="1538661" y="1133856"/>
                  <a:pt x="1535735" y="1132667"/>
                </a:cubicBezTo>
                <a:cubicBezTo>
                  <a:pt x="1532717" y="1131387"/>
                  <a:pt x="1530066" y="1129650"/>
                  <a:pt x="1527780" y="1127364"/>
                </a:cubicBezTo>
                <a:cubicBezTo>
                  <a:pt x="1525494" y="1125078"/>
                  <a:pt x="1523665" y="1122426"/>
                  <a:pt x="1522476" y="1119500"/>
                </a:cubicBezTo>
                <a:cubicBezTo>
                  <a:pt x="1521196" y="1116482"/>
                  <a:pt x="1520647" y="1113373"/>
                  <a:pt x="1520647" y="1110082"/>
                </a:cubicBezTo>
                <a:cubicBezTo>
                  <a:pt x="1520647" y="1106881"/>
                  <a:pt x="1521196" y="1103772"/>
                  <a:pt x="1522476" y="1100755"/>
                </a:cubicBezTo>
                <a:cubicBezTo>
                  <a:pt x="1523665" y="1097829"/>
                  <a:pt x="1525494" y="1095177"/>
                  <a:pt x="1527780" y="1092891"/>
                </a:cubicBezTo>
                <a:cubicBezTo>
                  <a:pt x="1530066" y="1090605"/>
                  <a:pt x="1532717" y="1088776"/>
                  <a:pt x="1535735" y="1087587"/>
                </a:cubicBezTo>
                <a:cubicBezTo>
                  <a:pt x="1538661" y="1086307"/>
                  <a:pt x="1541770" y="1085759"/>
                  <a:pt x="1545062" y="1085759"/>
                </a:cubicBezTo>
                <a:cubicBezTo>
                  <a:pt x="1548262" y="1085759"/>
                  <a:pt x="1551371" y="1086307"/>
                  <a:pt x="1554389" y="1087587"/>
                </a:cubicBezTo>
                <a:cubicBezTo>
                  <a:pt x="1557406" y="1088776"/>
                  <a:pt x="1560058" y="1090605"/>
                  <a:pt x="1562344" y="1092891"/>
                </a:cubicBezTo>
                <a:cubicBezTo>
                  <a:pt x="1564630" y="1095177"/>
                  <a:pt x="1566367" y="1097829"/>
                  <a:pt x="1567647" y="1100755"/>
                </a:cubicBezTo>
                <a:cubicBezTo>
                  <a:pt x="1568836" y="1103772"/>
                  <a:pt x="1569476" y="1106881"/>
                  <a:pt x="1569476" y="1110082"/>
                </a:cubicBezTo>
              </a:path>
              <a:path w="3871752" h="2354397">
                <a:moveTo>
                  <a:pt x="2320656" y="774680"/>
                </a:moveTo>
                <a:cubicBezTo>
                  <a:pt x="2320656" y="777880"/>
                  <a:pt x="2320016" y="780989"/>
                  <a:pt x="2318736" y="784007"/>
                </a:cubicBezTo>
                <a:cubicBezTo>
                  <a:pt x="2317547" y="786933"/>
                  <a:pt x="2315718" y="789584"/>
                  <a:pt x="2313432" y="791870"/>
                </a:cubicBezTo>
                <a:cubicBezTo>
                  <a:pt x="2311146" y="794156"/>
                  <a:pt x="2308494" y="795985"/>
                  <a:pt x="2305568" y="797174"/>
                </a:cubicBezTo>
                <a:cubicBezTo>
                  <a:pt x="2302551" y="798454"/>
                  <a:pt x="2299442" y="799003"/>
                  <a:pt x="2296150" y="799003"/>
                </a:cubicBezTo>
                <a:cubicBezTo>
                  <a:pt x="2292949" y="799003"/>
                  <a:pt x="2289840" y="798454"/>
                  <a:pt x="2286823" y="797174"/>
                </a:cubicBezTo>
                <a:cubicBezTo>
                  <a:pt x="2283805" y="795985"/>
                  <a:pt x="2281245" y="794156"/>
                  <a:pt x="2278868" y="791870"/>
                </a:cubicBezTo>
                <a:cubicBezTo>
                  <a:pt x="2276582" y="789584"/>
                  <a:pt x="2274844" y="786933"/>
                  <a:pt x="2273656" y="784007"/>
                </a:cubicBezTo>
                <a:cubicBezTo>
                  <a:pt x="2272375" y="780989"/>
                  <a:pt x="2271735" y="777880"/>
                  <a:pt x="2271735" y="774680"/>
                </a:cubicBezTo>
                <a:cubicBezTo>
                  <a:pt x="2271735" y="771388"/>
                  <a:pt x="2272375" y="768279"/>
                  <a:pt x="2273656" y="765353"/>
                </a:cubicBezTo>
                <a:cubicBezTo>
                  <a:pt x="2274844" y="762335"/>
                  <a:pt x="2276582" y="759684"/>
                  <a:pt x="2278868" y="757398"/>
                </a:cubicBezTo>
                <a:cubicBezTo>
                  <a:pt x="2281245" y="755112"/>
                  <a:pt x="2283805" y="753374"/>
                  <a:pt x="2286823" y="752094"/>
                </a:cubicBezTo>
                <a:cubicBezTo>
                  <a:pt x="2289840" y="750905"/>
                  <a:pt x="2292949" y="750265"/>
                  <a:pt x="2296150" y="750265"/>
                </a:cubicBezTo>
                <a:cubicBezTo>
                  <a:pt x="2299442" y="750265"/>
                  <a:pt x="2302551" y="750905"/>
                  <a:pt x="2305568" y="752094"/>
                </a:cubicBezTo>
                <a:cubicBezTo>
                  <a:pt x="2308494" y="753374"/>
                  <a:pt x="2311146" y="755112"/>
                  <a:pt x="2313432" y="757398"/>
                </a:cubicBezTo>
                <a:cubicBezTo>
                  <a:pt x="2315718" y="759684"/>
                  <a:pt x="2317547" y="762335"/>
                  <a:pt x="2318736" y="765353"/>
                </a:cubicBezTo>
                <a:cubicBezTo>
                  <a:pt x="2320016" y="768279"/>
                  <a:pt x="2320656" y="771388"/>
                  <a:pt x="2320656" y="774680"/>
                </a:cubicBezTo>
              </a:path>
              <a:path w="3871752" h="2354397">
                <a:moveTo>
                  <a:pt x="3187781" y="1049091"/>
                </a:moveTo>
                <a:cubicBezTo>
                  <a:pt x="3187781" y="1052383"/>
                  <a:pt x="3187141" y="1055492"/>
                  <a:pt x="3185952" y="1058418"/>
                </a:cubicBezTo>
                <a:cubicBezTo>
                  <a:pt x="3184672" y="1061436"/>
                  <a:pt x="3182935" y="1064087"/>
                  <a:pt x="3180649" y="1066373"/>
                </a:cubicBezTo>
                <a:cubicBezTo>
                  <a:pt x="3178363" y="1068659"/>
                  <a:pt x="3175711" y="1070397"/>
                  <a:pt x="3172694" y="1071677"/>
                </a:cubicBezTo>
                <a:cubicBezTo>
                  <a:pt x="3169676" y="1072866"/>
                  <a:pt x="3166567" y="1073506"/>
                  <a:pt x="3163367" y="1073506"/>
                </a:cubicBezTo>
                <a:cubicBezTo>
                  <a:pt x="3160075" y="1073506"/>
                  <a:pt x="3156966" y="1072866"/>
                  <a:pt x="3154040" y="1071677"/>
                </a:cubicBezTo>
                <a:cubicBezTo>
                  <a:pt x="3151022" y="1070397"/>
                  <a:pt x="3148371" y="1068659"/>
                  <a:pt x="3146085" y="1066373"/>
                </a:cubicBezTo>
                <a:cubicBezTo>
                  <a:pt x="3143799" y="1064087"/>
                  <a:pt x="3142061" y="1061436"/>
                  <a:pt x="3140781" y="1058418"/>
                </a:cubicBezTo>
                <a:cubicBezTo>
                  <a:pt x="3139592" y="1055492"/>
                  <a:pt x="3138952" y="1052383"/>
                  <a:pt x="3138952" y="1049091"/>
                </a:cubicBezTo>
                <a:cubicBezTo>
                  <a:pt x="3138952" y="1045891"/>
                  <a:pt x="3139592" y="1042782"/>
                  <a:pt x="3140781" y="1039764"/>
                </a:cubicBezTo>
                <a:cubicBezTo>
                  <a:pt x="3142061" y="1036838"/>
                  <a:pt x="3143799" y="1034186"/>
                  <a:pt x="3146085" y="1031900"/>
                </a:cubicBezTo>
                <a:cubicBezTo>
                  <a:pt x="3148371" y="1029614"/>
                  <a:pt x="3151022" y="1027786"/>
                  <a:pt x="3154040" y="1026597"/>
                </a:cubicBezTo>
                <a:cubicBezTo>
                  <a:pt x="3156966" y="1025317"/>
                  <a:pt x="3160075" y="1024768"/>
                  <a:pt x="3163367" y="1024768"/>
                </a:cubicBezTo>
                <a:cubicBezTo>
                  <a:pt x="3166567" y="1024768"/>
                  <a:pt x="3169676" y="1025317"/>
                  <a:pt x="3172694" y="1026597"/>
                </a:cubicBezTo>
                <a:cubicBezTo>
                  <a:pt x="3175711" y="1027786"/>
                  <a:pt x="3178363" y="1029614"/>
                  <a:pt x="3180649" y="1031900"/>
                </a:cubicBezTo>
                <a:cubicBezTo>
                  <a:pt x="3182935" y="1034186"/>
                  <a:pt x="3184672" y="1036838"/>
                  <a:pt x="3185952" y="1039764"/>
                </a:cubicBezTo>
                <a:cubicBezTo>
                  <a:pt x="3187141" y="1042782"/>
                  <a:pt x="3187781" y="1045891"/>
                  <a:pt x="3187781" y="1049091"/>
                </a:cubicBezTo>
              </a:path>
              <a:path w="3871752" h="2354397">
                <a:moveTo>
                  <a:pt x="3859500" y="744139"/>
                </a:moveTo>
                <a:cubicBezTo>
                  <a:pt x="3859500" y="747339"/>
                  <a:pt x="3858951" y="750540"/>
                  <a:pt x="3857671" y="753466"/>
                </a:cubicBezTo>
                <a:cubicBezTo>
                  <a:pt x="3856482" y="756483"/>
                  <a:pt x="3854653" y="759135"/>
                  <a:pt x="3852367" y="761421"/>
                </a:cubicBezTo>
                <a:cubicBezTo>
                  <a:pt x="3850081" y="763707"/>
                  <a:pt x="3847429" y="765444"/>
                  <a:pt x="3844503" y="766724"/>
                </a:cubicBezTo>
                <a:cubicBezTo>
                  <a:pt x="3841486" y="767913"/>
                  <a:pt x="3838377" y="768553"/>
                  <a:pt x="3835085" y="768553"/>
                </a:cubicBezTo>
                <a:cubicBezTo>
                  <a:pt x="3831885" y="768553"/>
                  <a:pt x="3828776" y="767913"/>
                  <a:pt x="3825758" y="766724"/>
                </a:cubicBezTo>
                <a:cubicBezTo>
                  <a:pt x="3822741" y="765444"/>
                  <a:pt x="3820089" y="763707"/>
                  <a:pt x="3817803" y="761421"/>
                </a:cubicBezTo>
                <a:cubicBezTo>
                  <a:pt x="3815517" y="759135"/>
                  <a:pt x="3813780" y="756483"/>
                  <a:pt x="3812591" y="753466"/>
                </a:cubicBezTo>
                <a:cubicBezTo>
                  <a:pt x="3811311" y="750540"/>
                  <a:pt x="3810671" y="747339"/>
                  <a:pt x="3810671" y="744139"/>
                </a:cubicBezTo>
                <a:cubicBezTo>
                  <a:pt x="3810671" y="740938"/>
                  <a:pt x="3811311" y="737829"/>
                  <a:pt x="3812591" y="734812"/>
                </a:cubicBezTo>
                <a:cubicBezTo>
                  <a:pt x="3813780" y="731794"/>
                  <a:pt x="3815517" y="729143"/>
                  <a:pt x="3817803" y="726857"/>
                </a:cubicBezTo>
                <a:cubicBezTo>
                  <a:pt x="3820089" y="724571"/>
                  <a:pt x="3822741" y="722833"/>
                  <a:pt x="3825758" y="721644"/>
                </a:cubicBezTo>
                <a:cubicBezTo>
                  <a:pt x="3828776" y="720364"/>
                  <a:pt x="3831885" y="719724"/>
                  <a:pt x="3835085" y="719724"/>
                </a:cubicBezTo>
                <a:cubicBezTo>
                  <a:pt x="3838377" y="719724"/>
                  <a:pt x="3841486" y="720364"/>
                  <a:pt x="3844503" y="721644"/>
                </a:cubicBezTo>
                <a:cubicBezTo>
                  <a:pt x="3847429" y="722833"/>
                  <a:pt x="3850081" y="724571"/>
                  <a:pt x="3852367" y="726857"/>
                </a:cubicBezTo>
                <a:cubicBezTo>
                  <a:pt x="3854653" y="729143"/>
                  <a:pt x="3856482" y="731794"/>
                  <a:pt x="3857671" y="734812"/>
                </a:cubicBezTo>
                <a:cubicBezTo>
                  <a:pt x="3858951" y="737829"/>
                  <a:pt x="3859500" y="740938"/>
                  <a:pt x="3859500" y="744139"/>
                </a:cubicBezTo>
              </a:path>
              <a:path w="3871752" h="2354397">
                <a:moveTo>
                  <a:pt x="103784" y="2238543"/>
                </a:moveTo>
                <a:cubicBezTo>
                  <a:pt x="103784" y="2241743"/>
                  <a:pt x="103236" y="2244852"/>
                  <a:pt x="101956" y="2247870"/>
                </a:cubicBezTo>
                <a:cubicBezTo>
                  <a:pt x="100675" y="2250887"/>
                  <a:pt x="98938" y="2253539"/>
                  <a:pt x="96652" y="2255825"/>
                </a:cubicBezTo>
                <a:cubicBezTo>
                  <a:pt x="94366" y="2258111"/>
                  <a:pt x="91714" y="2259848"/>
                  <a:pt x="88697" y="2261037"/>
                </a:cubicBezTo>
                <a:cubicBezTo>
                  <a:pt x="85771" y="2262317"/>
                  <a:pt x="82662" y="2262957"/>
                  <a:pt x="79370" y="2262957"/>
                </a:cubicBezTo>
                <a:cubicBezTo>
                  <a:pt x="76170" y="2262957"/>
                  <a:pt x="73061" y="2262317"/>
                  <a:pt x="70043" y="2261037"/>
                </a:cubicBezTo>
                <a:cubicBezTo>
                  <a:pt x="67026" y="2259848"/>
                  <a:pt x="64374" y="2258111"/>
                  <a:pt x="62088" y="2255825"/>
                </a:cubicBezTo>
                <a:cubicBezTo>
                  <a:pt x="59802" y="2253539"/>
                  <a:pt x="58064" y="2250887"/>
                  <a:pt x="56784" y="2247870"/>
                </a:cubicBezTo>
                <a:cubicBezTo>
                  <a:pt x="55596" y="2244852"/>
                  <a:pt x="54955" y="2241743"/>
                  <a:pt x="54955" y="2238543"/>
                </a:cubicBezTo>
                <a:cubicBezTo>
                  <a:pt x="54955" y="2235342"/>
                  <a:pt x="55596" y="2232233"/>
                  <a:pt x="56784" y="2229216"/>
                </a:cubicBezTo>
                <a:cubicBezTo>
                  <a:pt x="58064" y="2226198"/>
                  <a:pt x="59802" y="2223546"/>
                  <a:pt x="62088" y="2221260"/>
                </a:cubicBezTo>
                <a:cubicBezTo>
                  <a:pt x="64374" y="2218974"/>
                  <a:pt x="67026" y="2217237"/>
                  <a:pt x="70043" y="2215957"/>
                </a:cubicBezTo>
                <a:cubicBezTo>
                  <a:pt x="73061" y="2214768"/>
                  <a:pt x="76170" y="2214128"/>
                  <a:pt x="79370" y="2214128"/>
                </a:cubicBezTo>
                <a:cubicBezTo>
                  <a:pt x="82662" y="2214128"/>
                  <a:pt x="85771" y="2214768"/>
                  <a:pt x="88697" y="2215957"/>
                </a:cubicBezTo>
                <a:cubicBezTo>
                  <a:pt x="91714" y="2217237"/>
                  <a:pt x="94366" y="2218974"/>
                  <a:pt x="96652" y="2221260"/>
                </a:cubicBezTo>
                <a:cubicBezTo>
                  <a:pt x="98938" y="2223546"/>
                  <a:pt x="100675" y="2226198"/>
                  <a:pt x="101956" y="2229216"/>
                </a:cubicBezTo>
                <a:cubicBezTo>
                  <a:pt x="103236" y="2232233"/>
                  <a:pt x="103784" y="2235342"/>
                  <a:pt x="103784" y="2238543"/>
                </a:cubicBezTo>
              </a:path>
              <a:path w="3871752" h="2354397">
                <a:moveTo>
                  <a:pt x="867217" y="1933590"/>
                </a:moveTo>
                <a:cubicBezTo>
                  <a:pt x="867217" y="1936791"/>
                  <a:pt x="866577" y="1939900"/>
                  <a:pt x="865297" y="1942917"/>
                </a:cubicBezTo>
                <a:cubicBezTo>
                  <a:pt x="864108" y="1945843"/>
                  <a:pt x="862279" y="1948495"/>
                  <a:pt x="859993" y="1950781"/>
                </a:cubicBezTo>
                <a:cubicBezTo>
                  <a:pt x="857707" y="1953067"/>
                  <a:pt x="855055" y="1954896"/>
                  <a:pt x="852129" y="1956084"/>
                </a:cubicBezTo>
                <a:cubicBezTo>
                  <a:pt x="849112" y="1957365"/>
                  <a:pt x="846003" y="1958005"/>
                  <a:pt x="842711" y="1958005"/>
                </a:cubicBezTo>
                <a:cubicBezTo>
                  <a:pt x="839511" y="1958005"/>
                  <a:pt x="836402" y="1957365"/>
                  <a:pt x="833384" y="1956084"/>
                </a:cubicBezTo>
                <a:cubicBezTo>
                  <a:pt x="830367" y="1954896"/>
                  <a:pt x="827806" y="1953067"/>
                  <a:pt x="825520" y="1950781"/>
                </a:cubicBezTo>
                <a:cubicBezTo>
                  <a:pt x="823143" y="1948495"/>
                  <a:pt x="821406" y="1945843"/>
                  <a:pt x="820217" y="1942917"/>
                </a:cubicBezTo>
                <a:cubicBezTo>
                  <a:pt x="818937" y="1939900"/>
                  <a:pt x="818297" y="1936791"/>
                  <a:pt x="818297" y="1933590"/>
                </a:cubicBezTo>
                <a:cubicBezTo>
                  <a:pt x="818297" y="1930298"/>
                  <a:pt x="818937" y="1927189"/>
                  <a:pt x="820217" y="1924263"/>
                </a:cubicBezTo>
                <a:cubicBezTo>
                  <a:pt x="821406" y="1921246"/>
                  <a:pt x="823143" y="1918594"/>
                  <a:pt x="825520" y="1916308"/>
                </a:cubicBezTo>
                <a:cubicBezTo>
                  <a:pt x="827806" y="1914022"/>
                  <a:pt x="830367" y="1912285"/>
                  <a:pt x="833384" y="1911005"/>
                </a:cubicBezTo>
                <a:cubicBezTo>
                  <a:pt x="836402" y="1909816"/>
                  <a:pt x="839511" y="1909176"/>
                  <a:pt x="842711" y="1909176"/>
                </a:cubicBezTo>
                <a:cubicBezTo>
                  <a:pt x="846003" y="1909176"/>
                  <a:pt x="849112" y="1909816"/>
                  <a:pt x="852129" y="1911005"/>
                </a:cubicBezTo>
                <a:cubicBezTo>
                  <a:pt x="855055" y="1912285"/>
                  <a:pt x="857707" y="1914022"/>
                  <a:pt x="859993" y="1916308"/>
                </a:cubicBezTo>
                <a:cubicBezTo>
                  <a:pt x="862279" y="1918594"/>
                  <a:pt x="864108" y="1921246"/>
                  <a:pt x="865297" y="1924263"/>
                </a:cubicBezTo>
                <a:cubicBezTo>
                  <a:pt x="866577" y="1927189"/>
                  <a:pt x="867217" y="1930298"/>
                  <a:pt x="867217" y="1933590"/>
                </a:cubicBezTo>
              </a:path>
              <a:path w="3871752" h="2354397">
                <a:moveTo>
                  <a:pt x="1569476" y="2330074"/>
                </a:moveTo>
                <a:cubicBezTo>
                  <a:pt x="1569476" y="2333274"/>
                  <a:pt x="1568836" y="2336383"/>
                  <a:pt x="1567647" y="2339401"/>
                </a:cubicBezTo>
                <a:cubicBezTo>
                  <a:pt x="1566367" y="2342327"/>
                  <a:pt x="1564630" y="2344979"/>
                  <a:pt x="1562344" y="2347265"/>
                </a:cubicBezTo>
                <a:cubicBezTo>
                  <a:pt x="1560058" y="2349551"/>
                  <a:pt x="1557406" y="2351380"/>
                  <a:pt x="1554389" y="2352568"/>
                </a:cubicBezTo>
                <a:cubicBezTo>
                  <a:pt x="1551371" y="2353848"/>
                  <a:pt x="1548262" y="2354397"/>
                  <a:pt x="1545062" y="2354397"/>
                </a:cubicBezTo>
                <a:cubicBezTo>
                  <a:pt x="1541770" y="2354397"/>
                  <a:pt x="1538661" y="2353848"/>
                  <a:pt x="1535735" y="2352568"/>
                </a:cubicBezTo>
                <a:cubicBezTo>
                  <a:pt x="1532717" y="2351380"/>
                  <a:pt x="1530066" y="2349551"/>
                  <a:pt x="1527780" y="2347265"/>
                </a:cubicBezTo>
                <a:cubicBezTo>
                  <a:pt x="1525494" y="2344979"/>
                  <a:pt x="1523665" y="2342327"/>
                  <a:pt x="1522476" y="2339401"/>
                </a:cubicBezTo>
                <a:cubicBezTo>
                  <a:pt x="1521196" y="2336383"/>
                  <a:pt x="1520647" y="2333274"/>
                  <a:pt x="1520647" y="2330074"/>
                </a:cubicBezTo>
                <a:cubicBezTo>
                  <a:pt x="1520647" y="2326782"/>
                  <a:pt x="1521196" y="2323673"/>
                  <a:pt x="1522476" y="2320656"/>
                </a:cubicBezTo>
                <a:cubicBezTo>
                  <a:pt x="1523665" y="2317730"/>
                  <a:pt x="1525494" y="2315078"/>
                  <a:pt x="1527780" y="2312792"/>
                </a:cubicBezTo>
                <a:cubicBezTo>
                  <a:pt x="1530066" y="2310506"/>
                  <a:pt x="1532717" y="2308769"/>
                  <a:pt x="1535735" y="2307488"/>
                </a:cubicBezTo>
                <a:cubicBezTo>
                  <a:pt x="1538661" y="2306300"/>
                  <a:pt x="1541770" y="2305660"/>
                  <a:pt x="1545062" y="2305660"/>
                </a:cubicBezTo>
                <a:cubicBezTo>
                  <a:pt x="1548262" y="2305660"/>
                  <a:pt x="1551371" y="2306300"/>
                  <a:pt x="1554389" y="2307488"/>
                </a:cubicBezTo>
                <a:cubicBezTo>
                  <a:pt x="1557406" y="2308769"/>
                  <a:pt x="1560058" y="2310506"/>
                  <a:pt x="1562344" y="2312792"/>
                </a:cubicBezTo>
                <a:cubicBezTo>
                  <a:pt x="1564630" y="2315078"/>
                  <a:pt x="1566367" y="2317730"/>
                  <a:pt x="1567647" y="2320656"/>
                </a:cubicBezTo>
                <a:cubicBezTo>
                  <a:pt x="1568836" y="2323673"/>
                  <a:pt x="1569476" y="2326782"/>
                  <a:pt x="1569476" y="2330074"/>
                </a:cubicBezTo>
              </a:path>
              <a:path w="3871752" h="2354397">
                <a:moveTo>
                  <a:pt x="2357232" y="1964040"/>
                </a:moveTo>
                <a:cubicBezTo>
                  <a:pt x="2357232" y="1967332"/>
                  <a:pt x="2356592" y="1970441"/>
                  <a:pt x="2355403" y="1973367"/>
                </a:cubicBezTo>
                <a:cubicBezTo>
                  <a:pt x="2354123" y="1976384"/>
                  <a:pt x="2352385" y="1979036"/>
                  <a:pt x="2350099" y="1981322"/>
                </a:cubicBezTo>
                <a:cubicBezTo>
                  <a:pt x="2347813" y="1983608"/>
                  <a:pt x="2345162" y="1985345"/>
                  <a:pt x="2342144" y="1986625"/>
                </a:cubicBezTo>
                <a:cubicBezTo>
                  <a:pt x="2339218" y="1987814"/>
                  <a:pt x="2336109" y="1988454"/>
                  <a:pt x="2332817" y="1988454"/>
                </a:cubicBezTo>
                <a:cubicBezTo>
                  <a:pt x="2329617" y="1988454"/>
                  <a:pt x="2326508" y="1987814"/>
                  <a:pt x="2323490" y="1986625"/>
                </a:cubicBezTo>
                <a:cubicBezTo>
                  <a:pt x="2320473" y="1985345"/>
                  <a:pt x="2317821" y="1983608"/>
                  <a:pt x="2315535" y="1981322"/>
                </a:cubicBezTo>
                <a:cubicBezTo>
                  <a:pt x="2313249" y="1979036"/>
                  <a:pt x="2311512" y="1976384"/>
                  <a:pt x="2310232" y="1973367"/>
                </a:cubicBezTo>
                <a:cubicBezTo>
                  <a:pt x="2309043" y="1970441"/>
                  <a:pt x="2308403" y="1967332"/>
                  <a:pt x="2308403" y="1964040"/>
                </a:cubicBezTo>
                <a:cubicBezTo>
                  <a:pt x="2308403" y="1960839"/>
                  <a:pt x="2309043" y="1957730"/>
                  <a:pt x="2310232" y="1954713"/>
                </a:cubicBezTo>
                <a:cubicBezTo>
                  <a:pt x="2311512" y="1951695"/>
                  <a:pt x="2313249" y="1949135"/>
                  <a:pt x="2315535" y="1946849"/>
                </a:cubicBezTo>
                <a:cubicBezTo>
                  <a:pt x="2317821" y="1944563"/>
                  <a:pt x="2320473" y="1942734"/>
                  <a:pt x="2323490" y="1941546"/>
                </a:cubicBezTo>
                <a:cubicBezTo>
                  <a:pt x="2326508" y="1940265"/>
                  <a:pt x="2329617" y="1939625"/>
                  <a:pt x="2332817" y="1939625"/>
                </a:cubicBezTo>
                <a:cubicBezTo>
                  <a:pt x="2336109" y="1939625"/>
                  <a:pt x="2339218" y="1940265"/>
                  <a:pt x="2342144" y="1941546"/>
                </a:cubicBezTo>
                <a:cubicBezTo>
                  <a:pt x="2345162" y="1942734"/>
                  <a:pt x="2347813" y="1944563"/>
                  <a:pt x="2350099" y="1946849"/>
                </a:cubicBezTo>
                <a:cubicBezTo>
                  <a:pt x="2352385" y="1949135"/>
                  <a:pt x="2354123" y="1951695"/>
                  <a:pt x="2355403" y="1954713"/>
                </a:cubicBezTo>
                <a:cubicBezTo>
                  <a:pt x="2356592" y="1957730"/>
                  <a:pt x="2357232" y="1960839"/>
                  <a:pt x="2357232" y="1964040"/>
                </a:cubicBezTo>
              </a:path>
              <a:path w="3871752" h="2354397">
                <a:moveTo>
                  <a:pt x="3157240" y="2330074"/>
                </a:moveTo>
                <a:cubicBezTo>
                  <a:pt x="3157240" y="2333274"/>
                  <a:pt x="3156600" y="2336383"/>
                  <a:pt x="3155412" y="2339401"/>
                </a:cubicBezTo>
                <a:cubicBezTo>
                  <a:pt x="3154131" y="2342327"/>
                  <a:pt x="3152394" y="2344979"/>
                  <a:pt x="3150108" y="2347265"/>
                </a:cubicBezTo>
                <a:cubicBezTo>
                  <a:pt x="3147822" y="2349551"/>
                  <a:pt x="3145170" y="2351380"/>
                  <a:pt x="3142153" y="2352568"/>
                </a:cubicBezTo>
                <a:cubicBezTo>
                  <a:pt x="3139135" y="2353848"/>
                  <a:pt x="3136026" y="2354397"/>
                  <a:pt x="3132826" y="2354397"/>
                </a:cubicBezTo>
                <a:cubicBezTo>
                  <a:pt x="3129625" y="2354397"/>
                  <a:pt x="3126425" y="2353848"/>
                  <a:pt x="3123499" y="2352568"/>
                </a:cubicBezTo>
                <a:cubicBezTo>
                  <a:pt x="3120481" y="2351380"/>
                  <a:pt x="3117830" y="2349551"/>
                  <a:pt x="3115544" y="2347265"/>
                </a:cubicBezTo>
                <a:cubicBezTo>
                  <a:pt x="3113258" y="2344979"/>
                  <a:pt x="3111520" y="2342327"/>
                  <a:pt x="3110240" y="2339401"/>
                </a:cubicBezTo>
                <a:cubicBezTo>
                  <a:pt x="3109051" y="2336383"/>
                  <a:pt x="3108411" y="2333274"/>
                  <a:pt x="3108411" y="2330074"/>
                </a:cubicBezTo>
                <a:cubicBezTo>
                  <a:pt x="3108411" y="2326782"/>
                  <a:pt x="3109051" y="2323673"/>
                  <a:pt x="3110240" y="2320656"/>
                </a:cubicBezTo>
                <a:cubicBezTo>
                  <a:pt x="3111520" y="2317730"/>
                  <a:pt x="3113258" y="2315078"/>
                  <a:pt x="3115544" y="2312792"/>
                </a:cubicBezTo>
                <a:cubicBezTo>
                  <a:pt x="3117830" y="2310506"/>
                  <a:pt x="3120481" y="2308769"/>
                  <a:pt x="3123499" y="2307488"/>
                </a:cubicBezTo>
                <a:cubicBezTo>
                  <a:pt x="3126425" y="2306300"/>
                  <a:pt x="3129625" y="2305660"/>
                  <a:pt x="3132826" y="2305660"/>
                </a:cubicBezTo>
                <a:cubicBezTo>
                  <a:pt x="3136026" y="2305660"/>
                  <a:pt x="3139135" y="2306300"/>
                  <a:pt x="3142153" y="2307488"/>
                </a:cubicBezTo>
                <a:cubicBezTo>
                  <a:pt x="3145170" y="2308769"/>
                  <a:pt x="3147822" y="2310506"/>
                  <a:pt x="3150108" y="2312792"/>
                </a:cubicBezTo>
                <a:cubicBezTo>
                  <a:pt x="3152394" y="2315078"/>
                  <a:pt x="3154131" y="2317730"/>
                  <a:pt x="3155412" y="2320656"/>
                </a:cubicBezTo>
                <a:cubicBezTo>
                  <a:pt x="3156600" y="2323673"/>
                  <a:pt x="3157240" y="2326782"/>
                  <a:pt x="3157240" y="2330074"/>
                </a:cubicBezTo>
              </a:path>
              <a:path w="3871752" h="2354397">
                <a:moveTo>
                  <a:pt x="3847338" y="1964040"/>
                </a:moveTo>
                <a:cubicBezTo>
                  <a:pt x="3847338" y="1967332"/>
                  <a:pt x="3846698" y="1970441"/>
                  <a:pt x="3845509" y="1973367"/>
                </a:cubicBezTo>
                <a:cubicBezTo>
                  <a:pt x="3844229" y="1976384"/>
                  <a:pt x="3842492" y="1979036"/>
                  <a:pt x="3840206" y="1981322"/>
                </a:cubicBezTo>
                <a:cubicBezTo>
                  <a:pt x="3837920" y="1983608"/>
                  <a:pt x="3835268" y="1985345"/>
                  <a:pt x="3832250" y="1986625"/>
                </a:cubicBezTo>
                <a:cubicBezTo>
                  <a:pt x="3829233" y="1987814"/>
                  <a:pt x="3826124" y="1988454"/>
                  <a:pt x="3822924" y="1988454"/>
                </a:cubicBezTo>
                <a:cubicBezTo>
                  <a:pt x="3819632" y="1988454"/>
                  <a:pt x="3816523" y="1987814"/>
                  <a:pt x="3813597" y="1986625"/>
                </a:cubicBezTo>
                <a:cubicBezTo>
                  <a:pt x="3810579" y="1985345"/>
                  <a:pt x="3807927" y="1983608"/>
                  <a:pt x="3805641" y="1981322"/>
                </a:cubicBezTo>
                <a:cubicBezTo>
                  <a:pt x="3803355" y="1979036"/>
                  <a:pt x="3801527" y="1976384"/>
                  <a:pt x="3800338" y="1973367"/>
                </a:cubicBezTo>
                <a:cubicBezTo>
                  <a:pt x="3799058" y="1970441"/>
                  <a:pt x="3798509" y="1967332"/>
                  <a:pt x="3798509" y="1964040"/>
                </a:cubicBezTo>
                <a:cubicBezTo>
                  <a:pt x="3798509" y="1960839"/>
                  <a:pt x="3799058" y="1957730"/>
                  <a:pt x="3800338" y="1954713"/>
                </a:cubicBezTo>
                <a:cubicBezTo>
                  <a:pt x="3801527" y="1951695"/>
                  <a:pt x="3803355" y="1949135"/>
                  <a:pt x="3805641" y="1946849"/>
                </a:cubicBezTo>
                <a:cubicBezTo>
                  <a:pt x="3807927" y="1944563"/>
                  <a:pt x="3810579" y="1942734"/>
                  <a:pt x="3813597" y="1941546"/>
                </a:cubicBezTo>
                <a:cubicBezTo>
                  <a:pt x="3816523" y="1940265"/>
                  <a:pt x="3819632" y="1939625"/>
                  <a:pt x="3822924" y="1939625"/>
                </a:cubicBezTo>
                <a:cubicBezTo>
                  <a:pt x="3826124" y="1939625"/>
                  <a:pt x="3829233" y="1940265"/>
                  <a:pt x="3832250" y="1941546"/>
                </a:cubicBezTo>
                <a:cubicBezTo>
                  <a:pt x="3835268" y="1942734"/>
                  <a:pt x="3837920" y="1944563"/>
                  <a:pt x="3840206" y="1946849"/>
                </a:cubicBezTo>
                <a:cubicBezTo>
                  <a:pt x="3842492" y="1949135"/>
                  <a:pt x="3844229" y="1951695"/>
                  <a:pt x="3845509" y="1954713"/>
                </a:cubicBezTo>
                <a:cubicBezTo>
                  <a:pt x="3846698" y="1957730"/>
                  <a:pt x="3847338" y="1960839"/>
                  <a:pt x="3847338" y="1964040"/>
                </a:cubicBezTo>
              </a:path>
            </a:pathLst>
          </a:custGeom>
          <a:solidFill>
            <a:srgbClr val="C2BCAE"/>
          </a:solidFill>
          <a:ln/>
        </p:spPr>
      </p:sp>
      <p:sp>
        <p:nvSpPr>
          <p:cNvPr id="5" name="Forma 237"/>
          <p:cNvSpPr/>
          <p:nvPr/>
        </p:nvSpPr>
        <p:spPr>
          <a:xfrm>
            <a:off x="4579955" y="1625986"/>
            <a:ext cx="3289463" cy="1341425"/>
          </a:xfrm>
          <a:custGeom>
            <a:avLst/>
            <a:gdLst/>
            <a:ahLst/>
            <a:cxnLst/>
            <a:rect l="l" t="t" r="r" b="b"/>
            <a:pathLst>
              <a:path w="3289463" h="1341425">
                <a:moveTo>
                  <a:pt x="0" y="1310884"/>
                </a:moveTo>
                <a:lnTo>
                  <a:pt x="61082" y="1310884"/>
                </a:lnTo>
                <a:lnTo>
                  <a:pt x="61082" y="1341425"/>
                </a:lnTo>
                <a:lnTo>
                  <a:pt x="0" y="1341425"/>
                </a:lnTo>
                <a:lnTo>
                  <a:pt x="0" y="1310884"/>
                </a:lnTo>
              </a:path>
              <a:path w="3289463" h="1341425">
                <a:moveTo>
                  <a:pt x="109911" y="1310884"/>
                </a:moveTo>
                <a:lnTo>
                  <a:pt x="170993" y="1310884"/>
                </a:lnTo>
                <a:lnTo>
                  <a:pt x="170993" y="1341425"/>
                </a:lnTo>
                <a:lnTo>
                  <a:pt x="109911" y="1341425"/>
                </a:lnTo>
                <a:lnTo>
                  <a:pt x="109911" y="1310884"/>
                </a:lnTo>
              </a:path>
              <a:path w="3289463" h="1341425">
                <a:moveTo>
                  <a:pt x="219822" y="1310884"/>
                </a:moveTo>
                <a:lnTo>
                  <a:pt x="280904" y="1310884"/>
                </a:lnTo>
                <a:lnTo>
                  <a:pt x="280904" y="1341425"/>
                </a:lnTo>
                <a:lnTo>
                  <a:pt x="219822" y="1341425"/>
                </a:lnTo>
                <a:lnTo>
                  <a:pt x="219822" y="1310884"/>
                </a:lnTo>
              </a:path>
              <a:path w="3289463" h="1341425">
                <a:moveTo>
                  <a:pt x="329733" y="1310884"/>
                </a:moveTo>
                <a:lnTo>
                  <a:pt x="390815" y="1310884"/>
                </a:lnTo>
                <a:lnTo>
                  <a:pt x="390815" y="1341425"/>
                </a:lnTo>
                <a:lnTo>
                  <a:pt x="329733" y="1341425"/>
                </a:lnTo>
                <a:lnTo>
                  <a:pt x="329733" y="1310884"/>
                </a:lnTo>
              </a:path>
              <a:path w="3289463" h="1341425">
                <a:moveTo>
                  <a:pt x="439735" y="1310884"/>
                </a:moveTo>
                <a:lnTo>
                  <a:pt x="500725" y="1310884"/>
                </a:lnTo>
                <a:lnTo>
                  <a:pt x="500725" y="1341425"/>
                </a:lnTo>
                <a:lnTo>
                  <a:pt x="439735" y="1341425"/>
                </a:lnTo>
                <a:lnTo>
                  <a:pt x="439735" y="1310884"/>
                </a:lnTo>
              </a:path>
              <a:path w="3289463" h="1341425">
                <a:moveTo>
                  <a:pt x="549646" y="1310884"/>
                </a:moveTo>
                <a:lnTo>
                  <a:pt x="610728" y="1310884"/>
                </a:lnTo>
                <a:lnTo>
                  <a:pt x="610728" y="1341425"/>
                </a:lnTo>
                <a:lnTo>
                  <a:pt x="549646" y="1341425"/>
                </a:lnTo>
                <a:lnTo>
                  <a:pt x="549646" y="1310884"/>
                </a:lnTo>
              </a:path>
              <a:path w="3289463" h="1341425">
                <a:moveTo>
                  <a:pt x="659557" y="1310884"/>
                </a:moveTo>
                <a:lnTo>
                  <a:pt x="720639" y="1310884"/>
                </a:lnTo>
                <a:lnTo>
                  <a:pt x="720639" y="1341425"/>
                </a:lnTo>
                <a:lnTo>
                  <a:pt x="659557" y="1341425"/>
                </a:lnTo>
                <a:lnTo>
                  <a:pt x="659557" y="1310884"/>
                </a:lnTo>
              </a:path>
              <a:path w="3289463" h="1341425">
                <a:moveTo>
                  <a:pt x="746150" y="1285189"/>
                </a:moveTo>
                <a:lnTo>
                  <a:pt x="789310" y="1242030"/>
                </a:lnTo>
                <a:lnTo>
                  <a:pt x="810890" y="1263609"/>
                </a:lnTo>
                <a:lnTo>
                  <a:pt x="767730" y="1306769"/>
                </a:lnTo>
                <a:lnTo>
                  <a:pt x="746150" y="1285189"/>
                </a:lnTo>
              </a:path>
              <a:path w="3289463" h="1341425">
                <a:moveTo>
                  <a:pt x="823874" y="1207557"/>
                </a:moveTo>
                <a:lnTo>
                  <a:pt x="867034" y="1164397"/>
                </a:lnTo>
                <a:lnTo>
                  <a:pt x="888614" y="1185977"/>
                </a:lnTo>
                <a:lnTo>
                  <a:pt x="845454" y="1229136"/>
                </a:lnTo>
                <a:lnTo>
                  <a:pt x="823874" y="1207557"/>
                </a:lnTo>
              </a:path>
              <a:path w="3289463" h="1341425">
                <a:moveTo>
                  <a:pt x="901598" y="1129924"/>
                </a:moveTo>
                <a:lnTo>
                  <a:pt x="944758" y="1086764"/>
                </a:lnTo>
                <a:lnTo>
                  <a:pt x="966338" y="1108344"/>
                </a:lnTo>
                <a:lnTo>
                  <a:pt x="923178" y="1151504"/>
                </a:lnTo>
                <a:lnTo>
                  <a:pt x="901598" y="1129924"/>
                </a:lnTo>
              </a:path>
              <a:path w="3289463" h="1341425">
                <a:moveTo>
                  <a:pt x="979322" y="1052292"/>
                </a:moveTo>
                <a:lnTo>
                  <a:pt x="1022482" y="1009132"/>
                </a:lnTo>
                <a:lnTo>
                  <a:pt x="1044062" y="1030712"/>
                </a:lnTo>
                <a:lnTo>
                  <a:pt x="1000902" y="1073871"/>
                </a:lnTo>
                <a:lnTo>
                  <a:pt x="979322" y="1052292"/>
                </a:lnTo>
              </a:path>
              <a:path w="3289463" h="1341425">
                <a:moveTo>
                  <a:pt x="1057046" y="974659"/>
                </a:moveTo>
                <a:lnTo>
                  <a:pt x="1100206" y="931499"/>
                </a:lnTo>
                <a:lnTo>
                  <a:pt x="1121877" y="953079"/>
                </a:lnTo>
                <a:lnTo>
                  <a:pt x="1078626" y="996239"/>
                </a:lnTo>
                <a:lnTo>
                  <a:pt x="1057046" y="974659"/>
                </a:lnTo>
              </a:path>
              <a:path w="3289463" h="1341425">
                <a:moveTo>
                  <a:pt x="1134770" y="897026"/>
                </a:moveTo>
                <a:lnTo>
                  <a:pt x="1177930" y="853867"/>
                </a:lnTo>
                <a:lnTo>
                  <a:pt x="1199601" y="875447"/>
                </a:lnTo>
                <a:lnTo>
                  <a:pt x="1156350" y="918606"/>
                </a:lnTo>
                <a:lnTo>
                  <a:pt x="1134770" y="897026"/>
                </a:lnTo>
              </a:path>
              <a:path w="3289463" h="1341425">
                <a:moveTo>
                  <a:pt x="1219444" y="819577"/>
                </a:moveTo>
                <a:lnTo>
                  <a:pt x="1275131" y="794705"/>
                </a:lnTo>
                <a:lnTo>
                  <a:pt x="1287658" y="822594"/>
                </a:lnTo>
                <a:lnTo>
                  <a:pt x="1231880" y="847466"/>
                </a:lnTo>
                <a:lnTo>
                  <a:pt x="1219444" y="819577"/>
                </a:lnTo>
              </a:path>
              <a:path w="3289463" h="1341425">
                <a:moveTo>
                  <a:pt x="1319754" y="774771"/>
                </a:moveTo>
                <a:lnTo>
                  <a:pt x="1375532" y="749899"/>
                </a:lnTo>
                <a:lnTo>
                  <a:pt x="1387968" y="777789"/>
                </a:lnTo>
                <a:lnTo>
                  <a:pt x="1332189" y="802660"/>
                </a:lnTo>
                <a:lnTo>
                  <a:pt x="1319754" y="774771"/>
                </a:lnTo>
              </a:path>
              <a:path w="3289463" h="1341425">
                <a:moveTo>
                  <a:pt x="1420155" y="729966"/>
                </a:moveTo>
                <a:lnTo>
                  <a:pt x="1475842" y="705094"/>
                </a:lnTo>
                <a:lnTo>
                  <a:pt x="1488369" y="732892"/>
                </a:lnTo>
                <a:lnTo>
                  <a:pt x="1432590" y="757855"/>
                </a:lnTo>
                <a:lnTo>
                  <a:pt x="1420155" y="729966"/>
                </a:lnTo>
              </a:path>
              <a:path w="3289463" h="1341425">
                <a:moveTo>
                  <a:pt x="1520464" y="685160"/>
                </a:moveTo>
                <a:lnTo>
                  <a:pt x="1576243" y="660288"/>
                </a:lnTo>
                <a:lnTo>
                  <a:pt x="1588679" y="688086"/>
                </a:lnTo>
                <a:lnTo>
                  <a:pt x="1532900" y="713049"/>
                </a:lnTo>
                <a:lnTo>
                  <a:pt x="1520464" y="685160"/>
                </a:lnTo>
              </a:path>
              <a:path w="3289463" h="1341425">
                <a:moveTo>
                  <a:pt x="1620774" y="640354"/>
                </a:moveTo>
                <a:lnTo>
                  <a:pt x="1676552" y="615483"/>
                </a:lnTo>
                <a:lnTo>
                  <a:pt x="1688988" y="643280"/>
                </a:lnTo>
                <a:lnTo>
                  <a:pt x="1633301" y="668152"/>
                </a:lnTo>
                <a:lnTo>
                  <a:pt x="1620774" y="640354"/>
                </a:lnTo>
              </a:path>
              <a:path w="3289463" h="1341425">
                <a:moveTo>
                  <a:pt x="1721175" y="595549"/>
                </a:moveTo>
                <a:lnTo>
                  <a:pt x="1776954" y="570677"/>
                </a:lnTo>
                <a:lnTo>
                  <a:pt x="1789389" y="598475"/>
                </a:lnTo>
                <a:lnTo>
                  <a:pt x="1733611" y="623346"/>
                </a:lnTo>
                <a:lnTo>
                  <a:pt x="1721175" y="595549"/>
                </a:lnTo>
              </a:path>
              <a:path w="3289463" h="1341425">
                <a:moveTo>
                  <a:pt x="1821485" y="550743"/>
                </a:moveTo>
                <a:lnTo>
                  <a:pt x="1877263" y="525780"/>
                </a:lnTo>
                <a:lnTo>
                  <a:pt x="1889699" y="553669"/>
                </a:lnTo>
                <a:lnTo>
                  <a:pt x="1834012" y="578541"/>
                </a:lnTo>
                <a:lnTo>
                  <a:pt x="1821485" y="550743"/>
                </a:lnTo>
              </a:path>
              <a:path w="3289463" h="1341425">
                <a:moveTo>
                  <a:pt x="1921886" y="505938"/>
                </a:moveTo>
                <a:lnTo>
                  <a:pt x="1960199" y="488747"/>
                </a:lnTo>
                <a:lnTo>
                  <a:pt x="1977573" y="480974"/>
                </a:lnTo>
                <a:lnTo>
                  <a:pt x="1990100" y="508772"/>
                </a:lnTo>
                <a:lnTo>
                  <a:pt x="1972635" y="516636"/>
                </a:lnTo>
                <a:lnTo>
                  <a:pt x="1934322" y="533735"/>
                </a:lnTo>
                <a:lnTo>
                  <a:pt x="1921886" y="505938"/>
                </a:lnTo>
              </a:path>
              <a:path w="3289463" h="1341425">
                <a:moveTo>
                  <a:pt x="2022104" y="460949"/>
                </a:moveTo>
                <a:lnTo>
                  <a:pt x="2077791" y="435803"/>
                </a:lnTo>
                <a:lnTo>
                  <a:pt x="2090318" y="463601"/>
                </a:lnTo>
                <a:lnTo>
                  <a:pt x="2034631" y="488747"/>
                </a:lnTo>
                <a:lnTo>
                  <a:pt x="2022104" y="460949"/>
                </a:lnTo>
              </a:path>
              <a:path w="3289463" h="1341425">
                <a:moveTo>
                  <a:pt x="2122322" y="415778"/>
                </a:moveTo>
                <a:lnTo>
                  <a:pt x="2178009" y="390723"/>
                </a:lnTo>
                <a:lnTo>
                  <a:pt x="2190537" y="418521"/>
                </a:lnTo>
                <a:lnTo>
                  <a:pt x="2134850" y="443575"/>
                </a:lnTo>
                <a:lnTo>
                  <a:pt x="2122322" y="415778"/>
                </a:lnTo>
              </a:path>
              <a:path w="3289463" h="1341425">
                <a:moveTo>
                  <a:pt x="2222541" y="370698"/>
                </a:moveTo>
                <a:lnTo>
                  <a:pt x="2278136" y="345552"/>
                </a:lnTo>
                <a:lnTo>
                  <a:pt x="2290755" y="373441"/>
                </a:lnTo>
                <a:lnTo>
                  <a:pt x="2235068" y="398496"/>
                </a:lnTo>
                <a:lnTo>
                  <a:pt x="2222541" y="370698"/>
                </a:lnTo>
              </a:path>
              <a:path w="3289463" h="1341425">
                <a:moveTo>
                  <a:pt x="2322667" y="325526"/>
                </a:moveTo>
                <a:lnTo>
                  <a:pt x="2378354" y="300472"/>
                </a:lnTo>
                <a:lnTo>
                  <a:pt x="2390973" y="328270"/>
                </a:lnTo>
                <a:lnTo>
                  <a:pt x="2335286" y="353324"/>
                </a:lnTo>
                <a:lnTo>
                  <a:pt x="2322667" y="325526"/>
                </a:lnTo>
              </a:path>
              <a:path w="3289463" h="1341425">
                <a:moveTo>
                  <a:pt x="2422886" y="280446"/>
                </a:moveTo>
                <a:lnTo>
                  <a:pt x="2478573" y="255392"/>
                </a:lnTo>
                <a:lnTo>
                  <a:pt x="2491191" y="283190"/>
                </a:lnTo>
                <a:lnTo>
                  <a:pt x="2435504" y="308244"/>
                </a:lnTo>
                <a:lnTo>
                  <a:pt x="2422886" y="280446"/>
                </a:lnTo>
              </a:path>
              <a:path w="3289463" h="1341425">
                <a:moveTo>
                  <a:pt x="2523104" y="235275"/>
                </a:moveTo>
                <a:lnTo>
                  <a:pt x="2578791" y="210221"/>
                </a:lnTo>
                <a:lnTo>
                  <a:pt x="2591318" y="238018"/>
                </a:lnTo>
                <a:lnTo>
                  <a:pt x="2535723" y="263073"/>
                </a:lnTo>
                <a:lnTo>
                  <a:pt x="2523104" y="235275"/>
                </a:lnTo>
              </a:path>
              <a:path w="3289463" h="1341425">
                <a:moveTo>
                  <a:pt x="2623322" y="190195"/>
                </a:moveTo>
                <a:lnTo>
                  <a:pt x="2679009" y="165141"/>
                </a:lnTo>
                <a:lnTo>
                  <a:pt x="2691536" y="192938"/>
                </a:lnTo>
                <a:lnTo>
                  <a:pt x="2635849" y="217993"/>
                </a:lnTo>
                <a:lnTo>
                  <a:pt x="2623322" y="190195"/>
                </a:lnTo>
              </a:path>
              <a:path w="3289463" h="1341425">
                <a:moveTo>
                  <a:pt x="2727015" y="147310"/>
                </a:moveTo>
                <a:lnTo>
                  <a:pt x="2785994" y="131674"/>
                </a:lnTo>
                <a:lnTo>
                  <a:pt x="2793858" y="161117"/>
                </a:lnTo>
                <a:lnTo>
                  <a:pt x="2734879" y="176754"/>
                </a:lnTo>
                <a:lnTo>
                  <a:pt x="2727015" y="147310"/>
                </a:lnTo>
              </a:path>
              <a:path w="3289463" h="1341425">
                <a:moveTo>
                  <a:pt x="2833268" y="119055"/>
                </a:moveTo>
                <a:lnTo>
                  <a:pt x="2892247" y="103419"/>
                </a:lnTo>
                <a:lnTo>
                  <a:pt x="2900111" y="132862"/>
                </a:lnTo>
                <a:lnTo>
                  <a:pt x="2841132" y="148590"/>
                </a:lnTo>
                <a:lnTo>
                  <a:pt x="2833268" y="119055"/>
                </a:lnTo>
              </a:path>
              <a:path w="3289463" h="1341425">
                <a:moveTo>
                  <a:pt x="2939430" y="90891"/>
                </a:moveTo>
                <a:lnTo>
                  <a:pt x="2998500" y="75164"/>
                </a:lnTo>
                <a:lnTo>
                  <a:pt x="3006364" y="104699"/>
                </a:lnTo>
                <a:lnTo>
                  <a:pt x="2947294" y="120335"/>
                </a:lnTo>
                <a:lnTo>
                  <a:pt x="2939430" y="90891"/>
                </a:lnTo>
              </a:path>
              <a:path w="3289463" h="1341425">
                <a:moveTo>
                  <a:pt x="3045684" y="62636"/>
                </a:moveTo>
                <a:lnTo>
                  <a:pt x="3104754" y="47000"/>
                </a:lnTo>
                <a:lnTo>
                  <a:pt x="3112526" y="76444"/>
                </a:lnTo>
                <a:lnTo>
                  <a:pt x="3053547" y="92172"/>
                </a:lnTo>
                <a:lnTo>
                  <a:pt x="3045684" y="62636"/>
                </a:lnTo>
              </a:path>
              <a:path w="3289463" h="1341425">
                <a:moveTo>
                  <a:pt x="3151937" y="34473"/>
                </a:moveTo>
                <a:lnTo>
                  <a:pt x="3210916" y="18745"/>
                </a:lnTo>
                <a:lnTo>
                  <a:pt x="3218779" y="48189"/>
                </a:lnTo>
                <a:lnTo>
                  <a:pt x="3159801" y="63917"/>
                </a:lnTo>
                <a:lnTo>
                  <a:pt x="3151937" y="34473"/>
                </a:lnTo>
              </a:path>
              <a:path w="3289463" h="1341425">
                <a:moveTo>
                  <a:pt x="3258190" y="6218"/>
                </a:moveTo>
                <a:lnTo>
                  <a:pt x="3281599" y="0"/>
                </a:lnTo>
                <a:lnTo>
                  <a:pt x="3289463" y="29444"/>
                </a:lnTo>
                <a:lnTo>
                  <a:pt x="3266054" y="35662"/>
                </a:lnTo>
                <a:lnTo>
                  <a:pt x="3258190" y="6218"/>
                </a:lnTo>
              </a:path>
            </a:pathLst>
          </a:custGeom>
          <a:solidFill>
            <a:srgbClr val="2D6075">
              <a:alpha val="90000"/>
            </a:srgbClr>
          </a:solidFill>
          <a:ln/>
        </p:spPr>
      </p:sp>
      <p:sp>
        <p:nvSpPr>
          <p:cNvPr id="6" name="Forma 238"/>
          <p:cNvSpPr/>
          <p:nvPr/>
        </p:nvSpPr>
        <p:spPr>
          <a:xfrm>
            <a:off x="4579955" y="1640708"/>
            <a:ext cx="3285531" cy="2043318"/>
          </a:xfrm>
          <a:custGeom>
            <a:avLst/>
            <a:gdLst/>
            <a:ahLst/>
            <a:cxnLst/>
            <a:rect l="l" t="t" r="r" b="b"/>
            <a:pathLst>
              <a:path w="3285531" h="2043318">
                <a:moveTo>
                  <a:pt x="0" y="1311432"/>
                </a:moveTo>
                <a:lnTo>
                  <a:pt x="561807" y="1573682"/>
                </a:lnTo>
                <a:lnTo>
                  <a:pt x="1215238" y="2043318"/>
                </a:lnTo>
                <a:lnTo>
                  <a:pt x="2003085" y="1677375"/>
                </a:lnTo>
                <a:lnTo>
                  <a:pt x="2491649" y="1067379"/>
                </a:lnTo>
                <a:lnTo>
                  <a:pt x="2711470" y="609996"/>
                </a:lnTo>
                <a:lnTo>
                  <a:pt x="3285531" y="0"/>
                </a:lnTo>
              </a:path>
            </a:pathLst>
          </a:custGeom>
          <a:ln w="36640" cap="rnd">
            <a:solidFill>
              <a:srgbClr val="AB432E"/>
            </a:solidFill>
            <a:prstDash val="solid"/>
            <a:round/>
          </a:ln>
        </p:spPr>
      </p:sp>
      <p:sp>
        <p:nvSpPr>
          <p:cNvPr id="7" name="Forma 239"/>
          <p:cNvSpPr/>
          <p:nvPr/>
        </p:nvSpPr>
        <p:spPr>
          <a:xfrm>
            <a:off x="7569678" y="1587398"/>
            <a:ext cx="346009" cy="352776"/>
          </a:xfrm>
          <a:custGeom>
            <a:avLst/>
            <a:gdLst/>
            <a:ahLst/>
            <a:cxnLst/>
            <a:rect l="l" t="t" r="r" b="b"/>
            <a:pathLst>
              <a:path w="346009" h="352776">
                <a:moveTo>
                  <a:pt x="0" y="127193"/>
                </a:moveTo>
                <a:lnTo>
                  <a:pt x="346009" y="0"/>
                </a:lnTo>
                <a:lnTo>
                  <a:pt x="240304" y="352776"/>
                </a:lnTo>
                <a:lnTo>
                  <a:pt x="0" y="127193"/>
                </a:lnTo>
              </a:path>
            </a:pathLst>
          </a:custGeom>
          <a:solidFill>
            <a:srgbClr val="AB432E"/>
          </a:solidFill>
          <a:ln/>
        </p:spPr>
      </p:sp>
      <p:sp>
        <p:nvSpPr>
          <p:cNvPr id="8" name="Forma 240"/>
          <p:cNvSpPr/>
          <p:nvPr/>
        </p:nvSpPr>
        <p:spPr>
          <a:xfrm>
            <a:off x="7199437" y="1783080"/>
            <a:ext cx="224760" cy="1529060"/>
          </a:xfrm>
          <a:custGeom>
            <a:avLst/>
            <a:gdLst/>
            <a:ahLst/>
            <a:cxnLst/>
            <a:rect l="l" t="t" r="r" b="b"/>
            <a:pathLst>
              <a:path w="224760" h="1529060">
                <a:moveTo>
                  <a:pt x="12893" y="0"/>
                </a:moveTo>
                <a:cubicBezTo>
                  <a:pt x="19385" y="10333"/>
                  <a:pt x="25786" y="20757"/>
                  <a:pt x="32004" y="31364"/>
                </a:cubicBezTo>
                <a:lnTo>
                  <a:pt x="18928" y="39045"/>
                </a:lnTo>
                <a:cubicBezTo>
                  <a:pt x="12710" y="28621"/>
                  <a:pt x="6401" y="18288"/>
                  <a:pt x="0" y="8138"/>
                </a:cubicBezTo>
                <a:lnTo>
                  <a:pt x="12893" y="0"/>
                </a:lnTo>
              </a:path>
              <a:path w="224760" h="1529060">
                <a:moveTo>
                  <a:pt x="56144" y="74341"/>
                </a:moveTo>
                <a:cubicBezTo>
                  <a:pt x="61813" y="85039"/>
                  <a:pt x="67391" y="95921"/>
                  <a:pt x="72878" y="106985"/>
                </a:cubicBezTo>
                <a:lnTo>
                  <a:pt x="59162" y="113751"/>
                </a:lnTo>
                <a:cubicBezTo>
                  <a:pt x="53767" y="102870"/>
                  <a:pt x="48280" y="92080"/>
                  <a:pt x="42611" y="81473"/>
                </a:cubicBezTo>
                <a:lnTo>
                  <a:pt x="56144" y="74341"/>
                </a:lnTo>
              </a:path>
              <a:path w="224760" h="1529060">
                <a:moveTo>
                  <a:pt x="93817" y="151516"/>
                </a:moveTo>
                <a:cubicBezTo>
                  <a:pt x="98755" y="162672"/>
                  <a:pt x="103602" y="173919"/>
                  <a:pt x="108356" y="185349"/>
                </a:cubicBezTo>
                <a:lnTo>
                  <a:pt x="94183" y="191110"/>
                </a:lnTo>
                <a:cubicBezTo>
                  <a:pt x="89520" y="179862"/>
                  <a:pt x="84765" y="168707"/>
                  <a:pt x="79827" y="157734"/>
                </a:cubicBezTo>
                <a:lnTo>
                  <a:pt x="93817" y="151516"/>
                </a:lnTo>
              </a:path>
              <a:path w="224760" h="1529060">
                <a:moveTo>
                  <a:pt x="126187" y="230977"/>
                </a:moveTo>
                <a:cubicBezTo>
                  <a:pt x="130485" y="242499"/>
                  <a:pt x="134600" y="254020"/>
                  <a:pt x="138532" y="265725"/>
                </a:cubicBezTo>
                <a:lnTo>
                  <a:pt x="124084" y="270662"/>
                </a:lnTo>
                <a:cubicBezTo>
                  <a:pt x="120152" y="259141"/>
                  <a:pt x="116129" y="247620"/>
                  <a:pt x="111923" y="236281"/>
                </a:cubicBezTo>
                <a:lnTo>
                  <a:pt x="126187" y="230977"/>
                </a:lnTo>
              </a:path>
              <a:path w="224760" h="1529060">
                <a:moveTo>
                  <a:pt x="153528" y="312359"/>
                </a:moveTo>
                <a:cubicBezTo>
                  <a:pt x="157094" y="324063"/>
                  <a:pt x="160569" y="335951"/>
                  <a:pt x="163860" y="347838"/>
                </a:cubicBezTo>
                <a:lnTo>
                  <a:pt x="149139" y="351953"/>
                </a:lnTo>
                <a:cubicBezTo>
                  <a:pt x="145847" y="340157"/>
                  <a:pt x="142464" y="328361"/>
                  <a:pt x="138989" y="316748"/>
                </a:cubicBezTo>
                <a:lnTo>
                  <a:pt x="153528" y="312359"/>
                </a:lnTo>
              </a:path>
              <a:path w="224760" h="1529060">
                <a:moveTo>
                  <a:pt x="176113" y="395204"/>
                </a:moveTo>
                <a:cubicBezTo>
                  <a:pt x="179040" y="407091"/>
                  <a:pt x="181783" y="419070"/>
                  <a:pt x="184434" y="431140"/>
                </a:cubicBezTo>
                <a:lnTo>
                  <a:pt x="169438" y="434340"/>
                </a:lnTo>
                <a:cubicBezTo>
                  <a:pt x="166878" y="422453"/>
                  <a:pt x="164135" y="410566"/>
                  <a:pt x="161300" y="398770"/>
                </a:cubicBezTo>
                <a:lnTo>
                  <a:pt x="176113" y="395204"/>
                </a:lnTo>
              </a:path>
              <a:path w="224760" h="1529060">
                <a:moveTo>
                  <a:pt x="194127" y="479054"/>
                </a:moveTo>
                <a:cubicBezTo>
                  <a:pt x="196413" y="491124"/>
                  <a:pt x="198516" y="503194"/>
                  <a:pt x="200528" y="515356"/>
                </a:cubicBezTo>
                <a:lnTo>
                  <a:pt x="185440" y="517825"/>
                </a:lnTo>
                <a:cubicBezTo>
                  <a:pt x="183429" y="505755"/>
                  <a:pt x="181326" y="493776"/>
                  <a:pt x="179131" y="481889"/>
                </a:cubicBezTo>
                <a:lnTo>
                  <a:pt x="194127" y="479054"/>
                </a:lnTo>
              </a:path>
              <a:path w="224760" h="1529060">
                <a:moveTo>
                  <a:pt x="207752" y="563819"/>
                </a:moveTo>
                <a:cubicBezTo>
                  <a:pt x="209398" y="575889"/>
                  <a:pt x="210952" y="588051"/>
                  <a:pt x="212415" y="600304"/>
                </a:cubicBezTo>
                <a:lnTo>
                  <a:pt x="197236" y="602041"/>
                </a:lnTo>
                <a:cubicBezTo>
                  <a:pt x="195773" y="589879"/>
                  <a:pt x="194310" y="577809"/>
                  <a:pt x="192664" y="565831"/>
                </a:cubicBezTo>
                <a:lnTo>
                  <a:pt x="207752" y="563819"/>
                </a:lnTo>
              </a:path>
              <a:path w="224760" h="1529060">
                <a:moveTo>
                  <a:pt x="217353" y="649133"/>
                </a:moveTo>
                <a:cubicBezTo>
                  <a:pt x="218450" y="661203"/>
                  <a:pt x="219365" y="673456"/>
                  <a:pt x="220188" y="685709"/>
                </a:cubicBezTo>
                <a:lnTo>
                  <a:pt x="205008" y="686714"/>
                </a:lnTo>
                <a:cubicBezTo>
                  <a:pt x="204186" y="674553"/>
                  <a:pt x="203180" y="662483"/>
                  <a:pt x="202174" y="650413"/>
                </a:cubicBezTo>
                <a:lnTo>
                  <a:pt x="217353" y="649133"/>
                </a:lnTo>
              </a:path>
              <a:path w="224760" h="1529060">
                <a:moveTo>
                  <a:pt x="222931" y="734720"/>
                </a:moveTo>
                <a:lnTo>
                  <a:pt x="224211" y="771296"/>
                </a:lnTo>
                <a:lnTo>
                  <a:pt x="208940" y="771754"/>
                </a:lnTo>
                <a:lnTo>
                  <a:pt x="207660" y="735269"/>
                </a:lnTo>
                <a:lnTo>
                  <a:pt x="222931" y="734720"/>
                </a:lnTo>
              </a:path>
              <a:path w="224760" h="1529060">
                <a:moveTo>
                  <a:pt x="224760" y="820400"/>
                </a:moveTo>
                <a:lnTo>
                  <a:pt x="224394" y="857067"/>
                </a:lnTo>
                <a:lnTo>
                  <a:pt x="209123" y="856884"/>
                </a:lnTo>
                <a:lnTo>
                  <a:pt x="209489" y="820308"/>
                </a:lnTo>
                <a:lnTo>
                  <a:pt x="224760" y="820400"/>
                </a:lnTo>
              </a:path>
              <a:path w="224760" h="1529060">
                <a:moveTo>
                  <a:pt x="222931" y="906079"/>
                </a:moveTo>
                <a:lnTo>
                  <a:pt x="221102" y="942746"/>
                </a:lnTo>
                <a:lnTo>
                  <a:pt x="205831" y="941923"/>
                </a:lnTo>
                <a:lnTo>
                  <a:pt x="207660" y="905347"/>
                </a:lnTo>
                <a:lnTo>
                  <a:pt x="222931" y="906079"/>
                </a:lnTo>
              </a:path>
              <a:path w="224760" h="1529060">
                <a:moveTo>
                  <a:pt x="217627" y="991667"/>
                </a:moveTo>
                <a:lnTo>
                  <a:pt x="214244" y="1028151"/>
                </a:lnTo>
                <a:lnTo>
                  <a:pt x="199065" y="1026780"/>
                </a:lnTo>
                <a:lnTo>
                  <a:pt x="202357" y="990295"/>
                </a:lnTo>
                <a:lnTo>
                  <a:pt x="217627" y="991667"/>
                </a:lnTo>
              </a:path>
              <a:path w="224760" h="1529060">
                <a:moveTo>
                  <a:pt x="208758" y="1076980"/>
                </a:moveTo>
                <a:lnTo>
                  <a:pt x="204003" y="1113191"/>
                </a:lnTo>
                <a:lnTo>
                  <a:pt x="188824" y="1111270"/>
                </a:lnTo>
                <a:lnTo>
                  <a:pt x="193670" y="1074969"/>
                </a:lnTo>
                <a:lnTo>
                  <a:pt x="208758" y="1076980"/>
                </a:lnTo>
              </a:path>
              <a:path w="224760" h="1529060">
                <a:moveTo>
                  <a:pt x="196596" y="1161745"/>
                </a:moveTo>
                <a:lnTo>
                  <a:pt x="192298" y="1187348"/>
                </a:lnTo>
                <a:lnTo>
                  <a:pt x="190378" y="1197955"/>
                </a:lnTo>
                <a:lnTo>
                  <a:pt x="175382" y="1195212"/>
                </a:lnTo>
                <a:lnTo>
                  <a:pt x="177211" y="1184788"/>
                </a:lnTo>
                <a:lnTo>
                  <a:pt x="181600" y="1159185"/>
                </a:lnTo>
                <a:lnTo>
                  <a:pt x="196596" y="1161745"/>
                </a:lnTo>
              </a:path>
              <a:path w="224760" h="1529060">
                <a:moveTo>
                  <a:pt x="181143" y="1246053"/>
                </a:moveTo>
                <a:lnTo>
                  <a:pt x="173462" y="1281897"/>
                </a:lnTo>
                <a:lnTo>
                  <a:pt x="158557" y="1278697"/>
                </a:lnTo>
                <a:lnTo>
                  <a:pt x="166146" y="1242944"/>
                </a:lnTo>
                <a:lnTo>
                  <a:pt x="181143" y="1246053"/>
                </a:lnTo>
              </a:path>
              <a:path w="224760" h="1529060">
                <a:moveTo>
                  <a:pt x="162306" y="1329720"/>
                </a:moveTo>
                <a:lnTo>
                  <a:pt x="153253" y="1365199"/>
                </a:lnTo>
                <a:lnTo>
                  <a:pt x="138440" y="1361450"/>
                </a:lnTo>
                <a:lnTo>
                  <a:pt x="147493" y="1325971"/>
                </a:lnTo>
                <a:lnTo>
                  <a:pt x="162306" y="1329720"/>
                </a:lnTo>
              </a:path>
              <a:path w="224760" h="1529060">
                <a:moveTo>
                  <a:pt x="140086" y="1412565"/>
                </a:moveTo>
                <a:lnTo>
                  <a:pt x="129662" y="1447587"/>
                </a:lnTo>
                <a:lnTo>
                  <a:pt x="115032" y="1443198"/>
                </a:lnTo>
                <a:lnTo>
                  <a:pt x="125456" y="1408176"/>
                </a:lnTo>
                <a:lnTo>
                  <a:pt x="140086" y="1412565"/>
                </a:lnTo>
              </a:path>
              <a:path w="224760" h="1529060">
                <a:moveTo>
                  <a:pt x="114666" y="1494404"/>
                </a:moveTo>
                <a:lnTo>
                  <a:pt x="102779" y="1529060"/>
                </a:lnTo>
                <a:lnTo>
                  <a:pt x="88331" y="1524122"/>
                </a:lnTo>
                <a:lnTo>
                  <a:pt x="100218" y="1489466"/>
                </a:lnTo>
                <a:lnTo>
                  <a:pt x="114666" y="1494404"/>
                </a:lnTo>
              </a:path>
            </a:pathLst>
          </a:custGeom>
          <a:solidFill>
            <a:srgbClr val="2D6075">
              <a:alpha val="80000"/>
            </a:srgbClr>
          </a:solidFill>
          <a:ln/>
        </p:spPr>
      </p:sp>
      <p:sp>
        <p:nvSpPr>
          <p:cNvPr id="9" name="Forma 241"/>
          <p:cNvSpPr/>
          <p:nvPr/>
        </p:nvSpPr>
        <p:spPr>
          <a:xfrm>
            <a:off x="7257867" y="3212470"/>
            <a:ext cx="128930" cy="152522"/>
          </a:xfrm>
          <a:custGeom>
            <a:avLst/>
            <a:gdLst/>
            <a:ahLst/>
            <a:cxnLst/>
            <a:rect l="l" t="t" r="r" b="b"/>
            <a:pathLst>
              <a:path w="128930" h="152522">
                <a:moveTo>
                  <a:pt x="128930" y="47549"/>
                </a:moveTo>
                <a:lnTo>
                  <a:pt x="16916" y="152522"/>
                </a:lnTo>
                <a:lnTo>
                  <a:pt x="0" y="0"/>
                </a:lnTo>
                <a:lnTo>
                  <a:pt x="128930" y="47549"/>
                </a:lnTo>
              </a:path>
            </a:pathLst>
          </a:custGeom>
          <a:solidFill>
            <a:srgbClr val="2D6075">
              <a:alpha val="80000"/>
            </a:srgbClr>
          </a:solidFill>
          <a:ln/>
        </p:spPr>
      </p:sp>
      <p:sp>
        <p:nvSpPr>
          <p:cNvPr id="10" name="Forma 242"/>
          <p:cNvSpPr/>
          <p:nvPr/>
        </p:nvSpPr>
        <p:spPr>
          <a:xfrm>
            <a:off x="7792151" y="1567556"/>
            <a:ext cx="146578" cy="146395"/>
          </a:xfrm>
          <a:custGeom>
            <a:avLst/>
            <a:gdLst/>
            <a:ahLst/>
            <a:cxnLst/>
            <a:rect l="l" t="t" r="r" b="b"/>
            <a:pathLst>
              <a:path w="146578" h="146395">
                <a:moveTo>
                  <a:pt x="146578" y="73152"/>
                </a:moveTo>
                <a:cubicBezTo>
                  <a:pt x="146578" y="77998"/>
                  <a:pt x="146121" y="82753"/>
                  <a:pt x="145115" y="87508"/>
                </a:cubicBezTo>
                <a:cubicBezTo>
                  <a:pt x="144201" y="92172"/>
                  <a:pt x="142829" y="96744"/>
                  <a:pt x="141000" y="101224"/>
                </a:cubicBezTo>
                <a:cubicBezTo>
                  <a:pt x="139172" y="105613"/>
                  <a:pt x="136886" y="109819"/>
                  <a:pt x="134234" y="113843"/>
                </a:cubicBezTo>
                <a:cubicBezTo>
                  <a:pt x="131582" y="117866"/>
                  <a:pt x="128473" y="121524"/>
                  <a:pt x="125090" y="124907"/>
                </a:cubicBezTo>
                <a:cubicBezTo>
                  <a:pt x="121707" y="128382"/>
                  <a:pt x="117958" y="131399"/>
                  <a:pt x="114026" y="134051"/>
                </a:cubicBezTo>
                <a:cubicBezTo>
                  <a:pt x="110002" y="136703"/>
                  <a:pt x="105796" y="138989"/>
                  <a:pt x="101316" y="140818"/>
                </a:cubicBezTo>
                <a:cubicBezTo>
                  <a:pt x="96835" y="142646"/>
                  <a:pt x="92263" y="144018"/>
                  <a:pt x="87600" y="145024"/>
                </a:cubicBezTo>
                <a:cubicBezTo>
                  <a:pt x="82845" y="145938"/>
                  <a:pt x="78090" y="146395"/>
                  <a:pt x="73243" y="146395"/>
                </a:cubicBezTo>
                <a:cubicBezTo>
                  <a:pt x="68489" y="146395"/>
                  <a:pt x="63734" y="145938"/>
                  <a:pt x="58979" y="145024"/>
                </a:cubicBezTo>
                <a:cubicBezTo>
                  <a:pt x="54224" y="144018"/>
                  <a:pt x="49652" y="142646"/>
                  <a:pt x="45263" y="140818"/>
                </a:cubicBezTo>
                <a:cubicBezTo>
                  <a:pt x="40782" y="138989"/>
                  <a:pt x="36576" y="136703"/>
                  <a:pt x="32553" y="134051"/>
                </a:cubicBezTo>
                <a:cubicBezTo>
                  <a:pt x="28529" y="131399"/>
                  <a:pt x="24872" y="128382"/>
                  <a:pt x="21488" y="124907"/>
                </a:cubicBezTo>
                <a:cubicBezTo>
                  <a:pt x="18105" y="121524"/>
                  <a:pt x="14996" y="117866"/>
                  <a:pt x="12344" y="113843"/>
                </a:cubicBezTo>
                <a:cubicBezTo>
                  <a:pt x="9693" y="109819"/>
                  <a:pt x="7407" y="105613"/>
                  <a:pt x="5578" y="101224"/>
                </a:cubicBezTo>
                <a:cubicBezTo>
                  <a:pt x="3749" y="96744"/>
                  <a:pt x="2377" y="92172"/>
                  <a:pt x="1372" y="87508"/>
                </a:cubicBezTo>
                <a:cubicBezTo>
                  <a:pt x="457" y="82753"/>
                  <a:pt x="0" y="77998"/>
                  <a:pt x="0" y="73152"/>
                </a:cubicBezTo>
                <a:cubicBezTo>
                  <a:pt x="0" y="68397"/>
                  <a:pt x="457" y="63642"/>
                  <a:pt x="1372" y="58887"/>
                </a:cubicBezTo>
                <a:cubicBezTo>
                  <a:pt x="2377" y="54224"/>
                  <a:pt x="3749" y="49652"/>
                  <a:pt x="5578" y="45171"/>
                </a:cubicBezTo>
                <a:cubicBezTo>
                  <a:pt x="7407" y="40782"/>
                  <a:pt x="9693" y="36485"/>
                  <a:pt x="12344" y="32553"/>
                </a:cubicBezTo>
                <a:cubicBezTo>
                  <a:pt x="14996" y="28529"/>
                  <a:pt x="18105" y="24872"/>
                  <a:pt x="21488" y="21397"/>
                </a:cubicBezTo>
                <a:cubicBezTo>
                  <a:pt x="24872" y="18014"/>
                  <a:pt x="28529" y="14996"/>
                  <a:pt x="32553" y="12344"/>
                </a:cubicBezTo>
                <a:cubicBezTo>
                  <a:pt x="36576" y="9693"/>
                  <a:pt x="40782" y="7407"/>
                  <a:pt x="45263" y="5578"/>
                </a:cubicBezTo>
                <a:cubicBezTo>
                  <a:pt x="49652" y="3749"/>
                  <a:pt x="54224" y="2377"/>
                  <a:pt x="58979" y="1372"/>
                </a:cubicBezTo>
                <a:cubicBezTo>
                  <a:pt x="63734" y="457"/>
                  <a:pt x="68489" y="0"/>
                  <a:pt x="73243" y="0"/>
                </a:cubicBezTo>
                <a:cubicBezTo>
                  <a:pt x="78090" y="0"/>
                  <a:pt x="82845" y="457"/>
                  <a:pt x="87600" y="1372"/>
                </a:cubicBezTo>
                <a:cubicBezTo>
                  <a:pt x="92263" y="2377"/>
                  <a:pt x="96835" y="3749"/>
                  <a:pt x="101316" y="5578"/>
                </a:cubicBezTo>
                <a:cubicBezTo>
                  <a:pt x="105796" y="7407"/>
                  <a:pt x="110002" y="9693"/>
                  <a:pt x="114026" y="12344"/>
                </a:cubicBezTo>
                <a:cubicBezTo>
                  <a:pt x="117958" y="14996"/>
                  <a:pt x="121707" y="18014"/>
                  <a:pt x="125090" y="21397"/>
                </a:cubicBezTo>
                <a:cubicBezTo>
                  <a:pt x="128473" y="24872"/>
                  <a:pt x="131582" y="28529"/>
                  <a:pt x="134234" y="32553"/>
                </a:cubicBezTo>
                <a:cubicBezTo>
                  <a:pt x="136886" y="36485"/>
                  <a:pt x="139172" y="40782"/>
                  <a:pt x="141000" y="45171"/>
                </a:cubicBezTo>
                <a:cubicBezTo>
                  <a:pt x="142829" y="49652"/>
                  <a:pt x="144201" y="54224"/>
                  <a:pt x="145115" y="58887"/>
                </a:cubicBezTo>
                <a:cubicBezTo>
                  <a:pt x="146121" y="63642"/>
                  <a:pt x="146578" y="68397"/>
                  <a:pt x="146578" y="73152"/>
                </a:cubicBezTo>
              </a:path>
            </a:pathLst>
          </a:custGeom>
          <a:solidFill>
            <a:srgbClr val="FBFAF6"/>
          </a:solidFill>
          <a:ln w="18326">
            <a:solidFill>
              <a:srgbClr val="202722"/>
            </a:solidFill>
            <a:prstDash val="solid"/>
          </a:ln>
        </p:spPr>
      </p:sp>
      <p:sp>
        <p:nvSpPr>
          <p:cNvPr id="11" name="Forma 243"/>
          <p:cNvSpPr/>
          <p:nvPr/>
        </p:nvSpPr>
        <p:spPr>
          <a:xfrm>
            <a:off x="5856275" y="1982328"/>
            <a:ext cx="635142" cy="634319"/>
          </a:xfrm>
          <a:custGeom>
            <a:avLst/>
            <a:gdLst/>
            <a:ahLst/>
            <a:cxnLst/>
            <a:rect l="l" t="t" r="r" b="b"/>
            <a:pathLst>
              <a:path w="635142" h="634319">
                <a:moveTo>
                  <a:pt x="635142" y="317205"/>
                </a:moveTo>
                <a:cubicBezTo>
                  <a:pt x="635142" y="327538"/>
                  <a:pt x="634594" y="337962"/>
                  <a:pt x="633588" y="348295"/>
                </a:cubicBezTo>
                <a:cubicBezTo>
                  <a:pt x="632582" y="358628"/>
                  <a:pt x="631027" y="368869"/>
                  <a:pt x="629016" y="379019"/>
                </a:cubicBezTo>
                <a:cubicBezTo>
                  <a:pt x="627004" y="389260"/>
                  <a:pt x="624444" y="399318"/>
                  <a:pt x="621426" y="409285"/>
                </a:cubicBezTo>
                <a:cubicBezTo>
                  <a:pt x="618409" y="419161"/>
                  <a:pt x="614934" y="428945"/>
                  <a:pt x="610911" y="438546"/>
                </a:cubicBezTo>
                <a:cubicBezTo>
                  <a:pt x="606979" y="448147"/>
                  <a:pt x="602498" y="457566"/>
                  <a:pt x="597652" y="466710"/>
                </a:cubicBezTo>
                <a:cubicBezTo>
                  <a:pt x="592714" y="475854"/>
                  <a:pt x="587411" y="484723"/>
                  <a:pt x="581558" y="493410"/>
                </a:cubicBezTo>
                <a:cubicBezTo>
                  <a:pt x="575798" y="502006"/>
                  <a:pt x="569671" y="510327"/>
                  <a:pt x="562996" y="518373"/>
                </a:cubicBezTo>
                <a:cubicBezTo>
                  <a:pt x="556412" y="526420"/>
                  <a:pt x="549463" y="534101"/>
                  <a:pt x="542148" y="541416"/>
                </a:cubicBezTo>
                <a:cubicBezTo>
                  <a:pt x="534741" y="548823"/>
                  <a:pt x="527060" y="555772"/>
                  <a:pt x="519013" y="562356"/>
                </a:cubicBezTo>
                <a:cubicBezTo>
                  <a:pt x="510967" y="568940"/>
                  <a:pt x="502646" y="575158"/>
                  <a:pt x="493959" y="580918"/>
                </a:cubicBezTo>
                <a:cubicBezTo>
                  <a:pt x="485364" y="586679"/>
                  <a:pt x="476402" y="591983"/>
                  <a:pt x="467258" y="596920"/>
                </a:cubicBezTo>
                <a:cubicBezTo>
                  <a:pt x="458114" y="601767"/>
                  <a:pt x="448696" y="606247"/>
                  <a:pt x="439095" y="610179"/>
                </a:cubicBezTo>
                <a:cubicBezTo>
                  <a:pt x="429494" y="614202"/>
                  <a:pt x="419710" y="617677"/>
                  <a:pt x="409743" y="620695"/>
                </a:cubicBezTo>
                <a:cubicBezTo>
                  <a:pt x="399776" y="623712"/>
                  <a:pt x="389717" y="626273"/>
                  <a:pt x="379476" y="628284"/>
                </a:cubicBezTo>
                <a:cubicBezTo>
                  <a:pt x="369326" y="630296"/>
                  <a:pt x="358993" y="631850"/>
                  <a:pt x="348661" y="632856"/>
                </a:cubicBezTo>
                <a:cubicBezTo>
                  <a:pt x="338328" y="633862"/>
                  <a:pt x="327995" y="634319"/>
                  <a:pt x="317571" y="634319"/>
                </a:cubicBezTo>
                <a:cubicBezTo>
                  <a:pt x="307147" y="634319"/>
                  <a:pt x="296814" y="633862"/>
                  <a:pt x="286390" y="632856"/>
                </a:cubicBezTo>
                <a:cubicBezTo>
                  <a:pt x="276057" y="631850"/>
                  <a:pt x="265816" y="630296"/>
                  <a:pt x="255575" y="628284"/>
                </a:cubicBezTo>
                <a:cubicBezTo>
                  <a:pt x="245425" y="626273"/>
                  <a:pt x="235367" y="623712"/>
                  <a:pt x="225400" y="620695"/>
                </a:cubicBezTo>
                <a:cubicBezTo>
                  <a:pt x="215433" y="617677"/>
                  <a:pt x="205649" y="614202"/>
                  <a:pt x="196047" y="610179"/>
                </a:cubicBezTo>
                <a:cubicBezTo>
                  <a:pt x="186446" y="606247"/>
                  <a:pt x="177028" y="601767"/>
                  <a:pt x="167884" y="596920"/>
                </a:cubicBezTo>
                <a:cubicBezTo>
                  <a:pt x="158648" y="591983"/>
                  <a:pt x="149779" y="586679"/>
                  <a:pt x="141092" y="580918"/>
                </a:cubicBezTo>
                <a:cubicBezTo>
                  <a:pt x="132497" y="575158"/>
                  <a:pt x="124176" y="568940"/>
                  <a:pt x="116129" y="562356"/>
                </a:cubicBezTo>
                <a:cubicBezTo>
                  <a:pt x="108082" y="555772"/>
                  <a:pt x="100401" y="548823"/>
                  <a:pt x="92994" y="541416"/>
                </a:cubicBezTo>
                <a:cubicBezTo>
                  <a:pt x="85679" y="534101"/>
                  <a:pt x="78638" y="526420"/>
                  <a:pt x="72055" y="518373"/>
                </a:cubicBezTo>
                <a:cubicBezTo>
                  <a:pt x="65471" y="510327"/>
                  <a:pt x="59253" y="502006"/>
                  <a:pt x="53492" y="493410"/>
                </a:cubicBezTo>
                <a:cubicBezTo>
                  <a:pt x="47732" y="484723"/>
                  <a:pt x="42428" y="475854"/>
                  <a:pt x="37490" y="466710"/>
                </a:cubicBezTo>
                <a:cubicBezTo>
                  <a:pt x="32553" y="457566"/>
                  <a:pt x="28164" y="448147"/>
                  <a:pt x="24140" y="438546"/>
                </a:cubicBezTo>
                <a:cubicBezTo>
                  <a:pt x="20208" y="428945"/>
                  <a:pt x="16734" y="419161"/>
                  <a:pt x="13716" y="409285"/>
                </a:cubicBezTo>
                <a:cubicBezTo>
                  <a:pt x="10698" y="399318"/>
                  <a:pt x="8138" y="389260"/>
                  <a:pt x="6126" y="379019"/>
                </a:cubicBezTo>
                <a:cubicBezTo>
                  <a:pt x="4115" y="368869"/>
                  <a:pt x="2560" y="358628"/>
                  <a:pt x="1554" y="348295"/>
                </a:cubicBezTo>
                <a:cubicBezTo>
                  <a:pt x="549" y="337962"/>
                  <a:pt x="0" y="327538"/>
                  <a:pt x="0" y="317205"/>
                </a:cubicBezTo>
                <a:cubicBezTo>
                  <a:pt x="0" y="306781"/>
                  <a:pt x="549" y="296448"/>
                  <a:pt x="1554" y="286116"/>
                </a:cubicBezTo>
                <a:cubicBezTo>
                  <a:pt x="2560" y="275783"/>
                  <a:pt x="4115" y="265450"/>
                  <a:pt x="6126" y="255300"/>
                </a:cubicBezTo>
                <a:cubicBezTo>
                  <a:pt x="8138" y="245151"/>
                  <a:pt x="10698" y="235001"/>
                  <a:pt x="13716" y="225125"/>
                </a:cubicBezTo>
                <a:cubicBezTo>
                  <a:pt x="16734" y="215158"/>
                  <a:pt x="20208" y="205374"/>
                  <a:pt x="24140" y="195773"/>
                </a:cubicBezTo>
                <a:cubicBezTo>
                  <a:pt x="28164" y="186172"/>
                  <a:pt x="32553" y="176845"/>
                  <a:pt x="37490" y="167701"/>
                </a:cubicBezTo>
                <a:cubicBezTo>
                  <a:pt x="42428" y="158466"/>
                  <a:pt x="47732" y="149596"/>
                  <a:pt x="53492" y="141000"/>
                </a:cubicBezTo>
                <a:cubicBezTo>
                  <a:pt x="59253" y="132314"/>
                  <a:pt x="65471" y="123993"/>
                  <a:pt x="72055" y="115946"/>
                </a:cubicBezTo>
                <a:cubicBezTo>
                  <a:pt x="78638" y="107899"/>
                  <a:pt x="85679" y="100218"/>
                  <a:pt x="92994" y="92903"/>
                </a:cubicBezTo>
                <a:cubicBezTo>
                  <a:pt x="100401" y="85588"/>
                  <a:pt x="108082" y="78547"/>
                  <a:pt x="116129" y="71963"/>
                </a:cubicBezTo>
                <a:cubicBezTo>
                  <a:pt x="124176" y="65380"/>
                  <a:pt x="132497" y="59253"/>
                  <a:pt x="141092" y="53492"/>
                </a:cubicBezTo>
                <a:cubicBezTo>
                  <a:pt x="149779" y="47640"/>
                  <a:pt x="158648" y="42337"/>
                  <a:pt x="167884" y="37490"/>
                </a:cubicBezTo>
                <a:cubicBezTo>
                  <a:pt x="177028" y="32553"/>
                  <a:pt x="186446" y="28164"/>
                  <a:pt x="196047" y="24140"/>
                </a:cubicBezTo>
                <a:cubicBezTo>
                  <a:pt x="205649" y="20208"/>
                  <a:pt x="215433" y="16642"/>
                  <a:pt x="225400" y="13625"/>
                </a:cubicBezTo>
                <a:cubicBezTo>
                  <a:pt x="235367" y="10607"/>
                  <a:pt x="245425" y="8138"/>
                  <a:pt x="255575" y="6126"/>
                </a:cubicBezTo>
                <a:cubicBezTo>
                  <a:pt x="265816" y="4023"/>
                  <a:pt x="276057" y="2560"/>
                  <a:pt x="286390" y="1554"/>
                </a:cubicBezTo>
                <a:cubicBezTo>
                  <a:pt x="296814" y="549"/>
                  <a:pt x="307147" y="0"/>
                  <a:pt x="317571" y="0"/>
                </a:cubicBezTo>
                <a:cubicBezTo>
                  <a:pt x="327995" y="0"/>
                  <a:pt x="338328" y="549"/>
                  <a:pt x="348661" y="1554"/>
                </a:cubicBezTo>
                <a:cubicBezTo>
                  <a:pt x="358993" y="2560"/>
                  <a:pt x="369326" y="4023"/>
                  <a:pt x="379476" y="6126"/>
                </a:cubicBezTo>
                <a:cubicBezTo>
                  <a:pt x="389717" y="8138"/>
                  <a:pt x="399776" y="10607"/>
                  <a:pt x="409743" y="13625"/>
                </a:cubicBezTo>
                <a:cubicBezTo>
                  <a:pt x="419710" y="16642"/>
                  <a:pt x="429494" y="20208"/>
                  <a:pt x="439095" y="24140"/>
                </a:cubicBezTo>
                <a:cubicBezTo>
                  <a:pt x="448696" y="28164"/>
                  <a:pt x="458114" y="32553"/>
                  <a:pt x="467258" y="37490"/>
                </a:cubicBezTo>
                <a:cubicBezTo>
                  <a:pt x="476402" y="42337"/>
                  <a:pt x="485364" y="47640"/>
                  <a:pt x="493959" y="53492"/>
                </a:cubicBezTo>
                <a:cubicBezTo>
                  <a:pt x="502646" y="59253"/>
                  <a:pt x="510967" y="65380"/>
                  <a:pt x="519013" y="71963"/>
                </a:cubicBezTo>
                <a:cubicBezTo>
                  <a:pt x="527060" y="78547"/>
                  <a:pt x="534741" y="85588"/>
                  <a:pt x="542148" y="92903"/>
                </a:cubicBezTo>
                <a:cubicBezTo>
                  <a:pt x="549463" y="100218"/>
                  <a:pt x="556412" y="107899"/>
                  <a:pt x="562996" y="115946"/>
                </a:cubicBezTo>
                <a:cubicBezTo>
                  <a:pt x="569671" y="123993"/>
                  <a:pt x="575798" y="132314"/>
                  <a:pt x="581558" y="141000"/>
                </a:cubicBezTo>
                <a:cubicBezTo>
                  <a:pt x="587411" y="149596"/>
                  <a:pt x="592714" y="158466"/>
                  <a:pt x="597652" y="167701"/>
                </a:cubicBezTo>
                <a:cubicBezTo>
                  <a:pt x="602498" y="176845"/>
                  <a:pt x="606979" y="186172"/>
                  <a:pt x="610911" y="195773"/>
                </a:cubicBezTo>
                <a:cubicBezTo>
                  <a:pt x="614934" y="205374"/>
                  <a:pt x="618409" y="215158"/>
                  <a:pt x="621426" y="225125"/>
                </a:cubicBezTo>
                <a:cubicBezTo>
                  <a:pt x="624444" y="235001"/>
                  <a:pt x="627004" y="245151"/>
                  <a:pt x="629016" y="255300"/>
                </a:cubicBezTo>
                <a:cubicBezTo>
                  <a:pt x="631027" y="265450"/>
                  <a:pt x="632582" y="275783"/>
                  <a:pt x="633588" y="286116"/>
                </a:cubicBezTo>
                <a:cubicBezTo>
                  <a:pt x="634594" y="296448"/>
                  <a:pt x="635142" y="306781"/>
                  <a:pt x="635142" y="317205"/>
                </a:cubicBezTo>
              </a:path>
            </a:pathLst>
          </a:custGeom>
          <a:solidFill>
            <a:srgbClr val="F8ECE7">
              <a:alpha val="70000"/>
            </a:srgbClr>
          </a:solidFill>
          <a:ln/>
        </p:spPr>
      </p:sp>
      <p:sp>
        <p:nvSpPr>
          <p:cNvPr id="12" name="Forma 244"/>
          <p:cNvSpPr/>
          <p:nvPr/>
        </p:nvSpPr>
        <p:spPr>
          <a:xfrm>
            <a:off x="5848685" y="1975013"/>
            <a:ext cx="650413" cy="649315"/>
          </a:xfrm>
          <a:custGeom>
            <a:avLst/>
            <a:gdLst/>
            <a:ahLst/>
            <a:cxnLst/>
            <a:rect l="l" t="t" r="r" b="b"/>
            <a:pathLst>
              <a:path w="650413" h="649315">
                <a:moveTo>
                  <a:pt x="640354" y="404622"/>
                </a:moveTo>
                <a:cubicBezTo>
                  <a:pt x="636697" y="418887"/>
                  <a:pt x="632125" y="432877"/>
                  <a:pt x="626547" y="446502"/>
                </a:cubicBezTo>
                <a:lnTo>
                  <a:pt x="612465" y="440741"/>
                </a:lnTo>
                <a:cubicBezTo>
                  <a:pt x="617677" y="427756"/>
                  <a:pt x="622066" y="414406"/>
                  <a:pt x="625541" y="400873"/>
                </a:cubicBezTo>
                <a:lnTo>
                  <a:pt x="640354" y="404622"/>
                </a:lnTo>
              </a:path>
              <a:path w="650413" h="649315">
                <a:moveTo>
                  <a:pt x="610545" y="480243"/>
                </a:moveTo>
                <a:cubicBezTo>
                  <a:pt x="603504" y="493136"/>
                  <a:pt x="595640" y="505480"/>
                  <a:pt x="586953" y="517276"/>
                </a:cubicBezTo>
                <a:lnTo>
                  <a:pt x="574609" y="508224"/>
                </a:lnTo>
                <a:cubicBezTo>
                  <a:pt x="582930" y="496976"/>
                  <a:pt x="590428" y="485181"/>
                  <a:pt x="597195" y="472928"/>
                </a:cubicBezTo>
                <a:lnTo>
                  <a:pt x="610545" y="480243"/>
                </a:lnTo>
              </a:path>
              <a:path w="650413" h="649315">
                <a:moveTo>
                  <a:pt x="562905" y="546171"/>
                </a:moveTo>
                <a:cubicBezTo>
                  <a:pt x="552846" y="556870"/>
                  <a:pt x="542148" y="566837"/>
                  <a:pt x="530809" y="576163"/>
                </a:cubicBezTo>
                <a:lnTo>
                  <a:pt x="521117" y="564276"/>
                </a:lnTo>
                <a:cubicBezTo>
                  <a:pt x="531998" y="555498"/>
                  <a:pt x="542148" y="545988"/>
                  <a:pt x="551749" y="535747"/>
                </a:cubicBezTo>
                <a:lnTo>
                  <a:pt x="562905" y="546171"/>
                </a:lnTo>
              </a:path>
              <a:path w="650413" h="649315">
                <a:moveTo>
                  <a:pt x="500360" y="598109"/>
                </a:moveTo>
                <a:cubicBezTo>
                  <a:pt x="488015" y="606064"/>
                  <a:pt x="475122" y="613014"/>
                  <a:pt x="461863" y="619232"/>
                </a:cubicBezTo>
                <a:lnTo>
                  <a:pt x="455371" y="605424"/>
                </a:lnTo>
                <a:cubicBezTo>
                  <a:pt x="468081" y="599481"/>
                  <a:pt x="480334" y="592806"/>
                  <a:pt x="492222" y="585307"/>
                </a:cubicBezTo>
                <a:lnTo>
                  <a:pt x="500360" y="598109"/>
                </a:lnTo>
              </a:path>
              <a:path w="650413" h="649315">
                <a:moveTo>
                  <a:pt x="426750" y="633039"/>
                </a:moveTo>
                <a:cubicBezTo>
                  <a:pt x="412943" y="637520"/>
                  <a:pt x="398953" y="641177"/>
                  <a:pt x="384688" y="643829"/>
                </a:cubicBezTo>
                <a:lnTo>
                  <a:pt x="381853" y="628833"/>
                </a:lnTo>
                <a:cubicBezTo>
                  <a:pt x="395478" y="626273"/>
                  <a:pt x="408828" y="622889"/>
                  <a:pt x="421996" y="618500"/>
                </a:cubicBezTo>
                <a:lnTo>
                  <a:pt x="426750" y="633039"/>
                </a:lnTo>
              </a:path>
              <a:path w="650413" h="649315">
                <a:moveTo>
                  <a:pt x="346923" y="648584"/>
                </a:moveTo>
                <a:cubicBezTo>
                  <a:pt x="339700" y="649041"/>
                  <a:pt x="332476" y="649315"/>
                  <a:pt x="325161" y="649315"/>
                </a:cubicBezTo>
                <a:cubicBezTo>
                  <a:pt x="318120" y="649315"/>
                  <a:pt x="311079" y="649041"/>
                  <a:pt x="304038" y="648584"/>
                </a:cubicBezTo>
                <a:lnTo>
                  <a:pt x="305044" y="633405"/>
                </a:lnTo>
                <a:cubicBezTo>
                  <a:pt x="311719" y="633862"/>
                  <a:pt x="318486" y="634045"/>
                  <a:pt x="325161" y="634045"/>
                </a:cubicBezTo>
                <a:cubicBezTo>
                  <a:pt x="332110" y="634045"/>
                  <a:pt x="339060" y="633771"/>
                  <a:pt x="345918" y="633313"/>
                </a:cubicBezTo>
                <a:lnTo>
                  <a:pt x="346923" y="648584"/>
                </a:lnTo>
              </a:path>
              <a:path w="650413" h="649315">
                <a:moveTo>
                  <a:pt x="266365" y="643920"/>
                </a:moveTo>
                <a:cubicBezTo>
                  <a:pt x="252009" y="641269"/>
                  <a:pt x="238018" y="637703"/>
                  <a:pt x="224211" y="633222"/>
                </a:cubicBezTo>
                <a:lnTo>
                  <a:pt x="228966" y="618774"/>
                </a:lnTo>
                <a:cubicBezTo>
                  <a:pt x="242133" y="622981"/>
                  <a:pt x="255483" y="626455"/>
                  <a:pt x="269108" y="628924"/>
                </a:cubicBezTo>
                <a:lnTo>
                  <a:pt x="266365" y="643920"/>
                </a:lnTo>
              </a:path>
              <a:path w="650413" h="649315">
                <a:moveTo>
                  <a:pt x="189098" y="619506"/>
                </a:moveTo>
                <a:cubicBezTo>
                  <a:pt x="175748" y="613380"/>
                  <a:pt x="162855" y="606339"/>
                  <a:pt x="150510" y="598475"/>
                </a:cubicBezTo>
                <a:lnTo>
                  <a:pt x="158740" y="585582"/>
                </a:lnTo>
                <a:cubicBezTo>
                  <a:pt x="170536" y="593080"/>
                  <a:pt x="182789" y="599755"/>
                  <a:pt x="195499" y="605607"/>
                </a:cubicBezTo>
                <a:lnTo>
                  <a:pt x="189098" y="619506"/>
                </a:lnTo>
              </a:path>
              <a:path w="650413" h="649315">
                <a:moveTo>
                  <a:pt x="120061" y="576529"/>
                </a:moveTo>
                <a:cubicBezTo>
                  <a:pt x="108631" y="567294"/>
                  <a:pt x="97932" y="557327"/>
                  <a:pt x="87874" y="546628"/>
                </a:cubicBezTo>
                <a:lnTo>
                  <a:pt x="99030" y="536204"/>
                </a:lnTo>
                <a:cubicBezTo>
                  <a:pt x="108631" y="546354"/>
                  <a:pt x="118872" y="555864"/>
                  <a:pt x="129662" y="564733"/>
                </a:cubicBezTo>
                <a:lnTo>
                  <a:pt x="120061" y="576529"/>
                </a:lnTo>
              </a:path>
              <a:path w="650413" h="649315">
                <a:moveTo>
                  <a:pt x="63825" y="517733"/>
                </a:moveTo>
                <a:cubicBezTo>
                  <a:pt x="55047" y="505938"/>
                  <a:pt x="47183" y="493593"/>
                  <a:pt x="40142" y="480792"/>
                </a:cubicBezTo>
                <a:lnTo>
                  <a:pt x="53492" y="473385"/>
                </a:lnTo>
                <a:cubicBezTo>
                  <a:pt x="60259" y="485638"/>
                  <a:pt x="67757" y="497434"/>
                  <a:pt x="76078" y="508681"/>
                </a:cubicBezTo>
                <a:lnTo>
                  <a:pt x="63825" y="517733"/>
                </a:lnTo>
              </a:path>
              <a:path w="650413" h="649315">
                <a:moveTo>
                  <a:pt x="24049" y="447050"/>
                </a:moveTo>
                <a:cubicBezTo>
                  <a:pt x="18471" y="433426"/>
                  <a:pt x="13899" y="419435"/>
                  <a:pt x="10241" y="405171"/>
                </a:cubicBezTo>
                <a:lnTo>
                  <a:pt x="24963" y="401422"/>
                </a:lnTo>
                <a:cubicBezTo>
                  <a:pt x="28438" y="415046"/>
                  <a:pt x="32918" y="428305"/>
                  <a:pt x="38222" y="441289"/>
                </a:cubicBezTo>
                <a:lnTo>
                  <a:pt x="24049" y="447050"/>
                </a:lnTo>
              </a:path>
              <a:path w="650413" h="649315">
                <a:moveTo>
                  <a:pt x="3018" y="368412"/>
                </a:moveTo>
                <a:cubicBezTo>
                  <a:pt x="1006" y="354056"/>
                  <a:pt x="0" y="339608"/>
                  <a:pt x="0" y="325069"/>
                </a:cubicBezTo>
                <a:lnTo>
                  <a:pt x="15270" y="325069"/>
                </a:lnTo>
                <a:cubicBezTo>
                  <a:pt x="15270" y="338877"/>
                  <a:pt x="16276" y="352593"/>
                  <a:pt x="18105" y="366309"/>
                </a:cubicBezTo>
                <a:lnTo>
                  <a:pt x="3018" y="368412"/>
                </a:lnTo>
              </a:path>
              <a:path w="650413" h="649315">
                <a:moveTo>
                  <a:pt x="2012" y="288127"/>
                </a:moveTo>
                <a:cubicBezTo>
                  <a:pt x="3658" y="273588"/>
                  <a:pt x="6309" y="259141"/>
                  <a:pt x="9876" y="244968"/>
                </a:cubicBezTo>
                <a:lnTo>
                  <a:pt x="24689" y="248717"/>
                </a:lnTo>
                <a:cubicBezTo>
                  <a:pt x="21306" y="262250"/>
                  <a:pt x="18745" y="275966"/>
                  <a:pt x="17191" y="289865"/>
                </a:cubicBezTo>
                <a:lnTo>
                  <a:pt x="2012" y="288127"/>
                </a:lnTo>
              </a:path>
              <a:path w="650413" h="649315">
                <a:moveTo>
                  <a:pt x="21306" y="208940"/>
                </a:moveTo>
                <a:cubicBezTo>
                  <a:pt x="26426" y="195316"/>
                  <a:pt x="32553" y="182148"/>
                  <a:pt x="39502" y="169347"/>
                </a:cubicBezTo>
                <a:lnTo>
                  <a:pt x="52944" y="176571"/>
                </a:lnTo>
                <a:cubicBezTo>
                  <a:pt x="46269" y="188824"/>
                  <a:pt x="40508" y="201351"/>
                  <a:pt x="35570" y="214335"/>
                </a:cubicBezTo>
                <a:lnTo>
                  <a:pt x="21306" y="208940"/>
                </a:lnTo>
              </a:path>
              <a:path w="650413" h="649315">
                <a:moveTo>
                  <a:pt x="59436" y="137251"/>
                </a:moveTo>
                <a:cubicBezTo>
                  <a:pt x="67848" y="125364"/>
                  <a:pt x="77084" y="114026"/>
                  <a:pt x="87051" y="103327"/>
                </a:cubicBezTo>
                <a:lnTo>
                  <a:pt x="98207" y="113660"/>
                </a:lnTo>
                <a:cubicBezTo>
                  <a:pt x="88697" y="123901"/>
                  <a:pt x="80010" y="134691"/>
                  <a:pt x="71963" y="146030"/>
                </a:cubicBezTo>
                <a:lnTo>
                  <a:pt x="59436" y="137251"/>
                </a:lnTo>
              </a:path>
              <a:path w="650413" h="649315">
                <a:moveTo>
                  <a:pt x="114300" y="77267"/>
                </a:moveTo>
                <a:cubicBezTo>
                  <a:pt x="125456" y="67757"/>
                  <a:pt x="137160" y="59070"/>
                  <a:pt x="149413" y="51206"/>
                </a:cubicBezTo>
                <a:lnTo>
                  <a:pt x="157734" y="64008"/>
                </a:lnTo>
                <a:cubicBezTo>
                  <a:pt x="145938" y="71598"/>
                  <a:pt x="134783" y="79827"/>
                  <a:pt x="124176" y="88880"/>
                </a:cubicBezTo>
                <a:lnTo>
                  <a:pt x="114300" y="77267"/>
                </a:lnTo>
              </a:path>
              <a:path w="650413" h="649315">
                <a:moveTo>
                  <a:pt x="182331" y="32644"/>
                </a:moveTo>
                <a:cubicBezTo>
                  <a:pt x="195499" y="26243"/>
                  <a:pt x="209123" y="20757"/>
                  <a:pt x="223022" y="16093"/>
                </a:cubicBezTo>
                <a:lnTo>
                  <a:pt x="227777" y="30632"/>
                </a:lnTo>
                <a:cubicBezTo>
                  <a:pt x="214518" y="35022"/>
                  <a:pt x="201625" y="40234"/>
                  <a:pt x="189098" y="46360"/>
                </a:cubicBezTo>
                <a:lnTo>
                  <a:pt x="182331" y="32644"/>
                </a:lnTo>
              </a:path>
              <a:path w="650413" h="649315">
                <a:moveTo>
                  <a:pt x="259141" y="6492"/>
                </a:moveTo>
                <a:cubicBezTo>
                  <a:pt x="273588" y="3475"/>
                  <a:pt x="288127" y="1463"/>
                  <a:pt x="302849" y="457"/>
                </a:cubicBezTo>
                <a:lnTo>
                  <a:pt x="303855" y="15636"/>
                </a:lnTo>
                <a:cubicBezTo>
                  <a:pt x="289865" y="16642"/>
                  <a:pt x="275966" y="18562"/>
                  <a:pt x="262250" y="21397"/>
                </a:cubicBezTo>
                <a:lnTo>
                  <a:pt x="259141" y="6492"/>
                </a:lnTo>
              </a:path>
              <a:path w="650413" h="649315">
                <a:moveTo>
                  <a:pt x="339517" y="0"/>
                </a:moveTo>
                <a:cubicBezTo>
                  <a:pt x="354239" y="640"/>
                  <a:pt x="368869" y="2286"/>
                  <a:pt x="383408" y="4938"/>
                </a:cubicBezTo>
                <a:lnTo>
                  <a:pt x="380665" y="19934"/>
                </a:lnTo>
                <a:cubicBezTo>
                  <a:pt x="366857" y="17465"/>
                  <a:pt x="352867" y="15819"/>
                  <a:pt x="338877" y="15270"/>
                </a:cubicBezTo>
                <a:lnTo>
                  <a:pt x="339517" y="0"/>
                </a:lnTo>
              </a:path>
              <a:path w="650413" h="649315">
                <a:moveTo>
                  <a:pt x="419618" y="13625"/>
                </a:moveTo>
                <a:cubicBezTo>
                  <a:pt x="433608" y="17922"/>
                  <a:pt x="447324" y="23134"/>
                  <a:pt x="460675" y="29261"/>
                </a:cubicBezTo>
                <a:lnTo>
                  <a:pt x="454365" y="43068"/>
                </a:lnTo>
                <a:cubicBezTo>
                  <a:pt x="441655" y="37308"/>
                  <a:pt x="428579" y="32278"/>
                  <a:pt x="415138" y="28255"/>
                </a:cubicBezTo>
                <a:lnTo>
                  <a:pt x="419618" y="13625"/>
                </a:lnTo>
              </a:path>
              <a:path w="650413" h="649315">
                <a:moveTo>
                  <a:pt x="493959" y="46817"/>
                </a:moveTo>
                <a:cubicBezTo>
                  <a:pt x="506486" y="54407"/>
                  <a:pt x="518465" y="62819"/>
                  <a:pt x="529803" y="72055"/>
                </a:cubicBezTo>
                <a:lnTo>
                  <a:pt x="520202" y="83942"/>
                </a:lnTo>
                <a:cubicBezTo>
                  <a:pt x="509412" y="75164"/>
                  <a:pt x="497982" y="67117"/>
                  <a:pt x="486004" y="59893"/>
                </a:cubicBezTo>
                <a:lnTo>
                  <a:pt x="493959" y="46817"/>
                </a:lnTo>
              </a:path>
              <a:path w="650413" h="649315">
                <a:moveTo>
                  <a:pt x="557693" y="97384"/>
                </a:moveTo>
                <a:cubicBezTo>
                  <a:pt x="567934" y="107899"/>
                  <a:pt x="577444" y="118963"/>
                  <a:pt x="586222" y="130759"/>
                </a:cubicBezTo>
                <a:lnTo>
                  <a:pt x="573969" y="139812"/>
                </a:lnTo>
                <a:cubicBezTo>
                  <a:pt x="565556" y="128656"/>
                  <a:pt x="556504" y="118049"/>
                  <a:pt x="546811" y="108082"/>
                </a:cubicBezTo>
                <a:lnTo>
                  <a:pt x="557693" y="97384"/>
                </a:lnTo>
              </a:path>
              <a:path w="650413" h="649315">
                <a:moveTo>
                  <a:pt x="606887" y="162215"/>
                </a:moveTo>
                <a:cubicBezTo>
                  <a:pt x="614202" y="174833"/>
                  <a:pt x="620603" y="187909"/>
                  <a:pt x="626090" y="201351"/>
                </a:cubicBezTo>
                <a:lnTo>
                  <a:pt x="612008" y="207112"/>
                </a:lnTo>
                <a:cubicBezTo>
                  <a:pt x="606704" y="194310"/>
                  <a:pt x="600578" y="181874"/>
                  <a:pt x="593628" y="169804"/>
                </a:cubicBezTo>
                <a:lnTo>
                  <a:pt x="606887" y="162215"/>
                </a:lnTo>
              </a:path>
              <a:path w="650413" h="649315">
                <a:moveTo>
                  <a:pt x="638434" y="237195"/>
                </a:moveTo>
                <a:cubicBezTo>
                  <a:pt x="642366" y="251186"/>
                  <a:pt x="645292" y="265450"/>
                  <a:pt x="647304" y="279989"/>
                </a:cubicBezTo>
                <a:lnTo>
                  <a:pt x="632216" y="282092"/>
                </a:lnTo>
                <a:cubicBezTo>
                  <a:pt x="630296" y="268285"/>
                  <a:pt x="627461" y="254660"/>
                  <a:pt x="623712" y="241219"/>
                </a:cubicBezTo>
                <a:lnTo>
                  <a:pt x="638434" y="237195"/>
                </a:lnTo>
              </a:path>
              <a:path w="650413" h="649315">
                <a:moveTo>
                  <a:pt x="650321" y="317205"/>
                </a:moveTo>
                <a:cubicBezTo>
                  <a:pt x="650321" y="319674"/>
                  <a:pt x="650413" y="322052"/>
                  <a:pt x="650413" y="324521"/>
                </a:cubicBezTo>
                <a:cubicBezTo>
                  <a:pt x="650413" y="338968"/>
                  <a:pt x="649407" y="353416"/>
                  <a:pt x="647487" y="367772"/>
                </a:cubicBezTo>
                <a:lnTo>
                  <a:pt x="632308" y="365760"/>
                </a:lnTo>
                <a:cubicBezTo>
                  <a:pt x="634228" y="352044"/>
                  <a:pt x="635142" y="338328"/>
                  <a:pt x="635142" y="324521"/>
                </a:cubicBezTo>
                <a:cubicBezTo>
                  <a:pt x="635142" y="322143"/>
                  <a:pt x="635051" y="319857"/>
                  <a:pt x="635051" y="317571"/>
                </a:cubicBezTo>
                <a:lnTo>
                  <a:pt x="650321" y="317205"/>
                </a:lnTo>
              </a:path>
            </a:pathLst>
          </a:custGeom>
          <a:solidFill>
            <a:srgbClr val="AB432E"/>
          </a:solidFill>
          <a:ln/>
        </p:spPr>
      </p:sp>
      <p:sp>
        <p:nvSpPr>
          <p:cNvPr id="13" name="Forma 245"/>
          <p:cNvSpPr/>
          <p:nvPr/>
        </p:nvSpPr>
        <p:spPr>
          <a:xfrm>
            <a:off x="6143305" y="2268992"/>
            <a:ext cx="61082" cy="60990"/>
          </a:xfrm>
          <a:custGeom>
            <a:avLst/>
            <a:gdLst/>
            <a:ahLst/>
            <a:cxnLst/>
            <a:rect l="l" t="t" r="r" b="b"/>
            <a:pathLst>
              <a:path w="61082" h="60990">
                <a:moveTo>
                  <a:pt x="61082" y="30541"/>
                </a:moveTo>
                <a:cubicBezTo>
                  <a:pt x="61082" y="34564"/>
                  <a:pt x="60259" y="38405"/>
                  <a:pt x="58704" y="42154"/>
                </a:cubicBezTo>
                <a:cubicBezTo>
                  <a:pt x="57150" y="45903"/>
                  <a:pt x="54955" y="49195"/>
                  <a:pt x="52121" y="52029"/>
                </a:cubicBezTo>
                <a:cubicBezTo>
                  <a:pt x="49286" y="54955"/>
                  <a:pt x="45994" y="57150"/>
                  <a:pt x="42245" y="58704"/>
                </a:cubicBezTo>
                <a:cubicBezTo>
                  <a:pt x="38496" y="60259"/>
                  <a:pt x="34564" y="60990"/>
                  <a:pt x="30541" y="60990"/>
                </a:cubicBezTo>
                <a:cubicBezTo>
                  <a:pt x="26518" y="60990"/>
                  <a:pt x="22586" y="60259"/>
                  <a:pt x="18837" y="58704"/>
                </a:cubicBezTo>
                <a:cubicBezTo>
                  <a:pt x="15088" y="57150"/>
                  <a:pt x="11796" y="54955"/>
                  <a:pt x="8961" y="52029"/>
                </a:cubicBezTo>
                <a:cubicBezTo>
                  <a:pt x="6035" y="49195"/>
                  <a:pt x="3840" y="45903"/>
                  <a:pt x="2286" y="42154"/>
                </a:cubicBezTo>
                <a:cubicBezTo>
                  <a:pt x="732" y="38405"/>
                  <a:pt x="0" y="34564"/>
                  <a:pt x="0" y="30541"/>
                </a:cubicBezTo>
                <a:cubicBezTo>
                  <a:pt x="0" y="26426"/>
                  <a:pt x="732" y="22586"/>
                  <a:pt x="2286" y="18837"/>
                </a:cubicBezTo>
                <a:cubicBezTo>
                  <a:pt x="3840" y="15088"/>
                  <a:pt x="6035" y="11796"/>
                  <a:pt x="8961" y="8961"/>
                </a:cubicBezTo>
                <a:cubicBezTo>
                  <a:pt x="11796" y="6035"/>
                  <a:pt x="15088" y="3840"/>
                  <a:pt x="18837" y="2286"/>
                </a:cubicBezTo>
                <a:cubicBezTo>
                  <a:pt x="22586" y="732"/>
                  <a:pt x="26518" y="0"/>
                  <a:pt x="30541" y="0"/>
                </a:cubicBezTo>
                <a:cubicBezTo>
                  <a:pt x="34564" y="0"/>
                  <a:pt x="38496" y="732"/>
                  <a:pt x="42245" y="2286"/>
                </a:cubicBezTo>
                <a:cubicBezTo>
                  <a:pt x="45994" y="3840"/>
                  <a:pt x="49286" y="6035"/>
                  <a:pt x="52121" y="8961"/>
                </a:cubicBezTo>
                <a:cubicBezTo>
                  <a:pt x="54955" y="11796"/>
                  <a:pt x="57150" y="15088"/>
                  <a:pt x="58704" y="18837"/>
                </a:cubicBezTo>
                <a:cubicBezTo>
                  <a:pt x="60259" y="22586"/>
                  <a:pt x="61082" y="26426"/>
                  <a:pt x="61082" y="30541"/>
                </a:cubicBezTo>
              </a:path>
            </a:pathLst>
          </a:custGeom>
          <a:solidFill>
            <a:srgbClr val="AB432E"/>
          </a:solidFill>
          <a:ln/>
        </p:spPr>
      </p:sp>
      <p:sp>
        <p:nvSpPr>
          <p:cNvPr id="14" name="Forma 246"/>
          <p:cNvSpPr/>
          <p:nvPr/>
        </p:nvSpPr>
        <p:spPr>
          <a:xfrm>
            <a:off x="6118890" y="2244578"/>
            <a:ext cx="109911" cy="109819"/>
          </a:xfrm>
          <a:custGeom>
            <a:avLst/>
            <a:gdLst/>
            <a:ahLst/>
            <a:cxnLst/>
            <a:rect l="l" t="t" r="r" b="b"/>
            <a:pathLst>
              <a:path w="109911" h="109819">
                <a:moveTo>
                  <a:pt x="0" y="54864"/>
                </a:moveTo>
                <a:lnTo>
                  <a:pt x="109911" y="54864"/>
                </a:lnTo>
                <a:moveTo>
                  <a:pt x="54955" y="0"/>
                </a:moveTo>
                <a:lnTo>
                  <a:pt x="54955" y="109819"/>
                </a:lnTo>
              </a:path>
            </a:pathLst>
          </a:custGeom>
          <a:ln w="12217" cap="rnd">
            <a:solidFill>
              <a:srgbClr val="AB432E"/>
            </a:solidFill>
            <a:prstDash val="solid"/>
            <a:round/>
          </a:ln>
        </p:spPr>
      </p:sp>
      <p:sp>
        <p:nvSpPr>
          <p:cNvPr id="15" name="Forma 247"/>
          <p:cNvSpPr/>
          <p:nvPr/>
        </p:nvSpPr>
        <p:spPr>
          <a:xfrm>
            <a:off x="6002853" y="2128723"/>
            <a:ext cx="341986" cy="341620"/>
          </a:xfrm>
          <a:custGeom>
            <a:avLst/>
            <a:gdLst/>
            <a:ahLst/>
            <a:cxnLst/>
            <a:rect l="l" t="t" r="r" b="b"/>
            <a:pathLst>
              <a:path w="341986" h="341620">
                <a:moveTo>
                  <a:pt x="341986" y="170810"/>
                </a:moveTo>
                <a:cubicBezTo>
                  <a:pt x="341986" y="181966"/>
                  <a:pt x="340888" y="193121"/>
                  <a:pt x="338694" y="204094"/>
                </a:cubicBezTo>
                <a:cubicBezTo>
                  <a:pt x="336499" y="215067"/>
                  <a:pt x="333299" y="225765"/>
                  <a:pt x="329001" y="236190"/>
                </a:cubicBezTo>
                <a:cubicBezTo>
                  <a:pt x="324703" y="246522"/>
                  <a:pt x="319400" y="256306"/>
                  <a:pt x="313182" y="265633"/>
                </a:cubicBezTo>
                <a:cubicBezTo>
                  <a:pt x="306964" y="274960"/>
                  <a:pt x="299832" y="283647"/>
                  <a:pt x="291876" y="291511"/>
                </a:cubicBezTo>
                <a:cubicBezTo>
                  <a:pt x="283921" y="299466"/>
                  <a:pt x="275326" y="306598"/>
                  <a:pt x="265999" y="312816"/>
                </a:cubicBezTo>
                <a:cubicBezTo>
                  <a:pt x="256672" y="319034"/>
                  <a:pt x="246797" y="324246"/>
                  <a:pt x="236464" y="328544"/>
                </a:cubicBezTo>
                <a:cubicBezTo>
                  <a:pt x="226040" y="332842"/>
                  <a:pt x="215341" y="336133"/>
                  <a:pt x="204368" y="338328"/>
                </a:cubicBezTo>
                <a:cubicBezTo>
                  <a:pt x="193304" y="340523"/>
                  <a:pt x="182240" y="341620"/>
                  <a:pt x="170993" y="341620"/>
                </a:cubicBezTo>
                <a:cubicBezTo>
                  <a:pt x="159746" y="341620"/>
                  <a:pt x="148681" y="340523"/>
                  <a:pt x="137617" y="338328"/>
                </a:cubicBezTo>
                <a:cubicBezTo>
                  <a:pt x="126644" y="336133"/>
                  <a:pt x="115946" y="332842"/>
                  <a:pt x="105522" y="328544"/>
                </a:cubicBezTo>
                <a:cubicBezTo>
                  <a:pt x="95189" y="324246"/>
                  <a:pt x="85314" y="319034"/>
                  <a:pt x="75987" y="312816"/>
                </a:cubicBezTo>
                <a:cubicBezTo>
                  <a:pt x="66660" y="306598"/>
                  <a:pt x="58064" y="299466"/>
                  <a:pt x="50109" y="291511"/>
                </a:cubicBezTo>
                <a:cubicBezTo>
                  <a:pt x="42154" y="283647"/>
                  <a:pt x="35022" y="274960"/>
                  <a:pt x="28804" y="265633"/>
                </a:cubicBezTo>
                <a:cubicBezTo>
                  <a:pt x="22586" y="256306"/>
                  <a:pt x="17282" y="246522"/>
                  <a:pt x="12984" y="236190"/>
                </a:cubicBezTo>
                <a:cubicBezTo>
                  <a:pt x="8687" y="225765"/>
                  <a:pt x="5486" y="215067"/>
                  <a:pt x="3292" y="204094"/>
                </a:cubicBezTo>
                <a:cubicBezTo>
                  <a:pt x="1097" y="193121"/>
                  <a:pt x="0" y="181966"/>
                  <a:pt x="0" y="170810"/>
                </a:cubicBezTo>
                <a:cubicBezTo>
                  <a:pt x="0" y="159563"/>
                  <a:pt x="1097" y="148499"/>
                  <a:pt x="3292" y="137434"/>
                </a:cubicBezTo>
                <a:cubicBezTo>
                  <a:pt x="5486" y="126462"/>
                  <a:pt x="8687" y="115763"/>
                  <a:pt x="12984" y="105430"/>
                </a:cubicBezTo>
                <a:cubicBezTo>
                  <a:pt x="17282" y="95098"/>
                  <a:pt x="22586" y="85222"/>
                  <a:pt x="28804" y="75895"/>
                </a:cubicBezTo>
                <a:cubicBezTo>
                  <a:pt x="35022" y="66568"/>
                  <a:pt x="42154" y="57973"/>
                  <a:pt x="50109" y="50018"/>
                </a:cubicBezTo>
                <a:cubicBezTo>
                  <a:pt x="58064" y="42062"/>
                  <a:pt x="66660" y="35022"/>
                  <a:pt x="75987" y="28804"/>
                </a:cubicBezTo>
                <a:cubicBezTo>
                  <a:pt x="85314" y="22586"/>
                  <a:pt x="95189" y="17282"/>
                  <a:pt x="105522" y="12984"/>
                </a:cubicBezTo>
                <a:cubicBezTo>
                  <a:pt x="115946" y="8687"/>
                  <a:pt x="126644" y="5486"/>
                  <a:pt x="137617" y="3292"/>
                </a:cubicBezTo>
                <a:cubicBezTo>
                  <a:pt x="148681" y="1097"/>
                  <a:pt x="159746" y="0"/>
                  <a:pt x="170993" y="0"/>
                </a:cubicBezTo>
                <a:cubicBezTo>
                  <a:pt x="182240" y="0"/>
                  <a:pt x="193304" y="1097"/>
                  <a:pt x="204368" y="3292"/>
                </a:cubicBezTo>
                <a:cubicBezTo>
                  <a:pt x="215341" y="5486"/>
                  <a:pt x="226040" y="8687"/>
                  <a:pt x="236464" y="12984"/>
                </a:cubicBezTo>
                <a:cubicBezTo>
                  <a:pt x="246797" y="17282"/>
                  <a:pt x="256672" y="22586"/>
                  <a:pt x="265999" y="28804"/>
                </a:cubicBezTo>
                <a:cubicBezTo>
                  <a:pt x="275326" y="35022"/>
                  <a:pt x="283921" y="42062"/>
                  <a:pt x="291876" y="50018"/>
                </a:cubicBezTo>
                <a:cubicBezTo>
                  <a:pt x="299832" y="57973"/>
                  <a:pt x="306964" y="66568"/>
                  <a:pt x="313182" y="75895"/>
                </a:cubicBezTo>
                <a:cubicBezTo>
                  <a:pt x="319400" y="85222"/>
                  <a:pt x="324703" y="95098"/>
                  <a:pt x="329001" y="105430"/>
                </a:cubicBezTo>
                <a:cubicBezTo>
                  <a:pt x="333299" y="115763"/>
                  <a:pt x="336499" y="126462"/>
                  <a:pt x="338694" y="137434"/>
                </a:cubicBezTo>
                <a:cubicBezTo>
                  <a:pt x="340888" y="148499"/>
                  <a:pt x="341986" y="159563"/>
                  <a:pt x="341986" y="170810"/>
                </a:cubicBezTo>
              </a:path>
            </a:pathLst>
          </a:custGeom>
          <a:solidFill>
            <a:srgbClr val="FBFAF6"/>
          </a:solidFill>
          <a:ln w="15265">
            <a:solidFill>
              <a:srgbClr val="2D6075"/>
            </a:solidFill>
            <a:prstDash val="solid"/>
          </a:ln>
        </p:spPr>
      </p:sp>
      <p:sp>
        <p:nvSpPr>
          <p:cNvPr id="16" name="Forma 248"/>
          <p:cNvSpPr/>
          <p:nvPr/>
        </p:nvSpPr>
        <p:spPr>
          <a:xfrm>
            <a:off x="6100602" y="2268992"/>
            <a:ext cx="146578" cy="79278"/>
          </a:xfrm>
          <a:custGeom>
            <a:avLst/>
            <a:gdLst/>
            <a:ahLst/>
            <a:cxnLst/>
            <a:rect l="l" t="t" r="r" b="b"/>
            <a:pathLst>
              <a:path w="146578" h="79278">
                <a:moveTo>
                  <a:pt x="18288" y="0"/>
                </a:moveTo>
                <a:lnTo>
                  <a:pt x="128199" y="0"/>
                </a:lnTo>
                <a:lnTo>
                  <a:pt x="146578" y="42702"/>
                </a:lnTo>
                <a:lnTo>
                  <a:pt x="73243" y="79278"/>
                </a:lnTo>
                <a:lnTo>
                  <a:pt x="0" y="42702"/>
                </a:lnTo>
                <a:lnTo>
                  <a:pt x="18288" y="0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17" name="Forma 249"/>
          <p:cNvSpPr/>
          <p:nvPr/>
        </p:nvSpPr>
        <p:spPr>
          <a:xfrm>
            <a:off x="6063935" y="2220163"/>
            <a:ext cx="219822" cy="152522"/>
          </a:xfrm>
          <a:custGeom>
            <a:avLst/>
            <a:gdLst/>
            <a:ahLst/>
            <a:cxnLst/>
            <a:rect l="l" t="t" r="r" b="b"/>
            <a:pathLst>
              <a:path w="219822" h="152522">
                <a:moveTo>
                  <a:pt x="61082" y="54864"/>
                </a:moveTo>
                <a:lnTo>
                  <a:pt x="0" y="0"/>
                </a:lnTo>
                <a:moveTo>
                  <a:pt x="158740" y="54864"/>
                </a:moveTo>
                <a:lnTo>
                  <a:pt x="219822" y="0"/>
                </a:lnTo>
                <a:moveTo>
                  <a:pt x="61082" y="85405"/>
                </a:moveTo>
                <a:lnTo>
                  <a:pt x="0" y="152522"/>
                </a:lnTo>
                <a:moveTo>
                  <a:pt x="158740" y="85405"/>
                </a:moveTo>
                <a:lnTo>
                  <a:pt x="219822" y="152522"/>
                </a:lnTo>
              </a:path>
            </a:pathLst>
          </a:custGeom>
          <a:ln w="18326" cap="rnd">
            <a:solidFill>
              <a:srgbClr val="202722"/>
            </a:solidFill>
            <a:prstDash val="solid"/>
            <a:round/>
          </a:ln>
        </p:spPr>
      </p:sp>
      <p:sp>
        <p:nvSpPr>
          <p:cNvPr id="18" name="Forma 250"/>
          <p:cNvSpPr/>
          <p:nvPr/>
        </p:nvSpPr>
        <p:spPr>
          <a:xfrm>
            <a:off x="6021233" y="2177461"/>
            <a:ext cx="305318" cy="237927"/>
          </a:xfrm>
          <a:custGeom>
            <a:avLst/>
            <a:gdLst/>
            <a:ahLst/>
            <a:cxnLst/>
            <a:rect l="l" t="t" r="r" b="b"/>
            <a:pathLst>
              <a:path w="305318" h="237927">
                <a:moveTo>
                  <a:pt x="61082" y="30541"/>
                </a:moveTo>
                <a:cubicBezTo>
                  <a:pt x="61082" y="34564"/>
                  <a:pt x="60259" y="38405"/>
                  <a:pt x="58704" y="42154"/>
                </a:cubicBezTo>
                <a:cubicBezTo>
                  <a:pt x="57150" y="45903"/>
                  <a:pt x="54955" y="49195"/>
                  <a:pt x="52121" y="52029"/>
                </a:cubicBezTo>
                <a:cubicBezTo>
                  <a:pt x="49286" y="54955"/>
                  <a:pt x="45994" y="57150"/>
                  <a:pt x="42245" y="58704"/>
                </a:cubicBezTo>
                <a:cubicBezTo>
                  <a:pt x="38496" y="60259"/>
                  <a:pt x="34564" y="60990"/>
                  <a:pt x="30541" y="60990"/>
                </a:cubicBezTo>
                <a:cubicBezTo>
                  <a:pt x="26518" y="60990"/>
                  <a:pt x="22586" y="60259"/>
                  <a:pt x="18837" y="58704"/>
                </a:cubicBezTo>
                <a:cubicBezTo>
                  <a:pt x="15088" y="57150"/>
                  <a:pt x="11796" y="54955"/>
                  <a:pt x="8961" y="52029"/>
                </a:cubicBezTo>
                <a:cubicBezTo>
                  <a:pt x="6035" y="49195"/>
                  <a:pt x="3840" y="45903"/>
                  <a:pt x="2286" y="42154"/>
                </a:cubicBezTo>
                <a:cubicBezTo>
                  <a:pt x="732" y="38405"/>
                  <a:pt x="0" y="34564"/>
                  <a:pt x="0" y="30541"/>
                </a:cubicBezTo>
                <a:cubicBezTo>
                  <a:pt x="0" y="26426"/>
                  <a:pt x="732" y="22586"/>
                  <a:pt x="2286" y="18837"/>
                </a:cubicBezTo>
                <a:cubicBezTo>
                  <a:pt x="3840" y="15088"/>
                  <a:pt x="6035" y="11796"/>
                  <a:pt x="8961" y="8961"/>
                </a:cubicBezTo>
                <a:cubicBezTo>
                  <a:pt x="11796" y="6035"/>
                  <a:pt x="15088" y="3840"/>
                  <a:pt x="18837" y="2286"/>
                </a:cubicBezTo>
                <a:cubicBezTo>
                  <a:pt x="22586" y="732"/>
                  <a:pt x="26518" y="0"/>
                  <a:pt x="30541" y="0"/>
                </a:cubicBezTo>
                <a:cubicBezTo>
                  <a:pt x="34564" y="0"/>
                  <a:pt x="38496" y="732"/>
                  <a:pt x="42245" y="2286"/>
                </a:cubicBezTo>
                <a:cubicBezTo>
                  <a:pt x="45994" y="3840"/>
                  <a:pt x="49286" y="6035"/>
                  <a:pt x="52121" y="8961"/>
                </a:cubicBezTo>
                <a:cubicBezTo>
                  <a:pt x="54955" y="11796"/>
                  <a:pt x="57150" y="15088"/>
                  <a:pt x="58704" y="18837"/>
                </a:cubicBezTo>
                <a:cubicBezTo>
                  <a:pt x="60259" y="22586"/>
                  <a:pt x="61082" y="26426"/>
                  <a:pt x="61082" y="30541"/>
                </a:cubicBezTo>
              </a:path>
              <a:path w="305318" h="237927">
                <a:moveTo>
                  <a:pt x="305318" y="30541"/>
                </a:moveTo>
                <a:cubicBezTo>
                  <a:pt x="305318" y="34564"/>
                  <a:pt x="304587" y="38405"/>
                  <a:pt x="303032" y="42154"/>
                </a:cubicBezTo>
                <a:cubicBezTo>
                  <a:pt x="301478" y="45903"/>
                  <a:pt x="299283" y="49195"/>
                  <a:pt x="296357" y="52029"/>
                </a:cubicBezTo>
                <a:cubicBezTo>
                  <a:pt x="293522" y="54955"/>
                  <a:pt x="290231" y="57150"/>
                  <a:pt x="286482" y="58704"/>
                </a:cubicBezTo>
                <a:cubicBezTo>
                  <a:pt x="282732" y="60259"/>
                  <a:pt x="278892" y="60990"/>
                  <a:pt x="274777" y="60990"/>
                </a:cubicBezTo>
                <a:cubicBezTo>
                  <a:pt x="270754" y="60990"/>
                  <a:pt x="266822" y="60259"/>
                  <a:pt x="263164" y="58704"/>
                </a:cubicBezTo>
                <a:cubicBezTo>
                  <a:pt x="259415" y="57150"/>
                  <a:pt x="256123" y="54955"/>
                  <a:pt x="253197" y="52029"/>
                </a:cubicBezTo>
                <a:cubicBezTo>
                  <a:pt x="250363" y="49195"/>
                  <a:pt x="248168" y="45903"/>
                  <a:pt x="246614" y="42154"/>
                </a:cubicBezTo>
                <a:cubicBezTo>
                  <a:pt x="245059" y="38405"/>
                  <a:pt x="244236" y="34564"/>
                  <a:pt x="244236" y="30541"/>
                </a:cubicBezTo>
                <a:cubicBezTo>
                  <a:pt x="244236" y="26426"/>
                  <a:pt x="245059" y="22586"/>
                  <a:pt x="246614" y="18837"/>
                </a:cubicBezTo>
                <a:cubicBezTo>
                  <a:pt x="248168" y="15088"/>
                  <a:pt x="250363" y="11796"/>
                  <a:pt x="253197" y="8961"/>
                </a:cubicBezTo>
                <a:cubicBezTo>
                  <a:pt x="256123" y="6035"/>
                  <a:pt x="259415" y="3840"/>
                  <a:pt x="263164" y="2286"/>
                </a:cubicBezTo>
                <a:cubicBezTo>
                  <a:pt x="266822" y="732"/>
                  <a:pt x="270754" y="0"/>
                  <a:pt x="274777" y="0"/>
                </a:cubicBezTo>
                <a:cubicBezTo>
                  <a:pt x="278892" y="0"/>
                  <a:pt x="282732" y="732"/>
                  <a:pt x="286482" y="2286"/>
                </a:cubicBezTo>
                <a:cubicBezTo>
                  <a:pt x="290231" y="3840"/>
                  <a:pt x="293522" y="6035"/>
                  <a:pt x="296357" y="8961"/>
                </a:cubicBezTo>
                <a:cubicBezTo>
                  <a:pt x="299283" y="11796"/>
                  <a:pt x="301478" y="15088"/>
                  <a:pt x="303032" y="18837"/>
                </a:cubicBezTo>
                <a:cubicBezTo>
                  <a:pt x="304587" y="22586"/>
                  <a:pt x="305318" y="26426"/>
                  <a:pt x="305318" y="30541"/>
                </a:cubicBezTo>
              </a:path>
              <a:path w="305318" h="237927">
                <a:moveTo>
                  <a:pt x="61082" y="207386"/>
                </a:moveTo>
                <a:cubicBezTo>
                  <a:pt x="61082" y="211409"/>
                  <a:pt x="60259" y="215341"/>
                  <a:pt x="58704" y="219090"/>
                </a:cubicBezTo>
                <a:cubicBezTo>
                  <a:pt x="57150" y="222748"/>
                  <a:pt x="54955" y="226131"/>
                  <a:pt x="52121" y="228966"/>
                </a:cubicBezTo>
                <a:cubicBezTo>
                  <a:pt x="49286" y="231800"/>
                  <a:pt x="45994" y="233995"/>
                  <a:pt x="42245" y="235549"/>
                </a:cubicBezTo>
                <a:cubicBezTo>
                  <a:pt x="38496" y="237104"/>
                  <a:pt x="34564" y="237927"/>
                  <a:pt x="30541" y="237927"/>
                </a:cubicBezTo>
                <a:cubicBezTo>
                  <a:pt x="26518" y="237927"/>
                  <a:pt x="22586" y="237104"/>
                  <a:pt x="18837" y="235549"/>
                </a:cubicBezTo>
                <a:cubicBezTo>
                  <a:pt x="15088" y="233995"/>
                  <a:pt x="11796" y="231800"/>
                  <a:pt x="8961" y="228966"/>
                </a:cubicBezTo>
                <a:cubicBezTo>
                  <a:pt x="6035" y="226131"/>
                  <a:pt x="3840" y="222748"/>
                  <a:pt x="2286" y="219090"/>
                </a:cubicBezTo>
                <a:cubicBezTo>
                  <a:pt x="732" y="215341"/>
                  <a:pt x="0" y="211409"/>
                  <a:pt x="0" y="207386"/>
                </a:cubicBezTo>
                <a:cubicBezTo>
                  <a:pt x="0" y="203363"/>
                  <a:pt x="732" y="199431"/>
                  <a:pt x="2286" y="195682"/>
                </a:cubicBezTo>
                <a:cubicBezTo>
                  <a:pt x="3840" y="191933"/>
                  <a:pt x="6035" y="188641"/>
                  <a:pt x="8961" y="185806"/>
                </a:cubicBezTo>
                <a:cubicBezTo>
                  <a:pt x="11796" y="182971"/>
                  <a:pt x="15088" y="180777"/>
                  <a:pt x="18837" y="179222"/>
                </a:cubicBezTo>
                <a:cubicBezTo>
                  <a:pt x="22586" y="177668"/>
                  <a:pt x="26518" y="176845"/>
                  <a:pt x="30541" y="176845"/>
                </a:cubicBezTo>
                <a:cubicBezTo>
                  <a:pt x="34564" y="176845"/>
                  <a:pt x="38496" y="177668"/>
                  <a:pt x="42245" y="179222"/>
                </a:cubicBezTo>
                <a:cubicBezTo>
                  <a:pt x="45994" y="180777"/>
                  <a:pt x="49286" y="182971"/>
                  <a:pt x="52121" y="185806"/>
                </a:cubicBezTo>
                <a:cubicBezTo>
                  <a:pt x="54955" y="188641"/>
                  <a:pt x="57150" y="191933"/>
                  <a:pt x="58704" y="195682"/>
                </a:cubicBezTo>
                <a:cubicBezTo>
                  <a:pt x="60259" y="199431"/>
                  <a:pt x="61082" y="203363"/>
                  <a:pt x="61082" y="207386"/>
                </a:cubicBezTo>
              </a:path>
              <a:path w="305318" h="237927">
                <a:moveTo>
                  <a:pt x="305318" y="207386"/>
                </a:moveTo>
                <a:cubicBezTo>
                  <a:pt x="305318" y="211409"/>
                  <a:pt x="304587" y="215341"/>
                  <a:pt x="303032" y="219090"/>
                </a:cubicBezTo>
                <a:cubicBezTo>
                  <a:pt x="301478" y="222748"/>
                  <a:pt x="299283" y="226131"/>
                  <a:pt x="296357" y="228966"/>
                </a:cubicBezTo>
                <a:cubicBezTo>
                  <a:pt x="293522" y="231800"/>
                  <a:pt x="290231" y="233995"/>
                  <a:pt x="286482" y="235549"/>
                </a:cubicBezTo>
                <a:cubicBezTo>
                  <a:pt x="282732" y="237104"/>
                  <a:pt x="278892" y="237927"/>
                  <a:pt x="274777" y="237927"/>
                </a:cubicBezTo>
                <a:cubicBezTo>
                  <a:pt x="270754" y="237927"/>
                  <a:pt x="266822" y="237104"/>
                  <a:pt x="263164" y="235549"/>
                </a:cubicBezTo>
                <a:cubicBezTo>
                  <a:pt x="259415" y="233995"/>
                  <a:pt x="256123" y="231800"/>
                  <a:pt x="253197" y="228966"/>
                </a:cubicBezTo>
                <a:cubicBezTo>
                  <a:pt x="250363" y="226131"/>
                  <a:pt x="248168" y="222748"/>
                  <a:pt x="246614" y="219090"/>
                </a:cubicBezTo>
                <a:cubicBezTo>
                  <a:pt x="245059" y="215341"/>
                  <a:pt x="244236" y="211409"/>
                  <a:pt x="244236" y="207386"/>
                </a:cubicBezTo>
                <a:cubicBezTo>
                  <a:pt x="244236" y="203363"/>
                  <a:pt x="245059" y="199431"/>
                  <a:pt x="246614" y="195682"/>
                </a:cubicBezTo>
                <a:cubicBezTo>
                  <a:pt x="248168" y="191933"/>
                  <a:pt x="250363" y="188641"/>
                  <a:pt x="253197" y="185806"/>
                </a:cubicBezTo>
                <a:cubicBezTo>
                  <a:pt x="256123" y="182971"/>
                  <a:pt x="259415" y="180777"/>
                  <a:pt x="263164" y="179222"/>
                </a:cubicBezTo>
                <a:cubicBezTo>
                  <a:pt x="266822" y="177668"/>
                  <a:pt x="270754" y="176845"/>
                  <a:pt x="274777" y="176845"/>
                </a:cubicBezTo>
                <a:cubicBezTo>
                  <a:pt x="278892" y="176845"/>
                  <a:pt x="282732" y="177668"/>
                  <a:pt x="286482" y="179222"/>
                </a:cubicBezTo>
                <a:cubicBezTo>
                  <a:pt x="290231" y="180777"/>
                  <a:pt x="293522" y="182971"/>
                  <a:pt x="296357" y="185806"/>
                </a:cubicBezTo>
                <a:cubicBezTo>
                  <a:pt x="299283" y="188641"/>
                  <a:pt x="301478" y="191933"/>
                  <a:pt x="303032" y="195682"/>
                </a:cubicBezTo>
                <a:cubicBezTo>
                  <a:pt x="304587" y="199431"/>
                  <a:pt x="305318" y="203363"/>
                  <a:pt x="305318" y="207386"/>
                </a:cubicBezTo>
              </a:path>
            </a:pathLst>
          </a:custGeom>
          <a:solidFill>
            <a:srgbClr val="FBFAF6"/>
          </a:solidFill>
          <a:ln w="12217">
            <a:solidFill>
              <a:srgbClr val="202722"/>
            </a:solidFill>
            <a:prstDash val="solid"/>
          </a:ln>
        </p:spPr>
      </p:sp>
      <p:sp>
        <p:nvSpPr>
          <p:cNvPr id="19" name="Forma 251"/>
          <p:cNvSpPr/>
          <p:nvPr/>
        </p:nvSpPr>
        <p:spPr>
          <a:xfrm>
            <a:off x="4531126" y="2903311"/>
            <a:ext cx="97749" cy="97566"/>
          </a:xfrm>
          <a:custGeom>
            <a:avLst/>
            <a:gdLst/>
            <a:ahLst/>
            <a:cxnLst/>
            <a:rect l="l" t="t" r="r" b="b"/>
            <a:pathLst>
              <a:path w="97749" h="97566">
                <a:moveTo>
                  <a:pt x="97749" y="48829"/>
                </a:moveTo>
                <a:cubicBezTo>
                  <a:pt x="97749" y="55230"/>
                  <a:pt x="96469" y="61448"/>
                  <a:pt x="94000" y="67483"/>
                </a:cubicBezTo>
                <a:cubicBezTo>
                  <a:pt x="91531" y="73426"/>
                  <a:pt x="87965" y="78730"/>
                  <a:pt x="83393" y="83302"/>
                </a:cubicBezTo>
                <a:cubicBezTo>
                  <a:pt x="78821" y="87874"/>
                  <a:pt x="73518" y="91440"/>
                  <a:pt x="67574" y="93909"/>
                </a:cubicBezTo>
                <a:cubicBezTo>
                  <a:pt x="61539" y="96378"/>
                  <a:pt x="55321" y="97566"/>
                  <a:pt x="48829" y="97566"/>
                </a:cubicBezTo>
                <a:cubicBezTo>
                  <a:pt x="42337" y="97566"/>
                  <a:pt x="36119" y="96378"/>
                  <a:pt x="30175" y="93909"/>
                </a:cubicBezTo>
                <a:cubicBezTo>
                  <a:pt x="24140" y="91440"/>
                  <a:pt x="18928" y="87874"/>
                  <a:pt x="14265" y="83302"/>
                </a:cubicBezTo>
                <a:cubicBezTo>
                  <a:pt x="9693" y="78730"/>
                  <a:pt x="6218" y="73426"/>
                  <a:pt x="3749" y="67483"/>
                </a:cubicBezTo>
                <a:cubicBezTo>
                  <a:pt x="1280" y="61448"/>
                  <a:pt x="0" y="55230"/>
                  <a:pt x="0" y="48829"/>
                </a:cubicBezTo>
                <a:cubicBezTo>
                  <a:pt x="0" y="42337"/>
                  <a:pt x="1280" y="36119"/>
                  <a:pt x="3749" y="30084"/>
                </a:cubicBezTo>
                <a:cubicBezTo>
                  <a:pt x="6218" y="24140"/>
                  <a:pt x="9693" y="18837"/>
                  <a:pt x="14265" y="14265"/>
                </a:cubicBezTo>
                <a:cubicBezTo>
                  <a:pt x="18928" y="9693"/>
                  <a:pt x="24140" y="6218"/>
                  <a:pt x="30175" y="3749"/>
                </a:cubicBezTo>
                <a:cubicBezTo>
                  <a:pt x="36119" y="1280"/>
                  <a:pt x="42337" y="0"/>
                  <a:pt x="48829" y="0"/>
                </a:cubicBezTo>
                <a:cubicBezTo>
                  <a:pt x="55321" y="0"/>
                  <a:pt x="61539" y="1280"/>
                  <a:pt x="67574" y="3749"/>
                </a:cubicBezTo>
                <a:cubicBezTo>
                  <a:pt x="73518" y="6218"/>
                  <a:pt x="78821" y="9693"/>
                  <a:pt x="83393" y="14265"/>
                </a:cubicBezTo>
                <a:cubicBezTo>
                  <a:pt x="87965" y="18837"/>
                  <a:pt x="91531" y="24140"/>
                  <a:pt x="94000" y="30084"/>
                </a:cubicBezTo>
                <a:cubicBezTo>
                  <a:pt x="96469" y="36119"/>
                  <a:pt x="97749" y="42337"/>
                  <a:pt x="97749" y="48829"/>
                </a:cubicBezTo>
              </a:path>
            </a:pathLst>
          </a:custGeom>
          <a:solidFill>
            <a:srgbClr val="FBFAF6"/>
          </a:solidFill>
          <a:ln w="18326">
            <a:solidFill>
              <a:srgbClr val="202722"/>
            </a:solidFill>
            <a:prstDash val="solid"/>
          </a:ln>
        </p:spPr>
      </p:sp>
      <p:sp>
        <p:nvSpPr>
          <p:cNvPr id="20" name="Forma 252"/>
          <p:cNvSpPr/>
          <p:nvPr/>
        </p:nvSpPr>
        <p:spPr>
          <a:xfrm>
            <a:off x="6943314" y="1451610"/>
            <a:ext cx="317571" cy="317205"/>
          </a:xfrm>
          <a:custGeom>
            <a:avLst/>
            <a:gdLst/>
            <a:ahLst/>
            <a:cxnLst/>
            <a:rect l="l" t="t" r="r" b="b"/>
            <a:pathLst>
              <a:path w="317571" h="317205">
                <a:moveTo>
                  <a:pt x="317571" y="158557"/>
                </a:moveTo>
                <a:cubicBezTo>
                  <a:pt x="317571" y="168981"/>
                  <a:pt x="316565" y="179314"/>
                  <a:pt x="314462" y="189555"/>
                </a:cubicBezTo>
                <a:cubicBezTo>
                  <a:pt x="312450" y="199705"/>
                  <a:pt x="309433" y="209672"/>
                  <a:pt x="305501" y="219273"/>
                </a:cubicBezTo>
                <a:cubicBezTo>
                  <a:pt x="301478" y="228874"/>
                  <a:pt x="296631" y="238018"/>
                  <a:pt x="290779" y="246705"/>
                </a:cubicBezTo>
                <a:cubicBezTo>
                  <a:pt x="285018" y="255392"/>
                  <a:pt x="278435" y="263347"/>
                  <a:pt x="271028" y="270754"/>
                </a:cubicBezTo>
                <a:cubicBezTo>
                  <a:pt x="263713" y="278069"/>
                  <a:pt x="255666" y="284653"/>
                  <a:pt x="246979" y="290413"/>
                </a:cubicBezTo>
                <a:cubicBezTo>
                  <a:pt x="238293" y="296266"/>
                  <a:pt x="229149" y="301112"/>
                  <a:pt x="219547" y="305135"/>
                </a:cubicBezTo>
                <a:cubicBezTo>
                  <a:pt x="209946" y="309067"/>
                  <a:pt x="199979" y="312085"/>
                  <a:pt x="189738" y="314096"/>
                </a:cubicBezTo>
                <a:cubicBezTo>
                  <a:pt x="179497" y="316200"/>
                  <a:pt x="169164" y="317205"/>
                  <a:pt x="158740" y="317205"/>
                </a:cubicBezTo>
                <a:cubicBezTo>
                  <a:pt x="148316" y="317205"/>
                  <a:pt x="137983" y="316200"/>
                  <a:pt x="127833" y="314096"/>
                </a:cubicBezTo>
                <a:cubicBezTo>
                  <a:pt x="117592" y="312085"/>
                  <a:pt x="107625" y="309067"/>
                  <a:pt x="98024" y="305135"/>
                </a:cubicBezTo>
                <a:cubicBezTo>
                  <a:pt x="88422" y="301112"/>
                  <a:pt x="79278" y="296266"/>
                  <a:pt x="70592" y="290413"/>
                </a:cubicBezTo>
                <a:cubicBezTo>
                  <a:pt x="61905" y="284653"/>
                  <a:pt x="53858" y="278069"/>
                  <a:pt x="46543" y="270754"/>
                </a:cubicBezTo>
                <a:cubicBezTo>
                  <a:pt x="39136" y="263347"/>
                  <a:pt x="32553" y="255392"/>
                  <a:pt x="26792" y="246705"/>
                </a:cubicBezTo>
                <a:cubicBezTo>
                  <a:pt x="20940" y="238018"/>
                  <a:pt x="16093" y="228874"/>
                  <a:pt x="12070" y="219273"/>
                </a:cubicBezTo>
                <a:cubicBezTo>
                  <a:pt x="8138" y="209672"/>
                  <a:pt x="5121" y="199705"/>
                  <a:pt x="3018" y="189555"/>
                </a:cubicBezTo>
                <a:cubicBezTo>
                  <a:pt x="1006" y="179314"/>
                  <a:pt x="0" y="168981"/>
                  <a:pt x="0" y="158557"/>
                </a:cubicBezTo>
                <a:cubicBezTo>
                  <a:pt x="0" y="148133"/>
                  <a:pt x="1006" y="137892"/>
                  <a:pt x="3018" y="127650"/>
                </a:cubicBezTo>
                <a:cubicBezTo>
                  <a:pt x="5121" y="117409"/>
                  <a:pt x="8138" y="107533"/>
                  <a:pt x="12070" y="97932"/>
                </a:cubicBezTo>
                <a:cubicBezTo>
                  <a:pt x="16093" y="88240"/>
                  <a:pt x="20940" y="79096"/>
                  <a:pt x="26792" y="70500"/>
                </a:cubicBezTo>
                <a:cubicBezTo>
                  <a:pt x="32553" y="61813"/>
                  <a:pt x="39136" y="53858"/>
                  <a:pt x="46543" y="46452"/>
                </a:cubicBezTo>
                <a:cubicBezTo>
                  <a:pt x="53858" y="39045"/>
                  <a:pt x="61905" y="32553"/>
                  <a:pt x="70592" y="26700"/>
                </a:cubicBezTo>
                <a:cubicBezTo>
                  <a:pt x="79278" y="20940"/>
                  <a:pt x="88422" y="16093"/>
                  <a:pt x="98024" y="12070"/>
                </a:cubicBezTo>
                <a:cubicBezTo>
                  <a:pt x="107625" y="8047"/>
                  <a:pt x="117592" y="5121"/>
                  <a:pt x="127833" y="3018"/>
                </a:cubicBezTo>
                <a:cubicBezTo>
                  <a:pt x="137983" y="1006"/>
                  <a:pt x="148316" y="0"/>
                  <a:pt x="158740" y="0"/>
                </a:cubicBezTo>
                <a:cubicBezTo>
                  <a:pt x="169164" y="0"/>
                  <a:pt x="179497" y="1006"/>
                  <a:pt x="189738" y="3018"/>
                </a:cubicBezTo>
                <a:cubicBezTo>
                  <a:pt x="199979" y="5121"/>
                  <a:pt x="209946" y="8047"/>
                  <a:pt x="219547" y="12070"/>
                </a:cubicBezTo>
                <a:cubicBezTo>
                  <a:pt x="229149" y="16093"/>
                  <a:pt x="238293" y="20940"/>
                  <a:pt x="246979" y="26700"/>
                </a:cubicBezTo>
                <a:cubicBezTo>
                  <a:pt x="255666" y="32553"/>
                  <a:pt x="263713" y="39045"/>
                  <a:pt x="271028" y="46452"/>
                </a:cubicBezTo>
                <a:cubicBezTo>
                  <a:pt x="278435" y="53858"/>
                  <a:pt x="285018" y="61813"/>
                  <a:pt x="290779" y="70500"/>
                </a:cubicBezTo>
                <a:cubicBezTo>
                  <a:pt x="296631" y="79096"/>
                  <a:pt x="301478" y="88240"/>
                  <a:pt x="305501" y="97932"/>
                </a:cubicBezTo>
                <a:cubicBezTo>
                  <a:pt x="309433" y="107533"/>
                  <a:pt x="312450" y="117409"/>
                  <a:pt x="314462" y="127650"/>
                </a:cubicBezTo>
                <a:cubicBezTo>
                  <a:pt x="316565" y="137892"/>
                  <a:pt x="317571" y="148133"/>
                  <a:pt x="317571" y="158557"/>
                </a:cubicBezTo>
              </a:path>
            </a:pathLst>
          </a:custGeom>
          <a:solidFill>
            <a:srgbClr val="FBFAF6"/>
          </a:solidFill>
          <a:ln w="15265">
            <a:solidFill>
              <a:srgbClr val="4F6750"/>
            </a:solidFill>
            <a:prstDash val="solid"/>
          </a:ln>
        </p:spPr>
      </p:sp>
      <p:sp>
        <p:nvSpPr>
          <p:cNvPr id="21" name="Forma 253"/>
          <p:cNvSpPr/>
          <p:nvPr/>
        </p:nvSpPr>
        <p:spPr>
          <a:xfrm>
            <a:off x="7028810" y="1579717"/>
            <a:ext cx="146578" cy="79278"/>
          </a:xfrm>
          <a:custGeom>
            <a:avLst/>
            <a:gdLst/>
            <a:ahLst/>
            <a:cxnLst/>
            <a:rect l="l" t="t" r="r" b="b"/>
            <a:pathLst>
              <a:path w="146578" h="79278">
                <a:moveTo>
                  <a:pt x="18288" y="0"/>
                </a:moveTo>
                <a:lnTo>
                  <a:pt x="128199" y="0"/>
                </a:lnTo>
                <a:lnTo>
                  <a:pt x="146578" y="42702"/>
                </a:lnTo>
                <a:lnTo>
                  <a:pt x="73243" y="79278"/>
                </a:lnTo>
                <a:lnTo>
                  <a:pt x="0" y="42702"/>
                </a:lnTo>
                <a:lnTo>
                  <a:pt x="18288" y="0"/>
                </a:lnTo>
              </a:path>
            </a:pathLst>
          </a:custGeom>
          <a:solidFill>
            <a:srgbClr val="4F6750"/>
          </a:solidFill>
          <a:ln/>
        </p:spPr>
      </p:sp>
      <p:sp>
        <p:nvSpPr>
          <p:cNvPr id="22" name="Forma 254"/>
          <p:cNvSpPr/>
          <p:nvPr/>
        </p:nvSpPr>
        <p:spPr>
          <a:xfrm>
            <a:off x="6992142" y="1530888"/>
            <a:ext cx="219822" cy="152522"/>
          </a:xfrm>
          <a:custGeom>
            <a:avLst/>
            <a:gdLst/>
            <a:ahLst/>
            <a:cxnLst/>
            <a:rect l="l" t="t" r="r" b="b"/>
            <a:pathLst>
              <a:path w="219822" h="152522">
                <a:moveTo>
                  <a:pt x="61082" y="54864"/>
                </a:moveTo>
                <a:lnTo>
                  <a:pt x="0" y="0"/>
                </a:lnTo>
                <a:moveTo>
                  <a:pt x="158740" y="54864"/>
                </a:moveTo>
                <a:lnTo>
                  <a:pt x="219822" y="0"/>
                </a:lnTo>
                <a:moveTo>
                  <a:pt x="61082" y="85405"/>
                </a:moveTo>
                <a:lnTo>
                  <a:pt x="0" y="152522"/>
                </a:lnTo>
                <a:moveTo>
                  <a:pt x="158740" y="85405"/>
                </a:moveTo>
                <a:lnTo>
                  <a:pt x="219822" y="152522"/>
                </a:lnTo>
              </a:path>
            </a:pathLst>
          </a:custGeom>
          <a:ln w="18326" cap="rnd">
            <a:solidFill>
              <a:srgbClr val="202722"/>
            </a:solidFill>
            <a:prstDash val="solid"/>
            <a:round/>
          </a:ln>
        </p:spPr>
      </p:sp>
      <p:sp>
        <p:nvSpPr>
          <p:cNvPr id="23" name="Forma 255"/>
          <p:cNvSpPr/>
          <p:nvPr/>
        </p:nvSpPr>
        <p:spPr>
          <a:xfrm>
            <a:off x="6949440" y="1488277"/>
            <a:ext cx="305318" cy="237927"/>
          </a:xfrm>
          <a:custGeom>
            <a:avLst/>
            <a:gdLst/>
            <a:ahLst/>
            <a:cxnLst/>
            <a:rect l="l" t="t" r="r" b="b"/>
            <a:pathLst>
              <a:path w="305318" h="237927">
                <a:moveTo>
                  <a:pt x="61082" y="30541"/>
                </a:moveTo>
                <a:cubicBezTo>
                  <a:pt x="61082" y="34564"/>
                  <a:pt x="60259" y="38405"/>
                  <a:pt x="58704" y="42154"/>
                </a:cubicBezTo>
                <a:cubicBezTo>
                  <a:pt x="57150" y="45903"/>
                  <a:pt x="54955" y="49195"/>
                  <a:pt x="52121" y="52029"/>
                </a:cubicBezTo>
                <a:cubicBezTo>
                  <a:pt x="49286" y="54955"/>
                  <a:pt x="45994" y="57150"/>
                  <a:pt x="42245" y="58704"/>
                </a:cubicBezTo>
                <a:cubicBezTo>
                  <a:pt x="38496" y="60259"/>
                  <a:pt x="34564" y="60990"/>
                  <a:pt x="30541" y="60990"/>
                </a:cubicBezTo>
                <a:cubicBezTo>
                  <a:pt x="26518" y="60990"/>
                  <a:pt x="22586" y="60259"/>
                  <a:pt x="18837" y="58704"/>
                </a:cubicBezTo>
                <a:cubicBezTo>
                  <a:pt x="15088" y="57150"/>
                  <a:pt x="11796" y="54955"/>
                  <a:pt x="8961" y="52029"/>
                </a:cubicBezTo>
                <a:cubicBezTo>
                  <a:pt x="6035" y="49195"/>
                  <a:pt x="3840" y="45903"/>
                  <a:pt x="2286" y="42154"/>
                </a:cubicBezTo>
                <a:cubicBezTo>
                  <a:pt x="732" y="38405"/>
                  <a:pt x="0" y="34564"/>
                  <a:pt x="0" y="30541"/>
                </a:cubicBezTo>
                <a:cubicBezTo>
                  <a:pt x="0" y="26426"/>
                  <a:pt x="732" y="22586"/>
                  <a:pt x="2286" y="18837"/>
                </a:cubicBezTo>
                <a:cubicBezTo>
                  <a:pt x="3840" y="15088"/>
                  <a:pt x="6035" y="11796"/>
                  <a:pt x="8961" y="8961"/>
                </a:cubicBezTo>
                <a:cubicBezTo>
                  <a:pt x="11796" y="6035"/>
                  <a:pt x="15088" y="3840"/>
                  <a:pt x="18837" y="2286"/>
                </a:cubicBezTo>
                <a:cubicBezTo>
                  <a:pt x="22586" y="732"/>
                  <a:pt x="26518" y="0"/>
                  <a:pt x="30541" y="0"/>
                </a:cubicBezTo>
                <a:cubicBezTo>
                  <a:pt x="34564" y="0"/>
                  <a:pt x="38496" y="732"/>
                  <a:pt x="42245" y="2286"/>
                </a:cubicBezTo>
                <a:cubicBezTo>
                  <a:pt x="45994" y="3840"/>
                  <a:pt x="49286" y="6035"/>
                  <a:pt x="52121" y="8961"/>
                </a:cubicBezTo>
                <a:cubicBezTo>
                  <a:pt x="54955" y="11796"/>
                  <a:pt x="57150" y="15088"/>
                  <a:pt x="58704" y="18837"/>
                </a:cubicBezTo>
                <a:cubicBezTo>
                  <a:pt x="60259" y="22586"/>
                  <a:pt x="61082" y="26426"/>
                  <a:pt x="61082" y="30541"/>
                </a:cubicBezTo>
              </a:path>
              <a:path w="305318" h="237927">
                <a:moveTo>
                  <a:pt x="305318" y="30541"/>
                </a:moveTo>
                <a:cubicBezTo>
                  <a:pt x="305318" y="34564"/>
                  <a:pt x="304587" y="38405"/>
                  <a:pt x="303032" y="42154"/>
                </a:cubicBezTo>
                <a:cubicBezTo>
                  <a:pt x="301478" y="45903"/>
                  <a:pt x="299283" y="49195"/>
                  <a:pt x="296357" y="52029"/>
                </a:cubicBezTo>
                <a:cubicBezTo>
                  <a:pt x="293522" y="54955"/>
                  <a:pt x="290231" y="57150"/>
                  <a:pt x="286482" y="58704"/>
                </a:cubicBezTo>
                <a:cubicBezTo>
                  <a:pt x="282732" y="60259"/>
                  <a:pt x="278892" y="60990"/>
                  <a:pt x="274777" y="60990"/>
                </a:cubicBezTo>
                <a:cubicBezTo>
                  <a:pt x="270754" y="60990"/>
                  <a:pt x="266822" y="60259"/>
                  <a:pt x="263164" y="58704"/>
                </a:cubicBezTo>
                <a:cubicBezTo>
                  <a:pt x="259415" y="57150"/>
                  <a:pt x="256123" y="54955"/>
                  <a:pt x="253197" y="52029"/>
                </a:cubicBezTo>
                <a:cubicBezTo>
                  <a:pt x="250363" y="49195"/>
                  <a:pt x="248168" y="45903"/>
                  <a:pt x="246614" y="42154"/>
                </a:cubicBezTo>
                <a:cubicBezTo>
                  <a:pt x="245059" y="38405"/>
                  <a:pt x="244236" y="34564"/>
                  <a:pt x="244236" y="30541"/>
                </a:cubicBezTo>
                <a:cubicBezTo>
                  <a:pt x="244236" y="26426"/>
                  <a:pt x="245059" y="22586"/>
                  <a:pt x="246614" y="18837"/>
                </a:cubicBezTo>
                <a:cubicBezTo>
                  <a:pt x="248168" y="15088"/>
                  <a:pt x="250363" y="11796"/>
                  <a:pt x="253197" y="8961"/>
                </a:cubicBezTo>
                <a:cubicBezTo>
                  <a:pt x="256123" y="6035"/>
                  <a:pt x="259415" y="3840"/>
                  <a:pt x="263164" y="2286"/>
                </a:cubicBezTo>
                <a:cubicBezTo>
                  <a:pt x="266822" y="732"/>
                  <a:pt x="270754" y="0"/>
                  <a:pt x="274777" y="0"/>
                </a:cubicBezTo>
                <a:cubicBezTo>
                  <a:pt x="278892" y="0"/>
                  <a:pt x="282732" y="732"/>
                  <a:pt x="286482" y="2286"/>
                </a:cubicBezTo>
                <a:cubicBezTo>
                  <a:pt x="290231" y="3840"/>
                  <a:pt x="293522" y="6035"/>
                  <a:pt x="296357" y="8961"/>
                </a:cubicBezTo>
                <a:cubicBezTo>
                  <a:pt x="299283" y="11796"/>
                  <a:pt x="301478" y="15088"/>
                  <a:pt x="303032" y="18837"/>
                </a:cubicBezTo>
                <a:cubicBezTo>
                  <a:pt x="304587" y="22586"/>
                  <a:pt x="305318" y="26426"/>
                  <a:pt x="305318" y="30541"/>
                </a:cubicBezTo>
              </a:path>
              <a:path w="305318" h="237927">
                <a:moveTo>
                  <a:pt x="61082" y="207386"/>
                </a:moveTo>
                <a:cubicBezTo>
                  <a:pt x="61082" y="211409"/>
                  <a:pt x="60259" y="215341"/>
                  <a:pt x="58704" y="219090"/>
                </a:cubicBezTo>
                <a:cubicBezTo>
                  <a:pt x="57150" y="222748"/>
                  <a:pt x="54955" y="226131"/>
                  <a:pt x="52121" y="228966"/>
                </a:cubicBezTo>
                <a:cubicBezTo>
                  <a:pt x="49286" y="231800"/>
                  <a:pt x="45994" y="233995"/>
                  <a:pt x="42245" y="235549"/>
                </a:cubicBezTo>
                <a:cubicBezTo>
                  <a:pt x="38496" y="237104"/>
                  <a:pt x="34564" y="237927"/>
                  <a:pt x="30541" y="237927"/>
                </a:cubicBezTo>
                <a:cubicBezTo>
                  <a:pt x="26518" y="237927"/>
                  <a:pt x="22586" y="237104"/>
                  <a:pt x="18837" y="235549"/>
                </a:cubicBezTo>
                <a:cubicBezTo>
                  <a:pt x="15088" y="233995"/>
                  <a:pt x="11796" y="231800"/>
                  <a:pt x="8961" y="228966"/>
                </a:cubicBezTo>
                <a:cubicBezTo>
                  <a:pt x="6035" y="226131"/>
                  <a:pt x="3840" y="222748"/>
                  <a:pt x="2286" y="219090"/>
                </a:cubicBezTo>
                <a:cubicBezTo>
                  <a:pt x="732" y="215341"/>
                  <a:pt x="0" y="211409"/>
                  <a:pt x="0" y="207386"/>
                </a:cubicBezTo>
                <a:cubicBezTo>
                  <a:pt x="0" y="203363"/>
                  <a:pt x="732" y="199431"/>
                  <a:pt x="2286" y="195682"/>
                </a:cubicBezTo>
                <a:cubicBezTo>
                  <a:pt x="3840" y="191933"/>
                  <a:pt x="6035" y="188641"/>
                  <a:pt x="8961" y="185806"/>
                </a:cubicBezTo>
                <a:cubicBezTo>
                  <a:pt x="11796" y="182971"/>
                  <a:pt x="15088" y="180777"/>
                  <a:pt x="18837" y="179222"/>
                </a:cubicBezTo>
                <a:cubicBezTo>
                  <a:pt x="22586" y="177668"/>
                  <a:pt x="26518" y="176845"/>
                  <a:pt x="30541" y="176845"/>
                </a:cubicBezTo>
                <a:cubicBezTo>
                  <a:pt x="34564" y="176845"/>
                  <a:pt x="38496" y="177668"/>
                  <a:pt x="42245" y="179222"/>
                </a:cubicBezTo>
                <a:cubicBezTo>
                  <a:pt x="45994" y="180777"/>
                  <a:pt x="49286" y="182971"/>
                  <a:pt x="52121" y="185806"/>
                </a:cubicBezTo>
                <a:cubicBezTo>
                  <a:pt x="54955" y="188641"/>
                  <a:pt x="57150" y="191933"/>
                  <a:pt x="58704" y="195682"/>
                </a:cubicBezTo>
                <a:cubicBezTo>
                  <a:pt x="60259" y="199431"/>
                  <a:pt x="61082" y="203363"/>
                  <a:pt x="61082" y="207386"/>
                </a:cubicBezTo>
              </a:path>
              <a:path w="305318" h="237927">
                <a:moveTo>
                  <a:pt x="305318" y="207386"/>
                </a:moveTo>
                <a:cubicBezTo>
                  <a:pt x="305318" y="211409"/>
                  <a:pt x="304587" y="215341"/>
                  <a:pt x="303032" y="219090"/>
                </a:cubicBezTo>
                <a:cubicBezTo>
                  <a:pt x="301478" y="222748"/>
                  <a:pt x="299283" y="226131"/>
                  <a:pt x="296357" y="228966"/>
                </a:cubicBezTo>
                <a:cubicBezTo>
                  <a:pt x="293522" y="231800"/>
                  <a:pt x="290231" y="233995"/>
                  <a:pt x="286482" y="235549"/>
                </a:cubicBezTo>
                <a:cubicBezTo>
                  <a:pt x="282732" y="237104"/>
                  <a:pt x="278892" y="237927"/>
                  <a:pt x="274777" y="237927"/>
                </a:cubicBezTo>
                <a:cubicBezTo>
                  <a:pt x="270754" y="237927"/>
                  <a:pt x="266822" y="237104"/>
                  <a:pt x="263164" y="235549"/>
                </a:cubicBezTo>
                <a:cubicBezTo>
                  <a:pt x="259415" y="233995"/>
                  <a:pt x="256123" y="231800"/>
                  <a:pt x="253197" y="228966"/>
                </a:cubicBezTo>
                <a:cubicBezTo>
                  <a:pt x="250363" y="226131"/>
                  <a:pt x="248168" y="222748"/>
                  <a:pt x="246614" y="219090"/>
                </a:cubicBezTo>
                <a:cubicBezTo>
                  <a:pt x="245059" y="215341"/>
                  <a:pt x="244236" y="211409"/>
                  <a:pt x="244236" y="207386"/>
                </a:cubicBezTo>
                <a:cubicBezTo>
                  <a:pt x="244236" y="203363"/>
                  <a:pt x="245059" y="199431"/>
                  <a:pt x="246614" y="195682"/>
                </a:cubicBezTo>
                <a:cubicBezTo>
                  <a:pt x="248168" y="191933"/>
                  <a:pt x="250363" y="188641"/>
                  <a:pt x="253197" y="185806"/>
                </a:cubicBezTo>
                <a:cubicBezTo>
                  <a:pt x="256123" y="182971"/>
                  <a:pt x="259415" y="180777"/>
                  <a:pt x="263164" y="179222"/>
                </a:cubicBezTo>
                <a:cubicBezTo>
                  <a:pt x="266822" y="177668"/>
                  <a:pt x="270754" y="176845"/>
                  <a:pt x="274777" y="176845"/>
                </a:cubicBezTo>
                <a:cubicBezTo>
                  <a:pt x="278892" y="176845"/>
                  <a:pt x="282732" y="177668"/>
                  <a:pt x="286482" y="179222"/>
                </a:cubicBezTo>
                <a:cubicBezTo>
                  <a:pt x="290231" y="180777"/>
                  <a:pt x="293522" y="182971"/>
                  <a:pt x="296357" y="185806"/>
                </a:cubicBezTo>
                <a:cubicBezTo>
                  <a:pt x="299283" y="188641"/>
                  <a:pt x="301478" y="191933"/>
                  <a:pt x="303032" y="195682"/>
                </a:cubicBezTo>
                <a:cubicBezTo>
                  <a:pt x="304587" y="199431"/>
                  <a:pt x="305318" y="203363"/>
                  <a:pt x="305318" y="207386"/>
                </a:cubicBezTo>
              </a:path>
            </a:pathLst>
          </a:custGeom>
          <a:solidFill>
            <a:srgbClr val="FBFAF6"/>
          </a:solidFill>
          <a:ln w="12217">
            <a:solidFill>
              <a:srgbClr val="202722"/>
            </a:solidFill>
            <a:prstDash val="solid"/>
          </a:ln>
        </p:spPr>
      </p:sp>
      <p:sp>
        <p:nvSpPr>
          <p:cNvPr id="24" name="Forma 256"/>
          <p:cNvSpPr/>
          <p:nvPr/>
        </p:nvSpPr>
        <p:spPr>
          <a:xfrm>
            <a:off x="7047189" y="3342498"/>
            <a:ext cx="317571" cy="317205"/>
          </a:xfrm>
          <a:custGeom>
            <a:avLst/>
            <a:gdLst/>
            <a:ahLst/>
            <a:cxnLst/>
            <a:rect l="l" t="t" r="r" b="b"/>
            <a:pathLst>
              <a:path w="317571" h="317205">
                <a:moveTo>
                  <a:pt x="317571" y="158557"/>
                </a:moveTo>
                <a:cubicBezTo>
                  <a:pt x="317571" y="168981"/>
                  <a:pt x="316565" y="179314"/>
                  <a:pt x="314462" y="189555"/>
                </a:cubicBezTo>
                <a:cubicBezTo>
                  <a:pt x="312450" y="199705"/>
                  <a:pt x="309433" y="209672"/>
                  <a:pt x="305501" y="219273"/>
                </a:cubicBezTo>
                <a:cubicBezTo>
                  <a:pt x="301478" y="228874"/>
                  <a:pt x="296631" y="238018"/>
                  <a:pt x="290779" y="246705"/>
                </a:cubicBezTo>
                <a:cubicBezTo>
                  <a:pt x="285018" y="255392"/>
                  <a:pt x="278435" y="263347"/>
                  <a:pt x="271028" y="270754"/>
                </a:cubicBezTo>
                <a:cubicBezTo>
                  <a:pt x="263713" y="278069"/>
                  <a:pt x="255666" y="284653"/>
                  <a:pt x="246979" y="290413"/>
                </a:cubicBezTo>
                <a:cubicBezTo>
                  <a:pt x="238293" y="296266"/>
                  <a:pt x="229149" y="301112"/>
                  <a:pt x="219547" y="305135"/>
                </a:cubicBezTo>
                <a:cubicBezTo>
                  <a:pt x="209946" y="309067"/>
                  <a:pt x="199979" y="312085"/>
                  <a:pt x="189738" y="314096"/>
                </a:cubicBezTo>
                <a:cubicBezTo>
                  <a:pt x="179497" y="316200"/>
                  <a:pt x="169164" y="317205"/>
                  <a:pt x="158740" y="317205"/>
                </a:cubicBezTo>
                <a:cubicBezTo>
                  <a:pt x="148316" y="317205"/>
                  <a:pt x="137983" y="316200"/>
                  <a:pt x="127833" y="314096"/>
                </a:cubicBezTo>
                <a:cubicBezTo>
                  <a:pt x="117592" y="312085"/>
                  <a:pt x="107625" y="309067"/>
                  <a:pt x="98024" y="305135"/>
                </a:cubicBezTo>
                <a:cubicBezTo>
                  <a:pt x="88422" y="301112"/>
                  <a:pt x="79278" y="296266"/>
                  <a:pt x="70592" y="290413"/>
                </a:cubicBezTo>
                <a:cubicBezTo>
                  <a:pt x="61905" y="284653"/>
                  <a:pt x="53858" y="278069"/>
                  <a:pt x="46543" y="270754"/>
                </a:cubicBezTo>
                <a:cubicBezTo>
                  <a:pt x="39136" y="263347"/>
                  <a:pt x="32553" y="255392"/>
                  <a:pt x="26792" y="246705"/>
                </a:cubicBezTo>
                <a:cubicBezTo>
                  <a:pt x="20940" y="238018"/>
                  <a:pt x="16093" y="228874"/>
                  <a:pt x="12070" y="219273"/>
                </a:cubicBezTo>
                <a:cubicBezTo>
                  <a:pt x="8138" y="209672"/>
                  <a:pt x="5121" y="199705"/>
                  <a:pt x="3018" y="189555"/>
                </a:cubicBezTo>
                <a:cubicBezTo>
                  <a:pt x="1006" y="179314"/>
                  <a:pt x="0" y="168981"/>
                  <a:pt x="0" y="158557"/>
                </a:cubicBezTo>
                <a:cubicBezTo>
                  <a:pt x="0" y="148133"/>
                  <a:pt x="1006" y="137892"/>
                  <a:pt x="3018" y="127650"/>
                </a:cubicBezTo>
                <a:cubicBezTo>
                  <a:pt x="5121" y="117409"/>
                  <a:pt x="8138" y="107533"/>
                  <a:pt x="12070" y="97932"/>
                </a:cubicBezTo>
                <a:cubicBezTo>
                  <a:pt x="16093" y="88240"/>
                  <a:pt x="20940" y="79096"/>
                  <a:pt x="26792" y="70500"/>
                </a:cubicBezTo>
                <a:cubicBezTo>
                  <a:pt x="32553" y="61813"/>
                  <a:pt x="39136" y="53858"/>
                  <a:pt x="46543" y="46452"/>
                </a:cubicBezTo>
                <a:cubicBezTo>
                  <a:pt x="53858" y="39045"/>
                  <a:pt x="61905" y="32553"/>
                  <a:pt x="70592" y="26700"/>
                </a:cubicBezTo>
                <a:cubicBezTo>
                  <a:pt x="79278" y="20940"/>
                  <a:pt x="88422" y="16093"/>
                  <a:pt x="98024" y="12070"/>
                </a:cubicBezTo>
                <a:cubicBezTo>
                  <a:pt x="107625" y="8047"/>
                  <a:pt x="117592" y="5121"/>
                  <a:pt x="127833" y="3018"/>
                </a:cubicBezTo>
                <a:cubicBezTo>
                  <a:pt x="137983" y="1006"/>
                  <a:pt x="148316" y="0"/>
                  <a:pt x="158740" y="0"/>
                </a:cubicBezTo>
                <a:cubicBezTo>
                  <a:pt x="169164" y="0"/>
                  <a:pt x="179497" y="1006"/>
                  <a:pt x="189738" y="3018"/>
                </a:cubicBezTo>
                <a:cubicBezTo>
                  <a:pt x="199979" y="5121"/>
                  <a:pt x="209946" y="8047"/>
                  <a:pt x="219547" y="12070"/>
                </a:cubicBezTo>
                <a:cubicBezTo>
                  <a:pt x="229149" y="16093"/>
                  <a:pt x="238293" y="20940"/>
                  <a:pt x="246979" y="26700"/>
                </a:cubicBezTo>
                <a:cubicBezTo>
                  <a:pt x="255666" y="32553"/>
                  <a:pt x="263713" y="39045"/>
                  <a:pt x="271028" y="46452"/>
                </a:cubicBezTo>
                <a:cubicBezTo>
                  <a:pt x="278435" y="53858"/>
                  <a:pt x="285018" y="61813"/>
                  <a:pt x="290779" y="70500"/>
                </a:cubicBezTo>
                <a:cubicBezTo>
                  <a:pt x="296631" y="79096"/>
                  <a:pt x="301478" y="88240"/>
                  <a:pt x="305501" y="97932"/>
                </a:cubicBezTo>
                <a:cubicBezTo>
                  <a:pt x="309433" y="107533"/>
                  <a:pt x="312450" y="117409"/>
                  <a:pt x="314462" y="127650"/>
                </a:cubicBezTo>
                <a:cubicBezTo>
                  <a:pt x="316565" y="137892"/>
                  <a:pt x="317571" y="148133"/>
                  <a:pt x="317571" y="158557"/>
                </a:cubicBezTo>
              </a:path>
            </a:pathLst>
          </a:custGeom>
          <a:solidFill>
            <a:srgbClr val="FBFAF6"/>
          </a:solidFill>
          <a:ln w="15265">
            <a:solidFill>
              <a:srgbClr val="88621F"/>
            </a:solidFill>
            <a:prstDash val="solid"/>
          </a:ln>
        </p:spPr>
      </p:sp>
      <p:sp>
        <p:nvSpPr>
          <p:cNvPr id="25" name="Forma 257"/>
          <p:cNvSpPr/>
          <p:nvPr/>
        </p:nvSpPr>
        <p:spPr>
          <a:xfrm>
            <a:off x="7132686" y="3470605"/>
            <a:ext cx="146578" cy="79278"/>
          </a:xfrm>
          <a:custGeom>
            <a:avLst/>
            <a:gdLst/>
            <a:ahLst/>
            <a:cxnLst/>
            <a:rect l="l" t="t" r="r" b="b"/>
            <a:pathLst>
              <a:path w="146578" h="79278">
                <a:moveTo>
                  <a:pt x="18288" y="0"/>
                </a:moveTo>
                <a:lnTo>
                  <a:pt x="128199" y="0"/>
                </a:lnTo>
                <a:lnTo>
                  <a:pt x="146578" y="42702"/>
                </a:lnTo>
                <a:lnTo>
                  <a:pt x="73243" y="79278"/>
                </a:lnTo>
                <a:lnTo>
                  <a:pt x="0" y="42702"/>
                </a:lnTo>
                <a:lnTo>
                  <a:pt x="18288" y="0"/>
                </a:lnTo>
              </a:path>
            </a:pathLst>
          </a:custGeom>
          <a:solidFill>
            <a:srgbClr val="88621F"/>
          </a:solidFill>
          <a:ln/>
        </p:spPr>
      </p:sp>
      <p:sp>
        <p:nvSpPr>
          <p:cNvPr id="26" name="Forma 258"/>
          <p:cNvSpPr/>
          <p:nvPr/>
        </p:nvSpPr>
        <p:spPr>
          <a:xfrm>
            <a:off x="7096018" y="3421776"/>
            <a:ext cx="219822" cy="152522"/>
          </a:xfrm>
          <a:custGeom>
            <a:avLst/>
            <a:gdLst/>
            <a:ahLst/>
            <a:cxnLst/>
            <a:rect l="l" t="t" r="r" b="b"/>
            <a:pathLst>
              <a:path w="219822" h="152522">
                <a:moveTo>
                  <a:pt x="61082" y="54864"/>
                </a:moveTo>
                <a:lnTo>
                  <a:pt x="0" y="0"/>
                </a:lnTo>
                <a:moveTo>
                  <a:pt x="158740" y="54864"/>
                </a:moveTo>
                <a:lnTo>
                  <a:pt x="219822" y="0"/>
                </a:lnTo>
                <a:moveTo>
                  <a:pt x="61082" y="85405"/>
                </a:moveTo>
                <a:lnTo>
                  <a:pt x="0" y="152522"/>
                </a:lnTo>
                <a:moveTo>
                  <a:pt x="158740" y="85405"/>
                </a:moveTo>
                <a:lnTo>
                  <a:pt x="219822" y="152522"/>
                </a:lnTo>
              </a:path>
            </a:pathLst>
          </a:custGeom>
          <a:ln w="18326" cap="rnd">
            <a:solidFill>
              <a:srgbClr val="202722"/>
            </a:solidFill>
            <a:prstDash val="solid"/>
            <a:round/>
          </a:ln>
        </p:spPr>
      </p:sp>
      <p:sp>
        <p:nvSpPr>
          <p:cNvPr id="27" name="Forma 259"/>
          <p:cNvSpPr/>
          <p:nvPr/>
        </p:nvSpPr>
        <p:spPr>
          <a:xfrm>
            <a:off x="7053224" y="3379074"/>
            <a:ext cx="305318" cy="237927"/>
          </a:xfrm>
          <a:custGeom>
            <a:avLst/>
            <a:gdLst/>
            <a:ahLst/>
            <a:cxnLst/>
            <a:rect l="l" t="t" r="r" b="b"/>
            <a:pathLst>
              <a:path w="305318" h="237927">
                <a:moveTo>
                  <a:pt x="61082" y="30541"/>
                </a:moveTo>
                <a:cubicBezTo>
                  <a:pt x="61082" y="34564"/>
                  <a:pt x="60259" y="38405"/>
                  <a:pt x="58704" y="42154"/>
                </a:cubicBezTo>
                <a:cubicBezTo>
                  <a:pt x="57150" y="45903"/>
                  <a:pt x="54955" y="49195"/>
                  <a:pt x="52121" y="52029"/>
                </a:cubicBezTo>
                <a:cubicBezTo>
                  <a:pt x="49286" y="54955"/>
                  <a:pt x="45994" y="57150"/>
                  <a:pt x="42245" y="58704"/>
                </a:cubicBezTo>
                <a:cubicBezTo>
                  <a:pt x="38496" y="60259"/>
                  <a:pt x="34564" y="60990"/>
                  <a:pt x="30541" y="60990"/>
                </a:cubicBezTo>
                <a:cubicBezTo>
                  <a:pt x="26518" y="60990"/>
                  <a:pt x="22586" y="60259"/>
                  <a:pt x="18837" y="58704"/>
                </a:cubicBezTo>
                <a:cubicBezTo>
                  <a:pt x="15088" y="57150"/>
                  <a:pt x="11796" y="54955"/>
                  <a:pt x="8961" y="52029"/>
                </a:cubicBezTo>
                <a:cubicBezTo>
                  <a:pt x="6035" y="49195"/>
                  <a:pt x="3840" y="45903"/>
                  <a:pt x="2286" y="42154"/>
                </a:cubicBezTo>
                <a:cubicBezTo>
                  <a:pt x="732" y="38405"/>
                  <a:pt x="0" y="34564"/>
                  <a:pt x="0" y="30541"/>
                </a:cubicBezTo>
                <a:cubicBezTo>
                  <a:pt x="0" y="26426"/>
                  <a:pt x="732" y="22586"/>
                  <a:pt x="2286" y="18837"/>
                </a:cubicBezTo>
                <a:cubicBezTo>
                  <a:pt x="3840" y="15088"/>
                  <a:pt x="6035" y="11796"/>
                  <a:pt x="8961" y="8961"/>
                </a:cubicBezTo>
                <a:cubicBezTo>
                  <a:pt x="11796" y="6035"/>
                  <a:pt x="15088" y="3840"/>
                  <a:pt x="18837" y="2286"/>
                </a:cubicBezTo>
                <a:cubicBezTo>
                  <a:pt x="22586" y="732"/>
                  <a:pt x="26518" y="0"/>
                  <a:pt x="30541" y="0"/>
                </a:cubicBezTo>
                <a:cubicBezTo>
                  <a:pt x="34564" y="0"/>
                  <a:pt x="38496" y="732"/>
                  <a:pt x="42245" y="2286"/>
                </a:cubicBezTo>
                <a:cubicBezTo>
                  <a:pt x="45994" y="3840"/>
                  <a:pt x="49286" y="6035"/>
                  <a:pt x="52121" y="8961"/>
                </a:cubicBezTo>
                <a:cubicBezTo>
                  <a:pt x="54955" y="11796"/>
                  <a:pt x="57150" y="15088"/>
                  <a:pt x="58704" y="18837"/>
                </a:cubicBezTo>
                <a:cubicBezTo>
                  <a:pt x="60259" y="22586"/>
                  <a:pt x="61082" y="26426"/>
                  <a:pt x="61082" y="30541"/>
                </a:cubicBezTo>
              </a:path>
              <a:path w="305318" h="237927">
                <a:moveTo>
                  <a:pt x="305318" y="30541"/>
                </a:moveTo>
                <a:cubicBezTo>
                  <a:pt x="305318" y="34564"/>
                  <a:pt x="304587" y="38405"/>
                  <a:pt x="303032" y="42154"/>
                </a:cubicBezTo>
                <a:cubicBezTo>
                  <a:pt x="301478" y="45903"/>
                  <a:pt x="299283" y="49195"/>
                  <a:pt x="296357" y="52029"/>
                </a:cubicBezTo>
                <a:cubicBezTo>
                  <a:pt x="293522" y="54955"/>
                  <a:pt x="290231" y="57150"/>
                  <a:pt x="286482" y="58704"/>
                </a:cubicBezTo>
                <a:cubicBezTo>
                  <a:pt x="282732" y="60259"/>
                  <a:pt x="278892" y="60990"/>
                  <a:pt x="274777" y="60990"/>
                </a:cubicBezTo>
                <a:cubicBezTo>
                  <a:pt x="270754" y="60990"/>
                  <a:pt x="266822" y="60259"/>
                  <a:pt x="263164" y="58704"/>
                </a:cubicBezTo>
                <a:cubicBezTo>
                  <a:pt x="259415" y="57150"/>
                  <a:pt x="256123" y="54955"/>
                  <a:pt x="253197" y="52029"/>
                </a:cubicBezTo>
                <a:cubicBezTo>
                  <a:pt x="250363" y="49195"/>
                  <a:pt x="248168" y="45903"/>
                  <a:pt x="246614" y="42154"/>
                </a:cubicBezTo>
                <a:cubicBezTo>
                  <a:pt x="245059" y="38405"/>
                  <a:pt x="244236" y="34564"/>
                  <a:pt x="244236" y="30541"/>
                </a:cubicBezTo>
                <a:cubicBezTo>
                  <a:pt x="244236" y="26426"/>
                  <a:pt x="245059" y="22586"/>
                  <a:pt x="246614" y="18837"/>
                </a:cubicBezTo>
                <a:cubicBezTo>
                  <a:pt x="248168" y="15088"/>
                  <a:pt x="250363" y="11796"/>
                  <a:pt x="253197" y="8961"/>
                </a:cubicBezTo>
                <a:cubicBezTo>
                  <a:pt x="256123" y="6035"/>
                  <a:pt x="259415" y="3840"/>
                  <a:pt x="263164" y="2286"/>
                </a:cubicBezTo>
                <a:cubicBezTo>
                  <a:pt x="266822" y="732"/>
                  <a:pt x="270754" y="0"/>
                  <a:pt x="274777" y="0"/>
                </a:cubicBezTo>
                <a:cubicBezTo>
                  <a:pt x="278892" y="0"/>
                  <a:pt x="282732" y="732"/>
                  <a:pt x="286482" y="2286"/>
                </a:cubicBezTo>
                <a:cubicBezTo>
                  <a:pt x="290231" y="3840"/>
                  <a:pt x="293522" y="6035"/>
                  <a:pt x="296357" y="8961"/>
                </a:cubicBezTo>
                <a:cubicBezTo>
                  <a:pt x="299283" y="11796"/>
                  <a:pt x="301478" y="15088"/>
                  <a:pt x="303032" y="18837"/>
                </a:cubicBezTo>
                <a:cubicBezTo>
                  <a:pt x="304587" y="22586"/>
                  <a:pt x="305318" y="26426"/>
                  <a:pt x="305318" y="30541"/>
                </a:cubicBezTo>
              </a:path>
              <a:path w="305318" h="237927">
                <a:moveTo>
                  <a:pt x="61082" y="207386"/>
                </a:moveTo>
                <a:cubicBezTo>
                  <a:pt x="61082" y="211409"/>
                  <a:pt x="60259" y="215341"/>
                  <a:pt x="58704" y="219090"/>
                </a:cubicBezTo>
                <a:cubicBezTo>
                  <a:pt x="57150" y="222748"/>
                  <a:pt x="54955" y="226131"/>
                  <a:pt x="52121" y="228966"/>
                </a:cubicBezTo>
                <a:cubicBezTo>
                  <a:pt x="49286" y="231800"/>
                  <a:pt x="45994" y="233995"/>
                  <a:pt x="42245" y="235549"/>
                </a:cubicBezTo>
                <a:cubicBezTo>
                  <a:pt x="38496" y="237104"/>
                  <a:pt x="34564" y="237927"/>
                  <a:pt x="30541" y="237927"/>
                </a:cubicBezTo>
                <a:cubicBezTo>
                  <a:pt x="26518" y="237927"/>
                  <a:pt x="22586" y="237104"/>
                  <a:pt x="18837" y="235549"/>
                </a:cubicBezTo>
                <a:cubicBezTo>
                  <a:pt x="15088" y="233995"/>
                  <a:pt x="11796" y="231800"/>
                  <a:pt x="8961" y="228966"/>
                </a:cubicBezTo>
                <a:cubicBezTo>
                  <a:pt x="6035" y="226131"/>
                  <a:pt x="3840" y="222748"/>
                  <a:pt x="2286" y="219090"/>
                </a:cubicBezTo>
                <a:cubicBezTo>
                  <a:pt x="732" y="215341"/>
                  <a:pt x="0" y="211409"/>
                  <a:pt x="0" y="207386"/>
                </a:cubicBezTo>
                <a:cubicBezTo>
                  <a:pt x="0" y="203363"/>
                  <a:pt x="732" y="199431"/>
                  <a:pt x="2286" y="195682"/>
                </a:cubicBezTo>
                <a:cubicBezTo>
                  <a:pt x="3840" y="191933"/>
                  <a:pt x="6035" y="188641"/>
                  <a:pt x="8961" y="185806"/>
                </a:cubicBezTo>
                <a:cubicBezTo>
                  <a:pt x="11796" y="182971"/>
                  <a:pt x="15088" y="180777"/>
                  <a:pt x="18837" y="179222"/>
                </a:cubicBezTo>
                <a:cubicBezTo>
                  <a:pt x="22586" y="177668"/>
                  <a:pt x="26518" y="176845"/>
                  <a:pt x="30541" y="176845"/>
                </a:cubicBezTo>
                <a:cubicBezTo>
                  <a:pt x="34564" y="176845"/>
                  <a:pt x="38496" y="177668"/>
                  <a:pt x="42245" y="179222"/>
                </a:cubicBezTo>
                <a:cubicBezTo>
                  <a:pt x="45994" y="180777"/>
                  <a:pt x="49286" y="182971"/>
                  <a:pt x="52121" y="185806"/>
                </a:cubicBezTo>
                <a:cubicBezTo>
                  <a:pt x="54955" y="188641"/>
                  <a:pt x="57150" y="191933"/>
                  <a:pt x="58704" y="195682"/>
                </a:cubicBezTo>
                <a:cubicBezTo>
                  <a:pt x="60259" y="199431"/>
                  <a:pt x="61082" y="203363"/>
                  <a:pt x="61082" y="207386"/>
                </a:cubicBezTo>
              </a:path>
              <a:path w="305318" h="237927">
                <a:moveTo>
                  <a:pt x="305318" y="207386"/>
                </a:moveTo>
                <a:cubicBezTo>
                  <a:pt x="305318" y="211409"/>
                  <a:pt x="304587" y="215341"/>
                  <a:pt x="303032" y="219090"/>
                </a:cubicBezTo>
                <a:cubicBezTo>
                  <a:pt x="301478" y="222748"/>
                  <a:pt x="299283" y="226131"/>
                  <a:pt x="296357" y="228966"/>
                </a:cubicBezTo>
                <a:cubicBezTo>
                  <a:pt x="293522" y="231800"/>
                  <a:pt x="290231" y="233995"/>
                  <a:pt x="286482" y="235549"/>
                </a:cubicBezTo>
                <a:cubicBezTo>
                  <a:pt x="282732" y="237104"/>
                  <a:pt x="278892" y="237927"/>
                  <a:pt x="274777" y="237927"/>
                </a:cubicBezTo>
                <a:cubicBezTo>
                  <a:pt x="270754" y="237927"/>
                  <a:pt x="266822" y="237104"/>
                  <a:pt x="263164" y="235549"/>
                </a:cubicBezTo>
                <a:cubicBezTo>
                  <a:pt x="259415" y="233995"/>
                  <a:pt x="256123" y="231800"/>
                  <a:pt x="253197" y="228966"/>
                </a:cubicBezTo>
                <a:cubicBezTo>
                  <a:pt x="250363" y="226131"/>
                  <a:pt x="248168" y="222748"/>
                  <a:pt x="246614" y="219090"/>
                </a:cubicBezTo>
                <a:cubicBezTo>
                  <a:pt x="245059" y="215341"/>
                  <a:pt x="244236" y="211409"/>
                  <a:pt x="244236" y="207386"/>
                </a:cubicBezTo>
                <a:cubicBezTo>
                  <a:pt x="244236" y="203363"/>
                  <a:pt x="245059" y="199431"/>
                  <a:pt x="246614" y="195682"/>
                </a:cubicBezTo>
                <a:cubicBezTo>
                  <a:pt x="248168" y="191933"/>
                  <a:pt x="250363" y="188641"/>
                  <a:pt x="253197" y="185806"/>
                </a:cubicBezTo>
                <a:cubicBezTo>
                  <a:pt x="256123" y="182971"/>
                  <a:pt x="259415" y="180777"/>
                  <a:pt x="263164" y="179222"/>
                </a:cubicBezTo>
                <a:cubicBezTo>
                  <a:pt x="266822" y="177668"/>
                  <a:pt x="270754" y="176845"/>
                  <a:pt x="274777" y="176845"/>
                </a:cubicBezTo>
                <a:cubicBezTo>
                  <a:pt x="278892" y="176845"/>
                  <a:pt x="282732" y="177668"/>
                  <a:pt x="286482" y="179222"/>
                </a:cubicBezTo>
                <a:cubicBezTo>
                  <a:pt x="290231" y="180777"/>
                  <a:pt x="293522" y="182971"/>
                  <a:pt x="296357" y="185806"/>
                </a:cubicBezTo>
                <a:cubicBezTo>
                  <a:pt x="299283" y="188641"/>
                  <a:pt x="301478" y="191933"/>
                  <a:pt x="303032" y="195682"/>
                </a:cubicBezTo>
                <a:cubicBezTo>
                  <a:pt x="304587" y="199431"/>
                  <a:pt x="305318" y="203363"/>
                  <a:pt x="305318" y="207386"/>
                </a:cubicBezTo>
              </a:path>
            </a:pathLst>
          </a:custGeom>
          <a:solidFill>
            <a:srgbClr val="FBFAF6"/>
          </a:solidFill>
          <a:ln w="12217">
            <a:solidFill>
              <a:srgbClr val="202722"/>
            </a:solidFill>
            <a:prstDash val="solid"/>
          </a:ln>
        </p:spPr>
      </p:sp>
      <p:pic>
        <p:nvPicPr>
          <p:cNvPr id="28" name="Imagen" descr="vec/d29-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550" y="4630979"/>
            <a:ext cx="205283" cy="27981"/>
          </a:xfrm>
          <a:prstGeom prst="rect">
            <a:avLst/>
          </a:prstGeom>
        </p:spPr>
      </p:pic>
      <p:sp>
        <p:nvSpPr>
          <p:cNvPr id="29" name="Forma 260"/>
          <p:cNvSpPr/>
          <p:nvPr/>
        </p:nvSpPr>
        <p:spPr>
          <a:xfrm>
            <a:off x="4953762" y="4630979"/>
            <a:ext cx="205283" cy="27981"/>
          </a:xfrm>
          <a:custGeom>
            <a:avLst/>
            <a:gdLst/>
            <a:ahLst/>
            <a:cxnLst/>
            <a:rect l="l" t="t" r="r" b="b"/>
            <a:pathLst>
              <a:path w="205283" h="27981">
                <a:moveTo>
                  <a:pt x="0" y="0"/>
                </a:moveTo>
                <a:lnTo>
                  <a:pt x="205283" y="0"/>
                </a:lnTo>
                <a:lnTo>
                  <a:pt x="205283" y="27981"/>
                </a:lnTo>
                <a:lnTo>
                  <a:pt x="0" y="27981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30" name="Forma 261"/>
          <p:cNvSpPr/>
          <p:nvPr/>
        </p:nvSpPr>
        <p:spPr>
          <a:xfrm>
            <a:off x="6362395" y="4640306"/>
            <a:ext cx="205283" cy="18654"/>
          </a:xfrm>
          <a:custGeom>
            <a:avLst/>
            <a:gdLst/>
            <a:ahLst/>
            <a:cxnLst/>
            <a:rect l="l" t="t" r="r" b="b"/>
            <a:pathLst>
              <a:path w="205283" h="18654">
                <a:moveTo>
                  <a:pt x="0" y="0"/>
                </a:moveTo>
                <a:lnTo>
                  <a:pt x="55961" y="0"/>
                </a:lnTo>
                <a:lnTo>
                  <a:pt x="55961" y="18654"/>
                </a:lnTo>
                <a:lnTo>
                  <a:pt x="0" y="18654"/>
                </a:lnTo>
              </a:path>
              <a:path w="205283" h="18654">
                <a:moveTo>
                  <a:pt x="74615" y="0"/>
                </a:moveTo>
                <a:lnTo>
                  <a:pt x="130576" y="0"/>
                </a:lnTo>
                <a:lnTo>
                  <a:pt x="130576" y="18654"/>
                </a:lnTo>
                <a:lnTo>
                  <a:pt x="74615" y="18654"/>
                </a:lnTo>
              </a:path>
              <a:path w="205283" h="18654">
                <a:moveTo>
                  <a:pt x="149230" y="0"/>
                </a:moveTo>
                <a:lnTo>
                  <a:pt x="205283" y="0"/>
                </a:lnTo>
                <a:lnTo>
                  <a:pt x="205283" y="18654"/>
                </a:lnTo>
                <a:lnTo>
                  <a:pt x="149230" y="18654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31" name="Forma 262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34411" y="437906"/>
            <a:ext cx="36576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9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FLOTA CON AVISO · IMPLEMENTADA</a:t>
            </a:r>
            <a:endParaRPr lang="en-US" sz="960" dirty="0"/>
          </a:p>
        </p:txBody>
      </p:sp>
      <p:sp>
        <p:nvSpPr>
          <p:cNvPr id="33" name="Text 30"/>
          <p:cNvSpPr txBox="1"/>
          <p:nvPr/>
        </p:nvSpPr>
        <p:spPr>
          <a:xfrm>
            <a:off x="634411" y="680222"/>
            <a:ext cx="3657600" cy="43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5"/>
              </a:lnSpc>
              <a:buNone/>
            </a:pPr>
            <a:r>
              <a:rPr lang="en-US" sz="2566" b="1" spc="-8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Flota con aviso</a:t>
            </a:r>
            <a:endParaRPr lang="en-US" sz="2566" dirty="0"/>
          </a:p>
        </p:txBody>
      </p:sp>
      <p:sp>
        <p:nvSpPr>
          <p:cNvPr id="34" name="Text 31"/>
          <p:cNvSpPr txBox="1"/>
          <p:nvPr/>
        </p:nvSpPr>
        <p:spPr>
          <a:xfrm>
            <a:off x="815005" y="2795412"/>
            <a:ext cx="24048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55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60" dirty="0"/>
          </a:p>
        </p:txBody>
      </p:sp>
      <p:sp>
        <p:nvSpPr>
          <p:cNvPr id="35" name="Text 32"/>
          <p:cNvSpPr txBox="1"/>
          <p:nvPr/>
        </p:nvSpPr>
        <p:spPr>
          <a:xfrm>
            <a:off x="1337401" y="2748778"/>
            <a:ext cx="1964406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Vuelos escalonados</a:t>
            </a:r>
            <a:endParaRPr lang="en-US" sz="1322" dirty="0"/>
          </a:p>
        </p:txBody>
      </p:sp>
      <p:sp>
        <p:nvSpPr>
          <p:cNvPr id="36" name="Text 33"/>
          <p:cNvSpPr txBox="1"/>
          <p:nvPr/>
        </p:nvSpPr>
        <p:spPr>
          <a:xfrm>
            <a:off x="1337401" y="2972440"/>
            <a:ext cx="36576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1 km (~83 s); beacon cada 2 s.</a:t>
            </a:r>
            <a:endParaRPr lang="en-US" sz="960" dirty="0"/>
          </a:p>
        </p:txBody>
      </p:sp>
      <p:sp>
        <p:nvSpPr>
          <p:cNvPr id="37" name="Text 34"/>
          <p:cNvSpPr txBox="1"/>
          <p:nvPr/>
        </p:nvSpPr>
        <p:spPr>
          <a:xfrm>
            <a:off x="815005" y="3345150"/>
            <a:ext cx="24048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55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60" dirty="0"/>
          </a:p>
        </p:txBody>
      </p:sp>
      <p:sp>
        <p:nvSpPr>
          <p:cNvPr id="38" name="Text 35"/>
          <p:cNvSpPr txBox="1"/>
          <p:nvPr/>
        </p:nvSpPr>
        <p:spPr>
          <a:xfrm>
            <a:off x="1337401" y="3298515"/>
            <a:ext cx="1944837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Detectar + difundir</a:t>
            </a:r>
            <a:endParaRPr lang="en-US" sz="1322" dirty="0"/>
          </a:p>
        </p:txBody>
      </p:sp>
      <p:sp>
        <p:nvSpPr>
          <p:cNvPr id="39" name="Text 36"/>
          <p:cNvSpPr txBox="1"/>
          <p:nvPr/>
        </p:nvSpPr>
        <p:spPr>
          <a:xfrm>
            <a:off x="1337401" y="3518428"/>
            <a:ext cx="3657600" cy="34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detección (multisalto, 3 km) o</a:t>
            </a:r>
            <a:endParaRPr lang="en-US" sz="960" dirty="0"/>
          </a:p>
          <a:p>
            <a:pPr algn="l" indent="0" marL="0">
              <a:lnSpc>
                <a:spcPts val="1175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silencio: 3 beacons perdidos.</a:t>
            </a:r>
            <a:endParaRPr lang="en-US" sz="960" dirty="0"/>
          </a:p>
        </p:txBody>
      </p:sp>
      <p:sp>
        <p:nvSpPr>
          <p:cNvPr id="40" name="Text 37"/>
          <p:cNvSpPr txBox="1"/>
          <p:nvPr/>
        </p:nvSpPr>
        <p:spPr>
          <a:xfrm>
            <a:off x="815005" y="4044025"/>
            <a:ext cx="24048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55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60" dirty="0"/>
          </a:p>
        </p:txBody>
      </p:sp>
      <p:sp>
        <p:nvSpPr>
          <p:cNvPr id="41" name="Text 38"/>
          <p:cNvSpPr txBox="1"/>
          <p:nvPr/>
        </p:nvSpPr>
        <p:spPr>
          <a:xfrm>
            <a:off x="1337401" y="3997391"/>
            <a:ext cx="1110539" cy="25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7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Recalcular</a:t>
            </a:r>
            <a:endParaRPr lang="en-US" sz="1322" dirty="0"/>
          </a:p>
        </p:txBody>
      </p:sp>
      <p:sp>
        <p:nvSpPr>
          <p:cNvPr id="42" name="Text 39"/>
          <p:cNvSpPr txBox="1"/>
          <p:nvPr/>
        </p:nvSpPr>
        <p:spPr>
          <a:xfrm>
            <a:off x="1337401" y="4207977"/>
            <a:ext cx="3657600" cy="362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recibe el aviso replanifica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vuelo, desde el nodo siguiente.</a:t>
            </a:r>
            <a:endParaRPr lang="en-US" sz="960" dirty="0"/>
          </a:p>
        </p:txBody>
      </p:sp>
      <p:sp>
        <p:nvSpPr>
          <p:cNvPr id="43" name="Text 40"/>
          <p:cNvSpPr txBox="1"/>
          <p:nvPr/>
        </p:nvSpPr>
        <p:spPr>
          <a:xfrm>
            <a:off x="3894887" y="335402"/>
            <a:ext cx="729417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3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ESQUEMA</a:t>
            </a:r>
            <a:endParaRPr lang="en-US" sz="960" dirty="0"/>
          </a:p>
        </p:txBody>
      </p:sp>
      <p:sp>
        <p:nvSpPr>
          <p:cNvPr id="44" name="Text 41"/>
          <p:cNvSpPr txBox="1"/>
          <p:nvPr/>
        </p:nvSpPr>
        <p:spPr>
          <a:xfrm>
            <a:off x="7328002" y="2519081"/>
            <a:ext cx="807324" cy="118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9"/>
              </a:lnSpc>
              <a:buNone/>
            </a:pPr>
            <a:r>
              <a:rPr lang="en-US" sz="627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 por salto</a:t>
            </a:r>
            <a:endParaRPr lang="en-US" sz="627" dirty="0"/>
          </a:p>
        </p:txBody>
      </p:sp>
      <p:sp>
        <p:nvSpPr>
          <p:cNvPr id="45" name="Text 42"/>
          <p:cNvSpPr txBox="1"/>
          <p:nvPr/>
        </p:nvSpPr>
        <p:spPr>
          <a:xfrm>
            <a:off x="7975305" y="1561338"/>
            <a:ext cx="167792" cy="164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38"/>
              </a:lnSpc>
              <a:buNone/>
            </a:pPr>
            <a:r>
              <a:rPr lang="en-US" sz="86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862" dirty="0"/>
          </a:p>
        </p:txBody>
      </p:sp>
      <p:sp>
        <p:nvSpPr>
          <p:cNvPr id="46" name="Text 43"/>
          <p:cNvSpPr txBox="1"/>
          <p:nvPr/>
        </p:nvSpPr>
        <p:spPr>
          <a:xfrm>
            <a:off x="6454750" y="2458090"/>
            <a:ext cx="617586" cy="118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49"/>
              </a:lnSpc>
              <a:buNone/>
            </a:pPr>
            <a:r>
              <a:rPr lang="en-US" sz="627" b="1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incierta</a:t>
            </a:r>
            <a:endParaRPr lang="en-US" sz="627" dirty="0"/>
          </a:p>
        </p:txBody>
      </p:sp>
      <p:sp>
        <p:nvSpPr>
          <p:cNvPr id="47" name="Text 44"/>
          <p:cNvSpPr txBox="1"/>
          <p:nvPr/>
        </p:nvSpPr>
        <p:spPr>
          <a:xfrm>
            <a:off x="5837987" y="2592233"/>
            <a:ext cx="1077895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7"/>
              </a:lnSpc>
              <a:buNone/>
            </a:pPr>
            <a:r>
              <a:rPr lang="en-US" sz="676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1 · último reporte</a:t>
            </a:r>
            <a:endParaRPr lang="en-US" sz="676" dirty="0"/>
          </a:p>
        </p:txBody>
      </p:sp>
      <p:sp>
        <p:nvSpPr>
          <p:cNvPr id="48" name="Text 45"/>
          <p:cNvSpPr txBox="1"/>
          <p:nvPr/>
        </p:nvSpPr>
        <p:spPr>
          <a:xfrm>
            <a:off x="4390674" y="3068086"/>
            <a:ext cx="36713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7"/>
              </a:lnSpc>
              <a:buNone/>
            </a:pPr>
            <a:r>
              <a:rPr lang="en-US" sz="676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origen</a:t>
            </a:r>
            <a:endParaRPr lang="en-US" sz="676" dirty="0"/>
          </a:p>
        </p:txBody>
      </p:sp>
      <p:sp>
        <p:nvSpPr>
          <p:cNvPr id="49" name="Text 46"/>
          <p:cNvSpPr txBox="1"/>
          <p:nvPr/>
        </p:nvSpPr>
        <p:spPr>
          <a:xfrm>
            <a:off x="6827276" y="1256477"/>
            <a:ext cx="76955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7"/>
              </a:lnSpc>
              <a:buNone/>
            </a:pPr>
            <a:r>
              <a:rPr lang="en-US" sz="676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2 · detecta</a:t>
            </a:r>
            <a:endParaRPr lang="en-US" sz="676" dirty="0"/>
          </a:p>
        </p:txBody>
      </p:sp>
      <p:sp>
        <p:nvSpPr>
          <p:cNvPr id="50" name="Text 47"/>
          <p:cNvSpPr txBox="1"/>
          <p:nvPr/>
        </p:nvSpPr>
        <p:spPr>
          <a:xfrm>
            <a:off x="7022592" y="3726729"/>
            <a:ext cx="34939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7"/>
              </a:lnSpc>
              <a:buNone/>
            </a:pPr>
            <a:r>
              <a:rPr lang="en-US" sz="676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3</a:t>
            </a:r>
            <a:endParaRPr lang="en-US" sz="676" dirty="0"/>
          </a:p>
        </p:txBody>
      </p:sp>
      <p:sp>
        <p:nvSpPr>
          <p:cNvPr id="51" name="Text 48"/>
          <p:cNvSpPr txBox="1"/>
          <p:nvPr/>
        </p:nvSpPr>
        <p:spPr>
          <a:xfrm>
            <a:off x="4165458" y="4575109"/>
            <a:ext cx="76453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prevista</a:t>
            </a:r>
            <a:endParaRPr lang="en-US" sz="881" dirty="0"/>
          </a:p>
        </p:txBody>
      </p:sp>
      <p:sp>
        <p:nvSpPr>
          <p:cNvPr id="52" name="Text 49"/>
          <p:cNvSpPr txBox="1"/>
          <p:nvPr/>
        </p:nvSpPr>
        <p:spPr>
          <a:xfrm>
            <a:off x="5219944" y="4575109"/>
            <a:ext cx="1168695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desvío tras la alerta</a:t>
            </a:r>
            <a:endParaRPr lang="en-US" sz="881" dirty="0"/>
          </a:p>
        </p:txBody>
      </p:sp>
      <p:sp>
        <p:nvSpPr>
          <p:cNvPr id="53" name="Text 50"/>
          <p:cNvSpPr txBox="1"/>
          <p:nvPr/>
        </p:nvSpPr>
        <p:spPr>
          <a:xfrm>
            <a:off x="6635344" y="4575109"/>
            <a:ext cx="1445209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entre UAV</a:t>
            </a:r>
            <a:endParaRPr lang="en-US" sz="881" dirty="0"/>
          </a:p>
        </p:txBody>
      </p:sp>
      <p:sp>
        <p:nvSpPr>
          <p:cNvPr id="54" name="Text 51"/>
          <p:cNvSpPr txBox="1"/>
          <p:nvPr/>
        </p:nvSpPr>
        <p:spPr>
          <a:xfrm>
            <a:off x="634411" y="1099475"/>
            <a:ext cx="3657600" cy="1053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469" b="1" dirty="0">
                <a:solidFill>
                  <a:srgbClr val="8D9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a cinco UAV recorren la</a:t>
            </a:r>
            <a:endParaRPr lang="en-US" sz="1469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469" b="1" dirty="0">
                <a:solidFill>
                  <a:srgbClr val="8D9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misma misión, escalonados; el</a:t>
            </a:r>
            <a:endParaRPr lang="en-US" sz="1469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469" b="1" dirty="0">
                <a:solidFill>
                  <a:srgbClr val="8D9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detecta la interferencia</a:t>
            </a:r>
            <a:endParaRPr lang="en-US" sz="1469" dirty="0"/>
          </a:p>
          <a:p>
            <a:pPr algn="l" indent="0" marL="0">
              <a:lnSpc>
                <a:spcPts val="1983"/>
              </a:lnSpc>
              <a:buNone/>
            </a:pPr>
            <a:r>
              <a:rPr lang="en-US" sz="1469" b="1" dirty="0">
                <a:solidFill>
                  <a:srgbClr val="8D9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avisa al resto.</a:t>
            </a:r>
            <a:endParaRPr lang="en-US" sz="1469" dirty="0"/>
          </a:p>
        </p:txBody>
      </p:sp>
      <p:sp>
        <p:nvSpPr>
          <p:cNvPr id="55" name="Text 5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35</a:t>
            </a:r>
            <a:endParaRPr lang="en-US" sz="88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63"/>
          <p:cNvSpPr/>
          <p:nvPr/>
        </p:nvSpPr>
        <p:spPr>
          <a:xfrm>
            <a:off x="653064" y="997062"/>
            <a:ext cx="7836408" cy="9327"/>
          </a:xfrm>
          <a:custGeom>
            <a:avLst/>
            <a:gdLst/>
            <a:ahLst/>
            <a:cxnLst/>
            <a:rect l="l" t="t" r="r" b="b"/>
            <a:pathLst>
              <a:path w="7836408" h="9327">
                <a:moveTo>
                  <a:pt x="0" y="0"/>
                </a:moveTo>
                <a:lnTo>
                  <a:pt x="7836408" y="0"/>
                </a:lnTo>
                <a:lnTo>
                  <a:pt x="783640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64"/>
          <p:cNvSpPr/>
          <p:nvPr/>
        </p:nvSpPr>
        <p:spPr>
          <a:xfrm>
            <a:off x="653064" y="3680551"/>
            <a:ext cx="7836408" cy="447233"/>
          </a:xfrm>
          <a:custGeom>
            <a:avLst/>
            <a:gdLst/>
            <a:ahLst/>
            <a:cxnLst/>
            <a:rect l="l" t="t" r="r" b="b"/>
            <a:pathLst>
              <a:path w="7836408" h="447233">
                <a:moveTo>
                  <a:pt x="0" y="0"/>
                </a:moveTo>
                <a:lnTo>
                  <a:pt x="7836408" y="0"/>
                </a:lnTo>
                <a:lnTo>
                  <a:pt x="7836408" y="447233"/>
                </a:lnTo>
                <a:lnTo>
                  <a:pt x="0" y="447233"/>
                </a:lnTo>
                <a:close/>
              </a:path>
            </a:pathLst>
          </a:custGeom>
          <a:solidFill>
            <a:srgbClr val="1E292B"/>
          </a:solidFill>
          <a:ln/>
        </p:spPr>
      </p:sp>
      <p:sp>
        <p:nvSpPr>
          <p:cNvPr id="4" name="Forma 265"/>
          <p:cNvSpPr/>
          <p:nvPr/>
        </p:nvSpPr>
        <p:spPr>
          <a:xfrm>
            <a:off x="653064" y="1323137"/>
            <a:ext cx="18654" cy="2096536"/>
          </a:xfrm>
          <a:custGeom>
            <a:avLst/>
            <a:gdLst/>
            <a:ahLst/>
            <a:cxnLst/>
            <a:rect l="l" t="t" r="r" b="b"/>
            <a:pathLst>
              <a:path w="18654" h="2096536">
                <a:moveTo>
                  <a:pt x="0" y="0"/>
                </a:moveTo>
                <a:lnTo>
                  <a:pt x="18654" y="0"/>
                </a:lnTo>
                <a:lnTo>
                  <a:pt x="18654" y="2096536"/>
                </a:lnTo>
                <a:lnTo>
                  <a:pt x="0" y="2096536"/>
                </a:lnTo>
                <a:close/>
              </a:path>
            </a:pathLst>
          </a:custGeom>
          <a:solidFill>
            <a:srgbClr val="2D6075"/>
          </a:solidFill>
          <a:ln/>
        </p:spPr>
      </p:sp>
      <p:sp>
        <p:nvSpPr>
          <p:cNvPr id="5" name="Forma 266"/>
          <p:cNvSpPr/>
          <p:nvPr/>
        </p:nvSpPr>
        <p:spPr>
          <a:xfrm>
            <a:off x="3358500" y="1323137"/>
            <a:ext cx="18654" cy="2096536"/>
          </a:xfrm>
          <a:custGeom>
            <a:avLst/>
            <a:gdLst/>
            <a:ahLst/>
            <a:cxnLst/>
            <a:rect l="l" t="t" r="r" b="b"/>
            <a:pathLst>
              <a:path w="18654" h="2096536">
                <a:moveTo>
                  <a:pt x="0" y="0"/>
                </a:moveTo>
                <a:lnTo>
                  <a:pt x="18654" y="0"/>
                </a:lnTo>
                <a:lnTo>
                  <a:pt x="18654" y="2096536"/>
                </a:lnTo>
                <a:lnTo>
                  <a:pt x="0" y="2096536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6" name="Forma 267"/>
          <p:cNvSpPr/>
          <p:nvPr/>
        </p:nvSpPr>
        <p:spPr>
          <a:xfrm>
            <a:off x="6063935" y="1323137"/>
            <a:ext cx="18654" cy="2096536"/>
          </a:xfrm>
          <a:custGeom>
            <a:avLst/>
            <a:gdLst/>
            <a:ahLst/>
            <a:cxnLst/>
            <a:rect l="l" t="t" r="r" b="b"/>
            <a:pathLst>
              <a:path w="18654" h="2096536">
                <a:moveTo>
                  <a:pt x="0" y="0"/>
                </a:moveTo>
                <a:lnTo>
                  <a:pt x="18654" y="0"/>
                </a:lnTo>
                <a:lnTo>
                  <a:pt x="18654" y="2096536"/>
                </a:lnTo>
                <a:lnTo>
                  <a:pt x="0" y="2096536"/>
                </a:lnTo>
                <a:close/>
              </a:path>
            </a:pathLst>
          </a:custGeom>
          <a:solidFill>
            <a:srgbClr val="88621F"/>
          </a:solidFill>
          <a:ln/>
        </p:spPr>
      </p:sp>
      <p:sp>
        <p:nvSpPr>
          <p:cNvPr id="7" name="Forma 268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6240" y="437906"/>
            <a:ext cx="6969923" cy="503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73"/>
              </a:lnSpc>
              <a:buNone/>
            </a:pPr>
            <a:r>
              <a:rPr lang="en-US" sz="2644" b="1" spc="-9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el aporte del aviso y del ruteo.</a:t>
            </a:r>
            <a:endParaRPr lang="en-US" sz="2644" dirty="0"/>
          </a:p>
        </p:txBody>
      </p:sp>
      <p:sp>
        <p:nvSpPr>
          <p:cNvPr id="9" name="Text 7"/>
          <p:cNvSpPr txBox="1"/>
          <p:nvPr/>
        </p:nvSpPr>
        <p:spPr>
          <a:xfrm>
            <a:off x="858256" y="3811036"/>
            <a:ext cx="17245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175" dirty="0"/>
          </a:p>
        </p:txBody>
      </p:sp>
      <p:sp>
        <p:nvSpPr>
          <p:cNvPr id="10" name="Text 8"/>
          <p:cNvSpPr txBox="1"/>
          <p:nvPr/>
        </p:nvSpPr>
        <p:spPr>
          <a:xfrm>
            <a:off x="1011326" y="3811036"/>
            <a:ext cx="466253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spc="42" kern="0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D</a:t>
            </a:r>
            <a:endParaRPr lang="en-US" sz="1175" dirty="0"/>
          </a:p>
        </p:txBody>
      </p:sp>
      <p:sp>
        <p:nvSpPr>
          <p:cNvPr id="11" name="Text 9"/>
          <p:cNvSpPr txBox="1"/>
          <p:nvPr/>
        </p:nvSpPr>
        <p:spPr>
          <a:xfrm>
            <a:off x="1501079" y="3852184"/>
            <a:ext cx="3657600" cy="21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E0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a +17 pp con p</a:t>
            </a:r>
            <a:pPr algn="l" indent="0" marL="0">
              <a:lnSpc>
                <a:spcPts val="1322"/>
              </a:lnSpc>
              <a:buNone/>
            </a:pPr>
            <a:r>
              <a:rPr lang="en-US" sz="1097" baseline="-40000" dirty="0">
                <a:solidFill>
                  <a:srgbClr val="E0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</a:t>
            </a:r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E0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≤ 0,5</a:t>
            </a:r>
            <a:endParaRPr lang="en-US" sz="1097" dirty="0"/>
          </a:p>
        </p:txBody>
      </p:sp>
      <p:sp>
        <p:nvSpPr>
          <p:cNvPr id="12" name="Text 10"/>
          <p:cNvSpPr txBox="1"/>
          <p:nvPr/>
        </p:nvSpPr>
        <p:spPr>
          <a:xfrm>
            <a:off x="4687854" y="3811036"/>
            <a:ext cx="172456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175" dirty="0"/>
          </a:p>
        </p:txBody>
      </p:sp>
      <p:sp>
        <p:nvSpPr>
          <p:cNvPr id="13" name="Text 11"/>
          <p:cNvSpPr txBox="1"/>
          <p:nvPr/>
        </p:nvSpPr>
        <p:spPr>
          <a:xfrm>
            <a:off x="4840925" y="3811036"/>
            <a:ext cx="466253" cy="2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1175" b="1" spc="42" kern="0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D</a:t>
            </a:r>
            <a:endParaRPr lang="en-US" sz="1175" dirty="0"/>
          </a:p>
        </p:txBody>
      </p:sp>
      <p:sp>
        <p:nvSpPr>
          <p:cNvPr id="14" name="Text 12"/>
          <p:cNvSpPr txBox="1"/>
          <p:nvPr/>
        </p:nvSpPr>
        <p:spPr>
          <a:xfrm>
            <a:off x="5396332" y="3811036"/>
            <a:ext cx="3657600" cy="21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1097" dirty="0">
                <a:solidFill>
                  <a:srgbClr val="E0E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a +6,5 pp; significativo en 2 de 4 celdas</a:t>
            </a:r>
            <a:endParaRPr lang="en-US" sz="1097" dirty="0"/>
          </a:p>
        </p:txBody>
      </p:sp>
      <p:sp>
        <p:nvSpPr>
          <p:cNvPr id="15" name="Text 13"/>
          <p:cNvSpPr txBox="1"/>
          <p:nvPr/>
        </p:nvSpPr>
        <p:spPr>
          <a:xfrm>
            <a:off x="653064" y="4211726"/>
            <a:ext cx="4123121" cy="314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misión, grafo, fallas y presupuesto. Métrica: finalización de los UAV seguidores (2…N).</a:t>
            </a:r>
            <a:endParaRPr lang="en-US" sz="881" dirty="0"/>
          </a:p>
          <a:p>
            <a:pPr algn="l" indent="0" marL="0">
              <a:lnSpc>
                <a:spcPts val="1058"/>
              </a:lnSpc>
              <a:buNone/>
            </a:pPr>
            <a:r>
              <a:rPr lang="en-US" sz="881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ajuste, 100 escenarios por celda; la evaluación reservada sigue pendiente.</a:t>
            </a:r>
            <a:endParaRPr lang="en-US" sz="881" dirty="0"/>
          </a:p>
        </p:txBody>
      </p:sp>
      <p:sp>
        <p:nvSpPr>
          <p:cNvPr id="16" name="Text 14"/>
          <p:cNvSpPr txBox="1"/>
          <p:nvPr/>
        </p:nvSpPr>
        <p:spPr>
          <a:xfrm>
            <a:off x="839602" y="1313810"/>
            <a:ext cx="221376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763" dirty="0"/>
          </a:p>
        </p:txBody>
      </p:sp>
      <p:sp>
        <p:nvSpPr>
          <p:cNvPr id="17" name="Text 15"/>
          <p:cNvSpPr txBox="1"/>
          <p:nvPr/>
        </p:nvSpPr>
        <p:spPr>
          <a:xfrm>
            <a:off x="839602" y="1695846"/>
            <a:ext cx="2238908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1"/>
              </a:lnSpc>
              <a:buNone/>
            </a:pPr>
            <a:r>
              <a:rPr lang="en-US" sz="1548" b="1" spc="-3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aviso entre UAV</a:t>
            </a:r>
            <a:endParaRPr lang="en-US" sz="1548" dirty="0"/>
          </a:p>
        </p:txBody>
      </p:sp>
      <p:sp>
        <p:nvSpPr>
          <p:cNvPr id="18" name="Text 16"/>
          <p:cNvSpPr txBox="1"/>
          <p:nvPr/>
        </p:nvSpPr>
        <p:spPr>
          <a:xfrm>
            <a:off x="839602" y="2022013"/>
            <a:ext cx="2327971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UAV detecta localmente el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bloqueo y replanifica con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Dijkstra.</a:t>
            </a:r>
            <a:endParaRPr lang="en-US" sz="1097" dirty="0"/>
          </a:p>
        </p:txBody>
      </p:sp>
      <p:sp>
        <p:nvSpPr>
          <p:cNvPr id="19" name="Text 17"/>
          <p:cNvSpPr txBox="1"/>
          <p:nvPr/>
        </p:nvSpPr>
        <p:spPr>
          <a:xfrm>
            <a:off x="839602" y="2720797"/>
            <a:ext cx="3657600" cy="15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81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IMPLEMENTADO</a:t>
            </a:r>
            <a:endParaRPr lang="en-US" sz="735" dirty="0"/>
          </a:p>
        </p:txBody>
      </p:sp>
      <p:sp>
        <p:nvSpPr>
          <p:cNvPr id="20" name="Text 18"/>
          <p:cNvSpPr txBox="1"/>
          <p:nvPr/>
        </p:nvSpPr>
        <p:spPr>
          <a:xfrm>
            <a:off x="3545037" y="1313810"/>
            <a:ext cx="221376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763" dirty="0"/>
          </a:p>
        </p:txBody>
      </p:sp>
      <p:sp>
        <p:nvSpPr>
          <p:cNvPr id="21" name="Text 19"/>
          <p:cNvSpPr txBox="1"/>
          <p:nvPr/>
        </p:nvSpPr>
        <p:spPr>
          <a:xfrm>
            <a:off x="3545037" y="1695846"/>
            <a:ext cx="1814627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1"/>
              </a:lnSpc>
              <a:buNone/>
            </a:pPr>
            <a:r>
              <a:rPr lang="en-US" sz="1548" b="1" spc="-31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Aviso + Dijkstra</a:t>
            </a:r>
            <a:endParaRPr lang="en-US" sz="1548" dirty="0"/>
          </a:p>
        </p:txBody>
      </p:sp>
      <p:sp>
        <p:nvSpPr>
          <p:cNvPr id="22" name="Text 20"/>
          <p:cNvSpPr txBox="1"/>
          <p:nvPr/>
        </p:nvSpPr>
        <p:spPr>
          <a:xfrm>
            <a:off x="3545037" y="2022013"/>
            <a:ext cx="2327880" cy="60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siguiente UAV recibe el aviso,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la zona y recalcula con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Dijkstra.</a:t>
            </a:r>
            <a:endParaRPr lang="en-US" sz="1097" dirty="0"/>
          </a:p>
        </p:txBody>
      </p:sp>
      <p:sp>
        <p:nvSpPr>
          <p:cNvPr id="23" name="Text 21"/>
          <p:cNvSpPr txBox="1"/>
          <p:nvPr/>
        </p:nvSpPr>
        <p:spPr>
          <a:xfrm>
            <a:off x="3545037" y="2720797"/>
            <a:ext cx="3657600" cy="15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82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IMPLEMENTADO</a:t>
            </a:r>
            <a:endParaRPr lang="en-US" sz="735" dirty="0"/>
          </a:p>
        </p:txBody>
      </p:sp>
      <p:sp>
        <p:nvSpPr>
          <p:cNvPr id="24" name="Text 22"/>
          <p:cNvSpPr txBox="1"/>
          <p:nvPr/>
        </p:nvSpPr>
        <p:spPr>
          <a:xfrm>
            <a:off x="3683112" y="1436065"/>
            <a:ext cx="165598" cy="20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7" b="1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97" dirty="0"/>
          </a:p>
        </p:txBody>
      </p:sp>
      <p:sp>
        <p:nvSpPr>
          <p:cNvPr id="25" name="Text 23"/>
          <p:cNvSpPr txBox="1"/>
          <p:nvPr/>
        </p:nvSpPr>
        <p:spPr>
          <a:xfrm>
            <a:off x="6250473" y="1313810"/>
            <a:ext cx="221376" cy="33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763" b="1" dirty="0">
                <a:solidFill>
                  <a:srgbClr val="886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763" dirty="0"/>
          </a:p>
        </p:txBody>
      </p:sp>
      <p:sp>
        <p:nvSpPr>
          <p:cNvPr id="26" name="Text 24"/>
          <p:cNvSpPr txBox="1"/>
          <p:nvPr/>
        </p:nvSpPr>
        <p:spPr>
          <a:xfrm>
            <a:off x="6250473" y="1695846"/>
            <a:ext cx="2037100" cy="29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1"/>
              </a:lnSpc>
              <a:buNone/>
            </a:pPr>
            <a:r>
              <a:rPr lang="en-US" sz="1548" b="1" spc="-32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Aviso + propuesta</a:t>
            </a:r>
            <a:endParaRPr lang="en-US" sz="1548" dirty="0"/>
          </a:p>
        </p:txBody>
      </p:sp>
      <p:sp>
        <p:nvSpPr>
          <p:cNvPr id="27" name="Text 25"/>
          <p:cNvSpPr txBox="1"/>
          <p:nvPr/>
        </p:nvSpPr>
        <p:spPr>
          <a:xfrm>
            <a:off x="6250473" y="2022013"/>
            <a:ext cx="2227936" cy="41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alerta guía la selección y</a:t>
            </a:r>
            <a:endParaRPr lang="en-US" sz="1097" dirty="0"/>
          </a:p>
          <a:p>
            <a:pPr algn="l" indent="0" marL="0">
              <a:lnSpc>
                <a:spcPts val="1469"/>
              </a:lnSpc>
              <a:buNone/>
            </a:pPr>
            <a:r>
              <a:rPr lang="en-US" sz="1097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replanificación resilientes (ρ/γ).</a:t>
            </a:r>
            <a:endParaRPr lang="en-US" sz="1097" dirty="0"/>
          </a:p>
        </p:txBody>
      </p:sp>
      <p:sp>
        <p:nvSpPr>
          <p:cNvPr id="28" name="Text 26"/>
          <p:cNvSpPr txBox="1"/>
          <p:nvPr/>
        </p:nvSpPr>
        <p:spPr>
          <a:xfrm>
            <a:off x="6250473" y="2534442"/>
            <a:ext cx="3657600" cy="157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1"/>
              </a:lnSpc>
              <a:buNone/>
            </a:pPr>
            <a:r>
              <a:rPr lang="en-US" sz="735" b="1" spc="82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IMPLEMENTADO</a:t>
            </a:r>
            <a:endParaRPr lang="en-US" sz="735" dirty="0"/>
          </a:p>
        </p:txBody>
      </p:sp>
      <p:sp>
        <p:nvSpPr>
          <p:cNvPr id="29" name="Text 27"/>
          <p:cNvSpPr txBox="1"/>
          <p:nvPr/>
        </p:nvSpPr>
        <p:spPr>
          <a:xfrm>
            <a:off x="6388547" y="1436065"/>
            <a:ext cx="165598" cy="207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2"/>
              </a:lnSpc>
              <a:buNone/>
            </a:pPr>
            <a:r>
              <a:rPr lang="en-US" sz="1097" b="1" dirty="0">
                <a:solidFill>
                  <a:srgbClr val="886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97" dirty="0"/>
          </a:p>
        </p:txBody>
      </p:sp>
      <p:sp>
        <p:nvSpPr>
          <p:cNvPr id="30" name="Text 28"/>
          <p:cNvSpPr txBox="1"/>
          <p:nvPr/>
        </p:nvSpPr>
        <p:spPr>
          <a:xfrm>
            <a:off x="945764" y="3876233"/>
            <a:ext cx="147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81" dirty="0"/>
          </a:p>
        </p:txBody>
      </p:sp>
      <p:sp>
        <p:nvSpPr>
          <p:cNvPr id="31" name="Text 29"/>
          <p:cNvSpPr txBox="1"/>
          <p:nvPr/>
        </p:nvSpPr>
        <p:spPr>
          <a:xfrm>
            <a:off x="4775363" y="3876233"/>
            <a:ext cx="147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81" dirty="0"/>
          </a:p>
        </p:txBody>
      </p:sp>
      <p:sp>
        <p:nvSpPr>
          <p:cNvPr id="32" name="Text 30"/>
          <p:cNvSpPr txBox="1"/>
          <p:nvPr/>
        </p:nvSpPr>
        <p:spPr>
          <a:xfrm>
            <a:off x="5190774" y="3876233"/>
            <a:ext cx="147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b="1" dirty="0">
                <a:solidFill>
                  <a:srgbClr val="E1BF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81" dirty="0"/>
          </a:p>
        </p:txBody>
      </p:sp>
      <p:sp>
        <p:nvSpPr>
          <p:cNvPr id="33" name="Text 31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35</a:t>
            </a:r>
            <a:endParaRPr lang="en-US" sz="88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5145" y="4807915"/>
            <a:ext cx="578815" cy="0"/>
          </a:xfrm>
          <a:prstGeom prst="line">
            <a:avLst/>
          </a:prstGeom>
          <a:noFill/>
          <a:ln w="7620">
            <a:solidFill>
              <a:srgbClr val="4A5650"/>
            </a:solidFill>
            <a:prstDash val="solid"/>
          </a:ln>
        </p:spPr>
      </p:sp>
      <p:graphicFrame>
        <p:nvGraphicFramePr>
          <p:cNvPr id="3" name="Gráfico de la flota" descr=""/>
          <p:cNvGraphicFramePr/>
          <p:nvPr/>
        </p:nvGraphicFramePr>
        <p:xfrm>
          <a:off x="566928" y="1965960"/>
          <a:ext cx="51206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737360"/>
            <a:ext cx="0" cy="260604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89320" y="2578608"/>
            <a:ext cx="260604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89320" y="3493008"/>
            <a:ext cx="260604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9699" y="4434840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9699" y="465887"/>
            <a:ext cx="54864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0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RESULTADOS · FLOTA CON AVISO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79674" y="732434"/>
            <a:ext cx="8138160" cy="82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7"/>
              </a:lnSpc>
              <a:buNone/>
            </a:pPr>
            <a:r>
              <a:rPr lang="en-US" sz="2940" b="1" spc="-10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aviso ayuda cuando la interferencia</a:t>
            </a:r>
            <a:endParaRPr lang="en-US" sz="2940" dirty="0"/>
          </a:p>
          <a:p>
            <a:pPr algn="l" indent="0" marL="0">
              <a:lnSpc>
                <a:spcPts val="3087"/>
              </a:lnSpc>
              <a:buNone/>
            </a:pPr>
            <a:r>
              <a:rPr lang="en-US" sz="2940" b="1" spc="-10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 nota antes de entrar</a:t>
            </a:r>
            <a:endParaRPr lang="en-US" sz="2940" dirty="0"/>
          </a:p>
        </p:txBody>
      </p:sp>
      <p:sp>
        <p:nvSpPr>
          <p:cNvPr id="10" name="Text 7"/>
          <p:cNvSpPr txBox="1"/>
          <p:nvPr/>
        </p:nvSpPr>
        <p:spPr>
          <a:xfrm>
            <a:off x="699699" y="1764792"/>
            <a:ext cx="484632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finalización de los UAV seguidores (2…N) · 4 UAV · 5 fallas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1691640"/>
            <a:ext cx="25603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4F67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+14 pp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2039112"/>
            <a:ext cx="26517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ts val="1240"/>
              </a:lnSpc>
              <a:buNone/>
            </a:pPr>
            <a:r>
              <a:rPr lang="en-US" sz="960" b="1" baseline="-4000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− D con p</a:t>
            </a:r>
            <a:pPr algn="l" indent="0" marL="0">
              <a:lnSpc>
                <a:spcPts val="1240"/>
              </a:lnSpc>
              <a:buNone/>
            </a:pPr>
            <a:r>
              <a:rPr lang="en-US" sz="960" b="1" baseline="-4000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</a:t>
            </a:r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0,5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194560"/>
            <a:ext cx="2651760" cy="195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escenario-UAV ganados y 0 perdidos.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2606040"/>
            <a:ext cx="25603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2D60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989320" y="2953512"/>
            <a:ext cx="26517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 que empeoran</a:t>
            </a:r>
            <a:endParaRPr lang="en-US" sz="96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3108960"/>
            <a:ext cx="2651760" cy="345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las 9 celdas del barrido, nadie</a:t>
            </a:r>
            <a:endParaRPr lang="en-US" sz="880" dirty="0"/>
          </a:p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 la misión por recibir el aviso.</a:t>
            </a:r>
            <a:endParaRPr lang="en-US" sz="88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3520440"/>
            <a:ext cx="2560320" cy="35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AB4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0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5989320" y="3867912"/>
            <a:ext cx="26517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</a:t>
            </a:r>
            <a:pPr algn="l" indent="0" marL="0">
              <a:lnSpc>
                <a:spcPts val="1240"/>
              </a:lnSpc>
              <a:buNone/>
            </a:pPr>
            <a:r>
              <a:rPr lang="en-US" sz="960" b="1" baseline="-4000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</a:t>
            </a:r>
            <a:pPr algn="l" indent="0" marL="0">
              <a:lnSpc>
                <a:spcPts val="1240"/>
              </a:lnSpc>
              <a:buNone/>
            </a:pPr>
            <a:r>
              <a:rPr lang="en-US" sz="960" b="1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5989320" y="4023360"/>
            <a:ext cx="2651760" cy="345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zona se nota antes de entrar,</a:t>
            </a:r>
            <a:endParaRPr lang="en-US" sz="880" dirty="0"/>
          </a:p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UAV esquiva solo.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699699" y="4507992"/>
            <a:ext cx="7589520" cy="195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9"/>
              </a:lnSpc>
              <a:buNone/>
            </a:pPr>
            <a:r>
              <a:rPr lang="en-US" sz="88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de ajuste, 100 escenarios por celda, β = 0,60. El p de McNemar es orientativo: los UAV de un escenario comparten fallas.</a:t>
            </a:r>
            <a:endParaRPr lang="en-US" sz="880" dirty="0"/>
          </a:p>
        </p:txBody>
      </p:sp>
      <p:sp>
        <p:nvSpPr>
          <p:cNvPr id="21" name="Text 18"/>
          <p:cNvSpPr txBox="1"/>
          <p:nvPr/>
        </p:nvSpPr>
        <p:spPr>
          <a:xfrm>
            <a:off x="8303301" y="4835987"/>
            <a:ext cx="64895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35</a:t>
            </a:r>
            <a:endParaRPr lang="en-US" sz="88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5145" y="4807915"/>
            <a:ext cx="578815" cy="0"/>
          </a:xfrm>
          <a:prstGeom prst="line">
            <a:avLst/>
          </a:prstGeom>
          <a:noFill/>
          <a:ln w="7620">
            <a:solidFill>
              <a:srgbClr val="4A56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9699" y="1682496"/>
            <a:ext cx="7909560" cy="0"/>
          </a:xfrm>
          <a:prstGeom prst="line">
            <a:avLst/>
          </a:prstGeom>
          <a:noFill/>
          <a:ln w="15875">
            <a:solidFill>
              <a:srgbClr val="2027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699" y="2075688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699" y="2450592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9699" y="2825496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699" y="3200400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699" y="3575304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699" y="3950208"/>
            <a:ext cx="790956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699" y="4087368"/>
            <a:ext cx="36576" cy="475488"/>
          </a:xfrm>
          <a:prstGeom prst="rect">
            <a:avLst/>
          </a:prstGeom>
          <a:solidFill>
            <a:srgbClr val="AB43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699" y="465887"/>
            <a:ext cx="54864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0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AUDITORÍA DE FUENTES · 22 OCT. 2026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679674" y="732434"/>
            <a:ext cx="8138160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7"/>
              </a:lnSpc>
              <a:buNone/>
            </a:pPr>
            <a:r>
              <a:rPr lang="en-US" sz="2940" b="1" spc="-10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fuentes no aportan lo mismo</a:t>
            </a:r>
            <a:endParaRPr lang="en-US" sz="2940" dirty="0"/>
          </a:p>
        </p:txBody>
      </p:sp>
      <p:sp>
        <p:nvSpPr>
          <p:cNvPr id="13" name="Text 11"/>
          <p:cNvSpPr txBox="1"/>
          <p:nvPr/>
        </p:nvSpPr>
        <p:spPr>
          <a:xfrm>
            <a:off x="699699" y="1161288"/>
            <a:ext cx="7772400" cy="220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028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 sobre la base cargada: 196 nodos, 618 tramos y 83 tramos excluidos por las restricciones.</a:t>
            </a:r>
            <a:endParaRPr lang="en-US" sz="1028" dirty="0"/>
          </a:p>
        </p:txBody>
      </p:sp>
      <p:sp>
        <p:nvSpPr>
          <p:cNvPr id="14" name="Text 12"/>
          <p:cNvSpPr txBox="1"/>
          <p:nvPr/>
        </p:nvSpPr>
        <p:spPr>
          <a:xfrm>
            <a:off x="699699" y="1472184"/>
            <a:ext cx="1371600" cy="15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2"/>
              </a:lnSpc>
              <a:buNone/>
            </a:pPr>
            <a:r>
              <a:rPr lang="en-US" sz="735" b="1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</a:t>
            </a:r>
            <a:endParaRPr lang="en-US" sz="735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1472184"/>
            <a:ext cx="1463040" cy="15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2"/>
              </a:lnSpc>
              <a:buNone/>
            </a:pPr>
            <a:r>
              <a:rPr lang="en-US" sz="735" b="1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¿Discrimina?</a:t>
            </a:r>
            <a:endParaRPr lang="en-US" sz="735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1472184"/>
            <a:ext cx="1463040" cy="15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2"/>
              </a:lnSpc>
              <a:buNone/>
            </a:pPr>
            <a:r>
              <a:rPr lang="en-US" sz="735" b="1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</a:t>
            </a:r>
            <a:endParaRPr lang="en-US" sz="735" dirty="0"/>
          </a:p>
        </p:txBody>
      </p:sp>
      <p:sp>
        <p:nvSpPr>
          <p:cNvPr id="17" name="Text 15"/>
          <p:cNvSpPr txBox="1"/>
          <p:nvPr/>
        </p:nvSpPr>
        <p:spPr>
          <a:xfrm>
            <a:off x="699699" y="1792224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Edificios OSM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1824228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SÍ, DECISIVO</a:t>
            </a:r>
            <a:endParaRPr lang="en-US" sz="88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1819656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de 83 exclusiones necesitan la altura; solo 1 019 de 33 630 edificios la tienen.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699699" y="2167128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UCDP GED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2199132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4F6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88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2194560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 valores distintos entre los 618 tramos; 64 de 65 eventos dentro del AOI.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699699" y="2542032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Elevación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2574036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886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POCO, SOLA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3977640" y="2569464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Desnivel total de 57 m; solo 4 exclusiones se explican por el relieve.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699699" y="2916936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Incendios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2948940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8862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POCO</a:t>
            </a:r>
            <a:endParaRPr lang="en-US" sz="88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2944368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7 de los 26 focos históricos están a menos de 1,5 km de algún tramo.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699699" y="3291840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Viento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331720" y="3323844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NUNCA RESTRINGE</a:t>
            </a:r>
            <a:endParaRPr lang="en-US" sz="880" dirty="0"/>
          </a:p>
        </p:txBody>
      </p:sp>
      <p:sp>
        <p:nvSpPr>
          <p:cNvPr id="31" name="Text 29"/>
          <p:cNvSpPr txBox="1"/>
          <p:nvPr/>
        </p:nvSpPr>
        <p:spPr>
          <a:xfrm>
            <a:off x="3977640" y="3319272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Mediana de 6,43 m/s a 60 m contra un umbral de 12; solo inclina el costo.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699699" y="3666744"/>
            <a:ext cx="164592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GPSJam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331720" y="3698748"/>
            <a:ext cx="1645920" cy="179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88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DISCRIMINA</a:t>
            </a:r>
            <a:endParaRPr lang="en-US" sz="88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3694176"/>
            <a:ext cx="46634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0,3333 en los 618 tramos: el AOI cabe en una celda H3 de ~1 775 km².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804672" y="4114800"/>
            <a:ext cx="78638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60" b="1" dirty="0">
                <a:solidFill>
                  <a:srgbClr val="AB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Zonas restringidas: </a:t>
            </a:r>
            <a:pPr algn="l" indent="0" marL="0">
              <a:lnSpc>
                <a:spcPts val="1290"/>
              </a:lnSpc>
              <a:buNone/>
            </a:pPr>
            <a:r>
              <a:rPr lang="en-US" sz="960" dirty="0">
                <a:solidFill>
                  <a:srgbClr val="2027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campo en_zona_restringida es falso en los 618 tramos; la preferencia existe, pero ninguna fuente la activa.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4370832"/>
            <a:ext cx="7863840" cy="209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6"/>
              </a:lnSpc>
              <a:buNone/>
            </a:pPr>
            <a:r>
              <a:rPr lang="en-US" sz="96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GPSJam sube el riesgo medio de ~0,18 a 0,4511 sin cambiar el orden de ningún tramo: esa cifra no mide amenaza.</a:t>
            </a:r>
            <a:endParaRPr lang="en-US" sz="960" dirty="0"/>
          </a:p>
        </p:txBody>
      </p:sp>
      <p:sp>
        <p:nvSpPr>
          <p:cNvPr id="37" name="Text 35"/>
          <p:cNvSpPr txBox="1"/>
          <p:nvPr/>
        </p:nvSpPr>
        <p:spPr>
          <a:xfrm>
            <a:off x="8303301" y="4835987"/>
            <a:ext cx="64895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35</a:t>
            </a:r>
            <a:endParaRPr lang="en-US" sz="88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1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45145" y="4807915"/>
            <a:ext cx="578815" cy="0"/>
          </a:xfrm>
          <a:prstGeom prst="line">
            <a:avLst/>
          </a:prstGeom>
          <a:noFill/>
          <a:ln w="7620">
            <a:solidFill>
              <a:srgbClr val="4A56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9699" y="1755648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8779" y="1755648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699" y="2651760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68779" y="2651760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699" y="3547872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68779" y="3547872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699" y="4443984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779" y="4443984"/>
            <a:ext cx="3840480" cy="0"/>
          </a:xfrm>
          <a:prstGeom prst="line">
            <a:avLst/>
          </a:prstGeom>
          <a:noFill/>
          <a:ln w="9525">
            <a:solidFill>
              <a:srgbClr val="CFCA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699" y="465887"/>
            <a:ext cx="5486400" cy="191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0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SIGUIENTE ETAPA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679674" y="732434"/>
            <a:ext cx="8138160" cy="43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87"/>
              </a:lnSpc>
              <a:buNone/>
            </a:pPr>
            <a:r>
              <a:rPr lang="en-US" sz="2940" b="1" spc="-100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2940" dirty="0"/>
          </a:p>
        </p:txBody>
      </p:sp>
      <p:sp>
        <p:nvSpPr>
          <p:cNvPr id="13" name="Text 11"/>
          <p:cNvSpPr txBox="1"/>
          <p:nvPr/>
        </p:nvSpPr>
        <p:spPr>
          <a:xfrm>
            <a:off x="699699" y="1216152"/>
            <a:ext cx="7772400" cy="29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3"/>
              </a:lnSpc>
              <a:buNone/>
            </a:pPr>
            <a:r>
              <a:rPr lang="en-US" sz="1469" b="1" dirty="0">
                <a:solidFill>
                  <a:srgbClr val="8D90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falta para cerrar la evaluación y mejorar los datos.</a:t>
            </a:r>
            <a:endParaRPr lang="en-US" sz="1469" dirty="0"/>
          </a:p>
        </p:txBody>
      </p:sp>
      <p:sp>
        <p:nvSpPr>
          <p:cNvPr id="14" name="Text 12"/>
          <p:cNvSpPr txBox="1"/>
          <p:nvPr/>
        </p:nvSpPr>
        <p:spPr>
          <a:xfrm>
            <a:off x="699699" y="1901952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1156899" y="1874520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reservada</a:t>
            </a:r>
            <a:endParaRPr lang="en-US" sz="1322" dirty="0"/>
          </a:p>
        </p:txBody>
      </p:sp>
      <p:sp>
        <p:nvSpPr>
          <p:cNvPr id="16" name="Text 14"/>
          <p:cNvSpPr txBox="1"/>
          <p:nvPr/>
        </p:nvSpPr>
        <p:spPr>
          <a:xfrm>
            <a:off x="1156899" y="2121408"/>
            <a:ext cx="3520440" cy="35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Congelar parámetros y correr una sola vez las semillas</a:t>
            </a:r>
            <a:endParaRPr lang="en-US" sz="920" dirty="0"/>
          </a:p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10 000–10 299. Es una decisión del grupo.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4768779" y="1901952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225979" y="1874520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Zonas restringidas</a:t>
            </a:r>
            <a:endParaRPr lang="en-US" sz="1322" dirty="0"/>
          </a:p>
        </p:txBody>
      </p:sp>
      <p:sp>
        <p:nvSpPr>
          <p:cNvPr id="19" name="Text 17"/>
          <p:cNvSpPr txBox="1"/>
          <p:nvPr/>
        </p:nvSpPr>
        <p:spPr>
          <a:xfrm>
            <a:off x="5225979" y="2121408"/>
            <a:ext cx="3520440" cy="35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Cargar aeródromos y áreas de acceso restringido de OSM:</a:t>
            </a:r>
            <a:endParaRPr lang="en-US" sz="920" dirty="0"/>
          </a:p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la preferencia no excluye ningún tramo.</a:t>
            </a:r>
            <a:endParaRPr lang="en-US" sz="920" dirty="0"/>
          </a:p>
        </p:txBody>
      </p:sp>
      <p:sp>
        <p:nvSpPr>
          <p:cNvPr id="20" name="Text 18"/>
          <p:cNvSpPr txBox="1"/>
          <p:nvPr/>
        </p:nvSpPr>
        <p:spPr>
          <a:xfrm>
            <a:off x="699699" y="2798064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1156899" y="2770632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GPSJam y viento</a:t>
            </a:r>
            <a:endParaRPr lang="en-US" sz="1322" dirty="0"/>
          </a:p>
        </p:txBody>
      </p:sp>
      <p:sp>
        <p:nvSpPr>
          <p:cNvPr id="22" name="Text 20"/>
          <p:cNvSpPr txBox="1"/>
          <p:nvPr/>
        </p:nvSpPr>
        <p:spPr>
          <a:xfrm>
            <a:off x="1156899" y="3017520"/>
            <a:ext cx="3520440" cy="35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Sacar GPSJam del puntaje (es constante) y restringir el</a:t>
            </a:r>
            <a:endParaRPr lang="en-US" sz="920" dirty="0"/>
          </a:p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viento con p95 o ráfaga, no con la mediana.</a:t>
            </a:r>
            <a:endParaRPr lang="en-US" sz="920" dirty="0"/>
          </a:p>
        </p:txBody>
      </p:sp>
      <p:sp>
        <p:nvSpPr>
          <p:cNvPr id="23" name="Text 21"/>
          <p:cNvSpPr txBox="1"/>
          <p:nvPr/>
        </p:nvSpPr>
        <p:spPr>
          <a:xfrm>
            <a:off x="4768779" y="2798064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5225979" y="2770632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Focos fuera de la malla</a:t>
            </a:r>
            <a:endParaRPr lang="en-US" sz="1322" dirty="0"/>
          </a:p>
        </p:txBody>
      </p:sp>
      <p:sp>
        <p:nvSpPr>
          <p:cNvPr id="25" name="Text 23"/>
          <p:cNvSpPr txBox="1"/>
          <p:nvPr/>
        </p:nvSpPr>
        <p:spPr>
          <a:xfrm>
            <a:off x="5225979" y="3017520"/>
            <a:ext cx="3520440" cy="35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a sortear el foco que cae fuera de la caja en vez</a:t>
            </a:r>
            <a:endParaRPr lang="en-US" sz="920" dirty="0"/>
          </a:p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recortarlo al borde.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699699" y="3694176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1156899" y="3666744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 UDP</a:t>
            </a:r>
            <a:endParaRPr lang="en-US" sz="1322" dirty="0"/>
          </a:p>
        </p:txBody>
      </p:sp>
      <p:sp>
        <p:nvSpPr>
          <p:cNvPr id="28" name="Text 26"/>
          <p:cNvSpPr txBox="1"/>
          <p:nvPr/>
        </p:nvSpPr>
        <p:spPr>
          <a:xfrm>
            <a:off x="1156899" y="3913632"/>
            <a:ext cx="3520440" cy="202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 la versión evaluada: el remoto actual es GitHub.</a:t>
            </a:r>
            <a:endParaRPr lang="en-US" sz="920" dirty="0"/>
          </a:p>
        </p:txBody>
      </p:sp>
      <p:sp>
        <p:nvSpPr>
          <p:cNvPr id="29" name="Text 27"/>
          <p:cNvSpPr txBox="1"/>
          <p:nvPr/>
        </p:nvSpPr>
        <p:spPr>
          <a:xfrm>
            <a:off x="4768779" y="3694176"/>
            <a:ext cx="36576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60" b="1" spc="50" kern="0" dirty="0">
                <a:solidFill>
                  <a:srgbClr val="AB4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60" dirty="0"/>
          </a:p>
        </p:txBody>
      </p:sp>
      <p:sp>
        <p:nvSpPr>
          <p:cNvPr id="30" name="Text 28"/>
          <p:cNvSpPr txBox="1"/>
          <p:nvPr/>
        </p:nvSpPr>
        <p:spPr>
          <a:xfrm>
            <a:off x="5225979" y="3666744"/>
            <a:ext cx="3474720" cy="247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322" b="1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Trabajo futuro</a:t>
            </a:r>
            <a:endParaRPr lang="en-US" sz="1322" dirty="0"/>
          </a:p>
        </p:txBody>
      </p:sp>
      <p:sp>
        <p:nvSpPr>
          <p:cNvPr id="31" name="Text 29"/>
          <p:cNvSpPr txBox="1"/>
          <p:nvPr/>
        </p:nvSpPr>
        <p:spPr>
          <a:xfrm>
            <a:off x="5225979" y="3913632"/>
            <a:ext cx="3520440" cy="358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Defensa antiaérea como causa de pérdida. No hay fuente</a:t>
            </a:r>
            <a:endParaRPr lang="en-US" sz="920" dirty="0"/>
          </a:p>
          <a:p>
            <a:pPr algn="l" indent="0" marL="0">
              <a:lnSpc>
                <a:spcPts val="1233"/>
              </a:lnSpc>
              <a:buNone/>
            </a:pPr>
            <a:r>
              <a:rPr lang="en-US" sz="920" dirty="0">
                <a:solidFill>
                  <a:srgbClr val="4B5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pública; el aviso por silencio ya reacciona sin suponer la causa.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8303301" y="4835987"/>
            <a:ext cx="648950" cy="16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35</a:t>
            </a:r>
            <a:endParaRPr lang="en-US" sz="88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69"/>
          <p:cNvSpPr/>
          <p:nvPr/>
        </p:nvSpPr>
        <p:spPr>
          <a:xfrm>
            <a:off x="503743" y="754746"/>
            <a:ext cx="3983492" cy="3494197"/>
          </a:xfrm>
          <a:custGeom>
            <a:avLst/>
            <a:gdLst/>
            <a:ahLst/>
            <a:cxnLst/>
            <a:rect l="l" t="t" r="r" b="b"/>
            <a:pathLst>
              <a:path w="3983492" h="3494197">
                <a:moveTo>
                  <a:pt x="0" y="0"/>
                </a:moveTo>
                <a:lnTo>
                  <a:pt x="3983492" y="0"/>
                </a:lnTo>
                <a:lnTo>
                  <a:pt x="3983492" y="3494197"/>
                </a:lnTo>
                <a:lnTo>
                  <a:pt x="0" y="3494197"/>
                </a:lnTo>
                <a:close/>
              </a:path>
            </a:pathLst>
          </a:custGeom>
          <a:solidFill>
            <a:srgbClr val="F1EEE5"/>
          </a:solidFill>
          <a:ln/>
        </p:spPr>
      </p:sp>
      <p:sp>
        <p:nvSpPr>
          <p:cNvPr id="3" name="Forma 270"/>
          <p:cNvSpPr/>
          <p:nvPr/>
        </p:nvSpPr>
        <p:spPr>
          <a:xfrm>
            <a:off x="1323503" y="1333652"/>
            <a:ext cx="2343973" cy="2336475"/>
          </a:xfrm>
          <a:custGeom>
            <a:avLst/>
            <a:gdLst/>
            <a:ahLst/>
            <a:cxnLst/>
            <a:rect l="l" t="t" r="r" b="b"/>
            <a:pathLst>
              <a:path w="2343973" h="2336475">
                <a:moveTo>
                  <a:pt x="0" y="2336475"/>
                </a:moveTo>
                <a:lnTo>
                  <a:pt x="190378" y="2336475"/>
                </a:lnTo>
                <a:moveTo>
                  <a:pt x="0" y="2336475"/>
                </a:moveTo>
                <a:lnTo>
                  <a:pt x="0" y="2152863"/>
                </a:lnTo>
                <a:moveTo>
                  <a:pt x="0" y="2336475"/>
                </a:moveTo>
                <a:lnTo>
                  <a:pt x="189372" y="2171243"/>
                </a:lnTo>
                <a:moveTo>
                  <a:pt x="190378" y="2336475"/>
                </a:moveTo>
                <a:lnTo>
                  <a:pt x="357256" y="2336475"/>
                </a:lnTo>
                <a:moveTo>
                  <a:pt x="190378" y="2336475"/>
                </a:moveTo>
                <a:lnTo>
                  <a:pt x="358262" y="2198583"/>
                </a:lnTo>
                <a:moveTo>
                  <a:pt x="190378" y="2336475"/>
                </a:moveTo>
                <a:lnTo>
                  <a:pt x="0" y="2152863"/>
                </a:lnTo>
                <a:moveTo>
                  <a:pt x="357256" y="2336475"/>
                </a:moveTo>
                <a:lnTo>
                  <a:pt x="491947" y="2335835"/>
                </a:lnTo>
                <a:moveTo>
                  <a:pt x="357256" y="2336475"/>
                </a:moveTo>
                <a:lnTo>
                  <a:pt x="358262" y="2198583"/>
                </a:lnTo>
                <a:moveTo>
                  <a:pt x="357256" y="2336475"/>
                </a:moveTo>
                <a:lnTo>
                  <a:pt x="492130" y="2185965"/>
                </a:lnTo>
                <a:moveTo>
                  <a:pt x="357256" y="2336475"/>
                </a:moveTo>
                <a:lnTo>
                  <a:pt x="189372" y="2171243"/>
                </a:lnTo>
                <a:moveTo>
                  <a:pt x="491947" y="2335835"/>
                </a:moveTo>
                <a:lnTo>
                  <a:pt x="667238" y="2336475"/>
                </a:lnTo>
                <a:moveTo>
                  <a:pt x="491947" y="2335835"/>
                </a:moveTo>
                <a:lnTo>
                  <a:pt x="492130" y="2185965"/>
                </a:lnTo>
                <a:moveTo>
                  <a:pt x="491947" y="2335835"/>
                </a:moveTo>
                <a:lnTo>
                  <a:pt x="724113" y="2166396"/>
                </a:lnTo>
                <a:moveTo>
                  <a:pt x="491947" y="2335835"/>
                </a:moveTo>
                <a:lnTo>
                  <a:pt x="358262" y="2198583"/>
                </a:lnTo>
                <a:moveTo>
                  <a:pt x="667238" y="2336475"/>
                </a:moveTo>
                <a:lnTo>
                  <a:pt x="847100" y="2336475"/>
                </a:lnTo>
                <a:moveTo>
                  <a:pt x="667238" y="2336475"/>
                </a:moveTo>
                <a:lnTo>
                  <a:pt x="724113" y="2166396"/>
                </a:lnTo>
                <a:moveTo>
                  <a:pt x="667238" y="2336475"/>
                </a:moveTo>
                <a:lnTo>
                  <a:pt x="868771" y="2152498"/>
                </a:lnTo>
                <a:moveTo>
                  <a:pt x="847100" y="2336475"/>
                </a:moveTo>
                <a:lnTo>
                  <a:pt x="1055492" y="2307671"/>
                </a:lnTo>
                <a:moveTo>
                  <a:pt x="847100" y="2336475"/>
                </a:moveTo>
                <a:lnTo>
                  <a:pt x="868771" y="2152498"/>
                </a:lnTo>
                <a:moveTo>
                  <a:pt x="847100" y="2336475"/>
                </a:moveTo>
                <a:lnTo>
                  <a:pt x="724113" y="2166396"/>
                </a:lnTo>
                <a:moveTo>
                  <a:pt x="1055492" y="2307671"/>
                </a:moveTo>
                <a:lnTo>
                  <a:pt x="1206002" y="2336475"/>
                </a:lnTo>
                <a:moveTo>
                  <a:pt x="1055492" y="2307671"/>
                </a:moveTo>
                <a:lnTo>
                  <a:pt x="1058052" y="2177735"/>
                </a:lnTo>
                <a:moveTo>
                  <a:pt x="1055492" y="2307671"/>
                </a:moveTo>
                <a:lnTo>
                  <a:pt x="1265255" y="2142439"/>
                </a:lnTo>
                <a:moveTo>
                  <a:pt x="1055492" y="2307671"/>
                </a:moveTo>
                <a:lnTo>
                  <a:pt x="868771" y="2152498"/>
                </a:lnTo>
                <a:moveTo>
                  <a:pt x="1206002" y="2336475"/>
                </a:moveTo>
                <a:lnTo>
                  <a:pt x="1427561" y="2296973"/>
                </a:lnTo>
                <a:moveTo>
                  <a:pt x="1206002" y="2336475"/>
                </a:moveTo>
                <a:lnTo>
                  <a:pt x="1265255" y="2142439"/>
                </a:lnTo>
                <a:moveTo>
                  <a:pt x="1206002" y="2336475"/>
                </a:moveTo>
                <a:lnTo>
                  <a:pt x="1393637" y="2153412"/>
                </a:lnTo>
                <a:moveTo>
                  <a:pt x="1206002" y="2336475"/>
                </a:moveTo>
                <a:lnTo>
                  <a:pt x="1058052" y="2177735"/>
                </a:lnTo>
                <a:moveTo>
                  <a:pt x="1427561" y="2296973"/>
                </a:moveTo>
                <a:lnTo>
                  <a:pt x="1600109" y="2336475"/>
                </a:lnTo>
                <a:moveTo>
                  <a:pt x="1427561" y="2296973"/>
                </a:moveTo>
                <a:lnTo>
                  <a:pt x="1393637" y="2153412"/>
                </a:lnTo>
                <a:moveTo>
                  <a:pt x="1427561" y="2296973"/>
                </a:moveTo>
                <a:lnTo>
                  <a:pt x="1595537" y="2126894"/>
                </a:lnTo>
                <a:moveTo>
                  <a:pt x="1427561" y="2296973"/>
                </a:moveTo>
                <a:lnTo>
                  <a:pt x="1265255" y="2142439"/>
                </a:lnTo>
                <a:moveTo>
                  <a:pt x="1600109" y="2336475"/>
                </a:moveTo>
                <a:lnTo>
                  <a:pt x="1812524" y="2336475"/>
                </a:lnTo>
                <a:moveTo>
                  <a:pt x="1600109" y="2336475"/>
                </a:moveTo>
                <a:lnTo>
                  <a:pt x="1595537" y="2126894"/>
                </a:lnTo>
                <a:moveTo>
                  <a:pt x="1600109" y="2336475"/>
                </a:moveTo>
                <a:lnTo>
                  <a:pt x="1790670" y="2178741"/>
                </a:lnTo>
                <a:moveTo>
                  <a:pt x="1600109" y="2336475"/>
                </a:moveTo>
                <a:lnTo>
                  <a:pt x="1393637" y="2153412"/>
                </a:lnTo>
                <a:moveTo>
                  <a:pt x="1812524" y="2336475"/>
                </a:moveTo>
                <a:lnTo>
                  <a:pt x="1979127" y="2336475"/>
                </a:lnTo>
                <a:moveTo>
                  <a:pt x="1812524" y="2336475"/>
                </a:moveTo>
                <a:lnTo>
                  <a:pt x="1790670" y="2178741"/>
                </a:lnTo>
                <a:moveTo>
                  <a:pt x="1812524" y="2336475"/>
                </a:moveTo>
                <a:lnTo>
                  <a:pt x="1989917" y="2193737"/>
                </a:lnTo>
                <a:moveTo>
                  <a:pt x="1812524" y="2336475"/>
                </a:moveTo>
                <a:lnTo>
                  <a:pt x="1595537" y="2126894"/>
                </a:lnTo>
                <a:moveTo>
                  <a:pt x="1979127" y="2336475"/>
                </a:moveTo>
                <a:lnTo>
                  <a:pt x="2092970" y="2336475"/>
                </a:lnTo>
                <a:moveTo>
                  <a:pt x="1979127" y="2336475"/>
                </a:moveTo>
                <a:lnTo>
                  <a:pt x="1989917" y="2193737"/>
                </a:lnTo>
                <a:moveTo>
                  <a:pt x="1979127" y="2336475"/>
                </a:moveTo>
                <a:lnTo>
                  <a:pt x="1790670" y="2178741"/>
                </a:lnTo>
                <a:moveTo>
                  <a:pt x="2092970" y="2336475"/>
                </a:moveTo>
                <a:lnTo>
                  <a:pt x="2284537" y="2308586"/>
                </a:lnTo>
                <a:moveTo>
                  <a:pt x="2092970" y="2336475"/>
                </a:moveTo>
                <a:lnTo>
                  <a:pt x="2117202" y="2137319"/>
                </a:lnTo>
                <a:moveTo>
                  <a:pt x="2092970" y="2336475"/>
                </a:moveTo>
                <a:lnTo>
                  <a:pt x="2270638" y="2161002"/>
                </a:lnTo>
                <a:moveTo>
                  <a:pt x="2092970" y="2336475"/>
                </a:moveTo>
                <a:lnTo>
                  <a:pt x="1989917" y="2193737"/>
                </a:lnTo>
                <a:moveTo>
                  <a:pt x="2284537" y="2308586"/>
                </a:moveTo>
                <a:lnTo>
                  <a:pt x="2270638" y="2161002"/>
                </a:lnTo>
                <a:moveTo>
                  <a:pt x="2284537" y="2308586"/>
                </a:moveTo>
                <a:lnTo>
                  <a:pt x="2117202" y="2137319"/>
                </a:lnTo>
                <a:moveTo>
                  <a:pt x="0" y="2152863"/>
                </a:moveTo>
                <a:lnTo>
                  <a:pt x="189372" y="2171243"/>
                </a:lnTo>
                <a:moveTo>
                  <a:pt x="0" y="2152863"/>
                </a:moveTo>
                <a:lnTo>
                  <a:pt x="0" y="1968703"/>
                </a:lnTo>
                <a:moveTo>
                  <a:pt x="0" y="2152863"/>
                </a:moveTo>
                <a:lnTo>
                  <a:pt x="200436" y="1977116"/>
                </a:lnTo>
                <a:moveTo>
                  <a:pt x="189372" y="2171243"/>
                </a:moveTo>
                <a:lnTo>
                  <a:pt x="358262" y="2198583"/>
                </a:lnTo>
                <a:moveTo>
                  <a:pt x="189372" y="2171243"/>
                </a:moveTo>
                <a:lnTo>
                  <a:pt x="200436" y="1977116"/>
                </a:lnTo>
                <a:moveTo>
                  <a:pt x="189372" y="2171243"/>
                </a:moveTo>
                <a:lnTo>
                  <a:pt x="387340" y="1999976"/>
                </a:lnTo>
                <a:moveTo>
                  <a:pt x="189372" y="2171243"/>
                </a:moveTo>
                <a:lnTo>
                  <a:pt x="0" y="1968703"/>
                </a:lnTo>
                <a:moveTo>
                  <a:pt x="358262" y="2198583"/>
                </a:moveTo>
                <a:lnTo>
                  <a:pt x="492130" y="2185965"/>
                </a:lnTo>
                <a:moveTo>
                  <a:pt x="358262" y="2198583"/>
                </a:moveTo>
                <a:lnTo>
                  <a:pt x="387340" y="1999976"/>
                </a:lnTo>
                <a:moveTo>
                  <a:pt x="358262" y="2198583"/>
                </a:moveTo>
                <a:lnTo>
                  <a:pt x="548366" y="1975195"/>
                </a:lnTo>
                <a:moveTo>
                  <a:pt x="358262" y="2198583"/>
                </a:moveTo>
                <a:lnTo>
                  <a:pt x="200436" y="1977116"/>
                </a:lnTo>
                <a:moveTo>
                  <a:pt x="492130" y="2185965"/>
                </a:moveTo>
                <a:lnTo>
                  <a:pt x="724113" y="2166396"/>
                </a:lnTo>
                <a:moveTo>
                  <a:pt x="492130" y="2185965"/>
                </a:moveTo>
                <a:lnTo>
                  <a:pt x="548366" y="1975195"/>
                </a:lnTo>
                <a:moveTo>
                  <a:pt x="492130" y="2185965"/>
                </a:moveTo>
                <a:lnTo>
                  <a:pt x="387340" y="1999976"/>
                </a:lnTo>
                <a:moveTo>
                  <a:pt x="724113" y="2166396"/>
                </a:moveTo>
                <a:lnTo>
                  <a:pt x="868771" y="2152498"/>
                </a:lnTo>
                <a:moveTo>
                  <a:pt x="724113" y="2166396"/>
                </a:moveTo>
                <a:lnTo>
                  <a:pt x="715244" y="1987448"/>
                </a:lnTo>
                <a:moveTo>
                  <a:pt x="724113" y="2166396"/>
                </a:moveTo>
                <a:lnTo>
                  <a:pt x="915314" y="1944289"/>
                </a:lnTo>
                <a:moveTo>
                  <a:pt x="724113" y="2166396"/>
                </a:moveTo>
                <a:lnTo>
                  <a:pt x="548366" y="1975195"/>
                </a:lnTo>
                <a:moveTo>
                  <a:pt x="868771" y="2152498"/>
                </a:moveTo>
                <a:lnTo>
                  <a:pt x="1058052" y="2177735"/>
                </a:lnTo>
                <a:moveTo>
                  <a:pt x="868771" y="2152498"/>
                </a:moveTo>
                <a:lnTo>
                  <a:pt x="1059881" y="1969069"/>
                </a:lnTo>
                <a:moveTo>
                  <a:pt x="1058052" y="2177735"/>
                </a:moveTo>
                <a:lnTo>
                  <a:pt x="1265255" y="2142439"/>
                </a:lnTo>
                <a:moveTo>
                  <a:pt x="1058052" y="2177735"/>
                </a:moveTo>
                <a:lnTo>
                  <a:pt x="1059881" y="1969069"/>
                </a:lnTo>
                <a:moveTo>
                  <a:pt x="1058052" y="2177735"/>
                </a:moveTo>
                <a:lnTo>
                  <a:pt x="1200333" y="1965777"/>
                </a:lnTo>
                <a:moveTo>
                  <a:pt x="1058052" y="2177735"/>
                </a:moveTo>
                <a:lnTo>
                  <a:pt x="915314" y="1944289"/>
                </a:lnTo>
                <a:moveTo>
                  <a:pt x="1265255" y="2142439"/>
                </a:moveTo>
                <a:lnTo>
                  <a:pt x="1393637" y="2153412"/>
                </a:lnTo>
                <a:moveTo>
                  <a:pt x="1265255" y="2142439"/>
                </a:moveTo>
                <a:lnTo>
                  <a:pt x="1200333" y="1965777"/>
                </a:lnTo>
                <a:moveTo>
                  <a:pt x="1265255" y="2142439"/>
                </a:moveTo>
                <a:lnTo>
                  <a:pt x="1429299" y="1939991"/>
                </a:lnTo>
                <a:moveTo>
                  <a:pt x="1265255" y="2142439"/>
                </a:moveTo>
                <a:lnTo>
                  <a:pt x="1059881" y="1969069"/>
                </a:lnTo>
                <a:moveTo>
                  <a:pt x="1393637" y="2153412"/>
                </a:moveTo>
                <a:lnTo>
                  <a:pt x="1595537" y="2126894"/>
                </a:lnTo>
                <a:moveTo>
                  <a:pt x="1393637" y="2153412"/>
                </a:moveTo>
                <a:lnTo>
                  <a:pt x="1429299" y="1939991"/>
                </a:lnTo>
                <a:moveTo>
                  <a:pt x="1393637" y="2153412"/>
                </a:moveTo>
                <a:lnTo>
                  <a:pt x="1621780" y="2002536"/>
                </a:lnTo>
                <a:moveTo>
                  <a:pt x="1393637" y="2153412"/>
                </a:moveTo>
                <a:lnTo>
                  <a:pt x="1200333" y="1965777"/>
                </a:lnTo>
                <a:moveTo>
                  <a:pt x="1595537" y="2126894"/>
                </a:moveTo>
                <a:lnTo>
                  <a:pt x="1621780" y="2002536"/>
                </a:lnTo>
                <a:moveTo>
                  <a:pt x="1595537" y="2126894"/>
                </a:moveTo>
                <a:lnTo>
                  <a:pt x="1760311" y="1968703"/>
                </a:lnTo>
                <a:moveTo>
                  <a:pt x="1595537" y="2126894"/>
                </a:moveTo>
                <a:lnTo>
                  <a:pt x="1429299" y="1939991"/>
                </a:lnTo>
                <a:moveTo>
                  <a:pt x="1790670" y="2178741"/>
                </a:moveTo>
                <a:lnTo>
                  <a:pt x="1989917" y="2193737"/>
                </a:lnTo>
                <a:moveTo>
                  <a:pt x="1790670" y="2178741"/>
                </a:moveTo>
                <a:lnTo>
                  <a:pt x="1760311" y="1968703"/>
                </a:lnTo>
                <a:moveTo>
                  <a:pt x="1790670" y="2178741"/>
                </a:moveTo>
                <a:lnTo>
                  <a:pt x="1905152" y="1986991"/>
                </a:lnTo>
                <a:moveTo>
                  <a:pt x="1790670" y="2178741"/>
                </a:moveTo>
                <a:lnTo>
                  <a:pt x="1621780" y="2002536"/>
                </a:lnTo>
                <a:moveTo>
                  <a:pt x="1989917" y="2193737"/>
                </a:moveTo>
                <a:lnTo>
                  <a:pt x="2117202" y="2137319"/>
                </a:lnTo>
                <a:moveTo>
                  <a:pt x="1989917" y="2193737"/>
                </a:moveTo>
                <a:lnTo>
                  <a:pt x="1905152" y="1986991"/>
                </a:lnTo>
                <a:moveTo>
                  <a:pt x="1989917" y="2193737"/>
                </a:moveTo>
                <a:lnTo>
                  <a:pt x="2095073" y="2017349"/>
                </a:lnTo>
                <a:moveTo>
                  <a:pt x="1989917" y="2193737"/>
                </a:moveTo>
                <a:lnTo>
                  <a:pt x="1760311" y="1968703"/>
                </a:lnTo>
                <a:moveTo>
                  <a:pt x="2117202" y="2137319"/>
                </a:moveTo>
                <a:lnTo>
                  <a:pt x="2270638" y="2161002"/>
                </a:lnTo>
                <a:moveTo>
                  <a:pt x="2117202" y="2137319"/>
                </a:moveTo>
                <a:lnTo>
                  <a:pt x="2095073" y="2017349"/>
                </a:lnTo>
                <a:moveTo>
                  <a:pt x="2117202" y="2137319"/>
                </a:moveTo>
                <a:lnTo>
                  <a:pt x="2262408" y="1959925"/>
                </a:lnTo>
                <a:moveTo>
                  <a:pt x="2117202" y="2137319"/>
                </a:moveTo>
                <a:lnTo>
                  <a:pt x="1905152" y="1986991"/>
                </a:lnTo>
                <a:moveTo>
                  <a:pt x="2270638" y="2161002"/>
                </a:moveTo>
                <a:lnTo>
                  <a:pt x="2262408" y="1959925"/>
                </a:lnTo>
                <a:moveTo>
                  <a:pt x="2270638" y="2161002"/>
                </a:moveTo>
                <a:lnTo>
                  <a:pt x="2095073" y="2017349"/>
                </a:lnTo>
                <a:moveTo>
                  <a:pt x="0" y="1968703"/>
                </a:moveTo>
                <a:lnTo>
                  <a:pt x="200436" y="1977116"/>
                </a:lnTo>
                <a:moveTo>
                  <a:pt x="0" y="1968703"/>
                </a:moveTo>
                <a:lnTo>
                  <a:pt x="0" y="1829440"/>
                </a:lnTo>
                <a:moveTo>
                  <a:pt x="200436" y="1977116"/>
                </a:moveTo>
                <a:lnTo>
                  <a:pt x="387340" y="1999976"/>
                </a:lnTo>
                <a:moveTo>
                  <a:pt x="200436" y="1977116"/>
                </a:moveTo>
                <a:lnTo>
                  <a:pt x="167427" y="1774302"/>
                </a:lnTo>
                <a:moveTo>
                  <a:pt x="200436" y="1977116"/>
                </a:moveTo>
                <a:lnTo>
                  <a:pt x="0" y="1829440"/>
                </a:lnTo>
                <a:moveTo>
                  <a:pt x="387340" y="1999976"/>
                </a:moveTo>
                <a:lnTo>
                  <a:pt x="548366" y="1975195"/>
                </a:lnTo>
                <a:moveTo>
                  <a:pt x="387340" y="1999976"/>
                </a:moveTo>
                <a:lnTo>
                  <a:pt x="316931" y="1811609"/>
                </a:lnTo>
                <a:moveTo>
                  <a:pt x="387340" y="1999976"/>
                </a:moveTo>
                <a:lnTo>
                  <a:pt x="535473" y="1773296"/>
                </a:lnTo>
                <a:moveTo>
                  <a:pt x="387340" y="1999976"/>
                </a:moveTo>
                <a:lnTo>
                  <a:pt x="167427" y="1774302"/>
                </a:lnTo>
                <a:moveTo>
                  <a:pt x="548366" y="1975195"/>
                </a:moveTo>
                <a:lnTo>
                  <a:pt x="715244" y="1987448"/>
                </a:lnTo>
                <a:moveTo>
                  <a:pt x="548366" y="1975195"/>
                </a:moveTo>
                <a:lnTo>
                  <a:pt x="535473" y="1773296"/>
                </a:lnTo>
                <a:moveTo>
                  <a:pt x="548366" y="1975195"/>
                </a:moveTo>
                <a:lnTo>
                  <a:pt x="736366" y="1775033"/>
                </a:lnTo>
                <a:moveTo>
                  <a:pt x="548366" y="1975195"/>
                </a:moveTo>
                <a:lnTo>
                  <a:pt x="316931" y="1811609"/>
                </a:lnTo>
                <a:moveTo>
                  <a:pt x="715244" y="1987448"/>
                </a:moveTo>
                <a:lnTo>
                  <a:pt x="915314" y="1944289"/>
                </a:lnTo>
                <a:moveTo>
                  <a:pt x="715244" y="1987448"/>
                </a:moveTo>
                <a:lnTo>
                  <a:pt x="736366" y="1775033"/>
                </a:lnTo>
                <a:moveTo>
                  <a:pt x="715244" y="1987448"/>
                </a:moveTo>
                <a:lnTo>
                  <a:pt x="865571" y="1814627"/>
                </a:lnTo>
                <a:moveTo>
                  <a:pt x="715244" y="1987448"/>
                </a:moveTo>
                <a:lnTo>
                  <a:pt x="535473" y="1773296"/>
                </a:lnTo>
                <a:moveTo>
                  <a:pt x="915314" y="1944289"/>
                </a:moveTo>
                <a:lnTo>
                  <a:pt x="865571" y="1814627"/>
                </a:lnTo>
                <a:moveTo>
                  <a:pt x="915314" y="1944289"/>
                </a:moveTo>
                <a:lnTo>
                  <a:pt x="1049731" y="1773204"/>
                </a:lnTo>
                <a:moveTo>
                  <a:pt x="915314" y="1944289"/>
                </a:moveTo>
                <a:lnTo>
                  <a:pt x="736366" y="1775033"/>
                </a:lnTo>
                <a:moveTo>
                  <a:pt x="1059881" y="1969069"/>
                </a:moveTo>
                <a:lnTo>
                  <a:pt x="1200333" y="1965777"/>
                </a:lnTo>
                <a:moveTo>
                  <a:pt x="1059881" y="1969069"/>
                </a:moveTo>
                <a:lnTo>
                  <a:pt x="1049731" y="1773204"/>
                </a:lnTo>
                <a:moveTo>
                  <a:pt x="1059881" y="1969069"/>
                </a:moveTo>
                <a:lnTo>
                  <a:pt x="1279794" y="1837944"/>
                </a:lnTo>
                <a:moveTo>
                  <a:pt x="1059881" y="1969069"/>
                </a:moveTo>
                <a:lnTo>
                  <a:pt x="865571" y="1814627"/>
                </a:lnTo>
                <a:moveTo>
                  <a:pt x="1200333" y="1965777"/>
                </a:moveTo>
                <a:lnTo>
                  <a:pt x="1429299" y="1939991"/>
                </a:lnTo>
                <a:moveTo>
                  <a:pt x="1200333" y="1965777"/>
                </a:moveTo>
                <a:lnTo>
                  <a:pt x="1279794" y="1837944"/>
                </a:lnTo>
                <a:moveTo>
                  <a:pt x="1200333" y="1965777"/>
                </a:moveTo>
                <a:lnTo>
                  <a:pt x="1387602" y="1830812"/>
                </a:lnTo>
                <a:moveTo>
                  <a:pt x="1200333" y="1965777"/>
                </a:moveTo>
                <a:lnTo>
                  <a:pt x="1049731" y="1773204"/>
                </a:lnTo>
                <a:moveTo>
                  <a:pt x="1429299" y="1939991"/>
                </a:moveTo>
                <a:lnTo>
                  <a:pt x="1387602" y="1830812"/>
                </a:lnTo>
                <a:moveTo>
                  <a:pt x="1429299" y="1939991"/>
                </a:moveTo>
                <a:lnTo>
                  <a:pt x="1279794" y="1837944"/>
                </a:lnTo>
                <a:moveTo>
                  <a:pt x="1621780" y="2002536"/>
                </a:moveTo>
                <a:lnTo>
                  <a:pt x="1569750" y="1808409"/>
                </a:lnTo>
                <a:moveTo>
                  <a:pt x="1621780" y="2002536"/>
                </a:moveTo>
                <a:lnTo>
                  <a:pt x="1778234" y="1828068"/>
                </a:lnTo>
                <a:moveTo>
                  <a:pt x="1621780" y="2002536"/>
                </a:moveTo>
                <a:lnTo>
                  <a:pt x="1387602" y="1830812"/>
                </a:lnTo>
                <a:moveTo>
                  <a:pt x="1760311" y="1968703"/>
                </a:moveTo>
                <a:lnTo>
                  <a:pt x="1905152" y="1986991"/>
                </a:lnTo>
                <a:moveTo>
                  <a:pt x="1760311" y="1968703"/>
                </a:moveTo>
                <a:lnTo>
                  <a:pt x="1778234" y="1828068"/>
                </a:lnTo>
                <a:moveTo>
                  <a:pt x="1760311" y="1968703"/>
                </a:moveTo>
                <a:lnTo>
                  <a:pt x="1903506" y="1814261"/>
                </a:lnTo>
                <a:moveTo>
                  <a:pt x="1760311" y="1968703"/>
                </a:moveTo>
                <a:lnTo>
                  <a:pt x="1569750" y="1808409"/>
                </a:lnTo>
                <a:moveTo>
                  <a:pt x="1905152" y="1986991"/>
                </a:moveTo>
                <a:lnTo>
                  <a:pt x="2095073" y="2017349"/>
                </a:lnTo>
                <a:moveTo>
                  <a:pt x="1905152" y="1986991"/>
                </a:moveTo>
                <a:lnTo>
                  <a:pt x="1903506" y="1814261"/>
                </a:lnTo>
                <a:moveTo>
                  <a:pt x="1905152" y="1986991"/>
                </a:moveTo>
                <a:lnTo>
                  <a:pt x="2112813" y="1801277"/>
                </a:lnTo>
                <a:moveTo>
                  <a:pt x="1905152" y="1986991"/>
                </a:moveTo>
                <a:lnTo>
                  <a:pt x="1778234" y="1828068"/>
                </a:lnTo>
                <a:moveTo>
                  <a:pt x="2095073" y="2017349"/>
                </a:moveTo>
                <a:lnTo>
                  <a:pt x="2262408" y="1959925"/>
                </a:lnTo>
                <a:moveTo>
                  <a:pt x="2095073" y="2017349"/>
                </a:moveTo>
                <a:lnTo>
                  <a:pt x="2112813" y="1801277"/>
                </a:lnTo>
                <a:moveTo>
                  <a:pt x="2095073" y="2017349"/>
                </a:moveTo>
                <a:lnTo>
                  <a:pt x="2341596" y="1790304"/>
                </a:lnTo>
                <a:moveTo>
                  <a:pt x="2262408" y="1959925"/>
                </a:moveTo>
                <a:lnTo>
                  <a:pt x="2341596" y="1790304"/>
                </a:lnTo>
                <a:moveTo>
                  <a:pt x="2262408" y="1959925"/>
                </a:moveTo>
                <a:lnTo>
                  <a:pt x="2112813" y="1801277"/>
                </a:lnTo>
                <a:moveTo>
                  <a:pt x="0" y="1829440"/>
                </a:moveTo>
                <a:lnTo>
                  <a:pt x="167427" y="1774302"/>
                </a:lnTo>
                <a:moveTo>
                  <a:pt x="0" y="1829440"/>
                </a:moveTo>
                <a:lnTo>
                  <a:pt x="1372" y="1620225"/>
                </a:lnTo>
                <a:moveTo>
                  <a:pt x="0" y="1829440"/>
                </a:moveTo>
                <a:lnTo>
                  <a:pt x="192664" y="1669969"/>
                </a:lnTo>
                <a:moveTo>
                  <a:pt x="167427" y="1774302"/>
                </a:moveTo>
                <a:lnTo>
                  <a:pt x="316931" y="1811609"/>
                </a:lnTo>
                <a:moveTo>
                  <a:pt x="167427" y="1774302"/>
                </a:moveTo>
                <a:lnTo>
                  <a:pt x="192664" y="1669969"/>
                </a:lnTo>
                <a:moveTo>
                  <a:pt x="167427" y="1774302"/>
                </a:moveTo>
                <a:lnTo>
                  <a:pt x="1372" y="1620225"/>
                </a:lnTo>
                <a:moveTo>
                  <a:pt x="316931" y="1811609"/>
                </a:moveTo>
                <a:lnTo>
                  <a:pt x="389443" y="1605961"/>
                </a:lnTo>
                <a:moveTo>
                  <a:pt x="316931" y="1811609"/>
                </a:moveTo>
                <a:lnTo>
                  <a:pt x="192664" y="1669969"/>
                </a:lnTo>
                <a:moveTo>
                  <a:pt x="535473" y="1773296"/>
                </a:moveTo>
                <a:lnTo>
                  <a:pt x="736366" y="1775033"/>
                </a:lnTo>
                <a:moveTo>
                  <a:pt x="535473" y="1773296"/>
                </a:moveTo>
                <a:lnTo>
                  <a:pt x="564276" y="1604406"/>
                </a:lnTo>
                <a:moveTo>
                  <a:pt x="535473" y="1773296"/>
                </a:moveTo>
                <a:lnTo>
                  <a:pt x="698602" y="1639611"/>
                </a:lnTo>
                <a:moveTo>
                  <a:pt x="535473" y="1773296"/>
                </a:moveTo>
                <a:lnTo>
                  <a:pt x="389443" y="1605961"/>
                </a:lnTo>
                <a:moveTo>
                  <a:pt x="736366" y="1775033"/>
                </a:moveTo>
                <a:lnTo>
                  <a:pt x="865571" y="1814627"/>
                </a:lnTo>
                <a:moveTo>
                  <a:pt x="736366" y="1775033"/>
                </a:moveTo>
                <a:lnTo>
                  <a:pt x="698602" y="1639611"/>
                </a:lnTo>
                <a:moveTo>
                  <a:pt x="736366" y="1775033"/>
                </a:moveTo>
                <a:lnTo>
                  <a:pt x="564276" y="1604406"/>
                </a:lnTo>
                <a:moveTo>
                  <a:pt x="865571" y="1814627"/>
                </a:moveTo>
                <a:lnTo>
                  <a:pt x="1049731" y="1773204"/>
                </a:lnTo>
                <a:moveTo>
                  <a:pt x="865571" y="1814627"/>
                </a:moveTo>
                <a:lnTo>
                  <a:pt x="850118" y="1618854"/>
                </a:lnTo>
                <a:moveTo>
                  <a:pt x="865571" y="1814627"/>
                </a:moveTo>
                <a:lnTo>
                  <a:pt x="1023488" y="1668780"/>
                </a:lnTo>
                <a:moveTo>
                  <a:pt x="865571" y="1814627"/>
                </a:moveTo>
                <a:lnTo>
                  <a:pt x="698602" y="1639611"/>
                </a:lnTo>
                <a:moveTo>
                  <a:pt x="1049731" y="1773204"/>
                </a:moveTo>
                <a:lnTo>
                  <a:pt x="1279794" y="1837944"/>
                </a:lnTo>
                <a:moveTo>
                  <a:pt x="1049731" y="1773204"/>
                </a:moveTo>
                <a:lnTo>
                  <a:pt x="1213500" y="1660459"/>
                </a:lnTo>
                <a:moveTo>
                  <a:pt x="1049731" y="1773204"/>
                </a:moveTo>
                <a:lnTo>
                  <a:pt x="850118" y="1618854"/>
                </a:lnTo>
                <a:moveTo>
                  <a:pt x="1279794" y="1837944"/>
                </a:moveTo>
                <a:lnTo>
                  <a:pt x="1213500" y="1660459"/>
                </a:lnTo>
                <a:moveTo>
                  <a:pt x="1279794" y="1837944"/>
                </a:moveTo>
                <a:lnTo>
                  <a:pt x="1402141" y="1670152"/>
                </a:lnTo>
                <a:moveTo>
                  <a:pt x="1279794" y="1837944"/>
                </a:moveTo>
                <a:lnTo>
                  <a:pt x="1023488" y="1668780"/>
                </a:lnTo>
                <a:moveTo>
                  <a:pt x="1387602" y="1830812"/>
                </a:moveTo>
                <a:lnTo>
                  <a:pt x="1569750" y="1808409"/>
                </a:lnTo>
                <a:moveTo>
                  <a:pt x="1387602" y="1830812"/>
                </a:moveTo>
                <a:lnTo>
                  <a:pt x="1402141" y="1670152"/>
                </a:lnTo>
                <a:moveTo>
                  <a:pt x="1387602" y="1830812"/>
                </a:moveTo>
                <a:lnTo>
                  <a:pt x="1549085" y="1661373"/>
                </a:lnTo>
                <a:moveTo>
                  <a:pt x="1387602" y="1830812"/>
                </a:moveTo>
                <a:lnTo>
                  <a:pt x="1213500" y="1660459"/>
                </a:lnTo>
                <a:moveTo>
                  <a:pt x="1569750" y="1808409"/>
                </a:moveTo>
                <a:lnTo>
                  <a:pt x="1778234" y="1828068"/>
                </a:lnTo>
                <a:moveTo>
                  <a:pt x="1569750" y="1808409"/>
                </a:moveTo>
                <a:lnTo>
                  <a:pt x="1735074" y="1642628"/>
                </a:lnTo>
                <a:moveTo>
                  <a:pt x="1569750" y="1808409"/>
                </a:moveTo>
                <a:lnTo>
                  <a:pt x="1402141" y="1670152"/>
                </a:lnTo>
                <a:moveTo>
                  <a:pt x="1778234" y="1828068"/>
                </a:moveTo>
                <a:lnTo>
                  <a:pt x="1903506" y="1814261"/>
                </a:lnTo>
                <a:moveTo>
                  <a:pt x="1778234" y="1828068"/>
                </a:moveTo>
                <a:lnTo>
                  <a:pt x="1735074" y="1642628"/>
                </a:lnTo>
                <a:moveTo>
                  <a:pt x="1778234" y="1828068"/>
                </a:moveTo>
                <a:lnTo>
                  <a:pt x="1905427" y="1597640"/>
                </a:lnTo>
                <a:moveTo>
                  <a:pt x="1778234" y="1828068"/>
                </a:moveTo>
                <a:lnTo>
                  <a:pt x="1549085" y="1661373"/>
                </a:lnTo>
                <a:moveTo>
                  <a:pt x="1903506" y="1814261"/>
                </a:moveTo>
                <a:lnTo>
                  <a:pt x="2112813" y="1801277"/>
                </a:lnTo>
                <a:moveTo>
                  <a:pt x="1903506" y="1814261"/>
                </a:moveTo>
                <a:lnTo>
                  <a:pt x="1905427" y="1597640"/>
                </a:lnTo>
                <a:moveTo>
                  <a:pt x="1903506" y="1814261"/>
                </a:moveTo>
                <a:lnTo>
                  <a:pt x="2134575" y="1661648"/>
                </a:lnTo>
                <a:moveTo>
                  <a:pt x="1903506" y="1814261"/>
                </a:moveTo>
                <a:lnTo>
                  <a:pt x="1735074" y="1642628"/>
                </a:lnTo>
                <a:moveTo>
                  <a:pt x="2112813" y="1801277"/>
                </a:moveTo>
                <a:lnTo>
                  <a:pt x="2341596" y="1790304"/>
                </a:lnTo>
                <a:moveTo>
                  <a:pt x="2112813" y="1801277"/>
                </a:moveTo>
                <a:lnTo>
                  <a:pt x="2134575" y="1661648"/>
                </a:lnTo>
                <a:moveTo>
                  <a:pt x="2112813" y="1801277"/>
                </a:moveTo>
                <a:lnTo>
                  <a:pt x="1905427" y="1597640"/>
                </a:lnTo>
                <a:moveTo>
                  <a:pt x="2341596" y="1790304"/>
                </a:moveTo>
                <a:lnTo>
                  <a:pt x="2279508" y="1644091"/>
                </a:lnTo>
                <a:moveTo>
                  <a:pt x="2341596" y="1790304"/>
                </a:moveTo>
                <a:lnTo>
                  <a:pt x="2134575" y="1661648"/>
                </a:lnTo>
                <a:moveTo>
                  <a:pt x="1372" y="1620225"/>
                </a:moveTo>
                <a:lnTo>
                  <a:pt x="192664" y="1669969"/>
                </a:lnTo>
                <a:moveTo>
                  <a:pt x="1372" y="1620225"/>
                </a:moveTo>
                <a:lnTo>
                  <a:pt x="0" y="1487454"/>
                </a:lnTo>
                <a:moveTo>
                  <a:pt x="1372" y="1620225"/>
                </a:moveTo>
                <a:lnTo>
                  <a:pt x="207935" y="1410645"/>
                </a:lnTo>
                <a:moveTo>
                  <a:pt x="192664" y="1669969"/>
                </a:moveTo>
                <a:lnTo>
                  <a:pt x="389443" y="1605961"/>
                </a:lnTo>
                <a:moveTo>
                  <a:pt x="192664" y="1669969"/>
                </a:moveTo>
                <a:lnTo>
                  <a:pt x="207935" y="1410645"/>
                </a:lnTo>
                <a:moveTo>
                  <a:pt x="192664" y="1669969"/>
                </a:moveTo>
                <a:lnTo>
                  <a:pt x="351038" y="1455633"/>
                </a:lnTo>
                <a:moveTo>
                  <a:pt x="192664" y="1669969"/>
                </a:moveTo>
                <a:lnTo>
                  <a:pt x="0" y="1487454"/>
                </a:lnTo>
                <a:moveTo>
                  <a:pt x="389443" y="1605961"/>
                </a:moveTo>
                <a:lnTo>
                  <a:pt x="564276" y="1604406"/>
                </a:lnTo>
                <a:moveTo>
                  <a:pt x="389443" y="1605961"/>
                </a:moveTo>
                <a:lnTo>
                  <a:pt x="494416" y="1489283"/>
                </a:lnTo>
                <a:moveTo>
                  <a:pt x="389443" y="1605961"/>
                </a:moveTo>
                <a:lnTo>
                  <a:pt x="207935" y="1410645"/>
                </a:lnTo>
                <a:moveTo>
                  <a:pt x="564276" y="1604406"/>
                </a:moveTo>
                <a:lnTo>
                  <a:pt x="698602" y="1639611"/>
                </a:lnTo>
                <a:moveTo>
                  <a:pt x="564276" y="1604406"/>
                </a:moveTo>
                <a:lnTo>
                  <a:pt x="494416" y="1489283"/>
                </a:lnTo>
                <a:moveTo>
                  <a:pt x="564276" y="1604406"/>
                </a:moveTo>
                <a:lnTo>
                  <a:pt x="351038" y="1455633"/>
                </a:lnTo>
                <a:moveTo>
                  <a:pt x="698602" y="1639611"/>
                </a:moveTo>
                <a:lnTo>
                  <a:pt x="850118" y="1618854"/>
                </a:lnTo>
                <a:moveTo>
                  <a:pt x="698602" y="1639611"/>
                </a:moveTo>
                <a:lnTo>
                  <a:pt x="694212" y="1474927"/>
                </a:lnTo>
                <a:moveTo>
                  <a:pt x="698602" y="1639611"/>
                </a:moveTo>
                <a:lnTo>
                  <a:pt x="914309" y="1484071"/>
                </a:lnTo>
                <a:moveTo>
                  <a:pt x="698602" y="1639611"/>
                </a:moveTo>
                <a:lnTo>
                  <a:pt x="494416" y="1489283"/>
                </a:lnTo>
                <a:moveTo>
                  <a:pt x="850118" y="1618854"/>
                </a:moveTo>
                <a:lnTo>
                  <a:pt x="1023488" y="1668780"/>
                </a:lnTo>
                <a:moveTo>
                  <a:pt x="850118" y="1618854"/>
                </a:moveTo>
                <a:lnTo>
                  <a:pt x="914309" y="1484071"/>
                </a:lnTo>
                <a:moveTo>
                  <a:pt x="850118" y="1618854"/>
                </a:moveTo>
                <a:lnTo>
                  <a:pt x="694212" y="1474927"/>
                </a:lnTo>
                <a:moveTo>
                  <a:pt x="1023488" y="1668780"/>
                </a:moveTo>
                <a:lnTo>
                  <a:pt x="1213500" y="1660459"/>
                </a:lnTo>
                <a:moveTo>
                  <a:pt x="1023488" y="1668780"/>
                </a:moveTo>
                <a:lnTo>
                  <a:pt x="1020013" y="1414394"/>
                </a:lnTo>
                <a:moveTo>
                  <a:pt x="1023488" y="1668780"/>
                </a:moveTo>
                <a:lnTo>
                  <a:pt x="914309" y="1484071"/>
                </a:lnTo>
                <a:moveTo>
                  <a:pt x="1213500" y="1660459"/>
                </a:moveTo>
                <a:lnTo>
                  <a:pt x="1402141" y="1670152"/>
                </a:lnTo>
                <a:moveTo>
                  <a:pt x="1213500" y="1660459"/>
                </a:moveTo>
                <a:lnTo>
                  <a:pt x="1241755" y="1485351"/>
                </a:lnTo>
                <a:moveTo>
                  <a:pt x="1213500" y="1660459"/>
                </a:moveTo>
                <a:lnTo>
                  <a:pt x="1420155" y="1495958"/>
                </a:lnTo>
                <a:moveTo>
                  <a:pt x="1213500" y="1660459"/>
                </a:moveTo>
                <a:lnTo>
                  <a:pt x="1020013" y="1414394"/>
                </a:lnTo>
                <a:moveTo>
                  <a:pt x="1402141" y="1670152"/>
                </a:moveTo>
                <a:lnTo>
                  <a:pt x="1549085" y="1661373"/>
                </a:lnTo>
                <a:moveTo>
                  <a:pt x="1402141" y="1670152"/>
                </a:moveTo>
                <a:lnTo>
                  <a:pt x="1420155" y="1495958"/>
                </a:lnTo>
                <a:moveTo>
                  <a:pt x="1402141" y="1670152"/>
                </a:moveTo>
                <a:lnTo>
                  <a:pt x="1595811" y="1411925"/>
                </a:lnTo>
                <a:moveTo>
                  <a:pt x="1402141" y="1670152"/>
                </a:moveTo>
                <a:lnTo>
                  <a:pt x="1241755" y="1485351"/>
                </a:lnTo>
                <a:moveTo>
                  <a:pt x="1549085" y="1661373"/>
                </a:moveTo>
                <a:lnTo>
                  <a:pt x="1735074" y="1642628"/>
                </a:lnTo>
                <a:moveTo>
                  <a:pt x="1549085" y="1661373"/>
                </a:moveTo>
                <a:lnTo>
                  <a:pt x="1595811" y="1411925"/>
                </a:lnTo>
                <a:moveTo>
                  <a:pt x="1549085" y="1661373"/>
                </a:moveTo>
                <a:lnTo>
                  <a:pt x="1802557" y="1436888"/>
                </a:lnTo>
                <a:moveTo>
                  <a:pt x="1549085" y="1661373"/>
                </a:moveTo>
                <a:lnTo>
                  <a:pt x="1420155" y="1495958"/>
                </a:lnTo>
                <a:moveTo>
                  <a:pt x="1735074" y="1642628"/>
                </a:moveTo>
                <a:lnTo>
                  <a:pt x="1905427" y="1597640"/>
                </a:lnTo>
                <a:moveTo>
                  <a:pt x="1735074" y="1642628"/>
                </a:moveTo>
                <a:lnTo>
                  <a:pt x="1802557" y="1436888"/>
                </a:lnTo>
                <a:moveTo>
                  <a:pt x="1735074" y="1642628"/>
                </a:moveTo>
                <a:lnTo>
                  <a:pt x="1926275" y="1465966"/>
                </a:lnTo>
                <a:moveTo>
                  <a:pt x="1735074" y="1642628"/>
                </a:moveTo>
                <a:lnTo>
                  <a:pt x="1595811" y="1411925"/>
                </a:lnTo>
                <a:moveTo>
                  <a:pt x="1905427" y="1597640"/>
                </a:moveTo>
                <a:lnTo>
                  <a:pt x="2134575" y="1661648"/>
                </a:lnTo>
                <a:moveTo>
                  <a:pt x="1905427" y="1597640"/>
                </a:moveTo>
                <a:lnTo>
                  <a:pt x="1926275" y="1465966"/>
                </a:lnTo>
                <a:moveTo>
                  <a:pt x="1905427" y="1597640"/>
                </a:moveTo>
                <a:lnTo>
                  <a:pt x="2094982" y="1430213"/>
                </a:lnTo>
                <a:moveTo>
                  <a:pt x="1905427" y="1597640"/>
                </a:moveTo>
                <a:lnTo>
                  <a:pt x="1802557" y="1436888"/>
                </a:lnTo>
                <a:moveTo>
                  <a:pt x="2134575" y="1661648"/>
                </a:moveTo>
                <a:lnTo>
                  <a:pt x="2279508" y="1644091"/>
                </a:lnTo>
                <a:moveTo>
                  <a:pt x="2134575" y="1661648"/>
                </a:moveTo>
                <a:lnTo>
                  <a:pt x="2094982" y="1430213"/>
                </a:lnTo>
                <a:moveTo>
                  <a:pt x="2134575" y="1661648"/>
                </a:moveTo>
                <a:lnTo>
                  <a:pt x="2304379" y="1429573"/>
                </a:lnTo>
                <a:moveTo>
                  <a:pt x="2134575" y="1661648"/>
                </a:moveTo>
                <a:lnTo>
                  <a:pt x="1926275" y="1465966"/>
                </a:lnTo>
                <a:moveTo>
                  <a:pt x="2279508" y="1644091"/>
                </a:moveTo>
                <a:lnTo>
                  <a:pt x="2304379" y="1429573"/>
                </a:lnTo>
                <a:moveTo>
                  <a:pt x="0" y="1487454"/>
                </a:moveTo>
                <a:lnTo>
                  <a:pt x="204643" y="1234897"/>
                </a:lnTo>
                <a:moveTo>
                  <a:pt x="207935" y="1410645"/>
                </a:moveTo>
                <a:lnTo>
                  <a:pt x="351038" y="1455633"/>
                </a:lnTo>
                <a:moveTo>
                  <a:pt x="207935" y="1410645"/>
                </a:moveTo>
                <a:lnTo>
                  <a:pt x="204643" y="1234897"/>
                </a:lnTo>
                <a:moveTo>
                  <a:pt x="207935" y="1410645"/>
                </a:moveTo>
                <a:lnTo>
                  <a:pt x="385328" y="1250716"/>
                </a:lnTo>
                <a:moveTo>
                  <a:pt x="207935" y="1410645"/>
                </a:moveTo>
                <a:lnTo>
                  <a:pt x="0" y="1302197"/>
                </a:lnTo>
                <a:moveTo>
                  <a:pt x="351038" y="1455633"/>
                </a:moveTo>
                <a:lnTo>
                  <a:pt x="385328" y="1250716"/>
                </a:lnTo>
                <a:moveTo>
                  <a:pt x="351038" y="1455633"/>
                </a:moveTo>
                <a:lnTo>
                  <a:pt x="559338" y="1256568"/>
                </a:lnTo>
                <a:moveTo>
                  <a:pt x="351038" y="1455633"/>
                </a:moveTo>
                <a:lnTo>
                  <a:pt x="204643" y="1234897"/>
                </a:lnTo>
                <a:moveTo>
                  <a:pt x="494416" y="1489283"/>
                </a:moveTo>
                <a:lnTo>
                  <a:pt x="694212" y="1474927"/>
                </a:lnTo>
                <a:moveTo>
                  <a:pt x="694212" y="1474927"/>
                </a:moveTo>
                <a:lnTo>
                  <a:pt x="914309" y="1484071"/>
                </a:lnTo>
                <a:moveTo>
                  <a:pt x="694212" y="1474927"/>
                </a:moveTo>
                <a:lnTo>
                  <a:pt x="683971" y="1276228"/>
                </a:lnTo>
                <a:moveTo>
                  <a:pt x="694212" y="1474927"/>
                </a:moveTo>
                <a:lnTo>
                  <a:pt x="872429" y="1319296"/>
                </a:lnTo>
                <a:moveTo>
                  <a:pt x="694212" y="1474927"/>
                </a:moveTo>
                <a:lnTo>
                  <a:pt x="559338" y="1256568"/>
                </a:lnTo>
                <a:moveTo>
                  <a:pt x="914309" y="1484071"/>
                </a:moveTo>
                <a:lnTo>
                  <a:pt x="1020013" y="1414394"/>
                </a:lnTo>
                <a:moveTo>
                  <a:pt x="914309" y="1484071"/>
                </a:moveTo>
                <a:lnTo>
                  <a:pt x="872429" y="1319296"/>
                </a:lnTo>
                <a:moveTo>
                  <a:pt x="914309" y="1484071"/>
                </a:moveTo>
                <a:lnTo>
                  <a:pt x="1020379" y="1297168"/>
                </a:lnTo>
                <a:moveTo>
                  <a:pt x="914309" y="1484071"/>
                </a:moveTo>
                <a:lnTo>
                  <a:pt x="683971" y="1276228"/>
                </a:lnTo>
                <a:moveTo>
                  <a:pt x="1020013" y="1414394"/>
                </a:moveTo>
                <a:lnTo>
                  <a:pt x="1241755" y="1485351"/>
                </a:lnTo>
                <a:moveTo>
                  <a:pt x="1020013" y="1414394"/>
                </a:moveTo>
                <a:lnTo>
                  <a:pt x="1020379" y="1297168"/>
                </a:lnTo>
                <a:moveTo>
                  <a:pt x="1020013" y="1414394"/>
                </a:moveTo>
                <a:lnTo>
                  <a:pt x="1217981" y="1260775"/>
                </a:lnTo>
                <a:moveTo>
                  <a:pt x="1020013" y="1414394"/>
                </a:moveTo>
                <a:lnTo>
                  <a:pt x="872429" y="1319296"/>
                </a:lnTo>
                <a:moveTo>
                  <a:pt x="1241755" y="1485351"/>
                </a:moveTo>
                <a:lnTo>
                  <a:pt x="1420155" y="1495958"/>
                </a:lnTo>
                <a:moveTo>
                  <a:pt x="1241755" y="1485351"/>
                </a:moveTo>
                <a:lnTo>
                  <a:pt x="1217981" y="1260775"/>
                </a:lnTo>
                <a:moveTo>
                  <a:pt x="1241755" y="1485351"/>
                </a:moveTo>
                <a:lnTo>
                  <a:pt x="1456731" y="1282355"/>
                </a:lnTo>
                <a:moveTo>
                  <a:pt x="1241755" y="1485351"/>
                </a:moveTo>
                <a:lnTo>
                  <a:pt x="1020379" y="1297168"/>
                </a:lnTo>
                <a:moveTo>
                  <a:pt x="1420155" y="1495958"/>
                </a:moveTo>
                <a:lnTo>
                  <a:pt x="1595811" y="1411925"/>
                </a:lnTo>
                <a:moveTo>
                  <a:pt x="1420155" y="1495958"/>
                </a:moveTo>
                <a:lnTo>
                  <a:pt x="1456731" y="1282355"/>
                </a:lnTo>
                <a:moveTo>
                  <a:pt x="1420155" y="1495958"/>
                </a:moveTo>
                <a:lnTo>
                  <a:pt x="1632021" y="1234623"/>
                </a:lnTo>
                <a:moveTo>
                  <a:pt x="1595811" y="1411925"/>
                </a:moveTo>
                <a:lnTo>
                  <a:pt x="1802557" y="1436888"/>
                </a:lnTo>
                <a:moveTo>
                  <a:pt x="1595811" y="1411925"/>
                </a:moveTo>
                <a:lnTo>
                  <a:pt x="1632021" y="1234623"/>
                </a:lnTo>
                <a:moveTo>
                  <a:pt x="1595811" y="1411925"/>
                </a:moveTo>
                <a:lnTo>
                  <a:pt x="1456731" y="1282355"/>
                </a:lnTo>
                <a:moveTo>
                  <a:pt x="1802557" y="1436888"/>
                </a:moveTo>
                <a:lnTo>
                  <a:pt x="1922617" y="1301831"/>
                </a:lnTo>
                <a:moveTo>
                  <a:pt x="1802557" y="1436888"/>
                </a:moveTo>
                <a:lnTo>
                  <a:pt x="1632021" y="1234623"/>
                </a:lnTo>
                <a:moveTo>
                  <a:pt x="1926275" y="1465966"/>
                </a:moveTo>
                <a:lnTo>
                  <a:pt x="1922617" y="1301831"/>
                </a:lnTo>
                <a:moveTo>
                  <a:pt x="1926275" y="1465966"/>
                </a:moveTo>
                <a:lnTo>
                  <a:pt x="2097542" y="1303843"/>
                </a:lnTo>
                <a:moveTo>
                  <a:pt x="1926275" y="1465966"/>
                </a:moveTo>
                <a:lnTo>
                  <a:pt x="1810603" y="1289670"/>
                </a:lnTo>
                <a:moveTo>
                  <a:pt x="2094982" y="1430213"/>
                </a:moveTo>
                <a:lnTo>
                  <a:pt x="2304379" y="1429573"/>
                </a:lnTo>
                <a:moveTo>
                  <a:pt x="2094982" y="1430213"/>
                </a:moveTo>
                <a:lnTo>
                  <a:pt x="2312426" y="1242395"/>
                </a:lnTo>
                <a:moveTo>
                  <a:pt x="2094982" y="1430213"/>
                </a:moveTo>
                <a:lnTo>
                  <a:pt x="1922617" y="1301831"/>
                </a:lnTo>
                <a:moveTo>
                  <a:pt x="2304379" y="1429573"/>
                </a:moveTo>
                <a:lnTo>
                  <a:pt x="2312426" y="1242395"/>
                </a:lnTo>
                <a:moveTo>
                  <a:pt x="2304379" y="1429573"/>
                </a:moveTo>
                <a:lnTo>
                  <a:pt x="2097542" y="1303843"/>
                </a:lnTo>
                <a:moveTo>
                  <a:pt x="0" y="1302197"/>
                </a:moveTo>
                <a:lnTo>
                  <a:pt x="204643" y="1234897"/>
                </a:lnTo>
                <a:moveTo>
                  <a:pt x="0" y="1302197"/>
                </a:moveTo>
                <a:lnTo>
                  <a:pt x="30175" y="1103132"/>
                </a:lnTo>
                <a:moveTo>
                  <a:pt x="0" y="1302197"/>
                </a:moveTo>
                <a:lnTo>
                  <a:pt x="190561" y="1074877"/>
                </a:lnTo>
                <a:moveTo>
                  <a:pt x="204643" y="1234897"/>
                </a:moveTo>
                <a:lnTo>
                  <a:pt x="385328" y="1250716"/>
                </a:lnTo>
                <a:moveTo>
                  <a:pt x="204643" y="1234897"/>
                </a:moveTo>
                <a:lnTo>
                  <a:pt x="190561" y="1074877"/>
                </a:lnTo>
                <a:moveTo>
                  <a:pt x="204643" y="1234897"/>
                </a:moveTo>
                <a:lnTo>
                  <a:pt x="317297" y="1087130"/>
                </a:lnTo>
                <a:moveTo>
                  <a:pt x="204643" y="1234897"/>
                </a:moveTo>
                <a:lnTo>
                  <a:pt x="30175" y="1103132"/>
                </a:lnTo>
                <a:moveTo>
                  <a:pt x="385328" y="1250716"/>
                </a:moveTo>
                <a:lnTo>
                  <a:pt x="559338" y="1256568"/>
                </a:lnTo>
                <a:moveTo>
                  <a:pt x="385328" y="1250716"/>
                </a:moveTo>
                <a:lnTo>
                  <a:pt x="190561" y="1074877"/>
                </a:lnTo>
                <a:moveTo>
                  <a:pt x="559338" y="1256568"/>
                </a:moveTo>
                <a:lnTo>
                  <a:pt x="683971" y="1276228"/>
                </a:lnTo>
                <a:moveTo>
                  <a:pt x="559338" y="1256568"/>
                </a:moveTo>
                <a:lnTo>
                  <a:pt x="567385" y="1076340"/>
                </a:lnTo>
                <a:moveTo>
                  <a:pt x="559338" y="1256568"/>
                </a:moveTo>
                <a:lnTo>
                  <a:pt x="730240" y="1103224"/>
                </a:lnTo>
                <a:moveTo>
                  <a:pt x="559338" y="1256568"/>
                </a:moveTo>
                <a:lnTo>
                  <a:pt x="317297" y="1087130"/>
                </a:lnTo>
                <a:moveTo>
                  <a:pt x="683971" y="1276228"/>
                </a:moveTo>
                <a:lnTo>
                  <a:pt x="872429" y="1319296"/>
                </a:lnTo>
                <a:moveTo>
                  <a:pt x="683971" y="1276228"/>
                </a:moveTo>
                <a:lnTo>
                  <a:pt x="730240" y="1103224"/>
                </a:lnTo>
                <a:moveTo>
                  <a:pt x="683971" y="1276228"/>
                </a:moveTo>
                <a:lnTo>
                  <a:pt x="856701" y="1075792"/>
                </a:lnTo>
                <a:moveTo>
                  <a:pt x="683971" y="1276228"/>
                </a:moveTo>
                <a:lnTo>
                  <a:pt x="567385" y="1076340"/>
                </a:lnTo>
                <a:moveTo>
                  <a:pt x="872429" y="1319296"/>
                </a:moveTo>
                <a:lnTo>
                  <a:pt x="1020379" y="1297168"/>
                </a:lnTo>
                <a:moveTo>
                  <a:pt x="872429" y="1319296"/>
                </a:moveTo>
                <a:lnTo>
                  <a:pt x="856701" y="1075792"/>
                </a:lnTo>
                <a:moveTo>
                  <a:pt x="872429" y="1319296"/>
                </a:moveTo>
                <a:lnTo>
                  <a:pt x="1047354" y="1074694"/>
                </a:lnTo>
                <a:moveTo>
                  <a:pt x="872429" y="1319296"/>
                </a:moveTo>
                <a:lnTo>
                  <a:pt x="730240" y="1103224"/>
                </a:lnTo>
                <a:moveTo>
                  <a:pt x="1020379" y="1297168"/>
                </a:moveTo>
                <a:lnTo>
                  <a:pt x="1217981" y="1260775"/>
                </a:lnTo>
                <a:moveTo>
                  <a:pt x="1020379" y="1297168"/>
                </a:moveTo>
                <a:lnTo>
                  <a:pt x="1047354" y="1074694"/>
                </a:lnTo>
                <a:moveTo>
                  <a:pt x="1020379" y="1297168"/>
                </a:moveTo>
                <a:lnTo>
                  <a:pt x="1280983" y="1110447"/>
                </a:lnTo>
                <a:moveTo>
                  <a:pt x="1020379" y="1297168"/>
                </a:moveTo>
                <a:lnTo>
                  <a:pt x="856701" y="1075792"/>
                </a:lnTo>
                <a:moveTo>
                  <a:pt x="1217981" y="1260775"/>
                </a:moveTo>
                <a:lnTo>
                  <a:pt x="1456731" y="1282355"/>
                </a:lnTo>
                <a:moveTo>
                  <a:pt x="1217981" y="1260775"/>
                </a:moveTo>
                <a:lnTo>
                  <a:pt x="1280983" y="1110447"/>
                </a:lnTo>
                <a:moveTo>
                  <a:pt x="1217981" y="1260775"/>
                </a:moveTo>
                <a:lnTo>
                  <a:pt x="1407536" y="1061801"/>
                </a:lnTo>
                <a:moveTo>
                  <a:pt x="1217981" y="1260775"/>
                </a:moveTo>
                <a:lnTo>
                  <a:pt x="1047354" y="1074694"/>
                </a:lnTo>
                <a:moveTo>
                  <a:pt x="1456731" y="1282355"/>
                </a:moveTo>
                <a:lnTo>
                  <a:pt x="1407536" y="1061801"/>
                </a:lnTo>
                <a:moveTo>
                  <a:pt x="1456731" y="1282355"/>
                </a:moveTo>
                <a:lnTo>
                  <a:pt x="1613184" y="1130381"/>
                </a:lnTo>
                <a:moveTo>
                  <a:pt x="1456731" y="1282355"/>
                </a:moveTo>
                <a:lnTo>
                  <a:pt x="1280983" y="1110447"/>
                </a:lnTo>
                <a:moveTo>
                  <a:pt x="1632021" y="1234623"/>
                </a:moveTo>
                <a:lnTo>
                  <a:pt x="1810603" y="1289670"/>
                </a:lnTo>
                <a:moveTo>
                  <a:pt x="1632021" y="1234623"/>
                </a:moveTo>
                <a:lnTo>
                  <a:pt x="1613184" y="1130381"/>
                </a:lnTo>
                <a:moveTo>
                  <a:pt x="1632021" y="1234623"/>
                </a:moveTo>
                <a:lnTo>
                  <a:pt x="1737360" y="1132027"/>
                </a:lnTo>
                <a:moveTo>
                  <a:pt x="1810603" y="1289670"/>
                </a:moveTo>
                <a:lnTo>
                  <a:pt x="1922617" y="1301831"/>
                </a:lnTo>
                <a:moveTo>
                  <a:pt x="1810603" y="1289670"/>
                </a:moveTo>
                <a:lnTo>
                  <a:pt x="1737360" y="1132027"/>
                </a:lnTo>
                <a:moveTo>
                  <a:pt x="1810603" y="1289670"/>
                </a:moveTo>
                <a:lnTo>
                  <a:pt x="1983242" y="1074237"/>
                </a:lnTo>
                <a:moveTo>
                  <a:pt x="1810603" y="1289670"/>
                </a:moveTo>
                <a:lnTo>
                  <a:pt x="1613184" y="1130381"/>
                </a:lnTo>
                <a:moveTo>
                  <a:pt x="1922617" y="1301831"/>
                </a:moveTo>
                <a:lnTo>
                  <a:pt x="2097542" y="1303843"/>
                </a:lnTo>
                <a:moveTo>
                  <a:pt x="1922617" y="1301831"/>
                </a:moveTo>
                <a:lnTo>
                  <a:pt x="1983242" y="1074237"/>
                </a:lnTo>
                <a:moveTo>
                  <a:pt x="1922617" y="1301831"/>
                </a:moveTo>
                <a:lnTo>
                  <a:pt x="2093062" y="1072500"/>
                </a:lnTo>
                <a:moveTo>
                  <a:pt x="1922617" y="1301831"/>
                </a:moveTo>
                <a:lnTo>
                  <a:pt x="1737360" y="1132027"/>
                </a:lnTo>
                <a:moveTo>
                  <a:pt x="2097542" y="1303843"/>
                </a:moveTo>
                <a:lnTo>
                  <a:pt x="2312426" y="1242395"/>
                </a:lnTo>
                <a:moveTo>
                  <a:pt x="2097542" y="1303843"/>
                </a:moveTo>
                <a:lnTo>
                  <a:pt x="2093062" y="1072500"/>
                </a:lnTo>
                <a:moveTo>
                  <a:pt x="2097542" y="1303843"/>
                </a:moveTo>
                <a:lnTo>
                  <a:pt x="2343973" y="1087404"/>
                </a:lnTo>
                <a:moveTo>
                  <a:pt x="2097542" y="1303843"/>
                </a:moveTo>
                <a:lnTo>
                  <a:pt x="1983242" y="1074237"/>
                </a:lnTo>
                <a:moveTo>
                  <a:pt x="2312426" y="1242395"/>
                </a:moveTo>
                <a:lnTo>
                  <a:pt x="2343973" y="1087404"/>
                </a:lnTo>
                <a:moveTo>
                  <a:pt x="2312426" y="1242395"/>
                </a:moveTo>
                <a:lnTo>
                  <a:pt x="2093062" y="1072500"/>
                </a:lnTo>
                <a:moveTo>
                  <a:pt x="30175" y="1103132"/>
                </a:moveTo>
                <a:lnTo>
                  <a:pt x="190561" y="1074877"/>
                </a:lnTo>
                <a:moveTo>
                  <a:pt x="30175" y="1103132"/>
                </a:moveTo>
                <a:lnTo>
                  <a:pt x="0" y="920526"/>
                </a:lnTo>
                <a:moveTo>
                  <a:pt x="30175" y="1103132"/>
                </a:moveTo>
                <a:lnTo>
                  <a:pt x="144384" y="967710"/>
                </a:lnTo>
                <a:moveTo>
                  <a:pt x="190561" y="1074877"/>
                </a:moveTo>
                <a:lnTo>
                  <a:pt x="317297" y="1087130"/>
                </a:lnTo>
                <a:moveTo>
                  <a:pt x="190561" y="1074877"/>
                </a:moveTo>
                <a:lnTo>
                  <a:pt x="144384" y="967710"/>
                </a:lnTo>
                <a:moveTo>
                  <a:pt x="190561" y="1074877"/>
                </a:moveTo>
                <a:lnTo>
                  <a:pt x="395752" y="911657"/>
                </a:lnTo>
                <a:moveTo>
                  <a:pt x="190561" y="1074877"/>
                </a:moveTo>
                <a:lnTo>
                  <a:pt x="0" y="920526"/>
                </a:lnTo>
                <a:moveTo>
                  <a:pt x="317297" y="1087130"/>
                </a:moveTo>
                <a:lnTo>
                  <a:pt x="567385" y="1076340"/>
                </a:lnTo>
                <a:moveTo>
                  <a:pt x="317297" y="1087130"/>
                </a:moveTo>
                <a:lnTo>
                  <a:pt x="395752" y="911657"/>
                </a:lnTo>
                <a:moveTo>
                  <a:pt x="317297" y="1087130"/>
                </a:moveTo>
                <a:lnTo>
                  <a:pt x="533461" y="886602"/>
                </a:lnTo>
                <a:moveTo>
                  <a:pt x="317297" y="1087130"/>
                </a:moveTo>
                <a:lnTo>
                  <a:pt x="144384" y="967710"/>
                </a:lnTo>
                <a:moveTo>
                  <a:pt x="567385" y="1076340"/>
                </a:moveTo>
                <a:lnTo>
                  <a:pt x="730240" y="1103224"/>
                </a:lnTo>
                <a:moveTo>
                  <a:pt x="567385" y="1076340"/>
                </a:moveTo>
                <a:lnTo>
                  <a:pt x="533461" y="886602"/>
                </a:lnTo>
                <a:moveTo>
                  <a:pt x="567385" y="1076340"/>
                </a:moveTo>
                <a:lnTo>
                  <a:pt x="702259" y="891997"/>
                </a:lnTo>
                <a:moveTo>
                  <a:pt x="567385" y="1076340"/>
                </a:moveTo>
                <a:lnTo>
                  <a:pt x="395752" y="911657"/>
                </a:lnTo>
                <a:moveTo>
                  <a:pt x="730240" y="1103224"/>
                </a:moveTo>
                <a:lnTo>
                  <a:pt x="856701" y="1075792"/>
                </a:lnTo>
                <a:moveTo>
                  <a:pt x="730240" y="1103224"/>
                </a:moveTo>
                <a:lnTo>
                  <a:pt x="702259" y="891997"/>
                </a:lnTo>
                <a:moveTo>
                  <a:pt x="730240" y="1103224"/>
                </a:moveTo>
                <a:lnTo>
                  <a:pt x="914034" y="950336"/>
                </a:lnTo>
                <a:moveTo>
                  <a:pt x="730240" y="1103224"/>
                </a:moveTo>
                <a:lnTo>
                  <a:pt x="533461" y="886602"/>
                </a:lnTo>
                <a:moveTo>
                  <a:pt x="856701" y="1075792"/>
                </a:moveTo>
                <a:lnTo>
                  <a:pt x="1047354" y="1074694"/>
                </a:lnTo>
                <a:moveTo>
                  <a:pt x="856701" y="1075792"/>
                </a:moveTo>
                <a:lnTo>
                  <a:pt x="914034" y="950336"/>
                </a:lnTo>
                <a:moveTo>
                  <a:pt x="856701" y="1075792"/>
                </a:moveTo>
                <a:lnTo>
                  <a:pt x="1040221" y="943112"/>
                </a:lnTo>
                <a:moveTo>
                  <a:pt x="856701" y="1075792"/>
                </a:moveTo>
                <a:lnTo>
                  <a:pt x="702259" y="891997"/>
                </a:lnTo>
                <a:moveTo>
                  <a:pt x="1047354" y="1074694"/>
                </a:moveTo>
                <a:lnTo>
                  <a:pt x="1040221" y="943112"/>
                </a:lnTo>
                <a:moveTo>
                  <a:pt x="1047354" y="1074694"/>
                </a:moveTo>
                <a:lnTo>
                  <a:pt x="1216243" y="917235"/>
                </a:lnTo>
                <a:moveTo>
                  <a:pt x="1280983" y="1110447"/>
                </a:moveTo>
                <a:lnTo>
                  <a:pt x="1407536" y="1061801"/>
                </a:lnTo>
                <a:moveTo>
                  <a:pt x="1280983" y="1110447"/>
                </a:moveTo>
                <a:lnTo>
                  <a:pt x="1216243" y="917235"/>
                </a:lnTo>
                <a:moveTo>
                  <a:pt x="1280983" y="1110447"/>
                </a:moveTo>
                <a:lnTo>
                  <a:pt x="1040221" y="943112"/>
                </a:lnTo>
                <a:moveTo>
                  <a:pt x="1407536" y="1061801"/>
                </a:moveTo>
                <a:lnTo>
                  <a:pt x="1613184" y="1130381"/>
                </a:lnTo>
                <a:moveTo>
                  <a:pt x="1407536" y="1061801"/>
                </a:moveTo>
                <a:lnTo>
                  <a:pt x="1395009" y="931956"/>
                </a:lnTo>
                <a:moveTo>
                  <a:pt x="1407536" y="1061801"/>
                </a:moveTo>
                <a:lnTo>
                  <a:pt x="1560606" y="888614"/>
                </a:lnTo>
                <a:moveTo>
                  <a:pt x="1407536" y="1061801"/>
                </a:moveTo>
                <a:lnTo>
                  <a:pt x="1216243" y="917235"/>
                </a:lnTo>
                <a:moveTo>
                  <a:pt x="1613184" y="1130381"/>
                </a:moveTo>
                <a:lnTo>
                  <a:pt x="1737360" y="1132027"/>
                </a:lnTo>
                <a:moveTo>
                  <a:pt x="1613184" y="1130381"/>
                </a:moveTo>
                <a:lnTo>
                  <a:pt x="1757385" y="928482"/>
                </a:lnTo>
                <a:moveTo>
                  <a:pt x="1613184" y="1130381"/>
                </a:moveTo>
                <a:lnTo>
                  <a:pt x="1395009" y="931956"/>
                </a:lnTo>
                <a:moveTo>
                  <a:pt x="1737360" y="1132027"/>
                </a:moveTo>
                <a:lnTo>
                  <a:pt x="1983242" y="1074237"/>
                </a:lnTo>
                <a:moveTo>
                  <a:pt x="1737360" y="1132027"/>
                </a:moveTo>
                <a:lnTo>
                  <a:pt x="1560606" y="888614"/>
                </a:lnTo>
                <a:moveTo>
                  <a:pt x="1983242" y="1074237"/>
                </a:moveTo>
                <a:lnTo>
                  <a:pt x="2093062" y="1072500"/>
                </a:lnTo>
                <a:moveTo>
                  <a:pt x="1983242" y="1074237"/>
                </a:moveTo>
                <a:lnTo>
                  <a:pt x="1954804" y="889163"/>
                </a:lnTo>
                <a:moveTo>
                  <a:pt x="1983242" y="1074237"/>
                </a:moveTo>
                <a:lnTo>
                  <a:pt x="2117385" y="887974"/>
                </a:lnTo>
                <a:moveTo>
                  <a:pt x="1983242" y="1074237"/>
                </a:moveTo>
                <a:lnTo>
                  <a:pt x="1757385" y="928482"/>
                </a:lnTo>
                <a:moveTo>
                  <a:pt x="2093062" y="1072500"/>
                </a:moveTo>
                <a:lnTo>
                  <a:pt x="2343973" y="1087404"/>
                </a:lnTo>
                <a:moveTo>
                  <a:pt x="2093062" y="1072500"/>
                </a:moveTo>
                <a:lnTo>
                  <a:pt x="2117385" y="887974"/>
                </a:lnTo>
                <a:moveTo>
                  <a:pt x="2093062" y="1072500"/>
                </a:moveTo>
                <a:lnTo>
                  <a:pt x="2301636" y="921990"/>
                </a:lnTo>
                <a:moveTo>
                  <a:pt x="2343973" y="1087404"/>
                </a:moveTo>
                <a:lnTo>
                  <a:pt x="2301636" y="921990"/>
                </a:lnTo>
                <a:moveTo>
                  <a:pt x="2343973" y="1087404"/>
                </a:moveTo>
                <a:lnTo>
                  <a:pt x="2117385" y="887974"/>
                </a:lnTo>
                <a:moveTo>
                  <a:pt x="0" y="920526"/>
                </a:moveTo>
                <a:lnTo>
                  <a:pt x="171724" y="776326"/>
                </a:lnTo>
                <a:moveTo>
                  <a:pt x="144384" y="967710"/>
                </a:moveTo>
                <a:lnTo>
                  <a:pt x="395752" y="911657"/>
                </a:lnTo>
                <a:moveTo>
                  <a:pt x="144384" y="967710"/>
                </a:moveTo>
                <a:lnTo>
                  <a:pt x="171724" y="776326"/>
                </a:lnTo>
                <a:moveTo>
                  <a:pt x="144384" y="967710"/>
                </a:moveTo>
                <a:lnTo>
                  <a:pt x="310164" y="722010"/>
                </a:lnTo>
                <a:moveTo>
                  <a:pt x="144384" y="967710"/>
                </a:moveTo>
                <a:lnTo>
                  <a:pt x="2103" y="790865"/>
                </a:lnTo>
                <a:moveTo>
                  <a:pt x="395752" y="911657"/>
                </a:moveTo>
                <a:lnTo>
                  <a:pt x="533461" y="886602"/>
                </a:lnTo>
                <a:moveTo>
                  <a:pt x="395752" y="911657"/>
                </a:moveTo>
                <a:lnTo>
                  <a:pt x="310164" y="722010"/>
                </a:lnTo>
                <a:moveTo>
                  <a:pt x="395752" y="911657"/>
                </a:moveTo>
                <a:lnTo>
                  <a:pt x="502097" y="750722"/>
                </a:lnTo>
                <a:moveTo>
                  <a:pt x="395752" y="911657"/>
                </a:moveTo>
                <a:lnTo>
                  <a:pt x="171724" y="776326"/>
                </a:lnTo>
                <a:moveTo>
                  <a:pt x="533461" y="886602"/>
                </a:moveTo>
                <a:lnTo>
                  <a:pt x="702259" y="891997"/>
                </a:lnTo>
                <a:moveTo>
                  <a:pt x="533461" y="886602"/>
                </a:moveTo>
                <a:lnTo>
                  <a:pt x="728137" y="743407"/>
                </a:lnTo>
                <a:moveTo>
                  <a:pt x="533461" y="886602"/>
                </a:moveTo>
                <a:lnTo>
                  <a:pt x="310164" y="722010"/>
                </a:lnTo>
                <a:moveTo>
                  <a:pt x="702259" y="891997"/>
                </a:moveTo>
                <a:lnTo>
                  <a:pt x="914034" y="950336"/>
                </a:lnTo>
                <a:moveTo>
                  <a:pt x="702259" y="891997"/>
                </a:moveTo>
                <a:lnTo>
                  <a:pt x="869777" y="746790"/>
                </a:lnTo>
                <a:moveTo>
                  <a:pt x="702259" y="891997"/>
                </a:moveTo>
                <a:lnTo>
                  <a:pt x="502097" y="750722"/>
                </a:lnTo>
                <a:moveTo>
                  <a:pt x="914034" y="950336"/>
                </a:moveTo>
                <a:lnTo>
                  <a:pt x="1040221" y="943112"/>
                </a:lnTo>
                <a:moveTo>
                  <a:pt x="914034" y="950336"/>
                </a:moveTo>
                <a:lnTo>
                  <a:pt x="869777" y="746790"/>
                </a:lnTo>
                <a:moveTo>
                  <a:pt x="914034" y="950336"/>
                </a:moveTo>
                <a:lnTo>
                  <a:pt x="1067105" y="723290"/>
                </a:lnTo>
                <a:moveTo>
                  <a:pt x="1040221" y="943112"/>
                </a:moveTo>
                <a:lnTo>
                  <a:pt x="1216243" y="917235"/>
                </a:lnTo>
                <a:moveTo>
                  <a:pt x="1040221" y="943112"/>
                </a:moveTo>
                <a:lnTo>
                  <a:pt x="1067105" y="723290"/>
                </a:lnTo>
                <a:moveTo>
                  <a:pt x="1040221" y="943112"/>
                </a:moveTo>
                <a:lnTo>
                  <a:pt x="1204356" y="743041"/>
                </a:lnTo>
                <a:moveTo>
                  <a:pt x="1040221" y="943112"/>
                </a:moveTo>
                <a:lnTo>
                  <a:pt x="869777" y="746790"/>
                </a:lnTo>
                <a:moveTo>
                  <a:pt x="1216243" y="917235"/>
                </a:moveTo>
                <a:lnTo>
                  <a:pt x="1395009" y="931956"/>
                </a:lnTo>
                <a:moveTo>
                  <a:pt x="1216243" y="917235"/>
                </a:moveTo>
                <a:lnTo>
                  <a:pt x="1204356" y="743041"/>
                </a:lnTo>
                <a:moveTo>
                  <a:pt x="1216243" y="917235"/>
                </a:moveTo>
                <a:lnTo>
                  <a:pt x="1394003" y="768096"/>
                </a:lnTo>
                <a:moveTo>
                  <a:pt x="1216243" y="917235"/>
                </a:moveTo>
                <a:lnTo>
                  <a:pt x="1067105" y="723290"/>
                </a:lnTo>
                <a:moveTo>
                  <a:pt x="1395009" y="931956"/>
                </a:moveTo>
                <a:lnTo>
                  <a:pt x="1560606" y="888614"/>
                </a:lnTo>
                <a:moveTo>
                  <a:pt x="1395009" y="931956"/>
                </a:moveTo>
                <a:lnTo>
                  <a:pt x="1394003" y="768096"/>
                </a:lnTo>
                <a:moveTo>
                  <a:pt x="1395009" y="931956"/>
                </a:moveTo>
                <a:lnTo>
                  <a:pt x="1617391" y="747705"/>
                </a:lnTo>
                <a:moveTo>
                  <a:pt x="1395009" y="931956"/>
                </a:moveTo>
                <a:lnTo>
                  <a:pt x="1204356" y="743041"/>
                </a:lnTo>
                <a:moveTo>
                  <a:pt x="1560606" y="888614"/>
                </a:moveTo>
                <a:lnTo>
                  <a:pt x="1617391" y="747705"/>
                </a:lnTo>
                <a:moveTo>
                  <a:pt x="1560606" y="888614"/>
                </a:moveTo>
                <a:lnTo>
                  <a:pt x="1775856" y="725394"/>
                </a:lnTo>
                <a:moveTo>
                  <a:pt x="1560606" y="888614"/>
                </a:moveTo>
                <a:lnTo>
                  <a:pt x="1394003" y="768096"/>
                </a:lnTo>
                <a:moveTo>
                  <a:pt x="1757385" y="928482"/>
                </a:moveTo>
                <a:lnTo>
                  <a:pt x="1954804" y="889163"/>
                </a:lnTo>
                <a:moveTo>
                  <a:pt x="1757385" y="928482"/>
                </a:moveTo>
                <a:lnTo>
                  <a:pt x="1775856" y="725394"/>
                </a:lnTo>
                <a:moveTo>
                  <a:pt x="1757385" y="928482"/>
                </a:moveTo>
                <a:lnTo>
                  <a:pt x="1983882" y="753374"/>
                </a:lnTo>
                <a:moveTo>
                  <a:pt x="1757385" y="928482"/>
                </a:moveTo>
                <a:lnTo>
                  <a:pt x="1617391" y="747705"/>
                </a:lnTo>
                <a:moveTo>
                  <a:pt x="1954804" y="889163"/>
                </a:moveTo>
                <a:lnTo>
                  <a:pt x="2117385" y="887974"/>
                </a:lnTo>
                <a:moveTo>
                  <a:pt x="1954804" y="889163"/>
                </a:moveTo>
                <a:lnTo>
                  <a:pt x="1983882" y="753374"/>
                </a:lnTo>
                <a:moveTo>
                  <a:pt x="1954804" y="889163"/>
                </a:moveTo>
                <a:lnTo>
                  <a:pt x="2134392" y="747888"/>
                </a:lnTo>
                <a:moveTo>
                  <a:pt x="1954804" y="889163"/>
                </a:moveTo>
                <a:lnTo>
                  <a:pt x="1775856" y="725394"/>
                </a:lnTo>
                <a:moveTo>
                  <a:pt x="2117385" y="887974"/>
                </a:moveTo>
                <a:lnTo>
                  <a:pt x="2301636" y="921990"/>
                </a:lnTo>
                <a:moveTo>
                  <a:pt x="2117385" y="887974"/>
                </a:moveTo>
                <a:lnTo>
                  <a:pt x="2134392" y="747888"/>
                </a:lnTo>
                <a:moveTo>
                  <a:pt x="2117385" y="887974"/>
                </a:moveTo>
                <a:lnTo>
                  <a:pt x="2302551" y="731337"/>
                </a:lnTo>
                <a:moveTo>
                  <a:pt x="2117385" y="887974"/>
                </a:moveTo>
                <a:lnTo>
                  <a:pt x="1983882" y="753374"/>
                </a:lnTo>
                <a:moveTo>
                  <a:pt x="2301636" y="921990"/>
                </a:moveTo>
                <a:lnTo>
                  <a:pt x="2302551" y="731337"/>
                </a:lnTo>
                <a:moveTo>
                  <a:pt x="2301636" y="921990"/>
                </a:moveTo>
                <a:lnTo>
                  <a:pt x="2134392" y="747888"/>
                </a:lnTo>
                <a:moveTo>
                  <a:pt x="2103" y="790865"/>
                </a:moveTo>
                <a:lnTo>
                  <a:pt x="171724" y="776326"/>
                </a:lnTo>
                <a:moveTo>
                  <a:pt x="2103" y="790865"/>
                </a:moveTo>
                <a:lnTo>
                  <a:pt x="0" y="568940"/>
                </a:lnTo>
                <a:moveTo>
                  <a:pt x="2103" y="790865"/>
                </a:moveTo>
                <a:lnTo>
                  <a:pt x="175108" y="533004"/>
                </a:lnTo>
                <a:moveTo>
                  <a:pt x="171724" y="776326"/>
                </a:moveTo>
                <a:lnTo>
                  <a:pt x="310164" y="722010"/>
                </a:lnTo>
                <a:moveTo>
                  <a:pt x="171724" y="776326"/>
                </a:moveTo>
                <a:lnTo>
                  <a:pt x="175108" y="533004"/>
                </a:lnTo>
                <a:moveTo>
                  <a:pt x="171724" y="776326"/>
                </a:moveTo>
                <a:lnTo>
                  <a:pt x="371704" y="538673"/>
                </a:lnTo>
                <a:moveTo>
                  <a:pt x="310164" y="722010"/>
                </a:moveTo>
                <a:lnTo>
                  <a:pt x="502097" y="750722"/>
                </a:lnTo>
                <a:moveTo>
                  <a:pt x="310164" y="722010"/>
                </a:moveTo>
                <a:lnTo>
                  <a:pt x="371704" y="538673"/>
                </a:lnTo>
                <a:moveTo>
                  <a:pt x="310164" y="722010"/>
                </a:moveTo>
                <a:lnTo>
                  <a:pt x="570220" y="593080"/>
                </a:lnTo>
                <a:moveTo>
                  <a:pt x="502097" y="750722"/>
                </a:moveTo>
                <a:lnTo>
                  <a:pt x="728137" y="743407"/>
                </a:lnTo>
                <a:moveTo>
                  <a:pt x="502097" y="750722"/>
                </a:moveTo>
                <a:lnTo>
                  <a:pt x="570220" y="593080"/>
                </a:lnTo>
                <a:moveTo>
                  <a:pt x="502097" y="750722"/>
                </a:moveTo>
                <a:lnTo>
                  <a:pt x="713415" y="532821"/>
                </a:lnTo>
                <a:moveTo>
                  <a:pt x="502097" y="750722"/>
                </a:moveTo>
                <a:lnTo>
                  <a:pt x="371704" y="538673"/>
                </a:lnTo>
                <a:moveTo>
                  <a:pt x="728137" y="743407"/>
                </a:moveTo>
                <a:lnTo>
                  <a:pt x="713415" y="532821"/>
                </a:lnTo>
                <a:moveTo>
                  <a:pt x="728137" y="743407"/>
                </a:moveTo>
                <a:lnTo>
                  <a:pt x="915314" y="603961"/>
                </a:lnTo>
                <a:moveTo>
                  <a:pt x="728137" y="743407"/>
                </a:moveTo>
                <a:lnTo>
                  <a:pt x="570220" y="593080"/>
                </a:lnTo>
                <a:moveTo>
                  <a:pt x="869777" y="746790"/>
                </a:moveTo>
                <a:lnTo>
                  <a:pt x="1067105" y="723290"/>
                </a:lnTo>
                <a:moveTo>
                  <a:pt x="869777" y="746790"/>
                </a:moveTo>
                <a:lnTo>
                  <a:pt x="915314" y="603961"/>
                </a:lnTo>
                <a:moveTo>
                  <a:pt x="1067105" y="723290"/>
                </a:moveTo>
                <a:lnTo>
                  <a:pt x="1028700" y="576986"/>
                </a:lnTo>
                <a:moveTo>
                  <a:pt x="1067105" y="723290"/>
                </a:moveTo>
                <a:lnTo>
                  <a:pt x="1201430" y="594817"/>
                </a:lnTo>
                <a:moveTo>
                  <a:pt x="1067105" y="723290"/>
                </a:moveTo>
                <a:lnTo>
                  <a:pt x="915314" y="603961"/>
                </a:lnTo>
                <a:moveTo>
                  <a:pt x="1204356" y="743041"/>
                </a:moveTo>
                <a:lnTo>
                  <a:pt x="1394003" y="768096"/>
                </a:lnTo>
                <a:moveTo>
                  <a:pt x="1204356" y="743041"/>
                </a:moveTo>
                <a:lnTo>
                  <a:pt x="1201430" y="594817"/>
                </a:lnTo>
                <a:moveTo>
                  <a:pt x="1204356" y="743041"/>
                </a:moveTo>
                <a:lnTo>
                  <a:pt x="1378549" y="556961"/>
                </a:lnTo>
                <a:moveTo>
                  <a:pt x="1204356" y="743041"/>
                </a:moveTo>
                <a:lnTo>
                  <a:pt x="1028700" y="576986"/>
                </a:lnTo>
                <a:moveTo>
                  <a:pt x="1394003" y="768096"/>
                </a:moveTo>
                <a:lnTo>
                  <a:pt x="1617391" y="747705"/>
                </a:lnTo>
                <a:moveTo>
                  <a:pt x="1394003" y="768096"/>
                </a:moveTo>
                <a:lnTo>
                  <a:pt x="1378549" y="556961"/>
                </a:lnTo>
                <a:moveTo>
                  <a:pt x="1394003" y="768096"/>
                </a:moveTo>
                <a:lnTo>
                  <a:pt x="1618488" y="536844"/>
                </a:lnTo>
                <a:moveTo>
                  <a:pt x="1394003" y="768096"/>
                </a:moveTo>
                <a:lnTo>
                  <a:pt x="1201430" y="594817"/>
                </a:lnTo>
                <a:moveTo>
                  <a:pt x="1617391" y="747705"/>
                </a:moveTo>
                <a:lnTo>
                  <a:pt x="1775856" y="725394"/>
                </a:lnTo>
                <a:moveTo>
                  <a:pt x="1617391" y="747705"/>
                </a:moveTo>
                <a:lnTo>
                  <a:pt x="1739737" y="552846"/>
                </a:lnTo>
                <a:moveTo>
                  <a:pt x="1617391" y="747705"/>
                </a:moveTo>
                <a:lnTo>
                  <a:pt x="1378549" y="556961"/>
                </a:lnTo>
                <a:moveTo>
                  <a:pt x="1775856" y="725394"/>
                </a:moveTo>
                <a:lnTo>
                  <a:pt x="1983882" y="753374"/>
                </a:lnTo>
                <a:moveTo>
                  <a:pt x="1775856" y="725394"/>
                </a:moveTo>
                <a:lnTo>
                  <a:pt x="1739737" y="552846"/>
                </a:lnTo>
                <a:moveTo>
                  <a:pt x="1775856" y="725394"/>
                </a:moveTo>
                <a:lnTo>
                  <a:pt x="1961571" y="603413"/>
                </a:lnTo>
                <a:moveTo>
                  <a:pt x="1775856" y="725394"/>
                </a:moveTo>
                <a:lnTo>
                  <a:pt x="1618488" y="536844"/>
                </a:lnTo>
                <a:moveTo>
                  <a:pt x="1983882" y="753374"/>
                </a:moveTo>
                <a:lnTo>
                  <a:pt x="2134392" y="747888"/>
                </a:lnTo>
                <a:moveTo>
                  <a:pt x="1983882" y="753374"/>
                </a:moveTo>
                <a:lnTo>
                  <a:pt x="2158350" y="530626"/>
                </a:lnTo>
                <a:moveTo>
                  <a:pt x="1983882" y="753374"/>
                </a:moveTo>
                <a:lnTo>
                  <a:pt x="1739737" y="552846"/>
                </a:lnTo>
                <a:moveTo>
                  <a:pt x="2134392" y="747888"/>
                </a:moveTo>
                <a:lnTo>
                  <a:pt x="2302551" y="731337"/>
                </a:lnTo>
                <a:moveTo>
                  <a:pt x="2134392" y="747888"/>
                </a:moveTo>
                <a:lnTo>
                  <a:pt x="2158350" y="530626"/>
                </a:lnTo>
                <a:moveTo>
                  <a:pt x="2134392" y="747888"/>
                </a:moveTo>
                <a:lnTo>
                  <a:pt x="1961571" y="603413"/>
                </a:lnTo>
                <a:moveTo>
                  <a:pt x="2302551" y="731337"/>
                </a:moveTo>
                <a:lnTo>
                  <a:pt x="2276673" y="531998"/>
                </a:lnTo>
                <a:moveTo>
                  <a:pt x="2302551" y="731337"/>
                </a:moveTo>
                <a:lnTo>
                  <a:pt x="2158350" y="530626"/>
                </a:lnTo>
                <a:moveTo>
                  <a:pt x="0" y="568940"/>
                </a:moveTo>
                <a:lnTo>
                  <a:pt x="175108" y="533004"/>
                </a:lnTo>
                <a:moveTo>
                  <a:pt x="0" y="568940"/>
                </a:moveTo>
                <a:lnTo>
                  <a:pt x="0" y="396575"/>
                </a:lnTo>
                <a:moveTo>
                  <a:pt x="175108" y="533004"/>
                </a:moveTo>
                <a:lnTo>
                  <a:pt x="371704" y="538673"/>
                </a:lnTo>
                <a:moveTo>
                  <a:pt x="175108" y="533004"/>
                </a:moveTo>
                <a:lnTo>
                  <a:pt x="324155" y="401513"/>
                </a:lnTo>
                <a:moveTo>
                  <a:pt x="175108" y="533004"/>
                </a:moveTo>
                <a:lnTo>
                  <a:pt x="0" y="396575"/>
                </a:lnTo>
                <a:moveTo>
                  <a:pt x="371704" y="538673"/>
                </a:moveTo>
                <a:lnTo>
                  <a:pt x="570220" y="593080"/>
                </a:lnTo>
                <a:moveTo>
                  <a:pt x="371704" y="538673"/>
                </a:moveTo>
                <a:lnTo>
                  <a:pt x="324155" y="401513"/>
                </a:lnTo>
                <a:moveTo>
                  <a:pt x="371704" y="538673"/>
                </a:moveTo>
                <a:lnTo>
                  <a:pt x="532455" y="409651"/>
                </a:lnTo>
                <a:moveTo>
                  <a:pt x="570220" y="593080"/>
                </a:moveTo>
                <a:lnTo>
                  <a:pt x="713415" y="532821"/>
                </a:lnTo>
                <a:moveTo>
                  <a:pt x="570220" y="593080"/>
                </a:moveTo>
                <a:lnTo>
                  <a:pt x="532455" y="409651"/>
                </a:lnTo>
                <a:moveTo>
                  <a:pt x="570220" y="593080"/>
                </a:moveTo>
                <a:lnTo>
                  <a:pt x="681228" y="411480"/>
                </a:lnTo>
                <a:moveTo>
                  <a:pt x="570220" y="593080"/>
                </a:moveTo>
                <a:lnTo>
                  <a:pt x="324155" y="401513"/>
                </a:lnTo>
                <a:moveTo>
                  <a:pt x="713415" y="532821"/>
                </a:moveTo>
                <a:lnTo>
                  <a:pt x="915314" y="603961"/>
                </a:lnTo>
                <a:moveTo>
                  <a:pt x="713415" y="532821"/>
                </a:moveTo>
                <a:lnTo>
                  <a:pt x="681228" y="411480"/>
                </a:lnTo>
                <a:moveTo>
                  <a:pt x="713415" y="532821"/>
                </a:moveTo>
                <a:lnTo>
                  <a:pt x="904799" y="437815"/>
                </a:lnTo>
                <a:moveTo>
                  <a:pt x="713415" y="532821"/>
                </a:moveTo>
                <a:lnTo>
                  <a:pt x="532455" y="409651"/>
                </a:lnTo>
                <a:moveTo>
                  <a:pt x="915314" y="603961"/>
                </a:moveTo>
                <a:lnTo>
                  <a:pt x="904799" y="437815"/>
                </a:lnTo>
                <a:moveTo>
                  <a:pt x="915314" y="603961"/>
                </a:moveTo>
                <a:lnTo>
                  <a:pt x="1067013" y="400690"/>
                </a:lnTo>
                <a:moveTo>
                  <a:pt x="915314" y="603961"/>
                </a:moveTo>
                <a:lnTo>
                  <a:pt x="681228" y="411480"/>
                </a:lnTo>
                <a:moveTo>
                  <a:pt x="1028700" y="576986"/>
                </a:moveTo>
                <a:lnTo>
                  <a:pt x="1201430" y="594817"/>
                </a:lnTo>
                <a:moveTo>
                  <a:pt x="1028700" y="576986"/>
                </a:moveTo>
                <a:lnTo>
                  <a:pt x="1067013" y="400690"/>
                </a:lnTo>
                <a:moveTo>
                  <a:pt x="1028700" y="576986"/>
                </a:moveTo>
                <a:lnTo>
                  <a:pt x="904799" y="437815"/>
                </a:lnTo>
                <a:moveTo>
                  <a:pt x="1201430" y="594817"/>
                </a:moveTo>
                <a:lnTo>
                  <a:pt x="1378549" y="556961"/>
                </a:lnTo>
                <a:moveTo>
                  <a:pt x="1201430" y="594817"/>
                </a:moveTo>
                <a:lnTo>
                  <a:pt x="1196584" y="410291"/>
                </a:lnTo>
                <a:moveTo>
                  <a:pt x="1201430" y="594817"/>
                </a:moveTo>
                <a:lnTo>
                  <a:pt x="1427287" y="394381"/>
                </a:lnTo>
                <a:moveTo>
                  <a:pt x="1201430" y="594817"/>
                </a:moveTo>
                <a:lnTo>
                  <a:pt x="1067013" y="400690"/>
                </a:lnTo>
                <a:moveTo>
                  <a:pt x="1378549" y="556961"/>
                </a:moveTo>
                <a:lnTo>
                  <a:pt x="1618488" y="536844"/>
                </a:lnTo>
                <a:moveTo>
                  <a:pt x="1378549" y="556961"/>
                </a:moveTo>
                <a:lnTo>
                  <a:pt x="1427287" y="394381"/>
                </a:lnTo>
                <a:moveTo>
                  <a:pt x="1378549" y="556961"/>
                </a:moveTo>
                <a:lnTo>
                  <a:pt x="1554754" y="352684"/>
                </a:lnTo>
                <a:moveTo>
                  <a:pt x="1378549" y="556961"/>
                </a:moveTo>
                <a:lnTo>
                  <a:pt x="1196584" y="410291"/>
                </a:lnTo>
                <a:moveTo>
                  <a:pt x="1618488" y="536844"/>
                </a:moveTo>
                <a:lnTo>
                  <a:pt x="1554754" y="352684"/>
                </a:lnTo>
                <a:moveTo>
                  <a:pt x="1618488" y="536844"/>
                </a:moveTo>
                <a:lnTo>
                  <a:pt x="1795882" y="353873"/>
                </a:lnTo>
                <a:moveTo>
                  <a:pt x="1618488" y="536844"/>
                </a:moveTo>
                <a:lnTo>
                  <a:pt x="1427287" y="394381"/>
                </a:lnTo>
                <a:moveTo>
                  <a:pt x="1739737" y="552846"/>
                </a:moveTo>
                <a:lnTo>
                  <a:pt x="1795882" y="353873"/>
                </a:lnTo>
                <a:moveTo>
                  <a:pt x="1739737" y="552846"/>
                </a:moveTo>
                <a:lnTo>
                  <a:pt x="1912376" y="416143"/>
                </a:lnTo>
                <a:moveTo>
                  <a:pt x="1739737" y="552846"/>
                </a:moveTo>
                <a:lnTo>
                  <a:pt x="1554754" y="352684"/>
                </a:lnTo>
                <a:moveTo>
                  <a:pt x="1961571" y="603413"/>
                </a:moveTo>
                <a:lnTo>
                  <a:pt x="1912376" y="416143"/>
                </a:lnTo>
                <a:moveTo>
                  <a:pt x="1961571" y="603413"/>
                </a:moveTo>
                <a:lnTo>
                  <a:pt x="2083643" y="370789"/>
                </a:lnTo>
                <a:moveTo>
                  <a:pt x="1961571" y="603413"/>
                </a:moveTo>
                <a:lnTo>
                  <a:pt x="1795882" y="353873"/>
                </a:lnTo>
                <a:moveTo>
                  <a:pt x="2158350" y="530626"/>
                </a:moveTo>
                <a:lnTo>
                  <a:pt x="2276673" y="531998"/>
                </a:lnTo>
                <a:moveTo>
                  <a:pt x="2158350" y="530626"/>
                </a:moveTo>
                <a:lnTo>
                  <a:pt x="2083643" y="370789"/>
                </a:lnTo>
                <a:moveTo>
                  <a:pt x="2158350" y="530626"/>
                </a:moveTo>
                <a:lnTo>
                  <a:pt x="2281154" y="428122"/>
                </a:lnTo>
                <a:moveTo>
                  <a:pt x="2158350" y="530626"/>
                </a:moveTo>
                <a:lnTo>
                  <a:pt x="1912376" y="416143"/>
                </a:lnTo>
                <a:moveTo>
                  <a:pt x="2276673" y="531998"/>
                </a:moveTo>
                <a:lnTo>
                  <a:pt x="2281154" y="428122"/>
                </a:lnTo>
                <a:moveTo>
                  <a:pt x="2276673" y="531998"/>
                </a:moveTo>
                <a:lnTo>
                  <a:pt x="2083643" y="370789"/>
                </a:lnTo>
                <a:moveTo>
                  <a:pt x="0" y="396575"/>
                </a:moveTo>
                <a:lnTo>
                  <a:pt x="220370" y="366126"/>
                </a:lnTo>
                <a:moveTo>
                  <a:pt x="0" y="396575"/>
                </a:moveTo>
                <a:lnTo>
                  <a:pt x="0" y="182697"/>
                </a:lnTo>
                <a:moveTo>
                  <a:pt x="0" y="396575"/>
                </a:moveTo>
                <a:lnTo>
                  <a:pt x="205283" y="240304"/>
                </a:lnTo>
                <a:moveTo>
                  <a:pt x="220370" y="366126"/>
                </a:moveTo>
                <a:lnTo>
                  <a:pt x="324155" y="401513"/>
                </a:lnTo>
                <a:moveTo>
                  <a:pt x="220370" y="366126"/>
                </a:moveTo>
                <a:lnTo>
                  <a:pt x="205283" y="240304"/>
                </a:lnTo>
                <a:moveTo>
                  <a:pt x="220370" y="366126"/>
                </a:moveTo>
                <a:lnTo>
                  <a:pt x="323058" y="181966"/>
                </a:lnTo>
                <a:moveTo>
                  <a:pt x="324155" y="401513"/>
                </a:moveTo>
                <a:lnTo>
                  <a:pt x="532455" y="409651"/>
                </a:lnTo>
                <a:moveTo>
                  <a:pt x="324155" y="401513"/>
                </a:moveTo>
                <a:lnTo>
                  <a:pt x="323058" y="181966"/>
                </a:lnTo>
                <a:moveTo>
                  <a:pt x="324155" y="401513"/>
                </a:moveTo>
                <a:lnTo>
                  <a:pt x="205283" y="240304"/>
                </a:lnTo>
                <a:moveTo>
                  <a:pt x="532455" y="409651"/>
                </a:moveTo>
                <a:lnTo>
                  <a:pt x="681228" y="411480"/>
                </a:lnTo>
                <a:moveTo>
                  <a:pt x="532455" y="409651"/>
                </a:moveTo>
                <a:lnTo>
                  <a:pt x="671810" y="258044"/>
                </a:lnTo>
                <a:moveTo>
                  <a:pt x="532455" y="409651"/>
                </a:moveTo>
                <a:lnTo>
                  <a:pt x="323058" y="181966"/>
                </a:lnTo>
                <a:moveTo>
                  <a:pt x="681228" y="411480"/>
                </a:moveTo>
                <a:lnTo>
                  <a:pt x="904799" y="437815"/>
                </a:lnTo>
                <a:moveTo>
                  <a:pt x="681228" y="411480"/>
                </a:moveTo>
                <a:lnTo>
                  <a:pt x="671810" y="258044"/>
                </a:lnTo>
                <a:moveTo>
                  <a:pt x="681228" y="411480"/>
                </a:moveTo>
                <a:lnTo>
                  <a:pt x="901873" y="225582"/>
                </a:lnTo>
                <a:moveTo>
                  <a:pt x="681228" y="411480"/>
                </a:moveTo>
                <a:lnTo>
                  <a:pt x="537393" y="201351"/>
                </a:lnTo>
                <a:moveTo>
                  <a:pt x="904799" y="437815"/>
                </a:moveTo>
                <a:lnTo>
                  <a:pt x="1067013" y="400690"/>
                </a:lnTo>
                <a:moveTo>
                  <a:pt x="904799" y="437815"/>
                </a:moveTo>
                <a:lnTo>
                  <a:pt x="901873" y="225582"/>
                </a:lnTo>
                <a:moveTo>
                  <a:pt x="904799" y="437815"/>
                </a:moveTo>
                <a:lnTo>
                  <a:pt x="1024402" y="180320"/>
                </a:lnTo>
                <a:moveTo>
                  <a:pt x="904799" y="437815"/>
                </a:moveTo>
                <a:lnTo>
                  <a:pt x="671810" y="258044"/>
                </a:lnTo>
                <a:moveTo>
                  <a:pt x="1067013" y="400690"/>
                </a:moveTo>
                <a:lnTo>
                  <a:pt x="1024402" y="180320"/>
                </a:lnTo>
                <a:moveTo>
                  <a:pt x="1067013" y="400690"/>
                </a:moveTo>
                <a:lnTo>
                  <a:pt x="1251174" y="192390"/>
                </a:lnTo>
                <a:moveTo>
                  <a:pt x="1067013" y="400690"/>
                </a:moveTo>
                <a:lnTo>
                  <a:pt x="901873" y="225582"/>
                </a:lnTo>
                <a:moveTo>
                  <a:pt x="1196584" y="410291"/>
                </a:moveTo>
                <a:lnTo>
                  <a:pt x="1427287" y="394381"/>
                </a:lnTo>
                <a:moveTo>
                  <a:pt x="1196584" y="410291"/>
                </a:moveTo>
                <a:lnTo>
                  <a:pt x="1251174" y="192390"/>
                </a:lnTo>
                <a:moveTo>
                  <a:pt x="1196584" y="410291"/>
                </a:moveTo>
                <a:lnTo>
                  <a:pt x="1379464" y="187543"/>
                </a:lnTo>
                <a:moveTo>
                  <a:pt x="1196584" y="410291"/>
                </a:moveTo>
                <a:lnTo>
                  <a:pt x="1024402" y="180320"/>
                </a:lnTo>
                <a:moveTo>
                  <a:pt x="1427287" y="394381"/>
                </a:moveTo>
                <a:lnTo>
                  <a:pt x="1554754" y="352684"/>
                </a:lnTo>
                <a:moveTo>
                  <a:pt x="1427287" y="394381"/>
                </a:moveTo>
                <a:lnTo>
                  <a:pt x="1379464" y="187543"/>
                </a:lnTo>
                <a:moveTo>
                  <a:pt x="1427287" y="394381"/>
                </a:moveTo>
                <a:lnTo>
                  <a:pt x="1554937" y="186995"/>
                </a:lnTo>
                <a:moveTo>
                  <a:pt x="1427287" y="394381"/>
                </a:moveTo>
                <a:lnTo>
                  <a:pt x="1251174" y="192390"/>
                </a:lnTo>
                <a:moveTo>
                  <a:pt x="1554754" y="352684"/>
                </a:moveTo>
                <a:lnTo>
                  <a:pt x="1795882" y="353873"/>
                </a:lnTo>
                <a:moveTo>
                  <a:pt x="1554754" y="352684"/>
                </a:moveTo>
                <a:lnTo>
                  <a:pt x="1554937" y="186995"/>
                </a:lnTo>
                <a:moveTo>
                  <a:pt x="1554754" y="352684"/>
                </a:moveTo>
                <a:lnTo>
                  <a:pt x="1766255" y="233172"/>
                </a:lnTo>
                <a:moveTo>
                  <a:pt x="1554754" y="352684"/>
                </a:moveTo>
                <a:lnTo>
                  <a:pt x="1379464" y="187543"/>
                </a:lnTo>
                <a:moveTo>
                  <a:pt x="1795882" y="353873"/>
                </a:moveTo>
                <a:lnTo>
                  <a:pt x="1912376" y="416143"/>
                </a:lnTo>
                <a:moveTo>
                  <a:pt x="1795882" y="353873"/>
                </a:moveTo>
                <a:lnTo>
                  <a:pt x="1766255" y="233172"/>
                </a:lnTo>
                <a:moveTo>
                  <a:pt x="1795882" y="353873"/>
                </a:moveTo>
                <a:lnTo>
                  <a:pt x="1952061" y="181326"/>
                </a:lnTo>
                <a:moveTo>
                  <a:pt x="1795882" y="353873"/>
                </a:moveTo>
                <a:lnTo>
                  <a:pt x="1554937" y="186995"/>
                </a:lnTo>
                <a:moveTo>
                  <a:pt x="1912376" y="416143"/>
                </a:moveTo>
                <a:lnTo>
                  <a:pt x="1952061" y="181326"/>
                </a:lnTo>
                <a:moveTo>
                  <a:pt x="1912376" y="416143"/>
                </a:moveTo>
                <a:lnTo>
                  <a:pt x="2103852" y="251734"/>
                </a:lnTo>
                <a:moveTo>
                  <a:pt x="1912376" y="416143"/>
                </a:moveTo>
                <a:lnTo>
                  <a:pt x="1766255" y="233172"/>
                </a:lnTo>
                <a:moveTo>
                  <a:pt x="2083643" y="370789"/>
                </a:moveTo>
                <a:lnTo>
                  <a:pt x="2281154" y="428122"/>
                </a:lnTo>
                <a:moveTo>
                  <a:pt x="2083643" y="370789"/>
                </a:moveTo>
                <a:lnTo>
                  <a:pt x="2103852" y="251734"/>
                </a:lnTo>
                <a:moveTo>
                  <a:pt x="2083643" y="370789"/>
                </a:moveTo>
                <a:lnTo>
                  <a:pt x="2303831" y="242042"/>
                </a:lnTo>
                <a:moveTo>
                  <a:pt x="2083643" y="370789"/>
                </a:moveTo>
                <a:lnTo>
                  <a:pt x="1952061" y="181326"/>
                </a:lnTo>
                <a:moveTo>
                  <a:pt x="2281154" y="428122"/>
                </a:moveTo>
                <a:lnTo>
                  <a:pt x="2103852" y="251734"/>
                </a:lnTo>
                <a:moveTo>
                  <a:pt x="0" y="182697"/>
                </a:moveTo>
                <a:lnTo>
                  <a:pt x="205283" y="240304"/>
                </a:lnTo>
                <a:moveTo>
                  <a:pt x="0" y="182697"/>
                </a:moveTo>
                <a:lnTo>
                  <a:pt x="0" y="72420"/>
                </a:lnTo>
                <a:moveTo>
                  <a:pt x="0" y="182697"/>
                </a:moveTo>
                <a:lnTo>
                  <a:pt x="137251" y="68854"/>
                </a:lnTo>
                <a:moveTo>
                  <a:pt x="205283" y="240304"/>
                </a:moveTo>
                <a:lnTo>
                  <a:pt x="323058" y="181966"/>
                </a:lnTo>
                <a:moveTo>
                  <a:pt x="205283" y="240304"/>
                </a:moveTo>
                <a:lnTo>
                  <a:pt x="137251" y="68854"/>
                </a:lnTo>
                <a:moveTo>
                  <a:pt x="205283" y="240304"/>
                </a:moveTo>
                <a:lnTo>
                  <a:pt x="337414" y="59710"/>
                </a:lnTo>
                <a:moveTo>
                  <a:pt x="205283" y="240304"/>
                </a:moveTo>
                <a:lnTo>
                  <a:pt x="0" y="72420"/>
                </a:lnTo>
                <a:moveTo>
                  <a:pt x="323058" y="181966"/>
                </a:moveTo>
                <a:lnTo>
                  <a:pt x="537393" y="201351"/>
                </a:lnTo>
                <a:moveTo>
                  <a:pt x="323058" y="181966"/>
                </a:moveTo>
                <a:lnTo>
                  <a:pt x="337414" y="59710"/>
                </a:lnTo>
                <a:moveTo>
                  <a:pt x="323058" y="181966"/>
                </a:moveTo>
                <a:lnTo>
                  <a:pt x="554126" y="61082"/>
                </a:lnTo>
                <a:moveTo>
                  <a:pt x="537393" y="201351"/>
                </a:moveTo>
                <a:lnTo>
                  <a:pt x="671810" y="258044"/>
                </a:lnTo>
                <a:moveTo>
                  <a:pt x="537393" y="201351"/>
                </a:moveTo>
                <a:lnTo>
                  <a:pt x="554126" y="61082"/>
                </a:lnTo>
                <a:moveTo>
                  <a:pt x="537393" y="201351"/>
                </a:moveTo>
                <a:lnTo>
                  <a:pt x="708111" y="70957"/>
                </a:lnTo>
                <a:moveTo>
                  <a:pt x="537393" y="201351"/>
                </a:moveTo>
                <a:lnTo>
                  <a:pt x="337414" y="59710"/>
                </a:lnTo>
                <a:moveTo>
                  <a:pt x="671810" y="258044"/>
                </a:moveTo>
                <a:lnTo>
                  <a:pt x="901873" y="225582"/>
                </a:lnTo>
                <a:moveTo>
                  <a:pt x="671810" y="258044"/>
                </a:moveTo>
                <a:lnTo>
                  <a:pt x="708111" y="70957"/>
                </a:lnTo>
                <a:moveTo>
                  <a:pt x="671810" y="258044"/>
                </a:moveTo>
                <a:lnTo>
                  <a:pt x="554126" y="61082"/>
                </a:lnTo>
                <a:moveTo>
                  <a:pt x="901873" y="225582"/>
                </a:moveTo>
                <a:lnTo>
                  <a:pt x="1024402" y="180320"/>
                </a:lnTo>
                <a:moveTo>
                  <a:pt x="901873" y="225582"/>
                </a:moveTo>
                <a:lnTo>
                  <a:pt x="871698" y="85039"/>
                </a:lnTo>
                <a:moveTo>
                  <a:pt x="901873" y="225582"/>
                </a:moveTo>
                <a:lnTo>
                  <a:pt x="1040130" y="85314"/>
                </a:lnTo>
                <a:moveTo>
                  <a:pt x="1024402" y="180320"/>
                </a:moveTo>
                <a:lnTo>
                  <a:pt x="1251174" y="192390"/>
                </a:lnTo>
                <a:moveTo>
                  <a:pt x="1024402" y="180320"/>
                </a:moveTo>
                <a:lnTo>
                  <a:pt x="1040130" y="85314"/>
                </a:lnTo>
                <a:moveTo>
                  <a:pt x="1024402" y="180320"/>
                </a:moveTo>
                <a:lnTo>
                  <a:pt x="1259860" y="38039"/>
                </a:lnTo>
                <a:moveTo>
                  <a:pt x="1024402" y="180320"/>
                </a:moveTo>
                <a:lnTo>
                  <a:pt x="871698" y="85039"/>
                </a:lnTo>
                <a:moveTo>
                  <a:pt x="1251174" y="192390"/>
                </a:moveTo>
                <a:lnTo>
                  <a:pt x="1379464" y="187543"/>
                </a:lnTo>
                <a:moveTo>
                  <a:pt x="1251174" y="192390"/>
                </a:moveTo>
                <a:lnTo>
                  <a:pt x="1259860" y="38039"/>
                </a:lnTo>
                <a:moveTo>
                  <a:pt x="1251174" y="192390"/>
                </a:moveTo>
                <a:lnTo>
                  <a:pt x="1388791" y="44806"/>
                </a:lnTo>
                <a:moveTo>
                  <a:pt x="1251174" y="192390"/>
                </a:moveTo>
                <a:lnTo>
                  <a:pt x="1040130" y="85314"/>
                </a:lnTo>
                <a:moveTo>
                  <a:pt x="1379464" y="187543"/>
                </a:moveTo>
                <a:lnTo>
                  <a:pt x="1554937" y="186995"/>
                </a:lnTo>
                <a:moveTo>
                  <a:pt x="1379464" y="187543"/>
                </a:moveTo>
                <a:lnTo>
                  <a:pt x="1388791" y="44806"/>
                </a:lnTo>
                <a:moveTo>
                  <a:pt x="1379464" y="187543"/>
                </a:moveTo>
                <a:lnTo>
                  <a:pt x="1631838" y="77267"/>
                </a:lnTo>
                <a:moveTo>
                  <a:pt x="1379464" y="187543"/>
                </a:moveTo>
                <a:lnTo>
                  <a:pt x="1259860" y="38039"/>
                </a:lnTo>
                <a:moveTo>
                  <a:pt x="1554937" y="186995"/>
                </a:moveTo>
                <a:lnTo>
                  <a:pt x="1766255" y="233172"/>
                </a:lnTo>
                <a:moveTo>
                  <a:pt x="1554937" y="186995"/>
                </a:moveTo>
                <a:lnTo>
                  <a:pt x="1631838" y="77267"/>
                </a:lnTo>
                <a:moveTo>
                  <a:pt x="1554937" y="186995"/>
                </a:moveTo>
                <a:lnTo>
                  <a:pt x="1798625" y="48555"/>
                </a:lnTo>
                <a:moveTo>
                  <a:pt x="1554937" y="186995"/>
                </a:moveTo>
                <a:lnTo>
                  <a:pt x="1388791" y="44806"/>
                </a:lnTo>
                <a:moveTo>
                  <a:pt x="1766255" y="233172"/>
                </a:moveTo>
                <a:lnTo>
                  <a:pt x="1952061" y="181326"/>
                </a:lnTo>
                <a:moveTo>
                  <a:pt x="1766255" y="233172"/>
                </a:moveTo>
                <a:lnTo>
                  <a:pt x="1798625" y="48555"/>
                </a:lnTo>
                <a:moveTo>
                  <a:pt x="1766255" y="233172"/>
                </a:moveTo>
                <a:lnTo>
                  <a:pt x="1946940" y="12984"/>
                </a:lnTo>
                <a:moveTo>
                  <a:pt x="1766255" y="233172"/>
                </a:moveTo>
                <a:lnTo>
                  <a:pt x="1631838" y="77267"/>
                </a:lnTo>
                <a:moveTo>
                  <a:pt x="1952061" y="181326"/>
                </a:moveTo>
                <a:lnTo>
                  <a:pt x="2103852" y="251734"/>
                </a:lnTo>
                <a:moveTo>
                  <a:pt x="1952061" y="181326"/>
                </a:moveTo>
                <a:lnTo>
                  <a:pt x="1946940" y="12984"/>
                </a:lnTo>
                <a:moveTo>
                  <a:pt x="1952061" y="181326"/>
                </a:moveTo>
                <a:lnTo>
                  <a:pt x="2115007" y="41971"/>
                </a:lnTo>
                <a:moveTo>
                  <a:pt x="1952061" y="181326"/>
                </a:moveTo>
                <a:lnTo>
                  <a:pt x="1798625" y="48555"/>
                </a:lnTo>
                <a:moveTo>
                  <a:pt x="2103852" y="251734"/>
                </a:moveTo>
                <a:lnTo>
                  <a:pt x="2303831" y="242042"/>
                </a:lnTo>
                <a:moveTo>
                  <a:pt x="2103852" y="251734"/>
                </a:moveTo>
                <a:lnTo>
                  <a:pt x="2115007" y="41971"/>
                </a:lnTo>
                <a:moveTo>
                  <a:pt x="2103852" y="251734"/>
                </a:moveTo>
                <a:lnTo>
                  <a:pt x="2318095" y="0"/>
                </a:lnTo>
                <a:moveTo>
                  <a:pt x="2103852" y="251734"/>
                </a:moveTo>
                <a:lnTo>
                  <a:pt x="1946940" y="12984"/>
                </a:lnTo>
                <a:moveTo>
                  <a:pt x="2303831" y="242042"/>
                </a:moveTo>
                <a:lnTo>
                  <a:pt x="2318095" y="0"/>
                </a:lnTo>
                <a:moveTo>
                  <a:pt x="2303831" y="242042"/>
                </a:moveTo>
                <a:lnTo>
                  <a:pt x="2115007" y="41971"/>
                </a:lnTo>
                <a:moveTo>
                  <a:pt x="0" y="72420"/>
                </a:moveTo>
                <a:lnTo>
                  <a:pt x="137251" y="68854"/>
                </a:lnTo>
                <a:moveTo>
                  <a:pt x="137251" y="68854"/>
                </a:moveTo>
                <a:lnTo>
                  <a:pt x="337414" y="59710"/>
                </a:lnTo>
                <a:moveTo>
                  <a:pt x="337414" y="59710"/>
                </a:moveTo>
                <a:lnTo>
                  <a:pt x="554126" y="61082"/>
                </a:lnTo>
                <a:moveTo>
                  <a:pt x="554126" y="61082"/>
                </a:moveTo>
                <a:lnTo>
                  <a:pt x="708111" y="70957"/>
                </a:lnTo>
                <a:moveTo>
                  <a:pt x="708111" y="70957"/>
                </a:moveTo>
                <a:lnTo>
                  <a:pt x="871698" y="85039"/>
                </a:lnTo>
                <a:moveTo>
                  <a:pt x="871698" y="85039"/>
                </a:moveTo>
                <a:lnTo>
                  <a:pt x="1040130" y="85314"/>
                </a:lnTo>
                <a:moveTo>
                  <a:pt x="1040130" y="85314"/>
                </a:moveTo>
                <a:lnTo>
                  <a:pt x="1259860" y="38039"/>
                </a:lnTo>
                <a:moveTo>
                  <a:pt x="1259860" y="38039"/>
                </a:moveTo>
                <a:lnTo>
                  <a:pt x="1388791" y="44806"/>
                </a:lnTo>
                <a:moveTo>
                  <a:pt x="1631838" y="77267"/>
                </a:moveTo>
                <a:lnTo>
                  <a:pt x="1798625" y="48555"/>
                </a:lnTo>
                <a:moveTo>
                  <a:pt x="1798625" y="48555"/>
                </a:moveTo>
                <a:lnTo>
                  <a:pt x="1946940" y="12984"/>
                </a:lnTo>
                <a:moveTo>
                  <a:pt x="1946940" y="12984"/>
                </a:moveTo>
                <a:lnTo>
                  <a:pt x="2115007" y="41971"/>
                </a:lnTo>
                <a:moveTo>
                  <a:pt x="2115007" y="41971"/>
                </a:moveTo>
                <a:lnTo>
                  <a:pt x="2318095" y="0"/>
                </a:lnTo>
              </a:path>
            </a:pathLst>
          </a:custGeom>
          <a:ln w="5169" cap="rnd">
            <a:solidFill>
              <a:srgbClr val="BDB9AE"/>
            </a:solidFill>
            <a:prstDash val="solid"/>
            <a:round/>
          </a:ln>
        </p:spPr>
      </p:sp>
      <p:sp>
        <p:nvSpPr>
          <p:cNvPr id="4" name="Forma 271"/>
          <p:cNvSpPr/>
          <p:nvPr/>
        </p:nvSpPr>
        <p:spPr>
          <a:xfrm>
            <a:off x="1313170" y="3476183"/>
            <a:ext cx="2305202" cy="204277"/>
          </a:xfrm>
          <a:custGeom>
            <a:avLst/>
            <a:gdLst/>
            <a:ahLst/>
            <a:cxnLst/>
            <a:rect l="l" t="t" r="r" b="b"/>
            <a:pathLst>
              <a:path w="2305202" h="204277">
                <a:moveTo>
                  <a:pt x="20665" y="193944"/>
                </a:moveTo>
                <a:cubicBezTo>
                  <a:pt x="20665" y="196779"/>
                  <a:pt x="19660" y="199248"/>
                  <a:pt x="17648" y="201259"/>
                </a:cubicBezTo>
                <a:cubicBezTo>
                  <a:pt x="15636" y="203271"/>
                  <a:pt x="13167" y="204277"/>
                  <a:pt x="10333" y="204277"/>
                </a:cubicBezTo>
                <a:cubicBezTo>
                  <a:pt x="7498" y="204277"/>
                  <a:pt x="5029" y="203271"/>
                  <a:pt x="3018" y="201259"/>
                </a:cubicBezTo>
                <a:cubicBezTo>
                  <a:pt x="1006" y="199248"/>
                  <a:pt x="0" y="196779"/>
                  <a:pt x="0" y="193944"/>
                </a:cubicBezTo>
                <a:cubicBezTo>
                  <a:pt x="0" y="191110"/>
                  <a:pt x="1006" y="188641"/>
                  <a:pt x="3018" y="186629"/>
                </a:cubicBezTo>
                <a:cubicBezTo>
                  <a:pt x="5029" y="184617"/>
                  <a:pt x="7498" y="183612"/>
                  <a:pt x="10333" y="183612"/>
                </a:cubicBezTo>
                <a:cubicBezTo>
                  <a:pt x="13167" y="183612"/>
                  <a:pt x="15636" y="184617"/>
                  <a:pt x="17648" y="186629"/>
                </a:cubicBezTo>
                <a:cubicBezTo>
                  <a:pt x="19660" y="188641"/>
                  <a:pt x="20665" y="191110"/>
                  <a:pt x="20665" y="193944"/>
                </a:cubicBezTo>
              </a:path>
              <a:path w="2305202" h="204277">
                <a:moveTo>
                  <a:pt x="211044" y="193944"/>
                </a:moveTo>
                <a:cubicBezTo>
                  <a:pt x="211044" y="196779"/>
                  <a:pt x="210038" y="199248"/>
                  <a:pt x="208026" y="201259"/>
                </a:cubicBezTo>
                <a:cubicBezTo>
                  <a:pt x="206014" y="203271"/>
                  <a:pt x="203637" y="204277"/>
                  <a:pt x="200711" y="204277"/>
                </a:cubicBezTo>
                <a:cubicBezTo>
                  <a:pt x="197876" y="204277"/>
                  <a:pt x="195407" y="203271"/>
                  <a:pt x="193396" y="201259"/>
                </a:cubicBezTo>
                <a:cubicBezTo>
                  <a:pt x="191384" y="199248"/>
                  <a:pt x="190378" y="196779"/>
                  <a:pt x="190378" y="193944"/>
                </a:cubicBezTo>
                <a:cubicBezTo>
                  <a:pt x="190378" y="191110"/>
                  <a:pt x="191384" y="188641"/>
                  <a:pt x="193396" y="186629"/>
                </a:cubicBezTo>
                <a:cubicBezTo>
                  <a:pt x="195407" y="184617"/>
                  <a:pt x="197876" y="183612"/>
                  <a:pt x="200711" y="183612"/>
                </a:cubicBezTo>
                <a:cubicBezTo>
                  <a:pt x="203637" y="183612"/>
                  <a:pt x="206014" y="184617"/>
                  <a:pt x="208026" y="186629"/>
                </a:cubicBezTo>
                <a:cubicBezTo>
                  <a:pt x="210038" y="188641"/>
                  <a:pt x="211044" y="191110"/>
                  <a:pt x="211044" y="193944"/>
                </a:cubicBezTo>
              </a:path>
              <a:path w="2305202" h="204277">
                <a:moveTo>
                  <a:pt x="377922" y="193944"/>
                </a:moveTo>
                <a:cubicBezTo>
                  <a:pt x="377922" y="196779"/>
                  <a:pt x="376916" y="199248"/>
                  <a:pt x="374904" y="201259"/>
                </a:cubicBezTo>
                <a:cubicBezTo>
                  <a:pt x="372892" y="203271"/>
                  <a:pt x="370423" y="204277"/>
                  <a:pt x="367589" y="204277"/>
                </a:cubicBezTo>
                <a:cubicBezTo>
                  <a:pt x="364754" y="204277"/>
                  <a:pt x="362285" y="203271"/>
                  <a:pt x="360274" y="201259"/>
                </a:cubicBezTo>
                <a:cubicBezTo>
                  <a:pt x="358262" y="199248"/>
                  <a:pt x="357256" y="196779"/>
                  <a:pt x="357256" y="193944"/>
                </a:cubicBezTo>
                <a:cubicBezTo>
                  <a:pt x="357256" y="191110"/>
                  <a:pt x="358262" y="188641"/>
                  <a:pt x="360274" y="186629"/>
                </a:cubicBezTo>
                <a:cubicBezTo>
                  <a:pt x="362285" y="184617"/>
                  <a:pt x="364754" y="183612"/>
                  <a:pt x="367589" y="183612"/>
                </a:cubicBezTo>
                <a:cubicBezTo>
                  <a:pt x="370423" y="183612"/>
                  <a:pt x="372892" y="184617"/>
                  <a:pt x="374904" y="186629"/>
                </a:cubicBezTo>
                <a:cubicBezTo>
                  <a:pt x="376916" y="188641"/>
                  <a:pt x="377922" y="191110"/>
                  <a:pt x="377922" y="193944"/>
                </a:cubicBezTo>
              </a:path>
              <a:path w="2305202" h="204277">
                <a:moveTo>
                  <a:pt x="512613" y="193304"/>
                </a:moveTo>
                <a:cubicBezTo>
                  <a:pt x="512613" y="196139"/>
                  <a:pt x="511607" y="198608"/>
                  <a:pt x="509595" y="200619"/>
                </a:cubicBezTo>
                <a:cubicBezTo>
                  <a:pt x="507583" y="202631"/>
                  <a:pt x="505115" y="203637"/>
                  <a:pt x="502280" y="203637"/>
                </a:cubicBezTo>
                <a:cubicBezTo>
                  <a:pt x="499445" y="203637"/>
                  <a:pt x="496976" y="202631"/>
                  <a:pt x="494965" y="200619"/>
                </a:cubicBezTo>
                <a:cubicBezTo>
                  <a:pt x="492953" y="198608"/>
                  <a:pt x="491947" y="196139"/>
                  <a:pt x="491947" y="193304"/>
                </a:cubicBezTo>
                <a:cubicBezTo>
                  <a:pt x="491947" y="190470"/>
                  <a:pt x="492953" y="188001"/>
                  <a:pt x="494965" y="185989"/>
                </a:cubicBezTo>
                <a:cubicBezTo>
                  <a:pt x="496976" y="183977"/>
                  <a:pt x="499445" y="182971"/>
                  <a:pt x="502280" y="182971"/>
                </a:cubicBezTo>
                <a:cubicBezTo>
                  <a:pt x="505115" y="182971"/>
                  <a:pt x="507583" y="183977"/>
                  <a:pt x="509595" y="185989"/>
                </a:cubicBezTo>
                <a:cubicBezTo>
                  <a:pt x="511607" y="188001"/>
                  <a:pt x="512613" y="190470"/>
                  <a:pt x="512613" y="193304"/>
                </a:cubicBezTo>
              </a:path>
              <a:path w="2305202" h="204277">
                <a:moveTo>
                  <a:pt x="687903" y="193944"/>
                </a:moveTo>
                <a:cubicBezTo>
                  <a:pt x="687903" y="196779"/>
                  <a:pt x="686897" y="199248"/>
                  <a:pt x="684886" y="201259"/>
                </a:cubicBezTo>
                <a:cubicBezTo>
                  <a:pt x="682874" y="203271"/>
                  <a:pt x="680405" y="204277"/>
                  <a:pt x="677570" y="204277"/>
                </a:cubicBezTo>
                <a:cubicBezTo>
                  <a:pt x="674644" y="204277"/>
                  <a:pt x="672267" y="203271"/>
                  <a:pt x="670255" y="201259"/>
                </a:cubicBezTo>
                <a:cubicBezTo>
                  <a:pt x="668244" y="199248"/>
                  <a:pt x="667238" y="196779"/>
                  <a:pt x="667238" y="193944"/>
                </a:cubicBezTo>
                <a:cubicBezTo>
                  <a:pt x="667238" y="191110"/>
                  <a:pt x="668244" y="188641"/>
                  <a:pt x="670255" y="186629"/>
                </a:cubicBezTo>
                <a:cubicBezTo>
                  <a:pt x="672267" y="184617"/>
                  <a:pt x="674644" y="183612"/>
                  <a:pt x="677570" y="183612"/>
                </a:cubicBezTo>
                <a:cubicBezTo>
                  <a:pt x="680405" y="183612"/>
                  <a:pt x="682874" y="184617"/>
                  <a:pt x="684886" y="186629"/>
                </a:cubicBezTo>
                <a:cubicBezTo>
                  <a:pt x="686897" y="188641"/>
                  <a:pt x="687903" y="191110"/>
                  <a:pt x="687903" y="193944"/>
                </a:cubicBezTo>
              </a:path>
              <a:path w="2305202" h="204277">
                <a:moveTo>
                  <a:pt x="867766" y="193944"/>
                </a:moveTo>
                <a:cubicBezTo>
                  <a:pt x="867766" y="196779"/>
                  <a:pt x="866760" y="199248"/>
                  <a:pt x="864748" y="201259"/>
                </a:cubicBezTo>
                <a:cubicBezTo>
                  <a:pt x="862736" y="203271"/>
                  <a:pt x="860268" y="204277"/>
                  <a:pt x="857433" y="204277"/>
                </a:cubicBezTo>
                <a:cubicBezTo>
                  <a:pt x="854598" y="204277"/>
                  <a:pt x="852129" y="203271"/>
                  <a:pt x="850118" y="201259"/>
                </a:cubicBezTo>
                <a:cubicBezTo>
                  <a:pt x="848106" y="199248"/>
                  <a:pt x="847100" y="196779"/>
                  <a:pt x="847100" y="193944"/>
                </a:cubicBezTo>
                <a:cubicBezTo>
                  <a:pt x="847100" y="191110"/>
                  <a:pt x="848106" y="188641"/>
                  <a:pt x="850118" y="186629"/>
                </a:cubicBezTo>
                <a:cubicBezTo>
                  <a:pt x="852129" y="184617"/>
                  <a:pt x="854598" y="183612"/>
                  <a:pt x="857433" y="183612"/>
                </a:cubicBezTo>
                <a:cubicBezTo>
                  <a:pt x="860268" y="183612"/>
                  <a:pt x="862736" y="184617"/>
                  <a:pt x="864748" y="186629"/>
                </a:cubicBezTo>
                <a:cubicBezTo>
                  <a:pt x="866760" y="188641"/>
                  <a:pt x="867766" y="191110"/>
                  <a:pt x="867766" y="193944"/>
                </a:cubicBezTo>
              </a:path>
              <a:path w="2305202" h="204277">
                <a:moveTo>
                  <a:pt x="1076157" y="165141"/>
                </a:moveTo>
                <a:cubicBezTo>
                  <a:pt x="1076157" y="167975"/>
                  <a:pt x="1075152" y="170353"/>
                  <a:pt x="1073140" y="172364"/>
                </a:cubicBezTo>
                <a:cubicBezTo>
                  <a:pt x="1071128" y="174376"/>
                  <a:pt x="1068751" y="175382"/>
                  <a:pt x="1065825" y="175382"/>
                </a:cubicBezTo>
                <a:cubicBezTo>
                  <a:pt x="1062990" y="175382"/>
                  <a:pt x="1060521" y="174376"/>
                  <a:pt x="1058509" y="172364"/>
                </a:cubicBezTo>
                <a:cubicBezTo>
                  <a:pt x="1056498" y="170353"/>
                  <a:pt x="1055492" y="167975"/>
                  <a:pt x="1055492" y="165141"/>
                </a:cubicBezTo>
                <a:cubicBezTo>
                  <a:pt x="1055492" y="162306"/>
                  <a:pt x="1056498" y="159837"/>
                  <a:pt x="1058509" y="157825"/>
                </a:cubicBezTo>
                <a:cubicBezTo>
                  <a:pt x="1060521" y="155814"/>
                  <a:pt x="1062990" y="154808"/>
                  <a:pt x="1065825" y="154808"/>
                </a:cubicBezTo>
                <a:cubicBezTo>
                  <a:pt x="1068751" y="154808"/>
                  <a:pt x="1071128" y="155814"/>
                  <a:pt x="1073140" y="157825"/>
                </a:cubicBezTo>
                <a:cubicBezTo>
                  <a:pt x="1075152" y="159837"/>
                  <a:pt x="1076157" y="162306"/>
                  <a:pt x="1076157" y="165141"/>
                </a:cubicBezTo>
              </a:path>
              <a:path w="2305202" h="204277">
                <a:moveTo>
                  <a:pt x="1226668" y="193944"/>
                </a:moveTo>
                <a:cubicBezTo>
                  <a:pt x="1226668" y="196779"/>
                  <a:pt x="1225662" y="199248"/>
                  <a:pt x="1223650" y="201259"/>
                </a:cubicBezTo>
                <a:cubicBezTo>
                  <a:pt x="1221638" y="203271"/>
                  <a:pt x="1219170" y="204277"/>
                  <a:pt x="1216335" y="204277"/>
                </a:cubicBezTo>
                <a:cubicBezTo>
                  <a:pt x="1213409" y="204277"/>
                  <a:pt x="1211031" y="203271"/>
                  <a:pt x="1209020" y="201259"/>
                </a:cubicBezTo>
                <a:cubicBezTo>
                  <a:pt x="1207008" y="199248"/>
                  <a:pt x="1206002" y="196779"/>
                  <a:pt x="1206002" y="193944"/>
                </a:cubicBezTo>
                <a:cubicBezTo>
                  <a:pt x="1206002" y="191110"/>
                  <a:pt x="1207008" y="188641"/>
                  <a:pt x="1209020" y="186629"/>
                </a:cubicBezTo>
                <a:cubicBezTo>
                  <a:pt x="1211031" y="184617"/>
                  <a:pt x="1213409" y="183612"/>
                  <a:pt x="1216335" y="183612"/>
                </a:cubicBezTo>
                <a:cubicBezTo>
                  <a:pt x="1219170" y="183612"/>
                  <a:pt x="1221638" y="184617"/>
                  <a:pt x="1223650" y="186629"/>
                </a:cubicBezTo>
                <a:cubicBezTo>
                  <a:pt x="1225662" y="188641"/>
                  <a:pt x="1226668" y="191110"/>
                  <a:pt x="1226668" y="193944"/>
                </a:cubicBezTo>
              </a:path>
              <a:path w="2305202" h="204277">
                <a:moveTo>
                  <a:pt x="1448227" y="154442"/>
                </a:moveTo>
                <a:cubicBezTo>
                  <a:pt x="1448227" y="157277"/>
                  <a:pt x="1447221" y="159746"/>
                  <a:pt x="1445209" y="161757"/>
                </a:cubicBezTo>
                <a:cubicBezTo>
                  <a:pt x="1443198" y="163769"/>
                  <a:pt x="1440729" y="164775"/>
                  <a:pt x="1437894" y="164775"/>
                </a:cubicBezTo>
                <a:cubicBezTo>
                  <a:pt x="1435059" y="164775"/>
                  <a:pt x="1432590" y="163769"/>
                  <a:pt x="1430579" y="161757"/>
                </a:cubicBezTo>
                <a:cubicBezTo>
                  <a:pt x="1428567" y="159746"/>
                  <a:pt x="1427561" y="157277"/>
                  <a:pt x="1427561" y="154442"/>
                </a:cubicBezTo>
                <a:cubicBezTo>
                  <a:pt x="1427561" y="151608"/>
                  <a:pt x="1428567" y="149139"/>
                  <a:pt x="1430579" y="147127"/>
                </a:cubicBezTo>
                <a:cubicBezTo>
                  <a:pt x="1432590" y="145115"/>
                  <a:pt x="1435059" y="144109"/>
                  <a:pt x="1437894" y="144109"/>
                </a:cubicBezTo>
                <a:cubicBezTo>
                  <a:pt x="1440729" y="144109"/>
                  <a:pt x="1443198" y="145115"/>
                  <a:pt x="1445209" y="147127"/>
                </a:cubicBezTo>
                <a:cubicBezTo>
                  <a:pt x="1447221" y="149139"/>
                  <a:pt x="1448227" y="151608"/>
                  <a:pt x="1448227" y="154442"/>
                </a:cubicBezTo>
              </a:path>
              <a:path w="2305202" h="204277">
                <a:moveTo>
                  <a:pt x="1620865" y="193944"/>
                </a:moveTo>
                <a:cubicBezTo>
                  <a:pt x="1620865" y="196779"/>
                  <a:pt x="1619768" y="199248"/>
                  <a:pt x="1617756" y="201259"/>
                </a:cubicBezTo>
                <a:cubicBezTo>
                  <a:pt x="1615745" y="203271"/>
                  <a:pt x="1613367" y="204277"/>
                  <a:pt x="1610441" y="204277"/>
                </a:cubicBezTo>
                <a:cubicBezTo>
                  <a:pt x="1607607" y="204277"/>
                  <a:pt x="1605229" y="203271"/>
                  <a:pt x="1603126" y="201259"/>
                </a:cubicBezTo>
                <a:cubicBezTo>
                  <a:pt x="1601114" y="199248"/>
                  <a:pt x="1600109" y="196779"/>
                  <a:pt x="1600109" y="193944"/>
                </a:cubicBezTo>
                <a:cubicBezTo>
                  <a:pt x="1600109" y="191110"/>
                  <a:pt x="1601114" y="188641"/>
                  <a:pt x="1603126" y="186629"/>
                </a:cubicBezTo>
                <a:cubicBezTo>
                  <a:pt x="1605229" y="184617"/>
                  <a:pt x="1607607" y="183612"/>
                  <a:pt x="1610441" y="183612"/>
                </a:cubicBezTo>
                <a:cubicBezTo>
                  <a:pt x="1613367" y="183612"/>
                  <a:pt x="1615745" y="184617"/>
                  <a:pt x="1617756" y="186629"/>
                </a:cubicBezTo>
                <a:cubicBezTo>
                  <a:pt x="1619768" y="188641"/>
                  <a:pt x="1620865" y="191110"/>
                  <a:pt x="1620865" y="193944"/>
                </a:cubicBezTo>
              </a:path>
              <a:path w="2305202" h="204277">
                <a:moveTo>
                  <a:pt x="1833189" y="193944"/>
                </a:moveTo>
                <a:cubicBezTo>
                  <a:pt x="1833189" y="196779"/>
                  <a:pt x="1832183" y="199248"/>
                  <a:pt x="1830172" y="201259"/>
                </a:cubicBezTo>
                <a:cubicBezTo>
                  <a:pt x="1828160" y="203271"/>
                  <a:pt x="1825691" y="204277"/>
                  <a:pt x="1822856" y="204277"/>
                </a:cubicBezTo>
                <a:cubicBezTo>
                  <a:pt x="1820022" y="204277"/>
                  <a:pt x="1817553" y="203271"/>
                  <a:pt x="1815541" y="201259"/>
                </a:cubicBezTo>
                <a:cubicBezTo>
                  <a:pt x="1813530" y="199248"/>
                  <a:pt x="1812524" y="196779"/>
                  <a:pt x="1812524" y="193944"/>
                </a:cubicBezTo>
                <a:cubicBezTo>
                  <a:pt x="1812524" y="191110"/>
                  <a:pt x="1813530" y="188641"/>
                  <a:pt x="1815541" y="186629"/>
                </a:cubicBezTo>
                <a:cubicBezTo>
                  <a:pt x="1817553" y="184617"/>
                  <a:pt x="1820022" y="183612"/>
                  <a:pt x="1822856" y="183612"/>
                </a:cubicBezTo>
                <a:cubicBezTo>
                  <a:pt x="1825691" y="183612"/>
                  <a:pt x="1828160" y="184617"/>
                  <a:pt x="1830172" y="186629"/>
                </a:cubicBezTo>
                <a:cubicBezTo>
                  <a:pt x="1832183" y="188641"/>
                  <a:pt x="1833189" y="191110"/>
                  <a:pt x="1833189" y="193944"/>
                </a:cubicBezTo>
              </a:path>
              <a:path w="2305202" h="204277">
                <a:moveTo>
                  <a:pt x="1999793" y="193944"/>
                </a:moveTo>
                <a:cubicBezTo>
                  <a:pt x="1999793" y="196779"/>
                  <a:pt x="1998787" y="199248"/>
                  <a:pt x="1996775" y="201259"/>
                </a:cubicBezTo>
                <a:cubicBezTo>
                  <a:pt x="1994764" y="203271"/>
                  <a:pt x="1992295" y="204277"/>
                  <a:pt x="1989460" y="204277"/>
                </a:cubicBezTo>
                <a:cubicBezTo>
                  <a:pt x="1986625" y="204277"/>
                  <a:pt x="1984157" y="203271"/>
                  <a:pt x="1982145" y="201259"/>
                </a:cubicBezTo>
                <a:cubicBezTo>
                  <a:pt x="1980133" y="199248"/>
                  <a:pt x="1979127" y="196779"/>
                  <a:pt x="1979127" y="193944"/>
                </a:cubicBezTo>
                <a:cubicBezTo>
                  <a:pt x="1979127" y="191110"/>
                  <a:pt x="1980133" y="188641"/>
                  <a:pt x="1982145" y="186629"/>
                </a:cubicBezTo>
                <a:cubicBezTo>
                  <a:pt x="1984157" y="184617"/>
                  <a:pt x="1986625" y="183612"/>
                  <a:pt x="1989460" y="183612"/>
                </a:cubicBezTo>
                <a:cubicBezTo>
                  <a:pt x="1992295" y="183612"/>
                  <a:pt x="1994764" y="184617"/>
                  <a:pt x="1996775" y="186629"/>
                </a:cubicBezTo>
                <a:cubicBezTo>
                  <a:pt x="1998787" y="188641"/>
                  <a:pt x="1999793" y="191110"/>
                  <a:pt x="1999793" y="193944"/>
                </a:cubicBezTo>
              </a:path>
              <a:path w="2305202" h="204277">
                <a:moveTo>
                  <a:pt x="2113636" y="193944"/>
                </a:moveTo>
                <a:cubicBezTo>
                  <a:pt x="2113636" y="196779"/>
                  <a:pt x="2112630" y="199248"/>
                  <a:pt x="2110618" y="201259"/>
                </a:cubicBezTo>
                <a:cubicBezTo>
                  <a:pt x="2108606" y="203271"/>
                  <a:pt x="2106138" y="204277"/>
                  <a:pt x="2103303" y="204277"/>
                </a:cubicBezTo>
                <a:cubicBezTo>
                  <a:pt x="2100468" y="204277"/>
                  <a:pt x="2097999" y="203271"/>
                  <a:pt x="2095988" y="201259"/>
                </a:cubicBezTo>
                <a:cubicBezTo>
                  <a:pt x="2093976" y="199248"/>
                  <a:pt x="2092970" y="196779"/>
                  <a:pt x="2092970" y="193944"/>
                </a:cubicBezTo>
                <a:cubicBezTo>
                  <a:pt x="2092970" y="191110"/>
                  <a:pt x="2093976" y="188641"/>
                  <a:pt x="2095988" y="186629"/>
                </a:cubicBezTo>
                <a:cubicBezTo>
                  <a:pt x="2097999" y="184617"/>
                  <a:pt x="2100468" y="183612"/>
                  <a:pt x="2103303" y="183612"/>
                </a:cubicBezTo>
                <a:cubicBezTo>
                  <a:pt x="2106138" y="183612"/>
                  <a:pt x="2108606" y="184617"/>
                  <a:pt x="2110618" y="186629"/>
                </a:cubicBezTo>
                <a:cubicBezTo>
                  <a:pt x="2112630" y="188641"/>
                  <a:pt x="2113636" y="191110"/>
                  <a:pt x="2113636" y="193944"/>
                </a:cubicBezTo>
              </a:path>
              <a:path w="2305202" h="204277">
                <a:moveTo>
                  <a:pt x="2305202" y="166055"/>
                </a:moveTo>
                <a:cubicBezTo>
                  <a:pt x="2305202" y="168890"/>
                  <a:pt x="2304197" y="171267"/>
                  <a:pt x="2302185" y="173279"/>
                </a:cubicBezTo>
                <a:cubicBezTo>
                  <a:pt x="2300082" y="175290"/>
                  <a:pt x="2297704" y="176388"/>
                  <a:pt x="2294870" y="176388"/>
                </a:cubicBezTo>
                <a:cubicBezTo>
                  <a:pt x="2291944" y="176388"/>
                  <a:pt x="2289566" y="175290"/>
                  <a:pt x="2287554" y="173279"/>
                </a:cubicBezTo>
                <a:cubicBezTo>
                  <a:pt x="2285543" y="171267"/>
                  <a:pt x="2284537" y="168890"/>
                  <a:pt x="2284537" y="166055"/>
                </a:cubicBezTo>
                <a:cubicBezTo>
                  <a:pt x="2284537" y="163220"/>
                  <a:pt x="2285543" y="160752"/>
                  <a:pt x="2287554" y="158740"/>
                </a:cubicBezTo>
                <a:cubicBezTo>
                  <a:pt x="2289566" y="156728"/>
                  <a:pt x="2291944" y="155722"/>
                  <a:pt x="2294870" y="155722"/>
                </a:cubicBezTo>
                <a:cubicBezTo>
                  <a:pt x="2297704" y="155722"/>
                  <a:pt x="2300082" y="156728"/>
                  <a:pt x="2302185" y="158740"/>
                </a:cubicBezTo>
                <a:cubicBezTo>
                  <a:pt x="2304197" y="160752"/>
                  <a:pt x="2305202" y="163220"/>
                  <a:pt x="2305202" y="166055"/>
                </a:cubicBezTo>
              </a:path>
              <a:path w="2305202" h="204277">
                <a:moveTo>
                  <a:pt x="20665" y="10333"/>
                </a:moveTo>
                <a:cubicBezTo>
                  <a:pt x="20665" y="13167"/>
                  <a:pt x="19660" y="15545"/>
                  <a:pt x="17648" y="17556"/>
                </a:cubicBezTo>
                <a:cubicBezTo>
                  <a:pt x="15636" y="19568"/>
                  <a:pt x="13167" y="20574"/>
                  <a:pt x="10333" y="20574"/>
                </a:cubicBezTo>
                <a:cubicBezTo>
                  <a:pt x="7498" y="20574"/>
                  <a:pt x="5029" y="19568"/>
                  <a:pt x="3018" y="17556"/>
                </a:cubicBezTo>
                <a:cubicBezTo>
                  <a:pt x="1006" y="15545"/>
                  <a:pt x="0" y="13167"/>
                  <a:pt x="0" y="10333"/>
                </a:cubicBezTo>
                <a:cubicBezTo>
                  <a:pt x="0" y="7498"/>
                  <a:pt x="1006" y="5029"/>
                  <a:pt x="3018" y="3018"/>
                </a:cubicBezTo>
                <a:cubicBezTo>
                  <a:pt x="5029" y="1006"/>
                  <a:pt x="7498" y="0"/>
                  <a:pt x="10333" y="0"/>
                </a:cubicBezTo>
                <a:cubicBezTo>
                  <a:pt x="13167" y="0"/>
                  <a:pt x="15636" y="1006"/>
                  <a:pt x="17648" y="3018"/>
                </a:cubicBezTo>
                <a:cubicBezTo>
                  <a:pt x="19660" y="5029"/>
                  <a:pt x="20665" y="7498"/>
                  <a:pt x="20665" y="10333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5" name="Forma 272"/>
          <p:cNvSpPr/>
          <p:nvPr/>
        </p:nvSpPr>
        <p:spPr>
          <a:xfrm>
            <a:off x="1486814" y="3478926"/>
            <a:ext cx="52121" cy="51938"/>
          </a:xfrm>
          <a:custGeom>
            <a:avLst/>
            <a:gdLst/>
            <a:ahLst/>
            <a:cxnLst/>
            <a:rect l="l" t="t" r="r" b="b"/>
            <a:pathLst>
              <a:path w="52121" h="51938">
                <a:moveTo>
                  <a:pt x="52121" y="25969"/>
                </a:moveTo>
                <a:cubicBezTo>
                  <a:pt x="52121" y="29444"/>
                  <a:pt x="51389" y="32736"/>
                  <a:pt x="50109" y="35936"/>
                </a:cubicBezTo>
                <a:cubicBezTo>
                  <a:pt x="48829" y="39045"/>
                  <a:pt x="46909" y="41880"/>
                  <a:pt x="44440" y="44348"/>
                </a:cubicBezTo>
                <a:cubicBezTo>
                  <a:pt x="42062" y="46726"/>
                  <a:pt x="39228" y="48646"/>
                  <a:pt x="36027" y="49926"/>
                </a:cubicBezTo>
                <a:cubicBezTo>
                  <a:pt x="32827" y="51298"/>
                  <a:pt x="29535" y="51938"/>
                  <a:pt x="26060" y="51938"/>
                </a:cubicBezTo>
                <a:cubicBezTo>
                  <a:pt x="22586" y="51938"/>
                  <a:pt x="19294" y="51298"/>
                  <a:pt x="16093" y="49926"/>
                </a:cubicBezTo>
                <a:cubicBezTo>
                  <a:pt x="12893" y="48646"/>
                  <a:pt x="10058" y="46726"/>
                  <a:pt x="7590" y="44348"/>
                </a:cubicBezTo>
                <a:cubicBezTo>
                  <a:pt x="5212" y="41880"/>
                  <a:pt x="3292" y="39045"/>
                  <a:pt x="2012" y="35936"/>
                </a:cubicBezTo>
                <a:cubicBezTo>
                  <a:pt x="640" y="32736"/>
                  <a:pt x="0" y="29444"/>
                  <a:pt x="0" y="25969"/>
                </a:cubicBezTo>
                <a:cubicBezTo>
                  <a:pt x="0" y="22494"/>
                  <a:pt x="640" y="19202"/>
                  <a:pt x="2012" y="16002"/>
                </a:cubicBezTo>
                <a:cubicBezTo>
                  <a:pt x="3292" y="12802"/>
                  <a:pt x="5212" y="10058"/>
                  <a:pt x="7590" y="7590"/>
                </a:cubicBezTo>
                <a:cubicBezTo>
                  <a:pt x="10058" y="5212"/>
                  <a:pt x="12893" y="3292"/>
                  <a:pt x="16093" y="2012"/>
                </a:cubicBezTo>
                <a:cubicBezTo>
                  <a:pt x="19294" y="640"/>
                  <a:pt x="22586" y="0"/>
                  <a:pt x="26060" y="0"/>
                </a:cubicBezTo>
                <a:cubicBezTo>
                  <a:pt x="29535" y="0"/>
                  <a:pt x="32827" y="640"/>
                  <a:pt x="36027" y="2012"/>
                </a:cubicBezTo>
                <a:cubicBezTo>
                  <a:pt x="39228" y="3292"/>
                  <a:pt x="42062" y="5212"/>
                  <a:pt x="44440" y="7590"/>
                </a:cubicBezTo>
                <a:cubicBezTo>
                  <a:pt x="46909" y="10058"/>
                  <a:pt x="48829" y="12802"/>
                  <a:pt x="50109" y="16002"/>
                </a:cubicBezTo>
                <a:cubicBezTo>
                  <a:pt x="51389" y="19202"/>
                  <a:pt x="52121" y="22494"/>
                  <a:pt x="52121" y="25969"/>
                </a:cubicBezTo>
              </a:path>
            </a:pathLst>
          </a:custGeom>
          <a:solidFill>
            <a:srgbClr val="315D70"/>
          </a:solidFill>
          <a:ln w="8801">
            <a:solidFill>
              <a:srgbClr val="F2EFE6"/>
            </a:solidFill>
            <a:prstDash val="solid"/>
          </a:ln>
        </p:spPr>
      </p:sp>
      <p:sp>
        <p:nvSpPr>
          <p:cNvPr id="6" name="Forma 273"/>
          <p:cNvSpPr/>
          <p:nvPr/>
        </p:nvSpPr>
        <p:spPr>
          <a:xfrm>
            <a:off x="1313170" y="2927726"/>
            <a:ext cx="2362261" cy="614843"/>
          </a:xfrm>
          <a:custGeom>
            <a:avLst/>
            <a:gdLst/>
            <a:ahLst/>
            <a:cxnLst/>
            <a:rect l="l" t="t" r="r" b="b"/>
            <a:pathLst>
              <a:path w="2362261" h="614843">
                <a:moveTo>
                  <a:pt x="378927" y="604510"/>
                </a:moveTo>
                <a:cubicBezTo>
                  <a:pt x="378927" y="607344"/>
                  <a:pt x="377922" y="609813"/>
                  <a:pt x="375910" y="611825"/>
                </a:cubicBezTo>
                <a:cubicBezTo>
                  <a:pt x="373898" y="613837"/>
                  <a:pt x="371521" y="614843"/>
                  <a:pt x="368595" y="614843"/>
                </a:cubicBezTo>
                <a:cubicBezTo>
                  <a:pt x="365760" y="614843"/>
                  <a:pt x="363291" y="613837"/>
                  <a:pt x="361279" y="611825"/>
                </a:cubicBezTo>
                <a:cubicBezTo>
                  <a:pt x="359268" y="609813"/>
                  <a:pt x="358262" y="607344"/>
                  <a:pt x="358262" y="604510"/>
                </a:cubicBezTo>
                <a:cubicBezTo>
                  <a:pt x="358262" y="601675"/>
                  <a:pt x="359268" y="599206"/>
                  <a:pt x="361279" y="597195"/>
                </a:cubicBezTo>
                <a:cubicBezTo>
                  <a:pt x="363291" y="595183"/>
                  <a:pt x="365760" y="594177"/>
                  <a:pt x="368595" y="594177"/>
                </a:cubicBezTo>
                <a:cubicBezTo>
                  <a:pt x="371521" y="594177"/>
                  <a:pt x="373898" y="595183"/>
                  <a:pt x="375910" y="597195"/>
                </a:cubicBezTo>
                <a:cubicBezTo>
                  <a:pt x="377922" y="599206"/>
                  <a:pt x="378927" y="601675"/>
                  <a:pt x="378927" y="604510"/>
                </a:cubicBezTo>
              </a:path>
              <a:path w="2362261" h="614843">
                <a:moveTo>
                  <a:pt x="512796" y="591891"/>
                </a:moveTo>
                <a:cubicBezTo>
                  <a:pt x="512796" y="594726"/>
                  <a:pt x="511790" y="597103"/>
                  <a:pt x="509778" y="599115"/>
                </a:cubicBezTo>
                <a:cubicBezTo>
                  <a:pt x="507766" y="601127"/>
                  <a:pt x="505297" y="602132"/>
                  <a:pt x="502463" y="602132"/>
                </a:cubicBezTo>
                <a:cubicBezTo>
                  <a:pt x="499628" y="602132"/>
                  <a:pt x="497159" y="601127"/>
                  <a:pt x="495148" y="599115"/>
                </a:cubicBezTo>
                <a:cubicBezTo>
                  <a:pt x="493136" y="597103"/>
                  <a:pt x="492130" y="594726"/>
                  <a:pt x="492130" y="591891"/>
                </a:cubicBezTo>
                <a:cubicBezTo>
                  <a:pt x="492130" y="589056"/>
                  <a:pt x="493136" y="586588"/>
                  <a:pt x="495148" y="584576"/>
                </a:cubicBezTo>
                <a:cubicBezTo>
                  <a:pt x="497159" y="582564"/>
                  <a:pt x="499628" y="581558"/>
                  <a:pt x="502463" y="581558"/>
                </a:cubicBezTo>
                <a:cubicBezTo>
                  <a:pt x="505297" y="581558"/>
                  <a:pt x="507766" y="582564"/>
                  <a:pt x="509778" y="584576"/>
                </a:cubicBezTo>
                <a:cubicBezTo>
                  <a:pt x="511790" y="586588"/>
                  <a:pt x="512796" y="589056"/>
                  <a:pt x="512796" y="591891"/>
                </a:cubicBezTo>
              </a:path>
              <a:path w="2362261" h="614843">
                <a:moveTo>
                  <a:pt x="744779" y="572323"/>
                </a:moveTo>
                <a:cubicBezTo>
                  <a:pt x="744779" y="575158"/>
                  <a:pt x="743773" y="577626"/>
                  <a:pt x="741761" y="579638"/>
                </a:cubicBezTo>
                <a:cubicBezTo>
                  <a:pt x="739750" y="581650"/>
                  <a:pt x="737281" y="582656"/>
                  <a:pt x="734446" y="582656"/>
                </a:cubicBezTo>
                <a:cubicBezTo>
                  <a:pt x="731611" y="582656"/>
                  <a:pt x="729143" y="581650"/>
                  <a:pt x="727131" y="579638"/>
                </a:cubicBezTo>
                <a:cubicBezTo>
                  <a:pt x="725119" y="577626"/>
                  <a:pt x="724113" y="575158"/>
                  <a:pt x="724113" y="572323"/>
                </a:cubicBezTo>
                <a:cubicBezTo>
                  <a:pt x="724113" y="569488"/>
                  <a:pt x="725119" y="567019"/>
                  <a:pt x="727131" y="565008"/>
                </a:cubicBezTo>
                <a:cubicBezTo>
                  <a:pt x="729143" y="562996"/>
                  <a:pt x="731611" y="561990"/>
                  <a:pt x="734446" y="561990"/>
                </a:cubicBezTo>
                <a:cubicBezTo>
                  <a:pt x="737281" y="561990"/>
                  <a:pt x="739750" y="562996"/>
                  <a:pt x="741761" y="565008"/>
                </a:cubicBezTo>
                <a:cubicBezTo>
                  <a:pt x="743773" y="567019"/>
                  <a:pt x="744779" y="569488"/>
                  <a:pt x="744779" y="572323"/>
                </a:cubicBezTo>
              </a:path>
              <a:path w="2362261" h="614843">
                <a:moveTo>
                  <a:pt x="889437" y="558424"/>
                </a:moveTo>
                <a:cubicBezTo>
                  <a:pt x="889437" y="561259"/>
                  <a:pt x="888431" y="563636"/>
                  <a:pt x="886419" y="565648"/>
                </a:cubicBezTo>
                <a:cubicBezTo>
                  <a:pt x="884408" y="567660"/>
                  <a:pt x="881939" y="568665"/>
                  <a:pt x="879104" y="568665"/>
                </a:cubicBezTo>
                <a:cubicBezTo>
                  <a:pt x="876270" y="568665"/>
                  <a:pt x="873801" y="567660"/>
                  <a:pt x="871789" y="565648"/>
                </a:cubicBezTo>
                <a:cubicBezTo>
                  <a:pt x="869777" y="563636"/>
                  <a:pt x="868771" y="561259"/>
                  <a:pt x="868771" y="558424"/>
                </a:cubicBezTo>
                <a:cubicBezTo>
                  <a:pt x="868771" y="555498"/>
                  <a:pt x="869777" y="553121"/>
                  <a:pt x="871789" y="551109"/>
                </a:cubicBezTo>
                <a:cubicBezTo>
                  <a:pt x="873801" y="549097"/>
                  <a:pt x="876270" y="548091"/>
                  <a:pt x="879104" y="548091"/>
                </a:cubicBezTo>
                <a:cubicBezTo>
                  <a:pt x="881939" y="548091"/>
                  <a:pt x="884408" y="549097"/>
                  <a:pt x="886419" y="551109"/>
                </a:cubicBezTo>
                <a:cubicBezTo>
                  <a:pt x="888431" y="553121"/>
                  <a:pt x="889437" y="555498"/>
                  <a:pt x="889437" y="558424"/>
                </a:cubicBezTo>
              </a:path>
              <a:path w="2362261" h="614843">
                <a:moveTo>
                  <a:pt x="1078718" y="583662"/>
                </a:moveTo>
                <a:cubicBezTo>
                  <a:pt x="1078718" y="586496"/>
                  <a:pt x="1077712" y="588874"/>
                  <a:pt x="1075700" y="590885"/>
                </a:cubicBezTo>
                <a:cubicBezTo>
                  <a:pt x="1073688" y="592897"/>
                  <a:pt x="1071311" y="593903"/>
                  <a:pt x="1068385" y="593903"/>
                </a:cubicBezTo>
                <a:cubicBezTo>
                  <a:pt x="1065550" y="593903"/>
                  <a:pt x="1063081" y="592897"/>
                  <a:pt x="1061070" y="590885"/>
                </a:cubicBezTo>
                <a:cubicBezTo>
                  <a:pt x="1059058" y="588874"/>
                  <a:pt x="1058052" y="586496"/>
                  <a:pt x="1058052" y="583662"/>
                </a:cubicBezTo>
                <a:cubicBezTo>
                  <a:pt x="1058052" y="580735"/>
                  <a:pt x="1059058" y="578358"/>
                  <a:pt x="1061070" y="576346"/>
                </a:cubicBezTo>
                <a:cubicBezTo>
                  <a:pt x="1063081" y="574335"/>
                  <a:pt x="1065550" y="573329"/>
                  <a:pt x="1068385" y="573329"/>
                </a:cubicBezTo>
                <a:cubicBezTo>
                  <a:pt x="1071311" y="573329"/>
                  <a:pt x="1073688" y="574335"/>
                  <a:pt x="1075700" y="576346"/>
                </a:cubicBezTo>
                <a:cubicBezTo>
                  <a:pt x="1077712" y="578358"/>
                  <a:pt x="1078718" y="580735"/>
                  <a:pt x="1078718" y="583662"/>
                </a:cubicBezTo>
              </a:path>
              <a:path w="2362261" h="614843">
                <a:moveTo>
                  <a:pt x="1286012" y="548366"/>
                </a:moveTo>
                <a:cubicBezTo>
                  <a:pt x="1286012" y="551200"/>
                  <a:pt x="1285006" y="553669"/>
                  <a:pt x="1282903" y="555681"/>
                </a:cubicBezTo>
                <a:cubicBezTo>
                  <a:pt x="1280892" y="557693"/>
                  <a:pt x="1278514" y="558698"/>
                  <a:pt x="1275679" y="558698"/>
                </a:cubicBezTo>
                <a:cubicBezTo>
                  <a:pt x="1272753" y="558698"/>
                  <a:pt x="1270376" y="557693"/>
                  <a:pt x="1268364" y="555681"/>
                </a:cubicBezTo>
                <a:cubicBezTo>
                  <a:pt x="1266261" y="553669"/>
                  <a:pt x="1265255" y="551200"/>
                  <a:pt x="1265255" y="548366"/>
                </a:cubicBezTo>
                <a:cubicBezTo>
                  <a:pt x="1265255" y="545531"/>
                  <a:pt x="1266261" y="543062"/>
                  <a:pt x="1268364" y="541050"/>
                </a:cubicBezTo>
                <a:cubicBezTo>
                  <a:pt x="1270376" y="539039"/>
                  <a:pt x="1272753" y="538033"/>
                  <a:pt x="1275679" y="538033"/>
                </a:cubicBezTo>
                <a:cubicBezTo>
                  <a:pt x="1278514" y="538033"/>
                  <a:pt x="1280892" y="539039"/>
                  <a:pt x="1282903" y="541050"/>
                </a:cubicBezTo>
                <a:cubicBezTo>
                  <a:pt x="1285006" y="543062"/>
                  <a:pt x="1286012" y="545531"/>
                  <a:pt x="1286012" y="548366"/>
                </a:cubicBezTo>
              </a:path>
              <a:path w="2362261" h="614843">
                <a:moveTo>
                  <a:pt x="1414302" y="559338"/>
                </a:moveTo>
                <a:cubicBezTo>
                  <a:pt x="1414302" y="562265"/>
                  <a:pt x="1413297" y="564642"/>
                  <a:pt x="1411285" y="566654"/>
                </a:cubicBezTo>
                <a:cubicBezTo>
                  <a:pt x="1409273" y="568665"/>
                  <a:pt x="1406804" y="569671"/>
                  <a:pt x="1403970" y="569671"/>
                </a:cubicBezTo>
                <a:cubicBezTo>
                  <a:pt x="1401135" y="569671"/>
                  <a:pt x="1398666" y="568665"/>
                  <a:pt x="1396655" y="566654"/>
                </a:cubicBezTo>
                <a:cubicBezTo>
                  <a:pt x="1394643" y="564642"/>
                  <a:pt x="1393637" y="562265"/>
                  <a:pt x="1393637" y="559338"/>
                </a:cubicBezTo>
                <a:cubicBezTo>
                  <a:pt x="1393637" y="556504"/>
                  <a:pt x="1394643" y="554126"/>
                  <a:pt x="1396655" y="552115"/>
                </a:cubicBezTo>
                <a:cubicBezTo>
                  <a:pt x="1398666" y="550103"/>
                  <a:pt x="1401135" y="549097"/>
                  <a:pt x="1403970" y="549097"/>
                </a:cubicBezTo>
                <a:cubicBezTo>
                  <a:pt x="1406804" y="549097"/>
                  <a:pt x="1409273" y="550103"/>
                  <a:pt x="1411285" y="552115"/>
                </a:cubicBezTo>
                <a:cubicBezTo>
                  <a:pt x="1413297" y="554126"/>
                  <a:pt x="1414302" y="556504"/>
                  <a:pt x="1414302" y="559338"/>
                </a:cubicBezTo>
              </a:path>
              <a:path w="2362261" h="614843">
                <a:moveTo>
                  <a:pt x="1616293" y="532821"/>
                </a:moveTo>
                <a:cubicBezTo>
                  <a:pt x="1616293" y="535656"/>
                  <a:pt x="1615288" y="538124"/>
                  <a:pt x="1613276" y="540136"/>
                </a:cubicBezTo>
                <a:cubicBezTo>
                  <a:pt x="1611173" y="542148"/>
                  <a:pt x="1608795" y="543154"/>
                  <a:pt x="1605961" y="543154"/>
                </a:cubicBezTo>
                <a:cubicBezTo>
                  <a:pt x="1603035" y="543154"/>
                  <a:pt x="1600657" y="542148"/>
                  <a:pt x="1598646" y="540136"/>
                </a:cubicBezTo>
                <a:cubicBezTo>
                  <a:pt x="1596634" y="538124"/>
                  <a:pt x="1595537" y="535656"/>
                  <a:pt x="1595537" y="532821"/>
                </a:cubicBezTo>
                <a:cubicBezTo>
                  <a:pt x="1595537" y="529986"/>
                  <a:pt x="1596634" y="527609"/>
                  <a:pt x="1598646" y="525597"/>
                </a:cubicBezTo>
                <a:cubicBezTo>
                  <a:pt x="1600657" y="523585"/>
                  <a:pt x="1603035" y="522580"/>
                  <a:pt x="1605961" y="522580"/>
                </a:cubicBezTo>
                <a:cubicBezTo>
                  <a:pt x="1608795" y="522580"/>
                  <a:pt x="1611173" y="523585"/>
                  <a:pt x="1613276" y="525597"/>
                </a:cubicBezTo>
                <a:cubicBezTo>
                  <a:pt x="1615288" y="527609"/>
                  <a:pt x="1616293" y="529986"/>
                  <a:pt x="1616293" y="532821"/>
                </a:cubicBezTo>
              </a:path>
              <a:path w="2362261" h="614843">
                <a:moveTo>
                  <a:pt x="1811335" y="584667"/>
                </a:moveTo>
                <a:cubicBezTo>
                  <a:pt x="1811335" y="587502"/>
                  <a:pt x="1810329" y="589971"/>
                  <a:pt x="1808317" y="591983"/>
                </a:cubicBezTo>
                <a:cubicBezTo>
                  <a:pt x="1806306" y="593994"/>
                  <a:pt x="1803837" y="595000"/>
                  <a:pt x="1801002" y="595000"/>
                </a:cubicBezTo>
                <a:cubicBezTo>
                  <a:pt x="1798168" y="595000"/>
                  <a:pt x="1795699" y="593994"/>
                  <a:pt x="1793687" y="591983"/>
                </a:cubicBezTo>
                <a:cubicBezTo>
                  <a:pt x="1791675" y="589971"/>
                  <a:pt x="1790670" y="587502"/>
                  <a:pt x="1790670" y="584667"/>
                </a:cubicBezTo>
                <a:cubicBezTo>
                  <a:pt x="1790670" y="581833"/>
                  <a:pt x="1791675" y="579364"/>
                  <a:pt x="1793687" y="577352"/>
                </a:cubicBezTo>
                <a:cubicBezTo>
                  <a:pt x="1795699" y="575340"/>
                  <a:pt x="1798168" y="574335"/>
                  <a:pt x="1801002" y="574335"/>
                </a:cubicBezTo>
                <a:cubicBezTo>
                  <a:pt x="1803837" y="574335"/>
                  <a:pt x="1806306" y="575340"/>
                  <a:pt x="1808317" y="577352"/>
                </a:cubicBezTo>
                <a:cubicBezTo>
                  <a:pt x="1810329" y="579364"/>
                  <a:pt x="1811335" y="581833"/>
                  <a:pt x="1811335" y="584667"/>
                </a:cubicBezTo>
              </a:path>
              <a:path w="2362261" h="614843">
                <a:moveTo>
                  <a:pt x="2010583" y="599664"/>
                </a:moveTo>
                <a:cubicBezTo>
                  <a:pt x="2010583" y="602498"/>
                  <a:pt x="2009577" y="604967"/>
                  <a:pt x="2007565" y="606979"/>
                </a:cubicBezTo>
                <a:cubicBezTo>
                  <a:pt x="2005554" y="608990"/>
                  <a:pt x="2003085" y="609996"/>
                  <a:pt x="2000250" y="609996"/>
                </a:cubicBezTo>
                <a:cubicBezTo>
                  <a:pt x="1997415" y="609996"/>
                  <a:pt x="1994946" y="608990"/>
                  <a:pt x="1992935" y="606979"/>
                </a:cubicBezTo>
                <a:cubicBezTo>
                  <a:pt x="1990923" y="604967"/>
                  <a:pt x="1989917" y="602498"/>
                  <a:pt x="1989917" y="599664"/>
                </a:cubicBezTo>
                <a:cubicBezTo>
                  <a:pt x="1989917" y="596829"/>
                  <a:pt x="1990923" y="594360"/>
                  <a:pt x="1992935" y="592348"/>
                </a:cubicBezTo>
                <a:cubicBezTo>
                  <a:pt x="1994946" y="590337"/>
                  <a:pt x="1997415" y="589331"/>
                  <a:pt x="2000250" y="589331"/>
                </a:cubicBezTo>
                <a:cubicBezTo>
                  <a:pt x="2003085" y="589331"/>
                  <a:pt x="2005554" y="590337"/>
                  <a:pt x="2007565" y="592348"/>
                </a:cubicBezTo>
                <a:cubicBezTo>
                  <a:pt x="2009577" y="594360"/>
                  <a:pt x="2010583" y="596829"/>
                  <a:pt x="2010583" y="599664"/>
                </a:cubicBezTo>
              </a:path>
              <a:path w="2362261" h="614843">
                <a:moveTo>
                  <a:pt x="2137867" y="543245"/>
                </a:moveTo>
                <a:cubicBezTo>
                  <a:pt x="2137867" y="546080"/>
                  <a:pt x="2136861" y="548549"/>
                  <a:pt x="2134850" y="550560"/>
                </a:cubicBezTo>
                <a:cubicBezTo>
                  <a:pt x="2132838" y="552572"/>
                  <a:pt x="2130369" y="553578"/>
                  <a:pt x="2127534" y="553578"/>
                </a:cubicBezTo>
                <a:cubicBezTo>
                  <a:pt x="2124700" y="553578"/>
                  <a:pt x="2122231" y="552572"/>
                  <a:pt x="2120219" y="550560"/>
                </a:cubicBezTo>
                <a:cubicBezTo>
                  <a:pt x="2118208" y="548549"/>
                  <a:pt x="2117202" y="546080"/>
                  <a:pt x="2117202" y="543245"/>
                </a:cubicBezTo>
                <a:cubicBezTo>
                  <a:pt x="2117202" y="540410"/>
                  <a:pt x="2118208" y="538033"/>
                  <a:pt x="2120219" y="536021"/>
                </a:cubicBezTo>
                <a:cubicBezTo>
                  <a:pt x="2122231" y="534010"/>
                  <a:pt x="2124700" y="533004"/>
                  <a:pt x="2127534" y="533004"/>
                </a:cubicBezTo>
                <a:cubicBezTo>
                  <a:pt x="2130369" y="533004"/>
                  <a:pt x="2132838" y="534010"/>
                  <a:pt x="2134850" y="536021"/>
                </a:cubicBezTo>
                <a:cubicBezTo>
                  <a:pt x="2136861" y="538033"/>
                  <a:pt x="2137867" y="540410"/>
                  <a:pt x="2137867" y="543245"/>
                </a:cubicBezTo>
              </a:path>
              <a:path w="2362261" h="614843">
                <a:moveTo>
                  <a:pt x="2291304" y="566928"/>
                </a:moveTo>
                <a:cubicBezTo>
                  <a:pt x="2291304" y="569763"/>
                  <a:pt x="2290298" y="572140"/>
                  <a:pt x="2288286" y="574152"/>
                </a:cubicBezTo>
                <a:cubicBezTo>
                  <a:pt x="2286274" y="576163"/>
                  <a:pt x="2283897" y="577169"/>
                  <a:pt x="2280971" y="577169"/>
                </a:cubicBezTo>
                <a:cubicBezTo>
                  <a:pt x="2278136" y="577169"/>
                  <a:pt x="2275759" y="576163"/>
                  <a:pt x="2273656" y="574152"/>
                </a:cubicBezTo>
                <a:cubicBezTo>
                  <a:pt x="2271644" y="572140"/>
                  <a:pt x="2270638" y="569763"/>
                  <a:pt x="2270638" y="566928"/>
                </a:cubicBezTo>
                <a:cubicBezTo>
                  <a:pt x="2270638" y="564093"/>
                  <a:pt x="2271644" y="561624"/>
                  <a:pt x="2273656" y="559613"/>
                </a:cubicBezTo>
                <a:cubicBezTo>
                  <a:pt x="2275759" y="557601"/>
                  <a:pt x="2278136" y="556595"/>
                  <a:pt x="2280971" y="556595"/>
                </a:cubicBezTo>
                <a:cubicBezTo>
                  <a:pt x="2283897" y="556595"/>
                  <a:pt x="2286274" y="557601"/>
                  <a:pt x="2288286" y="559613"/>
                </a:cubicBezTo>
                <a:cubicBezTo>
                  <a:pt x="2290298" y="561624"/>
                  <a:pt x="2291304" y="564093"/>
                  <a:pt x="2291304" y="566928"/>
                </a:cubicBezTo>
              </a:path>
              <a:path w="2362261" h="614843">
                <a:moveTo>
                  <a:pt x="20665" y="374721"/>
                </a:moveTo>
                <a:cubicBezTo>
                  <a:pt x="20665" y="377556"/>
                  <a:pt x="19660" y="379933"/>
                  <a:pt x="17648" y="381945"/>
                </a:cubicBezTo>
                <a:cubicBezTo>
                  <a:pt x="15636" y="383957"/>
                  <a:pt x="13167" y="384962"/>
                  <a:pt x="10333" y="384962"/>
                </a:cubicBezTo>
                <a:cubicBezTo>
                  <a:pt x="7498" y="384962"/>
                  <a:pt x="5029" y="383957"/>
                  <a:pt x="3018" y="381945"/>
                </a:cubicBezTo>
                <a:cubicBezTo>
                  <a:pt x="1006" y="379933"/>
                  <a:pt x="0" y="377556"/>
                  <a:pt x="0" y="374721"/>
                </a:cubicBezTo>
                <a:cubicBezTo>
                  <a:pt x="0" y="371795"/>
                  <a:pt x="1006" y="369418"/>
                  <a:pt x="3018" y="367406"/>
                </a:cubicBezTo>
                <a:cubicBezTo>
                  <a:pt x="5029" y="365394"/>
                  <a:pt x="7498" y="364388"/>
                  <a:pt x="10333" y="364388"/>
                </a:cubicBezTo>
                <a:cubicBezTo>
                  <a:pt x="13167" y="364388"/>
                  <a:pt x="15636" y="365394"/>
                  <a:pt x="17648" y="367406"/>
                </a:cubicBezTo>
                <a:cubicBezTo>
                  <a:pt x="19660" y="369418"/>
                  <a:pt x="20665" y="371795"/>
                  <a:pt x="20665" y="374721"/>
                </a:cubicBezTo>
              </a:path>
              <a:path w="2362261" h="614843">
                <a:moveTo>
                  <a:pt x="221102" y="383042"/>
                </a:moveTo>
                <a:cubicBezTo>
                  <a:pt x="221102" y="385877"/>
                  <a:pt x="220096" y="388346"/>
                  <a:pt x="218084" y="390357"/>
                </a:cubicBezTo>
                <a:cubicBezTo>
                  <a:pt x="216073" y="392369"/>
                  <a:pt x="213604" y="393375"/>
                  <a:pt x="210769" y="393375"/>
                </a:cubicBezTo>
                <a:cubicBezTo>
                  <a:pt x="207935" y="393375"/>
                  <a:pt x="205466" y="392369"/>
                  <a:pt x="203454" y="390357"/>
                </a:cubicBezTo>
                <a:cubicBezTo>
                  <a:pt x="201442" y="388346"/>
                  <a:pt x="200436" y="385877"/>
                  <a:pt x="200436" y="383042"/>
                </a:cubicBezTo>
                <a:cubicBezTo>
                  <a:pt x="200436" y="380208"/>
                  <a:pt x="201442" y="377830"/>
                  <a:pt x="203454" y="375818"/>
                </a:cubicBezTo>
                <a:cubicBezTo>
                  <a:pt x="205466" y="373807"/>
                  <a:pt x="207935" y="372801"/>
                  <a:pt x="210769" y="372801"/>
                </a:cubicBezTo>
                <a:cubicBezTo>
                  <a:pt x="213604" y="372801"/>
                  <a:pt x="216073" y="373807"/>
                  <a:pt x="218084" y="375818"/>
                </a:cubicBezTo>
                <a:cubicBezTo>
                  <a:pt x="220096" y="377830"/>
                  <a:pt x="221102" y="380208"/>
                  <a:pt x="221102" y="383042"/>
                </a:cubicBezTo>
              </a:path>
              <a:path w="2362261" h="614843">
                <a:moveTo>
                  <a:pt x="408005" y="405902"/>
                </a:moveTo>
                <a:cubicBezTo>
                  <a:pt x="408005" y="408828"/>
                  <a:pt x="406999" y="411206"/>
                  <a:pt x="404988" y="413217"/>
                </a:cubicBezTo>
                <a:cubicBezTo>
                  <a:pt x="402976" y="415229"/>
                  <a:pt x="400507" y="416235"/>
                  <a:pt x="397673" y="416235"/>
                </a:cubicBezTo>
                <a:cubicBezTo>
                  <a:pt x="394838" y="416235"/>
                  <a:pt x="392369" y="415229"/>
                  <a:pt x="390357" y="413217"/>
                </a:cubicBezTo>
                <a:cubicBezTo>
                  <a:pt x="388346" y="411206"/>
                  <a:pt x="387340" y="408828"/>
                  <a:pt x="387340" y="405902"/>
                </a:cubicBezTo>
                <a:cubicBezTo>
                  <a:pt x="387340" y="403068"/>
                  <a:pt x="388346" y="400690"/>
                  <a:pt x="390357" y="398678"/>
                </a:cubicBezTo>
                <a:cubicBezTo>
                  <a:pt x="392369" y="396667"/>
                  <a:pt x="394838" y="395661"/>
                  <a:pt x="397673" y="395661"/>
                </a:cubicBezTo>
                <a:cubicBezTo>
                  <a:pt x="400507" y="395661"/>
                  <a:pt x="402976" y="396667"/>
                  <a:pt x="404988" y="398678"/>
                </a:cubicBezTo>
                <a:cubicBezTo>
                  <a:pt x="406999" y="400690"/>
                  <a:pt x="408005" y="403068"/>
                  <a:pt x="408005" y="405902"/>
                </a:cubicBezTo>
              </a:path>
              <a:path w="2362261" h="614843">
                <a:moveTo>
                  <a:pt x="569031" y="381122"/>
                </a:moveTo>
                <a:cubicBezTo>
                  <a:pt x="569031" y="384048"/>
                  <a:pt x="568025" y="386425"/>
                  <a:pt x="566014" y="388437"/>
                </a:cubicBezTo>
                <a:cubicBezTo>
                  <a:pt x="564002" y="390449"/>
                  <a:pt x="561533" y="391455"/>
                  <a:pt x="558698" y="391455"/>
                </a:cubicBezTo>
                <a:cubicBezTo>
                  <a:pt x="555864" y="391455"/>
                  <a:pt x="553395" y="390449"/>
                  <a:pt x="551383" y="388437"/>
                </a:cubicBezTo>
                <a:cubicBezTo>
                  <a:pt x="549372" y="386425"/>
                  <a:pt x="548366" y="384048"/>
                  <a:pt x="548366" y="381122"/>
                </a:cubicBezTo>
                <a:cubicBezTo>
                  <a:pt x="548366" y="378287"/>
                  <a:pt x="549372" y="375910"/>
                  <a:pt x="551383" y="373898"/>
                </a:cubicBezTo>
                <a:cubicBezTo>
                  <a:pt x="553395" y="371886"/>
                  <a:pt x="555864" y="370881"/>
                  <a:pt x="558698" y="370881"/>
                </a:cubicBezTo>
                <a:cubicBezTo>
                  <a:pt x="561533" y="370881"/>
                  <a:pt x="564002" y="371886"/>
                  <a:pt x="566014" y="373898"/>
                </a:cubicBezTo>
                <a:cubicBezTo>
                  <a:pt x="568025" y="375910"/>
                  <a:pt x="569031" y="378287"/>
                  <a:pt x="569031" y="381122"/>
                </a:cubicBezTo>
              </a:path>
              <a:path w="2362261" h="614843">
                <a:moveTo>
                  <a:pt x="735909" y="393375"/>
                </a:moveTo>
                <a:cubicBezTo>
                  <a:pt x="735909" y="396210"/>
                  <a:pt x="734903" y="398587"/>
                  <a:pt x="732892" y="400599"/>
                </a:cubicBezTo>
                <a:cubicBezTo>
                  <a:pt x="730880" y="402610"/>
                  <a:pt x="728411" y="403616"/>
                  <a:pt x="725576" y="403616"/>
                </a:cubicBezTo>
                <a:cubicBezTo>
                  <a:pt x="722742" y="403616"/>
                  <a:pt x="720273" y="402610"/>
                  <a:pt x="718261" y="400599"/>
                </a:cubicBezTo>
                <a:cubicBezTo>
                  <a:pt x="716250" y="398587"/>
                  <a:pt x="715244" y="396210"/>
                  <a:pt x="715244" y="393375"/>
                </a:cubicBezTo>
                <a:cubicBezTo>
                  <a:pt x="715244" y="390540"/>
                  <a:pt x="716250" y="388071"/>
                  <a:pt x="718261" y="386060"/>
                </a:cubicBezTo>
                <a:cubicBezTo>
                  <a:pt x="720273" y="384048"/>
                  <a:pt x="722742" y="383042"/>
                  <a:pt x="725576" y="383042"/>
                </a:cubicBezTo>
                <a:cubicBezTo>
                  <a:pt x="728411" y="383042"/>
                  <a:pt x="730880" y="384048"/>
                  <a:pt x="732892" y="386060"/>
                </a:cubicBezTo>
                <a:cubicBezTo>
                  <a:pt x="734903" y="388071"/>
                  <a:pt x="735909" y="390540"/>
                  <a:pt x="735909" y="393375"/>
                </a:cubicBezTo>
              </a:path>
              <a:path w="2362261" h="614843">
                <a:moveTo>
                  <a:pt x="935980" y="350215"/>
                </a:moveTo>
                <a:cubicBezTo>
                  <a:pt x="935980" y="353050"/>
                  <a:pt x="934974" y="355519"/>
                  <a:pt x="932962" y="357530"/>
                </a:cubicBezTo>
                <a:cubicBezTo>
                  <a:pt x="930951" y="359542"/>
                  <a:pt x="928482" y="360548"/>
                  <a:pt x="925647" y="360548"/>
                </a:cubicBezTo>
                <a:cubicBezTo>
                  <a:pt x="922812" y="360548"/>
                  <a:pt x="920344" y="359542"/>
                  <a:pt x="918332" y="357530"/>
                </a:cubicBezTo>
                <a:cubicBezTo>
                  <a:pt x="916320" y="355519"/>
                  <a:pt x="915314" y="353050"/>
                  <a:pt x="915314" y="350215"/>
                </a:cubicBezTo>
                <a:cubicBezTo>
                  <a:pt x="915314" y="347381"/>
                  <a:pt x="916320" y="345003"/>
                  <a:pt x="918332" y="342991"/>
                </a:cubicBezTo>
                <a:cubicBezTo>
                  <a:pt x="920344" y="340980"/>
                  <a:pt x="922812" y="339974"/>
                  <a:pt x="925647" y="339974"/>
                </a:cubicBezTo>
                <a:cubicBezTo>
                  <a:pt x="928482" y="339974"/>
                  <a:pt x="930951" y="340980"/>
                  <a:pt x="932962" y="342991"/>
                </a:cubicBezTo>
                <a:cubicBezTo>
                  <a:pt x="934974" y="345003"/>
                  <a:pt x="935980" y="347381"/>
                  <a:pt x="935980" y="350215"/>
                </a:cubicBezTo>
              </a:path>
              <a:path w="2362261" h="614843">
                <a:moveTo>
                  <a:pt x="1080638" y="374995"/>
                </a:moveTo>
                <a:cubicBezTo>
                  <a:pt x="1080638" y="377830"/>
                  <a:pt x="1079632" y="380299"/>
                  <a:pt x="1077529" y="382311"/>
                </a:cubicBezTo>
                <a:cubicBezTo>
                  <a:pt x="1075517" y="384322"/>
                  <a:pt x="1073140" y="385328"/>
                  <a:pt x="1070214" y="385328"/>
                </a:cubicBezTo>
                <a:cubicBezTo>
                  <a:pt x="1067379" y="385328"/>
                  <a:pt x="1065002" y="384322"/>
                  <a:pt x="1062899" y="382311"/>
                </a:cubicBezTo>
                <a:cubicBezTo>
                  <a:pt x="1060887" y="380299"/>
                  <a:pt x="1059881" y="377830"/>
                  <a:pt x="1059881" y="374995"/>
                </a:cubicBezTo>
                <a:cubicBezTo>
                  <a:pt x="1059881" y="372161"/>
                  <a:pt x="1060887" y="369783"/>
                  <a:pt x="1062899" y="367772"/>
                </a:cubicBezTo>
                <a:cubicBezTo>
                  <a:pt x="1065002" y="365760"/>
                  <a:pt x="1067379" y="364754"/>
                  <a:pt x="1070214" y="364754"/>
                </a:cubicBezTo>
                <a:cubicBezTo>
                  <a:pt x="1073140" y="364754"/>
                  <a:pt x="1075517" y="365760"/>
                  <a:pt x="1077529" y="367772"/>
                </a:cubicBezTo>
                <a:cubicBezTo>
                  <a:pt x="1079632" y="369783"/>
                  <a:pt x="1080638" y="372161"/>
                  <a:pt x="1080638" y="374995"/>
                </a:cubicBezTo>
              </a:path>
              <a:path w="2362261" h="614843">
                <a:moveTo>
                  <a:pt x="1221090" y="371704"/>
                </a:moveTo>
                <a:cubicBezTo>
                  <a:pt x="1221090" y="374538"/>
                  <a:pt x="1220084" y="377007"/>
                  <a:pt x="1217981" y="379019"/>
                </a:cubicBezTo>
                <a:cubicBezTo>
                  <a:pt x="1215969" y="381030"/>
                  <a:pt x="1213592" y="382036"/>
                  <a:pt x="1210757" y="382036"/>
                </a:cubicBezTo>
                <a:cubicBezTo>
                  <a:pt x="1207831" y="382036"/>
                  <a:pt x="1205454" y="381030"/>
                  <a:pt x="1203442" y="379019"/>
                </a:cubicBezTo>
                <a:cubicBezTo>
                  <a:pt x="1201339" y="377007"/>
                  <a:pt x="1200333" y="374538"/>
                  <a:pt x="1200333" y="371704"/>
                </a:cubicBezTo>
                <a:cubicBezTo>
                  <a:pt x="1200333" y="368869"/>
                  <a:pt x="1201339" y="366492"/>
                  <a:pt x="1203442" y="364480"/>
                </a:cubicBezTo>
                <a:cubicBezTo>
                  <a:pt x="1205454" y="362468"/>
                  <a:pt x="1207831" y="361462"/>
                  <a:pt x="1210757" y="361462"/>
                </a:cubicBezTo>
                <a:cubicBezTo>
                  <a:pt x="1213592" y="361462"/>
                  <a:pt x="1215969" y="362468"/>
                  <a:pt x="1217981" y="364480"/>
                </a:cubicBezTo>
                <a:cubicBezTo>
                  <a:pt x="1220084" y="366492"/>
                  <a:pt x="1221090" y="368869"/>
                  <a:pt x="1221090" y="371704"/>
                </a:cubicBezTo>
              </a:path>
              <a:path w="2362261" h="614843">
                <a:moveTo>
                  <a:pt x="1449964" y="346009"/>
                </a:moveTo>
                <a:cubicBezTo>
                  <a:pt x="1449964" y="348844"/>
                  <a:pt x="1448958" y="351221"/>
                  <a:pt x="1446947" y="353233"/>
                </a:cubicBezTo>
                <a:cubicBezTo>
                  <a:pt x="1444935" y="355244"/>
                  <a:pt x="1442466" y="356250"/>
                  <a:pt x="1439631" y="356250"/>
                </a:cubicBezTo>
                <a:cubicBezTo>
                  <a:pt x="1436797" y="356250"/>
                  <a:pt x="1434328" y="355244"/>
                  <a:pt x="1432316" y="353233"/>
                </a:cubicBezTo>
                <a:cubicBezTo>
                  <a:pt x="1430304" y="351221"/>
                  <a:pt x="1429299" y="348844"/>
                  <a:pt x="1429299" y="346009"/>
                </a:cubicBezTo>
                <a:cubicBezTo>
                  <a:pt x="1429299" y="343083"/>
                  <a:pt x="1430304" y="340705"/>
                  <a:pt x="1432316" y="338694"/>
                </a:cubicBezTo>
                <a:cubicBezTo>
                  <a:pt x="1434328" y="336682"/>
                  <a:pt x="1436797" y="335676"/>
                  <a:pt x="1439631" y="335676"/>
                </a:cubicBezTo>
                <a:cubicBezTo>
                  <a:pt x="1442466" y="335676"/>
                  <a:pt x="1444935" y="336682"/>
                  <a:pt x="1446947" y="338694"/>
                </a:cubicBezTo>
                <a:cubicBezTo>
                  <a:pt x="1448958" y="340705"/>
                  <a:pt x="1449964" y="343083"/>
                  <a:pt x="1449964" y="346009"/>
                </a:cubicBezTo>
              </a:path>
              <a:path w="2362261" h="614843">
                <a:moveTo>
                  <a:pt x="1642537" y="408462"/>
                </a:moveTo>
                <a:cubicBezTo>
                  <a:pt x="1642537" y="411389"/>
                  <a:pt x="1641531" y="413766"/>
                  <a:pt x="1639428" y="415778"/>
                </a:cubicBezTo>
                <a:cubicBezTo>
                  <a:pt x="1637416" y="417789"/>
                  <a:pt x="1635039" y="418795"/>
                  <a:pt x="1632113" y="418795"/>
                </a:cubicBezTo>
                <a:cubicBezTo>
                  <a:pt x="1629278" y="418795"/>
                  <a:pt x="1626900" y="417789"/>
                  <a:pt x="1624889" y="415778"/>
                </a:cubicBezTo>
                <a:cubicBezTo>
                  <a:pt x="1622786" y="413766"/>
                  <a:pt x="1621780" y="411389"/>
                  <a:pt x="1621780" y="408462"/>
                </a:cubicBezTo>
                <a:cubicBezTo>
                  <a:pt x="1621780" y="405628"/>
                  <a:pt x="1622786" y="403250"/>
                  <a:pt x="1624889" y="401239"/>
                </a:cubicBezTo>
                <a:cubicBezTo>
                  <a:pt x="1626900" y="399227"/>
                  <a:pt x="1629278" y="398221"/>
                  <a:pt x="1632113" y="398221"/>
                </a:cubicBezTo>
                <a:cubicBezTo>
                  <a:pt x="1635039" y="398221"/>
                  <a:pt x="1637416" y="399227"/>
                  <a:pt x="1639428" y="401239"/>
                </a:cubicBezTo>
                <a:cubicBezTo>
                  <a:pt x="1641531" y="403250"/>
                  <a:pt x="1642537" y="405628"/>
                  <a:pt x="1642537" y="408462"/>
                </a:cubicBezTo>
              </a:path>
              <a:path w="2362261" h="614843">
                <a:moveTo>
                  <a:pt x="1780977" y="374630"/>
                </a:moveTo>
                <a:cubicBezTo>
                  <a:pt x="1780977" y="377464"/>
                  <a:pt x="1779971" y="379933"/>
                  <a:pt x="1777959" y="381945"/>
                </a:cubicBezTo>
                <a:cubicBezTo>
                  <a:pt x="1775948" y="383957"/>
                  <a:pt x="1773479" y="384962"/>
                  <a:pt x="1770644" y="384962"/>
                </a:cubicBezTo>
                <a:cubicBezTo>
                  <a:pt x="1767810" y="384962"/>
                  <a:pt x="1765341" y="383957"/>
                  <a:pt x="1763329" y="381945"/>
                </a:cubicBezTo>
                <a:cubicBezTo>
                  <a:pt x="1761317" y="379933"/>
                  <a:pt x="1760311" y="377464"/>
                  <a:pt x="1760311" y="374630"/>
                </a:cubicBezTo>
                <a:cubicBezTo>
                  <a:pt x="1760311" y="371795"/>
                  <a:pt x="1761317" y="369326"/>
                  <a:pt x="1763329" y="367314"/>
                </a:cubicBezTo>
                <a:cubicBezTo>
                  <a:pt x="1765341" y="365303"/>
                  <a:pt x="1767810" y="364297"/>
                  <a:pt x="1770644" y="364297"/>
                </a:cubicBezTo>
                <a:cubicBezTo>
                  <a:pt x="1773479" y="364297"/>
                  <a:pt x="1775948" y="365303"/>
                  <a:pt x="1777959" y="367314"/>
                </a:cubicBezTo>
                <a:cubicBezTo>
                  <a:pt x="1779971" y="369326"/>
                  <a:pt x="1780977" y="371795"/>
                  <a:pt x="1780977" y="374630"/>
                </a:cubicBezTo>
              </a:path>
              <a:path w="2362261" h="614843">
                <a:moveTo>
                  <a:pt x="1925818" y="392918"/>
                </a:moveTo>
                <a:cubicBezTo>
                  <a:pt x="1925818" y="395752"/>
                  <a:pt x="1924812" y="398130"/>
                  <a:pt x="1922800" y="400141"/>
                </a:cubicBezTo>
                <a:cubicBezTo>
                  <a:pt x="1920789" y="402153"/>
                  <a:pt x="1918320" y="403159"/>
                  <a:pt x="1915485" y="403159"/>
                </a:cubicBezTo>
                <a:cubicBezTo>
                  <a:pt x="1912650" y="403159"/>
                  <a:pt x="1910182" y="402153"/>
                  <a:pt x="1908170" y="400141"/>
                </a:cubicBezTo>
                <a:cubicBezTo>
                  <a:pt x="1906158" y="398130"/>
                  <a:pt x="1905152" y="395752"/>
                  <a:pt x="1905152" y="392918"/>
                </a:cubicBezTo>
                <a:cubicBezTo>
                  <a:pt x="1905152" y="390083"/>
                  <a:pt x="1906158" y="387614"/>
                  <a:pt x="1908170" y="385602"/>
                </a:cubicBezTo>
                <a:cubicBezTo>
                  <a:pt x="1910182" y="383591"/>
                  <a:pt x="1912650" y="382585"/>
                  <a:pt x="1915485" y="382585"/>
                </a:cubicBezTo>
                <a:cubicBezTo>
                  <a:pt x="1918320" y="382585"/>
                  <a:pt x="1920789" y="383591"/>
                  <a:pt x="1922800" y="385602"/>
                </a:cubicBezTo>
                <a:cubicBezTo>
                  <a:pt x="1924812" y="387614"/>
                  <a:pt x="1925818" y="390083"/>
                  <a:pt x="1925818" y="392918"/>
                </a:cubicBezTo>
              </a:path>
              <a:path w="2362261" h="614843">
                <a:moveTo>
                  <a:pt x="2115739" y="423276"/>
                </a:moveTo>
                <a:cubicBezTo>
                  <a:pt x="2115739" y="426110"/>
                  <a:pt x="2114733" y="428579"/>
                  <a:pt x="2112721" y="430591"/>
                </a:cubicBezTo>
                <a:cubicBezTo>
                  <a:pt x="2110710" y="432603"/>
                  <a:pt x="2108241" y="433608"/>
                  <a:pt x="2105406" y="433608"/>
                </a:cubicBezTo>
                <a:cubicBezTo>
                  <a:pt x="2102571" y="433608"/>
                  <a:pt x="2100102" y="432603"/>
                  <a:pt x="2098091" y="430591"/>
                </a:cubicBezTo>
                <a:cubicBezTo>
                  <a:pt x="2096079" y="428579"/>
                  <a:pt x="2095073" y="426110"/>
                  <a:pt x="2095073" y="423276"/>
                </a:cubicBezTo>
                <a:cubicBezTo>
                  <a:pt x="2095073" y="420441"/>
                  <a:pt x="2096079" y="417972"/>
                  <a:pt x="2098091" y="415961"/>
                </a:cubicBezTo>
                <a:cubicBezTo>
                  <a:pt x="2100102" y="413949"/>
                  <a:pt x="2102571" y="412943"/>
                  <a:pt x="2105406" y="412943"/>
                </a:cubicBezTo>
                <a:cubicBezTo>
                  <a:pt x="2108241" y="412943"/>
                  <a:pt x="2110710" y="413949"/>
                  <a:pt x="2112721" y="415961"/>
                </a:cubicBezTo>
                <a:cubicBezTo>
                  <a:pt x="2114733" y="417972"/>
                  <a:pt x="2115739" y="420441"/>
                  <a:pt x="2115739" y="423276"/>
                </a:cubicBezTo>
              </a:path>
              <a:path w="2362261" h="614843">
                <a:moveTo>
                  <a:pt x="2283074" y="365851"/>
                </a:moveTo>
                <a:cubicBezTo>
                  <a:pt x="2283074" y="368686"/>
                  <a:pt x="2282068" y="371064"/>
                  <a:pt x="2280056" y="373075"/>
                </a:cubicBezTo>
                <a:cubicBezTo>
                  <a:pt x="2278045" y="375087"/>
                  <a:pt x="2275667" y="376093"/>
                  <a:pt x="2272741" y="376093"/>
                </a:cubicBezTo>
                <a:cubicBezTo>
                  <a:pt x="2269907" y="376093"/>
                  <a:pt x="2267438" y="375087"/>
                  <a:pt x="2265426" y="373075"/>
                </a:cubicBezTo>
                <a:cubicBezTo>
                  <a:pt x="2263414" y="371064"/>
                  <a:pt x="2262408" y="368686"/>
                  <a:pt x="2262408" y="365851"/>
                </a:cubicBezTo>
                <a:cubicBezTo>
                  <a:pt x="2262408" y="363017"/>
                  <a:pt x="2263414" y="360548"/>
                  <a:pt x="2265426" y="358536"/>
                </a:cubicBezTo>
                <a:cubicBezTo>
                  <a:pt x="2267438" y="356525"/>
                  <a:pt x="2269907" y="355519"/>
                  <a:pt x="2272741" y="355519"/>
                </a:cubicBezTo>
                <a:cubicBezTo>
                  <a:pt x="2275667" y="355519"/>
                  <a:pt x="2278045" y="356525"/>
                  <a:pt x="2280056" y="358536"/>
                </a:cubicBezTo>
                <a:cubicBezTo>
                  <a:pt x="2282068" y="360548"/>
                  <a:pt x="2283074" y="363017"/>
                  <a:pt x="2283074" y="365851"/>
                </a:cubicBezTo>
              </a:path>
              <a:path w="2362261" h="614843">
                <a:moveTo>
                  <a:pt x="20665" y="235367"/>
                </a:moveTo>
                <a:cubicBezTo>
                  <a:pt x="20665" y="238201"/>
                  <a:pt x="19660" y="240579"/>
                  <a:pt x="17648" y="242590"/>
                </a:cubicBezTo>
                <a:cubicBezTo>
                  <a:pt x="15636" y="244602"/>
                  <a:pt x="13167" y="245608"/>
                  <a:pt x="10333" y="245608"/>
                </a:cubicBezTo>
                <a:cubicBezTo>
                  <a:pt x="7498" y="245608"/>
                  <a:pt x="5029" y="244602"/>
                  <a:pt x="3018" y="242590"/>
                </a:cubicBezTo>
                <a:cubicBezTo>
                  <a:pt x="1006" y="240579"/>
                  <a:pt x="0" y="238201"/>
                  <a:pt x="0" y="235367"/>
                </a:cubicBezTo>
                <a:cubicBezTo>
                  <a:pt x="0" y="232440"/>
                  <a:pt x="1006" y="230063"/>
                  <a:pt x="3018" y="228051"/>
                </a:cubicBezTo>
                <a:cubicBezTo>
                  <a:pt x="5029" y="226040"/>
                  <a:pt x="7498" y="225034"/>
                  <a:pt x="10333" y="225034"/>
                </a:cubicBezTo>
                <a:cubicBezTo>
                  <a:pt x="13167" y="225034"/>
                  <a:pt x="15636" y="226040"/>
                  <a:pt x="17648" y="228051"/>
                </a:cubicBezTo>
                <a:cubicBezTo>
                  <a:pt x="19660" y="230063"/>
                  <a:pt x="20665" y="232440"/>
                  <a:pt x="20665" y="235367"/>
                </a:cubicBezTo>
              </a:path>
              <a:path w="2362261" h="614843">
                <a:moveTo>
                  <a:pt x="188092" y="180320"/>
                </a:moveTo>
                <a:cubicBezTo>
                  <a:pt x="188092" y="183154"/>
                  <a:pt x="187086" y="185532"/>
                  <a:pt x="185075" y="187543"/>
                </a:cubicBezTo>
                <a:cubicBezTo>
                  <a:pt x="183063" y="189555"/>
                  <a:pt x="180594" y="190561"/>
                  <a:pt x="177759" y="190561"/>
                </a:cubicBezTo>
                <a:cubicBezTo>
                  <a:pt x="174833" y="190561"/>
                  <a:pt x="172456" y="189555"/>
                  <a:pt x="170444" y="187543"/>
                </a:cubicBezTo>
                <a:cubicBezTo>
                  <a:pt x="168432" y="185532"/>
                  <a:pt x="167427" y="183154"/>
                  <a:pt x="167427" y="180320"/>
                </a:cubicBezTo>
                <a:cubicBezTo>
                  <a:pt x="167427" y="177394"/>
                  <a:pt x="168432" y="175016"/>
                  <a:pt x="170444" y="173004"/>
                </a:cubicBezTo>
                <a:cubicBezTo>
                  <a:pt x="172456" y="170993"/>
                  <a:pt x="174833" y="169987"/>
                  <a:pt x="177759" y="169987"/>
                </a:cubicBezTo>
                <a:cubicBezTo>
                  <a:pt x="180594" y="169987"/>
                  <a:pt x="183063" y="170993"/>
                  <a:pt x="185075" y="173004"/>
                </a:cubicBezTo>
                <a:cubicBezTo>
                  <a:pt x="187086" y="175016"/>
                  <a:pt x="188092" y="177394"/>
                  <a:pt x="188092" y="180320"/>
                </a:cubicBezTo>
              </a:path>
              <a:path w="2362261" h="614843">
                <a:moveTo>
                  <a:pt x="337596" y="217536"/>
                </a:moveTo>
                <a:cubicBezTo>
                  <a:pt x="337596" y="220370"/>
                  <a:pt x="336591" y="222748"/>
                  <a:pt x="334579" y="224760"/>
                </a:cubicBezTo>
                <a:cubicBezTo>
                  <a:pt x="332567" y="226771"/>
                  <a:pt x="330098" y="227777"/>
                  <a:pt x="327264" y="227777"/>
                </a:cubicBezTo>
                <a:cubicBezTo>
                  <a:pt x="324429" y="227777"/>
                  <a:pt x="321960" y="226771"/>
                  <a:pt x="319949" y="224760"/>
                </a:cubicBezTo>
                <a:cubicBezTo>
                  <a:pt x="317937" y="222748"/>
                  <a:pt x="316931" y="220370"/>
                  <a:pt x="316931" y="217536"/>
                </a:cubicBezTo>
                <a:cubicBezTo>
                  <a:pt x="316931" y="214610"/>
                  <a:pt x="317937" y="212232"/>
                  <a:pt x="319949" y="210221"/>
                </a:cubicBezTo>
                <a:cubicBezTo>
                  <a:pt x="321960" y="208209"/>
                  <a:pt x="324429" y="207203"/>
                  <a:pt x="327264" y="207203"/>
                </a:cubicBezTo>
                <a:cubicBezTo>
                  <a:pt x="330098" y="207203"/>
                  <a:pt x="332567" y="208209"/>
                  <a:pt x="334579" y="210221"/>
                </a:cubicBezTo>
                <a:cubicBezTo>
                  <a:pt x="336591" y="212232"/>
                  <a:pt x="337596" y="214610"/>
                  <a:pt x="337596" y="217536"/>
                </a:cubicBezTo>
              </a:path>
              <a:path w="2362261" h="614843">
                <a:moveTo>
                  <a:pt x="556138" y="179222"/>
                </a:moveTo>
                <a:cubicBezTo>
                  <a:pt x="556138" y="182057"/>
                  <a:pt x="555132" y="184526"/>
                  <a:pt x="553121" y="186538"/>
                </a:cubicBezTo>
                <a:cubicBezTo>
                  <a:pt x="551109" y="188549"/>
                  <a:pt x="548640" y="189555"/>
                  <a:pt x="545805" y="189555"/>
                </a:cubicBezTo>
                <a:cubicBezTo>
                  <a:pt x="542971" y="189555"/>
                  <a:pt x="540502" y="188549"/>
                  <a:pt x="538490" y="186538"/>
                </a:cubicBezTo>
                <a:cubicBezTo>
                  <a:pt x="536478" y="184526"/>
                  <a:pt x="535473" y="182057"/>
                  <a:pt x="535473" y="179222"/>
                </a:cubicBezTo>
                <a:cubicBezTo>
                  <a:pt x="535473" y="176388"/>
                  <a:pt x="536478" y="173919"/>
                  <a:pt x="538490" y="171907"/>
                </a:cubicBezTo>
                <a:cubicBezTo>
                  <a:pt x="540502" y="169896"/>
                  <a:pt x="542971" y="168890"/>
                  <a:pt x="545805" y="168890"/>
                </a:cubicBezTo>
                <a:cubicBezTo>
                  <a:pt x="548640" y="168890"/>
                  <a:pt x="551109" y="169896"/>
                  <a:pt x="553121" y="171907"/>
                </a:cubicBezTo>
                <a:cubicBezTo>
                  <a:pt x="555132" y="173919"/>
                  <a:pt x="556138" y="176388"/>
                  <a:pt x="556138" y="179222"/>
                </a:cubicBezTo>
              </a:path>
              <a:path w="2362261" h="614843">
                <a:moveTo>
                  <a:pt x="757123" y="180960"/>
                </a:moveTo>
                <a:cubicBezTo>
                  <a:pt x="757123" y="183794"/>
                  <a:pt x="756117" y="186172"/>
                  <a:pt x="754106" y="188184"/>
                </a:cubicBezTo>
                <a:cubicBezTo>
                  <a:pt x="752003" y="190195"/>
                  <a:pt x="749625" y="191201"/>
                  <a:pt x="746790" y="191201"/>
                </a:cubicBezTo>
                <a:cubicBezTo>
                  <a:pt x="743864" y="191201"/>
                  <a:pt x="741487" y="190195"/>
                  <a:pt x="739475" y="188184"/>
                </a:cubicBezTo>
                <a:cubicBezTo>
                  <a:pt x="737464" y="186172"/>
                  <a:pt x="736366" y="183794"/>
                  <a:pt x="736366" y="180960"/>
                </a:cubicBezTo>
                <a:cubicBezTo>
                  <a:pt x="736366" y="178034"/>
                  <a:pt x="737464" y="175656"/>
                  <a:pt x="739475" y="173645"/>
                </a:cubicBezTo>
                <a:cubicBezTo>
                  <a:pt x="741487" y="171633"/>
                  <a:pt x="743864" y="170627"/>
                  <a:pt x="746790" y="170627"/>
                </a:cubicBezTo>
                <a:cubicBezTo>
                  <a:pt x="749625" y="170627"/>
                  <a:pt x="752003" y="171633"/>
                  <a:pt x="754106" y="173645"/>
                </a:cubicBezTo>
                <a:cubicBezTo>
                  <a:pt x="756117" y="175656"/>
                  <a:pt x="757123" y="178034"/>
                  <a:pt x="757123" y="180960"/>
                </a:cubicBezTo>
              </a:path>
              <a:path w="2362261" h="614843">
                <a:moveTo>
                  <a:pt x="886236" y="220553"/>
                </a:moveTo>
                <a:cubicBezTo>
                  <a:pt x="886236" y="223388"/>
                  <a:pt x="885231" y="225765"/>
                  <a:pt x="883219" y="227777"/>
                </a:cubicBezTo>
                <a:cubicBezTo>
                  <a:pt x="881207" y="229789"/>
                  <a:pt x="878738" y="230795"/>
                  <a:pt x="875904" y="230795"/>
                </a:cubicBezTo>
                <a:cubicBezTo>
                  <a:pt x="873069" y="230795"/>
                  <a:pt x="870600" y="229789"/>
                  <a:pt x="868589" y="227777"/>
                </a:cubicBezTo>
                <a:cubicBezTo>
                  <a:pt x="866577" y="225765"/>
                  <a:pt x="865571" y="223388"/>
                  <a:pt x="865571" y="220553"/>
                </a:cubicBezTo>
                <a:cubicBezTo>
                  <a:pt x="865571" y="217627"/>
                  <a:pt x="866577" y="215250"/>
                  <a:pt x="868589" y="213238"/>
                </a:cubicBezTo>
                <a:cubicBezTo>
                  <a:pt x="870600" y="211226"/>
                  <a:pt x="873069" y="210221"/>
                  <a:pt x="875904" y="210221"/>
                </a:cubicBezTo>
                <a:cubicBezTo>
                  <a:pt x="878738" y="210221"/>
                  <a:pt x="881207" y="211226"/>
                  <a:pt x="883219" y="213238"/>
                </a:cubicBezTo>
                <a:cubicBezTo>
                  <a:pt x="885231" y="215250"/>
                  <a:pt x="886236" y="217627"/>
                  <a:pt x="886236" y="220553"/>
                </a:cubicBezTo>
              </a:path>
              <a:path w="2362261" h="614843">
                <a:moveTo>
                  <a:pt x="1070397" y="179131"/>
                </a:moveTo>
                <a:cubicBezTo>
                  <a:pt x="1070397" y="181966"/>
                  <a:pt x="1069391" y="184434"/>
                  <a:pt x="1067379" y="186446"/>
                </a:cubicBezTo>
                <a:cubicBezTo>
                  <a:pt x="1065367" y="188458"/>
                  <a:pt x="1062899" y="189464"/>
                  <a:pt x="1060064" y="189464"/>
                </a:cubicBezTo>
                <a:cubicBezTo>
                  <a:pt x="1057229" y="189464"/>
                  <a:pt x="1054760" y="188458"/>
                  <a:pt x="1052749" y="186446"/>
                </a:cubicBezTo>
                <a:cubicBezTo>
                  <a:pt x="1050737" y="184434"/>
                  <a:pt x="1049731" y="181966"/>
                  <a:pt x="1049731" y="179131"/>
                </a:cubicBezTo>
                <a:cubicBezTo>
                  <a:pt x="1049731" y="176296"/>
                  <a:pt x="1050737" y="173827"/>
                  <a:pt x="1052749" y="171816"/>
                </a:cubicBezTo>
                <a:cubicBezTo>
                  <a:pt x="1054760" y="169804"/>
                  <a:pt x="1057229" y="168798"/>
                  <a:pt x="1060064" y="168798"/>
                </a:cubicBezTo>
                <a:cubicBezTo>
                  <a:pt x="1062899" y="168798"/>
                  <a:pt x="1065367" y="169804"/>
                  <a:pt x="1067379" y="171816"/>
                </a:cubicBezTo>
                <a:cubicBezTo>
                  <a:pt x="1069391" y="173827"/>
                  <a:pt x="1070397" y="176296"/>
                  <a:pt x="1070397" y="179131"/>
                </a:cubicBezTo>
              </a:path>
              <a:path w="2362261" h="614843">
                <a:moveTo>
                  <a:pt x="1300460" y="243870"/>
                </a:moveTo>
                <a:cubicBezTo>
                  <a:pt x="1300460" y="246705"/>
                  <a:pt x="1299454" y="249083"/>
                  <a:pt x="1297442" y="251094"/>
                </a:cubicBezTo>
                <a:cubicBezTo>
                  <a:pt x="1295430" y="253106"/>
                  <a:pt x="1292962" y="254112"/>
                  <a:pt x="1290127" y="254112"/>
                </a:cubicBezTo>
                <a:cubicBezTo>
                  <a:pt x="1287292" y="254112"/>
                  <a:pt x="1284823" y="253106"/>
                  <a:pt x="1282812" y="251094"/>
                </a:cubicBezTo>
                <a:cubicBezTo>
                  <a:pt x="1280800" y="249083"/>
                  <a:pt x="1279794" y="246705"/>
                  <a:pt x="1279794" y="243870"/>
                </a:cubicBezTo>
                <a:cubicBezTo>
                  <a:pt x="1279794" y="241036"/>
                  <a:pt x="1280800" y="238567"/>
                  <a:pt x="1282812" y="236555"/>
                </a:cubicBezTo>
                <a:cubicBezTo>
                  <a:pt x="1284823" y="234544"/>
                  <a:pt x="1287292" y="233538"/>
                  <a:pt x="1290127" y="233538"/>
                </a:cubicBezTo>
                <a:cubicBezTo>
                  <a:pt x="1292962" y="233538"/>
                  <a:pt x="1295430" y="234544"/>
                  <a:pt x="1297442" y="236555"/>
                </a:cubicBezTo>
                <a:cubicBezTo>
                  <a:pt x="1299454" y="238567"/>
                  <a:pt x="1300460" y="241036"/>
                  <a:pt x="1300460" y="243870"/>
                </a:cubicBezTo>
              </a:path>
              <a:path w="2362261" h="614843">
                <a:moveTo>
                  <a:pt x="1408359" y="236738"/>
                </a:moveTo>
                <a:cubicBezTo>
                  <a:pt x="1408359" y="239573"/>
                  <a:pt x="1407262" y="241950"/>
                  <a:pt x="1405250" y="243962"/>
                </a:cubicBezTo>
                <a:cubicBezTo>
                  <a:pt x="1403238" y="245974"/>
                  <a:pt x="1400861" y="246979"/>
                  <a:pt x="1397935" y="246979"/>
                </a:cubicBezTo>
                <a:cubicBezTo>
                  <a:pt x="1395100" y="246979"/>
                  <a:pt x="1392723" y="245974"/>
                  <a:pt x="1390620" y="243962"/>
                </a:cubicBezTo>
                <a:cubicBezTo>
                  <a:pt x="1388608" y="241950"/>
                  <a:pt x="1387602" y="239573"/>
                  <a:pt x="1387602" y="236738"/>
                </a:cubicBezTo>
                <a:cubicBezTo>
                  <a:pt x="1387602" y="233812"/>
                  <a:pt x="1388608" y="231435"/>
                  <a:pt x="1390620" y="229423"/>
                </a:cubicBezTo>
                <a:cubicBezTo>
                  <a:pt x="1392723" y="227411"/>
                  <a:pt x="1395100" y="226405"/>
                  <a:pt x="1397935" y="226405"/>
                </a:cubicBezTo>
                <a:cubicBezTo>
                  <a:pt x="1400861" y="226405"/>
                  <a:pt x="1403238" y="227411"/>
                  <a:pt x="1405250" y="229423"/>
                </a:cubicBezTo>
                <a:cubicBezTo>
                  <a:pt x="1407262" y="231435"/>
                  <a:pt x="1408359" y="233812"/>
                  <a:pt x="1408359" y="236738"/>
                </a:cubicBezTo>
              </a:path>
              <a:path w="2362261" h="614843">
                <a:moveTo>
                  <a:pt x="1590416" y="214335"/>
                </a:moveTo>
                <a:cubicBezTo>
                  <a:pt x="1590416" y="217170"/>
                  <a:pt x="1589410" y="219639"/>
                  <a:pt x="1587398" y="221651"/>
                </a:cubicBezTo>
                <a:cubicBezTo>
                  <a:pt x="1585387" y="223662"/>
                  <a:pt x="1582918" y="224668"/>
                  <a:pt x="1580083" y="224668"/>
                </a:cubicBezTo>
                <a:cubicBezTo>
                  <a:pt x="1577249" y="224668"/>
                  <a:pt x="1574780" y="223662"/>
                  <a:pt x="1572768" y="221651"/>
                </a:cubicBezTo>
                <a:cubicBezTo>
                  <a:pt x="1570756" y="219639"/>
                  <a:pt x="1569750" y="217170"/>
                  <a:pt x="1569750" y="214335"/>
                </a:cubicBezTo>
                <a:cubicBezTo>
                  <a:pt x="1569750" y="211501"/>
                  <a:pt x="1570756" y="209123"/>
                  <a:pt x="1572768" y="207112"/>
                </a:cubicBezTo>
                <a:cubicBezTo>
                  <a:pt x="1574780" y="205100"/>
                  <a:pt x="1577249" y="204094"/>
                  <a:pt x="1580083" y="204094"/>
                </a:cubicBezTo>
                <a:cubicBezTo>
                  <a:pt x="1582918" y="204094"/>
                  <a:pt x="1585387" y="205100"/>
                  <a:pt x="1587398" y="207112"/>
                </a:cubicBezTo>
                <a:cubicBezTo>
                  <a:pt x="1589410" y="209123"/>
                  <a:pt x="1590416" y="211501"/>
                  <a:pt x="1590416" y="214335"/>
                </a:cubicBezTo>
              </a:path>
              <a:path w="2362261" h="614843">
                <a:moveTo>
                  <a:pt x="1798899" y="233995"/>
                </a:moveTo>
                <a:cubicBezTo>
                  <a:pt x="1798899" y="236830"/>
                  <a:pt x="1797893" y="239298"/>
                  <a:pt x="1795882" y="241310"/>
                </a:cubicBezTo>
                <a:cubicBezTo>
                  <a:pt x="1793870" y="243322"/>
                  <a:pt x="1791401" y="244328"/>
                  <a:pt x="1788566" y="244328"/>
                </a:cubicBezTo>
                <a:cubicBezTo>
                  <a:pt x="1785732" y="244328"/>
                  <a:pt x="1783263" y="243322"/>
                  <a:pt x="1781251" y="241310"/>
                </a:cubicBezTo>
                <a:cubicBezTo>
                  <a:pt x="1779240" y="239298"/>
                  <a:pt x="1778234" y="236830"/>
                  <a:pt x="1778234" y="233995"/>
                </a:cubicBezTo>
                <a:cubicBezTo>
                  <a:pt x="1778234" y="231160"/>
                  <a:pt x="1779240" y="228691"/>
                  <a:pt x="1781251" y="226680"/>
                </a:cubicBezTo>
                <a:cubicBezTo>
                  <a:pt x="1783263" y="224668"/>
                  <a:pt x="1785732" y="223662"/>
                  <a:pt x="1788566" y="223662"/>
                </a:cubicBezTo>
                <a:cubicBezTo>
                  <a:pt x="1791401" y="223662"/>
                  <a:pt x="1793870" y="224668"/>
                  <a:pt x="1795882" y="226680"/>
                </a:cubicBezTo>
                <a:cubicBezTo>
                  <a:pt x="1797893" y="228691"/>
                  <a:pt x="1798899" y="231160"/>
                  <a:pt x="1798899" y="233995"/>
                </a:cubicBezTo>
              </a:path>
              <a:path w="2362261" h="614843">
                <a:moveTo>
                  <a:pt x="1924172" y="220188"/>
                </a:moveTo>
                <a:cubicBezTo>
                  <a:pt x="1924172" y="223022"/>
                  <a:pt x="1923166" y="225491"/>
                  <a:pt x="1921154" y="227503"/>
                </a:cubicBezTo>
                <a:cubicBezTo>
                  <a:pt x="1919143" y="229514"/>
                  <a:pt x="1916674" y="230520"/>
                  <a:pt x="1913839" y="230520"/>
                </a:cubicBezTo>
                <a:cubicBezTo>
                  <a:pt x="1911005" y="230520"/>
                  <a:pt x="1908536" y="229514"/>
                  <a:pt x="1906524" y="227503"/>
                </a:cubicBezTo>
                <a:cubicBezTo>
                  <a:pt x="1904512" y="225491"/>
                  <a:pt x="1903506" y="223022"/>
                  <a:pt x="1903506" y="220188"/>
                </a:cubicBezTo>
                <a:cubicBezTo>
                  <a:pt x="1903506" y="217353"/>
                  <a:pt x="1904512" y="214884"/>
                  <a:pt x="1906524" y="212872"/>
                </a:cubicBezTo>
                <a:cubicBezTo>
                  <a:pt x="1908536" y="210861"/>
                  <a:pt x="1911005" y="209855"/>
                  <a:pt x="1913839" y="209855"/>
                </a:cubicBezTo>
                <a:cubicBezTo>
                  <a:pt x="1916674" y="209855"/>
                  <a:pt x="1919143" y="210861"/>
                  <a:pt x="1921154" y="212872"/>
                </a:cubicBezTo>
                <a:cubicBezTo>
                  <a:pt x="1923166" y="214884"/>
                  <a:pt x="1924172" y="217353"/>
                  <a:pt x="1924172" y="220188"/>
                </a:cubicBezTo>
              </a:path>
              <a:path w="2362261" h="614843">
                <a:moveTo>
                  <a:pt x="2133570" y="207203"/>
                </a:moveTo>
                <a:cubicBezTo>
                  <a:pt x="2133570" y="210038"/>
                  <a:pt x="2132564" y="212507"/>
                  <a:pt x="2130552" y="214518"/>
                </a:cubicBezTo>
                <a:cubicBezTo>
                  <a:pt x="2128449" y="216530"/>
                  <a:pt x="2126071" y="217536"/>
                  <a:pt x="2123237" y="217536"/>
                </a:cubicBezTo>
                <a:cubicBezTo>
                  <a:pt x="2120311" y="217536"/>
                  <a:pt x="2117933" y="216530"/>
                  <a:pt x="2115922" y="214518"/>
                </a:cubicBezTo>
                <a:cubicBezTo>
                  <a:pt x="2113910" y="212507"/>
                  <a:pt x="2112813" y="210038"/>
                  <a:pt x="2112813" y="207203"/>
                </a:cubicBezTo>
                <a:cubicBezTo>
                  <a:pt x="2112813" y="204368"/>
                  <a:pt x="2113910" y="201900"/>
                  <a:pt x="2115922" y="199888"/>
                </a:cubicBezTo>
                <a:cubicBezTo>
                  <a:pt x="2117933" y="197876"/>
                  <a:pt x="2120311" y="196870"/>
                  <a:pt x="2123237" y="196870"/>
                </a:cubicBezTo>
                <a:cubicBezTo>
                  <a:pt x="2126071" y="196870"/>
                  <a:pt x="2128449" y="197876"/>
                  <a:pt x="2130552" y="199888"/>
                </a:cubicBezTo>
                <a:cubicBezTo>
                  <a:pt x="2132564" y="201900"/>
                  <a:pt x="2133570" y="204368"/>
                  <a:pt x="2133570" y="207203"/>
                </a:cubicBezTo>
              </a:path>
              <a:path w="2362261" h="614843">
                <a:moveTo>
                  <a:pt x="2362261" y="196230"/>
                </a:moveTo>
                <a:cubicBezTo>
                  <a:pt x="2362261" y="199065"/>
                  <a:pt x="2361255" y="201534"/>
                  <a:pt x="2359243" y="203545"/>
                </a:cubicBezTo>
                <a:cubicBezTo>
                  <a:pt x="2357232" y="205557"/>
                  <a:pt x="2354763" y="206563"/>
                  <a:pt x="2351928" y="206563"/>
                </a:cubicBezTo>
                <a:cubicBezTo>
                  <a:pt x="2349094" y="206563"/>
                  <a:pt x="2346625" y="205557"/>
                  <a:pt x="2344613" y="203545"/>
                </a:cubicBezTo>
                <a:cubicBezTo>
                  <a:pt x="2342601" y="201534"/>
                  <a:pt x="2341596" y="199065"/>
                  <a:pt x="2341596" y="196230"/>
                </a:cubicBezTo>
                <a:cubicBezTo>
                  <a:pt x="2341596" y="193396"/>
                  <a:pt x="2342601" y="190927"/>
                  <a:pt x="2344613" y="188915"/>
                </a:cubicBezTo>
                <a:cubicBezTo>
                  <a:pt x="2346625" y="186903"/>
                  <a:pt x="2349094" y="185898"/>
                  <a:pt x="2351928" y="185898"/>
                </a:cubicBezTo>
                <a:cubicBezTo>
                  <a:pt x="2354763" y="185898"/>
                  <a:pt x="2357232" y="186903"/>
                  <a:pt x="2359243" y="188915"/>
                </a:cubicBezTo>
                <a:cubicBezTo>
                  <a:pt x="2361255" y="190927"/>
                  <a:pt x="2362261" y="193396"/>
                  <a:pt x="2362261" y="196230"/>
                </a:cubicBezTo>
              </a:path>
              <a:path w="2362261" h="614843">
                <a:moveTo>
                  <a:pt x="22037" y="26152"/>
                </a:moveTo>
                <a:cubicBezTo>
                  <a:pt x="22037" y="29078"/>
                  <a:pt x="21031" y="31455"/>
                  <a:pt x="19020" y="33467"/>
                </a:cubicBezTo>
                <a:cubicBezTo>
                  <a:pt x="17008" y="35479"/>
                  <a:pt x="14539" y="36485"/>
                  <a:pt x="11704" y="36485"/>
                </a:cubicBezTo>
                <a:cubicBezTo>
                  <a:pt x="8870" y="36485"/>
                  <a:pt x="6401" y="35479"/>
                  <a:pt x="4389" y="33467"/>
                </a:cubicBezTo>
                <a:cubicBezTo>
                  <a:pt x="2377" y="31455"/>
                  <a:pt x="1372" y="29078"/>
                  <a:pt x="1372" y="26152"/>
                </a:cubicBezTo>
                <a:cubicBezTo>
                  <a:pt x="1372" y="23317"/>
                  <a:pt x="2377" y="20940"/>
                  <a:pt x="4389" y="18928"/>
                </a:cubicBezTo>
                <a:cubicBezTo>
                  <a:pt x="6401" y="16916"/>
                  <a:pt x="8870" y="15911"/>
                  <a:pt x="11704" y="15911"/>
                </a:cubicBezTo>
                <a:cubicBezTo>
                  <a:pt x="14539" y="15911"/>
                  <a:pt x="17008" y="16916"/>
                  <a:pt x="19020" y="18928"/>
                </a:cubicBezTo>
                <a:cubicBezTo>
                  <a:pt x="21031" y="20940"/>
                  <a:pt x="22037" y="23317"/>
                  <a:pt x="22037" y="26152"/>
                </a:cubicBezTo>
              </a:path>
              <a:path w="2362261" h="614843">
                <a:moveTo>
                  <a:pt x="213330" y="75895"/>
                </a:moveTo>
                <a:cubicBezTo>
                  <a:pt x="213330" y="78730"/>
                  <a:pt x="212324" y="81199"/>
                  <a:pt x="210312" y="83210"/>
                </a:cubicBezTo>
                <a:cubicBezTo>
                  <a:pt x="208300" y="85222"/>
                  <a:pt x="205831" y="86228"/>
                  <a:pt x="202997" y="86228"/>
                </a:cubicBezTo>
                <a:cubicBezTo>
                  <a:pt x="200071" y="86228"/>
                  <a:pt x="197693" y="85222"/>
                  <a:pt x="195682" y="83210"/>
                </a:cubicBezTo>
                <a:cubicBezTo>
                  <a:pt x="193670" y="81199"/>
                  <a:pt x="192664" y="78730"/>
                  <a:pt x="192664" y="75895"/>
                </a:cubicBezTo>
                <a:cubicBezTo>
                  <a:pt x="192664" y="73061"/>
                  <a:pt x="193670" y="70592"/>
                  <a:pt x="195682" y="68580"/>
                </a:cubicBezTo>
                <a:cubicBezTo>
                  <a:pt x="197693" y="66568"/>
                  <a:pt x="200071" y="65562"/>
                  <a:pt x="202997" y="65562"/>
                </a:cubicBezTo>
                <a:cubicBezTo>
                  <a:pt x="205831" y="65562"/>
                  <a:pt x="208300" y="66568"/>
                  <a:pt x="210312" y="68580"/>
                </a:cubicBezTo>
                <a:cubicBezTo>
                  <a:pt x="212324" y="70592"/>
                  <a:pt x="213330" y="73061"/>
                  <a:pt x="213330" y="75895"/>
                </a:cubicBezTo>
              </a:path>
              <a:path w="2362261" h="614843">
                <a:moveTo>
                  <a:pt x="410108" y="11887"/>
                </a:moveTo>
                <a:cubicBezTo>
                  <a:pt x="410108" y="14722"/>
                  <a:pt x="409103" y="17191"/>
                  <a:pt x="407091" y="19202"/>
                </a:cubicBezTo>
                <a:cubicBezTo>
                  <a:pt x="405079" y="21214"/>
                  <a:pt x="402610" y="22220"/>
                  <a:pt x="399776" y="22220"/>
                </a:cubicBezTo>
                <a:cubicBezTo>
                  <a:pt x="396941" y="22220"/>
                  <a:pt x="394472" y="21214"/>
                  <a:pt x="392460" y="19202"/>
                </a:cubicBezTo>
                <a:cubicBezTo>
                  <a:pt x="390449" y="17191"/>
                  <a:pt x="389443" y="14722"/>
                  <a:pt x="389443" y="11887"/>
                </a:cubicBezTo>
                <a:cubicBezTo>
                  <a:pt x="389443" y="9053"/>
                  <a:pt x="390449" y="6584"/>
                  <a:pt x="392460" y="4572"/>
                </a:cubicBezTo>
                <a:cubicBezTo>
                  <a:pt x="394472" y="2560"/>
                  <a:pt x="396941" y="1554"/>
                  <a:pt x="399776" y="1554"/>
                </a:cubicBezTo>
                <a:cubicBezTo>
                  <a:pt x="402610" y="1554"/>
                  <a:pt x="405079" y="2560"/>
                  <a:pt x="407091" y="4572"/>
                </a:cubicBezTo>
                <a:cubicBezTo>
                  <a:pt x="409103" y="6584"/>
                  <a:pt x="410108" y="9053"/>
                  <a:pt x="410108" y="11887"/>
                </a:cubicBezTo>
              </a:path>
              <a:path w="2362261" h="614843">
                <a:moveTo>
                  <a:pt x="584942" y="10333"/>
                </a:moveTo>
                <a:cubicBezTo>
                  <a:pt x="584942" y="13167"/>
                  <a:pt x="583936" y="15545"/>
                  <a:pt x="581924" y="17556"/>
                </a:cubicBezTo>
                <a:cubicBezTo>
                  <a:pt x="579912" y="19568"/>
                  <a:pt x="577444" y="20574"/>
                  <a:pt x="574609" y="20574"/>
                </a:cubicBezTo>
                <a:cubicBezTo>
                  <a:pt x="571774" y="20574"/>
                  <a:pt x="569305" y="19568"/>
                  <a:pt x="567294" y="17556"/>
                </a:cubicBezTo>
                <a:cubicBezTo>
                  <a:pt x="565282" y="15545"/>
                  <a:pt x="564276" y="13167"/>
                  <a:pt x="564276" y="10333"/>
                </a:cubicBezTo>
                <a:cubicBezTo>
                  <a:pt x="564276" y="7498"/>
                  <a:pt x="565282" y="5029"/>
                  <a:pt x="567294" y="3018"/>
                </a:cubicBezTo>
                <a:cubicBezTo>
                  <a:pt x="569305" y="1006"/>
                  <a:pt x="571774" y="0"/>
                  <a:pt x="574609" y="0"/>
                </a:cubicBezTo>
                <a:cubicBezTo>
                  <a:pt x="577444" y="0"/>
                  <a:pt x="579912" y="1006"/>
                  <a:pt x="581924" y="3018"/>
                </a:cubicBezTo>
                <a:cubicBezTo>
                  <a:pt x="583936" y="5029"/>
                  <a:pt x="584942" y="7498"/>
                  <a:pt x="584942" y="10333"/>
                </a:cubicBezTo>
              </a:path>
              <a:path w="2362261" h="614843">
                <a:moveTo>
                  <a:pt x="719267" y="45537"/>
                </a:moveTo>
                <a:cubicBezTo>
                  <a:pt x="719267" y="48372"/>
                  <a:pt x="718261" y="50749"/>
                  <a:pt x="716250" y="52761"/>
                </a:cubicBezTo>
                <a:cubicBezTo>
                  <a:pt x="714238" y="54773"/>
                  <a:pt x="711769" y="55778"/>
                  <a:pt x="708934" y="55778"/>
                </a:cubicBezTo>
                <a:cubicBezTo>
                  <a:pt x="706100" y="55778"/>
                  <a:pt x="703631" y="54773"/>
                  <a:pt x="701619" y="52761"/>
                </a:cubicBezTo>
                <a:cubicBezTo>
                  <a:pt x="699607" y="50749"/>
                  <a:pt x="698602" y="48372"/>
                  <a:pt x="698602" y="45537"/>
                </a:cubicBezTo>
                <a:cubicBezTo>
                  <a:pt x="698602" y="42702"/>
                  <a:pt x="699607" y="40234"/>
                  <a:pt x="701619" y="38222"/>
                </a:cubicBezTo>
                <a:cubicBezTo>
                  <a:pt x="703631" y="36210"/>
                  <a:pt x="706100" y="35204"/>
                  <a:pt x="708934" y="35204"/>
                </a:cubicBezTo>
                <a:cubicBezTo>
                  <a:pt x="711769" y="35204"/>
                  <a:pt x="714238" y="36210"/>
                  <a:pt x="716250" y="38222"/>
                </a:cubicBezTo>
                <a:cubicBezTo>
                  <a:pt x="718261" y="40234"/>
                  <a:pt x="719267" y="42702"/>
                  <a:pt x="719267" y="45537"/>
                </a:cubicBezTo>
              </a:path>
              <a:path w="2362261" h="614843">
                <a:moveTo>
                  <a:pt x="870783" y="24780"/>
                </a:moveTo>
                <a:cubicBezTo>
                  <a:pt x="870783" y="27615"/>
                  <a:pt x="869777" y="29992"/>
                  <a:pt x="867766" y="32004"/>
                </a:cubicBezTo>
                <a:cubicBezTo>
                  <a:pt x="865754" y="34016"/>
                  <a:pt x="863285" y="35022"/>
                  <a:pt x="860450" y="35022"/>
                </a:cubicBezTo>
                <a:cubicBezTo>
                  <a:pt x="857616" y="35022"/>
                  <a:pt x="855147" y="34016"/>
                  <a:pt x="853135" y="32004"/>
                </a:cubicBezTo>
                <a:cubicBezTo>
                  <a:pt x="851124" y="29992"/>
                  <a:pt x="850118" y="27615"/>
                  <a:pt x="850118" y="24780"/>
                </a:cubicBezTo>
                <a:cubicBezTo>
                  <a:pt x="850118" y="21854"/>
                  <a:pt x="851124" y="19477"/>
                  <a:pt x="853135" y="17465"/>
                </a:cubicBezTo>
                <a:cubicBezTo>
                  <a:pt x="855147" y="15453"/>
                  <a:pt x="857616" y="14448"/>
                  <a:pt x="860450" y="14448"/>
                </a:cubicBezTo>
                <a:cubicBezTo>
                  <a:pt x="863285" y="14448"/>
                  <a:pt x="865754" y="15453"/>
                  <a:pt x="867766" y="17465"/>
                </a:cubicBezTo>
                <a:cubicBezTo>
                  <a:pt x="869777" y="19477"/>
                  <a:pt x="870783" y="21854"/>
                  <a:pt x="870783" y="24780"/>
                </a:cubicBezTo>
              </a:path>
              <a:path w="2362261" h="614843">
                <a:moveTo>
                  <a:pt x="1044153" y="74706"/>
                </a:moveTo>
                <a:cubicBezTo>
                  <a:pt x="1044153" y="77633"/>
                  <a:pt x="1043148" y="80010"/>
                  <a:pt x="1041136" y="82022"/>
                </a:cubicBezTo>
                <a:cubicBezTo>
                  <a:pt x="1039124" y="84033"/>
                  <a:pt x="1036655" y="85039"/>
                  <a:pt x="1033821" y="85039"/>
                </a:cubicBezTo>
                <a:cubicBezTo>
                  <a:pt x="1030986" y="85039"/>
                  <a:pt x="1028517" y="84033"/>
                  <a:pt x="1026505" y="82022"/>
                </a:cubicBezTo>
                <a:cubicBezTo>
                  <a:pt x="1024494" y="80010"/>
                  <a:pt x="1023488" y="77633"/>
                  <a:pt x="1023488" y="74706"/>
                </a:cubicBezTo>
                <a:cubicBezTo>
                  <a:pt x="1023488" y="71872"/>
                  <a:pt x="1024494" y="69494"/>
                  <a:pt x="1026505" y="67483"/>
                </a:cubicBezTo>
                <a:cubicBezTo>
                  <a:pt x="1028517" y="65471"/>
                  <a:pt x="1030986" y="64465"/>
                  <a:pt x="1033821" y="64465"/>
                </a:cubicBezTo>
                <a:cubicBezTo>
                  <a:pt x="1036655" y="64465"/>
                  <a:pt x="1039124" y="65471"/>
                  <a:pt x="1041136" y="67483"/>
                </a:cubicBezTo>
                <a:cubicBezTo>
                  <a:pt x="1043148" y="69494"/>
                  <a:pt x="1044153" y="71872"/>
                  <a:pt x="1044153" y="74706"/>
                </a:cubicBezTo>
              </a:path>
              <a:path w="2362261" h="614843">
                <a:moveTo>
                  <a:pt x="1234166" y="66385"/>
                </a:moveTo>
                <a:cubicBezTo>
                  <a:pt x="1234166" y="69220"/>
                  <a:pt x="1233160" y="71689"/>
                  <a:pt x="1231148" y="73701"/>
                </a:cubicBezTo>
                <a:cubicBezTo>
                  <a:pt x="1229136" y="75712"/>
                  <a:pt x="1226668" y="76718"/>
                  <a:pt x="1223833" y="76718"/>
                </a:cubicBezTo>
                <a:cubicBezTo>
                  <a:pt x="1220998" y="76718"/>
                  <a:pt x="1218529" y="75712"/>
                  <a:pt x="1216518" y="73701"/>
                </a:cubicBezTo>
                <a:cubicBezTo>
                  <a:pt x="1214506" y="71689"/>
                  <a:pt x="1213500" y="69220"/>
                  <a:pt x="1213500" y="66385"/>
                </a:cubicBezTo>
                <a:cubicBezTo>
                  <a:pt x="1213500" y="63551"/>
                  <a:pt x="1214506" y="61082"/>
                  <a:pt x="1216518" y="59070"/>
                </a:cubicBezTo>
                <a:cubicBezTo>
                  <a:pt x="1218529" y="57059"/>
                  <a:pt x="1220998" y="56053"/>
                  <a:pt x="1223833" y="56053"/>
                </a:cubicBezTo>
                <a:cubicBezTo>
                  <a:pt x="1226668" y="56053"/>
                  <a:pt x="1229136" y="57059"/>
                  <a:pt x="1231148" y="59070"/>
                </a:cubicBezTo>
                <a:cubicBezTo>
                  <a:pt x="1233160" y="61082"/>
                  <a:pt x="1234166" y="63551"/>
                  <a:pt x="1234166" y="66385"/>
                </a:cubicBezTo>
              </a:path>
              <a:path w="2362261" h="614843">
                <a:moveTo>
                  <a:pt x="1422806" y="76078"/>
                </a:moveTo>
                <a:cubicBezTo>
                  <a:pt x="1422806" y="78913"/>
                  <a:pt x="1421801" y="81382"/>
                  <a:pt x="1419789" y="83393"/>
                </a:cubicBezTo>
                <a:cubicBezTo>
                  <a:pt x="1417777" y="85405"/>
                  <a:pt x="1415308" y="86411"/>
                  <a:pt x="1412474" y="86411"/>
                </a:cubicBezTo>
                <a:cubicBezTo>
                  <a:pt x="1409639" y="86411"/>
                  <a:pt x="1407170" y="85405"/>
                  <a:pt x="1405158" y="83393"/>
                </a:cubicBezTo>
                <a:cubicBezTo>
                  <a:pt x="1403147" y="81382"/>
                  <a:pt x="1402141" y="78913"/>
                  <a:pt x="1402141" y="76078"/>
                </a:cubicBezTo>
                <a:cubicBezTo>
                  <a:pt x="1402141" y="73243"/>
                  <a:pt x="1403147" y="70775"/>
                  <a:pt x="1405158" y="68763"/>
                </a:cubicBezTo>
                <a:cubicBezTo>
                  <a:pt x="1407170" y="66751"/>
                  <a:pt x="1409639" y="65745"/>
                  <a:pt x="1412474" y="65745"/>
                </a:cubicBezTo>
                <a:cubicBezTo>
                  <a:pt x="1415308" y="65745"/>
                  <a:pt x="1417777" y="66751"/>
                  <a:pt x="1419789" y="68763"/>
                </a:cubicBezTo>
                <a:cubicBezTo>
                  <a:pt x="1421801" y="70775"/>
                  <a:pt x="1422806" y="73243"/>
                  <a:pt x="1422806" y="76078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7" name="Forma 274"/>
          <p:cNvSpPr/>
          <p:nvPr/>
        </p:nvSpPr>
        <p:spPr>
          <a:xfrm>
            <a:off x="2846619" y="2969057"/>
            <a:ext cx="52121" cy="51938"/>
          </a:xfrm>
          <a:custGeom>
            <a:avLst/>
            <a:gdLst/>
            <a:ahLst/>
            <a:cxnLst/>
            <a:rect l="l" t="t" r="r" b="b"/>
            <a:pathLst>
              <a:path w="52121" h="51938">
                <a:moveTo>
                  <a:pt x="52121" y="25969"/>
                </a:moveTo>
                <a:cubicBezTo>
                  <a:pt x="52121" y="29444"/>
                  <a:pt x="51389" y="32736"/>
                  <a:pt x="50109" y="35936"/>
                </a:cubicBezTo>
                <a:cubicBezTo>
                  <a:pt x="48829" y="39045"/>
                  <a:pt x="46909" y="41880"/>
                  <a:pt x="44440" y="44348"/>
                </a:cubicBezTo>
                <a:cubicBezTo>
                  <a:pt x="42062" y="46726"/>
                  <a:pt x="39228" y="48646"/>
                  <a:pt x="36027" y="49926"/>
                </a:cubicBezTo>
                <a:cubicBezTo>
                  <a:pt x="32827" y="51298"/>
                  <a:pt x="29535" y="51938"/>
                  <a:pt x="26060" y="51938"/>
                </a:cubicBezTo>
                <a:cubicBezTo>
                  <a:pt x="22586" y="51938"/>
                  <a:pt x="19294" y="51298"/>
                  <a:pt x="16093" y="49926"/>
                </a:cubicBezTo>
                <a:cubicBezTo>
                  <a:pt x="12893" y="48646"/>
                  <a:pt x="10058" y="46726"/>
                  <a:pt x="7590" y="44348"/>
                </a:cubicBezTo>
                <a:cubicBezTo>
                  <a:pt x="5212" y="41880"/>
                  <a:pt x="3292" y="39045"/>
                  <a:pt x="2012" y="35936"/>
                </a:cubicBezTo>
                <a:cubicBezTo>
                  <a:pt x="640" y="32736"/>
                  <a:pt x="0" y="29444"/>
                  <a:pt x="0" y="25969"/>
                </a:cubicBezTo>
                <a:cubicBezTo>
                  <a:pt x="0" y="22494"/>
                  <a:pt x="640" y="19202"/>
                  <a:pt x="2012" y="16002"/>
                </a:cubicBezTo>
                <a:cubicBezTo>
                  <a:pt x="3292" y="12802"/>
                  <a:pt x="5212" y="10058"/>
                  <a:pt x="7590" y="7590"/>
                </a:cubicBezTo>
                <a:cubicBezTo>
                  <a:pt x="10058" y="5212"/>
                  <a:pt x="12893" y="3292"/>
                  <a:pt x="16093" y="2012"/>
                </a:cubicBezTo>
                <a:cubicBezTo>
                  <a:pt x="19294" y="640"/>
                  <a:pt x="22586" y="0"/>
                  <a:pt x="26060" y="0"/>
                </a:cubicBezTo>
                <a:cubicBezTo>
                  <a:pt x="29535" y="0"/>
                  <a:pt x="32827" y="640"/>
                  <a:pt x="36027" y="2012"/>
                </a:cubicBezTo>
                <a:cubicBezTo>
                  <a:pt x="39228" y="3292"/>
                  <a:pt x="42062" y="5212"/>
                  <a:pt x="44440" y="7590"/>
                </a:cubicBezTo>
                <a:cubicBezTo>
                  <a:pt x="46909" y="10058"/>
                  <a:pt x="48829" y="12802"/>
                  <a:pt x="50109" y="16002"/>
                </a:cubicBezTo>
                <a:cubicBezTo>
                  <a:pt x="51389" y="19202"/>
                  <a:pt x="52121" y="22494"/>
                  <a:pt x="52121" y="25969"/>
                </a:cubicBezTo>
              </a:path>
            </a:pathLst>
          </a:custGeom>
          <a:solidFill>
            <a:srgbClr val="C64B35"/>
          </a:solidFill>
          <a:ln w="8801">
            <a:solidFill>
              <a:srgbClr val="F2EFE6"/>
            </a:solidFill>
            <a:prstDash val="solid"/>
          </a:ln>
        </p:spPr>
      </p:sp>
      <p:sp>
        <p:nvSpPr>
          <p:cNvPr id="8" name="Forma 275"/>
          <p:cNvSpPr/>
          <p:nvPr/>
        </p:nvSpPr>
        <p:spPr>
          <a:xfrm>
            <a:off x="1313170" y="2045330"/>
            <a:ext cx="2364638" cy="960303"/>
          </a:xfrm>
          <a:custGeom>
            <a:avLst/>
            <a:gdLst/>
            <a:ahLst/>
            <a:cxnLst/>
            <a:rect l="l" t="t" r="r" b="b"/>
            <a:pathLst>
              <a:path w="2364638" h="960303">
                <a:moveTo>
                  <a:pt x="1755739" y="931042"/>
                </a:moveTo>
                <a:cubicBezTo>
                  <a:pt x="1755739" y="933877"/>
                  <a:pt x="1754734" y="936254"/>
                  <a:pt x="1752722" y="938266"/>
                </a:cubicBezTo>
                <a:cubicBezTo>
                  <a:pt x="1750710" y="940278"/>
                  <a:pt x="1748241" y="941283"/>
                  <a:pt x="1745407" y="941283"/>
                </a:cubicBezTo>
                <a:cubicBezTo>
                  <a:pt x="1742572" y="941283"/>
                  <a:pt x="1740103" y="940278"/>
                  <a:pt x="1738092" y="938266"/>
                </a:cubicBezTo>
                <a:cubicBezTo>
                  <a:pt x="1736080" y="936254"/>
                  <a:pt x="1735074" y="933877"/>
                  <a:pt x="1735074" y="931042"/>
                </a:cubicBezTo>
                <a:cubicBezTo>
                  <a:pt x="1735074" y="928116"/>
                  <a:pt x="1736080" y="925739"/>
                  <a:pt x="1738092" y="923727"/>
                </a:cubicBezTo>
                <a:cubicBezTo>
                  <a:pt x="1740103" y="921715"/>
                  <a:pt x="1742572" y="920709"/>
                  <a:pt x="1745407" y="920709"/>
                </a:cubicBezTo>
                <a:cubicBezTo>
                  <a:pt x="1748241" y="920709"/>
                  <a:pt x="1750710" y="921715"/>
                  <a:pt x="1752722" y="923727"/>
                </a:cubicBezTo>
                <a:cubicBezTo>
                  <a:pt x="1754734" y="925739"/>
                  <a:pt x="1755739" y="928116"/>
                  <a:pt x="1755739" y="931042"/>
                </a:cubicBezTo>
              </a:path>
              <a:path w="2364638" h="960303">
                <a:moveTo>
                  <a:pt x="1926092" y="885962"/>
                </a:moveTo>
                <a:cubicBezTo>
                  <a:pt x="1926092" y="888797"/>
                  <a:pt x="1925086" y="891266"/>
                  <a:pt x="1923075" y="893277"/>
                </a:cubicBezTo>
                <a:cubicBezTo>
                  <a:pt x="1921063" y="895289"/>
                  <a:pt x="1918594" y="896295"/>
                  <a:pt x="1915759" y="896295"/>
                </a:cubicBezTo>
                <a:cubicBezTo>
                  <a:pt x="1912925" y="896295"/>
                  <a:pt x="1910456" y="895289"/>
                  <a:pt x="1908444" y="893277"/>
                </a:cubicBezTo>
                <a:cubicBezTo>
                  <a:pt x="1906433" y="891266"/>
                  <a:pt x="1905427" y="888797"/>
                  <a:pt x="1905427" y="885962"/>
                </a:cubicBezTo>
                <a:cubicBezTo>
                  <a:pt x="1905427" y="883128"/>
                  <a:pt x="1906433" y="880659"/>
                  <a:pt x="1908444" y="878647"/>
                </a:cubicBezTo>
                <a:cubicBezTo>
                  <a:pt x="1910456" y="876635"/>
                  <a:pt x="1912925" y="875629"/>
                  <a:pt x="1915759" y="875629"/>
                </a:cubicBezTo>
                <a:cubicBezTo>
                  <a:pt x="1918594" y="875629"/>
                  <a:pt x="1921063" y="876635"/>
                  <a:pt x="1923075" y="878647"/>
                </a:cubicBezTo>
                <a:cubicBezTo>
                  <a:pt x="1925086" y="880659"/>
                  <a:pt x="1926092" y="883128"/>
                  <a:pt x="1926092" y="885962"/>
                </a:cubicBezTo>
              </a:path>
              <a:path w="2364638" h="960303">
                <a:moveTo>
                  <a:pt x="2155241" y="949970"/>
                </a:moveTo>
                <a:cubicBezTo>
                  <a:pt x="2155241" y="952896"/>
                  <a:pt x="2154235" y="955274"/>
                  <a:pt x="2152223" y="957285"/>
                </a:cubicBezTo>
                <a:cubicBezTo>
                  <a:pt x="2150212" y="959297"/>
                  <a:pt x="2147743" y="960303"/>
                  <a:pt x="2144908" y="960303"/>
                </a:cubicBezTo>
                <a:cubicBezTo>
                  <a:pt x="2141982" y="960303"/>
                  <a:pt x="2139605" y="959297"/>
                  <a:pt x="2137593" y="957285"/>
                </a:cubicBezTo>
                <a:cubicBezTo>
                  <a:pt x="2135581" y="955274"/>
                  <a:pt x="2134575" y="952896"/>
                  <a:pt x="2134575" y="949970"/>
                </a:cubicBezTo>
                <a:cubicBezTo>
                  <a:pt x="2134575" y="947136"/>
                  <a:pt x="2135581" y="944758"/>
                  <a:pt x="2137593" y="942746"/>
                </a:cubicBezTo>
                <a:cubicBezTo>
                  <a:pt x="2139605" y="940735"/>
                  <a:pt x="2141982" y="939729"/>
                  <a:pt x="2144908" y="939729"/>
                </a:cubicBezTo>
                <a:cubicBezTo>
                  <a:pt x="2147743" y="939729"/>
                  <a:pt x="2150212" y="940735"/>
                  <a:pt x="2152223" y="942746"/>
                </a:cubicBezTo>
                <a:cubicBezTo>
                  <a:pt x="2154235" y="944758"/>
                  <a:pt x="2155241" y="947136"/>
                  <a:pt x="2155241" y="949970"/>
                </a:cubicBezTo>
              </a:path>
              <a:path w="2364638" h="960303">
                <a:moveTo>
                  <a:pt x="2300265" y="932414"/>
                </a:moveTo>
                <a:cubicBezTo>
                  <a:pt x="2300265" y="935340"/>
                  <a:pt x="2299259" y="937717"/>
                  <a:pt x="2297247" y="939729"/>
                </a:cubicBezTo>
                <a:cubicBezTo>
                  <a:pt x="2295144" y="941741"/>
                  <a:pt x="2292767" y="942746"/>
                  <a:pt x="2289932" y="942746"/>
                </a:cubicBezTo>
                <a:cubicBezTo>
                  <a:pt x="2287006" y="942746"/>
                  <a:pt x="2284628" y="941741"/>
                  <a:pt x="2282617" y="939729"/>
                </a:cubicBezTo>
                <a:cubicBezTo>
                  <a:pt x="2280605" y="937717"/>
                  <a:pt x="2279508" y="935340"/>
                  <a:pt x="2279508" y="932414"/>
                </a:cubicBezTo>
                <a:cubicBezTo>
                  <a:pt x="2279508" y="929579"/>
                  <a:pt x="2280605" y="927202"/>
                  <a:pt x="2282617" y="925190"/>
                </a:cubicBezTo>
                <a:cubicBezTo>
                  <a:pt x="2284628" y="923178"/>
                  <a:pt x="2287006" y="922172"/>
                  <a:pt x="2289932" y="922172"/>
                </a:cubicBezTo>
                <a:cubicBezTo>
                  <a:pt x="2292767" y="922172"/>
                  <a:pt x="2295144" y="923178"/>
                  <a:pt x="2297247" y="925190"/>
                </a:cubicBezTo>
                <a:cubicBezTo>
                  <a:pt x="2299259" y="927202"/>
                  <a:pt x="2300265" y="929579"/>
                  <a:pt x="2300265" y="932414"/>
                </a:cubicBezTo>
              </a:path>
              <a:path w="2364638" h="960303">
                <a:moveTo>
                  <a:pt x="20665" y="775777"/>
                </a:moveTo>
                <a:cubicBezTo>
                  <a:pt x="20665" y="778612"/>
                  <a:pt x="19660" y="781080"/>
                  <a:pt x="17648" y="783092"/>
                </a:cubicBezTo>
                <a:cubicBezTo>
                  <a:pt x="15636" y="785104"/>
                  <a:pt x="13167" y="786110"/>
                  <a:pt x="10333" y="786110"/>
                </a:cubicBezTo>
                <a:cubicBezTo>
                  <a:pt x="7498" y="786110"/>
                  <a:pt x="5029" y="785104"/>
                  <a:pt x="3018" y="783092"/>
                </a:cubicBezTo>
                <a:cubicBezTo>
                  <a:pt x="1006" y="781080"/>
                  <a:pt x="0" y="778612"/>
                  <a:pt x="0" y="775777"/>
                </a:cubicBezTo>
                <a:cubicBezTo>
                  <a:pt x="0" y="772942"/>
                  <a:pt x="1006" y="770565"/>
                  <a:pt x="3018" y="768553"/>
                </a:cubicBezTo>
                <a:cubicBezTo>
                  <a:pt x="5029" y="766542"/>
                  <a:pt x="7498" y="765536"/>
                  <a:pt x="10333" y="765536"/>
                </a:cubicBezTo>
                <a:cubicBezTo>
                  <a:pt x="13167" y="765536"/>
                  <a:pt x="15636" y="766542"/>
                  <a:pt x="17648" y="768553"/>
                </a:cubicBezTo>
                <a:cubicBezTo>
                  <a:pt x="19660" y="770565"/>
                  <a:pt x="20665" y="772942"/>
                  <a:pt x="20665" y="775777"/>
                </a:cubicBezTo>
              </a:path>
              <a:path w="2364638" h="960303">
                <a:moveTo>
                  <a:pt x="228600" y="698967"/>
                </a:moveTo>
                <a:cubicBezTo>
                  <a:pt x="228600" y="701802"/>
                  <a:pt x="227594" y="704271"/>
                  <a:pt x="225582" y="706283"/>
                </a:cubicBezTo>
                <a:cubicBezTo>
                  <a:pt x="223571" y="708294"/>
                  <a:pt x="221102" y="709300"/>
                  <a:pt x="218267" y="709300"/>
                </a:cubicBezTo>
                <a:cubicBezTo>
                  <a:pt x="215433" y="709300"/>
                  <a:pt x="212964" y="708294"/>
                  <a:pt x="210952" y="706283"/>
                </a:cubicBezTo>
                <a:cubicBezTo>
                  <a:pt x="208940" y="704271"/>
                  <a:pt x="207935" y="701802"/>
                  <a:pt x="207935" y="698967"/>
                </a:cubicBezTo>
                <a:cubicBezTo>
                  <a:pt x="207935" y="696133"/>
                  <a:pt x="208940" y="693755"/>
                  <a:pt x="210952" y="691744"/>
                </a:cubicBezTo>
                <a:cubicBezTo>
                  <a:pt x="212964" y="689732"/>
                  <a:pt x="215433" y="688726"/>
                  <a:pt x="218267" y="688726"/>
                </a:cubicBezTo>
                <a:cubicBezTo>
                  <a:pt x="221102" y="688726"/>
                  <a:pt x="223571" y="689732"/>
                  <a:pt x="225582" y="691744"/>
                </a:cubicBezTo>
                <a:cubicBezTo>
                  <a:pt x="227594" y="693755"/>
                  <a:pt x="228600" y="696133"/>
                  <a:pt x="228600" y="698967"/>
                </a:cubicBezTo>
              </a:path>
              <a:path w="2364638" h="960303">
                <a:moveTo>
                  <a:pt x="371704" y="743956"/>
                </a:moveTo>
                <a:cubicBezTo>
                  <a:pt x="371704" y="746790"/>
                  <a:pt x="370698" y="749168"/>
                  <a:pt x="368686" y="751180"/>
                </a:cubicBezTo>
                <a:cubicBezTo>
                  <a:pt x="366674" y="753191"/>
                  <a:pt x="364206" y="754197"/>
                  <a:pt x="361371" y="754197"/>
                </a:cubicBezTo>
                <a:cubicBezTo>
                  <a:pt x="358536" y="754197"/>
                  <a:pt x="356067" y="753191"/>
                  <a:pt x="354056" y="751180"/>
                </a:cubicBezTo>
                <a:cubicBezTo>
                  <a:pt x="352044" y="749168"/>
                  <a:pt x="351038" y="746790"/>
                  <a:pt x="351038" y="743956"/>
                </a:cubicBezTo>
                <a:cubicBezTo>
                  <a:pt x="351038" y="741121"/>
                  <a:pt x="352044" y="738652"/>
                  <a:pt x="354056" y="736641"/>
                </a:cubicBezTo>
                <a:cubicBezTo>
                  <a:pt x="356067" y="734629"/>
                  <a:pt x="358536" y="733623"/>
                  <a:pt x="361371" y="733623"/>
                </a:cubicBezTo>
                <a:cubicBezTo>
                  <a:pt x="364206" y="733623"/>
                  <a:pt x="366674" y="734629"/>
                  <a:pt x="368686" y="736641"/>
                </a:cubicBezTo>
                <a:cubicBezTo>
                  <a:pt x="370698" y="738652"/>
                  <a:pt x="371704" y="741121"/>
                  <a:pt x="371704" y="743956"/>
                </a:cubicBezTo>
              </a:path>
              <a:path w="2364638" h="960303">
                <a:moveTo>
                  <a:pt x="515173" y="777606"/>
                </a:moveTo>
                <a:cubicBezTo>
                  <a:pt x="515173" y="780440"/>
                  <a:pt x="514167" y="782909"/>
                  <a:pt x="512064" y="784921"/>
                </a:cubicBezTo>
                <a:cubicBezTo>
                  <a:pt x="510052" y="786933"/>
                  <a:pt x="507675" y="787938"/>
                  <a:pt x="504749" y="787938"/>
                </a:cubicBezTo>
                <a:cubicBezTo>
                  <a:pt x="501914" y="787938"/>
                  <a:pt x="499537" y="786933"/>
                  <a:pt x="497525" y="784921"/>
                </a:cubicBezTo>
                <a:cubicBezTo>
                  <a:pt x="495422" y="782909"/>
                  <a:pt x="494416" y="780440"/>
                  <a:pt x="494416" y="777606"/>
                </a:cubicBezTo>
                <a:cubicBezTo>
                  <a:pt x="494416" y="774771"/>
                  <a:pt x="495422" y="772302"/>
                  <a:pt x="497525" y="770291"/>
                </a:cubicBezTo>
                <a:cubicBezTo>
                  <a:pt x="499537" y="768279"/>
                  <a:pt x="501914" y="767273"/>
                  <a:pt x="504749" y="767273"/>
                </a:cubicBezTo>
                <a:cubicBezTo>
                  <a:pt x="507675" y="767273"/>
                  <a:pt x="510052" y="768279"/>
                  <a:pt x="512064" y="770291"/>
                </a:cubicBezTo>
                <a:cubicBezTo>
                  <a:pt x="514167" y="772302"/>
                  <a:pt x="515173" y="774771"/>
                  <a:pt x="515173" y="777606"/>
                </a:cubicBezTo>
              </a:path>
              <a:path w="2364638" h="960303">
                <a:moveTo>
                  <a:pt x="714878" y="763250"/>
                </a:moveTo>
                <a:cubicBezTo>
                  <a:pt x="714878" y="766176"/>
                  <a:pt x="713872" y="768553"/>
                  <a:pt x="711860" y="770565"/>
                </a:cubicBezTo>
                <a:cubicBezTo>
                  <a:pt x="709849" y="772577"/>
                  <a:pt x="707380" y="773582"/>
                  <a:pt x="704545" y="773582"/>
                </a:cubicBezTo>
                <a:cubicBezTo>
                  <a:pt x="701711" y="773582"/>
                  <a:pt x="699242" y="772577"/>
                  <a:pt x="697230" y="770565"/>
                </a:cubicBezTo>
                <a:cubicBezTo>
                  <a:pt x="695218" y="768553"/>
                  <a:pt x="694212" y="766176"/>
                  <a:pt x="694212" y="763250"/>
                </a:cubicBezTo>
                <a:cubicBezTo>
                  <a:pt x="694212" y="760415"/>
                  <a:pt x="695218" y="758038"/>
                  <a:pt x="697230" y="756026"/>
                </a:cubicBezTo>
                <a:cubicBezTo>
                  <a:pt x="699242" y="754014"/>
                  <a:pt x="701711" y="753008"/>
                  <a:pt x="704545" y="753008"/>
                </a:cubicBezTo>
                <a:cubicBezTo>
                  <a:pt x="707380" y="753008"/>
                  <a:pt x="709849" y="754014"/>
                  <a:pt x="711860" y="756026"/>
                </a:cubicBezTo>
                <a:cubicBezTo>
                  <a:pt x="713872" y="758038"/>
                  <a:pt x="714878" y="760415"/>
                  <a:pt x="714878" y="763250"/>
                </a:cubicBezTo>
              </a:path>
              <a:path w="2364638" h="960303">
                <a:moveTo>
                  <a:pt x="934974" y="772394"/>
                </a:moveTo>
                <a:cubicBezTo>
                  <a:pt x="934974" y="775228"/>
                  <a:pt x="933968" y="777606"/>
                  <a:pt x="931956" y="779617"/>
                </a:cubicBezTo>
                <a:cubicBezTo>
                  <a:pt x="929945" y="781629"/>
                  <a:pt x="927476" y="782635"/>
                  <a:pt x="924641" y="782635"/>
                </a:cubicBezTo>
                <a:cubicBezTo>
                  <a:pt x="921807" y="782635"/>
                  <a:pt x="919338" y="781629"/>
                  <a:pt x="917326" y="779617"/>
                </a:cubicBezTo>
                <a:cubicBezTo>
                  <a:pt x="915314" y="777606"/>
                  <a:pt x="914309" y="775228"/>
                  <a:pt x="914309" y="772394"/>
                </a:cubicBezTo>
                <a:cubicBezTo>
                  <a:pt x="914309" y="769559"/>
                  <a:pt x="915314" y="767090"/>
                  <a:pt x="917326" y="765078"/>
                </a:cubicBezTo>
                <a:cubicBezTo>
                  <a:pt x="919338" y="763067"/>
                  <a:pt x="921807" y="762061"/>
                  <a:pt x="924641" y="762061"/>
                </a:cubicBezTo>
                <a:cubicBezTo>
                  <a:pt x="927476" y="762061"/>
                  <a:pt x="929945" y="763067"/>
                  <a:pt x="931956" y="765078"/>
                </a:cubicBezTo>
                <a:cubicBezTo>
                  <a:pt x="933968" y="767090"/>
                  <a:pt x="934974" y="769559"/>
                  <a:pt x="934974" y="772394"/>
                </a:cubicBezTo>
              </a:path>
              <a:path w="2364638" h="960303">
                <a:moveTo>
                  <a:pt x="1040679" y="702716"/>
                </a:moveTo>
                <a:cubicBezTo>
                  <a:pt x="1040679" y="705551"/>
                  <a:pt x="1039673" y="708020"/>
                  <a:pt x="1037661" y="710032"/>
                </a:cubicBezTo>
                <a:cubicBezTo>
                  <a:pt x="1035649" y="712043"/>
                  <a:pt x="1033181" y="713049"/>
                  <a:pt x="1030346" y="713049"/>
                </a:cubicBezTo>
                <a:cubicBezTo>
                  <a:pt x="1027511" y="713049"/>
                  <a:pt x="1025042" y="712043"/>
                  <a:pt x="1023031" y="710032"/>
                </a:cubicBezTo>
                <a:cubicBezTo>
                  <a:pt x="1021019" y="708020"/>
                  <a:pt x="1020013" y="705551"/>
                  <a:pt x="1020013" y="702716"/>
                </a:cubicBezTo>
                <a:cubicBezTo>
                  <a:pt x="1020013" y="699882"/>
                  <a:pt x="1021019" y="697504"/>
                  <a:pt x="1023031" y="695493"/>
                </a:cubicBezTo>
                <a:cubicBezTo>
                  <a:pt x="1025042" y="693390"/>
                  <a:pt x="1027511" y="692384"/>
                  <a:pt x="1030346" y="692384"/>
                </a:cubicBezTo>
                <a:cubicBezTo>
                  <a:pt x="1033181" y="692384"/>
                  <a:pt x="1035649" y="693390"/>
                  <a:pt x="1037661" y="695493"/>
                </a:cubicBezTo>
                <a:cubicBezTo>
                  <a:pt x="1039673" y="697504"/>
                  <a:pt x="1040679" y="699882"/>
                  <a:pt x="1040679" y="702716"/>
                </a:cubicBezTo>
              </a:path>
              <a:path w="2364638" h="960303">
                <a:moveTo>
                  <a:pt x="1262421" y="773674"/>
                </a:moveTo>
                <a:cubicBezTo>
                  <a:pt x="1262421" y="776600"/>
                  <a:pt x="1261415" y="778977"/>
                  <a:pt x="1259403" y="780989"/>
                </a:cubicBezTo>
                <a:cubicBezTo>
                  <a:pt x="1257391" y="783001"/>
                  <a:pt x="1254923" y="784007"/>
                  <a:pt x="1252088" y="784007"/>
                </a:cubicBezTo>
                <a:cubicBezTo>
                  <a:pt x="1249253" y="784007"/>
                  <a:pt x="1246784" y="783001"/>
                  <a:pt x="1244773" y="780989"/>
                </a:cubicBezTo>
                <a:cubicBezTo>
                  <a:pt x="1242761" y="778977"/>
                  <a:pt x="1241755" y="776600"/>
                  <a:pt x="1241755" y="773674"/>
                </a:cubicBezTo>
                <a:cubicBezTo>
                  <a:pt x="1241755" y="770839"/>
                  <a:pt x="1242761" y="768462"/>
                  <a:pt x="1244773" y="766450"/>
                </a:cubicBezTo>
                <a:cubicBezTo>
                  <a:pt x="1246784" y="764438"/>
                  <a:pt x="1249253" y="763433"/>
                  <a:pt x="1252088" y="763433"/>
                </a:cubicBezTo>
                <a:cubicBezTo>
                  <a:pt x="1254923" y="763433"/>
                  <a:pt x="1257391" y="764438"/>
                  <a:pt x="1259403" y="766450"/>
                </a:cubicBezTo>
                <a:cubicBezTo>
                  <a:pt x="1261415" y="768462"/>
                  <a:pt x="1262421" y="770839"/>
                  <a:pt x="1262421" y="773674"/>
                </a:cubicBezTo>
              </a:path>
              <a:path w="2364638" h="960303">
                <a:moveTo>
                  <a:pt x="1440820" y="784281"/>
                </a:moveTo>
                <a:cubicBezTo>
                  <a:pt x="1440820" y="787116"/>
                  <a:pt x="1439814" y="789493"/>
                  <a:pt x="1437803" y="791505"/>
                </a:cubicBezTo>
                <a:cubicBezTo>
                  <a:pt x="1435791" y="793516"/>
                  <a:pt x="1433322" y="794522"/>
                  <a:pt x="1430487" y="794522"/>
                </a:cubicBezTo>
                <a:cubicBezTo>
                  <a:pt x="1427561" y="794522"/>
                  <a:pt x="1425184" y="793516"/>
                  <a:pt x="1423172" y="791505"/>
                </a:cubicBezTo>
                <a:cubicBezTo>
                  <a:pt x="1421160" y="789493"/>
                  <a:pt x="1420155" y="787116"/>
                  <a:pt x="1420155" y="784281"/>
                </a:cubicBezTo>
                <a:cubicBezTo>
                  <a:pt x="1420155" y="781355"/>
                  <a:pt x="1421160" y="778977"/>
                  <a:pt x="1423172" y="776966"/>
                </a:cubicBezTo>
                <a:cubicBezTo>
                  <a:pt x="1425184" y="774954"/>
                  <a:pt x="1427561" y="773948"/>
                  <a:pt x="1430487" y="773948"/>
                </a:cubicBezTo>
                <a:cubicBezTo>
                  <a:pt x="1433322" y="773948"/>
                  <a:pt x="1435791" y="774954"/>
                  <a:pt x="1437803" y="776966"/>
                </a:cubicBezTo>
                <a:cubicBezTo>
                  <a:pt x="1439814" y="778977"/>
                  <a:pt x="1440820" y="781355"/>
                  <a:pt x="1440820" y="784281"/>
                </a:cubicBezTo>
              </a:path>
              <a:path w="2364638" h="960303">
                <a:moveTo>
                  <a:pt x="1616476" y="700248"/>
                </a:moveTo>
                <a:cubicBezTo>
                  <a:pt x="1616476" y="703174"/>
                  <a:pt x="1615470" y="705551"/>
                  <a:pt x="1613459" y="707563"/>
                </a:cubicBezTo>
                <a:cubicBezTo>
                  <a:pt x="1611447" y="709574"/>
                  <a:pt x="1608978" y="710580"/>
                  <a:pt x="1606144" y="710580"/>
                </a:cubicBezTo>
                <a:cubicBezTo>
                  <a:pt x="1603309" y="710580"/>
                  <a:pt x="1600840" y="709574"/>
                  <a:pt x="1598828" y="707563"/>
                </a:cubicBezTo>
                <a:cubicBezTo>
                  <a:pt x="1596817" y="705551"/>
                  <a:pt x="1595811" y="703174"/>
                  <a:pt x="1595811" y="700248"/>
                </a:cubicBezTo>
                <a:cubicBezTo>
                  <a:pt x="1595811" y="697413"/>
                  <a:pt x="1596817" y="695035"/>
                  <a:pt x="1598828" y="693024"/>
                </a:cubicBezTo>
                <a:cubicBezTo>
                  <a:pt x="1600840" y="691012"/>
                  <a:pt x="1603309" y="690006"/>
                  <a:pt x="1606144" y="690006"/>
                </a:cubicBezTo>
                <a:cubicBezTo>
                  <a:pt x="1608978" y="690006"/>
                  <a:pt x="1611447" y="691012"/>
                  <a:pt x="1613459" y="693024"/>
                </a:cubicBezTo>
                <a:cubicBezTo>
                  <a:pt x="1615470" y="695035"/>
                  <a:pt x="1616476" y="697413"/>
                  <a:pt x="1616476" y="700248"/>
                </a:cubicBezTo>
              </a:path>
              <a:path w="2364638" h="960303">
                <a:moveTo>
                  <a:pt x="1823222" y="725211"/>
                </a:moveTo>
                <a:cubicBezTo>
                  <a:pt x="1823222" y="728045"/>
                  <a:pt x="1822216" y="730514"/>
                  <a:pt x="1820205" y="732526"/>
                </a:cubicBezTo>
                <a:cubicBezTo>
                  <a:pt x="1818193" y="734538"/>
                  <a:pt x="1815724" y="735543"/>
                  <a:pt x="1812889" y="735543"/>
                </a:cubicBezTo>
                <a:cubicBezTo>
                  <a:pt x="1810055" y="735543"/>
                  <a:pt x="1807586" y="734538"/>
                  <a:pt x="1805574" y="732526"/>
                </a:cubicBezTo>
                <a:cubicBezTo>
                  <a:pt x="1803563" y="730514"/>
                  <a:pt x="1802557" y="728045"/>
                  <a:pt x="1802557" y="725211"/>
                </a:cubicBezTo>
                <a:cubicBezTo>
                  <a:pt x="1802557" y="722376"/>
                  <a:pt x="1803563" y="719907"/>
                  <a:pt x="1805574" y="717895"/>
                </a:cubicBezTo>
                <a:cubicBezTo>
                  <a:pt x="1807586" y="715884"/>
                  <a:pt x="1810055" y="714878"/>
                  <a:pt x="1812889" y="714878"/>
                </a:cubicBezTo>
                <a:cubicBezTo>
                  <a:pt x="1815724" y="714878"/>
                  <a:pt x="1818193" y="715884"/>
                  <a:pt x="1820205" y="717895"/>
                </a:cubicBezTo>
                <a:cubicBezTo>
                  <a:pt x="1822216" y="719907"/>
                  <a:pt x="1823222" y="722376"/>
                  <a:pt x="1823222" y="725211"/>
                </a:cubicBezTo>
              </a:path>
              <a:path w="2364638" h="960303">
                <a:moveTo>
                  <a:pt x="1946940" y="754289"/>
                </a:moveTo>
                <a:cubicBezTo>
                  <a:pt x="1946940" y="757123"/>
                  <a:pt x="1945935" y="759592"/>
                  <a:pt x="1943923" y="761604"/>
                </a:cubicBezTo>
                <a:cubicBezTo>
                  <a:pt x="1941911" y="763615"/>
                  <a:pt x="1939442" y="764621"/>
                  <a:pt x="1936608" y="764621"/>
                </a:cubicBezTo>
                <a:cubicBezTo>
                  <a:pt x="1933773" y="764621"/>
                  <a:pt x="1931304" y="763615"/>
                  <a:pt x="1929293" y="761604"/>
                </a:cubicBezTo>
                <a:cubicBezTo>
                  <a:pt x="1927281" y="759592"/>
                  <a:pt x="1926275" y="757123"/>
                  <a:pt x="1926275" y="754289"/>
                </a:cubicBezTo>
                <a:cubicBezTo>
                  <a:pt x="1926275" y="751454"/>
                  <a:pt x="1927281" y="749076"/>
                  <a:pt x="1929293" y="747065"/>
                </a:cubicBezTo>
                <a:cubicBezTo>
                  <a:pt x="1931304" y="745053"/>
                  <a:pt x="1933773" y="744047"/>
                  <a:pt x="1936608" y="744047"/>
                </a:cubicBezTo>
                <a:cubicBezTo>
                  <a:pt x="1939442" y="744047"/>
                  <a:pt x="1941911" y="745053"/>
                  <a:pt x="1943923" y="747065"/>
                </a:cubicBezTo>
                <a:cubicBezTo>
                  <a:pt x="1945935" y="749076"/>
                  <a:pt x="1946940" y="751454"/>
                  <a:pt x="1946940" y="754289"/>
                </a:cubicBezTo>
              </a:path>
              <a:path w="2364638" h="960303">
                <a:moveTo>
                  <a:pt x="2115647" y="718536"/>
                </a:moveTo>
                <a:cubicBezTo>
                  <a:pt x="2115647" y="721370"/>
                  <a:pt x="2114641" y="723839"/>
                  <a:pt x="2112630" y="725851"/>
                </a:cubicBezTo>
                <a:cubicBezTo>
                  <a:pt x="2110618" y="727862"/>
                  <a:pt x="2108149" y="728868"/>
                  <a:pt x="2105315" y="728868"/>
                </a:cubicBezTo>
                <a:cubicBezTo>
                  <a:pt x="2102480" y="728868"/>
                  <a:pt x="2100011" y="727862"/>
                  <a:pt x="2097999" y="725851"/>
                </a:cubicBezTo>
                <a:cubicBezTo>
                  <a:pt x="2095988" y="723839"/>
                  <a:pt x="2094982" y="721370"/>
                  <a:pt x="2094982" y="718536"/>
                </a:cubicBezTo>
                <a:cubicBezTo>
                  <a:pt x="2094982" y="715701"/>
                  <a:pt x="2095988" y="713232"/>
                  <a:pt x="2097999" y="711220"/>
                </a:cubicBezTo>
                <a:cubicBezTo>
                  <a:pt x="2100011" y="709209"/>
                  <a:pt x="2102480" y="708203"/>
                  <a:pt x="2105315" y="708203"/>
                </a:cubicBezTo>
                <a:cubicBezTo>
                  <a:pt x="2108149" y="708203"/>
                  <a:pt x="2110618" y="709209"/>
                  <a:pt x="2112630" y="711220"/>
                </a:cubicBezTo>
                <a:cubicBezTo>
                  <a:pt x="2114641" y="713232"/>
                  <a:pt x="2115647" y="715701"/>
                  <a:pt x="2115647" y="718536"/>
                </a:cubicBezTo>
              </a:path>
              <a:path w="2364638" h="960303">
                <a:moveTo>
                  <a:pt x="2325045" y="717895"/>
                </a:moveTo>
                <a:cubicBezTo>
                  <a:pt x="2325045" y="720822"/>
                  <a:pt x="2324039" y="723199"/>
                  <a:pt x="2322027" y="725211"/>
                </a:cubicBezTo>
                <a:cubicBezTo>
                  <a:pt x="2320016" y="727222"/>
                  <a:pt x="2317547" y="728228"/>
                  <a:pt x="2314712" y="728228"/>
                </a:cubicBezTo>
                <a:cubicBezTo>
                  <a:pt x="2311878" y="728228"/>
                  <a:pt x="2309409" y="727222"/>
                  <a:pt x="2307397" y="725211"/>
                </a:cubicBezTo>
                <a:cubicBezTo>
                  <a:pt x="2305385" y="723199"/>
                  <a:pt x="2304379" y="720822"/>
                  <a:pt x="2304379" y="717895"/>
                </a:cubicBezTo>
                <a:cubicBezTo>
                  <a:pt x="2304379" y="715061"/>
                  <a:pt x="2305385" y="712683"/>
                  <a:pt x="2307397" y="710672"/>
                </a:cubicBezTo>
                <a:cubicBezTo>
                  <a:pt x="2309409" y="708660"/>
                  <a:pt x="2311878" y="707654"/>
                  <a:pt x="2314712" y="707654"/>
                </a:cubicBezTo>
                <a:cubicBezTo>
                  <a:pt x="2317547" y="707654"/>
                  <a:pt x="2320016" y="708660"/>
                  <a:pt x="2322027" y="710672"/>
                </a:cubicBezTo>
                <a:cubicBezTo>
                  <a:pt x="2324039" y="712683"/>
                  <a:pt x="2325045" y="715061"/>
                  <a:pt x="2325045" y="717895"/>
                </a:cubicBezTo>
              </a:path>
              <a:path w="2364638" h="960303">
                <a:moveTo>
                  <a:pt x="20665" y="590520"/>
                </a:moveTo>
                <a:cubicBezTo>
                  <a:pt x="20665" y="593354"/>
                  <a:pt x="19660" y="595732"/>
                  <a:pt x="17648" y="597743"/>
                </a:cubicBezTo>
                <a:cubicBezTo>
                  <a:pt x="15636" y="599755"/>
                  <a:pt x="13167" y="600761"/>
                  <a:pt x="10333" y="600761"/>
                </a:cubicBezTo>
                <a:cubicBezTo>
                  <a:pt x="7498" y="600761"/>
                  <a:pt x="5029" y="599755"/>
                  <a:pt x="3018" y="597743"/>
                </a:cubicBezTo>
                <a:cubicBezTo>
                  <a:pt x="1006" y="595732"/>
                  <a:pt x="0" y="593354"/>
                  <a:pt x="0" y="590520"/>
                </a:cubicBezTo>
                <a:cubicBezTo>
                  <a:pt x="0" y="587685"/>
                  <a:pt x="1006" y="585216"/>
                  <a:pt x="3018" y="583204"/>
                </a:cubicBezTo>
                <a:cubicBezTo>
                  <a:pt x="5029" y="581193"/>
                  <a:pt x="7498" y="580187"/>
                  <a:pt x="10333" y="580187"/>
                </a:cubicBezTo>
                <a:cubicBezTo>
                  <a:pt x="13167" y="580187"/>
                  <a:pt x="15636" y="581193"/>
                  <a:pt x="17648" y="583204"/>
                </a:cubicBezTo>
                <a:cubicBezTo>
                  <a:pt x="19660" y="585216"/>
                  <a:pt x="20665" y="587685"/>
                  <a:pt x="20665" y="590520"/>
                </a:cubicBezTo>
              </a:path>
              <a:path w="2364638" h="960303">
                <a:moveTo>
                  <a:pt x="225308" y="523220"/>
                </a:moveTo>
                <a:cubicBezTo>
                  <a:pt x="225308" y="526146"/>
                  <a:pt x="224302" y="528523"/>
                  <a:pt x="222291" y="530535"/>
                </a:cubicBezTo>
                <a:cubicBezTo>
                  <a:pt x="220279" y="532547"/>
                  <a:pt x="217810" y="533552"/>
                  <a:pt x="214975" y="533552"/>
                </a:cubicBezTo>
                <a:cubicBezTo>
                  <a:pt x="212141" y="533552"/>
                  <a:pt x="209672" y="532547"/>
                  <a:pt x="207660" y="530535"/>
                </a:cubicBezTo>
                <a:cubicBezTo>
                  <a:pt x="205649" y="528523"/>
                  <a:pt x="204643" y="526146"/>
                  <a:pt x="204643" y="523220"/>
                </a:cubicBezTo>
                <a:cubicBezTo>
                  <a:pt x="204643" y="520385"/>
                  <a:pt x="205649" y="518008"/>
                  <a:pt x="207660" y="515996"/>
                </a:cubicBezTo>
                <a:cubicBezTo>
                  <a:pt x="209672" y="513984"/>
                  <a:pt x="212141" y="512978"/>
                  <a:pt x="214975" y="512978"/>
                </a:cubicBezTo>
                <a:cubicBezTo>
                  <a:pt x="217810" y="512978"/>
                  <a:pt x="220279" y="513984"/>
                  <a:pt x="222291" y="515996"/>
                </a:cubicBezTo>
                <a:cubicBezTo>
                  <a:pt x="224302" y="518008"/>
                  <a:pt x="225308" y="520385"/>
                  <a:pt x="225308" y="523220"/>
                </a:cubicBezTo>
              </a:path>
              <a:path w="2364638" h="960303">
                <a:moveTo>
                  <a:pt x="405994" y="539039"/>
                </a:moveTo>
                <a:cubicBezTo>
                  <a:pt x="405994" y="541873"/>
                  <a:pt x="404988" y="544342"/>
                  <a:pt x="402976" y="546354"/>
                </a:cubicBezTo>
                <a:cubicBezTo>
                  <a:pt x="400964" y="548366"/>
                  <a:pt x="398496" y="549372"/>
                  <a:pt x="395661" y="549372"/>
                </a:cubicBezTo>
                <a:cubicBezTo>
                  <a:pt x="392735" y="549372"/>
                  <a:pt x="390357" y="548366"/>
                  <a:pt x="388346" y="546354"/>
                </a:cubicBezTo>
                <a:cubicBezTo>
                  <a:pt x="386334" y="544342"/>
                  <a:pt x="385328" y="541873"/>
                  <a:pt x="385328" y="539039"/>
                </a:cubicBezTo>
                <a:cubicBezTo>
                  <a:pt x="385328" y="536204"/>
                  <a:pt x="386334" y="533827"/>
                  <a:pt x="388346" y="531815"/>
                </a:cubicBezTo>
                <a:cubicBezTo>
                  <a:pt x="390357" y="529803"/>
                  <a:pt x="392735" y="528798"/>
                  <a:pt x="395661" y="528798"/>
                </a:cubicBezTo>
                <a:cubicBezTo>
                  <a:pt x="398496" y="528798"/>
                  <a:pt x="400964" y="529803"/>
                  <a:pt x="402976" y="531815"/>
                </a:cubicBezTo>
                <a:cubicBezTo>
                  <a:pt x="404988" y="533827"/>
                  <a:pt x="405994" y="536204"/>
                  <a:pt x="405994" y="539039"/>
                </a:cubicBezTo>
              </a:path>
              <a:path w="2364638" h="960303">
                <a:moveTo>
                  <a:pt x="580004" y="544891"/>
                </a:moveTo>
                <a:cubicBezTo>
                  <a:pt x="580004" y="547726"/>
                  <a:pt x="578998" y="550194"/>
                  <a:pt x="576986" y="552206"/>
                </a:cubicBezTo>
                <a:cubicBezTo>
                  <a:pt x="574975" y="554218"/>
                  <a:pt x="572506" y="555224"/>
                  <a:pt x="569671" y="555224"/>
                </a:cubicBezTo>
                <a:cubicBezTo>
                  <a:pt x="566745" y="555224"/>
                  <a:pt x="564368" y="554218"/>
                  <a:pt x="562356" y="552206"/>
                </a:cubicBezTo>
                <a:cubicBezTo>
                  <a:pt x="560344" y="550194"/>
                  <a:pt x="559338" y="547726"/>
                  <a:pt x="559338" y="544891"/>
                </a:cubicBezTo>
                <a:cubicBezTo>
                  <a:pt x="559338" y="542056"/>
                  <a:pt x="560344" y="539679"/>
                  <a:pt x="562356" y="537576"/>
                </a:cubicBezTo>
                <a:cubicBezTo>
                  <a:pt x="564368" y="535564"/>
                  <a:pt x="566745" y="534558"/>
                  <a:pt x="569671" y="534558"/>
                </a:cubicBezTo>
                <a:cubicBezTo>
                  <a:pt x="572506" y="534558"/>
                  <a:pt x="574975" y="535564"/>
                  <a:pt x="576986" y="537576"/>
                </a:cubicBezTo>
                <a:cubicBezTo>
                  <a:pt x="578998" y="539679"/>
                  <a:pt x="580004" y="542056"/>
                  <a:pt x="580004" y="544891"/>
                </a:cubicBezTo>
              </a:path>
              <a:path w="2364638" h="960303">
                <a:moveTo>
                  <a:pt x="704637" y="564551"/>
                </a:moveTo>
                <a:cubicBezTo>
                  <a:pt x="704637" y="567385"/>
                  <a:pt x="703631" y="569854"/>
                  <a:pt x="701619" y="571866"/>
                </a:cubicBezTo>
                <a:cubicBezTo>
                  <a:pt x="699607" y="573877"/>
                  <a:pt x="697139" y="574883"/>
                  <a:pt x="694304" y="574883"/>
                </a:cubicBezTo>
                <a:cubicBezTo>
                  <a:pt x="691378" y="574883"/>
                  <a:pt x="689000" y="573877"/>
                  <a:pt x="686989" y="571866"/>
                </a:cubicBezTo>
                <a:cubicBezTo>
                  <a:pt x="684977" y="569854"/>
                  <a:pt x="683971" y="567385"/>
                  <a:pt x="683971" y="564551"/>
                </a:cubicBezTo>
                <a:cubicBezTo>
                  <a:pt x="683971" y="561716"/>
                  <a:pt x="684977" y="559247"/>
                  <a:pt x="686989" y="557235"/>
                </a:cubicBezTo>
                <a:cubicBezTo>
                  <a:pt x="689000" y="555224"/>
                  <a:pt x="691378" y="554218"/>
                  <a:pt x="694304" y="554218"/>
                </a:cubicBezTo>
                <a:cubicBezTo>
                  <a:pt x="697139" y="554218"/>
                  <a:pt x="699607" y="555224"/>
                  <a:pt x="701619" y="557235"/>
                </a:cubicBezTo>
                <a:cubicBezTo>
                  <a:pt x="703631" y="559247"/>
                  <a:pt x="704637" y="561716"/>
                  <a:pt x="704637" y="564551"/>
                </a:cubicBezTo>
              </a:path>
              <a:path w="2364638" h="960303">
                <a:moveTo>
                  <a:pt x="893094" y="607619"/>
                </a:moveTo>
                <a:cubicBezTo>
                  <a:pt x="893094" y="610453"/>
                  <a:pt x="892089" y="612831"/>
                  <a:pt x="890077" y="614843"/>
                </a:cubicBezTo>
                <a:cubicBezTo>
                  <a:pt x="887974" y="616854"/>
                  <a:pt x="885596" y="617860"/>
                  <a:pt x="882762" y="617860"/>
                </a:cubicBezTo>
                <a:cubicBezTo>
                  <a:pt x="879836" y="617860"/>
                  <a:pt x="877458" y="616854"/>
                  <a:pt x="875447" y="614843"/>
                </a:cubicBezTo>
                <a:cubicBezTo>
                  <a:pt x="873435" y="612831"/>
                  <a:pt x="872429" y="610453"/>
                  <a:pt x="872429" y="607619"/>
                </a:cubicBezTo>
                <a:cubicBezTo>
                  <a:pt x="872429" y="604784"/>
                  <a:pt x="873435" y="602315"/>
                  <a:pt x="875447" y="600304"/>
                </a:cubicBezTo>
                <a:cubicBezTo>
                  <a:pt x="877458" y="598292"/>
                  <a:pt x="879836" y="597286"/>
                  <a:pt x="882762" y="597286"/>
                </a:cubicBezTo>
                <a:cubicBezTo>
                  <a:pt x="885596" y="597286"/>
                  <a:pt x="887974" y="598292"/>
                  <a:pt x="890077" y="600304"/>
                </a:cubicBezTo>
                <a:cubicBezTo>
                  <a:pt x="892089" y="602315"/>
                  <a:pt x="893094" y="604784"/>
                  <a:pt x="893094" y="607619"/>
                </a:cubicBezTo>
              </a:path>
              <a:path w="2364638" h="960303">
                <a:moveTo>
                  <a:pt x="1041136" y="585490"/>
                </a:moveTo>
                <a:cubicBezTo>
                  <a:pt x="1041136" y="588416"/>
                  <a:pt x="1040130" y="590794"/>
                  <a:pt x="1038118" y="592806"/>
                </a:cubicBezTo>
                <a:cubicBezTo>
                  <a:pt x="1036015" y="594817"/>
                  <a:pt x="1033638" y="595823"/>
                  <a:pt x="1030803" y="595823"/>
                </a:cubicBezTo>
                <a:cubicBezTo>
                  <a:pt x="1027877" y="595823"/>
                  <a:pt x="1025500" y="594817"/>
                  <a:pt x="1023488" y="592806"/>
                </a:cubicBezTo>
                <a:cubicBezTo>
                  <a:pt x="1021476" y="590794"/>
                  <a:pt x="1020379" y="588416"/>
                  <a:pt x="1020379" y="585490"/>
                </a:cubicBezTo>
                <a:cubicBezTo>
                  <a:pt x="1020379" y="582656"/>
                  <a:pt x="1021476" y="580278"/>
                  <a:pt x="1023488" y="578267"/>
                </a:cubicBezTo>
                <a:cubicBezTo>
                  <a:pt x="1025500" y="576255"/>
                  <a:pt x="1027877" y="575249"/>
                  <a:pt x="1030803" y="575249"/>
                </a:cubicBezTo>
                <a:cubicBezTo>
                  <a:pt x="1033638" y="575249"/>
                  <a:pt x="1036015" y="576255"/>
                  <a:pt x="1038118" y="578267"/>
                </a:cubicBezTo>
                <a:cubicBezTo>
                  <a:pt x="1040130" y="580278"/>
                  <a:pt x="1041136" y="582656"/>
                  <a:pt x="1041136" y="585490"/>
                </a:cubicBezTo>
              </a:path>
              <a:path w="2364638" h="960303">
                <a:moveTo>
                  <a:pt x="1238646" y="549097"/>
                </a:moveTo>
                <a:cubicBezTo>
                  <a:pt x="1238646" y="551932"/>
                  <a:pt x="1237640" y="554401"/>
                  <a:pt x="1235629" y="556412"/>
                </a:cubicBezTo>
                <a:cubicBezTo>
                  <a:pt x="1233617" y="558424"/>
                  <a:pt x="1231148" y="559430"/>
                  <a:pt x="1228314" y="559430"/>
                </a:cubicBezTo>
                <a:cubicBezTo>
                  <a:pt x="1225479" y="559430"/>
                  <a:pt x="1223010" y="558424"/>
                  <a:pt x="1220998" y="556412"/>
                </a:cubicBezTo>
                <a:cubicBezTo>
                  <a:pt x="1218987" y="554401"/>
                  <a:pt x="1217981" y="551932"/>
                  <a:pt x="1217981" y="549097"/>
                </a:cubicBezTo>
                <a:cubicBezTo>
                  <a:pt x="1217981" y="546263"/>
                  <a:pt x="1218987" y="543794"/>
                  <a:pt x="1220998" y="541782"/>
                </a:cubicBezTo>
                <a:cubicBezTo>
                  <a:pt x="1223010" y="539770"/>
                  <a:pt x="1225479" y="538764"/>
                  <a:pt x="1228314" y="538764"/>
                </a:cubicBezTo>
                <a:cubicBezTo>
                  <a:pt x="1231148" y="538764"/>
                  <a:pt x="1233617" y="539770"/>
                  <a:pt x="1235629" y="541782"/>
                </a:cubicBezTo>
                <a:cubicBezTo>
                  <a:pt x="1237640" y="543794"/>
                  <a:pt x="1238646" y="546263"/>
                  <a:pt x="1238646" y="549097"/>
                </a:cubicBezTo>
              </a:path>
              <a:path w="2364638" h="960303">
                <a:moveTo>
                  <a:pt x="1477396" y="570677"/>
                </a:moveTo>
                <a:cubicBezTo>
                  <a:pt x="1477396" y="573603"/>
                  <a:pt x="1476390" y="575981"/>
                  <a:pt x="1474379" y="577992"/>
                </a:cubicBezTo>
                <a:cubicBezTo>
                  <a:pt x="1472367" y="580004"/>
                  <a:pt x="1469898" y="581010"/>
                  <a:pt x="1467063" y="581010"/>
                </a:cubicBezTo>
                <a:cubicBezTo>
                  <a:pt x="1464137" y="581010"/>
                  <a:pt x="1461760" y="580004"/>
                  <a:pt x="1459748" y="577992"/>
                </a:cubicBezTo>
                <a:cubicBezTo>
                  <a:pt x="1457736" y="575981"/>
                  <a:pt x="1456731" y="573603"/>
                  <a:pt x="1456731" y="570677"/>
                </a:cubicBezTo>
                <a:cubicBezTo>
                  <a:pt x="1456731" y="567842"/>
                  <a:pt x="1457736" y="565465"/>
                  <a:pt x="1459748" y="563453"/>
                </a:cubicBezTo>
                <a:cubicBezTo>
                  <a:pt x="1461760" y="561442"/>
                  <a:pt x="1464137" y="560436"/>
                  <a:pt x="1467063" y="560436"/>
                </a:cubicBezTo>
                <a:cubicBezTo>
                  <a:pt x="1469898" y="560436"/>
                  <a:pt x="1472367" y="561442"/>
                  <a:pt x="1474379" y="563453"/>
                </a:cubicBezTo>
                <a:cubicBezTo>
                  <a:pt x="1476390" y="565465"/>
                  <a:pt x="1477396" y="567842"/>
                  <a:pt x="1477396" y="570677"/>
                </a:cubicBezTo>
              </a:path>
              <a:path w="2364638" h="960303">
                <a:moveTo>
                  <a:pt x="1652687" y="523037"/>
                </a:moveTo>
                <a:cubicBezTo>
                  <a:pt x="1652687" y="525871"/>
                  <a:pt x="1651681" y="528249"/>
                  <a:pt x="1649669" y="530261"/>
                </a:cubicBezTo>
                <a:cubicBezTo>
                  <a:pt x="1647657" y="532272"/>
                  <a:pt x="1645188" y="533278"/>
                  <a:pt x="1642354" y="533278"/>
                </a:cubicBezTo>
                <a:cubicBezTo>
                  <a:pt x="1639519" y="533278"/>
                  <a:pt x="1637050" y="532272"/>
                  <a:pt x="1635039" y="530261"/>
                </a:cubicBezTo>
                <a:cubicBezTo>
                  <a:pt x="1633027" y="528249"/>
                  <a:pt x="1632021" y="525871"/>
                  <a:pt x="1632021" y="523037"/>
                </a:cubicBezTo>
                <a:cubicBezTo>
                  <a:pt x="1632021" y="520111"/>
                  <a:pt x="1633027" y="517733"/>
                  <a:pt x="1635039" y="515722"/>
                </a:cubicBezTo>
                <a:cubicBezTo>
                  <a:pt x="1637050" y="513710"/>
                  <a:pt x="1639519" y="512704"/>
                  <a:pt x="1642354" y="512704"/>
                </a:cubicBezTo>
                <a:cubicBezTo>
                  <a:pt x="1645188" y="512704"/>
                  <a:pt x="1647657" y="513710"/>
                  <a:pt x="1649669" y="515722"/>
                </a:cubicBezTo>
                <a:cubicBezTo>
                  <a:pt x="1651681" y="517733"/>
                  <a:pt x="1652687" y="520111"/>
                  <a:pt x="1652687" y="523037"/>
                </a:cubicBezTo>
              </a:path>
              <a:path w="2364638" h="960303">
                <a:moveTo>
                  <a:pt x="1831360" y="577992"/>
                </a:moveTo>
                <a:cubicBezTo>
                  <a:pt x="1831360" y="580827"/>
                  <a:pt x="1830354" y="583296"/>
                  <a:pt x="1828343" y="585307"/>
                </a:cubicBezTo>
                <a:cubicBezTo>
                  <a:pt x="1826240" y="587319"/>
                  <a:pt x="1823862" y="588325"/>
                  <a:pt x="1821028" y="588325"/>
                </a:cubicBezTo>
                <a:cubicBezTo>
                  <a:pt x="1818102" y="588325"/>
                  <a:pt x="1815724" y="587319"/>
                  <a:pt x="1813712" y="585307"/>
                </a:cubicBezTo>
                <a:cubicBezTo>
                  <a:pt x="1811701" y="583296"/>
                  <a:pt x="1810603" y="580827"/>
                  <a:pt x="1810603" y="577992"/>
                </a:cubicBezTo>
                <a:cubicBezTo>
                  <a:pt x="1810603" y="575158"/>
                  <a:pt x="1811701" y="572689"/>
                  <a:pt x="1813712" y="570677"/>
                </a:cubicBezTo>
                <a:cubicBezTo>
                  <a:pt x="1815724" y="568665"/>
                  <a:pt x="1818102" y="567660"/>
                  <a:pt x="1821028" y="567660"/>
                </a:cubicBezTo>
                <a:cubicBezTo>
                  <a:pt x="1823862" y="567660"/>
                  <a:pt x="1826240" y="568665"/>
                  <a:pt x="1828343" y="570677"/>
                </a:cubicBezTo>
                <a:cubicBezTo>
                  <a:pt x="1830354" y="572689"/>
                  <a:pt x="1831360" y="575158"/>
                  <a:pt x="1831360" y="577992"/>
                </a:cubicBezTo>
              </a:path>
              <a:path w="2364638" h="960303">
                <a:moveTo>
                  <a:pt x="1943374" y="590154"/>
                </a:moveTo>
                <a:cubicBezTo>
                  <a:pt x="1943374" y="593080"/>
                  <a:pt x="1942277" y="595457"/>
                  <a:pt x="1940265" y="597469"/>
                </a:cubicBezTo>
                <a:cubicBezTo>
                  <a:pt x="1938254" y="599481"/>
                  <a:pt x="1935876" y="600486"/>
                  <a:pt x="1932950" y="600486"/>
                </a:cubicBezTo>
                <a:cubicBezTo>
                  <a:pt x="1930116" y="600486"/>
                  <a:pt x="1927738" y="599481"/>
                  <a:pt x="1925635" y="597469"/>
                </a:cubicBezTo>
                <a:cubicBezTo>
                  <a:pt x="1923623" y="595457"/>
                  <a:pt x="1922617" y="593080"/>
                  <a:pt x="1922617" y="590154"/>
                </a:cubicBezTo>
                <a:cubicBezTo>
                  <a:pt x="1922617" y="587319"/>
                  <a:pt x="1923623" y="584942"/>
                  <a:pt x="1925635" y="582930"/>
                </a:cubicBezTo>
                <a:cubicBezTo>
                  <a:pt x="1927738" y="580918"/>
                  <a:pt x="1930116" y="579912"/>
                  <a:pt x="1932950" y="579912"/>
                </a:cubicBezTo>
                <a:cubicBezTo>
                  <a:pt x="1935876" y="579912"/>
                  <a:pt x="1938254" y="580918"/>
                  <a:pt x="1940265" y="582930"/>
                </a:cubicBezTo>
                <a:cubicBezTo>
                  <a:pt x="1942277" y="584942"/>
                  <a:pt x="1943374" y="587319"/>
                  <a:pt x="1943374" y="590154"/>
                </a:cubicBezTo>
              </a:path>
              <a:path w="2364638" h="960303">
                <a:moveTo>
                  <a:pt x="2118299" y="592165"/>
                </a:moveTo>
                <a:cubicBezTo>
                  <a:pt x="2118299" y="595000"/>
                  <a:pt x="2117293" y="597378"/>
                  <a:pt x="2115190" y="599389"/>
                </a:cubicBezTo>
                <a:cubicBezTo>
                  <a:pt x="2113178" y="601401"/>
                  <a:pt x="2110801" y="602407"/>
                  <a:pt x="2107875" y="602407"/>
                </a:cubicBezTo>
                <a:cubicBezTo>
                  <a:pt x="2105040" y="602407"/>
                  <a:pt x="2102663" y="601401"/>
                  <a:pt x="2100560" y="599389"/>
                </a:cubicBezTo>
                <a:cubicBezTo>
                  <a:pt x="2098548" y="597378"/>
                  <a:pt x="2097542" y="595000"/>
                  <a:pt x="2097542" y="592165"/>
                </a:cubicBezTo>
                <a:cubicBezTo>
                  <a:pt x="2097542" y="589331"/>
                  <a:pt x="2098548" y="586862"/>
                  <a:pt x="2100560" y="584850"/>
                </a:cubicBezTo>
                <a:cubicBezTo>
                  <a:pt x="2102663" y="582839"/>
                  <a:pt x="2105040" y="581833"/>
                  <a:pt x="2107875" y="581833"/>
                </a:cubicBezTo>
                <a:cubicBezTo>
                  <a:pt x="2110801" y="581833"/>
                  <a:pt x="2113178" y="582839"/>
                  <a:pt x="2115190" y="584850"/>
                </a:cubicBezTo>
                <a:cubicBezTo>
                  <a:pt x="2117293" y="586862"/>
                  <a:pt x="2118299" y="589331"/>
                  <a:pt x="2118299" y="592165"/>
                </a:cubicBezTo>
              </a:path>
              <a:path w="2364638" h="960303">
                <a:moveTo>
                  <a:pt x="2333092" y="530718"/>
                </a:moveTo>
                <a:cubicBezTo>
                  <a:pt x="2333092" y="533552"/>
                  <a:pt x="2332086" y="536021"/>
                  <a:pt x="2330074" y="538033"/>
                </a:cubicBezTo>
                <a:cubicBezTo>
                  <a:pt x="2328062" y="540045"/>
                  <a:pt x="2325685" y="541050"/>
                  <a:pt x="2322759" y="541050"/>
                </a:cubicBezTo>
                <a:cubicBezTo>
                  <a:pt x="2319924" y="541050"/>
                  <a:pt x="2317547" y="540045"/>
                  <a:pt x="2315444" y="538033"/>
                </a:cubicBezTo>
                <a:cubicBezTo>
                  <a:pt x="2313432" y="536021"/>
                  <a:pt x="2312426" y="533552"/>
                  <a:pt x="2312426" y="530718"/>
                </a:cubicBezTo>
                <a:cubicBezTo>
                  <a:pt x="2312426" y="527883"/>
                  <a:pt x="2313432" y="525506"/>
                  <a:pt x="2315444" y="523494"/>
                </a:cubicBezTo>
                <a:cubicBezTo>
                  <a:pt x="2317547" y="521482"/>
                  <a:pt x="2319924" y="520476"/>
                  <a:pt x="2322759" y="520476"/>
                </a:cubicBezTo>
                <a:cubicBezTo>
                  <a:pt x="2325685" y="520476"/>
                  <a:pt x="2328062" y="521482"/>
                  <a:pt x="2330074" y="523494"/>
                </a:cubicBezTo>
                <a:cubicBezTo>
                  <a:pt x="2332086" y="525506"/>
                  <a:pt x="2333092" y="527883"/>
                  <a:pt x="2333092" y="530718"/>
                </a:cubicBezTo>
              </a:path>
              <a:path w="2364638" h="960303">
                <a:moveTo>
                  <a:pt x="50841" y="391455"/>
                </a:moveTo>
                <a:cubicBezTo>
                  <a:pt x="50841" y="394289"/>
                  <a:pt x="49835" y="396667"/>
                  <a:pt x="47823" y="398678"/>
                </a:cubicBezTo>
                <a:cubicBezTo>
                  <a:pt x="45811" y="400782"/>
                  <a:pt x="43343" y="401787"/>
                  <a:pt x="40508" y="401787"/>
                </a:cubicBezTo>
                <a:cubicBezTo>
                  <a:pt x="37673" y="401787"/>
                  <a:pt x="35204" y="400782"/>
                  <a:pt x="33193" y="398678"/>
                </a:cubicBezTo>
                <a:cubicBezTo>
                  <a:pt x="31181" y="396667"/>
                  <a:pt x="30175" y="394289"/>
                  <a:pt x="30175" y="391455"/>
                </a:cubicBezTo>
                <a:cubicBezTo>
                  <a:pt x="30175" y="388620"/>
                  <a:pt x="31181" y="386151"/>
                  <a:pt x="33193" y="384139"/>
                </a:cubicBezTo>
                <a:cubicBezTo>
                  <a:pt x="35204" y="382128"/>
                  <a:pt x="37673" y="381122"/>
                  <a:pt x="40508" y="381122"/>
                </a:cubicBezTo>
                <a:cubicBezTo>
                  <a:pt x="43343" y="381122"/>
                  <a:pt x="45811" y="382128"/>
                  <a:pt x="47823" y="384139"/>
                </a:cubicBezTo>
                <a:cubicBezTo>
                  <a:pt x="49835" y="386151"/>
                  <a:pt x="50841" y="388620"/>
                  <a:pt x="50841" y="391455"/>
                </a:cubicBezTo>
              </a:path>
              <a:path w="2364638" h="960303">
                <a:moveTo>
                  <a:pt x="211226" y="363200"/>
                </a:moveTo>
                <a:cubicBezTo>
                  <a:pt x="211226" y="366034"/>
                  <a:pt x="210221" y="368503"/>
                  <a:pt x="208209" y="370515"/>
                </a:cubicBezTo>
                <a:cubicBezTo>
                  <a:pt x="206197" y="372527"/>
                  <a:pt x="203728" y="373532"/>
                  <a:pt x="200894" y="373532"/>
                </a:cubicBezTo>
                <a:cubicBezTo>
                  <a:pt x="198059" y="373532"/>
                  <a:pt x="195590" y="372527"/>
                  <a:pt x="193578" y="370515"/>
                </a:cubicBezTo>
                <a:cubicBezTo>
                  <a:pt x="191567" y="368503"/>
                  <a:pt x="190561" y="366034"/>
                  <a:pt x="190561" y="363200"/>
                </a:cubicBezTo>
                <a:cubicBezTo>
                  <a:pt x="190561" y="360365"/>
                  <a:pt x="191567" y="357896"/>
                  <a:pt x="193578" y="355884"/>
                </a:cubicBezTo>
                <a:cubicBezTo>
                  <a:pt x="195590" y="353873"/>
                  <a:pt x="198059" y="352867"/>
                  <a:pt x="200894" y="352867"/>
                </a:cubicBezTo>
                <a:cubicBezTo>
                  <a:pt x="203728" y="352867"/>
                  <a:pt x="206197" y="353873"/>
                  <a:pt x="208209" y="355884"/>
                </a:cubicBezTo>
                <a:cubicBezTo>
                  <a:pt x="210221" y="357896"/>
                  <a:pt x="211226" y="360365"/>
                  <a:pt x="211226" y="363200"/>
                </a:cubicBezTo>
              </a:path>
              <a:path w="2364638" h="960303">
                <a:moveTo>
                  <a:pt x="337962" y="375453"/>
                </a:moveTo>
                <a:cubicBezTo>
                  <a:pt x="337962" y="378287"/>
                  <a:pt x="336956" y="380756"/>
                  <a:pt x="334945" y="382768"/>
                </a:cubicBezTo>
                <a:cubicBezTo>
                  <a:pt x="332933" y="384780"/>
                  <a:pt x="330464" y="385785"/>
                  <a:pt x="327630" y="385785"/>
                </a:cubicBezTo>
                <a:cubicBezTo>
                  <a:pt x="324795" y="385785"/>
                  <a:pt x="322326" y="384780"/>
                  <a:pt x="320314" y="382768"/>
                </a:cubicBezTo>
                <a:cubicBezTo>
                  <a:pt x="318303" y="380756"/>
                  <a:pt x="317297" y="378287"/>
                  <a:pt x="317297" y="375453"/>
                </a:cubicBezTo>
                <a:cubicBezTo>
                  <a:pt x="317297" y="372618"/>
                  <a:pt x="318303" y="370149"/>
                  <a:pt x="320314" y="368137"/>
                </a:cubicBezTo>
                <a:cubicBezTo>
                  <a:pt x="322326" y="366126"/>
                  <a:pt x="324795" y="365120"/>
                  <a:pt x="327630" y="365120"/>
                </a:cubicBezTo>
                <a:cubicBezTo>
                  <a:pt x="330464" y="365120"/>
                  <a:pt x="332933" y="366126"/>
                  <a:pt x="334945" y="368137"/>
                </a:cubicBezTo>
                <a:cubicBezTo>
                  <a:pt x="336956" y="370149"/>
                  <a:pt x="337962" y="372618"/>
                  <a:pt x="337962" y="375453"/>
                </a:cubicBezTo>
              </a:path>
              <a:path w="2364638" h="960303">
                <a:moveTo>
                  <a:pt x="588051" y="364754"/>
                </a:moveTo>
                <a:cubicBezTo>
                  <a:pt x="588051" y="367589"/>
                  <a:pt x="587045" y="369966"/>
                  <a:pt x="585033" y="371978"/>
                </a:cubicBezTo>
                <a:cubicBezTo>
                  <a:pt x="583021" y="373990"/>
                  <a:pt x="580553" y="374995"/>
                  <a:pt x="577718" y="374995"/>
                </a:cubicBezTo>
                <a:cubicBezTo>
                  <a:pt x="574883" y="374995"/>
                  <a:pt x="572414" y="373990"/>
                  <a:pt x="570403" y="371978"/>
                </a:cubicBezTo>
                <a:cubicBezTo>
                  <a:pt x="568391" y="369966"/>
                  <a:pt x="567385" y="367589"/>
                  <a:pt x="567385" y="364754"/>
                </a:cubicBezTo>
                <a:cubicBezTo>
                  <a:pt x="567385" y="361828"/>
                  <a:pt x="568391" y="359451"/>
                  <a:pt x="570403" y="357439"/>
                </a:cubicBezTo>
                <a:cubicBezTo>
                  <a:pt x="572414" y="355427"/>
                  <a:pt x="574883" y="354421"/>
                  <a:pt x="577718" y="354421"/>
                </a:cubicBezTo>
                <a:cubicBezTo>
                  <a:pt x="580553" y="354421"/>
                  <a:pt x="583021" y="355427"/>
                  <a:pt x="585033" y="357439"/>
                </a:cubicBezTo>
                <a:cubicBezTo>
                  <a:pt x="587045" y="359451"/>
                  <a:pt x="588051" y="361828"/>
                  <a:pt x="588051" y="364754"/>
                </a:cubicBezTo>
              </a:path>
              <a:path w="2364638" h="960303">
                <a:moveTo>
                  <a:pt x="750997" y="391546"/>
                </a:moveTo>
                <a:cubicBezTo>
                  <a:pt x="750997" y="394381"/>
                  <a:pt x="749991" y="396850"/>
                  <a:pt x="747979" y="398861"/>
                </a:cubicBezTo>
                <a:cubicBezTo>
                  <a:pt x="745876" y="400873"/>
                  <a:pt x="743499" y="401879"/>
                  <a:pt x="740664" y="401879"/>
                </a:cubicBezTo>
                <a:cubicBezTo>
                  <a:pt x="737738" y="401879"/>
                  <a:pt x="735360" y="400873"/>
                  <a:pt x="733349" y="398861"/>
                </a:cubicBezTo>
                <a:cubicBezTo>
                  <a:pt x="731246" y="396850"/>
                  <a:pt x="730240" y="394381"/>
                  <a:pt x="730240" y="391546"/>
                </a:cubicBezTo>
                <a:cubicBezTo>
                  <a:pt x="730240" y="388711"/>
                  <a:pt x="731246" y="386243"/>
                  <a:pt x="733349" y="384231"/>
                </a:cubicBezTo>
                <a:cubicBezTo>
                  <a:pt x="735360" y="382219"/>
                  <a:pt x="737738" y="381213"/>
                  <a:pt x="740664" y="381213"/>
                </a:cubicBezTo>
                <a:cubicBezTo>
                  <a:pt x="743499" y="381213"/>
                  <a:pt x="745876" y="382219"/>
                  <a:pt x="747979" y="384231"/>
                </a:cubicBezTo>
                <a:cubicBezTo>
                  <a:pt x="749991" y="386243"/>
                  <a:pt x="750997" y="388711"/>
                  <a:pt x="750997" y="391546"/>
                </a:cubicBezTo>
              </a:path>
              <a:path w="2364638" h="960303">
                <a:moveTo>
                  <a:pt x="877367" y="364114"/>
                </a:moveTo>
                <a:cubicBezTo>
                  <a:pt x="877367" y="366949"/>
                  <a:pt x="876361" y="369418"/>
                  <a:pt x="874349" y="371429"/>
                </a:cubicBezTo>
                <a:cubicBezTo>
                  <a:pt x="872338" y="373441"/>
                  <a:pt x="869960" y="374447"/>
                  <a:pt x="867034" y="374447"/>
                </a:cubicBezTo>
                <a:cubicBezTo>
                  <a:pt x="864199" y="374447"/>
                  <a:pt x="861731" y="373441"/>
                  <a:pt x="859719" y="371429"/>
                </a:cubicBezTo>
                <a:cubicBezTo>
                  <a:pt x="857707" y="369418"/>
                  <a:pt x="856701" y="366949"/>
                  <a:pt x="856701" y="364114"/>
                </a:cubicBezTo>
                <a:cubicBezTo>
                  <a:pt x="856701" y="361279"/>
                  <a:pt x="857707" y="358811"/>
                  <a:pt x="859719" y="356799"/>
                </a:cubicBezTo>
                <a:cubicBezTo>
                  <a:pt x="861731" y="354787"/>
                  <a:pt x="864199" y="353781"/>
                  <a:pt x="867034" y="353781"/>
                </a:cubicBezTo>
                <a:cubicBezTo>
                  <a:pt x="869960" y="353781"/>
                  <a:pt x="872338" y="354787"/>
                  <a:pt x="874349" y="356799"/>
                </a:cubicBezTo>
                <a:cubicBezTo>
                  <a:pt x="876361" y="358811"/>
                  <a:pt x="877367" y="361279"/>
                  <a:pt x="877367" y="364114"/>
                </a:cubicBezTo>
              </a:path>
              <a:path w="2364638" h="960303">
                <a:moveTo>
                  <a:pt x="1068111" y="363108"/>
                </a:moveTo>
                <a:cubicBezTo>
                  <a:pt x="1068111" y="365943"/>
                  <a:pt x="1067105" y="368320"/>
                  <a:pt x="1065002" y="370332"/>
                </a:cubicBezTo>
                <a:cubicBezTo>
                  <a:pt x="1062990" y="372344"/>
                  <a:pt x="1060613" y="373350"/>
                  <a:pt x="1057686" y="373350"/>
                </a:cubicBezTo>
                <a:cubicBezTo>
                  <a:pt x="1054852" y="373350"/>
                  <a:pt x="1052474" y="372344"/>
                  <a:pt x="1050463" y="370332"/>
                </a:cubicBezTo>
                <a:cubicBezTo>
                  <a:pt x="1048360" y="368320"/>
                  <a:pt x="1047354" y="365943"/>
                  <a:pt x="1047354" y="363108"/>
                </a:cubicBezTo>
                <a:cubicBezTo>
                  <a:pt x="1047354" y="360182"/>
                  <a:pt x="1048360" y="357805"/>
                  <a:pt x="1050463" y="355793"/>
                </a:cubicBezTo>
                <a:cubicBezTo>
                  <a:pt x="1052474" y="353781"/>
                  <a:pt x="1054852" y="352776"/>
                  <a:pt x="1057686" y="352776"/>
                </a:cubicBezTo>
                <a:cubicBezTo>
                  <a:pt x="1060613" y="352776"/>
                  <a:pt x="1062990" y="353781"/>
                  <a:pt x="1065002" y="355793"/>
                </a:cubicBezTo>
                <a:cubicBezTo>
                  <a:pt x="1067105" y="357805"/>
                  <a:pt x="1068111" y="360182"/>
                  <a:pt x="1068111" y="363108"/>
                </a:cubicBezTo>
              </a:path>
              <a:path w="2364638" h="960303">
                <a:moveTo>
                  <a:pt x="1301648" y="398770"/>
                </a:moveTo>
                <a:cubicBezTo>
                  <a:pt x="1301648" y="401604"/>
                  <a:pt x="1300643" y="404073"/>
                  <a:pt x="1298631" y="406085"/>
                </a:cubicBezTo>
                <a:cubicBezTo>
                  <a:pt x="1296619" y="408097"/>
                  <a:pt x="1294150" y="409103"/>
                  <a:pt x="1291316" y="409103"/>
                </a:cubicBezTo>
                <a:cubicBezTo>
                  <a:pt x="1288481" y="409103"/>
                  <a:pt x="1286012" y="408097"/>
                  <a:pt x="1284000" y="406085"/>
                </a:cubicBezTo>
                <a:cubicBezTo>
                  <a:pt x="1281989" y="404073"/>
                  <a:pt x="1280983" y="401604"/>
                  <a:pt x="1280983" y="398770"/>
                </a:cubicBezTo>
                <a:cubicBezTo>
                  <a:pt x="1280983" y="395935"/>
                  <a:pt x="1281989" y="393558"/>
                  <a:pt x="1284000" y="391546"/>
                </a:cubicBezTo>
                <a:cubicBezTo>
                  <a:pt x="1286012" y="389534"/>
                  <a:pt x="1288481" y="388529"/>
                  <a:pt x="1291316" y="388529"/>
                </a:cubicBezTo>
                <a:cubicBezTo>
                  <a:pt x="1294150" y="388529"/>
                  <a:pt x="1296619" y="389534"/>
                  <a:pt x="1298631" y="391546"/>
                </a:cubicBezTo>
                <a:cubicBezTo>
                  <a:pt x="1300643" y="393558"/>
                  <a:pt x="1301648" y="395935"/>
                  <a:pt x="1301648" y="398770"/>
                </a:cubicBezTo>
              </a:path>
              <a:path w="2364638" h="960303">
                <a:moveTo>
                  <a:pt x="1428201" y="350124"/>
                </a:moveTo>
                <a:cubicBezTo>
                  <a:pt x="1428201" y="353050"/>
                  <a:pt x="1427196" y="355427"/>
                  <a:pt x="1425184" y="357439"/>
                </a:cubicBezTo>
                <a:cubicBezTo>
                  <a:pt x="1423172" y="359451"/>
                  <a:pt x="1420703" y="360456"/>
                  <a:pt x="1417869" y="360456"/>
                </a:cubicBezTo>
                <a:cubicBezTo>
                  <a:pt x="1415034" y="360456"/>
                  <a:pt x="1412565" y="359451"/>
                  <a:pt x="1410553" y="357439"/>
                </a:cubicBezTo>
                <a:cubicBezTo>
                  <a:pt x="1408542" y="355427"/>
                  <a:pt x="1407536" y="353050"/>
                  <a:pt x="1407536" y="350124"/>
                </a:cubicBezTo>
                <a:cubicBezTo>
                  <a:pt x="1407536" y="347289"/>
                  <a:pt x="1408542" y="344912"/>
                  <a:pt x="1410553" y="342900"/>
                </a:cubicBezTo>
                <a:cubicBezTo>
                  <a:pt x="1412565" y="340888"/>
                  <a:pt x="1415034" y="339882"/>
                  <a:pt x="1417869" y="339882"/>
                </a:cubicBezTo>
                <a:cubicBezTo>
                  <a:pt x="1420703" y="339882"/>
                  <a:pt x="1423172" y="340888"/>
                  <a:pt x="1425184" y="342900"/>
                </a:cubicBezTo>
                <a:cubicBezTo>
                  <a:pt x="1427196" y="344912"/>
                  <a:pt x="1428201" y="347289"/>
                  <a:pt x="1428201" y="350124"/>
                </a:cubicBezTo>
              </a:path>
              <a:path w="2364638" h="960303">
                <a:moveTo>
                  <a:pt x="1633850" y="418704"/>
                </a:moveTo>
                <a:cubicBezTo>
                  <a:pt x="1633850" y="421538"/>
                  <a:pt x="1632844" y="424007"/>
                  <a:pt x="1630832" y="426019"/>
                </a:cubicBezTo>
                <a:cubicBezTo>
                  <a:pt x="1628821" y="428031"/>
                  <a:pt x="1626352" y="429036"/>
                  <a:pt x="1623517" y="429036"/>
                </a:cubicBezTo>
                <a:cubicBezTo>
                  <a:pt x="1620683" y="429036"/>
                  <a:pt x="1618214" y="428031"/>
                  <a:pt x="1616202" y="426019"/>
                </a:cubicBezTo>
                <a:cubicBezTo>
                  <a:pt x="1614190" y="424007"/>
                  <a:pt x="1613184" y="421538"/>
                  <a:pt x="1613184" y="418704"/>
                </a:cubicBezTo>
                <a:cubicBezTo>
                  <a:pt x="1613184" y="415869"/>
                  <a:pt x="1614190" y="413492"/>
                  <a:pt x="1616202" y="411480"/>
                </a:cubicBezTo>
                <a:cubicBezTo>
                  <a:pt x="1618214" y="409468"/>
                  <a:pt x="1620683" y="408462"/>
                  <a:pt x="1623517" y="408462"/>
                </a:cubicBezTo>
                <a:cubicBezTo>
                  <a:pt x="1626352" y="408462"/>
                  <a:pt x="1628821" y="409468"/>
                  <a:pt x="1630832" y="411480"/>
                </a:cubicBezTo>
                <a:cubicBezTo>
                  <a:pt x="1632844" y="413492"/>
                  <a:pt x="1633850" y="415869"/>
                  <a:pt x="1633850" y="418704"/>
                </a:cubicBezTo>
              </a:path>
              <a:path w="2364638" h="960303">
                <a:moveTo>
                  <a:pt x="1758025" y="420350"/>
                </a:moveTo>
                <a:cubicBezTo>
                  <a:pt x="1758025" y="423184"/>
                  <a:pt x="1757020" y="425653"/>
                  <a:pt x="1755008" y="427665"/>
                </a:cubicBezTo>
                <a:cubicBezTo>
                  <a:pt x="1752996" y="429677"/>
                  <a:pt x="1750527" y="430682"/>
                  <a:pt x="1747693" y="430682"/>
                </a:cubicBezTo>
                <a:cubicBezTo>
                  <a:pt x="1744858" y="430682"/>
                  <a:pt x="1742389" y="429677"/>
                  <a:pt x="1740378" y="427665"/>
                </a:cubicBezTo>
                <a:cubicBezTo>
                  <a:pt x="1738366" y="425653"/>
                  <a:pt x="1737360" y="423184"/>
                  <a:pt x="1737360" y="420350"/>
                </a:cubicBezTo>
                <a:cubicBezTo>
                  <a:pt x="1737360" y="417515"/>
                  <a:pt x="1738366" y="415138"/>
                  <a:pt x="1740378" y="413126"/>
                </a:cubicBezTo>
                <a:cubicBezTo>
                  <a:pt x="1742389" y="411114"/>
                  <a:pt x="1744858" y="410108"/>
                  <a:pt x="1747693" y="410108"/>
                </a:cubicBezTo>
                <a:cubicBezTo>
                  <a:pt x="1750527" y="410108"/>
                  <a:pt x="1752996" y="411114"/>
                  <a:pt x="1755008" y="413126"/>
                </a:cubicBezTo>
                <a:cubicBezTo>
                  <a:pt x="1757020" y="415138"/>
                  <a:pt x="1758025" y="417515"/>
                  <a:pt x="1758025" y="420350"/>
                </a:cubicBezTo>
              </a:path>
              <a:path w="2364638" h="960303">
                <a:moveTo>
                  <a:pt x="2003908" y="362560"/>
                </a:moveTo>
                <a:cubicBezTo>
                  <a:pt x="2003908" y="365394"/>
                  <a:pt x="2002902" y="367863"/>
                  <a:pt x="2000890" y="369875"/>
                </a:cubicBezTo>
                <a:cubicBezTo>
                  <a:pt x="1998878" y="371886"/>
                  <a:pt x="1996410" y="372892"/>
                  <a:pt x="1993575" y="372892"/>
                </a:cubicBezTo>
                <a:cubicBezTo>
                  <a:pt x="1990740" y="372892"/>
                  <a:pt x="1988271" y="371886"/>
                  <a:pt x="1986260" y="369875"/>
                </a:cubicBezTo>
                <a:cubicBezTo>
                  <a:pt x="1984248" y="367863"/>
                  <a:pt x="1983242" y="365394"/>
                  <a:pt x="1983242" y="362560"/>
                </a:cubicBezTo>
                <a:cubicBezTo>
                  <a:pt x="1983242" y="359725"/>
                  <a:pt x="1984248" y="357256"/>
                  <a:pt x="1986260" y="355244"/>
                </a:cubicBezTo>
                <a:cubicBezTo>
                  <a:pt x="1988271" y="353233"/>
                  <a:pt x="1990740" y="352227"/>
                  <a:pt x="1993575" y="352227"/>
                </a:cubicBezTo>
                <a:cubicBezTo>
                  <a:pt x="1996410" y="352227"/>
                  <a:pt x="1998878" y="353233"/>
                  <a:pt x="2000890" y="355244"/>
                </a:cubicBezTo>
                <a:cubicBezTo>
                  <a:pt x="2002902" y="357256"/>
                  <a:pt x="2003908" y="359725"/>
                  <a:pt x="2003908" y="362560"/>
                </a:cubicBezTo>
              </a:path>
              <a:path w="2364638" h="960303">
                <a:moveTo>
                  <a:pt x="2113818" y="360822"/>
                </a:moveTo>
                <a:cubicBezTo>
                  <a:pt x="2113818" y="363657"/>
                  <a:pt x="2112813" y="366126"/>
                  <a:pt x="2110710" y="368137"/>
                </a:cubicBezTo>
                <a:cubicBezTo>
                  <a:pt x="2108698" y="370149"/>
                  <a:pt x="2106320" y="371155"/>
                  <a:pt x="2103394" y="371155"/>
                </a:cubicBezTo>
                <a:cubicBezTo>
                  <a:pt x="2100560" y="371155"/>
                  <a:pt x="2098182" y="370149"/>
                  <a:pt x="2096079" y="368137"/>
                </a:cubicBezTo>
                <a:cubicBezTo>
                  <a:pt x="2094067" y="366126"/>
                  <a:pt x="2093062" y="363657"/>
                  <a:pt x="2093062" y="360822"/>
                </a:cubicBezTo>
                <a:cubicBezTo>
                  <a:pt x="2093062" y="357988"/>
                  <a:pt x="2094067" y="355519"/>
                  <a:pt x="2096079" y="353507"/>
                </a:cubicBezTo>
                <a:cubicBezTo>
                  <a:pt x="2098182" y="351495"/>
                  <a:pt x="2100560" y="350490"/>
                  <a:pt x="2103394" y="350490"/>
                </a:cubicBezTo>
                <a:cubicBezTo>
                  <a:pt x="2106320" y="350490"/>
                  <a:pt x="2108698" y="351495"/>
                  <a:pt x="2110710" y="353507"/>
                </a:cubicBezTo>
                <a:cubicBezTo>
                  <a:pt x="2112813" y="355519"/>
                  <a:pt x="2113818" y="357988"/>
                  <a:pt x="2113818" y="360822"/>
                </a:cubicBezTo>
              </a:path>
              <a:path w="2364638" h="960303">
                <a:moveTo>
                  <a:pt x="2364638" y="375727"/>
                </a:moveTo>
                <a:cubicBezTo>
                  <a:pt x="2364638" y="378562"/>
                  <a:pt x="2363633" y="381030"/>
                  <a:pt x="2361621" y="383042"/>
                </a:cubicBezTo>
                <a:cubicBezTo>
                  <a:pt x="2359609" y="385054"/>
                  <a:pt x="2357140" y="386060"/>
                  <a:pt x="2354306" y="386060"/>
                </a:cubicBezTo>
                <a:cubicBezTo>
                  <a:pt x="2351471" y="386060"/>
                  <a:pt x="2349002" y="385054"/>
                  <a:pt x="2346990" y="383042"/>
                </a:cubicBezTo>
                <a:cubicBezTo>
                  <a:pt x="2344979" y="381030"/>
                  <a:pt x="2343973" y="378562"/>
                  <a:pt x="2343973" y="375727"/>
                </a:cubicBezTo>
                <a:cubicBezTo>
                  <a:pt x="2343973" y="372892"/>
                  <a:pt x="2344979" y="370423"/>
                  <a:pt x="2346990" y="368412"/>
                </a:cubicBezTo>
                <a:cubicBezTo>
                  <a:pt x="2349002" y="366400"/>
                  <a:pt x="2351471" y="365394"/>
                  <a:pt x="2354306" y="365394"/>
                </a:cubicBezTo>
                <a:cubicBezTo>
                  <a:pt x="2357140" y="365394"/>
                  <a:pt x="2359609" y="366400"/>
                  <a:pt x="2361621" y="368412"/>
                </a:cubicBezTo>
                <a:cubicBezTo>
                  <a:pt x="2363633" y="370423"/>
                  <a:pt x="2364638" y="372892"/>
                  <a:pt x="2364638" y="375727"/>
                </a:cubicBezTo>
              </a:path>
              <a:path w="2364638" h="960303">
                <a:moveTo>
                  <a:pt x="20665" y="208849"/>
                </a:moveTo>
                <a:cubicBezTo>
                  <a:pt x="20665" y="211684"/>
                  <a:pt x="19660" y="214152"/>
                  <a:pt x="17648" y="216164"/>
                </a:cubicBezTo>
                <a:cubicBezTo>
                  <a:pt x="15636" y="218176"/>
                  <a:pt x="13167" y="219182"/>
                  <a:pt x="10333" y="219182"/>
                </a:cubicBezTo>
                <a:cubicBezTo>
                  <a:pt x="7498" y="219182"/>
                  <a:pt x="5029" y="218176"/>
                  <a:pt x="3018" y="216164"/>
                </a:cubicBezTo>
                <a:cubicBezTo>
                  <a:pt x="1006" y="214152"/>
                  <a:pt x="0" y="211684"/>
                  <a:pt x="0" y="208849"/>
                </a:cubicBezTo>
                <a:cubicBezTo>
                  <a:pt x="0" y="206014"/>
                  <a:pt x="1006" y="203637"/>
                  <a:pt x="3018" y="201625"/>
                </a:cubicBezTo>
                <a:cubicBezTo>
                  <a:pt x="5029" y="199614"/>
                  <a:pt x="7498" y="198516"/>
                  <a:pt x="10333" y="198516"/>
                </a:cubicBezTo>
                <a:cubicBezTo>
                  <a:pt x="13167" y="198516"/>
                  <a:pt x="15636" y="199614"/>
                  <a:pt x="17648" y="201625"/>
                </a:cubicBezTo>
                <a:cubicBezTo>
                  <a:pt x="19660" y="203637"/>
                  <a:pt x="20665" y="206014"/>
                  <a:pt x="20665" y="208849"/>
                </a:cubicBezTo>
              </a:path>
              <a:path w="2364638" h="960303">
                <a:moveTo>
                  <a:pt x="165049" y="256032"/>
                </a:moveTo>
                <a:cubicBezTo>
                  <a:pt x="165049" y="258867"/>
                  <a:pt x="164043" y="261336"/>
                  <a:pt x="162032" y="263347"/>
                </a:cubicBezTo>
                <a:cubicBezTo>
                  <a:pt x="160020" y="265359"/>
                  <a:pt x="157551" y="266365"/>
                  <a:pt x="154716" y="266365"/>
                </a:cubicBezTo>
                <a:cubicBezTo>
                  <a:pt x="151882" y="266365"/>
                  <a:pt x="149413" y="265359"/>
                  <a:pt x="147401" y="263347"/>
                </a:cubicBezTo>
                <a:cubicBezTo>
                  <a:pt x="145390" y="261336"/>
                  <a:pt x="144384" y="258867"/>
                  <a:pt x="144384" y="256032"/>
                </a:cubicBezTo>
                <a:cubicBezTo>
                  <a:pt x="144384" y="253197"/>
                  <a:pt x="145390" y="250728"/>
                  <a:pt x="147401" y="248717"/>
                </a:cubicBezTo>
                <a:cubicBezTo>
                  <a:pt x="149413" y="246705"/>
                  <a:pt x="151882" y="245699"/>
                  <a:pt x="154716" y="245699"/>
                </a:cubicBezTo>
                <a:cubicBezTo>
                  <a:pt x="157551" y="245699"/>
                  <a:pt x="160020" y="246705"/>
                  <a:pt x="162032" y="248717"/>
                </a:cubicBezTo>
                <a:cubicBezTo>
                  <a:pt x="164043" y="250728"/>
                  <a:pt x="165049" y="253197"/>
                  <a:pt x="165049" y="256032"/>
                </a:cubicBezTo>
              </a:path>
              <a:path w="2364638" h="960303">
                <a:moveTo>
                  <a:pt x="416418" y="199979"/>
                </a:moveTo>
                <a:cubicBezTo>
                  <a:pt x="416418" y="202814"/>
                  <a:pt x="415412" y="205283"/>
                  <a:pt x="413400" y="207294"/>
                </a:cubicBezTo>
                <a:cubicBezTo>
                  <a:pt x="411389" y="209306"/>
                  <a:pt x="408920" y="210312"/>
                  <a:pt x="406085" y="210312"/>
                </a:cubicBezTo>
                <a:cubicBezTo>
                  <a:pt x="403250" y="210312"/>
                  <a:pt x="400782" y="209306"/>
                  <a:pt x="398770" y="207294"/>
                </a:cubicBezTo>
                <a:cubicBezTo>
                  <a:pt x="396758" y="205283"/>
                  <a:pt x="395752" y="202814"/>
                  <a:pt x="395752" y="199979"/>
                </a:cubicBezTo>
                <a:cubicBezTo>
                  <a:pt x="395752" y="197145"/>
                  <a:pt x="396758" y="194676"/>
                  <a:pt x="398770" y="192664"/>
                </a:cubicBezTo>
                <a:cubicBezTo>
                  <a:pt x="400782" y="190652"/>
                  <a:pt x="403250" y="189647"/>
                  <a:pt x="406085" y="189647"/>
                </a:cubicBezTo>
                <a:cubicBezTo>
                  <a:pt x="408920" y="189647"/>
                  <a:pt x="411389" y="190652"/>
                  <a:pt x="413400" y="192664"/>
                </a:cubicBezTo>
                <a:cubicBezTo>
                  <a:pt x="415412" y="194676"/>
                  <a:pt x="416418" y="197145"/>
                  <a:pt x="416418" y="199979"/>
                </a:cubicBezTo>
              </a:path>
              <a:path w="2364638" h="960303">
                <a:moveTo>
                  <a:pt x="554126" y="174925"/>
                </a:moveTo>
                <a:cubicBezTo>
                  <a:pt x="554126" y="177759"/>
                  <a:pt x="553121" y="180137"/>
                  <a:pt x="551109" y="182148"/>
                </a:cubicBezTo>
                <a:cubicBezTo>
                  <a:pt x="549097" y="184160"/>
                  <a:pt x="546628" y="185166"/>
                  <a:pt x="543794" y="185166"/>
                </a:cubicBezTo>
                <a:cubicBezTo>
                  <a:pt x="540959" y="185166"/>
                  <a:pt x="538490" y="184160"/>
                  <a:pt x="536478" y="182148"/>
                </a:cubicBezTo>
                <a:cubicBezTo>
                  <a:pt x="534467" y="180137"/>
                  <a:pt x="533461" y="177759"/>
                  <a:pt x="533461" y="174925"/>
                </a:cubicBezTo>
                <a:cubicBezTo>
                  <a:pt x="533461" y="172090"/>
                  <a:pt x="534467" y="169621"/>
                  <a:pt x="536478" y="167610"/>
                </a:cubicBezTo>
                <a:cubicBezTo>
                  <a:pt x="538490" y="165598"/>
                  <a:pt x="540959" y="164592"/>
                  <a:pt x="543794" y="164592"/>
                </a:cubicBezTo>
                <a:cubicBezTo>
                  <a:pt x="546628" y="164592"/>
                  <a:pt x="549097" y="165598"/>
                  <a:pt x="551109" y="167610"/>
                </a:cubicBezTo>
                <a:cubicBezTo>
                  <a:pt x="553121" y="169621"/>
                  <a:pt x="554126" y="172090"/>
                  <a:pt x="554126" y="174925"/>
                </a:cubicBezTo>
              </a:path>
              <a:path w="2364638" h="960303">
                <a:moveTo>
                  <a:pt x="722925" y="180320"/>
                </a:moveTo>
                <a:cubicBezTo>
                  <a:pt x="722925" y="183154"/>
                  <a:pt x="721919" y="185623"/>
                  <a:pt x="719907" y="187635"/>
                </a:cubicBezTo>
                <a:cubicBezTo>
                  <a:pt x="717895" y="189647"/>
                  <a:pt x="715518" y="190652"/>
                  <a:pt x="712592" y="190652"/>
                </a:cubicBezTo>
                <a:cubicBezTo>
                  <a:pt x="709757" y="190652"/>
                  <a:pt x="707288" y="189647"/>
                  <a:pt x="705277" y="187635"/>
                </a:cubicBezTo>
                <a:cubicBezTo>
                  <a:pt x="703265" y="185623"/>
                  <a:pt x="702259" y="183154"/>
                  <a:pt x="702259" y="180320"/>
                </a:cubicBezTo>
                <a:cubicBezTo>
                  <a:pt x="702259" y="177485"/>
                  <a:pt x="703265" y="175108"/>
                  <a:pt x="705277" y="173096"/>
                </a:cubicBezTo>
                <a:cubicBezTo>
                  <a:pt x="707288" y="171084"/>
                  <a:pt x="709757" y="170078"/>
                  <a:pt x="712592" y="170078"/>
                </a:cubicBezTo>
                <a:cubicBezTo>
                  <a:pt x="715518" y="170078"/>
                  <a:pt x="717895" y="171084"/>
                  <a:pt x="719907" y="173096"/>
                </a:cubicBezTo>
                <a:cubicBezTo>
                  <a:pt x="721919" y="175108"/>
                  <a:pt x="722925" y="177485"/>
                  <a:pt x="722925" y="180320"/>
                </a:cubicBezTo>
              </a:path>
              <a:path w="2364638" h="960303">
                <a:moveTo>
                  <a:pt x="934700" y="238658"/>
                </a:moveTo>
                <a:cubicBezTo>
                  <a:pt x="934700" y="241493"/>
                  <a:pt x="933694" y="243962"/>
                  <a:pt x="931682" y="245974"/>
                </a:cubicBezTo>
                <a:cubicBezTo>
                  <a:pt x="929670" y="247985"/>
                  <a:pt x="927293" y="248991"/>
                  <a:pt x="924367" y="248991"/>
                </a:cubicBezTo>
                <a:cubicBezTo>
                  <a:pt x="921532" y="248991"/>
                  <a:pt x="919063" y="247985"/>
                  <a:pt x="917052" y="245974"/>
                </a:cubicBezTo>
                <a:cubicBezTo>
                  <a:pt x="915040" y="243962"/>
                  <a:pt x="914034" y="241493"/>
                  <a:pt x="914034" y="238658"/>
                </a:cubicBezTo>
                <a:cubicBezTo>
                  <a:pt x="914034" y="235824"/>
                  <a:pt x="915040" y="233355"/>
                  <a:pt x="917052" y="231343"/>
                </a:cubicBezTo>
                <a:cubicBezTo>
                  <a:pt x="919063" y="229332"/>
                  <a:pt x="921532" y="228326"/>
                  <a:pt x="924367" y="228326"/>
                </a:cubicBezTo>
                <a:cubicBezTo>
                  <a:pt x="927293" y="228326"/>
                  <a:pt x="929670" y="229332"/>
                  <a:pt x="931682" y="231343"/>
                </a:cubicBezTo>
                <a:cubicBezTo>
                  <a:pt x="933694" y="233355"/>
                  <a:pt x="934700" y="235824"/>
                  <a:pt x="934700" y="238658"/>
                </a:cubicBezTo>
              </a:path>
              <a:path w="2364638" h="960303">
                <a:moveTo>
                  <a:pt x="1060887" y="231435"/>
                </a:moveTo>
                <a:cubicBezTo>
                  <a:pt x="1060887" y="234269"/>
                  <a:pt x="1059881" y="236738"/>
                  <a:pt x="1057869" y="238750"/>
                </a:cubicBezTo>
                <a:cubicBezTo>
                  <a:pt x="1055858" y="240762"/>
                  <a:pt x="1053389" y="241767"/>
                  <a:pt x="1050554" y="241767"/>
                </a:cubicBezTo>
                <a:cubicBezTo>
                  <a:pt x="1047720" y="241767"/>
                  <a:pt x="1045251" y="240762"/>
                  <a:pt x="1043239" y="238750"/>
                </a:cubicBezTo>
                <a:cubicBezTo>
                  <a:pt x="1041227" y="236738"/>
                  <a:pt x="1040221" y="234269"/>
                  <a:pt x="1040221" y="231435"/>
                </a:cubicBezTo>
                <a:cubicBezTo>
                  <a:pt x="1040221" y="228600"/>
                  <a:pt x="1041227" y="226131"/>
                  <a:pt x="1043239" y="224119"/>
                </a:cubicBezTo>
                <a:cubicBezTo>
                  <a:pt x="1045251" y="222108"/>
                  <a:pt x="1047720" y="221102"/>
                  <a:pt x="1050554" y="221102"/>
                </a:cubicBezTo>
                <a:cubicBezTo>
                  <a:pt x="1053389" y="221102"/>
                  <a:pt x="1055858" y="222108"/>
                  <a:pt x="1057869" y="224119"/>
                </a:cubicBezTo>
                <a:cubicBezTo>
                  <a:pt x="1059881" y="226131"/>
                  <a:pt x="1060887" y="228600"/>
                  <a:pt x="1060887" y="231435"/>
                </a:cubicBezTo>
              </a:path>
              <a:path w="2364638" h="960303">
                <a:moveTo>
                  <a:pt x="1236909" y="205557"/>
                </a:moveTo>
                <a:cubicBezTo>
                  <a:pt x="1236909" y="208392"/>
                  <a:pt x="1235903" y="210861"/>
                  <a:pt x="1233891" y="212872"/>
                </a:cubicBezTo>
                <a:cubicBezTo>
                  <a:pt x="1231880" y="214884"/>
                  <a:pt x="1229502" y="215890"/>
                  <a:pt x="1226576" y="215890"/>
                </a:cubicBezTo>
                <a:cubicBezTo>
                  <a:pt x="1223742" y="215890"/>
                  <a:pt x="1221273" y="214884"/>
                  <a:pt x="1219261" y="212872"/>
                </a:cubicBezTo>
                <a:cubicBezTo>
                  <a:pt x="1217249" y="210861"/>
                  <a:pt x="1216243" y="208392"/>
                  <a:pt x="1216243" y="205557"/>
                </a:cubicBezTo>
                <a:cubicBezTo>
                  <a:pt x="1216243" y="202722"/>
                  <a:pt x="1217249" y="200254"/>
                  <a:pt x="1219261" y="198242"/>
                </a:cubicBezTo>
                <a:cubicBezTo>
                  <a:pt x="1221273" y="196230"/>
                  <a:pt x="1223742" y="195224"/>
                  <a:pt x="1226576" y="195224"/>
                </a:cubicBezTo>
                <a:cubicBezTo>
                  <a:pt x="1229502" y="195224"/>
                  <a:pt x="1231880" y="196230"/>
                  <a:pt x="1233891" y="198242"/>
                </a:cubicBezTo>
                <a:cubicBezTo>
                  <a:pt x="1235903" y="200254"/>
                  <a:pt x="1236909" y="202722"/>
                  <a:pt x="1236909" y="205557"/>
                </a:cubicBezTo>
              </a:path>
              <a:path w="2364638" h="960303">
                <a:moveTo>
                  <a:pt x="1415674" y="220279"/>
                </a:moveTo>
                <a:cubicBezTo>
                  <a:pt x="1415674" y="223114"/>
                  <a:pt x="1414668" y="225582"/>
                  <a:pt x="1412657" y="227594"/>
                </a:cubicBezTo>
                <a:cubicBezTo>
                  <a:pt x="1410645" y="229606"/>
                  <a:pt x="1408176" y="230612"/>
                  <a:pt x="1405341" y="230612"/>
                </a:cubicBezTo>
                <a:cubicBezTo>
                  <a:pt x="1402507" y="230612"/>
                  <a:pt x="1400038" y="229606"/>
                  <a:pt x="1398026" y="227594"/>
                </a:cubicBezTo>
                <a:cubicBezTo>
                  <a:pt x="1396014" y="225582"/>
                  <a:pt x="1395009" y="223114"/>
                  <a:pt x="1395009" y="220279"/>
                </a:cubicBezTo>
                <a:cubicBezTo>
                  <a:pt x="1395009" y="217444"/>
                  <a:pt x="1396014" y="214975"/>
                  <a:pt x="1398026" y="212964"/>
                </a:cubicBezTo>
                <a:cubicBezTo>
                  <a:pt x="1400038" y="210952"/>
                  <a:pt x="1402507" y="209946"/>
                  <a:pt x="1405341" y="209946"/>
                </a:cubicBezTo>
                <a:cubicBezTo>
                  <a:pt x="1408176" y="209946"/>
                  <a:pt x="1410645" y="210952"/>
                  <a:pt x="1412657" y="212964"/>
                </a:cubicBezTo>
                <a:cubicBezTo>
                  <a:pt x="1414668" y="214975"/>
                  <a:pt x="1415674" y="217444"/>
                  <a:pt x="1415674" y="220279"/>
                </a:cubicBezTo>
              </a:path>
              <a:path w="2364638" h="960303">
                <a:moveTo>
                  <a:pt x="1581363" y="176936"/>
                </a:moveTo>
                <a:cubicBezTo>
                  <a:pt x="1581363" y="179771"/>
                  <a:pt x="1580358" y="182240"/>
                  <a:pt x="1578346" y="184252"/>
                </a:cubicBezTo>
                <a:cubicBezTo>
                  <a:pt x="1576243" y="186263"/>
                  <a:pt x="1573865" y="187269"/>
                  <a:pt x="1571031" y="187269"/>
                </a:cubicBezTo>
                <a:cubicBezTo>
                  <a:pt x="1568105" y="187269"/>
                  <a:pt x="1565727" y="186263"/>
                  <a:pt x="1563715" y="184252"/>
                </a:cubicBezTo>
                <a:cubicBezTo>
                  <a:pt x="1561612" y="182240"/>
                  <a:pt x="1560606" y="179771"/>
                  <a:pt x="1560606" y="176936"/>
                </a:cubicBezTo>
                <a:cubicBezTo>
                  <a:pt x="1560606" y="174102"/>
                  <a:pt x="1561612" y="171633"/>
                  <a:pt x="1563715" y="169621"/>
                </a:cubicBezTo>
                <a:cubicBezTo>
                  <a:pt x="1565727" y="167610"/>
                  <a:pt x="1568105" y="166604"/>
                  <a:pt x="1571031" y="166604"/>
                </a:cubicBezTo>
                <a:cubicBezTo>
                  <a:pt x="1573865" y="166604"/>
                  <a:pt x="1576243" y="167610"/>
                  <a:pt x="1578346" y="169621"/>
                </a:cubicBezTo>
                <a:cubicBezTo>
                  <a:pt x="1580358" y="171633"/>
                  <a:pt x="1581363" y="174102"/>
                  <a:pt x="1581363" y="176936"/>
                </a:cubicBezTo>
              </a:path>
              <a:path w="2364638" h="960303">
                <a:moveTo>
                  <a:pt x="1778051" y="216804"/>
                </a:moveTo>
                <a:cubicBezTo>
                  <a:pt x="1778051" y="219730"/>
                  <a:pt x="1777045" y="222108"/>
                  <a:pt x="1775033" y="224119"/>
                </a:cubicBezTo>
                <a:cubicBezTo>
                  <a:pt x="1773022" y="226131"/>
                  <a:pt x="1770644" y="227137"/>
                  <a:pt x="1767718" y="227137"/>
                </a:cubicBezTo>
                <a:cubicBezTo>
                  <a:pt x="1764883" y="227137"/>
                  <a:pt x="1762415" y="226131"/>
                  <a:pt x="1760403" y="224119"/>
                </a:cubicBezTo>
                <a:cubicBezTo>
                  <a:pt x="1758391" y="222108"/>
                  <a:pt x="1757385" y="219730"/>
                  <a:pt x="1757385" y="216804"/>
                </a:cubicBezTo>
                <a:cubicBezTo>
                  <a:pt x="1757385" y="213970"/>
                  <a:pt x="1758391" y="211592"/>
                  <a:pt x="1760403" y="209580"/>
                </a:cubicBezTo>
                <a:cubicBezTo>
                  <a:pt x="1762415" y="207569"/>
                  <a:pt x="1764883" y="206563"/>
                  <a:pt x="1767718" y="206563"/>
                </a:cubicBezTo>
                <a:cubicBezTo>
                  <a:pt x="1770644" y="206563"/>
                  <a:pt x="1773022" y="207569"/>
                  <a:pt x="1775033" y="209580"/>
                </a:cubicBezTo>
                <a:cubicBezTo>
                  <a:pt x="1777045" y="211592"/>
                  <a:pt x="1778051" y="213970"/>
                  <a:pt x="1778051" y="216804"/>
                </a:cubicBezTo>
              </a:path>
              <a:path w="2364638" h="960303">
                <a:moveTo>
                  <a:pt x="1975470" y="177485"/>
                </a:moveTo>
                <a:cubicBezTo>
                  <a:pt x="1975470" y="180320"/>
                  <a:pt x="1974464" y="182789"/>
                  <a:pt x="1972452" y="184800"/>
                </a:cubicBezTo>
                <a:cubicBezTo>
                  <a:pt x="1970441" y="186812"/>
                  <a:pt x="1967972" y="187818"/>
                  <a:pt x="1965137" y="187818"/>
                </a:cubicBezTo>
                <a:cubicBezTo>
                  <a:pt x="1962302" y="187818"/>
                  <a:pt x="1959834" y="186812"/>
                  <a:pt x="1957822" y="184800"/>
                </a:cubicBezTo>
                <a:cubicBezTo>
                  <a:pt x="1955810" y="182789"/>
                  <a:pt x="1954804" y="180320"/>
                  <a:pt x="1954804" y="177485"/>
                </a:cubicBezTo>
                <a:cubicBezTo>
                  <a:pt x="1954804" y="174650"/>
                  <a:pt x="1955810" y="172182"/>
                  <a:pt x="1957822" y="170170"/>
                </a:cubicBezTo>
                <a:cubicBezTo>
                  <a:pt x="1959834" y="168158"/>
                  <a:pt x="1962302" y="167152"/>
                  <a:pt x="1965137" y="167152"/>
                </a:cubicBezTo>
                <a:cubicBezTo>
                  <a:pt x="1967972" y="167152"/>
                  <a:pt x="1970441" y="168158"/>
                  <a:pt x="1972452" y="170170"/>
                </a:cubicBezTo>
                <a:cubicBezTo>
                  <a:pt x="1974464" y="172182"/>
                  <a:pt x="1975470" y="174650"/>
                  <a:pt x="1975470" y="177485"/>
                </a:cubicBezTo>
              </a:path>
              <a:path w="2364638" h="960303">
                <a:moveTo>
                  <a:pt x="2138142" y="176296"/>
                </a:moveTo>
                <a:cubicBezTo>
                  <a:pt x="2138142" y="179131"/>
                  <a:pt x="2137044" y="181600"/>
                  <a:pt x="2135033" y="183612"/>
                </a:cubicBezTo>
                <a:cubicBezTo>
                  <a:pt x="2133021" y="185623"/>
                  <a:pt x="2130643" y="186629"/>
                  <a:pt x="2127717" y="186629"/>
                </a:cubicBezTo>
                <a:cubicBezTo>
                  <a:pt x="2124883" y="186629"/>
                  <a:pt x="2122505" y="185623"/>
                  <a:pt x="2120402" y="183612"/>
                </a:cubicBezTo>
                <a:cubicBezTo>
                  <a:pt x="2118390" y="181600"/>
                  <a:pt x="2117385" y="179131"/>
                  <a:pt x="2117385" y="176296"/>
                </a:cubicBezTo>
                <a:cubicBezTo>
                  <a:pt x="2117385" y="173462"/>
                  <a:pt x="2118390" y="170993"/>
                  <a:pt x="2120402" y="168981"/>
                </a:cubicBezTo>
                <a:cubicBezTo>
                  <a:pt x="2122505" y="166969"/>
                  <a:pt x="2124883" y="165964"/>
                  <a:pt x="2127717" y="165964"/>
                </a:cubicBezTo>
                <a:cubicBezTo>
                  <a:pt x="2130643" y="165964"/>
                  <a:pt x="2133021" y="166969"/>
                  <a:pt x="2135033" y="168981"/>
                </a:cubicBezTo>
                <a:cubicBezTo>
                  <a:pt x="2137044" y="170993"/>
                  <a:pt x="2138142" y="173462"/>
                  <a:pt x="2138142" y="176296"/>
                </a:cubicBezTo>
              </a:path>
              <a:path w="2364638" h="960303">
                <a:moveTo>
                  <a:pt x="2322302" y="210403"/>
                </a:moveTo>
                <a:cubicBezTo>
                  <a:pt x="2322302" y="213238"/>
                  <a:pt x="2321296" y="215616"/>
                  <a:pt x="2319284" y="217627"/>
                </a:cubicBezTo>
                <a:cubicBezTo>
                  <a:pt x="2317272" y="219639"/>
                  <a:pt x="2314804" y="220645"/>
                  <a:pt x="2311969" y="220645"/>
                </a:cubicBezTo>
                <a:cubicBezTo>
                  <a:pt x="2309134" y="220645"/>
                  <a:pt x="2306665" y="219639"/>
                  <a:pt x="2304654" y="217627"/>
                </a:cubicBezTo>
                <a:cubicBezTo>
                  <a:pt x="2302642" y="215616"/>
                  <a:pt x="2301636" y="213238"/>
                  <a:pt x="2301636" y="210403"/>
                </a:cubicBezTo>
                <a:cubicBezTo>
                  <a:pt x="2301636" y="207477"/>
                  <a:pt x="2302642" y="205100"/>
                  <a:pt x="2304654" y="203088"/>
                </a:cubicBezTo>
                <a:cubicBezTo>
                  <a:pt x="2306665" y="201077"/>
                  <a:pt x="2309134" y="200071"/>
                  <a:pt x="2311969" y="200071"/>
                </a:cubicBezTo>
                <a:cubicBezTo>
                  <a:pt x="2314804" y="200071"/>
                  <a:pt x="2317272" y="201077"/>
                  <a:pt x="2319284" y="203088"/>
                </a:cubicBezTo>
                <a:cubicBezTo>
                  <a:pt x="2321296" y="205100"/>
                  <a:pt x="2322302" y="207477"/>
                  <a:pt x="2322302" y="210403"/>
                </a:cubicBezTo>
              </a:path>
              <a:path w="2364638" h="960303">
                <a:moveTo>
                  <a:pt x="22769" y="79187"/>
                </a:moveTo>
                <a:cubicBezTo>
                  <a:pt x="22769" y="82022"/>
                  <a:pt x="21763" y="84491"/>
                  <a:pt x="19751" y="86502"/>
                </a:cubicBezTo>
                <a:cubicBezTo>
                  <a:pt x="17739" y="88514"/>
                  <a:pt x="15270" y="89520"/>
                  <a:pt x="12436" y="89520"/>
                </a:cubicBezTo>
                <a:cubicBezTo>
                  <a:pt x="9510" y="89520"/>
                  <a:pt x="7132" y="88514"/>
                  <a:pt x="5121" y="86502"/>
                </a:cubicBezTo>
                <a:cubicBezTo>
                  <a:pt x="3109" y="84491"/>
                  <a:pt x="2103" y="82022"/>
                  <a:pt x="2103" y="79187"/>
                </a:cubicBezTo>
                <a:cubicBezTo>
                  <a:pt x="2103" y="76352"/>
                  <a:pt x="3109" y="73884"/>
                  <a:pt x="5121" y="71872"/>
                </a:cubicBezTo>
                <a:cubicBezTo>
                  <a:pt x="7132" y="69860"/>
                  <a:pt x="9510" y="68854"/>
                  <a:pt x="12436" y="68854"/>
                </a:cubicBezTo>
                <a:cubicBezTo>
                  <a:pt x="15270" y="68854"/>
                  <a:pt x="17739" y="69860"/>
                  <a:pt x="19751" y="71872"/>
                </a:cubicBezTo>
                <a:cubicBezTo>
                  <a:pt x="21763" y="73884"/>
                  <a:pt x="22769" y="76352"/>
                  <a:pt x="22769" y="79187"/>
                </a:cubicBezTo>
              </a:path>
              <a:path w="2364638" h="960303">
                <a:moveTo>
                  <a:pt x="192390" y="64648"/>
                </a:moveTo>
                <a:cubicBezTo>
                  <a:pt x="192390" y="67483"/>
                  <a:pt x="191384" y="69952"/>
                  <a:pt x="189372" y="71963"/>
                </a:cubicBezTo>
                <a:cubicBezTo>
                  <a:pt x="187361" y="73975"/>
                  <a:pt x="184983" y="74981"/>
                  <a:pt x="182057" y="74981"/>
                </a:cubicBezTo>
                <a:cubicBezTo>
                  <a:pt x="179222" y="74981"/>
                  <a:pt x="176754" y="73975"/>
                  <a:pt x="174742" y="71963"/>
                </a:cubicBezTo>
                <a:cubicBezTo>
                  <a:pt x="172730" y="69952"/>
                  <a:pt x="171724" y="67483"/>
                  <a:pt x="171724" y="64648"/>
                </a:cubicBezTo>
                <a:cubicBezTo>
                  <a:pt x="171724" y="61813"/>
                  <a:pt x="172730" y="59436"/>
                  <a:pt x="174742" y="57424"/>
                </a:cubicBezTo>
                <a:cubicBezTo>
                  <a:pt x="176754" y="55413"/>
                  <a:pt x="179222" y="54407"/>
                  <a:pt x="182057" y="54407"/>
                </a:cubicBezTo>
                <a:cubicBezTo>
                  <a:pt x="184983" y="54407"/>
                  <a:pt x="187361" y="55413"/>
                  <a:pt x="189372" y="57424"/>
                </a:cubicBezTo>
                <a:cubicBezTo>
                  <a:pt x="191384" y="59436"/>
                  <a:pt x="192390" y="61813"/>
                  <a:pt x="192390" y="64648"/>
                </a:cubicBezTo>
              </a:path>
              <a:path w="2364638" h="960303">
                <a:moveTo>
                  <a:pt x="330830" y="10333"/>
                </a:moveTo>
                <a:cubicBezTo>
                  <a:pt x="330830" y="13167"/>
                  <a:pt x="329824" y="15545"/>
                  <a:pt x="327812" y="17556"/>
                </a:cubicBezTo>
                <a:cubicBezTo>
                  <a:pt x="325801" y="19568"/>
                  <a:pt x="323332" y="20574"/>
                  <a:pt x="320497" y="20574"/>
                </a:cubicBezTo>
                <a:cubicBezTo>
                  <a:pt x="317663" y="20574"/>
                  <a:pt x="315194" y="19568"/>
                  <a:pt x="313182" y="17556"/>
                </a:cubicBezTo>
                <a:cubicBezTo>
                  <a:pt x="311170" y="15545"/>
                  <a:pt x="310164" y="13167"/>
                  <a:pt x="310164" y="10333"/>
                </a:cubicBezTo>
                <a:cubicBezTo>
                  <a:pt x="310164" y="7498"/>
                  <a:pt x="311170" y="5029"/>
                  <a:pt x="313182" y="3018"/>
                </a:cubicBezTo>
                <a:cubicBezTo>
                  <a:pt x="315194" y="1006"/>
                  <a:pt x="317663" y="0"/>
                  <a:pt x="320497" y="0"/>
                </a:cubicBezTo>
                <a:cubicBezTo>
                  <a:pt x="323332" y="0"/>
                  <a:pt x="325801" y="1006"/>
                  <a:pt x="327812" y="3018"/>
                </a:cubicBezTo>
                <a:cubicBezTo>
                  <a:pt x="329824" y="5029"/>
                  <a:pt x="330830" y="7498"/>
                  <a:pt x="330830" y="10333"/>
                </a:cubicBezTo>
              </a:path>
              <a:path w="2364638" h="960303">
                <a:moveTo>
                  <a:pt x="522762" y="39045"/>
                </a:moveTo>
                <a:cubicBezTo>
                  <a:pt x="522762" y="41880"/>
                  <a:pt x="521757" y="44257"/>
                  <a:pt x="519745" y="46269"/>
                </a:cubicBezTo>
                <a:cubicBezTo>
                  <a:pt x="517733" y="48280"/>
                  <a:pt x="515264" y="49286"/>
                  <a:pt x="512430" y="49286"/>
                </a:cubicBezTo>
                <a:cubicBezTo>
                  <a:pt x="509595" y="49286"/>
                  <a:pt x="507126" y="48280"/>
                  <a:pt x="505115" y="46269"/>
                </a:cubicBezTo>
                <a:cubicBezTo>
                  <a:pt x="503103" y="44257"/>
                  <a:pt x="502097" y="41880"/>
                  <a:pt x="502097" y="39045"/>
                </a:cubicBezTo>
                <a:cubicBezTo>
                  <a:pt x="502097" y="36210"/>
                  <a:pt x="503103" y="33741"/>
                  <a:pt x="505115" y="31730"/>
                </a:cubicBezTo>
                <a:cubicBezTo>
                  <a:pt x="507126" y="29718"/>
                  <a:pt x="509595" y="28712"/>
                  <a:pt x="512430" y="28712"/>
                </a:cubicBezTo>
                <a:cubicBezTo>
                  <a:pt x="515264" y="28712"/>
                  <a:pt x="517733" y="29718"/>
                  <a:pt x="519745" y="31730"/>
                </a:cubicBezTo>
                <a:cubicBezTo>
                  <a:pt x="521757" y="33741"/>
                  <a:pt x="522762" y="36210"/>
                  <a:pt x="522762" y="39045"/>
                </a:cubicBezTo>
              </a:path>
              <a:path w="2364638" h="960303">
                <a:moveTo>
                  <a:pt x="748802" y="31730"/>
                </a:moveTo>
                <a:cubicBezTo>
                  <a:pt x="748802" y="34564"/>
                  <a:pt x="747796" y="37033"/>
                  <a:pt x="745785" y="39045"/>
                </a:cubicBezTo>
                <a:cubicBezTo>
                  <a:pt x="743773" y="41057"/>
                  <a:pt x="741304" y="42062"/>
                  <a:pt x="738469" y="42062"/>
                </a:cubicBezTo>
                <a:cubicBezTo>
                  <a:pt x="735543" y="42062"/>
                  <a:pt x="733166" y="41057"/>
                  <a:pt x="731154" y="39045"/>
                </a:cubicBezTo>
                <a:cubicBezTo>
                  <a:pt x="729143" y="37033"/>
                  <a:pt x="728137" y="34564"/>
                  <a:pt x="728137" y="31730"/>
                </a:cubicBezTo>
                <a:cubicBezTo>
                  <a:pt x="728137" y="28895"/>
                  <a:pt x="729143" y="26426"/>
                  <a:pt x="731154" y="24414"/>
                </a:cubicBezTo>
                <a:cubicBezTo>
                  <a:pt x="733166" y="22403"/>
                  <a:pt x="735543" y="21397"/>
                  <a:pt x="738469" y="21397"/>
                </a:cubicBezTo>
                <a:cubicBezTo>
                  <a:pt x="741304" y="21397"/>
                  <a:pt x="743773" y="22403"/>
                  <a:pt x="745785" y="24414"/>
                </a:cubicBezTo>
                <a:cubicBezTo>
                  <a:pt x="747796" y="26426"/>
                  <a:pt x="748802" y="28895"/>
                  <a:pt x="748802" y="31730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9" name="Forma 276"/>
          <p:cNvSpPr/>
          <p:nvPr/>
        </p:nvSpPr>
        <p:spPr>
          <a:xfrm>
            <a:off x="2167311" y="2054382"/>
            <a:ext cx="52121" cy="51938"/>
          </a:xfrm>
          <a:custGeom>
            <a:avLst/>
            <a:gdLst/>
            <a:ahLst/>
            <a:cxnLst/>
            <a:rect l="l" t="t" r="r" b="b"/>
            <a:pathLst>
              <a:path w="52121" h="51938">
                <a:moveTo>
                  <a:pt x="52121" y="25969"/>
                </a:moveTo>
                <a:cubicBezTo>
                  <a:pt x="52121" y="29444"/>
                  <a:pt x="51389" y="32736"/>
                  <a:pt x="50109" y="35936"/>
                </a:cubicBezTo>
                <a:cubicBezTo>
                  <a:pt x="48829" y="39045"/>
                  <a:pt x="46909" y="41880"/>
                  <a:pt x="44440" y="44348"/>
                </a:cubicBezTo>
                <a:cubicBezTo>
                  <a:pt x="42062" y="46726"/>
                  <a:pt x="39228" y="48646"/>
                  <a:pt x="36027" y="49926"/>
                </a:cubicBezTo>
                <a:cubicBezTo>
                  <a:pt x="32827" y="51298"/>
                  <a:pt x="29535" y="51938"/>
                  <a:pt x="26060" y="51938"/>
                </a:cubicBezTo>
                <a:cubicBezTo>
                  <a:pt x="22586" y="51938"/>
                  <a:pt x="19294" y="51298"/>
                  <a:pt x="16093" y="49926"/>
                </a:cubicBezTo>
                <a:cubicBezTo>
                  <a:pt x="12893" y="48646"/>
                  <a:pt x="10058" y="46726"/>
                  <a:pt x="7590" y="44348"/>
                </a:cubicBezTo>
                <a:cubicBezTo>
                  <a:pt x="5212" y="41880"/>
                  <a:pt x="3292" y="39045"/>
                  <a:pt x="2012" y="35936"/>
                </a:cubicBezTo>
                <a:cubicBezTo>
                  <a:pt x="640" y="32736"/>
                  <a:pt x="0" y="29444"/>
                  <a:pt x="0" y="25969"/>
                </a:cubicBezTo>
                <a:cubicBezTo>
                  <a:pt x="0" y="22494"/>
                  <a:pt x="640" y="19202"/>
                  <a:pt x="2012" y="16002"/>
                </a:cubicBezTo>
                <a:cubicBezTo>
                  <a:pt x="3292" y="12802"/>
                  <a:pt x="5212" y="10058"/>
                  <a:pt x="7590" y="7590"/>
                </a:cubicBezTo>
                <a:cubicBezTo>
                  <a:pt x="10058" y="5212"/>
                  <a:pt x="12893" y="3292"/>
                  <a:pt x="16093" y="2012"/>
                </a:cubicBezTo>
                <a:cubicBezTo>
                  <a:pt x="19294" y="640"/>
                  <a:pt x="22586" y="0"/>
                  <a:pt x="26060" y="0"/>
                </a:cubicBezTo>
                <a:cubicBezTo>
                  <a:pt x="29535" y="0"/>
                  <a:pt x="32827" y="640"/>
                  <a:pt x="36027" y="2012"/>
                </a:cubicBezTo>
                <a:cubicBezTo>
                  <a:pt x="39228" y="3292"/>
                  <a:pt x="42062" y="5212"/>
                  <a:pt x="44440" y="7590"/>
                </a:cubicBezTo>
                <a:cubicBezTo>
                  <a:pt x="46909" y="10058"/>
                  <a:pt x="48829" y="12802"/>
                  <a:pt x="50109" y="16002"/>
                </a:cubicBezTo>
                <a:cubicBezTo>
                  <a:pt x="51389" y="19202"/>
                  <a:pt x="52121" y="22494"/>
                  <a:pt x="52121" y="25969"/>
                </a:cubicBezTo>
              </a:path>
            </a:pathLst>
          </a:custGeom>
          <a:solidFill>
            <a:srgbClr val="C64B35"/>
          </a:solidFill>
          <a:ln w="8801">
            <a:solidFill>
              <a:srgbClr val="F2EFE6"/>
            </a:solidFill>
            <a:prstDash val="solid"/>
          </a:ln>
        </p:spPr>
      </p:sp>
      <p:sp>
        <p:nvSpPr>
          <p:cNvPr id="10" name="Forma 277"/>
          <p:cNvSpPr/>
          <p:nvPr/>
        </p:nvSpPr>
        <p:spPr>
          <a:xfrm>
            <a:off x="1313170" y="1856141"/>
            <a:ext cx="2323216" cy="255849"/>
          </a:xfrm>
          <a:custGeom>
            <a:avLst/>
            <a:gdLst/>
            <a:ahLst/>
            <a:cxnLst/>
            <a:rect l="l" t="t" r="r" b="b"/>
            <a:pathLst>
              <a:path w="2323216" h="255849">
                <a:moveTo>
                  <a:pt x="1087770" y="200802"/>
                </a:moveTo>
                <a:cubicBezTo>
                  <a:pt x="1087770" y="203637"/>
                  <a:pt x="1086764" y="206014"/>
                  <a:pt x="1084753" y="208026"/>
                </a:cubicBezTo>
                <a:cubicBezTo>
                  <a:pt x="1082741" y="210038"/>
                  <a:pt x="1080272" y="211044"/>
                  <a:pt x="1077438" y="211044"/>
                </a:cubicBezTo>
                <a:cubicBezTo>
                  <a:pt x="1074603" y="211044"/>
                  <a:pt x="1072134" y="210038"/>
                  <a:pt x="1070122" y="208026"/>
                </a:cubicBezTo>
                <a:cubicBezTo>
                  <a:pt x="1068111" y="206014"/>
                  <a:pt x="1067105" y="203637"/>
                  <a:pt x="1067105" y="200802"/>
                </a:cubicBezTo>
                <a:cubicBezTo>
                  <a:pt x="1067105" y="197968"/>
                  <a:pt x="1068111" y="195499"/>
                  <a:pt x="1070122" y="193487"/>
                </a:cubicBezTo>
                <a:cubicBezTo>
                  <a:pt x="1072134" y="191475"/>
                  <a:pt x="1074603" y="190470"/>
                  <a:pt x="1077438" y="190470"/>
                </a:cubicBezTo>
                <a:cubicBezTo>
                  <a:pt x="1080272" y="190470"/>
                  <a:pt x="1082741" y="191475"/>
                  <a:pt x="1084753" y="193487"/>
                </a:cubicBezTo>
                <a:cubicBezTo>
                  <a:pt x="1086764" y="195499"/>
                  <a:pt x="1087770" y="197968"/>
                  <a:pt x="1087770" y="200802"/>
                </a:cubicBezTo>
              </a:path>
              <a:path w="2323216" h="255849">
                <a:moveTo>
                  <a:pt x="1225022" y="220553"/>
                </a:moveTo>
                <a:cubicBezTo>
                  <a:pt x="1225022" y="223388"/>
                  <a:pt x="1224016" y="225857"/>
                  <a:pt x="1222004" y="227868"/>
                </a:cubicBezTo>
                <a:cubicBezTo>
                  <a:pt x="1219992" y="229880"/>
                  <a:pt x="1217524" y="230886"/>
                  <a:pt x="1214689" y="230886"/>
                </a:cubicBezTo>
                <a:cubicBezTo>
                  <a:pt x="1211854" y="230886"/>
                  <a:pt x="1209385" y="229880"/>
                  <a:pt x="1207374" y="227868"/>
                </a:cubicBezTo>
                <a:cubicBezTo>
                  <a:pt x="1205362" y="225857"/>
                  <a:pt x="1204356" y="223388"/>
                  <a:pt x="1204356" y="220553"/>
                </a:cubicBezTo>
                <a:cubicBezTo>
                  <a:pt x="1204356" y="217719"/>
                  <a:pt x="1205362" y="215250"/>
                  <a:pt x="1207374" y="213238"/>
                </a:cubicBezTo>
                <a:cubicBezTo>
                  <a:pt x="1209385" y="211226"/>
                  <a:pt x="1211854" y="210221"/>
                  <a:pt x="1214689" y="210221"/>
                </a:cubicBezTo>
                <a:cubicBezTo>
                  <a:pt x="1217524" y="210221"/>
                  <a:pt x="1219992" y="211226"/>
                  <a:pt x="1222004" y="213238"/>
                </a:cubicBezTo>
                <a:cubicBezTo>
                  <a:pt x="1224016" y="215250"/>
                  <a:pt x="1225022" y="217719"/>
                  <a:pt x="1225022" y="220553"/>
                </a:cubicBezTo>
              </a:path>
              <a:path w="2323216" h="255849">
                <a:moveTo>
                  <a:pt x="1414668" y="245516"/>
                </a:moveTo>
                <a:cubicBezTo>
                  <a:pt x="1414668" y="248442"/>
                  <a:pt x="1413662" y="250820"/>
                  <a:pt x="1411651" y="252832"/>
                </a:cubicBezTo>
                <a:cubicBezTo>
                  <a:pt x="1409639" y="254843"/>
                  <a:pt x="1407262" y="255849"/>
                  <a:pt x="1404336" y="255849"/>
                </a:cubicBezTo>
                <a:cubicBezTo>
                  <a:pt x="1401501" y="255849"/>
                  <a:pt x="1399032" y="254843"/>
                  <a:pt x="1397020" y="252832"/>
                </a:cubicBezTo>
                <a:cubicBezTo>
                  <a:pt x="1395009" y="250820"/>
                  <a:pt x="1394003" y="248442"/>
                  <a:pt x="1394003" y="245516"/>
                </a:cubicBezTo>
                <a:cubicBezTo>
                  <a:pt x="1394003" y="242682"/>
                  <a:pt x="1395009" y="240304"/>
                  <a:pt x="1397020" y="238293"/>
                </a:cubicBezTo>
                <a:cubicBezTo>
                  <a:pt x="1399032" y="236281"/>
                  <a:pt x="1401501" y="235275"/>
                  <a:pt x="1404336" y="235275"/>
                </a:cubicBezTo>
                <a:cubicBezTo>
                  <a:pt x="1407262" y="235275"/>
                  <a:pt x="1409639" y="236281"/>
                  <a:pt x="1411651" y="238293"/>
                </a:cubicBezTo>
                <a:cubicBezTo>
                  <a:pt x="1413662" y="240304"/>
                  <a:pt x="1414668" y="242682"/>
                  <a:pt x="1414668" y="245516"/>
                </a:cubicBezTo>
              </a:path>
              <a:path w="2323216" h="255849">
                <a:moveTo>
                  <a:pt x="1638056" y="225217"/>
                </a:moveTo>
                <a:cubicBezTo>
                  <a:pt x="1638056" y="228051"/>
                  <a:pt x="1637050" y="230429"/>
                  <a:pt x="1635039" y="232440"/>
                </a:cubicBezTo>
                <a:cubicBezTo>
                  <a:pt x="1633027" y="234452"/>
                  <a:pt x="1630650" y="235458"/>
                  <a:pt x="1627723" y="235458"/>
                </a:cubicBezTo>
                <a:cubicBezTo>
                  <a:pt x="1624889" y="235458"/>
                  <a:pt x="1622420" y="234452"/>
                  <a:pt x="1620408" y="232440"/>
                </a:cubicBezTo>
                <a:cubicBezTo>
                  <a:pt x="1618397" y="230429"/>
                  <a:pt x="1617391" y="228051"/>
                  <a:pt x="1617391" y="225217"/>
                </a:cubicBezTo>
                <a:cubicBezTo>
                  <a:pt x="1617391" y="222291"/>
                  <a:pt x="1618397" y="219913"/>
                  <a:pt x="1620408" y="217902"/>
                </a:cubicBezTo>
                <a:cubicBezTo>
                  <a:pt x="1622420" y="215890"/>
                  <a:pt x="1624889" y="214884"/>
                  <a:pt x="1627723" y="214884"/>
                </a:cubicBezTo>
                <a:cubicBezTo>
                  <a:pt x="1630650" y="214884"/>
                  <a:pt x="1633027" y="215890"/>
                  <a:pt x="1635039" y="217902"/>
                </a:cubicBezTo>
                <a:cubicBezTo>
                  <a:pt x="1637050" y="219913"/>
                  <a:pt x="1638056" y="222291"/>
                  <a:pt x="1638056" y="225217"/>
                </a:cubicBezTo>
              </a:path>
              <a:path w="2323216" h="255849">
                <a:moveTo>
                  <a:pt x="1796522" y="202905"/>
                </a:moveTo>
                <a:cubicBezTo>
                  <a:pt x="1796522" y="205740"/>
                  <a:pt x="1795516" y="208209"/>
                  <a:pt x="1793504" y="210221"/>
                </a:cubicBezTo>
                <a:cubicBezTo>
                  <a:pt x="1791492" y="212232"/>
                  <a:pt x="1789024" y="213238"/>
                  <a:pt x="1786189" y="213238"/>
                </a:cubicBezTo>
                <a:cubicBezTo>
                  <a:pt x="1783354" y="213238"/>
                  <a:pt x="1780885" y="212232"/>
                  <a:pt x="1778874" y="210221"/>
                </a:cubicBezTo>
                <a:cubicBezTo>
                  <a:pt x="1776862" y="208209"/>
                  <a:pt x="1775856" y="205740"/>
                  <a:pt x="1775856" y="202905"/>
                </a:cubicBezTo>
                <a:cubicBezTo>
                  <a:pt x="1775856" y="200071"/>
                  <a:pt x="1776862" y="197602"/>
                  <a:pt x="1778874" y="195590"/>
                </a:cubicBezTo>
                <a:cubicBezTo>
                  <a:pt x="1780885" y="193578"/>
                  <a:pt x="1783354" y="192573"/>
                  <a:pt x="1786189" y="192573"/>
                </a:cubicBezTo>
                <a:cubicBezTo>
                  <a:pt x="1789024" y="192573"/>
                  <a:pt x="1791492" y="193578"/>
                  <a:pt x="1793504" y="195590"/>
                </a:cubicBezTo>
                <a:cubicBezTo>
                  <a:pt x="1795516" y="197602"/>
                  <a:pt x="1796522" y="200071"/>
                  <a:pt x="1796522" y="202905"/>
                </a:cubicBezTo>
              </a:path>
              <a:path w="2323216" h="255849">
                <a:moveTo>
                  <a:pt x="2004548" y="230886"/>
                </a:moveTo>
                <a:cubicBezTo>
                  <a:pt x="2004548" y="233721"/>
                  <a:pt x="2003542" y="236098"/>
                  <a:pt x="2001530" y="238110"/>
                </a:cubicBezTo>
                <a:cubicBezTo>
                  <a:pt x="1999518" y="240121"/>
                  <a:pt x="1997050" y="241127"/>
                  <a:pt x="1994215" y="241127"/>
                </a:cubicBezTo>
                <a:cubicBezTo>
                  <a:pt x="1991380" y="241127"/>
                  <a:pt x="1988911" y="240121"/>
                  <a:pt x="1986900" y="238110"/>
                </a:cubicBezTo>
                <a:cubicBezTo>
                  <a:pt x="1984888" y="236098"/>
                  <a:pt x="1983882" y="233721"/>
                  <a:pt x="1983882" y="230886"/>
                </a:cubicBezTo>
                <a:cubicBezTo>
                  <a:pt x="1983882" y="228051"/>
                  <a:pt x="1984888" y="225582"/>
                  <a:pt x="1986900" y="223571"/>
                </a:cubicBezTo>
                <a:cubicBezTo>
                  <a:pt x="1988911" y="221559"/>
                  <a:pt x="1991380" y="220553"/>
                  <a:pt x="1994215" y="220553"/>
                </a:cubicBezTo>
                <a:cubicBezTo>
                  <a:pt x="1997050" y="220553"/>
                  <a:pt x="1999518" y="221559"/>
                  <a:pt x="2001530" y="223571"/>
                </a:cubicBezTo>
                <a:cubicBezTo>
                  <a:pt x="2003542" y="225582"/>
                  <a:pt x="2004548" y="228051"/>
                  <a:pt x="2004548" y="230886"/>
                </a:cubicBezTo>
              </a:path>
              <a:path w="2323216" h="255849">
                <a:moveTo>
                  <a:pt x="2155058" y="225400"/>
                </a:moveTo>
                <a:cubicBezTo>
                  <a:pt x="2155058" y="228234"/>
                  <a:pt x="2154052" y="230612"/>
                  <a:pt x="2152040" y="232623"/>
                </a:cubicBezTo>
                <a:cubicBezTo>
                  <a:pt x="2150029" y="234635"/>
                  <a:pt x="2147560" y="235641"/>
                  <a:pt x="2144725" y="235641"/>
                </a:cubicBezTo>
                <a:cubicBezTo>
                  <a:pt x="2141891" y="235641"/>
                  <a:pt x="2139422" y="234635"/>
                  <a:pt x="2137410" y="232623"/>
                </a:cubicBezTo>
                <a:cubicBezTo>
                  <a:pt x="2135398" y="230612"/>
                  <a:pt x="2134392" y="228234"/>
                  <a:pt x="2134392" y="225400"/>
                </a:cubicBezTo>
                <a:cubicBezTo>
                  <a:pt x="2134392" y="222474"/>
                  <a:pt x="2135398" y="220096"/>
                  <a:pt x="2137410" y="218084"/>
                </a:cubicBezTo>
                <a:cubicBezTo>
                  <a:pt x="2139422" y="216073"/>
                  <a:pt x="2141891" y="215067"/>
                  <a:pt x="2144725" y="215067"/>
                </a:cubicBezTo>
                <a:cubicBezTo>
                  <a:pt x="2147560" y="215067"/>
                  <a:pt x="2150029" y="216073"/>
                  <a:pt x="2152040" y="218084"/>
                </a:cubicBezTo>
                <a:cubicBezTo>
                  <a:pt x="2154052" y="220096"/>
                  <a:pt x="2155058" y="222474"/>
                  <a:pt x="2155058" y="225400"/>
                </a:cubicBezTo>
              </a:path>
              <a:path w="2323216" h="255849">
                <a:moveTo>
                  <a:pt x="2323216" y="208849"/>
                </a:moveTo>
                <a:cubicBezTo>
                  <a:pt x="2323216" y="211684"/>
                  <a:pt x="2322210" y="214152"/>
                  <a:pt x="2320199" y="216164"/>
                </a:cubicBezTo>
                <a:cubicBezTo>
                  <a:pt x="2318187" y="218176"/>
                  <a:pt x="2315809" y="219182"/>
                  <a:pt x="2312883" y="219182"/>
                </a:cubicBezTo>
                <a:cubicBezTo>
                  <a:pt x="2310049" y="219182"/>
                  <a:pt x="2307580" y="218176"/>
                  <a:pt x="2305568" y="216164"/>
                </a:cubicBezTo>
                <a:cubicBezTo>
                  <a:pt x="2303556" y="214152"/>
                  <a:pt x="2302551" y="211684"/>
                  <a:pt x="2302551" y="208849"/>
                </a:cubicBezTo>
                <a:cubicBezTo>
                  <a:pt x="2302551" y="206014"/>
                  <a:pt x="2303556" y="203637"/>
                  <a:pt x="2305568" y="201625"/>
                </a:cubicBezTo>
                <a:cubicBezTo>
                  <a:pt x="2307580" y="199614"/>
                  <a:pt x="2310049" y="198516"/>
                  <a:pt x="2312883" y="198516"/>
                </a:cubicBezTo>
                <a:cubicBezTo>
                  <a:pt x="2315809" y="198516"/>
                  <a:pt x="2318187" y="199614"/>
                  <a:pt x="2320199" y="201625"/>
                </a:cubicBezTo>
                <a:cubicBezTo>
                  <a:pt x="2322210" y="203637"/>
                  <a:pt x="2323216" y="206014"/>
                  <a:pt x="2323216" y="208849"/>
                </a:cubicBezTo>
              </a:path>
              <a:path w="2323216" h="255849">
                <a:moveTo>
                  <a:pt x="20665" y="46452"/>
                </a:moveTo>
                <a:cubicBezTo>
                  <a:pt x="20665" y="49286"/>
                  <a:pt x="19660" y="51755"/>
                  <a:pt x="17648" y="53767"/>
                </a:cubicBezTo>
                <a:cubicBezTo>
                  <a:pt x="15636" y="55778"/>
                  <a:pt x="13167" y="56784"/>
                  <a:pt x="10333" y="56784"/>
                </a:cubicBezTo>
                <a:cubicBezTo>
                  <a:pt x="7498" y="56784"/>
                  <a:pt x="5029" y="55778"/>
                  <a:pt x="3018" y="53767"/>
                </a:cubicBezTo>
                <a:cubicBezTo>
                  <a:pt x="1006" y="51755"/>
                  <a:pt x="0" y="49286"/>
                  <a:pt x="0" y="46452"/>
                </a:cubicBezTo>
                <a:cubicBezTo>
                  <a:pt x="0" y="43617"/>
                  <a:pt x="1006" y="41148"/>
                  <a:pt x="3018" y="39136"/>
                </a:cubicBezTo>
                <a:cubicBezTo>
                  <a:pt x="5029" y="37125"/>
                  <a:pt x="7498" y="36119"/>
                  <a:pt x="10333" y="36119"/>
                </a:cubicBezTo>
                <a:cubicBezTo>
                  <a:pt x="13167" y="36119"/>
                  <a:pt x="15636" y="37125"/>
                  <a:pt x="17648" y="39136"/>
                </a:cubicBezTo>
                <a:cubicBezTo>
                  <a:pt x="19660" y="41148"/>
                  <a:pt x="20665" y="43617"/>
                  <a:pt x="20665" y="46452"/>
                </a:cubicBezTo>
              </a:path>
              <a:path w="2323216" h="255849">
                <a:moveTo>
                  <a:pt x="195773" y="10424"/>
                </a:moveTo>
                <a:cubicBezTo>
                  <a:pt x="195773" y="13350"/>
                  <a:pt x="194767" y="15728"/>
                  <a:pt x="192756" y="17739"/>
                </a:cubicBezTo>
                <a:cubicBezTo>
                  <a:pt x="190744" y="19751"/>
                  <a:pt x="188275" y="20757"/>
                  <a:pt x="185440" y="20757"/>
                </a:cubicBezTo>
                <a:cubicBezTo>
                  <a:pt x="182606" y="20757"/>
                  <a:pt x="180137" y="19751"/>
                  <a:pt x="178125" y="17739"/>
                </a:cubicBezTo>
                <a:cubicBezTo>
                  <a:pt x="176113" y="15728"/>
                  <a:pt x="175108" y="13350"/>
                  <a:pt x="175108" y="10424"/>
                </a:cubicBezTo>
                <a:cubicBezTo>
                  <a:pt x="175108" y="7590"/>
                  <a:pt x="176113" y="5212"/>
                  <a:pt x="178125" y="3200"/>
                </a:cubicBezTo>
                <a:cubicBezTo>
                  <a:pt x="180137" y="1189"/>
                  <a:pt x="182606" y="183"/>
                  <a:pt x="185440" y="183"/>
                </a:cubicBezTo>
                <a:cubicBezTo>
                  <a:pt x="188275" y="183"/>
                  <a:pt x="190744" y="1189"/>
                  <a:pt x="192756" y="3200"/>
                </a:cubicBezTo>
                <a:cubicBezTo>
                  <a:pt x="194767" y="5212"/>
                  <a:pt x="195773" y="7590"/>
                  <a:pt x="195773" y="10424"/>
                </a:cubicBezTo>
              </a:path>
              <a:path w="2323216" h="255849">
                <a:moveTo>
                  <a:pt x="392369" y="16185"/>
                </a:moveTo>
                <a:cubicBezTo>
                  <a:pt x="392369" y="19020"/>
                  <a:pt x="391363" y="21488"/>
                  <a:pt x="389352" y="23500"/>
                </a:cubicBezTo>
                <a:cubicBezTo>
                  <a:pt x="387340" y="25512"/>
                  <a:pt x="384871" y="26518"/>
                  <a:pt x="382036" y="26518"/>
                </a:cubicBezTo>
                <a:cubicBezTo>
                  <a:pt x="379202" y="26518"/>
                  <a:pt x="376733" y="25512"/>
                  <a:pt x="374721" y="23500"/>
                </a:cubicBezTo>
                <a:cubicBezTo>
                  <a:pt x="372709" y="21488"/>
                  <a:pt x="371704" y="19020"/>
                  <a:pt x="371704" y="16185"/>
                </a:cubicBezTo>
                <a:cubicBezTo>
                  <a:pt x="371704" y="13350"/>
                  <a:pt x="372709" y="10881"/>
                  <a:pt x="374721" y="8870"/>
                </a:cubicBezTo>
                <a:cubicBezTo>
                  <a:pt x="376733" y="6858"/>
                  <a:pt x="379202" y="5852"/>
                  <a:pt x="382036" y="5852"/>
                </a:cubicBezTo>
                <a:cubicBezTo>
                  <a:pt x="384871" y="5852"/>
                  <a:pt x="387340" y="6858"/>
                  <a:pt x="389352" y="8870"/>
                </a:cubicBezTo>
                <a:cubicBezTo>
                  <a:pt x="391363" y="10881"/>
                  <a:pt x="392369" y="13350"/>
                  <a:pt x="392369" y="16185"/>
                </a:cubicBezTo>
              </a:path>
              <a:path w="2323216" h="255849">
                <a:moveTo>
                  <a:pt x="590977" y="70592"/>
                </a:moveTo>
                <a:cubicBezTo>
                  <a:pt x="590977" y="73426"/>
                  <a:pt x="589971" y="75895"/>
                  <a:pt x="587868" y="77907"/>
                </a:cubicBezTo>
                <a:cubicBezTo>
                  <a:pt x="585856" y="79919"/>
                  <a:pt x="583479" y="80924"/>
                  <a:pt x="580553" y="80924"/>
                </a:cubicBezTo>
                <a:cubicBezTo>
                  <a:pt x="577718" y="80924"/>
                  <a:pt x="575340" y="79919"/>
                  <a:pt x="573237" y="77907"/>
                </a:cubicBezTo>
                <a:cubicBezTo>
                  <a:pt x="571226" y="75895"/>
                  <a:pt x="570220" y="73426"/>
                  <a:pt x="570220" y="70592"/>
                </a:cubicBezTo>
                <a:cubicBezTo>
                  <a:pt x="570220" y="67757"/>
                  <a:pt x="571226" y="65288"/>
                  <a:pt x="573237" y="63276"/>
                </a:cubicBezTo>
                <a:cubicBezTo>
                  <a:pt x="575340" y="61265"/>
                  <a:pt x="577718" y="60259"/>
                  <a:pt x="580553" y="60259"/>
                </a:cubicBezTo>
                <a:cubicBezTo>
                  <a:pt x="583479" y="60259"/>
                  <a:pt x="585856" y="61265"/>
                  <a:pt x="587868" y="63276"/>
                </a:cubicBezTo>
                <a:cubicBezTo>
                  <a:pt x="589971" y="65288"/>
                  <a:pt x="590977" y="67757"/>
                  <a:pt x="590977" y="70592"/>
                </a:cubicBezTo>
              </a:path>
              <a:path w="2323216" h="255849">
                <a:moveTo>
                  <a:pt x="734080" y="10333"/>
                </a:moveTo>
                <a:cubicBezTo>
                  <a:pt x="734080" y="13167"/>
                  <a:pt x="733074" y="15545"/>
                  <a:pt x="731063" y="17556"/>
                </a:cubicBezTo>
                <a:cubicBezTo>
                  <a:pt x="729051" y="19568"/>
                  <a:pt x="726582" y="20574"/>
                  <a:pt x="723748" y="20574"/>
                </a:cubicBezTo>
                <a:cubicBezTo>
                  <a:pt x="720913" y="20574"/>
                  <a:pt x="718444" y="19568"/>
                  <a:pt x="716432" y="17556"/>
                </a:cubicBezTo>
                <a:cubicBezTo>
                  <a:pt x="714421" y="15545"/>
                  <a:pt x="713415" y="13167"/>
                  <a:pt x="713415" y="10333"/>
                </a:cubicBezTo>
                <a:cubicBezTo>
                  <a:pt x="713415" y="7498"/>
                  <a:pt x="714421" y="5029"/>
                  <a:pt x="716432" y="3018"/>
                </a:cubicBezTo>
                <a:cubicBezTo>
                  <a:pt x="718444" y="1006"/>
                  <a:pt x="720913" y="0"/>
                  <a:pt x="723748" y="0"/>
                </a:cubicBezTo>
                <a:cubicBezTo>
                  <a:pt x="726582" y="0"/>
                  <a:pt x="729051" y="1006"/>
                  <a:pt x="731063" y="3018"/>
                </a:cubicBezTo>
                <a:cubicBezTo>
                  <a:pt x="733074" y="5029"/>
                  <a:pt x="734080" y="7498"/>
                  <a:pt x="734080" y="10333"/>
                </a:cubicBezTo>
              </a:path>
              <a:path w="2323216" h="255849">
                <a:moveTo>
                  <a:pt x="935980" y="81473"/>
                </a:moveTo>
                <a:cubicBezTo>
                  <a:pt x="935980" y="84308"/>
                  <a:pt x="934974" y="86685"/>
                  <a:pt x="932962" y="88697"/>
                </a:cubicBezTo>
                <a:cubicBezTo>
                  <a:pt x="930951" y="90708"/>
                  <a:pt x="928482" y="91714"/>
                  <a:pt x="925647" y="91714"/>
                </a:cubicBezTo>
                <a:cubicBezTo>
                  <a:pt x="922812" y="91714"/>
                  <a:pt x="920344" y="90708"/>
                  <a:pt x="918332" y="88697"/>
                </a:cubicBezTo>
                <a:cubicBezTo>
                  <a:pt x="916320" y="86685"/>
                  <a:pt x="915314" y="84308"/>
                  <a:pt x="915314" y="81473"/>
                </a:cubicBezTo>
                <a:cubicBezTo>
                  <a:pt x="915314" y="78547"/>
                  <a:pt x="916320" y="76170"/>
                  <a:pt x="918332" y="74158"/>
                </a:cubicBezTo>
                <a:cubicBezTo>
                  <a:pt x="920344" y="72146"/>
                  <a:pt x="922812" y="71140"/>
                  <a:pt x="925647" y="71140"/>
                </a:cubicBezTo>
                <a:cubicBezTo>
                  <a:pt x="928482" y="71140"/>
                  <a:pt x="930951" y="72146"/>
                  <a:pt x="932962" y="74158"/>
                </a:cubicBezTo>
                <a:cubicBezTo>
                  <a:pt x="934974" y="76170"/>
                  <a:pt x="935980" y="78547"/>
                  <a:pt x="935980" y="81473"/>
                </a:cubicBezTo>
              </a:path>
              <a:path w="2323216" h="255849">
                <a:moveTo>
                  <a:pt x="1049365" y="54498"/>
                </a:moveTo>
                <a:cubicBezTo>
                  <a:pt x="1049365" y="57333"/>
                  <a:pt x="1048360" y="59802"/>
                  <a:pt x="1046348" y="61813"/>
                </a:cubicBezTo>
                <a:cubicBezTo>
                  <a:pt x="1044336" y="63825"/>
                  <a:pt x="1041867" y="64831"/>
                  <a:pt x="1039033" y="64831"/>
                </a:cubicBezTo>
                <a:cubicBezTo>
                  <a:pt x="1036198" y="64831"/>
                  <a:pt x="1033729" y="63825"/>
                  <a:pt x="1031718" y="61813"/>
                </a:cubicBezTo>
                <a:cubicBezTo>
                  <a:pt x="1029706" y="59802"/>
                  <a:pt x="1028700" y="57333"/>
                  <a:pt x="1028700" y="54498"/>
                </a:cubicBezTo>
                <a:cubicBezTo>
                  <a:pt x="1028700" y="51664"/>
                  <a:pt x="1029706" y="49286"/>
                  <a:pt x="1031718" y="47183"/>
                </a:cubicBezTo>
                <a:cubicBezTo>
                  <a:pt x="1033729" y="45171"/>
                  <a:pt x="1036198" y="44166"/>
                  <a:pt x="1039033" y="44166"/>
                </a:cubicBezTo>
                <a:cubicBezTo>
                  <a:pt x="1041867" y="44166"/>
                  <a:pt x="1044336" y="45171"/>
                  <a:pt x="1046348" y="47183"/>
                </a:cubicBezTo>
                <a:cubicBezTo>
                  <a:pt x="1048360" y="49286"/>
                  <a:pt x="1049365" y="51664"/>
                  <a:pt x="1049365" y="54498"/>
                </a:cubicBezTo>
              </a:path>
              <a:path w="2323216" h="255849">
                <a:moveTo>
                  <a:pt x="1222096" y="72329"/>
                </a:moveTo>
                <a:cubicBezTo>
                  <a:pt x="1222096" y="75164"/>
                  <a:pt x="1221090" y="77541"/>
                  <a:pt x="1219078" y="79553"/>
                </a:cubicBezTo>
                <a:cubicBezTo>
                  <a:pt x="1217066" y="81564"/>
                  <a:pt x="1214598" y="82662"/>
                  <a:pt x="1211763" y="82662"/>
                </a:cubicBezTo>
                <a:cubicBezTo>
                  <a:pt x="1208928" y="82662"/>
                  <a:pt x="1206459" y="81564"/>
                  <a:pt x="1204448" y="79553"/>
                </a:cubicBezTo>
                <a:cubicBezTo>
                  <a:pt x="1202436" y="77541"/>
                  <a:pt x="1201430" y="75164"/>
                  <a:pt x="1201430" y="72329"/>
                </a:cubicBezTo>
                <a:cubicBezTo>
                  <a:pt x="1201430" y="69494"/>
                  <a:pt x="1202436" y="67026"/>
                  <a:pt x="1204448" y="65014"/>
                </a:cubicBezTo>
                <a:cubicBezTo>
                  <a:pt x="1206459" y="63002"/>
                  <a:pt x="1208928" y="61996"/>
                  <a:pt x="1211763" y="61996"/>
                </a:cubicBezTo>
                <a:cubicBezTo>
                  <a:pt x="1214598" y="61996"/>
                  <a:pt x="1217066" y="63002"/>
                  <a:pt x="1219078" y="65014"/>
                </a:cubicBezTo>
                <a:cubicBezTo>
                  <a:pt x="1221090" y="67026"/>
                  <a:pt x="1222096" y="69494"/>
                  <a:pt x="1222096" y="72329"/>
                </a:cubicBezTo>
              </a:path>
              <a:path w="2323216" h="255849">
                <a:moveTo>
                  <a:pt x="1399215" y="34473"/>
                </a:moveTo>
                <a:cubicBezTo>
                  <a:pt x="1399215" y="37308"/>
                  <a:pt x="1398209" y="39776"/>
                  <a:pt x="1396197" y="41788"/>
                </a:cubicBezTo>
                <a:cubicBezTo>
                  <a:pt x="1394186" y="43800"/>
                  <a:pt x="1391717" y="44806"/>
                  <a:pt x="1388882" y="44806"/>
                </a:cubicBezTo>
                <a:cubicBezTo>
                  <a:pt x="1386048" y="44806"/>
                  <a:pt x="1383579" y="43800"/>
                  <a:pt x="1381567" y="41788"/>
                </a:cubicBezTo>
                <a:cubicBezTo>
                  <a:pt x="1379555" y="39776"/>
                  <a:pt x="1378549" y="37308"/>
                  <a:pt x="1378549" y="34473"/>
                </a:cubicBezTo>
                <a:cubicBezTo>
                  <a:pt x="1378549" y="31638"/>
                  <a:pt x="1379555" y="29169"/>
                  <a:pt x="1381567" y="27158"/>
                </a:cubicBezTo>
                <a:cubicBezTo>
                  <a:pt x="1383579" y="25146"/>
                  <a:pt x="1386048" y="24140"/>
                  <a:pt x="1388882" y="24140"/>
                </a:cubicBezTo>
                <a:cubicBezTo>
                  <a:pt x="1391717" y="24140"/>
                  <a:pt x="1394186" y="25146"/>
                  <a:pt x="1396197" y="27158"/>
                </a:cubicBezTo>
                <a:cubicBezTo>
                  <a:pt x="1398209" y="29169"/>
                  <a:pt x="1399215" y="31638"/>
                  <a:pt x="1399215" y="34473"/>
                </a:cubicBezTo>
              </a:path>
              <a:path w="2323216" h="255849">
                <a:moveTo>
                  <a:pt x="1639153" y="14356"/>
                </a:moveTo>
                <a:cubicBezTo>
                  <a:pt x="1639153" y="17191"/>
                  <a:pt x="1638148" y="19660"/>
                  <a:pt x="1636136" y="21671"/>
                </a:cubicBezTo>
                <a:cubicBezTo>
                  <a:pt x="1634124" y="23683"/>
                  <a:pt x="1631655" y="24689"/>
                  <a:pt x="1628821" y="24689"/>
                </a:cubicBezTo>
                <a:cubicBezTo>
                  <a:pt x="1625895" y="24689"/>
                  <a:pt x="1623517" y="23683"/>
                  <a:pt x="1621506" y="21671"/>
                </a:cubicBezTo>
                <a:cubicBezTo>
                  <a:pt x="1619494" y="19660"/>
                  <a:pt x="1618488" y="17191"/>
                  <a:pt x="1618488" y="14356"/>
                </a:cubicBezTo>
                <a:cubicBezTo>
                  <a:pt x="1618488" y="11521"/>
                  <a:pt x="1619494" y="9053"/>
                  <a:pt x="1621506" y="7041"/>
                </a:cubicBezTo>
                <a:cubicBezTo>
                  <a:pt x="1623517" y="5029"/>
                  <a:pt x="1625895" y="4023"/>
                  <a:pt x="1628821" y="4023"/>
                </a:cubicBezTo>
                <a:cubicBezTo>
                  <a:pt x="1631655" y="4023"/>
                  <a:pt x="1634124" y="5029"/>
                  <a:pt x="1636136" y="7041"/>
                </a:cubicBezTo>
                <a:cubicBezTo>
                  <a:pt x="1638148" y="9053"/>
                  <a:pt x="1639153" y="11521"/>
                  <a:pt x="1639153" y="14356"/>
                </a:cubicBezTo>
              </a:path>
              <a:path w="2323216" h="255849">
                <a:moveTo>
                  <a:pt x="1760403" y="30358"/>
                </a:moveTo>
                <a:cubicBezTo>
                  <a:pt x="1760403" y="33193"/>
                  <a:pt x="1759397" y="35662"/>
                  <a:pt x="1757385" y="37673"/>
                </a:cubicBezTo>
                <a:cubicBezTo>
                  <a:pt x="1755374" y="39685"/>
                  <a:pt x="1752905" y="40691"/>
                  <a:pt x="1750070" y="40691"/>
                </a:cubicBezTo>
                <a:cubicBezTo>
                  <a:pt x="1747236" y="40691"/>
                  <a:pt x="1744767" y="39685"/>
                  <a:pt x="1742755" y="37673"/>
                </a:cubicBezTo>
                <a:cubicBezTo>
                  <a:pt x="1740743" y="35662"/>
                  <a:pt x="1739737" y="33193"/>
                  <a:pt x="1739737" y="30358"/>
                </a:cubicBezTo>
                <a:cubicBezTo>
                  <a:pt x="1739737" y="27523"/>
                  <a:pt x="1740743" y="25055"/>
                  <a:pt x="1742755" y="23043"/>
                </a:cubicBezTo>
                <a:cubicBezTo>
                  <a:pt x="1744767" y="21031"/>
                  <a:pt x="1747236" y="20025"/>
                  <a:pt x="1750070" y="20025"/>
                </a:cubicBezTo>
                <a:cubicBezTo>
                  <a:pt x="1752905" y="20025"/>
                  <a:pt x="1755374" y="21031"/>
                  <a:pt x="1757385" y="23043"/>
                </a:cubicBezTo>
                <a:cubicBezTo>
                  <a:pt x="1759397" y="25055"/>
                  <a:pt x="1760403" y="27523"/>
                  <a:pt x="1760403" y="30358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11" name="Forma 278"/>
          <p:cNvSpPr/>
          <p:nvPr/>
        </p:nvSpPr>
        <p:spPr>
          <a:xfrm>
            <a:off x="3259104" y="1911096"/>
            <a:ext cx="52121" cy="51938"/>
          </a:xfrm>
          <a:custGeom>
            <a:avLst/>
            <a:gdLst/>
            <a:ahLst/>
            <a:cxnLst/>
            <a:rect l="l" t="t" r="r" b="b"/>
            <a:pathLst>
              <a:path w="52121" h="51938">
                <a:moveTo>
                  <a:pt x="52121" y="25969"/>
                </a:moveTo>
                <a:cubicBezTo>
                  <a:pt x="52121" y="29444"/>
                  <a:pt x="51389" y="32736"/>
                  <a:pt x="50109" y="35936"/>
                </a:cubicBezTo>
                <a:cubicBezTo>
                  <a:pt x="48829" y="39045"/>
                  <a:pt x="46909" y="41880"/>
                  <a:pt x="44440" y="44348"/>
                </a:cubicBezTo>
                <a:cubicBezTo>
                  <a:pt x="42062" y="46726"/>
                  <a:pt x="39228" y="48646"/>
                  <a:pt x="36027" y="49926"/>
                </a:cubicBezTo>
                <a:cubicBezTo>
                  <a:pt x="32827" y="51298"/>
                  <a:pt x="29535" y="51938"/>
                  <a:pt x="26060" y="51938"/>
                </a:cubicBezTo>
                <a:cubicBezTo>
                  <a:pt x="22586" y="51938"/>
                  <a:pt x="19294" y="51298"/>
                  <a:pt x="16093" y="49926"/>
                </a:cubicBezTo>
                <a:cubicBezTo>
                  <a:pt x="12893" y="48646"/>
                  <a:pt x="10058" y="46726"/>
                  <a:pt x="7590" y="44348"/>
                </a:cubicBezTo>
                <a:cubicBezTo>
                  <a:pt x="5212" y="41880"/>
                  <a:pt x="3292" y="39045"/>
                  <a:pt x="2012" y="35936"/>
                </a:cubicBezTo>
                <a:cubicBezTo>
                  <a:pt x="640" y="32736"/>
                  <a:pt x="0" y="29444"/>
                  <a:pt x="0" y="25969"/>
                </a:cubicBezTo>
                <a:cubicBezTo>
                  <a:pt x="0" y="22494"/>
                  <a:pt x="640" y="19202"/>
                  <a:pt x="2012" y="16002"/>
                </a:cubicBezTo>
                <a:cubicBezTo>
                  <a:pt x="3292" y="12802"/>
                  <a:pt x="5212" y="10058"/>
                  <a:pt x="7590" y="7590"/>
                </a:cubicBezTo>
                <a:cubicBezTo>
                  <a:pt x="10058" y="5212"/>
                  <a:pt x="12893" y="3292"/>
                  <a:pt x="16093" y="2012"/>
                </a:cubicBezTo>
                <a:cubicBezTo>
                  <a:pt x="19294" y="640"/>
                  <a:pt x="22586" y="0"/>
                  <a:pt x="26060" y="0"/>
                </a:cubicBezTo>
                <a:cubicBezTo>
                  <a:pt x="29535" y="0"/>
                  <a:pt x="32827" y="640"/>
                  <a:pt x="36027" y="2012"/>
                </a:cubicBezTo>
                <a:cubicBezTo>
                  <a:pt x="39228" y="3292"/>
                  <a:pt x="42062" y="5212"/>
                  <a:pt x="44440" y="7590"/>
                </a:cubicBezTo>
                <a:cubicBezTo>
                  <a:pt x="46909" y="10058"/>
                  <a:pt x="48829" y="12802"/>
                  <a:pt x="50109" y="16002"/>
                </a:cubicBezTo>
                <a:cubicBezTo>
                  <a:pt x="51389" y="19202"/>
                  <a:pt x="52121" y="22494"/>
                  <a:pt x="52121" y="25969"/>
                </a:cubicBezTo>
              </a:path>
            </a:pathLst>
          </a:custGeom>
          <a:solidFill>
            <a:srgbClr val="C64B35"/>
          </a:solidFill>
          <a:ln w="8801">
            <a:solidFill>
              <a:srgbClr val="F2EFE6"/>
            </a:solidFill>
            <a:prstDash val="solid"/>
          </a:ln>
        </p:spPr>
      </p:sp>
      <p:sp>
        <p:nvSpPr>
          <p:cNvPr id="12" name="Forma 279"/>
          <p:cNvSpPr/>
          <p:nvPr/>
        </p:nvSpPr>
        <p:spPr>
          <a:xfrm>
            <a:off x="1313170" y="1503639"/>
            <a:ext cx="2301819" cy="372344"/>
          </a:xfrm>
          <a:custGeom>
            <a:avLst/>
            <a:gdLst/>
            <a:ahLst/>
            <a:cxnLst/>
            <a:rect l="l" t="t" r="r" b="b"/>
            <a:pathLst>
              <a:path w="2301819" h="372344">
                <a:moveTo>
                  <a:pt x="2179015" y="360639"/>
                </a:moveTo>
                <a:cubicBezTo>
                  <a:pt x="2179015" y="363474"/>
                  <a:pt x="2178009" y="365943"/>
                  <a:pt x="2175998" y="367955"/>
                </a:cubicBezTo>
                <a:cubicBezTo>
                  <a:pt x="2173986" y="369966"/>
                  <a:pt x="2171517" y="370972"/>
                  <a:pt x="2168682" y="370972"/>
                </a:cubicBezTo>
                <a:cubicBezTo>
                  <a:pt x="2165848" y="370972"/>
                  <a:pt x="2163379" y="369966"/>
                  <a:pt x="2161367" y="367955"/>
                </a:cubicBezTo>
                <a:cubicBezTo>
                  <a:pt x="2159356" y="365943"/>
                  <a:pt x="2158350" y="363474"/>
                  <a:pt x="2158350" y="360639"/>
                </a:cubicBezTo>
                <a:cubicBezTo>
                  <a:pt x="2158350" y="357805"/>
                  <a:pt x="2159356" y="355427"/>
                  <a:pt x="2161367" y="353416"/>
                </a:cubicBezTo>
                <a:cubicBezTo>
                  <a:pt x="2163379" y="351404"/>
                  <a:pt x="2165848" y="350398"/>
                  <a:pt x="2168682" y="350398"/>
                </a:cubicBezTo>
                <a:cubicBezTo>
                  <a:pt x="2171517" y="350398"/>
                  <a:pt x="2173986" y="351404"/>
                  <a:pt x="2175998" y="353416"/>
                </a:cubicBezTo>
                <a:cubicBezTo>
                  <a:pt x="2178009" y="355427"/>
                  <a:pt x="2179015" y="357805"/>
                  <a:pt x="2179015" y="360639"/>
                </a:cubicBezTo>
              </a:path>
              <a:path w="2301819" h="372344">
                <a:moveTo>
                  <a:pt x="2297339" y="362011"/>
                </a:moveTo>
                <a:cubicBezTo>
                  <a:pt x="2297339" y="364846"/>
                  <a:pt x="2296333" y="367314"/>
                  <a:pt x="2294321" y="369326"/>
                </a:cubicBezTo>
                <a:cubicBezTo>
                  <a:pt x="2292309" y="371338"/>
                  <a:pt x="2289840" y="372344"/>
                  <a:pt x="2287006" y="372344"/>
                </a:cubicBezTo>
                <a:cubicBezTo>
                  <a:pt x="2284171" y="372344"/>
                  <a:pt x="2281702" y="371338"/>
                  <a:pt x="2279691" y="369326"/>
                </a:cubicBezTo>
                <a:cubicBezTo>
                  <a:pt x="2277679" y="367314"/>
                  <a:pt x="2276673" y="364846"/>
                  <a:pt x="2276673" y="362011"/>
                </a:cubicBezTo>
                <a:cubicBezTo>
                  <a:pt x="2276673" y="359176"/>
                  <a:pt x="2277679" y="356707"/>
                  <a:pt x="2279691" y="354696"/>
                </a:cubicBezTo>
                <a:cubicBezTo>
                  <a:pt x="2281702" y="352684"/>
                  <a:pt x="2284171" y="351678"/>
                  <a:pt x="2287006" y="351678"/>
                </a:cubicBezTo>
                <a:cubicBezTo>
                  <a:pt x="2289840" y="351678"/>
                  <a:pt x="2292309" y="352684"/>
                  <a:pt x="2294321" y="354696"/>
                </a:cubicBezTo>
                <a:cubicBezTo>
                  <a:pt x="2296333" y="356707"/>
                  <a:pt x="2297339" y="359176"/>
                  <a:pt x="2297339" y="362011"/>
                </a:cubicBezTo>
              </a:path>
              <a:path w="2301819" h="372344">
                <a:moveTo>
                  <a:pt x="20665" y="226588"/>
                </a:moveTo>
                <a:cubicBezTo>
                  <a:pt x="20665" y="229423"/>
                  <a:pt x="19660" y="231892"/>
                  <a:pt x="17648" y="233904"/>
                </a:cubicBezTo>
                <a:cubicBezTo>
                  <a:pt x="15636" y="235915"/>
                  <a:pt x="13167" y="236921"/>
                  <a:pt x="10333" y="236921"/>
                </a:cubicBezTo>
                <a:cubicBezTo>
                  <a:pt x="7498" y="236921"/>
                  <a:pt x="5029" y="235915"/>
                  <a:pt x="3018" y="233904"/>
                </a:cubicBezTo>
                <a:cubicBezTo>
                  <a:pt x="1006" y="231892"/>
                  <a:pt x="0" y="229423"/>
                  <a:pt x="0" y="226588"/>
                </a:cubicBezTo>
                <a:cubicBezTo>
                  <a:pt x="0" y="223754"/>
                  <a:pt x="1006" y="221285"/>
                  <a:pt x="3018" y="219273"/>
                </a:cubicBezTo>
                <a:cubicBezTo>
                  <a:pt x="5029" y="217261"/>
                  <a:pt x="7498" y="216256"/>
                  <a:pt x="10333" y="216256"/>
                </a:cubicBezTo>
                <a:cubicBezTo>
                  <a:pt x="13167" y="216256"/>
                  <a:pt x="15636" y="217261"/>
                  <a:pt x="17648" y="219273"/>
                </a:cubicBezTo>
                <a:cubicBezTo>
                  <a:pt x="19660" y="221285"/>
                  <a:pt x="20665" y="223754"/>
                  <a:pt x="20665" y="226588"/>
                </a:cubicBezTo>
              </a:path>
              <a:path w="2301819" h="372344">
                <a:moveTo>
                  <a:pt x="241036" y="196139"/>
                </a:moveTo>
                <a:cubicBezTo>
                  <a:pt x="241036" y="198973"/>
                  <a:pt x="240030" y="201351"/>
                  <a:pt x="238018" y="203363"/>
                </a:cubicBezTo>
                <a:cubicBezTo>
                  <a:pt x="236007" y="205466"/>
                  <a:pt x="233629" y="206472"/>
                  <a:pt x="230703" y="206472"/>
                </a:cubicBezTo>
                <a:cubicBezTo>
                  <a:pt x="227868" y="206472"/>
                  <a:pt x="225400" y="205466"/>
                  <a:pt x="223388" y="203363"/>
                </a:cubicBezTo>
                <a:cubicBezTo>
                  <a:pt x="221376" y="201351"/>
                  <a:pt x="220370" y="198973"/>
                  <a:pt x="220370" y="196139"/>
                </a:cubicBezTo>
                <a:cubicBezTo>
                  <a:pt x="220370" y="193304"/>
                  <a:pt x="221376" y="190835"/>
                  <a:pt x="223388" y="188824"/>
                </a:cubicBezTo>
                <a:cubicBezTo>
                  <a:pt x="225400" y="186812"/>
                  <a:pt x="227868" y="185806"/>
                  <a:pt x="230703" y="185806"/>
                </a:cubicBezTo>
                <a:cubicBezTo>
                  <a:pt x="233629" y="185806"/>
                  <a:pt x="236007" y="186812"/>
                  <a:pt x="238018" y="188824"/>
                </a:cubicBezTo>
                <a:cubicBezTo>
                  <a:pt x="240030" y="190835"/>
                  <a:pt x="241036" y="193304"/>
                  <a:pt x="241036" y="196139"/>
                </a:cubicBezTo>
              </a:path>
              <a:path w="2301819" h="372344">
                <a:moveTo>
                  <a:pt x="344820" y="231435"/>
                </a:moveTo>
                <a:cubicBezTo>
                  <a:pt x="344820" y="234361"/>
                  <a:pt x="343814" y="236738"/>
                  <a:pt x="341803" y="238750"/>
                </a:cubicBezTo>
                <a:cubicBezTo>
                  <a:pt x="339791" y="240762"/>
                  <a:pt x="337322" y="241767"/>
                  <a:pt x="334488" y="241767"/>
                </a:cubicBezTo>
                <a:cubicBezTo>
                  <a:pt x="331561" y="241767"/>
                  <a:pt x="329184" y="240762"/>
                  <a:pt x="327172" y="238750"/>
                </a:cubicBezTo>
                <a:cubicBezTo>
                  <a:pt x="325161" y="236738"/>
                  <a:pt x="324155" y="234361"/>
                  <a:pt x="324155" y="231435"/>
                </a:cubicBezTo>
                <a:cubicBezTo>
                  <a:pt x="324155" y="228600"/>
                  <a:pt x="325161" y="226223"/>
                  <a:pt x="327172" y="224211"/>
                </a:cubicBezTo>
                <a:cubicBezTo>
                  <a:pt x="329184" y="222199"/>
                  <a:pt x="331561" y="221193"/>
                  <a:pt x="334488" y="221193"/>
                </a:cubicBezTo>
                <a:cubicBezTo>
                  <a:pt x="337322" y="221193"/>
                  <a:pt x="339791" y="222199"/>
                  <a:pt x="341803" y="224211"/>
                </a:cubicBezTo>
                <a:cubicBezTo>
                  <a:pt x="343814" y="226223"/>
                  <a:pt x="344820" y="228600"/>
                  <a:pt x="344820" y="231435"/>
                </a:cubicBezTo>
              </a:path>
              <a:path w="2301819" h="372344">
                <a:moveTo>
                  <a:pt x="553212" y="239664"/>
                </a:moveTo>
                <a:cubicBezTo>
                  <a:pt x="553212" y="242499"/>
                  <a:pt x="552115" y="244876"/>
                  <a:pt x="550103" y="246888"/>
                </a:cubicBezTo>
                <a:cubicBezTo>
                  <a:pt x="548091" y="248900"/>
                  <a:pt x="545714" y="249906"/>
                  <a:pt x="542788" y="249906"/>
                </a:cubicBezTo>
                <a:cubicBezTo>
                  <a:pt x="539953" y="249906"/>
                  <a:pt x="537576" y="248900"/>
                  <a:pt x="535473" y="246888"/>
                </a:cubicBezTo>
                <a:cubicBezTo>
                  <a:pt x="533461" y="244876"/>
                  <a:pt x="532455" y="242499"/>
                  <a:pt x="532455" y="239664"/>
                </a:cubicBezTo>
                <a:cubicBezTo>
                  <a:pt x="532455" y="236830"/>
                  <a:pt x="533461" y="234361"/>
                  <a:pt x="535473" y="232349"/>
                </a:cubicBezTo>
                <a:cubicBezTo>
                  <a:pt x="537576" y="230337"/>
                  <a:pt x="539953" y="229332"/>
                  <a:pt x="542788" y="229332"/>
                </a:cubicBezTo>
                <a:cubicBezTo>
                  <a:pt x="545714" y="229332"/>
                  <a:pt x="548091" y="230337"/>
                  <a:pt x="550103" y="232349"/>
                </a:cubicBezTo>
                <a:cubicBezTo>
                  <a:pt x="552115" y="234361"/>
                  <a:pt x="553212" y="236830"/>
                  <a:pt x="553212" y="239664"/>
                </a:cubicBezTo>
              </a:path>
              <a:path w="2301819" h="372344">
                <a:moveTo>
                  <a:pt x="701893" y="241402"/>
                </a:moveTo>
                <a:cubicBezTo>
                  <a:pt x="701893" y="244236"/>
                  <a:pt x="700888" y="246705"/>
                  <a:pt x="698876" y="248717"/>
                </a:cubicBezTo>
                <a:cubicBezTo>
                  <a:pt x="696864" y="250728"/>
                  <a:pt x="694395" y="251734"/>
                  <a:pt x="691561" y="251734"/>
                </a:cubicBezTo>
                <a:cubicBezTo>
                  <a:pt x="688726" y="251734"/>
                  <a:pt x="686257" y="250728"/>
                  <a:pt x="684246" y="248717"/>
                </a:cubicBezTo>
                <a:cubicBezTo>
                  <a:pt x="682234" y="246705"/>
                  <a:pt x="681228" y="244236"/>
                  <a:pt x="681228" y="241402"/>
                </a:cubicBezTo>
                <a:cubicBezTo>
                  <a:pt x="681228" y="238567"/>
                  <a:pt x="682234" y="236190"/>
                  <a:pt x="684246" y="234178"/>
                </a:cubicBezTo>
                <a:cubicBezTo>
                  <a:pt x="686257" y="232166"/>
                  <a:pt x="688726" y="231160"/>
                  <a:pt x="691561" y="231160"/>
                </a:cubicBezTo>
                <a:cubicBezTo>
                  <a:pt x="694395" y="231160"/>
                  <a:pt x="696864" y="232166"/>
                  <a:pt x="698876" y="234178"/>
                </a:cubicBezTo>
                <a:cubicBezTo>
                  <a:pt x="700888" y="236190"/>
                  <a:pt x="701893" y="238567"/>
                  <a:pt x="701893" y="241402"/>
                </a:cubicBezTo>
              </a:path>
              <a:path w="2301819" h="372344">
                <a:moveTo>
                  <a:pt x="925464" y="267828"/>
                </a:moveTo>
                <a:cubicBezTo>
                  <a:pt x="925464" y="270662"/>
                  <a:pt x="924458" y="273131"/>
                  <a:pt x="922447" y="275143"/>
                </a:cubicBezTo>
                <a:cubicBezTo>
                  <a:pt x="920435" y="277155"/>
                  <a:pt x="918058" y="278160"/>
                  <a:pt x="915132" y="278160"/>
                </a:cubicBezTo>
                <a:cubicBezTo>
                  <a:pt x="912297" y="278160"/>
                  <a:pt x="909919" y="277155"/>
                  <a:pt x="907816" y="275143"/>
                </a:cubicBezTo>
                <a:cubicBezTo>
                  <a:pt x="905805" y="273131"/>
                  <a:pt x="904799" y="270662"/>
                  <a:pt x="904799" y="267828"/>
                </a:cubicBezTo>
                <a:cubicBezTo>
                  <a:pt x="904799" y="264993"/>
                  <a:pt x="905805" y="262616"/>
                  <a:pt x="907816" y="260604"/>
                </a:cubicBezTo>
                <a:cubicBezTo>
                  <a:pt x="909919" y="258592"/>
                  <a:pt x="912297" y="257586"/>
                  <a:pt x="915132" y="257586"/>
                </a:cubicBezTo>
                <a:cubicBezTo>
                  <a:pt x="918058" y="257586"/>
                  <a:pt x="920435" y="258592"/>
                  <a:pt x="922447" y="260604"/>
                </a:cubicBezTo>
                <a:cubicBezTo>
                  <a:pt x="924458" y="262616"/>
                  <a:pt x="925464" y="264993"/>
                  <a:pt x="925464" y="267828"/>
                </a:cubicBezTo>
              </a:path>
              <a:path w="2301819" h="372344">
                <a:moveTo>
                  <a:pt x="1087679" y="230703"/>
                </a:moveTo>
                <a:cubicBezTo>
                  <a:pt x="1087679" y="233538"/>
                  <a:pt x="1086673" y="236007"/>
                  <a:pt x="1084661" y="238018"/>
                </a:cubicBezTo>
                <a:cubicBezTo>
                  <a:pt x="1082650" y="240030"/>
                  <a:pt x="1080181" y="241036"/>
                  <a:pt x="1077346" y="241036"/>
                </a:cubicBezTo>
                <a:cubicBezTo>
                  <a:pt x="1074511" y="241036"/>
                  <a:pt x="1072043" y="240030"/>
                  <a:pt x="1070031" y="238018"/>
                </a:cubicBezTo>
                <a:cubicBezTo>
                  <a:pt x="1068019" y="236007"/>
                  <a:pt x="1067013" y="233538"/>
                  <a:pt x="1067013" y="230703"/>
                </a:cubicBezTo>
                <a:cubicBezTo>
                  <a:pt x="1067013" y="227868"/>
                  <a:pt x="1068019" y="225400"/>
                  <a:pt x="1070031" y="223388"/>
                </a:cubicBezTo>
                <a:cubicBezTo>
                  <a:pt x="1072043" y="221376"/>
                  <a:pt x="1074511" y="220370"/>
                  <a:pt x="1077346" y="220370"/>
                </a:cubicBezTo>
                <a:cubicBezTo>
                  <a:pt x="1080181" y="220370"/>
                  <a:pt x="1082650" y="221376"/>
                  <a:pt x="1084661" y="223388"/>
                </a:cubicBezTo>
                <a:cubicBezTo>
                  <a:pt x="1086673" y="225400"/>
                  <a:pt x="1087679" y="227868"/>
                  <a:pt x="1087679" y="230703"/>
                </a:cubicBezTo>
              </a:path>
              <a:path w="2301819" h="372344">
                <a:moveTo>
                  <a:pt x="1217249" y="240304"/>
                </a:moveTo>
                <a:cubicBezTo>
                  <a:pt x="1217249" y="243139"/>
                  <a:pt x="1216243" y="245608"/>
                  <a:pt x="1214232" y="247620"/>
                </a:cubicBezTo>
                <a:cubicBezTo>
                  <a:pt x="1212220" y="249631"/>
                  <a:pt x="1209751" y="250637"/>
                  <a:pt x="1206917" y="250637"/>
                </a:cubicBezTo>
                <a:cubicBezTo>
                  <a:pt x="1204082" y="250637"/>
                  <a:pt x="1201613" y="249631"/>
                  <a:pt x="1199601" y="247620"/>
                </a:cubicBezTo>
                <a:cubicBezTo>
                  <a:pt x="1197590" y="245608"/>
                  <a:pt x="1196584" y="243139"/>
                  <a:pt x="1196584" y="240304"/>
                </a:cubicBezTo>
                <a:cubicBezTo>
                  <a:pt x="1196584" y="237470"/>
                  <a:pt x="1197590" y="235092"/>
                  <a:pt x="1199601" y="233081"/>
                </a:cubicBezTo>
                <a:cubicBezTo>
                  <a:pt x="1201613" y="231069"/>
                  <a:pt x="1204082" y="230063"/>
                  <a:pt x="1206917" y="230063"/>
                </a:cubicBezTo>
                <a:cubicBezTo>
                  <a:pt x="1209751" y="230063"/>
                  <a:pt x="1212220" y="231069"/>
                  <a:pt x="1214232" y="233081"/>
                </a:cubicBezTo>
                <a:cubicBezTo>
                  <a:pt x="1216243" y="235092"/>
                  <a:pt x="1217249" y="237470"/>
                  <a:pt x="1217249" y="240304"/>
                </a:cubicBezTo>
              </a:path>
              <a:path w="2301819" h="372344">
                <a:moveTo>
                  <a:pt x="1447952" y="224394"/>
                </a:moveTo>
                <a:cubicBezTo>
                  <a:pt x="1447952" y="227228"/>
                  <a:pt x="1446947" y="229606"/>
                  <a:pt x="1444935" y="231618"/>
                </a:cubicBezTo>
                <a:cubicBezTo>
                  <a:pt x="1442923" y="233629"/>
                  <a:pt x="1440454" y="234635"/>
                  <a:pt x="1437620" y="234635"/>
                </a:cubicBezTo>
                <a:cubicBezTo>
                  <a:pt x="1434785" y="234635"/>
                  <a:pt x="1432316" y="233629"/>
                  <a:pt x="1430304" y="231618"/>
                </a:cubicBezTo>
                <a:cubicBezTo>
                  <a:pt x="1428293" y="229606"/>
                  <a:pt x="1427287" y="227228"/>
                  <a:pt x="1427287" y="224394"/>
                </a:cubicBezTo>
                <a:cubicBezTo>
                  <a:pt x="1427287" y="221559"/>
                  <a:pt x="1428293" y="219090"/>
                  <a:pt x="1430304" y="217079"/>
                </a:cubicBezTo>
                <a:cubicBezTo>
                  <a:pt x="1432316" y="215067"/>
                  <a:pt x="1434785" y="214061"/>
                  <a:pt x="1437620" y="214061"/>
                </a:cubicBezTo>
                <a:cubicBezTo>
                  <a:pt x="1440454" y="214061"/>
                  <a:pt x="1442923" y="215067"/>
                  <a:pt x="1444935" y="217079"/>
                </a:cubicBezTo>
                <a:cubicBezTo>
                  <a:pt x="1446947" y="219090"/>
                  <a:pt x="1447952" y="221559"/>
                  <a:pt x="1447952" y="224394"/>
                </a:cubicBezTo>
              </a:path>
              <a:path w="2301819" h="372344">
                <a:moveTo>
                  <a:pt x="1575420" y="182697"/>
                </a:moveTo>
                <a:cubicBezTo>
                  <a:pt x="1575420" y="185532"/>
                  <a:pt x="1574414" y="188001"/>
                  <a:pt x="1572402" y="190012"/>
                </a:cubicBezTo>
                <a:cubicBezTo>
                  <a:pt x="1570391" y="192024"/>
                  <a:pt x="1567922" y="193030"/>
                  <a:pt x="1565087" y="193030"/>
                </a:cubicBezTo>
                <a:cubicBezTo>
                  <a:pt x="1562252" y="193030"/>
                  <a:pt x="1559784" y="192024"/>
                  <a:pt x="1557772" y="190012"/>
                </a:cubicBezTo>
                <a:cubicBezTo>
                  <a:pt x="1555760" y="188001"/>
                  <a:pt x="1554754" y="185532"/>
                  <a:pt x="1554754" y="182697"/>
                </a:cubicBezTo>
                <a:cubicBezTo>
                  <a:pt x="1554754" y="179862"/>
                  <a:pt x="1555760" y="177394"/>
                  <a:pt x="1557772" y="175382"/>
                </a:cubicBezTo>
                <a:cubicBezTo>
                  <a:pt x="1559784" y="173370"/>
                  <a:pt x="1562252" y="172364"/>
                  <a:pt x="1565087" y="172364"/>
                </a:cubicBezTo>
                <a:cubicBezTo>
                  <a:pt x="1567922" y="172364"/>
                  <a:pt x="1570391" y="173370"/>
                  <a:pt x="1572402" y="175382"/>
                </a:cubicBezTo>
                <a:cubicBezTo>
                  <a:pt x="1574414" y="177394"/>
                  <a:pt x="1575420" y="179862"/>
                  <a:pt x="1575420" y="182697"/>
                </a:cubicBezTo>
              </a:path>
              <a:path w="2301819" h="372344">
                <a:moveTo>
                  <a:pt x="1816547" y="183794"/>
                </a:moveTo>
                <a:cubicBezTo>
                  <a:pt x="1816547" y="186629"/>
                  <a:pt x="1815541" y="189098"/>
                  <a:pt x="1813530" y="191110"/>
                </a:cubicBezTo>
                <a:cubicBezTo>
                  <a:pt x="1811518" y="193121"/>
                  <a:pt x="1809140" y="194127"/>
                  <a:pt x="1806214" y="194127"/>
                </a:cubicBezTo>
                <a:cubicBezTo>
                  <a:pt x="1803380" y="194127"/>
                  <a:pt x="1800911" y="193121"/>
                  <a:pt x="1798899" y="191110"/>
                </a:cubicBezTo>
                <a:cubicBezTo>
                  <a:pt x="1796887" y="189098"/>
                  <a:pt x="1795882" y="186629"/>
                  <a:pt x="1795882" y="183794"/>
                </a:cubicBezTo>
                <a:cubicBezTo>
                  <a:pt x="1795882" y="180960"/>
                  <a:pt x="1796887" y="178582"/>
                  <a:pt x="1798899" y="176571"/>
                </a:cubicBezTo>
                <a:cubicBezTo>
                  <a:pt x="1800911" y="174559"/>
                  <a:pt x="1803380" y="173553"/>
                  <a:pt x="1806214" y="173553"/>
                </a:cubicBezTo>
                <a:cubicBezTo>
                  <a:pt x="1809140" y="173553"/>
                  <a:pt x="1811518" y="174559"/>
                  <a:pt x="1813530" y="176571"/>
                </a:cubicBezTo>
                <a:cubicBezTo>
                  <a:pt x="1815541" y="178582"/>
                  <a:pt x="1816547" y="180960"/>
                  <a:pt x="1816547" y="183794"/>
                </a:cubicBezTo>
              </a:path>
              <a:path w="2301819" h="372344">
                <a:moveTo>
                  <a:pt x="1933133" y="246156"/>
                </a:moveTo>
                <a:cubicBezTo>
                  <a:pt x="1933133" y="248991"/>
                  <a:pt x="1932127" y="251369"/>
                  <a:pt x="1930116" y="253380"/>
                </a:cubicBezTo>
                <a:cubicBezTo>
                  <a:pt x="1928012" y="255392"/>
                  <a:pt x="1925635" y="256398"/>
                  <a:pt x="1922800" y="256398"/>
                </a:cubicBezTo>
                <a:cubicBezTo>
                  <a:pt x="1919874" y="256398"/>
                  <a:pt x="1917497" y="255392"/>
                  <a:pt x="1915485" y="253380"/>
                </a:cubicBezTo>
                <a:cubicBezTo>
                  <a:pt x="1913473" y="251369"/>
                  <a:pt x="1912376" y="248991"/>
                  <a:pt x="1912376" y="246156"/>
                </a:cubicBezTo>
                <a:cubicBezTo>
                  <a:pt x="1912376" y="243322"/>
                  <a:pt x="1913473" y="240853"/>
                  <a:pt x="1915485" y="238841"/>
                </a:cubicBezTo>
                <a:cubicBezTo>
                  <a:pt x="1917497" y="236830"/>
                  <a:pt x="1919874" y="235824"/>
                  <a:pt x="1922800" y="235824"/>
                </a:cubicBezTo>
                <a:cubicBezTo>
                  <a:pt x="1925635" y="235824"/>
                  <a:pt x="1928012" y="236830"/>
                  <a:pt x="1930116" y="238841"/>
                </a:cubicBezTo>
                <a:cubicBezTo>
                  <a:pt x="1932127" y="240853"/>
                  <a:pt x="1933133" y="243322"/>
                  <a:pt x="1933133" y="246156"/>
                </a:cubicBezTo>
              </a:path>
              <a:path w="2301819" h="372344">
                <a:moveTo>
                  <a:pt x="2104400" y="200802"/>
                </a:moveTo>
                <a:cubicBezTo>
                  <a:pt x="2104400" y="203637"/>
                  <a:pt x="2103303" y="206106"/>
                  <a:pt x="2101291" y="208117"/>
                </a:cubicBezTo>
                <a:cubicBezTo>
                  <a:pt x="2099280" y="210129"/>
                  <a:pt x="2096902" y="211135"/>
                  <a:pt x="2093976" y="211135"/>
                </a:cubicBezTo>
                <a:cubicBezTo>
                  <a:pt x="2091141" y="211135"/>
                  <a:pt x="2088764" y="210129"/>
                  <a:pt x="2086661" y="208117"/>
                </a:cubicBezTo>
                <a:cubicBezTo>
                  <a:pt x="2084649" y="206106"/>
                  <a:pt x="2083643" y="203637"/>
                  <a:pt x="2083643" y="200802"/>
                </a:cubicBezTo>
                <a:cubicBezTo>
                  <a:pt x="2083643" y="197968"/>
                  <a:pt x="2084649" y="195499"/>
                  <a:pt x="2086661" y="193487"/>
                </a:cubicBezTo>
                <a:cubicBezTo>
                  <a:pt x="2088764" y="191475"/>
                  <a:pt x="2091141" y="190470"/>
                  <a:pt x="2093976" y="190470"/>
                </a:cubicBezTo>
                <a:cubicBezTo>
                  <a:pt x="2096902" y="190470"/>
                  <a:pt x="2099280" y="191475"/>
                  <a:pt x="2101291" y="193487"/>
                </a:cubicBezTo>
                <a:cubicBezTo>
                  <a:pt x="2103303" y="195499"/>
                  <a:pt x="2104400" y="197968"/>
                  <a:pt x="2104400" y="200802"/>
                </a:cubicBezTo>
              </a:path>
              <a:path w="2301819" h="372344">
                <a:moveTo>
                  <a:pt x="2301819" y="258135"/>
                </a:moveTo>
                <a:cubicBezTo>
                  <a:pt x="2301819" y="260970"/>
                  <a:pt x="2300813" y="263439"/>
                  <a:pt x="2298802" y="265450"/>
                </a:cubicBezTo>
                <a:cubicBezTo>
                  <a:pt x="2296790" y="267462"/>
                  <a:pt x="2294321" y="268468"/>
                  <a:pt x="2291486" y="268468"/>
                </a:cubicBezTo>
                <a:cubicBezTo>
                  <a:pt x="2288652" y="268468"/>
                  <a:pt x="2286183" y="267462"/>
                  <a:pt x="2284171" y="265450"/>
                </a:cubicBezTo>
                <a:cubicBezTo>
                  <a:pt x="2282160" y="263439"/>
                  <a:pt x="2281154" y="260970"/>
                  <a:pt x="2281154" y="258135"/>
                </a:cubicBezTo>
                <a:cubicBezTo>
                  <a:pt x="2281154" y="255300"/>
                  <a:pt x="2282160" y="252832"/>
                  <a:pt x="2284171" y="250820"/>
                </a:cubicBezTo>
                <a:cubicBezTo>
                  <a:pt x="2286183" y="248808"/>
                  <a:pt x="2288652" y="247802"/>
                  <a:pt x="2291486" y="247802"/>
                </a:cubicBezTo>
                <a:cubicBezTo>
                  <a:pt x="2294321" y="247802"/>
                  <a:pt x="2296790" y="248808"/>
                  <a:pt x="2298802" y="250820"/>
                </a:cubicBezTo>
                <a:cubicBezTo>
                  <a:pt x="2300813" y="252832"/>
                  <a:pt x="2301819" y="255300"/>
                  <a:pt x="2301819" y="258135"/>
                </a:cubicBezTo>
              </a:path>
              <a:path w="2301819" h="372344">
                <a:moveTo>
                  <a:pt x="20665" y="12710"/>
                </a:moveTo>
                <a:cubicBezTo>
                  <a:pt x="20665" y="15545"/>
                  <a:pt x="19660" y="18014"/>
                  <a:pt x="17648" y="20025"/>
                </a:cubicBezTo>
                <a:cubicBezTo>
                  <a:pt x="15636" y="22037"/>
                  <a:pt x="13167" y="23043"/>
                  <a:pt x="10333" y="23043"/>
                </a:cubicBezTo>
                <a:cubicBezTo>
                  <a:pt x="7498" y="23043"/>
                  <a:pt x="5029" y="22037"/>
                  <a:pt x="3018" y="20025"/>
                </a:cubicBezTo>
                <a:cubicBezTo>
                  <a:pt x="1006" y="18014"/>
                  <a:pt x="0" y="15545"/>
                  <a:pt x="0" y="12710"/>
                </a:cubicBezTo>
                <a:cubicBezTo>
                  <a:pt x="0" y="9876"/>
                  <a:pt x="1006" y="7407"/>
                  <a:pt x="3018" y="5395"/>
                </a:cubicBezTo>
                <a:cubicBezTo>
                  <a:pt x="5029" y="3383"/>
                  <a:pt x="7498" y="2377"/>
                  <a:pt x="10333" y="2377"/>
                </a:cubicBezTo>
                <a:cubicBezTo>
                  <a:pt x="13167" y="2377"/>
                  <a:pt x="15636" y="3383"/>
                  <a:pt x="17648" y="5395"/>
                </a:cubicBezTo>
                <a:cubicBezTo>
                  <a:pt x="19660" y="7407"/>
                  <a:pt x="20665" y="9876"/>
                  <a:pt x="20665" y="12710"/>
                </a:cubicBezTo>
              </a:path>
              <a:path w="2301819" h="372344">
                <a:moveTo>
                  <a:pt x="225948" y="70317"/>
                </a:moveTo>
                <a:cubicBezTo>
                  <a:pt x="225948" y="73152"/>
                  <a:pt x="224942" y="75529"/>
                  <a:pt x="222931" y="77541"/>
                </a:cubicBezTo>
                <a:cubicBezTo>
                  <a:pt x="220919" y="79553"/>
                  <a:pt x="218450" y="80559"/>
                  <a:pt x="215616" y="80559"/>
                </a:cubicBezTo>
                <a:cubicBezTo>
                  <a:pt x="212781" y="80559"/>
                  <a:pt x="210312" y="79553"/>
                  <a:pt x="208300" y="77541"/>
                </a:cubicBezTo>
                <a:cubicBezTo>
                  <a:pt x="206289" y="75529"/>
                  <a:pt x="205283" y="73152"/>
                  <a:pt x="205283" y="70317"/>
                </a:cubicBezTo>
                <a:cubicBezTo>
                  <a:pt x="205283" y="67483"/>
                  <a:pt x="206289" y="65014"/>
                  <a:pt x="208300" y="63002"/>
                </a:cubicBezTo>
                <a:cubicBezTo>
                  <a:pt x="210312" y="60990"/>
                  <a:pt x="212781" y="59985"/>
                  <a:pt x="215616" y="59985"/>
                </a:cubicBezTo>
                <a:cubicBezTo>
                  <a:pt x="218450" y="59985"/>
                  <a:pt x="220919" y="60990"/>
                  <a:pt x="222931" y="63002"/>
                </a:cubicBezTo>
                <a:cubicBezTo>
                  <a:pt x="224942" y="65014"/>
                  <a:pt x="225948" y="67483"/>
                  <a:pt x="225948" y="70317"/>
                </a:cubicBezTo>
              </a:path>
              <a:path w="2301819" h="372344">
                <a:moveTo>
                  <a:pt x="343723" y="11979"/>
                </a:moveTo>
                <a:cubicBezTo>
                  <a:pt x="343723" y="14813"/>
                  <a:pt x="342717" y="17282"/>
                  <a:pt x="340705" y="19294"/>
                </a:cubicBezTo>
                <a:cubicBezTo>
                  <a:pt x="338694" y="21306"/>
                  <a:pt x="336225" y="22311"/>
                  <a:pt x="333390" y="22311"/>
                </a:cubicBezTo>
                <a:cubicBezTo>
                  <a:pt x="330556" y="22311"/>
                  <a:pt x="328087" y="21306"/>
                  <a:pt x="326075" y="19294"/>
                </a:cubicBezTo>
                <a:cubicBezTo>
                  <a:pt x="324063" y="17282"/>
                  <a:pt x="323058" y="14813"/>
                  <a:pt x="323058" y="11979"/>
                </a:cubicBezTo>
                <a:cubicBezTo>
                  <a:pt x="323058" y="9144"/>
                  <a:pt x="324063" y="6675"/>
                  <a:pt x="326075" y="4663"/>
                </a:cubicBezTo>
                <a:cubicBezTo>
                  <a:pt x="328087" y="2652"/>
                  <a:pt x="330556" y="1646"/>
                  <a:pt x="333390" y="1646"/>
                </a:cubicBezTo>
                <a:cubicBezTo>
                  <a:pt x="336225" y="1646"/>
                  <a:pt x="338694" y="2652"/>
                  <a:pt x="340705" y="4663"/>
                </a:cubicBezTo>
                <a:cubicBezTo>
                  <a:pt x="342717" y="6675"/>
                  <a:pt x="343723" y="9144"/>
                  <a:pt x="343723" y="11979"/>
                </a:cubicBezTo>
              </a:path>
              <a:path w="2301819" h="372344">
                <a:moveTo>
                  <a:pt x="558058" y="31272"/>
                </a:moveTo>
                <a:cubicBezTo>
                  <a:pt x="558058" y="34107"/>
                  <a:pt x="557052" y="36576"/>
                  <a:pt x="555041" y="38588"/>
                </a:cubicBezTo>
                <a:cubicBezTo>
                  <a:pt x="553029" y="40599"/>
                  <a:pt x="550560" y="41605"/>
                  <a:pt x="547726" y="41605"/>
                </a:cubicBezTo>
                <a:cubicBezTo>
                  <a:pt x="544800" y="41605"/>
                  <a:pt x="542422" y="40599"/>
                  <a:pt x="540410" y="38588"/>
                </a:cubicBezTo>
                <a:cubicBezTo>
                  <a:pt x="538399" y="36576"/>
                  <a:pt x="537393" y="34107"/>
                  <a:pt x="537393" y="31272"/>
                </a:cubicBezTo>
                <a:cubicBezTo>
                  <a:pt x="537393" y="28438"/>
                  <a:pt x="538399" y="26060"/>
                  <a:pt x="540410" y="24049"/>
                </a:cubicBezTo>
                <a:cubicBezTo>
                  <a:pt x="542422" y="22037"/>
                  <a:pt x="544800" y="21031"/>
                  <a:pt x="547726" y="21031"/>
                </a:cubicBezTo>
                <a:cubicBezTo>
                  <a:pt x="550560" y="21031"/>
                  <a:pt x="553029" y="22037"/>
                  <a:pt x="555041" y="24049"/>
                </a:cubicBezTo>
                <a:cubicBezTo>
                  <a:pt x="557052" y="26060"/>
                  <a:pt x="558058" y="28438"/>
                  <a:pt x="558058" y="31272"/>
                </a:cubicBezTo>
              </a:path>
              <a:path w="2301819" h="372344">
                <a:moveTo>
                  <a:pt x="692475" y="88057"/>
                </a:moveTo>
                <a:cubicBezTo>
                  <a:pt x="692475" y="90891"/>
                  <a:pt x="691469" y="93269"/>
                  <a:pt x="689458" y="95372"/>
                </a:cubicBezTo>
                <a:cubicBezTo>
                  <a:pt x="687446" y="97384"/>
                  <a:pt x="684977" y="98389"/>
                  <a:pt x="682142" y="98389"/>
                </a:cubicBezTo>
                <a:cubicBezTo>
                  <a:pt x="679308" y="98389"/>
                  <a:pt x="676839" y="97384"/>
                  <a:pt x="674827" y="95372"/>
                </a:cubicBezTo>
                <a:cubicBezTo>
                  <a:pt x="672816" y="93269"/>
                  <a:pt x="671810" y="90891"/>
                  <a:pt x="671810" y="88057"/>
                </a:cubicBezTo>
                <a:cubicBezTo>
                  <a:pt x="671810" y="85222"/>
                  <a:pt x="672816" y="82753"/>
                  <a:pt x="674827" y="80742"/>
                </a:cubicBezTo>
                <a:cubicBezTo>
                  <a:pt x="676839" y="78730"/>
                  <a:pt x="679308" y="77724"/>
                  <a:pt x="682142" y="77724"/>
                </a:cubicBezTo>
                <a:cubicBezTo>
                  <a:pt x="684977" y="77724"/>
                  <a:pt x="687446" y="78730"/>
                  <a:pt x="689458" y="80742"/>
                </a:cubicBezTo>
                <a:cubicBezTo>
                  <a:pt x="691469" y="82753"/>
                  <a:pt x="692475" y="85222"/>
                  <a:pt x="692475" y="88057"/>
                </a:cubicBezTo>
              </a:path>
              <a:path w="2301819" h="372344">
                <a:moveTo>
                  <a:pt x="922538" y="55596"/>
                </a:moveTo>
                <a:cubicBezTo>
                  <a:pt x="922538" y="58430"/>
                  <a:pt x="921532" y="60899"/>
                  <a:pt x="919521" y="62911"/>
                </a:cubicBezTo>
                <a:cubicBezTo>
                  <a:pt x="917509" y="64922"/>
                  <a:pt x="915040" y="65928"/>
                  <a:pt x="912205" y="65928"/>
                </a:cubicBezTo>
                <a:cubicBezTo>
                  <a:pt x="909279" y="65928"/>
                  <a:pt x="906902" y="64922"/>
                  <a:pt x="904890" y="62911"/>
                </a:cubicBezTo>
                <a:cubicBezTo>
                  <a:pt x="902879" y="60899"/>
                  <a:pt x="901873" y="58430"/>
                  <a:pt x="901873" y="55596"/>
                </a:cubicBezTo>
                <a:cubicBezTo>
                  <a:pt x="901873" y="52761"/>
                  <a:pt x="902879" y="50292"/>
                  <a:pt x="904890" y="48280"/>
                </a:cubicBezTo>
                <a:cubicBezTo>
                  <a:pt x="906902" y="46269"/>
                  <a:pt x="909279" y="45263"/>
                  <a:pt x="912205" y="45263"/>
                </a:cubicBezTo>
                <a:cubicBezTo>
                  <a:pt x="915040" y="45263"/>
                  <a:pt x="917509" y="46269"/>
                  <a:pt x="919521" y="48280"/>
                </a:cubicBezTo>
                <a:cubicBezTo>
                  <a:pt x="921532" y="50292"/>
                  <a:pt x="922538" y="52761"/>
                  <a:pt x="922538" y="55596"/>
                </a:cubicBezTo>
              </a:path>
              <a:path w="2301819" h="372344">
                <a:moveTo>
                  <a:pt x="1045068" y="10333"/>
                </a:moveTo>
                <a:cubicBezTo>
                  <a:pt x="1045068" y="13167"/>
                  <a:pt x="1044062" y="15545"/>
                  <a:pt x="1042050" y="17556"/>
                </a:cubicBezTo>
                <a:cubicBezTo>
                  <a:pt x="1040039" y="19568"/>
                  <a:pt x="1037570" y="20574"/>
                  <a:pt x="1034735" y="20574"/>
                </a:cubicBezTo>
                <a:cubicBezTo>
                  <a:pt x="1031900" y="20574"/>
                  <a:pt x="1029432" y="19568"/>
                  <a:pt x="1027420" y="17556"/>
                </a:cubicBezTo>
                <a:cubicBezTo>
                  <a:pt x="1025408" y="15545"/>
                  <a:pt x="1024402" y="13167"/>
                  <a:pt x="1024402" y="10333"/>
                </a:cubicBezTo>
                <a:cubicBezTo>
                  <a:pt x="1024402" y="7498"/>
                  <a:pt x="1025408" y="5029"/>
                  <a:pt x="1027420" y="3018"/>
                </a:cubicBezTo>
                <a:cubicBezTo>
                  <a:pt x="1029432" y="1006"/>
                  <a:pt x="1031900" y="0"/>
                  <a:pt x="1034735" y="0"/>
                </a:cubicBezTo>
                <a:cubicBezTo>
                  <a:pt x="1037570" y="0"/>
                  <a:pt x="1040039" y="1006"/>
                  <a:pt x="1042050" y="3018"/>
                </a:cubicBezTo>
                <a:cubicBezTo>
                  <a:pt x="1044062" y="5029"/>
                  <a:pt x="1045068" y="7498"/>
                  <a:pt x="1045068" y="10333"/>
                </a:cubicBezTo>
              </a:path>
              <a:path w="2301819" h="372344">
                <a:moveTo>
                  <a:pt x="1271839" y="22403"/>
                </a:moveTo>
                <a:cubicBezTo>
                  <a:pt x="1271839" y="25237"/>
                  <a:pt x="1270833" y="27706"/>
                  <a:pt x="1268821" y="29718"/>
                </a:cubicBezTo>
                <a:cubicBezTo>
                  <a:pt x="1266810" y="31730"/>
                  <a:pt x="1264341" y="32736"/>
                  <a:pt x="1261506" y="32736"/>
                </a:cubicBezTo>
                <a:cubicBezTo>
                  <a:pt x="1258672" y="32736"/>
                  <a:pt x="1256203" y="31730"/>
                  <a:pt x="1254191" y="29718"/>
                </a:cubicBezTo>
                <a:cubicBezTo>
                  <a:pt x="1252179" y="27706"/>
                  <a:pt x="1251174" y="25237"/>
                  <a:pt x="1251174" y="22403"/>
                </a:cubicBezTo>
                <a:cubicBezTo>
                  <a:pt x="1251174" y="19568"/>
                  <a:pt x="1252179" y="17099"/>
                  <a:pt x="1254191" y="15088"/>
                </a:cubicBezTo>
                <a:cubicBezTo>
                  <a:pt x="1256203" y="13076"/>
                  <a:pt x="1258672" y="12070"/>
                  <a:pt x="1261506" y="12070"/>
                </a:cubicBezTo>
                <a:cubicBezTo>
                  <a:pt x="1264341" y="12070"/>
                  <a:pt x="1266810" y="13076"/>
                  <a:pt x="1268821" y="15088"/>
                </a:cubicBezTo>
                <a:cubicBezTo>
                  <a:pt x="1270833" y="17099"/>
                  <a:pt x="1271839" y="19568"/>
                  <a:pt x="1271839" y="22403"/>
                </a:cubicBezTo>
              </a:path>
              <a:path w="2301819" h="372344">
                <a:moveTo>
                  <a:pt x="1400129" y="17556"/>
                </a:moveTo>
                <a:cubicBezTo>
                  <a:pt x="1400129" y="20391"/>
                  <a:pt x="1399123" y="22860"/>
                  <a:pt x="1397112" y="24872"/>
                </a:cubicBezTo>
                <a:cubicBezTo>
                  <a:pt x="1395100" y="26883"/>
                  <a:pt x="1392631" y="27889"/>
                  <a:pt x="1389797" y="27889"/>
                </a:cubicBezTo>
                <a:cubicBezTo>
                  <a:pt x="1386962" y="27889"/>
                  <a:pt x="1384493" y="26883"/>
                  <a:pt x="1382481" y="24872"/>
                </a:cubicBezTo>
                <a:cubicBezTo>
                  <a:pt x="1380470" y="22860"/>
                  <a:pt x="1379464" y="20391"/>
                  <a:pt x="1379464" y="17556"/>
                </a:cubicBezTo>
                <a:cubicBezTo>
                  <a:pt x="1379464" y="14722"/>
                  <a:pt x="1380470" y="12253"/>
                  <a:pt x="1382481" y="10241"/>
                </a:cubicBezTo>
                <a:cubicBezTo>
                  <a:pt x="1384493" y="8230"/>
                  <a:pt x="1386962" y="7224"/>
                  <a:pt x="1389797" y="7224"/>
                </a:cubicBezTo>
                <a:cubicBezTo>
                  <a:pt x="1392631" y="7224"/>
                  <a:pt x="1395100" y="8230"/>
                  <a:pt x="1397112" y="10241"/>
                </a:cubicBezTo>
                <a:cubicBezTo>
                  <a:pt x="1399123" y="12253"/>
                  <a:pt x="1400129" y="14722"/>
                  <a:pt x="1400129" y="17556"/>
                </a:cubicBezTo>
              </a:path>
              <a:path w="2301819" h="372344">
                <a:moveTo>
                  <a:pt x="1575694" y="17008"/>
                </a:moveTo>
                <a:cubicBezTo>
                  <a:pt x="1575694" y="19842"/>
                  <a:pt x="1574688" y="22220"/>
                  <a:pt x="1572677" y="24323"/>
                </a:cubicBezTo>
                <a:cubicBezTo>
                  <a:pt x="1570573" y="26335"/>
                  <a:pt x="1568196" y="27341"/>
                  <a:pt x="1565361" y="27341"/>
                </a:cubicBezTo>
                <a:cubicBezTo>
                  <a:pt x="1562435" y="27341"/>
                  <a:pt x="1560058" y="26335"/>
                  <a:pt x="1558046" y="24323"/>
                </a:cubicBezTo>
                <a:cubicBezTo>
                  <a:pt x="1555943" y="22220"/>
                  <a:pt x="1554937" y="19842"/>
                  <a:pt x="1554937" y="17008"/>
                </a:cubicBezTo>
                <a:cubicBezTo>
                  <a:pt x="1554937" y="14173"/>
                  <a:pt x="1555943" y="11704"/>
                  <a:pt x="1558046" y="9693"/>
                </a:cubicBezTo>
                <a:cubicBezTo>
                  <a:pt x="1560058" y="7681"/>
                  <a:pt x="1562435" y="6675"/>
                  <a:pt x="1565361" y="6675"/>
                </a:cubicBezTo>
                <a:cubicBezTo>
                  <a:pt x="1568196" y="6675"/>
                  <a:pt x="1570573" y="7681"/>
                  <a:pt x="1572677" y="9693"/>
                </a:cubicBezTo>
                <a:cubicBezTo>
                  <a:pt x="1574688" y="11704"/>
                  <a:pt x="1575694" y="14173"/>
                  <a:pt x="1575694" y="17008"/>
                </a:cubicBezTo>
              </a:path>
              <a:path w="2301819" h="372344">
                <a:moveTo>
                  <a:pt x="1787012" y="63185"/>
                </a:moveTo>
                <a:cubicBezTo>
                  <a:pt x="1787012" y="66020"/>
                  <a:pt x="1786006" y="68489"/>
                  <a:pt x="1783903" y="70500"/>
                </a:cubicBezTo>
                <a:cubicBezTo>
                  <a:pt x="1781891" y="72512"/>
                  <a:pt x="1779514" y="73518"/>
                  <a:pt x="1776679" y="73518"/>
                </a:cubicBezTo>
                <a:cubicBezTo>
                  <a:pt x="1773753" y="73518"/>
                  <a:pt x="1771376" y="72512"/>
                  <a:pt x="1769364" y="70500"/>
                </a:cubicBezTo>
                <a:cubicBezTo>
                  <a:pt x="1767261" y="68489"/>
                  <a:pt x="1766255" y="66020"/>
                  <a:pt x="1766255" y="63185"/>
                </a:cubicBezTo>
                <a:cubicBezTo>
                  <a:pt x="1766255" y="60350"/>
                  <a:pt x="1767261" y="57882"/>
                  <a:pt x="1769364" y="55870"/>
                </a:cubicBezTo>
                <a:cubicBezTo>
                  <a:pt x="1771376" y="53858"/>
                  <a:pt x="1773753" y="52852"/>
                  <a:pt x="1776679" y="52852"/>
                </a:cubicBezTo>
                <a:cubicBezTo>
                  <a:pt x="1779514" y="52852"/>
                  <a:pt x="1781891" y="53858"/>
                  <a:pt x="1783903" y="55870"/>
                </a:cubicBezTo>
                <a:cubicBezTo>
                  <a:pt x="1786006" y="57882"/>
                  <a:pt x="1787012" y="60350"/>
                  <a:pt x="1787012" y="63185"/>
                </a:cubicBezTo>
              </a:path>
              <a:path w="2301819" h="372344">
                <a:moveTo>
                  <a:pt x="1972818" y="11339"/>
                </a:moveTo>
                <a:cubicBezTo>
                  <a:pt x="1972818" y="14173"/>
                  <a:pt x="1971812" y="16642"/>
                  <a:pt x="1969800" y="18654"/>
                </a:cubicBezTo>
                <a:cubicBezTo>
                  <a:pt x="1967697" y="20665"/>
                  <a:pt x="1965320" y="21671"/>
                  <a:pt x="1962485" y="21671"/>
                </a:cubicBezTo>
                <a:cubicBezTo>
                  <a:pt x="1959559" y="21671"/>
                  <a:pt x="1957182" y="20665"/>
                  <a:pt x="1955170" y="18654"/>
                </a:cubicBezTo>
                <a:cubicBezTo>
                  <a:pt x="1953067" y="16642"/>
                  <a:pt x="1952061" y="14173"/>
                  <a:pt x="1952061" y="11339"/>
                </a:cubicBezTo>
                <a:cubicBezTo>
                  <a:pt x="1952061" y="8504"/>
                  <a:pt x="1953067" y="6035"/>
                  <a:pt x="1955170" y="4023"/>
                </a:cubicBezTo>
                <a:cubicBezTo>
                  <a:pt x="1957182" y="2012"/>
                  <a:pt x="1959559" y="1006"/>
                  <a:pt x="1962485" y="1006"/>
                </a:cubicBezTo>
                <a:cubicBezTo>
                  <a:pt x="1965320" y="1006"/>
                  <a:pt x="1967697" y="2012"/>
                  <a:pt x="1969800" y="4023"/>
                </a:cubicBezTo>
                <a:cubicBezTo>
                  <a:pt x="1971812" y="6035"/>
                  <a:pt x="1972818" y="8504"/>
                  <a:pt x="1972818" y="11339"/>
                </a:cubicBezTo>
              </a:path>
              <a:path w="2301819" h="372344">
                <a:moveTo>
                  <a:pt x="2124517" y="81656"/>
                </a:moveTo>
                <a:cubicBezTo>
                  <a:pt x="2124517" y="84582"/>
                  <a:pt x="2123511" y="86959"/>
                  <a:pt x="2121499" y="88971"/>
                </a:cubicBezTo>
                <a:cubicBezTo>
                  <a:pt x="2119488" y="90983"/>
                  <a:pt x="2117019" y="91989"/>
                  <a:pt x="2114184" y="91989"/>
                </a:cubicBezTo>
                <a:cubicBezTo>
                  <a:pt x="2111350" y="91989"/>
                  <a:pt x="2108881" y="90983"/>
                  <a:pt x="2106869" y="88971"/>
                </a:cubicBezTo>
                <a:cubicBezTo>
                  <a:pt x="2104857" y="86959"/>
                  <a:pt x="2103852" y="84582"/>
                  <a:pt x="2103852" y="81656"/>
                </a:cubicBezTo>
                <a:cubicBezTo>
                  <a:pt x="2103852" y="78821"/>
                  <a:pt x="2104857" y="76444"/>
                  <a:pt x="2106869" y="74432"/>
                </a:cubicBezTo>
                <a:cubicBezTo>
                  <a:pt x="2108881" y="72420"/>
                  <a:pt x="2111350" y="71415"/>
                  <a:pt x="2114184" y="71415"/>
                </a:cubicBezTo>
                <a:cubicBezTo>
                  <a:pt x="2117019" y="71415"/>
                  <a:pt x="2119488" y="72420"/>
                  <a:pt x="2121499" y="74432"/>
                </a:cubicBezTo>
                <a:cubicBezTo>
                  <a:pt x="2123511" y="76444"/>
                  <a:pt x="2124517" y="78821"/>
                  <a:pt x="2124517" y="81656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13" name="Forma 280"/>
          <p:cNvSpPr/>
          <p:nvPr/>
        </p:nvSpPr>
        <p:spPr>
          <a:xfrm>
            <a:off x="3601364" y="1549725"/>
            <a:ext cx="52121" cy="51938"/>
          </a:xfrm>
          <a:custGeom>
            <a:avLst/>
            <a:gdLst/>
            <a:ahLst/>
            <a:cxnLst/>
            <a:rect l="l" t="t" r="r" b="b"/>
            <a:pathLst>
              <a:path w="52121" h="51938">
                <a:moveTo>
                  <a:pt x="52121" y="25969"/>
                </a:moveTo>
                <a:cubicBezTo>
                  <a:pt x="52121" y="29444"/>
                  <a:pt x="51389" y="32736"/>
                  <a:pt x="50109" y="35936"/>
                </a:cubicBezTo>
                <a:cubicBezTo>
                  <a:pt x="48829" y="39045"/>
                  <a:pt x="46909" y="41880"/>
                  <a:pt x="44440" y="44348"/>
                </a:cubicBezTo>
                <a:cubicBezTo>
                  <a:pt x="42062" y="46726"/>
                  <a:pt x="39228" y="48646"/>
                  <a:pt x="36027" y="49926"/>
                </a:cubicBezTo>
                <a:cubicBezTo>
                  <a:pt x="32827" y="51298"/>
                  <a:pt x="29535" y="51938"/>
                  <a:pt x="26060" y="51938"/>
                </a:cubicBezTo>
                <a:cubicBezTo>
                  <a:pt x="22586" y="51938"/>
                  <a:pt x="19294" y="51298"/>
                  <a:pt x="16093" y="49926"/>
                </a:cubicBezTo>
                <a:cubicBezTo>
                  <a:pt x="12893" y="48646"/>
                  <a:pt x="10058" y="46726"/>
                  <a:pt x="7590" y="44348"/>
                </a:cubicBezTo>
                <a:cubicBezTo>
                  <a:pt x="5212" y="41880"/>
                  <a:pt x="3292" y="39045"/>
                  <a:pt x="2012" y="35936"/>
                </a:cubicBezTo>
                <a:cubicBezTo>
                  <a:pt x="640" y="32736"/>
                  <a:pt x="0" y="29444"/>
                  <a:pt x="0" y="25969"/>
                </a:cubicBezTo>
                <a:cubicBezTo>
                  <a:pt x="0" y="22494"/>
                  <a:pt x="640" y="19202"/>
                  <a:pt x="2012" y="16002"/>
                </a:cubicBezTo>
                <a:cubicBezTo>
                  <a:pt x="3292" y="12802"/>
                  <a:pt x="5212" y="10058"/>
                  <a:pt x="7590" y="7590"/>
                </a:cubicBezTo>
                <a:cubicBezTo>
                  <a:pt x="10058" y="5212"/>
                  <a:pt x="12893" y="3292"/>
                  <a:pt x="16093" y="2012"/>
                </a:cubicBezTo>
                <a:cubicBezTo>
                  <a:pt x="19294" y="640"/>
                  <a:pt x="22586" y="0"/>
                  <a:pt x="26060" y="0"/>
                </a:cubicBezTo>
                <a:cubicBezTo>
                  <a:pt x="29535" y="0"/>
                  <a:pt x="32827" y="640"/>
                  <a:pt x="36027" y="2012"/>
                </a:cubicBezTo>
                <a:cubicBezTo>
                  <a:pt x="39228" y="3292"/>
                  <a:pt x="42062" y="5212"/>
                  <a:pt x="44440" y="7590"/>
                </a:cubicBezTo>
                <a:cubicBezTo>
                  <a:pt x="46909" y="10058"/>
                  <a:pt x="48829" y="12802"/>
                  <a:pt x="50109" y="16002"/>
                </a:cubicBezTo>
                <a:cubicBezTo>
                  <a:pt x="51389" y="19202"/>
                  <a:pt x="52121" y="22494"/>
                  <a:pt x="52121" y="25969"/>
                </a:cubicBezTo>
              </a:path>
            </a:pathLst>
          </a:custGeom>
          <a:solidFill>
            <a:srgbClr val="315D70"/>
          </a:solidFill>
          <a:ln w="8801">
            <a:solidFill>
              <a:srgbClr val="F2EFE6"/>
            </a:solidFill>
            <a:prstDash val="solid"/>
          </a:ln>
        </p:spPr>
      </p:sp>
      <p:sp>
        <p:nvSpPr>
          <p:cNvPr id="14" name="Forma 281"/>
          <p:cNvSpPr/>
          <p:nvPr/>
        </p:nvSpPr>
        <p:spPr>
          <a:xfrm>
            <a:off x="1313170" y="1323320"/>
            <a:ext cx="2338761" cy="105979"/>
          </a:xfrm>
          <a:custGeom>
            <a:avLst/>
            <a:gdLst/>
            <a:ahLst/>
            <a:cxnLst/>
            <a:rect l="l" t="t" r="r" b="b"/>
            <a:pathLst>
              <a:path w="2338761" h="105979">
                <a:moveTo>
                  <a:pt x="20665" y="82662"/>
                </a:moveTo>
                <a:cubicBezTo>
                  <a:pt x="20665" y="85496"/>
                  <a:pt x="19660" y="87965"/>
                  <a:pt x="17648" y="89977"/>
                </a:cubicBezTo>
                <a:cubicBezTo>
                  <a:pt x="15636" y="91989"/>
                  <a:pt x="13167" y="92994"/>
                  <a:pt x="10333" y="92994"/>
                </a:cubicBezTo>
                <a:cubicBezTo>
                  <a:pt x="7498" y="92994"/>
                  <a:pt x="5029" y="91989"/>
                  <a:pt x="3018" y="89977"/>
                </a:cubicBezTo>
                <a:cubicBezTo>
                  <a:pt x="1006" y="87965"/>
                  <a:pt x="0" y="85496"/>
                  <a:pt x="0" y="82662"/>
                </a:cubicBezTo>
                <a:cubicBezTo>
                  <a:pt x="0" y="79827"/>
                  <a:pt x="1006" y="77450"/>
                  <a:pt x="3018" y="75438"/>
                </a:cubicBezTo>
                <a:cubicBezTo>
                  <a:pt x="5029" y="73426"/>
                  <a:pt x="7498" y="72420"/>
                  <a:pt x="10333" y="72420"/>
                </a:cubicBezTo>
                <a:cubicBezTo>
                  <a:pt x="13167" y="72420"/>
                  <a:pt x="15636" y="73426"/>
                  <a:pt x="17648" y="75438"/>
                </a:cubicBezTo>
                <a:cubicBezTo>
                  <a:pt x="19660" y="77450"/>
                  <a:pt x="20665" y="79827"/>
                  <a:pt x="20665" y="82662"/>
                </a:cubicBezTo>
              </a:path>
              <a:path w="2338761" h="105979">
                <a:moveTo>
                  <a:pt x="157917" y="79187"/>
                </a:moveTo>
                <a:cubicBezTo>
                  <a:pt x="157917" y="82022"/>
                  <a:pt x="156911" y="84491"/>
                  <a:pt x="154899" y="86502"/>
                </a:cubicBezTo>
                <a:cubicBezTo>
                  <a:pt x="152888" y="88514"/>
                  <a:pt x="150419" y="89520"/>
                  <a:pt x="147584" y="89520"/>
                </a:cubicBezTo>
                <a:cubicBezTo>
                  <a:pt x="144750" y="89520"/>
                  <a:pt x="142281" y="88514"/>
                  <a:pt x="140269" y="86502"/>
                </a:cubicBezTo>
                <a:cubicBezTo>
                  <a:pt x="138257" y="84491"/>
                  <a:pt x="137251" y="82022"/>
                  <a:pt x="137251" y="79187"/>
                </a:cubicBezTo>
                <a:cubicBezTo>
                  <a:pt x="137251" y="76352"/>
                  <a:pt x="138257" y="73884"/>
                  <a:pt x="140269" y="71872"/>
                </a:cubicBezTo>
                <a:cubicBezTo>
                  <a:pt x="142281" y="69860"/>
                  <a:pt x="144750" y="68854"/>
                  <a:pt x="147584" y="68854"/>
                </a:cubicBezTo>
                <a:cubicBezTo>
                  <a:pt x="150419" y="68854"/>
                  <a:pt x="152888" y="69860"/>
                  <a:pt x="154899" y="71872"/>
                </a:cubicBezTo>
                <a:cubicBezTo>
                  <a:pt x="156911" y="73884"/>
                  <a:pt x="157917" y="76352"/>
                  <a:pt x="157917" y="79187"/>
                </a:cubicBezTo>
              </a:path>
              <a:path w="2338761" h="105979">
                <a:moveTo>
                  <a:pt x="358170" y="70043"/>
                </a:moveTo>
                <a:cubicBezTo>
                  <a:pt x="358170" y="72878"/>
                  <a:pt x="357165" y="75347"/>
                  <a:pt x="355062" y="77358"/>
                </a:cubicBezTo>
                <a:cubicBezTo>
                  <a:pt x="353050" y="79370"/>
                  <a:pt x="350672" y="80376"/>
                  <a:pt x="347746" y="80376"/>
                </a:cubicBezTo>
                <a:cubicBezTo>
                  <a:pt x="344912" y="80376"/>
                  <a:pt x="342534" y="79370"/>
                  <a:pt x="340431" y="77358"/>
                </a:cubicBezTo>
                <a:cubicBezTo>
                  <a:pt x="338419" y="75347"/>
                  <a:pt x="337414" y="72878"/>
                  <a:pt x="337414" y="70043"/>
                </a:cubicBezTo>
                <a:cubicBezTo>
                  <a:pt x="337414" y="67208"/>
                  <a:pt x="338419" y="64740"/>
                  <a:pt x="340431" y="62728"/>
                </a:cubicBezTo>
                <a:cubicBezTo>
                  <a:pt x="342534" y="60716"/>
                  <a:pt x="344912" y="59710"/>
                  <a:pt x="347746" y="59710"/>
                </a:cubicBezTo>
                <a:cubicBezTo>
                  <a:pt x="350672" y="59710"/>
                  <a:pt x="353050" y="60716"/>
                  <a:pt x="355062" y="62728"/>
                </a:cubicBezTo>
                <a:cubicBezTo>
                  <a:pt x="357165" y="64740"/>
                  <a:pt x="358170" y="67208"/>
                  <a:pt x="358170" y="70043"/>
                </a:cubicBezTo>
              </a:path>
              <a:path w="2338761" h="105979">
                <a:moveTo>
                  <a:pt x="574792" y="71323"/>
                </a:moveTo>
                <a:cubicBezTo>
                  <a:pt x="574792" y="74158"/>
                  <a:pt x="573786" y="76627"/>
                  <a:pt x="571774" y="78638"/>
                </a:cubicBezTo>
                <a:cubicBezTo>
                  <a:pt x="569763" y="80650"/>
                  <a:pt x="567294" y="81656"/>
                  <a:pt x="564459" y="81656"/>
                </a:cubicBezTo>
                <a:cubicBezTo>
                  <a:pt x="561533" y="81656"/>
                  <a:pt x="559156" y="80650"/>
                  <a:pt x="557144" y="78638"/>
                </a:cubicBezTo>
                <a:cubicBezTo>
                  <a:pt x="555132" y="76627"/>
                  <a:pt x="554126" y="74158"/>
                  <a:pt x="554126" y="71323"/>
                </a:cubicBezTo>
                <a:cubicBezTo>
                  <a:pt x="554126" y="68489"/>
                  <a:pt x="555132" y="66111"/>
                  <a:pt x="557144" y="64099"/>
                </a:cubicBezTo>
                <a:cubicBezTo>
                  <a:pt x="559156" y="62088"/>
                  <a:pt x="561533" y="61082"/>
                  <a:pt x="564459" y="61082"/>
                </a:cubicBezTo>
                <a:cubicBezTo>
                  <a:pt x="567294" y="61082"/>
                  <a:pt x="569763" y="62088"/>
                  <a:pt x="571774" y="64099"/>
                </a:cubicBezTo>
                <a:cubicBezTo>
                  <a:pt x="573786" y="66111"/>
                  <a:pt x="574792" y="68489"/>
                  <a:pt x="574792" y="71323"/>
                </a:cubicBezTo>
              </a:path>
              <a:path w="2338761" h="105979">
                <a:moveTo>
                  <a:pt x="728868" y="81199"/>
                </a:moveTo>
                <a:cubicBezTo>
                  <a:pt x="728868" y="84125"/>
                  <a:pt x="727771" y="86502"/>
                  <a:pt x="725759" y="88514"/>
                </a:cubicBezTo>
                <a:cubicBezTo>
                  <a:pt x="723748" y="90526"/>
                  <a:pt x="721370" y="91531"/>
                  <a:pt x="718444" y="91531"/>
                </a:cubicBezTo>
                <a:cubicBezTo>
                  <a:pt x="715609" y="91531"/>
                  <a:pt x="713232" y="90526"/>
                  <a:pt x="711129" y="88514"/>
                </a:cubicBezTo>
                <a:cubicBezTo>
                  <a:pt x="709117" y="86502"/>
                  <a:pt x="708111" y="84125"/>
                  <a:pt x="708111" y="81199"/>
                </a:cubicBezTo>
                <a:cubicBezTo>
                  <a:pt x="708111" y="78364"/>
                  <a:pt x="709117" y="75987"/>
                  <a:pt x="711129" y="73975"/>
                </a:cubicBezTo>
                <a:cubicBezTo>
                  <a:pt x="713232" y="71963"/>
                  <a:pt x="715609" y="70957"/>
                  <a:pt x="718444" y="70957"/>
                </a:cubicBezTo>
                <a:cubicBezTo>
                  <a:pt x="721370" y="70957"/>
                  <a:pt x="723748" y="71963"/>
                  <a:pt x="725759" y="73975"/>
                </a:cubicBezTo>
                <a:cubicBezTo>
                  <a:pt x="727771" y="75987"/>
                  <a:pt x="728868" y="78364"/>
                  <a:pt x="728868" y="81199"/>
                </a:cubicBezTo>
              </a:path>
              <a:path w="2338761" h="105979">
                <a:moveTo>
                  <a:pt x="892363" y="95372"/>
                </a:moveTo>
                <a:cubicBezTo>
                  <a:pt x="892363" y="98207"/>
                  <a:pt x="891357" y="100584"/>
                  <a:pt x="889345" y="102596"/>
                </a:cubicBezTo>
                <a:cubicBezTo>
                  <a:pt x="887334" y="104607"/>
                  <a:pt x="884865" y="105613"/>
                  <a:pt x="882030" y="105613"/>
                </a:cubicBezTo>
                <a:cubicBezTo>
                  <a:pt x="879104" y="105613"/>
                  <a:pt x="876727" y="104607"/>
                  <a:pt x="874715" y="102596"/>
                </a:cubicBezTo>
                <a:cubicBezTo>
                  <a:pt x="872703" y="100584"/>
                  <a:pt x="871698" y="98207"/>
                  <a:pt x="871698" y="95372"/>
                </a:cubicBezTo>
                <a:cubicBezTo>
                  <a:pt x="871698" y="92446"/>
                  <a:pt x="872703" y="90068"/>
                  <a:pt x="874715" y="88057"/>
                </a:cubicBezTo>
                <a:cubicBezTo>
                  <a:pt x="876727" y="86045"/>
                  <a:pt x="879104" y="85039"/>
                  <a:pt x="882030" y="85039"/>
                </a:cubicBezTo>
                <a:cubicBezTo>
                  <a:pt x="884865" y="85039"/>
                  <a:pt x="887334" y="86045"/>
                  <a:pt x="889345" y="88057"/>
                </a:cubicBezTo>
                <a:cubicBezTo>
                  <a:pt x="891357" y="90068"/>
                  <a:pt x="892363" y="92446"/>
                  <a:pt x="892363" y="95372"/>
                </a:cubicBezTo>
              </a:path>
              <a:path w="2338761" h="105979">
                <a:moveTo>
                  <a:pt x="1060795" y="95646"/>
                </a:moveTo>
                <a:cubicBezTo>
                  <a:pt x="1060795" y="98481"/>
                  <a:pt x="1059790" y="100950"/>
                  <a:pt x="1057778" y="102961"/>
                </a:cubicBezTo>
                <a:cubicBezTo>
                  <a:pt x="1055766" y="104973"/>
                  <a:pt x="1053297" y="105979"/>
                  <a:pt x="1050463" y="105979"/>
                </a:cubicBezTo>
                <a:cubicBezTo>
                  <a:pt x="1047628" y="105979"/>
                  <a:pt x="1045159" y="104973"/>
                  <a:pt x="1043148" y="102961"/>
                </a:cubicBezTo>
                <a:cubicBezTo>
                  <a:pt x="1041136" y="100950"/>
                  <a:pt x="1040130" y="98481"/>
                  <a:pt x="1040130" y="95646"/>
                </a:cubicBezTo>
                <a:cubicBezTo>
                  <a:pt x="1040130" y="92812"/>
                  <a:pt x="1041136" y="90343"/>
                  <a:pt x="1043148" y="88331"/>
                </a:cubicBezTo>
                <a:cubicBezTo>
                  <a:pt x="1045159" y="86319"/>
                  <a:pt x="1047628" y="85314"/>
                  <a:pt x="1050463" y="85314"/>
                </a:cubicBezTo>
                <a:cubicBezTo>
                  <a:pt x="1053297" y="85314"/>
                  <a:pt x="1055766" y="86319"/>
                  <a:pt x="1057778" y="88331"/>
                </a:cubicBezTo>
                <a:cubicBezTo>
                  <a:pt x="1059790" y="90343"/>
                  <a:pt x="1060795" y="92812"/>
                  <a:pt x="1060795" y="95646"/>
                </a:cubicBezTo>
              </a:path>
              <a:path w="2338761" h="105979">
                <a:moveTo>
                  <a:pt x="1280526" y="48372"/>
                </a:moveTo>
                <a:cubicBezTo>
                  <a:pt x="1280526" y="51206"/>
                  <a:pt x="1279520" y="53584"/>
                  <a:pt x="1277508" y="55596"/>
                </a:cubicBezTo>
                <a:cubicBezTo>
                  <a:pt x="1275497" y="57607"/>
                  <a:pt x="1273028" y="58613"/>
                  <a:pt x="1270193" y="58613"/>
                </a:cubicBezTo>
                <a:cubicBezTo>
                  <a:pt x="1267358" y="58613"/>
                  <a:pt x="1264890" y="57607"/>
                  <a:pt x="1262878" y="55596"/>
                </a:cubicBezTo>
                <a:cubicBezTo>
                  <a:pt x="1260866" y="53584"/>
                  <a:pt x="1259860" y="51206"/>
                  <a:pt x="1259860" y="48372"/>
                </a:cubicBezTo>
                <a:cubicBezTo>
                  <a:pt x="1259860" y="45446"/>
                  <a:pt x="1260866" y="43068"/>
                  <a:pt x="1262878" y="41057"/>
                </a:cubicBezTo>
                <a:cubicBezTo>
                  <a:pt x="1264890" y="39045"/>
                  <a:pt x="1267358" y="38039"/>
                  <a:pt x="1270193" y="38039"/>
                </a:cubicBezTo>
                <a:cubicBezTo>
                  <a:pt x="1273028" y="38039"/>
                  <a:pt x="1275497" y="39045"/>
                  <a:pt x="1277508" y="41057"/>
                </a:cubicBezTo>
                <a:cubicBezTo>
                  <a:pt x="1279520" y="43068"/>
                  <a:pt x="1280526" y="45446"/>
                  <a:pt x="1280526" y="48372"/>
                </a:cubicBezTo>
              </a:path>
              <a:path w="2338761" h="105979">
                <a:moveTo>
                  <a:pt x="1409456" y="55047"/>
                </a:moveTo>
                <a:cubicBezTo>
                  <a:pt x="1409456" y="57973"/>
                  <a:pt x="1408450" y="60350"/>
                  <a:pt x="1406439" y="62362"/>
                </a:cubicBezTo>
                <a:cubicBezTo>
                  <a:pt x="1404427" y="64374"/>
                  <a:pt x="1401958" y="65380"/>
                  <a:pt x="1399123" y="65380"/>
                </a:cubicBezTo>
                <a:cubicBezTo>
                  <a:pt x="1396289" y="65380"/>
                  <a:pt x="1393820" y="64374"/>
                  <a:pt x="1391808" y="62362"/>
                </a:cubicBezTo>
                <a:cubicBezTo>
                  <a:pt x="1389797" y="60350"/>
                  <a:pt x="1388791" y="57973"/>
                  <a:pt x="1388791" y="55047"/>
                </a:cubicBezTo>
                <a:cubicBezTo>
                  <a:pt x="1388791" y="52212"/>
                  <a:pt x="1389797" y="49835"/>
                  <a:pt x="1391808" y="47823"/>
                </a:cubicBezTo>
                <a:cubicBezTo>
                  <a:pt x="1393820" y="45811"/>
                  <a:pt x="1396289" y="44806"/>
                  <a:pt x="1399123" y="44806"/>
                </a:cubicBezTo>
                <a:cubicBezTo>
                  <a:pt x="1401958" y="44806"/>
                  <a:pt x="1404427" y="45811"/>
                  <a:pt x="1406439" y="47823"/>
                </a:cubicBezTo>
                <a:cubicBezTo>
                  <a:pt x="1408450" y="49835"/>
                  <a:pt x="1409456" y="52212"/>
                  <a:pt x="1409456" y="55047"/>
                </a:cubicBezTo>
              </a:path>
              <a:path w="2338761" h="105979">
                <a:moveTo>
                  <a:pt x="1652504" y="87600"/>
                </a:moveTo>
                <a:cubicBezTo>
                  <a:pt x="1652504" y="90434"/>
                  <a:pt x="1651498" y="92812"/>
                  <a:pt x="1649486" y="94823"/>
                </a:cubicBezTo>
                <a:cubicBezTo>
                  <a:pt x="1647474" y="96926"/>
                  <a:pt x="1645006" y="97932"/>
                  <a:pt x="1642171" y="97932"/>
                </a:cubicBezTo>
                <a:cubicBezTo>
                  <a:pt x="1639336" y="97932"/>
                  <a:pt x="1636867" y="96926"/>
                  <a:pt x="1634856" y="94823"/>
                </a:cubicBezTo>
                <a:cubicBezTo>
                  <a:pt x="1632844" y="92812"/>
                  <a:pt x="1631838" y="90434"/>
                  <a:pt x="1631838" y="87600"/>
                </a:cubicBezTo>
                <a:cubicBezTo>
                  <a:pt x="1631838" y="84765"/>
                  <a:pt x="1632844" y="82296"/>
                  <a:pt x="1634856" y="80284"/>
                </a:cubicBezTo>
                <a:cubicBezTo>
                  <a:pt x="1636867" y="78273"/>
                  <a:pt x="1639336" y="77267"/>
                  <a:pt x="1642171" y="77267"/>
                </a:cubicBezTo>
                <a:cubicBezTo>
                  <a:pt x="1645006" y="77267"/>
                  <a:pt x="1647474" y="78273"/>
                  <a:pt x="1649486" y="80284"/>
                </a:cubicBezTo>
                <a:cubicBezTo>
                  <a:pt x="1651498" y="82296"/>
                  <a:pt x="1652504" y="84765"/>
                  <a:pt x="1652504" y="87600"/>
                </a:cubicBezTo>
              </a:path>
              <a:path w="2338761" h="105979">
                <a:moveTo>
                  <a:pt x="1819290" y="58796"/>
                </a:moveTo>
                <a:cubicBezTo>
                  <a:pt x="1819290" y="61722"/>
                  <a:pt x="1818284" y="64099"/>
                  <a:pt x="1816273" y="66111"/>
                </a:cubicBezTo>
                <a:cubicBezTo>
                  <a:pt x="1814261" y="68123"/>
                  <a:pt x="1811792" y="69129"/>
                  <a:pt x="1808958" y="69129"/>
                </a:cubicBezTo>
                <a:cubicBezTo>
                  <a:pt x="1806031" y="69129"/>
                  <a:pt x="1803654" y="68123"/>
                  <a:pt x="1801642" y="66111"/>
                </a:cubicBezTo>
                <a:cubicBezTo>
                  <a:pt x="1799631" y="64099"/>
                  <a:pt x="1798625" y="61722"/>
                  <a:pt x="1798625" y="58796"/>
                </a:cubicBezTo>
                <a:cubicBezTo>
                  <a:pt x="1798625" y="55961"/>
                  <a:pt x="1799631" y="53584"/>
                  <a:pt x="1801642" y="51572"/>
                </a:cubicBezTo>
                <a:cubicBezTo>
                  <a:pt x="1803654" y="49560"/>
                  <a:pt x="1806031" y="48555"/>
                  <a:pt x="1808958" y="48555"/>
                </a:cubicBezTo>
                <a:cubicBezTo>
                  <a:pt x="1811792" y="48555"/>
                  <a:pt x="1814261" y="49560"/>
                  <a:pt x="1816273" y="51572"/>
                </a:cubicBezTo>
                <a:cubicBezTo>
                  <a:pt x="1818284" y="53584"/>
                  <a:pt x="1819290" y="55961"/>
                  <a:pt x="1819290" y="58796"/>
                </a:cubicBezTo>
              </a:path>
              <a:path w="2338761" h="105979">
                <a:moveTo>
                  <a:pt x="1967697" y="23317"/>
                </a:moveTo>
                <a:cubicBezTo>
                  <a:pt x="1967697" y="26152"/>
                  <a:pt x="1966600" y="28621"/>
                  <a:pt x="1964588" y="30632"/>
                </a:cubicBezTo>
                <a:cubicBezTo>
                  <a:pt x="1962577" y="32644"/>
                  <a:pt x="1960199" y="33650"/>
                  <a:pt x="1957273" y="33650"/>
                </a:cubicBezTo>
                <a:cubicBezTo>
                  <a:pt x="1954439" y="33650"/>
                  <a:pt x="1952061" y="32644"/>
                  <a:pt x="1949958" y="30632"/>
                </a:cubicBezTo>
                <a:cubicBezTo>
                  <a:pt x="1947946" y="28621"/>
                  <a:pt x="1946940" y="26152"/>
                  <a:pt x="1946940" y="23317"/>
                </a:cubicBezTo>
                <a:cubicBezTo>
                  <a:pt x="1946940" y="20483"/>
                  <a:pt x="1947946" y="18014"/>
                  <a:pt x="1949958" y="16002"/>
                </a:cubicBezTo>
                <a:cubicBezTo>
                  <a:pt x="1952061" y="13990"/>
                  <a:pt x="1954439" y="12984"/>
                  <a:pt x="1957273" y="12984"/>
                </a:cubicBezTo>
                <a:cubicBezTo>
                  <a:pt x="1960199" y="12984"/>
                  <a:pt x="1962577" y="13990"/>
                  <a:pt x="1964588" y="16002"/>
                </a:cubicBezTo>
                <a:cubicBezTo>
                  <a:pt x="1966600" y="18014"/>
                  <a:pt x="1967697" y="20483"/>
                  <a:pt x="1967697" y="23317"/>
                </a:cubicBezTo>
              </a:path>
              <a:path w="2338761" h="105979">
                <a:moveTo>
                  <a:pt x="2135673" y="52304"/>
                </a:moveTo>
                <a:cubicBezTo>
                  <a:pt x="2135673" y="55138"/>
                  <a:pt x="2134667" y="57516"/>
                  <a:pt x="2132655" y="59527"/>
                </a:cubicBezTo>
                <a:cubicBezTo>
                  <a:pt x="2130643" y="61539"/>
                  <a:pt x="2128175" y="62545"/>
                  <a:pt x="2125340" y="62545"/>
                </a:cubicBezTo>
                <a:cubicBezTo>
                  <a:pt x="2122414" y="62545"/>
                  <a:pt x="2120036" y="61539"/>
                  <a:pt x="2118025" y="59527"/>
                </a:cubicBezTo>
                <a:cubicBezTo>
                  <a:pt x="2116013" y="57516"/>
                  <a:pt x="2115007" y="55138"/>
                  <a:pt x="2115007" y="52304"/>
                </a:cubicBezTo>
                <a:cubicBezTo>
                  <a:pt x="2115007" y="49378"/>
                  <a:pt x="2116013" y="47000"/>
                  <a:pt x="2118025" y="44988"/>
                </a:cubicBezTo>
                <a:cubicBezTo>
                  <a:pt x="2120036" y="42977"/>
                  <a:pt x="2122414" y="41971"/>
                  <a:pt x="2125340" y="41971"/>
                </a:cubicBezTo>
                <a:cubicBezTo>
                  <a:pt x="2128175" y="41971"/>
                  <a:pt x="2130643" y="42977"/>
                  <a:pt x="2132655" y="44988"/>
                </a:cubicBezTo>
                <a:cubicBezTo>
                  <a:pt x="2134667" y="47000"/>
                  <a:pt x="2135673" y="49378"/>
                  <a:pt x="2135673" y="52304"/>
                </a:cubicBezTo>
              </a:path>
              <a:path w="2338761" h="105979">
                <a:moveTo>
                  <a:pt x="2338761" y="10333"/>
                </a:moveTo>
                <a:cubicBezTo>
                  <a:pt x="2338761" y="13167"/>
                  <a:pt x="2337755" y="15545"/>
                  <a:pt x="2335743" y="17556"/>
                </a:cubicBezTo>
                <a:cubicBezTo>
                  <a:pt x="2333732" y="19568"/>
                  <a:pt x="2331263" y="20574"/>
                  <a:pt x="2328428" y="20574"/>
                </a:cubicBezTo>
                <a:cubicBezTo>
                  <a:pt x="2325594" y="20574"/>
                  <a:pt x="2323125" y="19568"/>
                  <a:pt x="2321113" y="17556"/>
                </a:cubicBezTo>
                <a:cubicBezTo>
                  <a:pt x="2319101" y="15545"/>
                  <a:pt x="2318095" y="13167"/>
                  <a:pt x="2318095" y="10333"/>
                </a:cubicBezTo>
                <a:cubicBezTo>
                  <a:pt x="2318095" y="7498"/>
                  <a:pt x="2319101" y="5029"/>
                  <a:pt x="2321113" y="3018"/>
                </a:cubicBezTo>
                <a:cubicBezTo>
                  <a:pt x="2323125" y="1006"/>
                  <a:pt x="2325594" y="0"/>
                  <a:pt x="2328428" y="0"/>
                </a:cubicBezTo>
                <a:cubicBezTo>
                  <a:pt x="2331263" y="0"/>
                  <a:pt x="2333732" y="1006"/>
                  <a:pt x="2335743" y="3018"/>
                </a:cubicBezTo>
                <a:cubicBezTo>
                  <a:pt x="2337755" y="5029"/>
                  <a:pt x="2338761" y="7498"/>
                  <a:pt x="2338761" y="10333"/>
                </a:cubicBezTo>
              </a:path>
            </a:pathLst>
          </a:custGeom>
          <a:solidFill>
            <a:srgbClr val="F2EFE6"/>
          </a:solidFill>
          <a:ln w="4013">
            <a:solidFill>
              <a:srgbClr val="8D948E"/>
            </a:solidFill>
            <a:prstDash val="solid"/>
          </a:ln>
        </p:spPr>
      </p:sp>
      <p:sp>
        <p:nvSpPr>
          <p:cNvPr id="15" name="Forma 282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F9F7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62527" y="3516234"/>
            <a:ext cx="121067" cy="8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2"/>
              </a:lnSpc>
              <a:buNone/>
            </a:pPr>
            <a:r>
              <a:rPr lang="en-US" sz="451" b="1" dirty="0">
                <a:solidFill>
                  <a:srgbClr val="5B5E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451" dirty="0"/>
          </a:p>
        </p:txBody>
      </p:sp>
      <p:sp>
        <p:nvSpPr>
          <p:cNvPr id="17" name="Text 15"/>
          <p:cNvSpPr txBox="1"/>
          <p:nvPr/>
        </p:nvSpPr>
        <p:spPr>
          <a:xfrm>
            <a:off x="2239274" y="1981048"/>
            <a:ext cx="153345" cy="8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2"/>
              </a:lnSpc>
              <a:buNone/>
            </a:pPr>
            <a:r>
              <a:rPr lang="en-US" sz="451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451" dirty="0"/>
          </a:p>
        </p:txBody>
      </p:sp>
      <p:sp>
        <p:nvSpPr>
          <p:cNvPr id="18" name="Text 16"/>
          <p:cNvSpPr txBox="1"/>
          <p:nvPr/>
        </p:nvSpPr>
        <p:spPr>
          <a:xfrm>
            <a:off x="2918490" y="3006456"/>
            <a:ext cx="153345" cy="8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2"/>
              </a:lnSpc>
              <a:buNone/>
            </a:pPr>
            <a:r>
              <a:rPr lang="en-US" sz="451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451" dirty="0"/>
          </a:p>
        </p:txBody>
      </p:sp>
      <p:sp>
        <p:nvSpPr>
          <p:cNvPr id="19" name="Text 17"/>
          <p:cNvSpPr txBox="1"/>
          <p:nvPr/>
        </p:nvSpPr>
        <p:spPr>
          <a:xfrm>
            <a:off x="3330885" y="1837670"/>
            <a:ext cx="153253" cy="8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2"/>
              </a:lnSpc>
              <a:buNone/>
            </a:pPr>
            <a:r>
              <a:rPr lang="en-US" sz="451" b="1" dirty="0">
                <a:solidFill>
                  <a:srgbClr val="2026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451" dirty="0"/>
          </a:p>
        </p:txBody>
      </p:sp>
      <p:sp>
        <p:nvSpPr>
          <p:cNvPr id="20" name="Text 18"/>
          <p:cNvSpPr txBox="1"/>
          <p:nvPr/>
        </p:nvSpPr>
        <p:spPr>
          <a:xfrm>
            <a:off x="3536076" y="1587124"/>
            <a:ext cx="121067" cy="8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2"/>
              </a:lnSpc>
              <a:buNone/>
            </a:pPr>
            <a:r>
              <a:rPr lang="en-US" sz="451" b="1" dirty="0">
                <a:solidFill>
                  <a:srgbClr val="595C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51" dirty="0"/>
          </a:p>
        </p:txBody>
      </p:sp>
      <p:sp>
        <p:nvSpPr>
          <p:cNvPr id="21" name="Text 19"/>
          <p:cNvSpPr txBox="1"/>
          <p:nvPr/>
        </p:nvSpPr>
        <p:spPr>
          <a:xfrm>
            <a:off x="5002865" y="1565453"/>
            <a:ext cx="633496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27" kern="0" dirty="0">
                <a:solidFill>
                  <a:srgbClr val="D5B1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4980554" y="1841236"/>
            <a:ext cx="2104309" cy="106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3"/>
              </a:lnSpc>
              <a:buNone/>
            </a:pPr>
            <a:r>
              <a:rPr lang="en-US" sz="3526" b="1" spc="-103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Muchas</a:t>
            </a:r>
            <a:endParaRPr lang="en-US" sz="3526" dirty="0"/>
          </a:p>
          <a:p>
            <a:pPr algn="l" indent="0" marL="0">
              <a:lnSpc>
                <a:spcPts val="3673"/>
              </a:lnSpc>
              <a:buNone/>
            </a:pPr>
            <a:r>
              <a:rPr lang="en-US" sz="3526" b="1" spc="-108" kern="0" dirty="0">
                <a:solidFill>
                  <a:srgbClr val="F9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Gracias!</a:t>
            </a:r>
            <a:endParaRPr lang="en-US" sz="3526" dirty="0"/>
          </a:p>
        </p:txBody>
      </p:sp>
      <p:sp>
        <p:nvSpPr>
          <p:cNvPr id="23" name="Text 21"/>
          <p:cNvSpPr txBox="1"/>
          <p:nvPr/>
        </p:nvSpPr>
        <p:spPr>
          <a:xfrm>
            <a:off x="5002865" y="3004078"/>
            <a:ext cx="3767237" cy="29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8"/>
              </a:lnSpc>
              <a:buNone/>
            </a:pPr>
            <a:r>
              <a:rPr lang="en-US" sz="881" spc="35" kern="0" dirty="0">
                <a:solidFill>
                  <a:srgbClr val="626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Universidad Diego Portales · Algoritmos de Ruteo y</a:t>
            </a:r>
            <a:endParaRPr lang="en-US" sz="881" dirty="0"/>
          </a:p>
          <a:p>
            <a:pPr algn="l" indent="0" marL="0">
              <a:lnSpc>
                <a:spcPts val="1028"/>
              </a:lnSpc>
              <a:buNone/>
            </a:pPr>
            <a:r>
              <a:rPr lang="en-US" sz="881" spc="33" kern="0" dirty="0">
                <a:solidFill>
                  <a:srgbClr val="626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Redes Resilientes</a:t>
            </a:r>
            <a:endParaRPr lang="en-US" sz="881" dirty="0"/>
          </a:p>
        </p:txBody>
      </p:sp>
      <p:sp>
        <p:nvSpPr>
          <p:cNvPr id="24" name="Text 2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F9F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35</a:t>
            </a:r>
            <a:endParaRPr lang="en-US" sz="88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1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83"/>
          <p:cNvSpPr/>
          <p:nvPr/>
        </p:nvSpPr>
        <p:spPr>
          <a:xfrm>
            <a:off x="643738" y="1034278"/>
            <a:ext cx="7855062" cy="9327"/>
          </a:xfrm>
          <a:custGeom>
            <a:avLst/>
            <a:gdLst/>
            <a:ahLst/>
            <a:cxnLst/>
            <a:rect l="l" t="t" r="r" b="b"/>
            <a:pathLst>
              <a:path w="7855062" h="9327">
                <a:moveTo>
                  <a:pt x="0" y="0"/>
                </a:moveTo>
                <a:lnTo>
                  <a:pt x="7855062" y="0"/>
                </a:lnTo>
                <a:lnTo>
                  <a:pt x="7855062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B9B6AB"/>
          </a:solidFill>
          <a:ln/>
        </p:spPr>
      </p:sp>
      <p:sp>
        <p:nvSpPr>
          <p:cNvPr id="3" name="Forma 284"/>
          <p:cNvSpPr/>
          <p:nvPr/>
        </p:nvSpPr>
        <p:spPr>
          <a:xfrm>
            <a:off x="643738" y="1239286"/>
            <a:ext cx="2192365" cy="3373130"/>
          </a:xfrm>
          <a:custGeom>
            <a:avLst/>
            <a:gdLst/>
            <a:ahLst/>
            <a:cxnLst/>
            <a:rect l="l" t="t" r="r" b="b"/>
            <a:pathLst>
              <a:path w="2192365" h="3373130">
                <a:moveTo>
                  <a:pt x="0" y="0"/>
                </a:moveTo>
                <a:lnTo>
                  <a:pt x="18654" y="0"/>
                </a:lnTo>
                <a:lnTo>
                  <a:pt x="18654" y="3373130"/>
                </a:lnTo>
                <a:lnTo>
                  <a:pt x="0" y="3373130"/>
                </a:lnTo>
                <a:close/>
              </a:path>
              <a:path w="2192365" h="3373130">
                <a:moveTo>
                  <a:pt x="671718" y="959754"/>
                </a:moveTo>
                <a:lnTo>
                  <a:pt x="699699" y="959754"/>
                </a:lnTo>
                <a:lnTo>
                  <a:pt x="699699" y="969081"/>
                </a:lnTo>
                <a:lnTo>
                  <a:pt x="671718" y="969081"/>
                </a:lnTo>
              </a:path>
              <a:path w="2192365" h="3373130">
                <a:moveTo>
                  <a:pt x="718353" y="959754"/>
                </a:moveTo>
                <a:lnTo>
                  <a:pt x="746333" y="959754"/>
                </a:lnTo>
                <a:lnTo>
                  <a:pt x="746333" y="969081"/>
                </a:lnTo>
                <a:lnTo>
                  <a:pt x="718353" y="969081"/>
                </a:lnTo>
              </a:path>
              <a:path w="2192365" h="3373130">
                <a:moveTo>
                  <a:pt x="764987" y="959754"/>
                </a:moveTo>
                <a:lnTo>
                  <a:pt x="792968" y="959754"/>
                </a:lnTo>
                <a:lnTo>
                  <a:pt x="792968" y="969081"/>
                </a:lnTo>
                <a:lnTo>
                  <a:pt x="764987" y="969081"/>
                </a:lnTo>
              </a:path>
              <a:path w="2192365" h="3373130">
                <a:moveTo>
                  <a:pt x="811621" y="959754"/>
                </a:moveTo>
                <a:lnTo>
                  <a:pt x="839602" y="959754"/>
                </a:lnTo>
                <a:lnTo>
                  <a:pt x="839602" y="969081"/>
                </a:lnTo>
                <a:lnTo>
                  <a:pt x="811621" y="969081"/>
                </a:lnTo>
              </a:path>
              <a:path w="2192365" h="3373130">
                <a:moveTo>
                  <a:pt x="858256" y="959754"/>
                </a:moveTo>
                <a:lnTo>
                  <a:pt x="886236" y="959754"/>
                </a:lnTo>
                <a:lnTo>
                  <a:pt x="886236" y="969081"/>
                </a:lnTo>
                <a:lnTo>
                  <a:pt x="858256" y="969081"/>
                </a:lnTo>
              </a:path>
              <a:path w="2192365" h="3373130">
                <a:moveTo>
                  <a:pt x="904890" y="959754"/>
                </a:moveTo>
                <a:lnTo>
                  <a:pt x="932871" y="959754"/>
                </a:lnTo>
                <a:lnTo>
                  <a:pt x="932871" y="969081"/>
                </a:lnTo>
                <a:lnTo>
                  <a:pt x="904890" y="969081"/>
                </a:lnTo>
              </a:path>
              <a:path w="2192365" h="3373130">
                <a:moveTo>
                  <a:pt x="951525" y="959754"/>
                </a:moveTo>
                <a:lnTo>
                  <a:pt x="979597" y="959754"/>
                </a:lnTo>
                <a:lnTo>
                  <a:pt x="979597" y="969081"/>
                </a:lnTo>
                <a:lnTo>
                  <a:pt x="951525" y="969081"/>
                </a:lnTo>
              </a:path>
              <a:path w="2192365" h="3373130">
                <a:moveTo>
                  <a:pt x="998250" y="959754"/>
                </a:moveTo>
                <a:lnTo>
                  <a:pt x="1026231" y="959754"/>
                </a:lnTo>
                <a:lnTo>
                  <a:pt x="1026231" y="969081"/>
                </a:lnTo>
                <a:lnTo>
                  <a:pt x="998250" y="969081"/>
                </a:lnTo>
              </a:path>
              <a:path w="2192365" h="3373130">
                <a:moveTo>
                  <a:pt x="1044885" y="959754"/>
                </a:moveTo>
                <a:lnTo>
                  <a:pt x="1072866" y="959754"/>
                </a:lnTo>
                <a:lnTo>
                  <a:pt x="1072866" y="969081"/>
                </a:lnTo>
                <a:lnTo>
                  <a:pt x="1044885" y="969081"/>
                </a:lnTo>
              </a:path>
              <a:path w="2192365" h="3373130">
                <a:moveTo>
                  <a:pt x="1091519" y="959754"/>
                </a:moveTo>
                <a:lnTo>
                  <a:pt x="1119500" y="959754"/>
                </a:lnTo>
                <a:lnTo>
                  <a:pt x="1119500" y="969081"/>
                </a:lnTo>
                <a:lnTo>
                  <a:pt x="1091519" y="969081"/>
                </a:lnTo>
              </a:path>
              <a:path w="2192365" h="3373130">
                <a:moveTo>
                  <a:pt x="1138154" y="959754"/>
                </a:moveTo>
                <a:lnTo>
                  <a:pt x="1166134" y="959754"/>
                </a:lnTo>
                <a:lnTo>
                  <a:pt x="1166134" y="969081"/>
                </a:lnTo>
                <a:lnTo>
                  <a:pt x="1138154" y="969081"/>
                </a:lnTo>
              </a:path>
              <a:path w="2192365" h="3373130">
                <a:moveTo>
                  <a:pt x="1184788" y="959754"/>
                </a:moveTo>
                <a:lnTo>
                  <a:pt x="1212769" y="959754"/>
                </a:lnTo>
                <a:lnTo>
                  <a:pt x="1212769" y="969081"/>
                </a:lnTo>
                <a:lnTo>
                  <a:pt x="1184788" y="969081"/>
                </a:lnTo>
              </a:path>
              <a:path w="2192365" h="3373130">
                <a:moveTo>
                  <a:pt x="1231422" y="959754"/>
                </a:moveTo>
                <a:lnTo>
                  <a:pt x="1259403" y="959754"/>
                </a:lnTo>
                <a:lnTo>
                  <a:pt x="1259403" y="969081"/>
                </a:lnTo>
                <a:lnTo>
                  <a:pt x="1231422" y="969081"/>
                </a:lnTo>
              </a:path>
              <a:path w="2192365" h="3373130">
                <a:moveTo>
                  <a:pt x="1278057" y="959754"/>
                </a:moveTo>
                <a:lnTo>
                  <a:pt x="1306038" y="959754"/>
                </a:lnTo>
                <a:lnTo>
                  <a:pt x="1306038" y="969081"/>
                </a:lnTo>
                <a:lnTo>
                  <a:pt x="1278057" y="969081"/>
                </a:lnTo>
              </a:path>
              <a:path w="2192365" h="3373130">
                <a:moveTo>
                  <a:pt x="1324691" y="959754"/>
                </a:moveTo>
                <a:lnTo>
                  <a:pt x="1352763" y="959754"/>
                </a:lnTo>
                <a:lnTo>
                  <a:pt x="1352763" y="969081"/>
                </a:lnTo>
                <a:lnTo>
                  <a:pt x="1324691" y="969081"/>
                </a:lnTo>
              </a:path>
              <a:path w="2192365" h="3373130">
                <a:moveTo>
                  <a:pt x="1371417" y="959754"/>
                </a:moveTo>
                <a:lnTo>
                  <a:pt x="1399398" y="959754"/>
                </a:lnTo>
                <a:lnTo>
                  <a:pt x="1399398" y="969081"/>
                </a:lnTo>
                <a:lnTo>
                  <a:pt x="1371417" y="969081"/>
                </a:lnTo>
              </a:path>
              <a:path w="2192365" h="3373130">
                <a:moveTo>
                  <a:pt x="1418052" y="959754"/>
                </a:moveTo>
                <a:lnTo>
                  <a:pt x="1446032" y="959754"/>
                </a:lnTo>
                <a:lnTo>
                  <a:pt x="1446032" y="969081"/>
                </a:lnTo>
                <a:lnTo>
                  <a:pt x="1418052" y="969081"/>
                </a:lnTo>
              </a:path>
              <a:path w="2192365" h="3373130">
                <a:moveTo>
                  <a:pt x="1464686" y="959754"/>
                </a:moveTo>
                <a:lnTo>
                  <a:pt x="1492667" y="959754"/>
                </a:lnTo>
                <a:lnTo>
                  <a:pt x="1492667" y="969081"/>
                </a:lnTo>
                <a:lnTo>
                  <a:pt x="1464686" y="969081"/>
                </a:lnTo>
              </a:path>
              <a:path w="2192365" h="3373130">
                <a:moveTo>
                  <a:pt x="1511320" y="959754"/>
                </a:moveTo>
                <a:lnTo>
                  <a:pt x="1539301" y="959754"/>
                </a:lnTo>
                <a:lnTo>
                  <a:pt x="1539301" y="969081"/>
                </a:lnTo>
                <a:lnTo>
                  <a:pt x="1511320" y="969081"/>
                </a:lnTo>
              </a:path>
              <a:path w="2192365" h="3373130">
                <a:moveTo>
                  <a:pt x="1557955" y="959754"/>
                </a:moveTo>
                <a:lnTo>
                  <a:pt x="1585935" y="959754"/>
                </a:lnTo>
                <a:lnTo>
                  <a:pt x="1585935" y="969081"/>
                </a:lnTo>
                <a:lnTo>
                  <a:pt x="1557955" y="969081"/>
                </a:lnTo>
              </a:path>
              <a:path w="2192365" h="3373130">
                <a:moveTo>
                  <a:pt x="1604589" y="959754"/>
                </a:moveTo>
                <a:lnTo>
                  <a:pt x="1632570" y="959754"/>
                </a:lnTo>
                <a:lnTo>
                  <a:pt x="1632570" y="969081"/>
                </a:lnTo>
                <a:lnTo>
                  <a:pt x="1604589" y="969081"/>
                </a:lnTo>
              </a:path>
              <a:path w="2192365" h="3373130">
                <a:moveTo>
                  <a:pt x="1651224" y="959754"/>
                </a:moveTo>
                <a:lnTo>
                  <a:pt x="1679204" y="959754"/>
                </a:lnTo>
                <a:lnTo>
                  <a:pt x="1679204" y="969081"/>
                </a:lnTo>
                <a:lnTo>
                  <a:pt x="1651224" y="969081"/>
                </a:lnTo>
              </a:path>
              <a:path w="2192365" h="3373130">
                <a:moveTo>
                  <a:pt x="1697858" y="959754"/>
                </a:moveTo>
                <a:lnTo>
                  <a:pt x="1725839" y="959754"/>
                </a:lnTo>
                <a:lnTo>
                  <a:pt x="1725839" y="969081"/>
                </a:lnTo>
                <a:lnTo>
                  <a:pt x="1697858" y="969081"/>
                </a:lnTo>
              </a:path>
              <a:path w="2192365" h="3373130">
                <a:moveTo>
                  <a:pt x="1744584" y="959754"/>
                </a:moveTo>
                <a:lnTo>
                  <a:pt x="1772564" y="959754"/>
                </a:lnTo>
                <a:lnTo>
                  <a:pt x="1772564" y="969081"/>
                </a:lnTo>
                <a:lnTo>
                  <a:pt x="1744584" y="969081"/>
                </a:lnTo>
              </a:path>
              <a:path w="2192365" h="3373130">
                <a:moveTo>
                  <a:pt x="1791218" y="959754"/>
                </a:moveTo>
                <a:lnTo>
                  <a:pt x="1819199" y="959754"/>
                </a:lnTo>
                <a:lnTo>
                  <a:pt x="1819199" y="969081"/>
                </a:lnTo>
                <a:lnTo>
                  <a:pt x="1791218" y="969081"/>
                </a:lnTo>
              </a:path>
              <a:path w="2192365" h="3373130">
                <a:moveTo>
                  <a:pt x="1837853" y="959754"/>
                </a:moveTo>
                <a:lnTo>
                  <a:pt x="1865833" y="959754"/>
                </a:lnTo>
                <a:lnTo>
                  <a:pt x="1865833" y="969081"/>
                </a:lnTo>
                <a:lnTo>
                  <a:pt x="1837853" y="969081"/>
                </a:lnTo>
              </a:path>
              <a:path w="2192365" h="3373130">
                <a:moveTo>
                  <a:pt x="1884487" y="959754"/>
                </a:moveTo>
                <a:lnTo>
                  <a:pt x="1912468" y="959754"/>
                </a:lnTo>
                <a:lnTo>
                  <a:pt x="1912468" y="969081"/>
                </a:lnTo>
                <a:lnTo>
                  <a:pt x="1884487" y="969081"/>
                </a:lnTo>
              </a:path>
              <a:path w="2192365" h="3373130">
                <a:moveTo>
                  <a:pt x="1931121" y="959754"/>
                </a:moveTo>
                <a:lnTo>
                  <a:pt x="1959102" y="959754"/>
                </a:lnTo>
                <a:lnTo>
                  <a:pt x="1959102" y="969081"/>
                </a:lnTo>
                <a:lnTo>
                  <a:pt x="1931121" y="969081"/>
                </a:lnTo>
              </a:path>
              <a:path w="2192365" h="3373130">
                <a:moveTo>
                  <a:pt x="1977756" y="959754"/>
                </a:moveTo>
                <a:lnTo>
                  <a:pt x="2005736" y="959754"/>
                </a:lnTo>
                <a:lnTo>
                  <a:pt x="2005736" y="969081"/>
                </a:lnTo>
                <a:lnTo>
                  <a:pt x="1977756" y="969081"/>
                </a:lnTo>
              </a:path>
              <a:path w="2192365" h="3373130">
                <a:moveTo>
                  <a:pt x="2024390" y="959754"/>
                </a:moveTo>
                <a:lnTo>
                  <a:pt x="2052371" y="959754"/>
                </a:lnTo>
                <a:lnTo>
                  <a:pt x="2052371" y="969081"/>
                </a:lnTo>
                <a:lnTo>
                  <a:pt x="2024390" y="969081"/>
                </a:lnTo>
              </a:path>
              <a:path w="2192365" h="3373130">
                <a:moveTo>
                  <a:pt x="2071025" y="959754"/>
                </a:moveTo>
                <a:lnTo>
                  <a:pt x="2099005" y="959754"/>
                </a:lnTo>
                <a:lnTo>
                  <a:pt x="2099005" y="969081"/>
                </a:lnTo>
                <a:lnTo>
                  <a:pt x="2071025" y="969081"/>
                </a:lnTo>
              </a:path>
              <a:path w="2192365" h="3373130">
                <a:moveTo>
                  <a:pt x="2117659" y="959754"/>
                </a:moveTo>
                <a:lnTo>
                  <a:pt x="2145731" y="959754"/>
                </a:lnTo>
                <a:lnTo>
                  <a:pt x="2145731" y="969081"/>
                </a:lnTo>
                <a:lnTo>
                  <a:pt x="2117659" y="969081"/>
                </a:lnTo>
              </a:path>
              <a:path w="2192365" h="3373130">
                <a:moveTo>
                  <a:pt x="2164385" y="959754"/>
                </a:moveTo>
                <a:lnTo>
                  <a:pt x="2192365" y="959754"/>
                </a:lnTo>
                <a:lnTo>
                  <a:pt x="2192365" y="969081"/>
                </a:lnTo>
                <a:lnTo>
                  <a:pt x="2164385" y="969081"/>
                </a:lnTo>
              </a:path>
              <a:path w="2192365" h="3373130">
                <a:moveTo>
                  <a:pt x="158557" y="1695846"/>
                </a:moveTo>
                <a:lnTo>
                  <a:pt x="186538" y="1695846"/>
                </a:lnTo>
                <a:lnTo>
                  <a:pt x="186538" y="1705173"/>
                </a:lnTo>
                <a:lnTo>
                  <a:pt x="158557" y="1705173"/>
                </a:lnTo>
              </a:path>
              <a:path w="2192365" h="3373130">
                <a:moveTo>
                  <a:pt x="205283" y="1695846"/>
                </a:moveTo>
                <a:lnTo>
                  <a:pt x="233263" y="1695846"/>
                </a:lnTo>
                <a:lnTo>
                  <a:pt x="233263" y="1705173"/>
                </a:lnTo>
                <a:lnTo>
                  <a:pt x="205283" y="1705173"/>
                </a:lnTo>
              </a:path>
              <a:path w="2192365" h="3373130">
                <a:moveTo>
                  <a:pt x="251917" y="1695846"/>
                </a:moveTo>
                <a:lnTo>
                  <a:pt x="279898" y="1695846"/>
                </a:lnTo>
                <a:lnTo>
                  <a:pt x="279898" y="1705173"/>
                </a:lnTo>
                <a:lnTo>
                  <a:pt x="251917" y="1705173"/>
                </a:lnTo>
              </a:path>
              <a:path w="2192365" h="3373130">
                <a:moveTo>
                  <a:pt x="298552" y="1695846"/>
                </a:moveTo>
                <a:lnTo>
                  <a:pt x="326532" y="1695846"/>
                </a:lnTo>
                <a:lnTo>
                  <a:pt x="326532" y="1705173"/>
                </a:lnTo>
                <a:lnTo>
                  <a:pt x="298552" y="1705173"/>
                </a:lnTo>
              </a:path>
              <a:path w="2192365" h="3373130">
                <a:moveTo>
                  <a:pt x="345186" y="1695846"/>
                </a:moveTo>
                <a:lnTo>
                  <a:pt x="373167" y="1695846"/>
                </a:lnTo>
                <a:lnTo>
                  <a:pt x="373167" y="1705173"/>
                </a:lnTo>
                <a:lnTo>
                  <a:pt x="345186" y="1705173"/>
                </a:lnTo>
              </a:path>
              <a:path w="2192365" h="3373130">
                <a:moveTo>
                  <a:pt x="391820" y="1695846"/>
                </a:moveTo>
                <a:lnTo>
                  <a:pt x="419801" y="1695846"/>
                </a:lnTo>
                <a:lnTo>
                  <a:pt x="419801" y="1705173"/>
                </a:lnTo>
                <a:lnTo>
                  <a:pt x="391820" y="1705173"/>
                </a:lnTo>
              </a:path>
              <a:path w="2192365" h="3373130">
                <a:moveTo>
                  <a:pt x="438455" y="1695846"/>
                </a:moveTo>
                <a:lnTo>
                  <a:pt x="466435" y="1695846"/>
                </a:lnTo>
                <a:lnTo>
                  <a:pt x="466435" y="1705173"/>
                </a:lnTo>
                <a:lnTo>
                  <a:pt x="438455" y="1705173"/>
                </a:lnTo>
              </a:path>
              <a:path w="2192365" h="3373130">
                <a:moveTo>
                  <a:pt x="485089" y="1695846"/>
                </a:moveTo>
                <a:lnTo>
                  <a:pt x="513070" y="1695846"/>
                </a:lnTo>
                <a:lnTo>
                  <a:pt x="513070" y="1705173"/>
                </a:lnTo>
                <a:lnTo>
                  <a:pt x="485089" y="1705173"/>
                </a:lnTo>
              </a:path>
              <a:path w="2192365" h="3373130">
                <a:moveTo>
                  <a:pt x="531724" y="1695846"/>
                </a:moveTo>
                <a:lnTo>
                  <a:pt x="559704" y="1695846"/>
                </a:lnTo>
                <a:lnTo>
                  <a:pt x="559704" y="1705173"/>
                </a:lnTo>
                <a:lnTo>
                  <a:pt x="531724" y="1705173"/>
                </a:lnTo>
              </a:path>
              <a:path w="2192365" h="3373130">
                <a:moveTo>
                  <a:pt x="578358" y="1695846"/>
                </a:moveTo>
                <a:lnTo>
                  <a:pt x="606430" y="1695846"/>
                </a:lnTo>
                <a:lnTo>
                  <a:pt x="606430" y="1705173"/>
                </a:lnTo>
                <a:lnTo>
                  <a:pt x="578358" y="1705173"/>
                </a:lnTo>
              </a:path>
              <a:path w="2192365" h="3373130">
                <a:moveTo>
                  <a:pt x="625084" y="1695846"/>
                </a:moveTo>
                <a:lnTo>
                  <a:pt x="653064" y="1695846"/>
                </a:lnTo>
                <a:lnTo>
                  <a:pt x="653064" y="1705173"/>
                </a:lnTo>
                <a:lnTo>
                  <a:pt x="625084" y="1705173"/>
                </a:lnTo>
              </a:path>
              <a:path w="2192365" h="3373130">
                <a:moveTo>
                  <a:pt x="671718" y="1695846"/>
                </a:moveTo>
                <a:lnTo>
                  <a:pt x="699699" y="1695846"/>
                </a:lnTo>
                <a:lnTo>
                  <a:pt x="699699" y="1705173"/>
                </a:lnTo>
                <a:lnTo>
                  <a:pt x="671718" y="1705173"/>
                </a:lnTo>
              </a:path>
              <a:path w="2192365" h="3373130">
                <a:moveTo>
                  <a:pt x="718353" y="1695846"/>
                </a:moveTo>
                <a:lnTo>
                  <a:pt x="746333" y="1695846"/>
                </a:lnTo>
                <a:lnTo>
                  <a:pt x="746333" y="1705173"/>
                </a:lnTo>
                <a:lnTo>
                  <a:pt x="718353" y="1705173"/>
                </a:lnTo>
              </a:path>
              <a:path w="2192365" h="3373130">
                <a:moveTo>
                  <a:pt x="764987" y="1695846"/>
                </a:moveTo>
                <a:lnTo>
                  <a:pt x="792968" y="1695846"/>
                </a:lnTo>
                <a:lnTo>
                  <a:pt x="792968" y="1705173"/>
                </a:lnTo>
                <a:lnTo>
                  <a:pt x="764987" y="1705173"/>
                </a:lnTo>
              </a:path>
              <a:path w="2192365" h="3373130">
                <a:moveTo>
                  <a:pt x="811621" y="1695846"/>
                </a:moveTo>
                <a:lnTo>
                  <a:pt x="839602" y="1695846"/>
                </a:lnTo>
                <a:lnTo>
                  <a:pt x="839602" y="1705173"/>
                </a:lnTo>
                <a:lnTo>
                  <a:pt x="811621" y="1705173"/>
                </a:lnTo>
              </a:path>
              <a:path w="2192365" h="3373130">
                <a:moveTo>
                  <a:pt x="858256" y="1695846"/>
                </a:moveTo>
                <a:lnTo>
                  <a:pt x="886236" y="1695846"/>
                </a:lnTo>
                <a:lnTo>
                  <a:pt x="886236" y="1705173"/>
                </a:lnTo>
                <a:lnTo>
                  <a:pt x="858256" y="1705173"/>
                </a:lnTo>
              </a:path>
              <a:path w="2192365" h="3373130">
                <a:moveTo>
                  <a:pt x="904890" y="1695846"/>
                </a:moveTo>
                <a:lnTo>
                  <a:pt x="932871" y="1695846"/>
                </a:lnTo>
                <a:lnTo>
                  <a:pt x="932871" y="1705173"/>
                </a:lnTo>
                <a:lnTo>
                  <a:pt x="904890" y="1705173"/>
                </a:lnTo>
              </a:path>
              <a:path w="2192365" h="3373130">
                <a:moveTo>
                  <a:pt x="951525" y="1695846"/>
                </a:moveTo>
                <a:lnTo>
                  <a:pt x="979597" y="1695846"/>
                </a:lnTo>
                <a:lnTo>
                  <a:pt x="979597" y="1705173"/>
                </a:lnTo>
                <a:lnTo>
                  <a:pt x="951525" y="1705173"/>
                </a:lnTo>
              </a:path>
              <a:path w="2192365" h="3373130">
                <a:moveTo>
                  <a:pt x="998250" y="1695846"/>
                </a:moveTo>
                <a:lnTo>
                  <a:pt x="1026231" y="1695846"/>
                </a:lnTo>
                <a:lnTo>
                  <a:pt x="1026231" y="1705173"/>
                </a:lnTo>
                <a:lnTo>
                  <a:pt x="998250" y="1705173"/>
                </a:lnTo>
              </a:path>
              <a:path w="2192365" h="3373130">
                <a:moveTo>
                  <a:pt x="1044885" y="1695846"/>
                </a:moveTo>
                <a:lnTo>
                  <a:pt x="1072866" y="1695846"/>
                </a:lnTo>
                <a:lnTo>
                  <a:pt x="1072866" y="1705173"/>
                </a:lnTo>
                <a:lnTo>
                  <a:pt x="1044885" y="1705173"/>
                </a:lnTo>
              </a:path>
              <a:path w="2192365" h="3373130">
                <a:moveTo>
                  <a:pt x="1091519" y="1695846"/>
                </a:moveTo>
                <a:lnTo>
                  <a:pt x="1119500" y="1695846"/>
                </a:lnTo>
                <a:lnTo>
                  <a:pt x="1119500" y="1705173"/>
                </a:lnTo>
                <a:lnTo>
                  <a:pt x="1091519" y="1705173"/>
                </a:lnTo>
              </a:path>
              <a:path w="2192365" h="3373130">
                <a:moveTo>
                  <a:pt x="1138154" y="1695846"/>
                </a:moveTo>
                <a:lnTo>
                  <a:pt x="1166134" y="1695846"/>
                </a:lnTo>
                <a:lnTo>
                  <a:pt x="1166134" y="1705173"/>
                </a:lnTo>
                <a:lnTo>
                  <a:pt x="1138154" y="1705173"/>
                </a:lnTo>
              </a:path>
              <a:path w="2192365" h="3373130">
                <a:moveTo>
                  <a:pt x="1184788" y="1695846"/>
                </a:moveTo>
                <a:lnTo>
                  <a:pt x="1212769" y="1695846"/>
                </a:lnTo>
                <a:lnTo>
                  <a:pt x="1212769" y="1705173"/>
                </a:lnTo>
                <a:lnTo>
                  <a:pt x="1184788" y="1705173"/>
                </a:lnTo>
              </a:path>
              <a:path w="2192365" h="3373130">
                <a:moveTo>
                  <a:pt x="1231422" y="1695846"/>
                </a:moveTo>
                <a:lnTo>
                  <a:pt x="1259403" y="1695846"/>
                </a:lnTo>
                <a:lnTo>
                  <a:pt x="1259403" y="1705173"/>
                </a:lnTo>
                <a:lnTo>
                  <a:pt x="1231422" y="1705173"/>
                </a:lnTo>
              </a:path>
              <a:path w="2192365" h="3373130">
                <a:moveTo>
                  <a:pt x="1278057" y="1695846"/>
                </a:moveTo>
                <a:lnTo>
                  <a:pt x="1306038" y="1695846"/>
                </a:lnTo>
                <a:lnTo>
                  <a:pt x="1306038" y="1705173"/>
                </a:lnTo>
                <a:lnTo>
                  <a:pt x="1278057" y="1705173"/>
                </a:lnTo>
              </a:path>
              <a:path w="2192365" h="3373130">
                <a:moveTo>
                  <a:pt x="1324691" y="1695846"/>
                </a:moveTo>
                <a:lnTo>
                  <a:pt x="1352763" y="1695846"/>
                </a:lnTo>
                <a:lnTo>
                  <a:pt x="1352763" y="1705173"/>
                </a:lnTo>
                <a:lnTo>
                  <a:pt x="1324691" y="1705173"/>
                </a:lnTo>
              </a:path>
              <a:path w="2192365" h="3373130">
                <a:moveTo>
                  <a:pt x="1371417" y="1695846"/>
                </a:moveTo>
                <a:lnTo>
                  <a:pt x="1399398" y="1695846"/>
                </a:lnTo>
                <a:lnTo>
                  <a:pt x="1399398" y="1705173"/>
                </a:lnTo>
                <a:lnTo>
                  <a:pt x="1371417" y="1705173"/>
                </a:lnTo>
              </a:path>
              <a:path w="2192365" h="3373130">
                <a:moveTo>
                  <a:pt x="1418052" y="1695846"/>
                </a:moveTo>
                <a:lnTo>
                  <a:pt x="1446032" y="1695846"/>
                </a:lnTo>
                <a:lnTo>
                  <a:pt x="1446032" y="1705173"/>
                </a:lnTo>
                <a:lnTo>
                  <a:pt x="1418052" y="1705173"/>
                </a:lnTo>
              </a:path>
              <a:path w="2192365" h="3373130">
                <a:moveTo>
                  <a:pt x="1464686" y="1695846"/>
                </a:moveTo>
                <a:lnTo>
                  <a:pt x="1492667" y="1695846"/>
                </a:lnTo>
                <a:lnTo>
                  <a:pt x="1492667" y="1705173"/>
                </a:lnTo>
                <a:lnTo>
                  <a:pt x="1464686" y="1705173"/>
                </a:lnTo>
              </a:path>
              <a:path w="2192365" h="3373130">
                <a:moveTo>
                  <a:pt x="1511320" y="1695846"/>
                </a:moveTo>
                <a:lnTo>
                  <a:pt x="1539301" y="1695846"/>
                </a:lnTo>
                <a:lnTo>
                  <a:pt x="1539301" y="1705173"/>
                </a:lnTo>
                <a:lnTo>
                  <a:pt x="1511320" y="1705173"/>
                </a:lnTo>
              </a:path>
              <a:path w="2192365" h="3373130">
                <a:moveTo>
                  <a:pt x="1557955" y="1695846"/>
                </a:moveTo>
                <a:lnTo>
                  <a:pt x="1585935" y="1695846"/>
                </a:lnTo>
                <a:lnTo>
                  <a:pt x="1585935" y="1705173"/>
                </a:lnTo>
                <a:lnTo>
                  <a:pt x="1557955" y="1705173"/>
                </a:lnTo>
              </a:path>
              <a:path w="2192365" h="3373130">
                <a:moveTo>
                  <a:pt x="1604589" y="1695846"/>
                </a:moveTo>
                <a:lnTo>
                  <a:pt x="1632570" y="1695846"/>
                </a:lnTo>
                <a:lnTo>
                  <a:pt x="1632570" y="1705173"/>
                </a:lnTo>
                <a:lnTo>
                  <a:pt x="1604589" y="1705173"/>
                </a:lnTo>
              </a:path>
              <a:path w="2192365" h="3373130">
                <a:moveTo>
                  <a:pt x="1651224" y="1695846"/>
                </a:moveTo>
                <a:lnTo>
                  <a:pt x="1679204" y="1695846"/>
                </a:lnTo>
                <a:lnTo>
                  <a:pt x="1679204" y="1705173"/>
                </a:lnTo>
                <a:lnTo>
                  <a:pt x="1651224" y="1705173"/>
                </a:lnTo>
              </a:path>
              <a:path w="2192365" h="3373130">
                <a:moveTo>
                  <a:pt x="1697858" y="1695846"/>
                </a:moveTo>
                <a:lnTo>
                  <a:pt x="1725839" y="1695846"/>
                </a:lnTo>
                <a:lnTo>
                  <a:pt x="1725839" y="1705173"/>
                </a:lnTo>
                <a:lnTo>
                  <a:pt x="1697858" y="1705173"/>
                </a:lnTo>
              </a:path>
              <a:path w="2192365" h="3373130">
                <a:moveTo>
                  <a:pt x="1744584" y="1695846"/>
                </a:moveTo>
                <a:lnTo>
                  <a:pt x="1772564" y="1695846"/>
                </a:lnTo>
                <a:lnTo>
                  <a:pt x="1772564" y="1705173"/>
                </a:lnTo>
                <a:lnTo>
                  <a:pt x="1744584" y="1705173"/>
                </a:lnTo>
              </a:path>
              <a:path w="2192365" h="3373130">
                <a:moveTo>
                  <a:pt x="1791218" y="1695846"/>
                </a:moveTo>
                <a:lnTo>
                  <a:pt x="1819199" y="1695846"/>
                </a:lnTo>
                <a:lnTo>
                  <a:pt x="1819199" y="1705173"/>
                </a:lnTo>
                <a:lnTo>
                  <a:pt x="1791218" y="1705173"/>
                </a:lnTo>
              </a:path>
              <a:path w="2192365" h="3373130">
                <a:moveTo>
                  <a:pt x="1837853" y="1695846"/>
                </a:moveTo>
                <a:lnTo>
                  <a:pt x="1865833" y="1695846"/>
                </a:lnTo>
                <a:lnTo>
                  <a:pt x="1865833" y="1705173"/>
                </a:lnTo>
                <a:lnTo>
                  <a:pt x="1837853" y="1705173"/>
                </a:lnTo>
              </a:path>
              <a:path w="2192365" h="3373130">
                <a:moveTo>
                  <a:pt x="1884487" y="1695846"/>
                </a:moveTo>
                <a:lnTo>
                  <a:pt x="1912468" y="1695846"/>
                </a:lnTo>
                <a:lnTo>
                  <a:pt x="1912468" y="1705173"/>
                </a:lnTo>
                <a:lnTo>
                  <a:pt x="1884487" y="1705173"/>
                </a:lnTo>
              </a:path>
              <a:path w="2192365" h="3373130">
                <a:moveTo>
                  <a:pt x="1931121" y="1695846"/>
                </a:moveTo>
                <a:lnTo>
                  <a:pt x="1959102" y="1695846"/>
                </a:lnTo>
                <a:lnTo>
                  <a:pt x="1959102" y="1705173"/>
                </a:lnTo>
                <a:lnTo>
                  <a:pt x="1931121" y="1705173"/>
                </a:lnTo>
              </a:path>
              <a:path w="2192365" h="3373130">
                <a:moveTo>
                  <a:pt x="830275" y="2431938"/>
                </a:moveTo>
                <a:lnTo>
                  <a:pt x="858256" y="2431938"/>
                </a:lnTo>
                <a:lnTo>
                  <a:pt x="858256" y="2441265"/>
                </a:lnTo>
                <a:lnTo>
                  <a:pt x="830275" y="2441265"/>
                </a:lnTo>
              </a:path>
              <a:path w="2192365" h="3373130">
                <a:moveTo>
                  <a:pt x="877641" y="2431938"/>
                </a:moveTo>
                <a:lnTo>
                  <a:pt x="905713" y="2431938"/>
                </a:lnTo>
                <a:lnTo>
                  <a:pt x="905713" y="2441265"/>
                </a:lnTo>
                <a:lnTo>
                  <a:pt x="877641" y="2441265"/>
                </a:lnTo>
              </a:path>
              <a:path w="2192365" h="3373130">
                <a:moveTo>
                  <a:pt x="925098" y="2431938"/>
                </a:moveTo>
                <a:lnTo>
                  <a:pt x="953079" y="2431938"/>
                </a:lnTo>
                <a:lnTo>
                  <a:pt x="953079" y="2441265"/>
                </a:lnTo>
                <a:lnTo>
                  <a:pt x="925098" y="2441265"/>
                </a:lnTo>
              </a:path>
              <a:path w="2192365" h="3373130">
                <a:moveTo>
                  <a:pt x="972464" y="2431938"/>
                </a:moveTo>
                <a:lnTo>
                  <a:pt x="1000445" y="2431938"/>
                </a:lnTo>
                <a:lnTo>
                  <a:pt x="1000445" y="2441265"/>
                </a:lnTo>
                <a:lnTo>
                  <a:pt x="972464" y="2441265"/>
                </a:lnTo>
              </a:path>
              <a:path w="2192365" h="3373130">
                <a:moveTo>
                  <a:pt x="1019830" y="2431938"/>
                </a:moveTo>
                <a:lnTo>
                  <a:pt x="1047811" y="2431938"/>
                </a:lnTo>
                <a:lnTo>
                  <a:pt x="1047811" y="2441265"/>
                </a:lnTo>
                <a:lnTo>
                  <a:pt x="1019830" y="2441265"/>
                </a:lnTo>
              </a:path>
              <a:path w="2192365" h="3373130">
                <a:moveTo>
                  <a:pt x="1067288" y="2431938"/>
                </a:moveTo>
                <a:lnTo>
                  <a:pt x="1095268" y="2431938"/>
                </a:lnTo>
                <a:lnTo>
                  <a:pt x="1095268" y="2441265"/>
                </a:lnTo>
                <a:lnTo>
                  <a:pt x="1067288" y="2441265"/>
                </a:lnTo>
              </a:path>
              <a:path w="2192365" h="3373130">
                <a:moveTo>
                  <a:pt x="1114654" y="2431938"/>
                </a:moveTo>
                <a:lnTo>
                  <a:pt x="1142634" y="2431938"/>
                </a:lnTo>
                <a:lnTo>
                  <a:pt x="1142634" y="2441265"/>
                </a:lnTo>
                <a:lnTo>
                  <a:pt x="1114654" y="2441265"/>
                </a:lnTo>
              </a:path>
              <a:path w="2192365" h="3373130">
                <a:moveTo>
                  <a:pt x="1162020" y="2431938"/>
                </a:moveTo>
                <a:lnTo>
                  <a:pt x="1190000" y="2431938"/>
                </a:lnTo>
                <a:lnTo>
                  <a:pt x="1190000" y="2441265"/>
                </a:lnTo>
                <a:lnTo>
                  <a:pt x="1162020" y="2441265"/>
                </a:lnTo>
              </a:path>
              <a:path w="2192365" h="3373130">
                <a:moveTo>
                  <a:pt x="1209385" y="2431938"/>
                </a:moveTo>
                <a:lnTo>
                  <a:pt x="1237366" y="2431938"/>
                </a:lnTo>
                <a:lnTo>
                  <a:pt x="1237366" y="2441265"/>
                </a:lnTo>
                <a:lnTo>
                  <a:pt x="1209385" y="2441265"/>
                </a:lnTo>
              </a:path>
              <a:path w="2192365" h="3373130">
                <a:moveTo>
                  <a:pt x="1256843" y="2431938"/>
                </a:moveTo>
                <a:lnTo>
                  <a:pt x="1284823" y="2431938"/>
                </a:lnTo>
                <a:lnTo>
                  <a:pt x="1284823" y="2441265"/>
                </a:lnTo>
                <a:lnTo>
                  <a:pt x="1256843" y="2441265"/>
                </a:lnTo>
              </a:path>
              <a:path w="2192365" h="3373130">
                <a:moveTo>
                  <a:pt x="1304209" y="2431938"/>
                </a:moveTo>
                <a:lnTo>
                  <a:pt x="1332189" y="2431938"/>
                </a:lnTo>
                <a:lnTo>
                  <a:pt x="1332189" y="2441265"/>
                </a:lnTo>
                <a:lnTo>
                  <a:pt x="1304209" y="2441265"/>
                </a:lnTo>
              </a:path>
              <a:path w="2192365" h="3373130">
                <a:moveTo>
                  <a:pt x="1351575" y="2431938"/>
                </a:moveTo>
                <a:lnTo>
                  <a:pt x="1379555" y="2431938"/>
                </a:lnTo>
                <a:lnTo>
                  <a:pt x="1379555" y="2441265"/>
                </a:lnTo>
                <a:lnTo>
                  <a:pt x="1351575" y="2441265"/>
                </a:lnTo>
              </a:path>
              <a:path w="2192365" h="3373130">
                <a:moveTo>
                  <a:pt x="1399032" y="2431938"/>
                </a:moveTo>
                <a:lnTo>
                  <a:pt x="1427013" y="2431938"/>
                </a:lnTo>
                <a:lnTo>
                  <a:pt x="1427013" y="2441265"/>
                </a:lnTo>
                <a:lnTo>
                  <a:pt x="1399032" y="2441265"/>
                </a:lnTo>
              </a:path>
              <a:path w="2192365" h="3373130">
                <a:moveTo>
                  <a:pt x="1446398" y="2431938"/>
                </a:moveTo>
                <a:lnTo>
                  <a:pt x="1474379" y="2431938"/>
                </a:lnTo>
                <a:lnTo>
                  <a:pt x="1474379" y="2441265"/>
                </a:lnTo>
                <a:lnTo>
                  <a:pt x="1446398" y="2441265"/>
                </a:lnTo>
              </a:path>
              <a:path w="2192365" h="3373130">
                <a:moveTo>
                  <a:pt x="1493764" y="2431938"/>
                </a:moveTo>
                <a:lnTo>
                  <a:pt x="1521744" y="2431938"/>
                </a:lnTo>
                <a:lnTo>
                  <a:pt x="1521744" y="2441265"/>
                </a:lnTo>
                <a:lnTo>
                  <a:pt x="1493764" y="2441265"/>
                </a:lnTo>
              </a:path>
              <a:path w="2192365" h="3373130">
                <a:moveTo>
                  <a:pt x="1541130" y="2431938"/>
                </a:moveTo>
                <a:lnTo>
                  <a:pt x="1569110" y="2431938"/>
                </a:lnTo>
                <a:lnTo>
                  <a:pt x="1569110" y="2441265"/>
                </a:lnTo>
                <a:lnTo>
                  <a:pt x="1541130" y="2441265"/>
                </a:lnTo>
              </a:path>
              <a:path w="2192365" h="3373130">
                <a:moveTo>
                  <a:pt x="1588587" y="2431938"/>
                </a:moveTo>
                <a:lnTo>
                  <a:pt x="1616568" y="2431938"/>
                </a:lnTo>
                <a:lnTo>
                  <a:pt x="1616568" y="2441265"/>
                </a:lnTo>
                <a:lnTo>
                  <a:pt x="1588587" y="2441265"/>
                </a:lnTo>
              </a:path>
              <a:path w="2192365" h="3373130">
                <a:moveTo>
                  <a:pt x="1635953" y="2431938"/>
                </a:moveTo>
                <a:lnTo>
                  <a:pt x="1663934" y="2431938"/>
                </a:lnTo>
                <a:lnTo>
                  <a:pt x="1663934" y="2441265"/>
                </a:lnTo>
                <a:lnTo>
                  <a:pt x="1635953" y="2441265"/>
                </a:lnTo>
              </a:path>
              <a:path w="2192365" h="3373130">
                <a:moveTo>
                  <a:pt x="1683319" y="2431938"/>
                </a:moveTo>
                <a:lnTo>
                  <a:pt x="1711300" y="2431938"/>
                </a:lnTo>
                <a:lnTo>
                  <a:pt x="1711300" y="2441265"/>
                </a:lnTo>
                <a:lnTo>
                  <a:pt x="1683319" y="2441265"/>
                </a:lnTo>
              </a:path>
              <a:path w="2192365" h="3373130">
                <a:moveTo>
                  <a:pt x="1730776" y="2431938"/>
                </a:moveTo>
                <a:lnTo>
                  <a:pt x="1758757" y="2431938"/>
                </a:lnTo>
                <a:lnTo>
                  <a:pt x="1758757" y="2441265"/>
                </a:lnTo>
                <a:lnTo>
                  <a:pt x="1730776" y="2441265"/>
                </a:lnTo>
              </a:path>
              <a:path w="2192365" h="3373130">
                <a:moveTo>
                  <a:pt x="1778142" y="2431938"/>
                </a:moveTo>
                <a:lnTo>
                  <a:pt x="1806123" y="2431938"/>
                </a:lnTo>
                <a:lnTo>
                  <a:pt x="1806123" y="2441265"/>
                </a:lnTo>
                <a:lnTo>
                  <a:pt x="1778142" y="2441265"/>
                </a:lnTo>
              </a:path>
              <a:path w="2192365" h="3373130">
                <a:moveTo>
                  <a:pt x="1825508" y="2431938"/>
                </a:moveTo>
                <a:lnTo>
                  <a:pt x="1853489" y="2431938"/>
                </a:lnTo>
                <a:lnTo>
                  <a:pt x="1853489" y="2441265"/>
                </a:lnTo>
                <a:lnTo>
                  <a:pt x="1825508" y="2441265"/>
                </a:lnTo>
              </a:path>
              <a:path w="2192365" h="3373130">
                <a:moveTo>
                  <a:pt x="1872874" y="2431938"/>
                </a:moveTo>
                <a:lnTo>
                  <a:pt x="1900855" y="2431938"/>
                </a:lnTo>
                <a:lnTo>
                  <a:pt x="1900855" y="2441265"/>
                </a:lnTo>
                <a:lnTo>
                  <a:pt x="1872874" y="2441265"/>
                </a:lnTo>
              </a:path>
              <a:path w="2192365" h="3373130">
                <a:moveTo>
                  <a:pt x="1920331" y="2431938"/>
                </a:moveTo>
                <a:lnTo>
                  <a:pt x="1948312" y="2431938"/>
                </a:lnTo>
                <a:lnTo>
                  <a:pt x="1948312" y="2441265"/>
                </a:lnTo>
                <a:lnTo>
                  <a:pt x="1920331" y="2441265"/>
                </a:lnTo>
              </a:path>
              <a:path w="2192365" h="3373130">
                <a:moveTo>
                  <a:pt x="1967697" y="2431938"/>
                </a:moveTo>
                <a:lnTo>
                  <a:pt x="1995678" y="2431938"/>
                </a:lnTo>
                <a:lnTo>
                  <a:pt x="1995678" y="2441265"/>
                </a:lnTo>
                <a:lnTo>
                  <a:pt x="1967697" y="2441265"/>
                </a:lnTo>
              </a:path>
              <a:path w="2192365" h="3373130">
                <a:moveTo>
                  <a:pt x="2015063" y="2431938"/>
                </a:moveTo>
                <a:lnTo>
                  <a:pt x="2043044" y="2431938"/>
                </a:lnTo>
                <a:lnTo>
                  <a:pt x="2043044" y="2441265"/>
                </a:lnTo>
                <a:lnTo>
                  <a:pt x="2015063" y="2441265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4" name="Forma 285"/>
          <p:cNvSpPr/>
          <p:nvPr/>
        </p:nvSpPr>
        <p:spPr>
          <a:xfrm>
            <a:off x="3125236" y="1239286"/>
            <a:ext cx="18654" cy="3373130"/>
          </a:xfrm>
          <a:custGeom>
            <a:avLst/>
            <a:gdLst/>
            <a:ahLst/>
            <a:cxnLst/>
            <a:rect l="l" t="t" r="r" b="b"/>
            <a:pathLst>
              <a:path w="18654" h="3373130">
                <a:moveTo>
                  <a:pt x="0" y="0"/>
                </a:moveTo>
                <a:lnTo>
                  <a:pt x="18654" y="0"/>
                </a:lnTo>
                <a:lnTo>
                  <a:pt x="18654" y="3373130"/>
                </a:lnTo>
                <a:lnTo>
                  <a:pt x="0" y="3373130"/>
                </a:lnTo>
                <a:close/>
              </a:path>
            </a:pathLst>
          </a:custGeom>
          <a:solidFill>
            <a:srgbClr val="AB432E"/>
          </a:solidFill>
          <a:ln/>
        </p:spPr>
      </p:sp>
      <p:sp>
        <p:nvSpPr>
          <p:cNvPr id="5" name="Forma 286"/>
          <p:cNvSpPr/>
          <p:nvPr/>
        </p:nvSpPr>
        <p:spPr>
          <a:xfrm>
            <a:off x="3283885" y="1686519"/>
            <a:ext cx="2043044" cy="1584015"/>
          </a:xfrm>
          <a:custGeom>
            <a:avLst/>
            <a:gdLst/>
            <a:ahLst/>
            <a:cxnLst/>
            <a:rect l="l" t="t" r="r" b="b"/>
            <a:pathLst>
              <a:path w="2043044" h="1584015">
                <a:moveTo>
                  <a:pt x="0" y="0"/>
                </a:moveTo>
                <a:lnTo>
                  <a:pt x="27981" y="0"/>
                </a:lnTo>
                <a:lnTo>
                  <a:pt x="27981" y="9327"/>
                </a:lnTo>
                <a:lnTo>
                  <a:pt x="0" y="9327"/>
                </a:lnTo>
              </a:path>
              <a:path w="2043044" h="1584015">
                <a:moveTo>
                  <a:pt x="46909" y="0"/>
                </a:moveTo>
                <a:lnTo>
                  <a:pt x="74889" y="0"/>
                </a:lnTo>
                <a:lnTo>
                  <a:pt x="74889" y="9327"/>
                </a:lnTo>
                <a:lnTo>
                  <a:pt x="46909" y="9327"/>
                </a:lnTo>
              </a:path>
              <a:path w="2043044" h="1584015">
                <a:moveTo>
                  <a:pt x="93909" y="0"/>
                </a:moveTo>
                <a:lnTo>
                  <a:pt x="121890" y="0"/>
                </a:lnTo>
                <a:lnTo>
                  <a:pt x="121890" y="9327"/>
                </a:lnTo>
                <a:lnTo>
                  <a:pt x="93909" y="9327"/>
                </a:lnTo>
              </a:path>
              <a:path w="2043044" h="1584015">
                <a:moveTo>
                  <a:pt x="140818" y="0"/>
                </a:moveTo>
                <a:lnTo>
                  <a:pt x="168798" y="0"/>
                </a:lnTo>
                <a:lnTo>
                  <a:pt x="168798" y="9327"/>
                </a:lnTo>
                <a:lnTo>
                  <a:pt x="140818" y="9327"/>
                </a:lnTo>
              </a:path>
              <a:path w="2043044" h="1584015">
                <a:moveTo>
                  <a:pt x="187818" y="0"/>
                </a:moveTo>
                <a:lnTo>
                  <a:pt x="215798" y="0"/>
                </a:lnTo>
                <a:lnTo>
                  <a:pt x="215798" y="9327"/>
                </a:lnTo>
                <a:lnTo>
                  <a:pt x="187818" y="9327"/>
                </a:lnTo>
              </a:path>
              <a:path w="2043044" h="1584015">
                <a:moveTo>
                  <a:pt x="234726" y="0"/>
                </a:moveTo>
                <a:lnTo>
                  <a:pt x="262707" y="0"/>
                </a:lnTo>
                <a:lnTo>
                  <a:pt x="262707" y="9327"/>
                </a:lnTo>
                <a:lnTo>
                  <a:pt x="234726" y="9327"/>
                </a:lnTo>
              </a:path>
              <a:path w="2043044" h="1584015">
                <a:moveTo>
                  <a:pt x="281635" y="0"/>
                </a:moveTo>
                <a:lnTo>
                  <a:pt x="309707" y="0"/>
                </a:lnTo>
                <a:lnTo>
                  <a:pt x="309707" y="9327"/>
                </a:lnTo>
                <a:lnTo>
                  <a:pt x="281635" y="9327"/>
                </a:lnTo>
              </a:path>
              <a:path w="2043044" h="1584015">
                <a:moveTo>
                  <a:pt x="328635" y="0"/>
                </a:moveTo>
                <a:lnTo>
                  <a:pt x="356616" y="0"/>
                </a:lnTo>
                <a:lnTo>
                  <a:pt x="356616" y="9327"/>
                </a:lnTo>
                <a:lnTo>
                  <a:pt x="328635" y="9327"/>
                </a:lnTo>
              </a:path>
              <a:path w="2043044" h="1584015">
                <a:moveTo>
                  <a:pt x="375544" y="0"/>
                </a:moveTo>
                <a:lnTo>
                  <a:pt x="403525" y="0"/>
                </a:lnTo>
                <a:lnTo>
                  <a:pt x="403525" y="9327"/>
                </a:lnTo>
                <a:lnTo>
                  <a:pt x="375544" y="9327"/>
                </a:lnTo>
              </a:path>
              <a:path w="2043044" h="1584015">
                <a:moveTo>
                  <a:pt x="422544" y="0"/>
                </a:moveTo>
                <a:lnTo>
                  <a:pt x="450525" y="0"/>
                </a:lnTo>
                <a:lnTo>
                  <a:pt x="450525" y="9327"/>
                </a:lnTo>
                <a:lnTo>
                  <a:pt x="422544" y="9327"/>
                </a:lnTo>
              </a:path>
              <a:path w="2043044" h="1584015">
                <a:moveTo>
                  <a:pt x="469453" y="0"/>
                </a:moveTo>
                <a:lnTo>
                  <a:pt x="497434" y="0"/>
                </a:lnTo>
                <a:lnTo>
                  <a:pt x="497434" y="9327"/>
                </a:lnTo>
                <a:lnTo>
                  <a:pt x="469453" y="9327"/>
                </a:lnTo>
              </a:path>
              <a:path w="2043044" h="1584015">
                <a:moveTo>
                  <a:pt x="516453" y="0"/>
                </a:moveTo>
                <a:lnTo>
                  <a:pt x="544434" y="0"/>
                </a:lnTo>
                <a:lnTo>
                  <a:pt x="544434" y="9327"/>
                </a:lnTo>
                <a:lnTo>
                  <a:pt x="516453" y="9327"/>
                </a:lnTo>
              </a:path>
              <a:path w="2043044" h="1584015">
                <a:moveTo>
                  <a:pt x="563362" y="0"/>
                </a:moveTo>
                <a:lnTo>
                  <a:pt x="591342" y="0"/>
                </a:lnTo>
                <a:lnTo>
                  <a:pt x="591342" y="9327"/>
                </a:lnTo>
                <a:lnTo>
                  <a:pt x="563362" y="9327"/>
                </a:lnTo>
              </a:path>
              <a:path w="2043044" h="1584015">
                <a:moveTo>
                  <a:pt x="610271" y="0"/>
                </a:moveTo>
                <a:lnTo>
                  <a:pt x="638251" y="0"/>
                </a:lnTo>
                <a:lnTo>
                  <a:pt x="638251" y="9327"/>
                </a:lnTo>
                <a:lnTo>
                  <a:pt x="610271" y="9327"/>
                </a:lnTo>
              </a:path>
              <a:path w="2043044" h="1584015">
                <a:moveTo>
                  <a:pt x="657271" y="0"/>
                </a:moveTo>
                <a:lnTo>
                  <a:pt x="685251" y="0"/>
                </a:lnTo>
                <a:lnTo>
                  <a:pt x="685251" y="9327"/>
                </a:lnTo>
                <a:lnTo>
                  <a:pt x="657271" y="9327"/>
                </a:lnTo>
              </a:path>
              <a:path w="2043044" h="1584015">
                <a:moveTo>
                  <a:pt x="704179" y="0"/>
                </a:moveTo>
                <a:lnTo>
                  <a:pt x="732160" y="0"/>
                </a:lnTo>
                <a:lnTo>
                  <a:pt x="732160" y="9327"/>
                </a:lnTo>
                <a:lnTo>
                  <a:pt x="704179" y="9327"/>
                </a:lnTo>
              </a:path>
              <a:path w="2043044" h="1584015">
                <a:moveTo>
                  <a:pt x="751180" y="0"/>
                </a:moveTo>
                <a:lnTo>
                  <a:pt x="779160" y="0"/>
                </a:lnTo>
                <a:lnTo>
                  <a:pt x="779160" y="9327"/>
                </a:lnTo>
                <a:lnTo>
                  <a:pt x="751180" y="9327"/>
                </a:lnTo>
              </a:path>
              <a:path w="2043044" h="1584015">
                <a:moveTo>
                  <a:pt x="798088" y="0"/>
                </a:moveTo>
                <a:lnTo>
                  <a:pt x="826069" y="0"/>
                </a:lnTo>
                <a:lnTo>
                  <a:pt x="826069" y="9327"/>
                </a:lnTo>
                <a:lnTo>
                  <a:pt x="798088" y="9327"/>
                </a:lnTo>
              </a:path>
              <a:path w="2043044" h="1584015">
                <a:moveTo>
                  <a:pt x="844997" y="0"/>
                </a:moveTo>
                <a:lnTo>
                  <a:pt x="872978" y="0"/>
                </a:lnTo>
                <a:lnTo>
                  <a:pt x="872978" y="9327"/>
                </a:lnTo>
                <a:lnTo>
                  <a:pt x="844997" y="9327"/>
                </a:lnTo>
              </a:path>
              <a:path w="2043044" h="1584015">
                <a:moveTo>
                  <a:pt x="891997" y="0"/>
                </a:moveTo>
                <a:lnTo>
                  <a:pt x="919978" y="0"/>
                </a:lnTo>
                <a:lnTo>
                  <a:pt x="919978" y="9327"/>
                </a:lnTo>
                <a:lnTo>
                  <a:pt x="891997" y="9327"/>
                </a:lnTo>
              </a:path>
              <a:path w="2043044" h="1584015">
                <a:moveTo>
                  <a:pt x="938906" y="0"/>
                </a:moveTo>
                <a:lnTo>
                  <a:pt x="966887" y="0"/>
                </a:lnTo>
                <a:lnTo>
                  <a:pt x="966887" y="9327"/>
                </a:lnTo>
                <a:lnTo>
                  <a:pt x="938906" y="9327"/>
                </a:lnTo>
              </a:path>
              <a:path w="2043044" h="1584015">
                <a:moveTo>
                  <a:pt x="985906" y="0"/>
                </a:moveTo>
                <a:lnTo>
                  <a:pt x="1013887" y="0"/>
                </a:lnTo>
                <a:lnTo>
                  <a:pt x="1013887" y="9327"/>
                </a:lnTo>
                <a:lnTo>
                  <a:pt x="985906" y="9327"/>
                </a:lnTo>
              </a:path>
              <a:path w="2043044" h="1584015">
                <a:moveTo>
                  <a:pt x="1032815" y="0"/>
                </a:moveTo>
                <a:lnTo>
                  <a:pt x="1060795" y="0"/>
                </a:lnTo>
                <a:lnTo>
                  <a:pt x="1060795" y="9327"/>
                </a:lnTo>
                <a:lnTo>
                  <a:pt x="1032815" y="9327"/>
                </a:lnTo>
              </a:path>
              <a:path w="2043044" h="1584015">
                <a:moveTo>
                  <a:pt x="1079724" y="0"/>
                </a:moveTo>
                <a:lnTo>
                  <a:pt x="1107796" y="0"/>
                </a:lnTo>
                <a:lnTo>
                  <a:pt x="1107796" y="9327"/>
                </a:lnTo>
                <a:lnTo>
                  <a:pt x="1079724" y="9327"/>
                </a:lnTo>
              </a:path>
              <a:path w="2043044" h="1584015">
                <a:moveTo>
                  <a:pt x="1126724" y="0"/>
                </a:moveTo>
                <a:lnTo>
                  <a:pt x="1154704" y="0"/>
                </a:lnTo>
                <a:lnTo>
                  <a:pt x="1154704" y="9327"/>
                </a:lnTo>
                <a:lnTo>
                  <a:pt x="1126724" y="9327"/>
                </a:lnTo>
              </a:path>
              <a:path w="2043044" h="1584015">
                <a:moveTo>
                  <a:pt x="1173632" y="0"/>
                </a:moveTo>
                <a:lnTo>
                  <a:pt x="1201613" y="0"/>
                </a:lnTo>
                <a:lnTo>
                  <a:pt x="1201613" y="9327"/>
                </a:lnTo>
                <a:lnTo>
                  <a:pt x="1173632" y="9327"/>
                </a:lnTo>
              </a:path>
              <a:path w="2043044" h="1584015">
                <a:moveTo>
                  <a:pt x="1220633" y="0"/>
                </a:moveTo>
                <a:lnTo>
                  <a:pt x="1248613" y="0"/>
                </a:lnTo>
                <a:lnTo>
                  <a:pt x="1248613" y="9327"/>
                </a:lnTo>
                <a:lnTo>
                  <a:pt x="1220633" y="9327"/>
                </a:lnTo>
              </a:path>
              <a:path w="2043044" h="1584015">
                <a:moveTo>
                  <a:pt x="1267541" y="0"/>
                </a:moveTo>
                <a:lnTo>
                  <a:pt x="1295522" y="0"/>
                </a:lnTo>
                <a:lnTo>
                  <a:pt x="1295522" y="9327"/>
                </a:lnTo>
                <a:lnTo>
                  <a:pt x="1267541" y="9327"/>
                </a:lnTo>
              </a:path>
              <a:path w="2043044" h="1584015">
                <a:moveTo>
                  <a:pt x="1314541" y="0"/>
                </a:moveTo>
                <a:lnTo>
                  <a:pt x="1342522" y="0"/>
                </a:lnTo>
                <a:lnTo>
                  <a:pt x="1342522" y="9327"/>
                </a:lnTo>
                <a:lnTo>
                  <a:pt x="1314541" y="9327"/>
                </a:lnTo>
              </a:path>
              <a:path w="2043044" h="1584015">
                <a:moveTo>
                  <a:pt x="1361450" y="0"/>
                </a:moveTo>
                <a:lnTo>
                  <a:pt x="1389431" y="0"/>
                </a:lnTo>
                <a:lnTo>
                  <a:pt x="1389431" y="9327"/>
                </a:lnTo>
                <a:lnTo>
                  <a:pt x="1361450" y="9327"/>
                </a:lnTo>
              </a:path>
              <a:path w="2043044" h="1584015">
                <a:moveTo>
                  <a:pt x="1408359" y="0"/>
                </a:moveTo>
                <a:lnTo>
                  <a:pt x="1436340" y="0"/>
                </a:lnTo>
                <a:lnTo>
                  <a:pt x="1436340" y="9327"/>
                </a:lnTo>
                <a:lnTo>
                  <a:pt x="1408359" y="9327"/>
                </a:lnTo>
              </a:path>
              <a:path w="2043044" h="1584015">
                <a:moveTo>
                  <a:pt x="1455359" y="0"/>
                </a:moveTo>
                <a:lnTo>
                  <a:pt x="1483340" y="0"/>
                </a:lnTo>
                <a:lnTo>
                  <a:pt x="1483340" y="9327"/>
                </a:lnTo>
                <a:lnTo>
                  <a:pt x="1455359" y="9327"/>
                </a:lnTo>
              </a:path>
              <a:path w="2043044" h="1584015">
                <a:moveTo>
                  <a:pt x="0" y="577718"/>
                </a:moveTo>
                <a:lnTo>
                  <a:pt x="27981" y="577718"/>
                </a:lnTo>
                <a:lnTo>
                  <a:pt x="27981" y="587045"/>
                </a:lnTo>
                <a:lnTo>
                  <a:pt x="0" y="587045"/>
                </a:lnTo>
              </a:path>
              <a:path w="2043044" h="1584015">
                <a:moveTo>
                  <a:pt x="47366" y="577718"/>
                </a:moveTo>
                <a:lnTo>
                  <a:pt x="75347" y="577718"/>
                </a:lnTo>
                <a:lnTo>
                  <a:pt x="75347" y="587045"/>
                </a:lnTo>
                <a:lnTo>
                  <a:pt x="47366" y="587045"/>
                </a:lnTo>
              </a:path>
              <a:path w="2043044" h="1584015">
                <a:moveTo>
                  <a:pt x="94823" y="577718"/>
                </a:moveTo>
                <a:lnTo>
                  <a:pt x="122804" y="577718"/>
                </a:lnTo>
                <a:lnTo>
                  <a:pt x="122804" y="587045"/>
                </a:lnTo>
                <a:lnTo>
                  <a:pt x="94823" y="587045"/>
                </a:lnTo>
              </a:path>
              <a:path w="2043044" h="1584015">
                <a:moveTo>
                  <a:pt x="142189" y="577718"/>
                </a:moveTo>
                <a:lnTo>
                  <a:pt x="170170" y="577718"/>
                </a:lnTo>
                <a:lnTo>
                  <a:pt x="170170" y="587045"/>
                </a:lnTo>
                <a:lnTo>
                  <a:pt x="142189" y="587045"/>
                </a:lnTo>
              </a:path>
              <a:path w="2043044" h="1584015">
                <a:moveTo>
                  <a:pt x="189555" y="577718"/>
                </a:moveTo>
                <a:lnTo>
                  <a:pt x="217536" y="577718"/>
                </a:lnTo>
                <a:lnTo>
                  <a:pt x="217536" y="587045"/>
                </a:lnTo>
                <a:lnTo>
                  <a:pt x="189555" y="587045"/>
                </a:lnTo>
              </a:path>
              <a:path w="2043044" h="1584015">
                <a:moveTo>
                  <a:pt x="236921" y="577718"/>
                </a:moveTo>
                <a:lnTo>
                  <a:pt x="264902" y="577718"/>
                </a:lnTo>
                <a:lnTo>
                  <a:pt x="264902" y="587045"/>
                </a:lnTo>
                <a:lnTo>
                  <a:pt x="236921" y="587045"/>
                </a:lnTo>
              </a:path>
              <a:path w="2043044" h="1584015">
                <a:moveTo>
                  <a:pt x="284378" y="577718"/>
                </a:moveTo>
                <a:lnTo>
                  <a:pt x="312359" y="577718"/>
                </a:lnTo>
                <a:lnTo>
                  <a:pt x="312359" y="587045"/>
                </a:lnTo>
                <a:lnTo>
                  <a:pt x="284378" y="587045"/>
                </a:lnTo>
              </a:path>
              <a:path w="2043044" h="1584015">
                <a:moveTo>
                  <a:pt x="331744" y="577718"/>
                </a:moveTo>
                <a:lnTo>
                  <a:pt x="359725" y="577718"/>
                </a:lnTo>
                <a:lnTo>
                  <a:pt x="359725" y="587045"/>
                </a:lnTo>
                <a:lnTo>
                  <a:pt x="331744" y="587045"/>
                </a:lnTo>
              </a:path>
              <a:path w="2043044" h="1584015">
                <a:moveTo>
                  <a:pt x="379110" y="577718"/>
                </a:moveTo>
                <a:lnTo>
                  <a:pt x="407091" y="577718"/>
                </a:lnTo>
                <a:lnTo>
                  <a:pt x="407091" y="587045"/>
                </a:lnTo>
                <a:lnTo>
                  <a:pt x="379110" y="587045"/>
                </a:lnTo>
              </a:path>
              <a:path w="2043044" h="1584015">
                <a:moveTo>
                  <a:pt x="426568" y="577718"/>
                </a:moveTo>
                <a:lnTo>
                  <a:pt x="454548" y="577718"/>
                </a:lnTo>
                <a:lnTo>
                  <a:pt x="454548" y="587045"/>
                </a:lnTo>
                <a:lnTo>
                  <a:pt x="426568" y="587045"/>
                </a:lnTo>
              </a:path>
              <a:path w="2043044" h="1584015">
                <a:moveTo>
                  <a:pt x="473934" y="577718"/>
                </a:moveTo>
                <a:lnTo>
                  <a:pt x="501914" y="577718"/>
                </a:lnTo>
                <a:lnTo>
                  <a:pt x="501914" y="587045"/>
                </a:lnTo>
                <a:lnTo>
                  <a:pt x="473934" y="587045"/>
                </a:lnTo>
              </a:path>
              <a:path w="2043044" h="1584015">
                <a:moveTo>
                  <a:pt x="521299" y="577718"/>
                </a:moveTo>
                <a:lnTo>
                  <a:pt x="549280" y="577718"/>
                </a:lnTo>
                <a:lnTo>
                  <a:pt x="549280" y="587045"/>
                </a:lnTo>
                <a:lnTo>
                  <a:pt x="521299" y="587045"/>
                </a:lnTo>
              </a:path>
              <a:path w="2043044" h="1584015">
                <a:moveTo>
                  <a:pt x="568665" y="577718"/>
                </a:moveTo>
                <a:lnTo>
                  <a:pt x="596646" y="577718"/>
                </a:lnTo>
                <a:lnTo>
                  <a:pt x="596646" y="587045"/>
                </a:lnTo>
                <a:lnTo>
                  <a:pt x="568665" y="587045"/>
                </a:lnTo>
              </a:path>
              <a:path w="2043044" h="1584015">
                <a:moveTo>
                  <a:pt x="616123" y="577718"/>
                </a:moveTo>
                <a:lnTo>
                  <a:pt x="644103" y="577718"/>
                </a:lnTo>
                <a:lnTo>
                  <a:pt x="644103" y="587045"/>
                </a:lnTo>
                <a:lnTo>
                  <a:pt x="616123" y="587045"/>
                </a:lnTo>
              </a:path>
              <a:path w="2043044" h="1584015">
                <a:moveTo>
                  <a:pt x="663489" y="577718"/>
                </a:moveTo>
                <a:lnTo>
                  <a:pt x="691469" y="577718"/>
                </a:lnTo>
                <a:lnTo>
                  <a:pt x="691469" y="587045"/>
                </a:lnTo>
                <a:lnTo>
                  <a:pt x="663489" y="587045"/>
                </a:lnTo>
              </a:path>
              <a:path w="2043044" h="1584015">
                <a:moveTo>
                  <a:pt x="710855" y="577718"/>
                </a:moveTo>
                <a:lnTo>
                  <a:pt x="738835" y="577718"/>
                </a:lnTo>
                <a:lnTo>
                  <a:pt x="738835" y="587045"/>
                </a:lnTo>
                <a:lnTo>
                  <a:pt x="710855" y="587045"/>
                </a:lnTo>
              </a:path>
              <a:path w="2043044" h="1584015">
                <a:moveTo>
                  <a:pt x="758312" y="577718"/>
                </a:moveTo>
                <a:lnTo>
                  <a:pt x="786293" y="577718"/>
                </a:lnTo>
                <a:lnTo>
                  <a:pt x="786293" y="587045"/>
                </a:lnTo>
                <a:lnTo>
                  <a:pt x="758312" y="587045"/>
                </a:lnTo>
              </a:path>
              <a:path w="2043044" h="1584015">
                <a:moveTo>
                  <a:pt x="805678" y="577718"/>
                </a:moveTo>
                <a:lnTo>
                  <a:pt x="833658" y="577718"/>
                </a:lnTo>
                <a:lnTo>
                  <a:pt x="833658" y="587045"/>
                </a:lnTo>
                <a:lnTo>
                  <a:pt x="805678" y="587045"/>
                </a:lnTo>
              </a:path>
              <a:path w="2043044" h="1584015">
                <a:moveTo>
                  <a:pt x="853044" y="577718"/>
                </a:moveTo>
                <a:lnTo>
                  <a:pt x="881024" y="577718"/>
                </a:lnTo>
                <a:lnTo>
                  <a:pt x="881024" y="587045"/>
                </a:lnTo>
                <a:lnTo>
                  <a:pt x="853044" y="587045"/>
                </a:lnTo>
              </a:path>
              <a:path w="2043044" h="1584015">
                <a:moveTo>
                  <a:pt x="900410" y="577718"/>
                </a:moveTo>
                <a:lnTo>
                  <a:pt x="928390" y="577718"/>
                </a:lnTo>
                <a:lnTo>
                  <a:pt x="928390" y="587045"/>
                </a:lnTo>
                <a:lnTo>
                  <a:pt x="900410" y="587045"/>
                </a:lnTo>
              </a:path>
              <a:path w="2043044" h="1584015">
                <a:moveTo>
                  <a:pt x="947867" y="577718"/>
                </a:moveTo>
                <a:lnTo>
                  <a:pt x="975848" y="577718"/>
                </a:lnTo>
                <a:lnTo>
                  <a:pt x="975848" y="587045"/>
                </a:lnTo>
                <a:lnTo>
                  <a:pt x="947867" y="587045"/>
                </a:lnTo>
              </a:path>
              <a:path w="2043044" h="1584015">
                <a:moveTo>
                  <a:pt x="995233" y="577718"/>
                </a:moveTo>
                <a:lnTo>
                  <a:pt x="1023214" y="577718"/>
                </a:lnTo>
                <a:lnTo>
                  <a:pt x="1023214" y="587045"/>
                </a:lnTo>
                <a:lnTo>
                  <a:pt x="995233" y="587045"/>
                </a:lnTo>
              </a:path>
              <a:path w="2043044" h="1584015">
                <a:moveTo>
                  <a:pt x="1042599" y="577718"/>
                </a:moveTo>
                <a:lnTo>
                  <a:pt x="1070580" y="577718"/>
                </a:lnTo>
                <a:lnTo>
                  <a:pt x="1070580" y="587045"/>
                </a:lnTo>
                <a:lnTo>
                  <a:pt x="1042599" y="587045"/>
                </a:lnTo>
              </a:path>
              <a:path w="2043044" h="1584015">
                <a:moveTo>
                  <a:pt x="1090056" y="577718"/>
                </a:moveTo>
                <a:lnTo>
                  <a:pt x="1118037" y="577718"/>
                </a:lnTo>
                <a:lnTo>
                  <a:pt x="1118037" y="587045"/>
                </a:lnTo>
                <a:lnTo>
                  <a:pt x="1090056" y="587045"/>
                </a:lnTo>
              </a:path>
              <a:path w="2043044" h="1584015">
                <a:moveTo>
                  <a:pt x="1137422" y="577718"/>
                </a:moveTo>
                <a:lnTo>
                  <a:pt x="1165403" y="577718"/>
                </a:lnTo>
                <a:lnTo>
                  <a:pt x="1165403" y="587045"/>
                </a:lnTo>
                <a:lnTo>
                  <a:pt x="1137422" y="587045"/>
                </a:lnTo>
              </a:path>
              <a:path w="2043044" h="1584015">
                <a:moveTo>
                  <a:pt x="1184788" y="577718"/>
                </a:moveTo>
                <a:lnTo>
                  <a:pt x="1212769" y="577718"/>
                </a:lnTo>
                <a:lnTo>
                  <a:pt x="1212769" y="587045"/>
                </a:lnTo>
                <a:lnTo>
                  <a:pt x="1184788" y="587045"/>
                </a:lnTo>
              </a:path>
              <a:path w="2043044" h="1584015">
                <a:moveTo>
                  <a:pt x="606430" y="736092"/>
                </a:moveTo>
                <a:lnTo>
                  <a:pt x="634411" y="736092"/>
                </a:lnTo>
                <a:lnTo>
                  <a:pt x="634411" y="745419"/>
                </a:lnTo>
                <a:lnTo>
                  <a:pt x="606430" y="745419"/>
                </a:lnTo>
              </a:path>
              <a:path w="2043044" h="1584015">
                <a:moveTo>
                  <a:pt x="652150" y="736092"/>
                </a:moveTo>
                <a:lnTo>
                  <a:pt x="680131" y="736092"/>
                </a:lnTo>
                <a:lnTo>
                  <a:pt x="680131" y="745419"/>
                </a:lnTo>
                <a:lnTo>
                  <a:pt x="652150" y="745419"/>
                </a:lnTo>
              </a:path>
              <a:path w="2043044" h="1584015">
                <a:moveTo>
                  <a:pt x="697870" y="736092"/>
                </a:moveTo>
                <a:lnTo>
                  <a:pt x="725851" y="736092"/>
                </a:lnTo>
                <a:lnTo>
                  <a:pt x="725851" y="745419"/>
                </a:lnTo>
                <a:lnTo>
                  <a:pt x="697870" y="745419"/>
                </a:lnTo>
              </a:path>
              <a:path w="2043044" h="1584015">
                <a:moveTo>
                  <a:pt x="743682" y="736092"/>
                </a:moveTo>
                <a:lnTo>
                  <a:pt x="771662" y="736092"/>
                </a:lnTo>
                <a:lnTo>
                  <a:pt x="771662" y="745419"/>
                </a:lnTo>
                <a:lnTo>
                  <a:pt x="743682" y="745419"/>
                </a:lnTo>
              </a:path>
              <a:path w="2043044" h="1584015">
                <a:moveTo>
                  <a:pt x="789402" y="736092"/>
                </a:moveTo>
                <a:lnTo>
                  <a:pt x="817382" y="736092"/>
                </a:lnTo>
                <a:lnTo>
                  <a:pt x="817382" y="745419"/>
                </a:lnTo>
                <a:lnTo>
                  <a:pt x="789402" y="745419"/>
                </a:lnTo>
              </a:path>
              <a:path w="2043044" h="1584015">
                <a:moveTo>
                  <a:pt x="835213" y="736092"/>
                </a:moveTo>
                <a:lnTo>
                  <a:pt x="863194" y="736092"/>
                </a:lnTo>
                <a:lnTo>
                  <a:pt x="863194" y="745419"/>
                </a:lnTo>
                <a:lnTo>
                  <a:pt x="835213" y="745419"/>
                </a:lnTo>
              </a:path>
              <a:path w="2043044" h="1584015">
                <a:moveTo>
                  <a:pt x="880933" y="736092"/>
                </a:moveTo>
                <a:lnTo>
                  <a:pt x="908914" y="736092"/>
                </a:lnTo>
                <a:lnTo>
                  <a:pt x="908914" y="745419"/>
                </a:lnTo>
                <a:lnTo>
                  <a:pt x="880933" y="745419"/>
                </a:lnTo>
              </a:path>
              <a:path w="2043044" h="1584015">
                <a:moveTo>
                  <a:pt x="926653" y="736092"/>
                </a:moveTo>
                <a:lnTo>
                  <a:pt x="954634" y="736092"/>
                </a:lnTo>
                <a:lnTo>
                  <a:pt x="954634" y="745419"/>
                </a:lnTo>
                <a:lnTo>
                  <a:pt x="926653" y="745419"/>
                </a:lnTo>
              </a:path>
              <a:path w="2043044" h="1584015">
                <a:moveTo>
                  <a:pt x="972464" y="736092"/>
                </a:moveTo>
                <a:lnTo>
                  <a:pt x="1000445" y="736092"/>
                </a:lnTo>
                <a:lnTo>
                  <a:pt x="1000445" y="745419"/>
                </a:lnTo>
                <a:lnTo>
                  <a:pt x="972464" y="745419"/>
                </a:lnTo>
              </a:path>
              <a:path w="2043044" h="1584015">
                <a:moveTo>
                  <a:pt x="1018184" y="736092"/>
                </a:moveTo>
                <a:lnTo>
                  <a:pt x="1046165" y="736092"/>
                </a:lnTo>
                <a:lnTo>
                  <a:pt x="1046165" y="745419"/>
                </a:lnTo>
                <a:lnTo>
                  <a:pt x="1018184" y="745419"/>
                </a:lnTo>
              </a:path>
              <a:path w="2043044" h="1584015">
                <a:moveTo>
                  <a:pt x="1063996" y="736092"/>
                </a:moveTo>
                <a:lnTo>
                  <a:pt x="1091976" y="736092"/>
                </a:lnTo>
                <a:lnTo>
                  <a:pt x="1091976" y="745419"/>
                </a:lnTo>
                <a:lnTo>
                  <a:pt x="1063996" y="745419"/>
                </a:lnTo>
              </a:path>
              <a:path w="2043044" h="1584015">
                <a:moveTo>
                  <a:pt x="1109716" y="736092"/>
                </a:moveTo>
                <a:lnTo>
                  <a:pt x="1137696" y="736092"/>
                </a:lnTo>
                <a:lnTo>
                  <a:pt x="1137696" y="745419"/>
                </a:lnTo>
                <a:lnTo>
                  <a:pt x="1109716" y="745419"/>
                </a:lnTo>
              </a:path>
              <a:path w="2043044" h="1584015">
                <a:moveTo>
                  <a:pt x="1155436" y="736092"/>
                </a:moveTo>
                <a:lnTo>
                  <a:pt x="1183416" y="736092"/>
                </a:lnTo>
                <a:lnTo>
                  <a:pt x="1183416" y="745419"/>
                </a:lnTo>
                <a:lnTo>
                  <a:pt x="1155436" y="745419"/>
                </a:lnTo>
              </a:path>
              <a:path w="2043044" h="1584015">
                <a:moveTo>
                  <a:pt x="1201247" y="736092"/>
                </a:moveTo>
                <a:lnTo>
                  <a:pt x="1229228" y="736092"/>
                </a:lnTo>
                <a:lnTo>
                  <a:pt x="1229228" y="745419"/>
                </a:lnTo>
                <a:lnTo>
                  <a:pt x="1201247" y="745419"/>
                </a:lnTo>
              </a:path>
              <a:path w="2043044" h="1584015">
                <a:moveTo>
                  <a:pt x="1246967" y="736092"/>
                </a:moveTo>
                <a:lnTo>
                  <a:pt x="1274948" y="736092"/>
                </a:lnTo>
                <a:lnTo>
                  <a:pt x="1274948" y="745419"/>
                </a:lnTo>
                <a:lnTo>
                  <a:pt x="1246967" y="745419"/>
                </a:lnTo>
              </a:path>
              <a:path w="2043044" h="1584015">
                <a:moveTo>
                  <a:pt x="1292779" y="736092"/>
                </a:moveTo>
                <a:lnTo>
                  <a:pt x="1320759" y="736092"/>
                </a:lnTo>
                <a:lnTo>
                  <a:pt x="1320759" y="745419"/>
                </a:lnTo>
                <a:lnTo>
                  <a:pt x="1292779" y="745419"/>
                </a:lnTo>
              </a:path>
              <a:path w="2043044" h="1584015">
                <a:moveTo>
                  <a:pt x="1338499" y="736092"/>
                </a:moveTo>
                <a:lnTo>
                  <a:pt x="1366479" y="736092"/>
                </a:lnTo>
                <a:lnTo>
                  <a:pt x="1366479" y="745419"/>
                </a:lnTo>
                <a:lnTo>
                  <a:pt x="1338499" y="745419"/>
                </a:lnTo>
              </a:path>
              <a:path w="2043044" h="1584015">
                <a:moveTo>
                  <a:pt x="1384219" y="736092"/>
                </a:moveTo>
                <a:lnTo>
                  <a:pt x="1412291" y="736092"/>
                </a:lnTo>
                <a:lnTo>
                  <a:pt x="1412291" y="745419"/>
                </a:lnTo>
                <a:lnTo>
                  <a:pt x="1384219" y="745419"/>
                </a:lnTo>
              </a:path>
              <a:path w="2043044" h="1584015">
                <a:moveTo>
                  <a:pt x="1430030" y="736092"/>
                </a:moveTo>
                <a:lnTo>
                  <a:pt x="1458011" y="736092"/>
                </a:lnTo>
                <a:lnTo>
                  <a:pt x="1458011" y="745419"/>
                </a:lnTo>
                <a:lnTo>
                  <a:pt x="1430030" y="745419"/>
                </a:lnTo>
              </a:path>
              <a:path w="2043044" h="1584015">
                <a:moveTo>
                  <a:pt x="1475750" y="736092"/>
                </a:moveTo>
                <a:lnTo>
                  <a:pt x="1503731" y="736092"/>
                </a:lnTo>
                <a:lnTo>
                  <a:pt x="1503731" y="745419"/>
                </a:lnTo>
                <a:lnTo>
                  <a:pt x="1475750" y="745419"/>
                </a:lnTo>
              </a:path>
              <a:path w="2043044" h="1584015">
                <a:moveTo>
                  <a:pt x="1521562" y="736092"/>
                </a:moveTo>
                <a:lnTo>
                  <a:pt x="1549542" y="736092"/>
                </a:lnTo>
                <a:lnTo>
                  <a:pt x="1549542" y="745419"/>
                </a:lnTo>
                <a:lnTo>
                  <a:pt x="1521562" y="745419"/>
                </a:lnTo>
              </a:path>
              <a:path w="2043044" h="1584015">
                <a:moveTo>
                  <a:pt x="1567282" y="736092"/>
                </a:moveTo>
                <a:lnTo>
                  <a:pt x="1595262" y="736092"/>
                </a:lnTo>
                <a:lnTo>
                  <a:pt x="1595262" y="745419"/>
                </a:lnTo>
                <a:lnTo>
                  <a:pt x="1567282" y="745419"/>
                </a:lnTo>
              </a:path>
              <a:path w="2043044" h="1584015">
                <a:moveTo>
                  <a:pt x="0" y="997062"/>
                </a:moveTo>
                <a:lnTo>
                  <a:pt x="27981" y="997062"/>
                </a:lnTo>
                <a:lnTo>
                  <a:pt x="27981" y="1006297"/>
                </a:lnTo>
                <a:lnTo>
                  <a:pt x="0" y="1006297"/>
                </a:lnTo>
              </a:path>
              <a:path w="2043044" h="1584015">
                <a:moveTo>
                  <a:pt x="45720" y="997062"/>
                </a:moveTo>
                <a:lnTo>
                  <a:pt x="73701" y="997062"/>
                </a:lnTo>
                <a:lnTo>
                  <a:pt x="73701" y="1006297"/>
                </a:lnTo>
                <a:lnTo>
                  <a:pt x="45720" y="1006297"/>
                </a:lnTo>
              </a:path>
              <a:path w="2043044" h="1584015">
                <a:moveTo>
                  <a:pt x="91440" y="997062"/>
                </a:moveTo>
                <a:lnTo>
                  <a:pt x="119421" y="997062"/>
                </a:lnTo>
                <a:lnTo>
                  <a:pt x="119421" y="1006297"/>
                </a:lnTo>
                <a:lnTo>
                  <a:pt x="91440" y="1006297"/>
                </a:lnTo>
              </a:path>
              <a:path w="2043044" h="1584015">
                <a:moveTo>
                  <a:pt x="137160" y="997062"/>
                </a:moveTo>
                <a:lnTo>
                  <a:pt x="165141" y="997062"/>
                </a:lnTo>
                <a:lnTo>
                  <a:pt x="165141" y="1006297"/>
                </a:lnTo>
                <a:lnTo>
                  <a:pt x="137160" y="1006297"/>
                </a:lnTo>
              </a:path>
              <a:path w="2043044" h="1584015">
                <a:moveTo>
                  <a:pt x="182880" y="997062"/>
                </a:moveTo>
                <a:lnTo>
                  <a:pt x="210861" y="997062"/>
                </a:lnTo>
                <a:lnTo>
                  <a:pt x="210861" y="1006297"/>
                </a:lnTo>
                <a:lnTo>
                  <a:pt x="182880" y="1006297"/>
                </a:lnTo>
              </a:path>
              <a:path w="2043044" h="1584015">
                <a:moveTo>
                  <a:pt x="228600" y="997062"/>
                </a:moveTo>
                <a:lnTo>
                  <a:pt x="256581" y="997062"/>
                </a:lnTo>
                <a:lnTo>
                  <a:pt x="256581" y="1006297"/>
                </a:lnTo>
                <a:lnTo>
                  <a:pt x="228600" y="1006297"/>
                </a:lnTo>
              </a:path>
              <a:path w="2043044" h="1584015">
                <a:moveTo>
                  <a:pt x="274320" y="997062"/>
                </a:moveTo>
                <a:lnTo>
                  <a:pt x="302301" y="997062"/>
                </a:lnTo>
                <a:lnTo>
                  <a:pt x="302301" y="1006297"/>
                </a:lnTo>
                <a:lnTo>
                  <a:pt x="274320" y="1006297"/>
                </a:lnTo>
              </a:path>
              <a:path w="2043044" h="1584015">
                <a:moveTo>
                  <a:pt x="319949" y="997062"/>
                </a:moveTo>
                <a:lnTo>
                  <a:pt x="347929" y="997062"/>
                </a:lnTo>
                <a:lnTo>
                  <a:pt x="347929" y="1006297"/>
                </a:lnTo>
                <a:lnTo>
                  <a:pt x="319949" y="1006297"/>
                </a:lnTo>
              </a:path>
              <a:path w="2043044" h="1584015">
                <a:moveTo>
                  <a:pt x="365669" y="997062"/>
                </a:moveTo>
                <a:lnTo>
                  <a:pt x="393649" y="997062"/>
                </a:lnTo>
                <a:lnTo>
                  <a:pt x="393649" y="1006297"/>
                </a:lnTo>
                <a:lnTo>
                  <a:pt x="365669" y="1006297"/>
                </a:lnTo>
              </a:path>
              <a:path w="2043044" h="1584015">
                <a:moveTo>
                  <a:pt x="411389" y="997062"/>
                </a:moveTo>
                <a:lnTo>
                  <a:pt x="439369" y="997062"/>
                </a:lnTo>
                <a:lnTo>
                  <a:pt x="439369" y="1006297"/>
                </a:lnTo>
                <a:lnTo>
                  <a:pt x="411389" y="1006297"/>
                </a:lnTo>
              </a:path>
              <a:path w="2043044" h="1584015">
                <a:moveTo>
                  <a:pt x="457109" y="997062"/>
                </a:moveTo>
                <a:lnTo>
                  <a:pt x="485089" y="997062"/>
                </a:lnTo>
                <a:lnTo>
                  <a:pt x="485089" y="1006297"/>
                </a:lnTo>
                <a:lnTo>
                  <a:pt x="457109" y="1006297"/>
                </a:lnTo>
              </a:path>
              <a:path w="2043044" h="1584015">
                <a:moveTo>
                  <a:pt x="0" y="1416314"/>
                </a:moveTo>
                <a:lnTo>
                  <a:pt x="27981" y="1416314"/>
                </a:lnTo>
                <a:lnTo>
                  <a:pt x="27981" y="1425641"/>
                </a:lnTo>
                <a:lnTo>
                  <a:pt x="0" y="1425641"/>
                </a:lnTo>
              </a:path>
              <a:path w="2043044" h="1584015">
                <a:moveTo>
                  <a:pt x="46817" y="1416314"/>
                </a:moveTo>
                <a:lnTo>
                  <a:pt x="74889" y="1416314"/>
                </a:lnTo>
                <a:lnTo>
                  <a:pt x="74889" y="1425641"/>
                </a:lnTo>
                <a:lnTo>
                  <a:pt x="46817" y="1425641"/>
                </a:lnTo>
              </a:path>
              <a:path w="2043044" h="1584015">
                <a:moveTo>
                  <a:pt x="93726" y="1416314"/>
                </a:moveTo>
                <a:lnTo>
                  <a:pt x="121707" y="1416314"/>
                </a:lnTo>
                <a:lnTo>
                  <a:pt x="121707" y="1425641"/>
                </a:lnTo>
                <a:lnTo>
                  <a:pt x="93726" y="1425641"/>
                </a:lnTo>
              </a:path>
              <a:path w="2043044" h="1584015">
                <a:moveTo>
                  <a:pt x="140543" y="1416314"/>
                </a:moveTo>
                <a:lnTo>
                  <a:pt x="168615" y="1416314"/>
                </a:lnTo>
                <a:lnTo>
                  <a:pt x="168615" y="1425641"/>
                </a:lnTo>
                <a:lnTo>
                  <a:pt x="140543" y="1425641"/>
                </a:lnTo>
              </a:path>
              <a:path w="2043044" h="1584015">
                <a:moveTo>
                  <a:pt x="187452" y="1416314"/>
                </a:moveTo>
                <a:lnTo>
                  <a:pt x="215433" y="1416314"/>
                </a:lnTo>
                <a:lnTo>
                  <a:pt x="215433" y="1425641"/>
                </a:lnTo>
                <a:lnTo>
                  <a:pt x="187452" y="1425641"/>
                </a:lnTo>
              </a:path>
              <a:path w="2043044" h="1584015">
                <a:moveTo>
                  <a:pt x="234269" y="1416314"/>
                </a:moveTo>
                <a:lnTo>
                  <a:pt x="262341" y="1416314"/>
                </a:lnTo>
                <a:lnTo>
                  <a:pt x="262341" y="1425641"/>
                </a:lnTo>
                <a:lnTo>
                  <a:pt x="234269" y="1425641"/>
                </a:lnTo>
              </a:path>
              <a:path w="2043044" h="1584015">
                <a:moveTo>
                  <a:pt x="281178" y="1416314"/>
                </a:moveTo>
                <a:lnTo>
                  <a:pt x="309159" y="1416314"/>
                </a:lnTo>
                <a:lnTo>
                  <a:pt x="309159" y="1425641"/>
                </a:lnTo>
                <a:lnTo>
                  <a:pt x="281178" y="1425641"/>
                </a:lnTo>
              </a:path>
              <a:path w="2043044" h="1584015">
                <a:moveTo>
                  <a:pt x="327995" y="1416314"/>
                </a:moveTo>
                <a:lnTo>
                  <a:pt x="356067" y="1416314"/>
                </a:lnTo>
                <a:lnTo>
                  <a:pt x="356067" y="1425641"/>
                </a:lnTo>
                <a:lnTo>
                  <a:pt x="327995" y="1425641"/>
                </a:lnTo>
              </a:path>
              <a:path w="2043044" h="1584015">
                <a:moveTo>
                  <a:pt x="374904" y="1416314"/>
                </a:moveTo>
                <a:lnTo>
                  <a:pt x="402885" y="1416314"/>
                </a:lnTo>
                <a:lnTo>
                  <a:pt x="402885" y="1425641"/>
                </a:lnTo>
                <a:lnTo>
                  <a:pt x="374904" y="1425641"/>
                </a:lnTo>
              </a:path>
              <a:path w="2043044" h="1584015">
                <a:moveTo>
                  <a:pt x="421721" y="1416314"/>
                </a:moveTo>
                <a:lnTo>
                  <a:pt x="449793" y="1416314"/>
                </a:lnTo>
                <a:lnTo>
                  <a:pt x="449793" y="1425641"/>
                </a:lnTo>
                <a:lnTo>
                  <a:pt x="421721" y="1425641"/>
                </a:lnTo>
              </a:path>
              <a:path w="2043044" h="1584015">
                <a:moveTo>
                  <a:pt x="468630" y="1416314"/>
                </a:moveTo>
                <a:lnTo>
                  <a:pt x="496611" y="1416314"/>
                </a:lnTo>
                <a:lnTo>
                  <a:pt x="496611" y="1425641"/>
                </a:lnTo>
                <a:lnTo>
                  <a:pt x="468630" y="1425641"/>
                </a:lnTo>
              </a:path>
              <a:path w="2043044" h="1584015">
                <a:moveTo>
                  <a:pt x="515447" y="1416314"/>
                </a:moveTo>
                <a:lnTo>
                  <a:pt x="543428" y="1416314"/>
                </a:lnTo>
                <a:lnTo>
                  <a:pt x="543428" y="1425641"/>
                </a:lnTo>
                <a:lnTo>
                  <a:pt x="515447" y="1425641"/>
                </a:lnTo>
              </a:path>
              <a:path w="2043044" h="1584015">
                <a:moveTo>
                  <a:pt x="562356" y="1416314"/>
                </a:moveTo>
                <a:lnTo>
                  <a:pt x="590337" y="1416314"/>
                </a:lnTo>
                <a:lnTo>
                  <a:pt x="590337" y="1425641"/>
                </a:lnTo>
                <a:lnTo>
                  <a:pt x="562356" y="1425641"/>
                </a:lnTo>
              </a:path>
              <a:path w="2043044" h="1584015">
                <a:moveTo>
                  <a:pt x="609173" y="1416314"/>
                </a:moveTo>
                <a:lnTo>
                  <a:pt x="637154" y="1416314"/>
                </a:lnTo>
                <a:lnTo>
                  <a:pt x="637154" y="1425641"/>
                </a:lnTo>
                <a:lnTo>
                  <a:pt x="609173" y="1425641"/>
                </a:lnTo>
              </a:path>
              <a:path w="2043044" h="1584015">
                <a:moveTo>
                  <a:pt x="656082" y="1416314"/>
                </a:moveTo>
                <a:lnTo>
                  <a:pt x="684063" y="1416314"/>
                </a:lnTo>
                <a:lnTo>
                  <a:pt x="684063" y="1425641"/>
                </a:lnTo>
                <a:lnTo>
                  <a:pt x="656082" y="1425641"/>
                </a:lnTo>
              </a:path>
              <a:path w="2043044" h="1584015">
                <a:moveTo>
                  <a:pt x="702899" y="1416314"/>
                </a:moveTo>
                <a:lnTo>
                  <a:pt x="730880" y="1416314"/>
                </a:lnTo>
                <a:lnTo>
                  <a:pt x="730880" y="1425641"/>
                </a:lnTo>
                <a:lnTo>
                  <a:pt x="702899" y="1425641"/>
                </a:lnTo>
              </a:path>
              <a:path w="2043044" h="1584015">
                <a:moveTo>
                  <a:pt x="749808" y="1416314"/>
                </a:moveTo>
                <a:lnTo>
                  <a:pt x="777789" y="1416314"/>
                </a:lnTo>
                <a:lnTo>
                  <a:pt x="777789" y="1425641"/>
                </a:lnTo>
                <a:lnTo>
                  <a:pt x="749808" y="1425641"/>
                </a:lnTo>
              </a:path>
              <a:path w="2043044" h="1584015">
                <a:moveTo>
                  <a:pt x="796625" y="1416314"/>
                </a:moveTo>
                <a:lnTo>
                  <a:pt x="824606" y="1416314"/>
                </a:lnTo>
                <a:lnTo>
                  <a:pt x="824606" y="1425641"/>
                </a:lnTo>
                <a:lnTo>
                  <a:pt x="796625" y="1425641"/>
                </a:lnTo>
              </a:path>
              <a:path w="2043044" h="1584015">
                <a:moveTo>
                  <a:pt x="843534" y="1416314"/>
                </a:moveTo>
                <a:lnTo>
                  <a:pt x="871515" y="1416314"/>
                </a:lnTo>
                <a:lnTo>
                  <a:pt x="871515" y="1425641"/>
                </a:lnTo>
                <a:lnTo>
                  <a:pt x="843534" y="1425641"/>
                </a:lnTo>
              </a:path>
              <a:path w="2043044" h="1584015">
                <a:moveTo>
                  <a:pt x="890351" y="1416314"/>
                </a:moveTo>
                <a:lnTo>
                  <a:pt x="918332" y="1416314"/>
                </a:lnTo>
                <a:lnTo>
                  <a:pt x="918332" y="1425641"/>
                </a:lnTo>
                <a:lnTo>
                  <a:pt x="890351" y="1425641"/>
                </a:lnTo>
              </a:path>
              <a:path w="2043044" h="1584015">
                <a:moveTo>
                  <a:pt x="937260" y="1416314"/>
                </a:moveTo>
                <a:lnTo>
                  <a:pt x="965241" y="1416314"/>
                </a:lnTo>
                <a:lnTo>
                  <a:pt x="965241" y="1425641"/>
                </a:lnTo>
                <a:lnTo>
                  <a:pt x="937260" y="1425641"/>
                </a:lnTo>
              </a:path>
              <a:path w="2043044" h="1584015">
                <a:moveTo>
                  <a:pt x="984077" y="1416314"/>
                </a:moveTo>
                <a:lnTo>
                  <a:pt x="1012058" y="1416314"/>
                </a:lnTo>
                <a:lnTo>
                  <a:pt x="1012058" y="1425641"/>
                </a:lnTo>
                <a:lnTo>
                  <a:pt x="984077" y="1425641"/>
                </a:lnTo>
              </a:path>
              <a:path w="2043044" h="1584015">
                <a:moveTo>
                  <a:pt x="1030986" y="1416314"/>
                </a:moveTo>
                <a:lnTo>
                  <a:pt x="1058967" y="1416314"/>
                </a:lnTo>
                <a:lnTo>
                  <a:pt x="1058967" y="1425641"/>
                </a:lnTo>
                <a:lnTo>
                  <a:pt x="1030986" y="1425641"/>
                </a:lnTo>
              </a:path>
              <a:path w="2043044" h="1584015">
                <a:moveTo>
                  <a:pt x="1077803" y="1416314"/>
                </a:moveTo>
                <a:lnTo>
                  <a:pt x="1105784" y="1416314"/>
                </a:lnTo>
                <a:lnTo>
                  <a:pt x="1105784" y="1425641"/>
                </a:lnTo>
                <a:lnTo>
                  <a:pt x="1077803" y="1425641"/>
                </a:lnTo>
              </a:path>
              <a:path w="2043044" h="1584015">
                <a:moveTo>
                  <a:pt x="1124712" y="1416314"/>
                </a:moveTo>
                <a:lnTo>
                  <a:pt x="1152693" y="1416314"/>
                </a:lnTo>
                <a:lnTo>
                  <a:pt x="1152693" y="1425641"/>
                </a:lnTo>
                <a:lnTo>
                  <a:pt x="1124712" y="1425641"/>
                </a:lnTo>
              </a:path>
              <a:path w="2043044" h="1584015">
                <a:moveTo>
                  <a:pt x="1171529" y="1416314"/>
                </a:moveTo>
                <a:lnTo>
                  <a:pt x="1199510" y="1416314"/>
                </a:lnTo>
                <a:lnTo>
                  <a:pt x="1199510" y="1425641"/>
                </a:lnTo>
                <a:lnTo>
                  <a:pt x="1171529" y="1425641"/>
                </a:lnTo>
              </a:path>
              <a:path w="2043044" h="1584015">
                <a:moveTo>
                  <a:pt x="1218438" y="1416314"/>
                </a:moveTo>
                <a:lnTo>
                  <a:pt x="1246419" y="1416314"/>
                </a:lnTo>
                <a:lnTo>
                  <a:pt x="1246419" y="1425641"/>
                </a:lnTo>
                <a:lnTo>
                  <a:pt x="1218438" y="1425641"/>
                </a:lnTo>
              </a:path>
              <a:path w="2043044" h="1584015">
                <a:moveTo>
                  <a:pt x="1265255" y="1416314"/>
                </a:moveTo>
                <a:lnTo>
                  <a:pt x="1293236" y="1416314"/>
                </a:lnTo>
                <a:lnTo>
                  <a:pt x="1293236" y="1425641"/>
                </a:lnTo>
                <a:lnTo>
                  <a:pt x="1265255" y="1425641"/>
                </a:lnTo>
              </a:path>
              <a:path w="2043044" h="1584015">
                <a:moveTo>
                  <a:pt x="1312164" y="1416314"/>
                </a:moveTo>
                <a:lnTo>
                  <a:pt x="1340145" y="1416314"/>
                </a:lnTo>
                <a:lnTo>
                  <a:pt x="1340145" y="1425641"/>
                </a:lnTo>
                <a:lnTo>
                  <a:pt x="1312164" y="1425641"/>
                </a:lnTo>
              </a:path>
              <a:path w="2043044" h="1584015">
                <a:moveTo>
                  <a:pt x="1358981" y="1416314"/>
                </a:moveTo>
                <a:lnTo>
                  <a:pt x="1386962" y="1416314"/>
                </a:lnTo>
                <a:lnTo>
                  <a:pt x="1386962" y="1425641"/>
                </a:lnTo>
                <a:lnTo>
                  <a:pt x="1358981" y="1425641"/>
                </a:lnTo>
              </a:path>
              <a:path w="2043044" h="1584015">
                <a:moveTo>
                  <a:pt x="1405890" y="1416314"/>
                </a:moveTo>
                <a:lnTo>
                  <a:pt x="1433871" y="1416314"/>
                </a:lnTo>
                <a:lnTo>
                  <a:pt x="1433871" y="1425641"/>
                </a:lnTo>
                <a:lnTo>
                  <a:pt x="1405890" y="1425641"/>
                </a:lnTo>
              </a:path>
              <a:path w="2043044" h="1584015">
                <a:moveTo>
                  <a:pt x="1452707" y="1416314"/>
                </a:moveTo>
                <a:lnTo>
                  <a:pt x="1480688" y="1416314"/>
                </a:lnTo>
                <a:lnTo>
                  <a:pt x="1480688" y="1425641"/>
                </a:lnTo>
                <a:lnTo>
                  <a:pt x="1452707" y="1425641"/>
                </a:lnTo>
              </a:path>
              <a:path w="2043044" h="1584015">
                <a:moveTo>
                  <a:pt x="1499616" y="1416314"/>
                </a:moveTo>
                <a:lnTo>
                  <a:pt x="1527597" y="1416314"/>
                </a:lnTo>
                <a:lnTo>
                  <a:pt x="1527597" y="1425641"/>
                </a:lnTo>
                <a:lnTo>
                  <a:pt x="1499616" y="1425641"/>
                </a:lnTo>
              </a:path>
              <a:path w="2043044" h="1584015">
                <a:moveTo>
                  <a:pt x="1546433" y="1416314"/>
                </a:moveTo>
                <a:lnTo>
                  <a:pt x="1574414" y="1416314"/>
                </a:lnTo>
                <a:lnTo>
                  <a:pt x="1574414" y="1425641"/>
                </a:lnTo>
                <a:lnTo>
                  <a:pt x="1546433" y="1425641"/>
                </a:lnTo>
              </a:path>
              <a:path w="2043044" h="1584015">
                <a:moveTo>
                  <a:pt x="1593342" y="1416314"/>
                </a:moveTo>
                <a:lnTo>
                  <a:pt x="1621323" y="1416314"/>
                </a:lnTo>
                <a:lnTo>
                  <a:pt x="1621323" y="1425641"/>
                </a:lnTo>
                <a:lnTo>
                  <a:pt x="1593342" y="1425641"/>
                </a:lnTo>
              </a:path>
              <a:path w="2043044" h="1584015">
                <a:moveTo>
                  <a:pt x="1640159" y="1416314"/>
                </a:moveTo>
                <a:lnTo>
                  <a:pt x="1668140" y="1416314"/>
                </a:lnTo>
                <a:lnTo>
                  <a:pt x="1668140" y="1425641"/>
                </a:lnTo>
                <a:lnTo>
                  <a:pt x="1640159" y="1425641"/>
                </a:lnTo>
              </a:path>
              <a:path w="2043044" h="1584015">
                <a:moveTo>
                  <a:pt x="1687068" y="1416314"/>
                </a:moveTo>
                <a:lnTo>
                  <a:pt x="1715049" y="1416314"/>
                </a:lnTo>
                <a:lnTo>
                  <a:pt x="1715049" y="1425641"/>
                </a:lnTo>
                <a:lnTo>
                  <a:pt x="1687068" y="1425641"/>
                </a:lnTo>
              </a:path>
              <a:path w="2043044" h="1584015">
                <a:moveTo>
                  <a:pt x="1733885" y="1416314"/>
                </a:moveTo>
                <a:lnTo>
                  <a:pt x="1761866" y="1416314"/>
                </a:lnTo>
                <a:lnTo>
                  <a:pt x="1761866" y="1425641"/>
                </a:lnTo>
                <a:lnTo>
                  <a:pt x="1733885" y="1425641"/>
                </a:lnTo>
              </a:path>
              <a:path w="2043044" h="1584015">
                <a:moveTo>
                  <a:pt x="1780794" y="1416314"/>
                </a:moveTo>
                <a:lnTo>
                  <a:pt x="1808775" y="1416314"/>
                </a:lnTo>
                <a:lnTo>
                  <a:pt x="1808775" y="1425641"/>
                </a:lnTo>
                <a:lnTo>
                  <a:pt x="1780794" y="1425641"/>
                </a:lnTo>
              </a:path>
              <a:path w="2043044" h="1584015">
                <a:moveTo>
                  <a:pt x="1827611" y="1416314"/>
                </a:moveTo>
                <a:lnTo>
                  <a:pt x="1855592" y="1416314"/>
                </a:lnTo>
                <a:lnTo>
                  <a:pt x="1855592" y="1425641"/>
                </a:lnTo>
                <a:lnTo>
                  <a:pt x="1827611" y="1425641"/>
                </a:lnTo>
              </a:path>
              <a:path w="2043044" h="1584015">
                <a:moveTo>
                  <a:pt x="1874520" y="1416314"/>
                </a:moveTo>
                <a:lnTo>
                  <a:pt x="1902501" y="1416314"/>
                </a:lnTo>
                <a:lnTo>
                  <a:pt x="1902501" y="1425641"/>
                </a:lnTo>
                <a:lnTo>
                  <a:pt x="1874520" y="1425641"/>
                </a:lnTo>
              </a:path>
              <a:path w="2043044" h="1584015">
                <a:moveTo>
                  <a:pt x="1921337" y="1416314"/>
                </a:moveTo>
                <a:lnTo>
                  <a:pt x="1949318" y="1416314"/>
                </a:lnTo>
                <a:lnTo>
                  <a:pt x="1949318" y="1425641"/>
                </a:lnTo>
                <a:lnTo>
                  <a:pt x="1921337" y="1425641"/>
                </a:lnTo>
              </a:path>
              <a:path w="2043044" h="1584015">
                <a:moveTo>
                  <a:pt x="1968246" y="1416314"/>
                </a:moveTo>
                <a:lnTo>
                  <a:pt x="1996227" y="1416314"/>
                </a:lnTo>
                <a:lnTo>
                  <a:pt x="1996227" y="1425641"/>
                </a:lnTo>
                <a:lnTo>
                  <a:pt x="1968246" y="1425641"/>
                </a:lnTo>
              </a:path>
              <a:path w="2043044" h="1584015">
                <a:moveTo>
                  <a:pt x="2015063" y="1416314"/>
                </a:moveTo>
                <a:lnTo>
                  <a:pt x="2043044" y="1416314"/>
                </a:lnTo>
                <a:lnTo>
                  <a:pt x="2043044" y="1425641"/>
                </a:lnTo>
                <a:lnTo>
                  <a:pt x="2015063" y="1425641"/>
                </a:lnTo>
              </a:path>
              <a:path w="2043044" h="1584015">
                <a:moveTo>
                  <a:pt x="0" y="1574688"/>
                </a:moveTo>
                <a:lnTo>
                  <a:pt x="27981" y="1574688"/>
                </a:lnTo>
                <a:lnTo>
                  <a:pt x="27981" y="1584015"/>
                </a:lnTo>
                <a:lnTo>
                  <a:pt x="0" y="1584015"/>
                </a:lnTo>
              </a:path>
              <a:path w="2043044" h="1584015">
                <a:moveTo>
                  <a:pt x="44348" y="1574688"/>
                </a:moveTo>
                <a:lnTo>
                  <a:pt x="72329" y="1574688"/>
                </a:lnTo>
                <a:lnTo>
                  <a:pt x="72329" y="1584015"/>
                </a:lnTo>
                <a:lnTo>
                  <a:pt x="44348" y="1584015"/>
                </a:lnTo>
              </a:path>
              <a:path w="2043044" h="1584015">
                <a:moveTo>
                  <a:pt x="88605" y="1574688"/>
                </a:moveTo>
                <a:lnTo>
                  <a:pt x="116586" y="1574688"/>
                </a:lnTo>
                <a:lnTo>
                  <a:pt x="116586" y="1584015"/>
                </a:lnTo>
                <a:lnTo>
                  <a:pt x="88605" y="1584015"/>
                </a:lnTo>
              </a:path>
              <a:path w="2043044" h="1584015">
                <a:moveTo>
                  <a:pt x="132954" y="1574688"/>
                </a:moveTo>
                <a:lnTo>
                  <a:pt x="160934" y="1574688"/>
                </a:lnTo>
                <a:lnTo>
                  <a:pt x="160934" y="1584015"/>
                </a:lnTo>
                <a:lnTo>
                  <a:pt x="132954" y="1584015"/>
                </a:lnTo>
              </a:path>
              <a:path w="2043044" h="1584015">
                <a:moveTo>
                  <a:pt x="177211" y="1574688"/>
                </a:moveTo>
                <a:lnTo>
                  <a:pt x="205283" y="1574688"/>
                </a:lnTo>
                <a:lnTo>
                  <a:pt x="205283" y="1584015"/>
                </a:lnTo>
                <a:lnTo>
                  <a:pt x="177211" y="1584015"/>
                </a:lnTo>
              </a:path>
              <a:path w="2043044" h="1584015">
                <a:moveTo>
                  <a:pt x="221559" y="1574688"/>
                </a:moveTo>
                <a:lnTo>
                  <a:pt x="249540" y="1574688"/>
                </a:lnTo>
                <a:lnTo>
                  <a:pt x="249540" y="1584015"/>
                </a:lnTo>
                <a:lnTo>
                  <a:pt x="221559" y="1584015"/>
                </a:lnTo>
              </a:path>
              <a:path w="2043044" h="1584015">
                <a:moveTo>
                  <a:pt x="265908" y="1574688"/>
                </a:moveTo>
                <a:lnTo>
                  <a:pt x="293888" y="1574688"/>
                </a:lnTo>
                <a:lnTo>
                  <a:pt x="293888" y="1584015"/>
                </a:lnTo>
                <a:lnTo>
                  <a:pt x="265908" y="1584015"/>
                </a:lnTo>
              </a:path>
              <a:path w="2043044" h="1584015">
                <a:moveTo>
                  <a:pt x="310164" y="1574688"/>
                </a:moveTo>
                <a:lnTo>
                  <a:pt x="338145" y="1574688"/>
                </a:lnTo>
                <a:lnTo>
                  <a:pt x="338145" y="1584015"/>
                </a:lnTo>
                <a:lnTo>
                  <a:pt x="310164" y="1584015"/>
                </a:lnTo>
              </a:path>
              <a:path w="2043044" h="1584015">
                <a:moveTo>
                  <a:pt x="354513" y="1574688"/>
                </a:moveTo>
                <a:lnTo>
                  <a:pt x="382494" y="1574688"/>
                </a:lnTo>
                <a:lnTo>
                  <a:pt x="382494" y="1584015"/>
                </a:lnTo>
                <a:lnTo>
                  <a:pt x="354513" y="1584015"/>
                </a:lnTo>
              </a:path>
              <a:path w="2043044" h="1584015">
                <a:moveTo>
                  <a:pt x="447782" y="1574688"/>
                </a:moveTo>
                <a:lnTo>
                  <a:pt x="475762" y="1574688"/>
                </a:lnTo>
                <a:lnTo>
                  <a:pt x="475762" y="1584015"/>
                </a:lnTo>
                <a:lnTo>
                  <a:pt x="447782" y="1584015"/>
                </a:lnTo>
              </a:path>
              <a:path w="2043044" h="1584015">
                <a:moveTo>
                  <a:pt x="495239" y="1574688"/>
                </a:moveTo>
                <a:lnTo>
                  <a:pt x="523220" y="1574688"/>
                </a:lnTo>
                <a:lnTo>
                  <a:pt x="523220" y="1584015"/>
                </a:lnTo>
                <a:lnTo>
                  <a:pt x="495239" y="1584015"/>
                </a:lnTo>
              </a:path>
              <a:path w="2043044" h="1584015">
                <a:moveTo>
                  <a:pt x="542696" y="1574688"/>
                </a:moveTo>
                <a:lnTo>
                  <a:pt x="570677" y="1574688"/>
                </a:lnTo>
                <a:lnTo>
                  <a:pt x="570677" y="1584015"/>
                </a:lnTo>
                <a:lnTo>
                  <a:pt x="542696" y="1584015"/>
                </a:lnTo>
              </a:path>
              <a:path w="2043044" h="1584015">
                <a:moveTo>
                  <a:pt x="590154" y="1574688"/>
                </a:moveTo>
                <a:lnTo>
                  <a:pt x="618134" y="1574688"/>
                </a:lnTo>
                <a:lnTo>
                  <a:pt x="618134" y="1584015"/>
                </a:lnTo>
                <a:lnTo>
                  <a:pt x="590154" y="1584015"/>
                </a:lnTo>
              </a:path>
              <a:path w="2043044" h="1584015">
                <a:moveTo>
                  <a:pt x="637611" y="1574688"/>
                </a:moveTo>
                <a:lnTo>
                  <a:pt x="665592" y="1574688"/>
                </a:lnTo>
                <a:lnTo>
                  <a:pt x="665592" y="1584015"/>
                </a:lnTo>
                <a:lnTo>
                  <a:pt x="637611" y="1584015"/>
                </a:lnTo>
              </a:path>
              <a:path w="2043044" h="1584015">
                <a:moveTo>
                  <a:pt x="685068" y="1574688"/>
                </a:moveTo>
                <a:lnTo>
                  <a:pt x="713049" y="1574688"/>
                </a:lnTo>
                <a:lnTo>
                  <a:pt x="713049" y="1584015"/>
                </a:lnTo>
                <a:lnTo>
                  <a:pt x="685068" y="1584015"/>
                </a:lnTo>
              </a:path>
              <a:path w="2043044" h="1584015">
                <a:moveTo>
                  <a:pt x="732526" y="1574688"/>
                </a:moveTo>
                <a:lnTo>
                  <a:pt x="760506" y="1574688"/>
                </a:lnTo>
                <a:lnTo>
                  <a:pt x="760506" y="1584015"/>
                </a:lnTo>
                <a:lnTo>
                  <a:pt x="732526" y="1584015"/>
                </a:lnTo>
              </a:path>
              <a:path w="2043044" h="1584015">
                <a:moveTo>
                  <a:pt x="779983" y="1574688"/>
                </a:moveTo>
                <a:lnTo>
                  <a:pt x="807964" y="1574688"/>
                </a:lnTo>
                <a:lnTo>
                  <a:pt x="807964" y="1584015"/>
                </a:lnTo>
                <a:lnTo>
                  <a:pt x="779983" y="1584015"/>
                </a:lnTo>
              </a:path>
              <a:path w="2043044" h="1584015">
                <a:moveTo>
                  <a:pt x="827441" y="1574688"/>
                </a:moveTo>
                <a:lnTo>
                  <a:pt x="855421" y="1574688"/>
                </a:lnTo>
                <a:lnTo>
                  <a:pt x="855421" y="1584015"/>
                </a:lnTo>
                <a:lnTo>
                  <a:pt x="827441" y="1584015"/>
                </a:lnTo>
              </a:path>
              <a:path w="2043044" h="1584015">
                <a:moveTo>
                  <a:pt x="874898" y="1574688"/>
                </a:moveTo>
                <a:lnTo>
                  <a:pt x="902879" y="1574688"/>
                </a:lnTo>
                <a:lnTo>
                  <a:pt x="902879" y="1584015"/>
                </a:lnTo>
                <a:lnTo>
                  <a:pt x="874898" y="1584015"/>
                </a:lnTo>
              </a:path>
              <a:path w="2043044" h="1584015">
                <a:moveTo>
                  <a:pt x="922355" y="1574688"/>
                </a:moveTo>
                <a:lnTo>
                  <a:pt x="950336" y="1574688"/>
                </a:lnTo>
                <a:lnTo>
                  <a:pt x="950336" y="1584015"/>
                </a:lnTo>
                <a:lnTo>
                  <a:pt x="922355" y="1584015"/>
                </a:lnTo>
              </a:path>
              <a:path w="2043044" h="1584015">
                <a:moveTo>
                  <a:pt x="969813" y="1574688"/>
                </a:moveTo>
                <a:lnTo>
                  <a:pt x="997793" y="1574688"/>
                </a:lnTo>
                <a:lnTo>
                  <a:pt x="997793" y="1584015"/>
                </a:lnTo>
                <a:lnTo>
                  <a:pt x="969813" y="1584015"/>
                </a:lnTo>
              </a:path>
              <a:path w="2043044" h="1584015">
                <a:moveTo>
                  <a:pt x="1017270" y="1574688"/>
                </a:moveTo>
                <a:lnTo>
                  <a:pt x="1045251" y="1574688"/>
                </a:lnTo>
                <a:lnTo>
                  <a:pt x="1045251" y="1584015"/>
                </a:lnTo>
                <a:lnTo>
                  <a:pt x="1017270" y="1584015"/>
                </a:lnTo>
              </a:path>
              <a:path w="2043044" h="1584015">
                <a:moveTo>
                  <a:pt x="1064727" y="1574688"/>
                </a:moveTo>
                <a:lnTo>
                  <a:pt x="1092708" y="1574688"/>
                </a:lnTo>
                <a:lnTo>
                  <a:pt x="1092708" y="1584015"/>
                </a:lnTo>
                <a:lnTo>
                  <a:pt x="1064727" y="1584015"/>
                </a:lnTo>
              </a:path>
              <a:path w="2043044" h="1584015">
                <a:moveTo>
                  <a:pt x="1112185" y="1574688"/>
                </a:moveTo>
                <a:lnTo>
                  <a:pt x="1140165" y="1574688"/>
                </a:lnTo>
                <a:lnTo>
                  <a:pt x="1140165" y="1584015"/>
                </a:lnTo>
                <a:lnTo>
                  <a:pt x="1112185" y="1584015"/>
                </a:lnTo>
              </a:path>
              <a:path w="2043044" h="1584015">
                <a:moveTo>
                  <a:pt x="1159642" y="1574688"/>
                </a:moveTo>
                <a:lnTo>
                  <a:pt x="1187623" y="1574688"/>
                </a:lnTo>
                <a:lnTo>
                  <a:pt x="1187623" y="1584015"/>
                </a:lnTo>
                <a:lnTo>
                  <a:pt x="1159642" y="1584015"/>
                </a:lnTo>
              </a:path>
              <a:path w="2043044" h="1584015">
                <a:moveTo>
                  <a:pt x="1207099" y="1574688"/>
                </a:moveTo>
                <a:lnTo>
                  <a:pt x="1235080" y="1574688"/>
                </a:lnTo>
                <a:lnTo>
                  <a:pt x="1235080" y="1584015"/>
                </a:lnTo>
                <a:lnTo>
                  <a:pt x="1207099" y="1584015"/>
                </a:lnTo>
              </a:path>
              <a:path w="2043044" h="1584015">
                <a:moveTo>
                  <a:pt x="1254557" y="1574688"/>
                </a:moveTo>
                <a:lnTo>
                  <a:pt x="1282537" y="1574688"/>
                </a:lnTo>
                <a:lnTo>
                  <a:pt x="1282537" y="1584015"/>
                </a:lnTo>
                <a:lnTo>
                  <a:pt x="1254557" y="1584015"/>
                </a:lnTo>
              </a:path>
              <a:path w="2043044" h="1584015">
                <a:moveTo>
                  <a:pt x="1302014" y="1574688"/>
                </a:moveTo>
                <a:lnTo>
                  <a:pt x="1329995" y="1574688"/>
                </a:lnTo>
                <a:lnTo>
                  <a:pt x="1329995" y="1584015"/>
                </a:lnTo>
                <a:lnTo>
                  <a:pt x="1302014" y="1584015"/>
                </a:lnTo>
              </a:path>
              <a:path w="2043044" h="1584015">
                <a:moveTo>
                  <a:pt x="1349472" y="1574688"/>
                </a:moveTo>
                <a:lnTo>
                  <a:pt x="1377452" y="1574688"/>
                </a:lnTo>
                <a:lnTo>
                  <a:pt x="1377452" y="1584015"/>
                </a:lnTo>
                <a:lnTo>
                  <a:pt x="1349472" y="1584015"/>
                </a:lnTo>
              </a:path>
              <a:path w="2043044" h="1584015">
                <a:moveTo>
                  <a:pt x="1396929" y="1574688"/>
                </a:moveTo>
                <a:lnTo>
                  <a:pt x="1424910" y="1574688"/>
                </a:lnTo>
                <a:lnTo>
                  <a:pt x="1424910" y="1584015"/>
                </a:lnTo>
                <a:lnTo>
                  <a:pt x="1396929" y="1584015"/>
                </a:lnTo>
              </a:path>
              <a:path w="2043044" h="1584015">
                <a:moveTo>
                  <a:pt x="1444386" y="1574688"/>
                </a:moveTo>
                <a:lnTo>
                  <a:pt x="1472367" y="1574688"/>
                </a:lnTo>
                <a:lnTo>
                  <a:pt x="1472367" y="1584015"/>
                </a:lnTo>
                <a:lnTo>
                  <a:pt x="1444386" y="1584015"/>
                </a:lnTo>
              </a:path>
              <a:path w="2043044" h="1584015">
                <a:moveTo>
                  <a:pt x="1491844" y="1574688"/>
                </a:moveTo>
                <a:lnTo>
                  <a:pt x="1519824" y="1574688"/>
                </a:lnTo>
                <a:lnTo>
                  <a:pt x="1519824" y="1584015"/>
                </a:lnTo>
                <a:lnTo>
                  <a:pt x="1491844" y="1584015"/>
                </a:lnTo>
              </a:path>
              <a:path w="2043044" h="1584015">
                <a:moveTo>
                  <a:pt x="1539301" y="1574688"/>
                </a:moveTo>
                <a:lnTo>
                  <a:pt x="1567282" y="1574688"/>
                </a:lnTo>
                <a:lnTo>
                  <a:pt x="1567282" y="1584015"/>
                </a:lnTo>
                <a:lnTo>
                  <a:pt x="1539301" y="1584015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6" name="Forma 287"/>
          <p:cNvSpPr/>
          <p:nvPr/>
        </p:nvSpPr>
        <p:spPr>
          <a:xfrm>
            <a:off x="5802691" y="1239286"/>
            <a:ext cx="18654" cy="3373130"/>
          </a:xfrm>
          <a:custGeom>
            <a:avLst/>
            <a:gdLst/>
            <a:ahLst/>
            <a:cxnLst/>
            <a:rect l="l" t="t" r="r" b="b"/>
            <a:pathLst>
              <a:path w="18654" h="3373130">
                <a:moveTo>
                  <a:pt x="0" y="0"/>
                </a:moveTo>
                <a:lnTo>
                  <a:pt x="18654" y="0"/>
                </a:lnTo>
                <a:lnTo>
                  <a:pt x="18654" y="3373130"/>
                </a:lnTo>
                <a:lnTo>
                  <a:pt x="0" y="3373130"/>
                </a:lnTo>
                <a:close/>
              </a:path>
            </a:pathLst>
          </a:custGeom>
          <a:solidFill>
            <a:srgbClr val="C49A4B"/>
          </a:solidFill>
          <a:ln/>
        </p:spPr>
      </p:sp>
      <p:sp>
        <p:nvSpPr>
          <p:cNvPr id="7" name="Forma 288"/>
          <p:cNvSpPr/>
          <p:nvPr/>
        </p:nvSpPr>
        <p:spPr>
          <a:xfrm>
            <a:off x="5961248" y="1686519"/>
            <a:ext cx="2444191" cy="167701"/>
          </a:xfrm>
          <a:custGeom>
            <a:avLst/>
            <a:gdLst/>
            <a:ahLst/>
            <a:cxnLst/>
            <a:rect l="l" t="t" r="r" b="b"/>
            <a:pathLst>
              <a:path w="2444191" h="167701">
                <a:moveTo>
                  <a:pt x="1296711" y="0"/>
                </a:moveTo>
                <a:lnTo>
                  <a:pt x="1324691" y="0"/>
                </a:lnTo>
                <a:lnTo>
                  <a:pt x="1324691" y="9327"/>
                </a:lnTo>
                <a:lnTo>
                  <a:pt x="1296711" y="9327"/>
                </a:lnTo>
              </a:path>
              <a:path w="2444191" h="167701">
                <a:moveTo>
                  <a:pt x="1343345" y="0"/>
                </a:moveTo>
                <a:lnTo>
                  <a:pt x="1371417" y="0"/>
                </a:lnTo>
                <a:lnTo>
                  <a:pt x="1371417" y="9327"/>
                </a:lnTo>
                <a:lnTo>
                  <a:pt x="1343345" y="9327"/>
                </a:lnTo>
              </a:path>
              <a:path w="2444191" h="167701">
                <a:moveTo>
                  <a:pt x="1390071" y="0"/>
                </a:moveTo>
                <a:lnTo>
                  <a:pt x="1418052" y="0"/>
                </a:lnTo>
                <a:lnTo>
                  <a:pt x="1418052" y="9327"/>
                </a:lnTo>
                <a:lnTo>
                  <a:pt x="1390071" y="9327"/>
                </a:lnTo>
              </a:path>
              <a:path w="2444191" h="167701">
                <a:moveTo>
                  <a:pt x="1436705" y="0"/>
                </a:moveTo>
                <a:lnTo>
                  <a:pt x="1464686" y="0"/>
                </a:lnTo>
                <a:lnTo>
                  <a:pt x="1464686" y="9327"/>
                </a:lnTo>
                <a:lnTo>
                  <a:pt x="1436705" y="9327"/>
                </a:lnTo>
              </a:path>
              <a:path w="2444191" h="167701">
                <a:moveTo>
                  <a:pt x="1483340" y="0"/>
                </a:moveTo>
                <a:lnTo>
                  <a:pt x="1511320" y="0"/>
                </a:lnTo>
                <a:lnTo>
                  <a:pt x="1511320" y="9327"/>
                </a:lnTo>
                <a:lnTo>
                  <a:pt x="1483340" y="9327"/>
                </a:lnTo>
              </a:path>
              <a:path w="2444191" h="167701">
                <a:moveTo>
                  <a:pt x="1529974" y="0"/>
                </a:moveTo>
                <a:lnTo>
                  <a:pt x="1557955" y="0"/>
                </a:lnTo>
                <a:lnTo>
                  <a:pt x="1557955" y="9327"/>
                </a:lnTo>
                <a:lnTo>
                  <a:pt x="1529974" y="9327"/>
                </a:lnTo>
              </a:path>
              <a:path w="2444191" h="167701">
                <a:moveTo>
                  <a:pt x="1576608" y="0"/>
                </a:moveTo>
                <a:lnTo>
                  <a:pt x="1604589" y="0"/>
                </a:lnTo>
                <a:lnTo>
                  <a:pt x="1604589" y="9327"/>
                </a:lnTo>
                <a:lnTo>
                  <a:pt x="1576608" y="9327"/>
                </a:lnTo>
              </a:path>
              <a:path w="2444191" h="167701">
                <a:moveTo>
                  <a:pt x="1623243" y="0"/>
                </a:moveTo>
                <a:lnTo>
                  <a:pt x="1651224" y="0"/>
                </a:lnTo>
                <a:lnTo>
                  <a:pt x="1651224" y="9327"/>
                </a:lnTo>
                <a:lnTo>
                  <a:pt x="1623243" y="9327"/>
                </a:lnTo>
              </a:path>
              <a:path w="2444191" h="167701">
                <a:moveTo>
                  <a:pt x="1669877" y="0"/>
                </a:moveTo>
                <a:lnTo>
                  <a:pt x="1697858" y="0"/>
                </a:lnTo>
                <a:lnTo>
                  <a:pt x="1697858" y="9327"/>
                </a:lnTo>
                <a:lnTo>
                  <a:pt x="1669877" y="9327"/>
                </a:lnTo>
              </a:path>
              <a:path w="2444191" h="167701">
                <a:moveTo>
                  <a:pt x="1716512" y="0"/>
                </a:moveTo>
                <a:lnTo>
                  <a:pt x="1744584" y="0"/>
                </a:lnTo>
                <a:lnTo>
                  <a:pt x="1744584" y="9327"/>
                </a:lnTo>
                <a:lnTo>
                  <a:pt x="1716512" y="9327"/>
                </a:lnTo>
              </a:path>
              <a:path w="2444191" h="167701">
                <a:moveTo>
                  <a:pt x="1763238" y="0"/>
                </a:moveTo>
                <a:lnTo>
                  <a:pt x="1791218" y="0"/>
                </a:lnTo>
                <a:lnTo>
                  <a:pt x="1791218" y="9327"/>
                </a:lnTo>
                <a:lnTo>
                  <a:pt x="1763238" y="9327"/>
                </a:lnTo>
              </a:path>
              <a:path w="2444191" h="167701">
                <a:moveTo>
                  <a:pt x="1809872" y="0"/>
                </a:moveTo>
                <a:lnTo>
                  <a:pt x="1837853" y="0"/>
                </a:lnTo>
                <a:lnTo>
                  <a:pt x="1837853" y="9327"/>
                </a:lnTo>
                <a:lnTo>
                  <a:pt x="1809872" y="9327"/>
                </a:lnTo>
              </a:path>
              <a:path w="2444191" h="167701">
                <a:moveTo>
                  <a:pt x="1856506" y="0"/>
                </a:moveTo>
                <a:lnTo>
                  <a:pt x="1884487" y="0"/>
                </a:lnTo>
                <a:lnTo>
                  <a:pt x="1884487" y="9327"/>
                </a:lnTo>
                <a:lnTo>
                  <a:pt x="1856506" y="9327"/>
                </a:lnTo>
              </a:path>
              <a:path w="2444191" h="167701">
                <a:moveTo>
                  <a:pt x="1903141" y="0"/>
                </a:moveTo>
                <a:lnTo>
                  <a:pt x="1931121" y="0"/>
                </a:lnTo>
                <a:lnTo>
                  <a:pt x="1931121" y="9327"/>
                </a:lnTo>
                <a:lnTo>
                  <a:pt x="1903141" y="9327"/>
                </a:lnTo>
              </a:path>
              <a:path w="2444191" h="167701">
                <a:moveTo>
                  <a:pt x="1949775" y="0"/>
                </a:moveTo>
                <a:lnTo>
                  <a:pt x="1977756" y="0"/>
                </a:lnTo>
                <a:lnTo>
                  <a:pt x="1977756" y="9327"/>
                </a:lnTo>
                <a:lnTo>
                  <a:pt x="1949775" y="9327"/>
                </a:lnTo>
              </a:path>
              <a:path w="2444191" h="167701">
                <a:moveTo>
                  <a:pt x="1996410" y="0"/>
                </a:moveTo>
                <a:lnTo>
                  <a:pt x="2024390" y="0"/>
                </a:lnTo>
                <a:lnTo>
                  <a:pt x="2024390" y="9327"/>
                </a:lnTo>
                <a:lnTo>
                  <a:pt x="1996410" y="9327"/>
                </a:lnTo>
              </a:path>
              <a:path w="2444191" h="167701">
                <a:moveTo>
                  <a:pt x="2043044" y="0"/>
                </a:moveTo>
                <a:lnTo>
                  <a:pt x="2071025" y="0"/>
                </a:lnTo>
                <a:lnTo>
                  <a:pt x="2071025" y="9327"/>
                </a:lnTo>
                <a:lnTo>
                  <a:pt x="2043044" y="9327"/>
                </a:lnTo>
              </a:path>
              <a:path w="2444191" h="167701">
                <a:moveTo>
                  <a:pt x="2089678" y="0"/>
                </a:moveTo>
                <a:lnTo>
                  <a:pt x="2117659" y="0"/>
                </a:lnTo>
                <a:lnTo>
                  <a:pt x="2117659" y="9327"/>
                </a:lnTo>
                <a:lnTo>
                  <a:pt x="2089678" y="9327"/>
                </a:lnTo>
              </a:path>
              <a:path w="2444191" h="167701">
                <a:moveTo>
                  <a:pt x="2136404" y="0"/>
                </a:moveTo>
                <a:lnTo>
                  <a:pt x="2164385" y="0"/>
                </a:lnTo>
                <a:lnTo>
                  <a:pt x="2164385" y="9327"/>
                </a:lnTo>
                <a:lnTo>
                  <a:pt x="2136404" y="9327"/>
                </a:lnTo>
              </a:path>
              <a:path w="2444191" h="167701">
                <a:moveTo>
                  <a:pt x="2183039" y="0"/>
                </a:moveTo>
                <a:lnTo>
                  <a:pt x="2211019" y="0"/>
                </a:lnTo>
                <a:lnTo>
                  <a:pt x="2211019" y="9327"/>
                </a:lnTo>
                <a:lnTo>
                  <a:pt x="2183039" y="9327"/>
                </a:lnTo>
              </a:path>
              <a:path w="2444191" h="167701">
                <a:moveTo>
                  <a:pt x="2229673" y="0"/>
                </a:moveTo>
                <a:lnTo>
                  <a:pt x="2257654" y="0"/>
                </a:lnTo>
                <a:lnTo>
                  <a:pt x="2257654" y="9327"/>
                </a:lnTo>
                <a:lnTo>
                  <a:pt x="2229673" y="9327"/>
                </a:lnTo>
              </a:path>
              <a:path w="2444191" h="167701">
                <a:moveTo>
                  <a:pt x="2276307" y="0"/>
                </a:moveTo>
                <a:lnTo>
                  <a:pt x="2304288" y="0"/>
                </a:lnTo>
                <a:lnTo>
                  <a:pt x="2304288" y="9327"/>
                </a:lnTo>
                <a:lnTo>
                  <a:pt x="2276307" y="9327"/>
                </a:lnTo>
              </a:path>
              <a:path w="2444191" h="167701">
                <a:moveTo>
                  <a:pt x="2322942" y="0"/>
                </a:moveTo>
                <a:lnTo>
                  <a:pt x="2350922" y="0"/>
                </a:lnTo>
                <a:lnTo>
                  <a:pt x="2350922" y="9327"/>
                </a:lnTo>
                <a:lnTo>
                  <a:pt x="2322942" y="9327"/>
                </a:lnTo>
              </a:path>
              <a:path w="2444191" h="167701">
                <a:moveTo>
                  <a:pt x="2369576" y="0"/>
                </a:moveTo>
                <a:lnTo>
                  <a:pt x="2397557" y="0"/>
                </a:lnTo>
                <a:lnTo>
                  <a:pt x="2397557" y="9327"/>
                </a:lnTo>
                <a:lnTo>
                  <a:pt x="2369576" y="9327"/>
                </a:lnTo>
              </a:path>
              <a:path w="2444191" h="167701">
                <a:moveTo>
                  <a:pt x="2416211" y="0"/>
                </a:moveTo>
                <a:lnTo>
                  <a:pt x="2444191" y="0"/>
                </a:lnTo>
                <a:lnTo>
                  <a:pt x="2444191" y="9327"/>
                </a:lnTo>
                <a:lnTo>
                  <a:pt x="2416211" y="9327"/>
                </a:lnTo>
              </a:path>
              <a:path w="2444191" h="167701">
                <a:moveTo>
                  <a:pt x="0" y="158374"/>
                </a:moveTo>
                <a:lnTo>
                  <a:pt x="27981" y="158374"/>
                </a:lnTo>
                <a:lnTo>
                  <a:pt x="27981" y="167701"/>
                </a:lnTo>
                <a:lnTo>
                  <a:pt x="0" y="167701"/>
                </a:lnTo>
              </a:path>
              <a:path w="2444191" h="167701">
                <a:moveTo>
                  <a:pt x="46634" y="158374"/>
                </a:moveTo>
                <a:lnTo>
                  <a:pt x="74615" y="158374"/>
                </a:lnTo>
                <a:lnTo>
                  <a:pt x="74615" y="167701"/>
                </a:lnTo>
                <a:lnTo>
                  <a:pt x="46634" y="167701"/>
                </a:lnTo>
              </a:path>
              <a:path w="2444191" h="167701">
                <a:moveTo>
                  <a:pt x="93269" y="158374"/>
                </a:moveTo>
                <a:lnTo>
                  <a:pt x="121249" y="158374"/>
                </a:lnTo>
                <a:lnTo>
                  <a:pt x="121249" y="167701"/>
                </a:lnTo>
                <a:lnTo>
                  <a:pt x="93269" y="167701"/>
                </a:lnTo>
              </a:path>
              <a:path w="2444191" h="167701">
                <a:moveTo>
                  <a:pt x="139903" y="158374"/>
                </a:moveTo>
                <a:lnTo>
                  <a:pt x="167884" y="158374"/>
                </a:lnTo>
                <a:lnTo>
                  <a:pt x="167884" y="167701"/>
                </a:lnTo>
                <a:lnTo>
                  <a:pt x="139903" y="167701"/>
                </a:lnTo>
              </a:path>
              <a:path w="2444191" h="167701">
                <a:moveTo>
                  <a:pt x="186538" y="158374"/>
                </a:moveTo>
                <a:lnTo>
                  <a:pt x="214610" y="158374"/>
                </a:lnTo>
                <a:lnTo>
                  <a:pt x="214610" y="167701"/>
                </a:lnTo>
                <a:lnTo>
                  <a:pt x="186538" y="167701"/>
                </a:lnTo>
              </a:path>
              <a:path w="2444191" h="167701">
                <a:moveTo>
                  <a:pt x="233263" y="158374"/>
                </a:moveTo>
                <a:lnTo>
                  <a:pt x="261244" y="158374"/>
                </a:lnTo>
                <a:lnTo>
                  <a:pt x="261244" y="167701"/>
                </a:lnTo>
                <a:lnTo>
                  <a:pt x="233263" y="167701"/>
                </a:lnTo>
              </a:path>
              <a:path w="2444191" h="167701">
                <a:moveTo>
                  <a:pt x="279898" y="158374"/>
                </a:moveTo>
                <a:lnTo>
                  <a:pt x="307878" y="158374"/>
                </a:lnTo>
                <a:lnTo>
                  <a:pt x="307878" y="167701"/>
                </a:lnTo>
                <a:lnTo>
                  <a:pt x="279898" y="167701"/>
                </a:lnTo>
              </a:path>
              <a:path w="2444191" h="167701">
                <a:moveTo>
                  <a:pt x="326532" y="158374"/>
                </a:moveTo>
                <a:lnTo>
                  <a:pt x="354513" y="158374"/>
                </a:lnTo>
                <a:lnTo>
                  <a:pt x="354513" y="167701"/>
                </a:lnTo>
                <a:lnTo>
                  <a:pt x="326532" y="167701"/>
                </a:lnTo>
              </a:path>
              <a:path w="2444191" h="167701">
                <a:moveTo>
                  <a:pt x="373167" y="158374"/>
                </a:moveTo>
                <a:lnTo>
                  <a:pt x="401147" y="158374"/>
                </a:lnTo>
                <a:lnTo>
                  <a:pt x="401147" y="167701"/>
                </a:lnTo>
                <a:lnTo>
                  <a:pt x="373167" y="167701"/>
                </a:lnTo>
              </a:path>
              <a:path w="2444191" h="167701">
                <a:moveTo>
                  <a:pt x="419801" y="158374"/>
                </a:moveTo>
                <a:lnTo>
                  <a:pt x="447782" y="158374"/>
                </a:lnTo>
                <a:lnTo>
                  <a:pt x="447782" y="167701"/>
                </a:lnTo>
                <a:lnTo>
                  <a:pt x="419801" y="167701"/>
                </a:lnTo>
              </a:path>
              <a:path w="2444191" h="167701">
                <a:moveTo>
                  <a:pt x="466435" y="158374"/>
                </a:moveTo>
                <a:lnTo>
                  <a:pt x="494416" y="158374"/>
                </a:lnTo>
                <a:lnTo>
                  <a:pt x="494416" y="167701"/>
                </a:lnTo>
                <a:lnTo>
                  <a:pt x="466435" y="167701"/>
                </a:lnTo>
              </a:path>
              <a:path w="2444191" h="167701">
                <a:moveTo>
                  <a:pt x="513070" y="158374"/>
                </a:moveTo>
                <a:lnTo>
                  <a:pt x="541050" y="158374"/>
                </a:lnTo>
                <a:lnTo>
                  <a:pt x="541050" y="167701"/>
                </a:lnTo>
                <a:lnTo>
                  <a:pt x="513070" y="167701"/>
                </a:lnTo>
              </a:path>
              <a:path w="2444191" h="167701">
                <a:moveTo>
                  <a:pt x="559704" y="158374"/>
                </a:moveTo>
                <a:lnTo>
                  <a:pt x="587776" y="158374"/>
                </a:lnTo>
                <a:lnTo>
                  <a:pt x="587776" y="167701"/>
                </a:lnTo>
                <a:lnTo>
                  <a:pt x="559704" y="167701"/>
                </a:lnTo>
              </a:path>
            </a:pathLst>
          </a:custGeom>
          <a:solidFill>
            <a:srgbClr val="2D6075"/>
          </a:solidFill>
          <a:ln/>
        </p:spPr>
      </p:sp>
      <p:sp>
        <p:nvSpPr>
          <p:cNvPr id="8" name="Forma 289"/>
          <p:cNvSpPr/>
          <p:nvPr/>
        </p:nvSpPr>
        <p:spPr>
          <a:xfrm>
            <a:off x="8246882" y="4798771"/>
            <a:ext cx="578358" cy="9327"/>
          </a:xfrm>
          <a:custGeom>
            <a:avLst/>
            <a:gdLst/>
            <a:ahLst/>
            <a:cxnLst/>
            <a:rect l="l" t="t" r="r" b="b"/>
            <a:pathLst>
              <a:path w="578358" h="9327">
                <a:moveTo>
                  <a:pt x="0" y="0"/>
                </a:moveTo>
                <a:lnTo>
                  <a:pt x="578358" y="0"/>
                </a:lnTo>
                <a:lnTo>
                  <a:pt x="578358" y="9327"/>
                </a:lnTo>
                <a:lnTo>
                  <a:pt x="0" y="9327"/>
                </a:lnTo>
                <a:close/>
              </a:path>
            </a:pathLst>
          </a:custGeom>
          <a:solidFill>
            <a:srgbClr val="4B56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3738" y="754746"/>
            <a:ext cx="3030779" cy="18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960" b="1" spc="143" kern="0" dirty="0">
                <a:solidFill>
                  <a:srgbClr val="2D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BIBLIOGRAFÍA · DATOS · CRÉDITOS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6042355" y="400690"/>
            <a:ext cx="2842687" cy="64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5"/>
              </a:lnSpc>
              <a:buNone/>
            </a:pPr>
            <a:r>
              <a:rPr lang="en-US" sz="3379" b="1" spc="-107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Referencias</a:t>
            </a:r>
            <a:endParaRPr lang="en-US" sz="3379" dirty="0"/>
          </a:p>
        </p:txBody>
      </p:sp>
      <p:sp>
        <p:nvSpPr>
          <p:cNvPr id="11" name="Text 9"/>
          <p:cNvSpPr txBox="1"/>
          <p:nvPr/>
        </p:nvSpPr>
        <p:spPr>
          <a:xfrm>
            <a:off x="802295" y="1237458"/>
            <a:ext cx="1362090" cy="44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43"/>
              </a:lnSpc>
              <a:buNone/>
            </a:pPr>
            <a:r>
              <a:rPr lang="en-US" sz="1391" b="1" spc="-2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Algoritmos y</a:t>
            </a:r>
            <a:endParaRPr lang="en-US" sz="1391" dirty="0"/>
          </a:p>
          <a:p>
            <a:pPr algn="l" indent="0" marL="0">
              <a:lnSpc>
                <a:spcPts val="1543"/>
              </a:lnSpc>
              <a:buNone/>
            </a:pPr>
            <a:r>
              <a:rPr lang="en-US" sz="1391" b="1" spc="-23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planificación</a:t>
            </a:r>
            <a:endParaRPr lang="en-US" sz="1391" dirty="0"/>
          </a:p>
        </p:txBody>
      </p:sp>
      <p:sp>
        <p:nvSpPr>
          <p:cNvPr id="12" name="Text 10"/>
          <p:cNvSpPr txBox="1"/>
          <p:nvPr/>
        </p:nvSpPr>
        <p:spPr>
          <a:xfrm>
            <a:off x="802295" y="1720078"/>
            <a:ext cx="2352660" cy="51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spc="-14" kern="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Yen, J. Y. (1971). </a:t>
            </a:r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K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 Loopless Paths in a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Network.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doi:10.1287/mnsc.17.11.712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02295" y="2297796"/>
            <a:ext cx="2316632" cy="669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Zheng et al. (2024). </a:t>
            </a:r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UAV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routing protocol for spectrum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 environments.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doi:10.1016/j.adhoc.2024.103702</a:t>
            </a:r>
            <a:endParaRPr lang="en-US" sz="960" dirty="0"/>
          </a:p>
        </p:txBody>
      </p:sp>
      <p:sp>
        <p:nvSpPr>
          <p:cNvPr id="14" name="Text 12"/>
          <p:cNvSpPr txBox="1"/>
          <p:nvPr/>
        </p:nvSpPr>
        <p:spPr>
          <a:xfrm>
            <a:off x="802295" y="3033888"/>
            <a:ext cx="2263872" cy="669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Luna et al. (2024). </a:t>
            </a:r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multi-UAV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for coverage path planning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with in-flight re-planning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i="1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capabilities.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doi:10.1002/rob.22342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3286354" y="1220633"/>
            <a:ext cx="2040209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spc="-2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geoespaciales</a:t>
            </a:r>
            <a:endParaRPr lang="en-US" sz="1391" dirty="0"/>
          </a:p>
        </p:txBody>
      </p:sp>
      <p:sp>
        <p:nvSpPr>
          <p:cNvPr id="16" name="Text 14"/>
          <p:cNvSpPr txBox="1"/>
          <p:nvPr/>
        </p:nvSpPr>
        <p:spPr>
          <a:xfrm>
            <a:off x="3286354" y="1524396"/>
            <a:ext cx="2462936" cy="51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OpenStreetMap / Overpass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ODbL 1.0.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mosaicos de la captura conservan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crédito visible.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3286354" y="2102114"/>
            <a:ext cx="2535723" cy="35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Open-Meteo Elevation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(Copernicus DEM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GLO-90) y </a:t>
            </a:r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Historical Weather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(ERA5).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3286354" y="2521458"/>
            <a:ext cx="2392345" cy="35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GPSJam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reporte agregado GNSS de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aviación.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3286354" y="2940710"/>
            <a:ext cx="2361804" cy="35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Economist war-fire model / NASA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FIRMS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UCDP GED vía HDX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5961431" y="1220633"/>
            <a:ext cx="2205076" cy="26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391" b="1" spc="-24" kern="0" dirty="0">
                <a:solidFill>
                  <a:srgbClr val="2027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Contexto y resultados</a:t>
            </a:r>
            <a:endParaRPr lang="en-US" sz="1391" dirty="0"/>
          </a:p>
        </p:txBody>
      </p:sp>
      <p:sp>
        <p:nvSpPr>
          <p:cNvPr id="21" name="Text 19"/>
          <p:cNvSpPr txBox="1"/>
          <p:nvPr/>
        </p:nvSpPr>
        <p:spPr>
          <a:xfrm>
            <a:off x="5961431" y="1524396"/>
            <a:ext cx="2815163" cy="51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UNHCR (24 feb. 2026). </a:t>
            </a:r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Contexto humanitario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u="sng" dirty="0">
                <a:solidFill>
                  <a:srgbClr val="2D60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 Ucrania</a:t>
            </a:r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estimaciones de asistencia y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desplazamiento para 2026.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5961431" y="2102114"/>
            <a:ext cx="3657600" cy="680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Resultados: simulador Python, conjunto de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(semillas 0–99), 05_T2/resultados/.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la Tarea 2, 22 oct. 2026.</a:t>
            </a:r>
            <a:endParaRPr lang="en-US" sz="960" dirty="0"/>
          </a:p>
          <a:p>
            <a:pPr algn="l" indent="0" marL="0">
              <a:lnSpc>
                <a:spcPts val="1249"/>
              </a:lnSpc>
              <a:buNone/>
            </a:pPr>
            <a:r>
              <a:rPr lang="en-US" sz="960" dirty="0">
                <a:solidFill>
                  <a:srgbClr val="434C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 del sitio aportadas por el equipo.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643738" y="4798771"/>
            <a:ext cx="4132814" cy="153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3" spc="50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UAV · ruteo físico resiliente · Universidad Diego Portales</a:t>
            </a:r>
            <a:endParaRPr lang="en-US" sz="803" dirty="0"/>
          </a:p>
        </p:txBody>
      </p:sp>
      <p:sp>
        <p:nvSpPr>
          <p:cNvPr id="24" name="Text 22"/>
          <p:cNvSpPr txBox="1"/>
          <p:nvPr/>
        </p:nvSpPr>
        <p:spPr>
          <a:xfrm>
            <a:off x="8303301" y="4835987"/>
            <a:ext cx="648950" cy="16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881" spc="92" kern="0" dirty="0">
                <a:solidFill>
                  <a:srgbClr val="4B56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35</a:t>
            </a:r>
            <a:endParaRPr lang="en-US" sz="88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Cuando un tramo se bloquea</dc:title>
  <dc:subject>PptxGenJS Presentation</dc:subject>
  <dc:creator>Diego Pérez Carrasco, Alex Marambio Leyton, Aaron Pozas Oyarce</dc:creator>
  <cp:lastModifiedBy>Diego Pérez Carrasco, Alex Marambio Leyton, Aaron Pozas Oyarce</cp:lastModifiedBy>
  <cp:revision>1</cp:revision>
  <dcterms:created xsi:type="dcterms:W3CDTF">2026-10-23T02:23:17Z</dcterms:created>
  <dcterms:modified xsi:type="dcterms:W3CDTF">2026-10-23T02:23:17Z</dcterms:modified>
</cp:coreProperties>
</file>